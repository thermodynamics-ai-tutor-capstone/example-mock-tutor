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C0641D-E33E-409A-AB67-05F48748E3F9}" v="6" dt="2023-08-07T23:58:14.8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740" autoAdjust="0"/>
    <p:restoredTop sz="94660"/>
  </p:normalViewPr>
  <p:slideViewPr>
    <p:cSldViewPr snapToGrid="0">
      <p:cViewPr varScale="1">
        <p:scale>
          <a:sx n="86" d="100"/>
          <a:sy n="86" d="100"/>
        </p:scale>
        <p:origin x="60" y="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'Connor, Jacqueline Antonia" userId="3b9bfa0c-75a1-427e-ae61-7069a76100c3" providerId="ADAL" clId="{5BC0641D-E33E-409A-AB67-05F48748E3F9}"/>
    <pc:docChg chg="modSld">
      <pc:chgData name="O'Connor, Jacqueline Antonia" userId="3b9bfa0c-75a1-427e-ae61-7069a76100c3" providerId="ADAL" clId="{5BC0641D-E33E-409A-AB67-05F48748E3F9}" dt="2023-08-07T23:58:14.890" v="7"/>
      <pc:docMkLst>
        <pc:docMk/>
      </pc:docMkLst>
      <pc:sldChg chg="addSp mod">
        <pc:chgData name="O'Connor, Jacqueline Antonia" userId="3b9bfa0c-75a1-427e-ae61-7069a76100c3" providerId="ADAL" clId="{5BC0641D-E33E-409A-AB67-05F48748E3F9}" dt="2023-08-07T23:11:58.144" v="2"/>
        <pc:sldMkLst>
          <pc:docMk/>
          <pc:sldMk cId="2553716505" sldId="257"/>
        </pc:sldMkLst>
        <pc:inkChg chg="add">
          <ac:chgData name="O'Connor, Jacqueline Antonia" userId="3b9bfa0c-75a1-427e-ae61-7069a76100c3" providerId="ADAL" clId="{5BC0641D-E33E-409A-AB67-05F48748E3F9}" dt="2023-08-07T23:10:14.130" v="0" actId="9405"/>
          <ac:inkMkLst>
            <pc:docMk/>
            <pc:sldMk cId="2553716505" sldId="257"/>
            <ac:inkMk id="10" creationId="{E92B9E5D-DF86-023D-A14D-C84088DE0FAA}"/>
          </ac:inkMkLst>
        </pc:inkChg>
        <pc:inkChg chg="add">
          <ac:chgData name="O'Connor, Jacqueline Antonia" userId="3b9bfa0c-75a1-427e-ae61-7069a76100c3" providerId="ADAL" clId="{5BC0641D-E33E-409A-AB67-05F48748E3F9}" dt="2023-08-07T23:10:15.320" v="1" actId="9405"/>
          <ac:inkMkLst>
            <pc:docMk/>
            <pc:sldMk cId="2553716505" sldId="257"/>
            <ac:inkMk id="11" creationId="{F2044066-87F6-72AB-6D67-FA72CDD3EAEC}"/>
          </ac:inkMkLst>
        </pc:inkChg>
        <pc:inkChg chg="add">
          <ac:chgData name="O'Connor, Jacqueline Antonia" userId="3b9bfa0c-75a1-427e-ae61-7069a76100c3" providerId="ADAL" clId="{5BC0641D-E33E-409A-AB67-05F48748E3F9}" dt="2023-08-07T23:11:58.144" v="2"/>
          <ac:inkMkLst>
            <pc:docMk/>
            <pc:sldMk cId="2553716505" sldId="257"/>
            <ac:inkMk id="12" creationId="{3BAA9F72-2B28-DD74-B8ED-ACDAFD0898EF}"/>
          </ac:inkMkLst>
        </pc:inkChg>
      </pc:sldChg>
      <pc:sldChg chg="addSp">
        <pc:chgData name="O'Connor, Jacqueline Antonia" userId="3b9bfa0c-75a1-427e-ae61-7069a76100c3" providerId="ADAL" clId="{5BC0641D-E33E-409A-AB67-05F48748E3F9}" dt="2023-08-07T23:58:14.890" v="7"/>
        <pc:sldMkLst>
          <pc:docMk/>
          <pc:sldMk cId="3964755546" sldId="259"/>
        </pc:sldMkLst>
        <pc:inkChg chg="add">
          <ac:chgData name="O'Connor, Jacqueline Antonia" userId="3b9bfa0c-75a1-427e-ae61-7069a76100c3" providerId="ADAL" clId="{5BC0641D-E33E-409A-AB67-05F48748E3F9}" dt="2023-08-07T23:58:14.890" v="7"/>
          <ac:inkMkLst>
            <pc:docMk/>
            <pc:sldMk cId="3964755546" sldId="259"/>
            <ac:inkMk id="3" creationId="{2CBBBDB7-E3E3-3776-1241-EB806408A17E}"/>
          </ac:inkMkLst>
        </pc:inkChg>
      </pc:sldChg>
      <pc:sldChg chg="addSp">
        <pc:chgData name="O'Connor, Jacqueline Antonia" userId="3b9bfa0c-75a1-427e-ae61-7069a76100c3" providerId="ADAL" clId="{5BC0641D-E33E-409A-AB67-05F48748E3F9}" dt="2023-08-07T23:38:32.631" v="6"/>
        <pc:sldMkLst>
          <pc:docMk/>
          <pc:sldMk cId="1827425459" sldId="261"/>
        </pc:sldMkLst>
        <pc:inkChg chg="add">
          <ac:chgData name="O'Connor, Jacqueline Antonia" userId="3b9bfa0c-75a1-427e-ae61-7069a76100c3" providerId="ADAL" clId="{5BC0641D-E33E-409A-AB67-05F48748E3F9}" dt="2023-08-07T23:38:32.631" v="6"/>
          <ac:inkMkLst>
            <pc:docMk/>
            <pc:sldMk cId="1827425459" sldId="261"/>
            <ac:inkMk id="3" creationId="{88ECE14B-3946-F8CB-884E-100B555573A6}"/>
          </ac:inkMkLst>
        </pc:inkChg>
      </pc:sldChg>
      <pc:sldChg chg="addSp delSp">
        <pc:chgData name="O'Connor, Jacqueline Antonia" userId="3b9bfa0c-75a1-427e-ae61-7069a76100c3" providerId="ADAL" clId="{5BC0641D-E33E-409A-AB67-05F48748E3F9}" dt="2023-08-07T23:21:46.589" v="5"/>
        <pc:sldMkLst>
          <pc:docMk/>
          <pc:sldMk cId="4277256108" sldId="263"/>
        </pc:sldMkLst>
        <pc:inkChg chg="add del">
          <ac:chgData name="O'Connor, Jacqueline Antonia" userId="3b9bfa0c-75a1-427e-ae61-7069a76100c3" providerId="ADAL" clId="{5BC0641D-E33E-409A-AB67-05F48748E3F9}" dt="2023-08-07T23:21:46.589" v="5"/>
          <ac:inkMkLst>
            <pc:docMk/>
            <pc:sldMk cId="4277256108" sldId="263"/>
            <ac:inkMk id="2" creationId="{4D62EAC3-D42A-DBCD-BF3E-25FBAE8AB573}"/>
          </ac:inkMkLst>
        </pc:inkChg>
      </pc:sldChg>
      <pc:sldChg chg="addSp">
        <pc:chgData name="O'Connor, Jacqueline Antonia" userId="3b9bfa0c-75a1-427e-ae61-7069a76100c3" providerId="ADAL" clId="{5BC0641D-E33E-409A-AB67-05F48748E3F9}" dt="2023-08-07T23:38:32.631" v="6"/>
        <pc:sldMkLst>
          <pc:docMk/>
          <pc:sldMk cId="2977701205" sldId="264"/>
        </pc:sldMkLst>
        <pc:inkChg chg="add">
          <ac:chgData name="O'Connor, Jacqueline Antonia" userId="3b9bfa0c-75a1-427e-ae61-7069a76100c3" providerId="ADAL" clId="{5BC0641D-E33E-409A-AB67-05F48748E3F9}" dt="2023-08-07T23:38:32.631" v="6"/>
          <ac:inkMkLst>
            <pc:docMk/>
            <pc:sldMk cId="2977701205" sldId="264"/>
            <ac:inkMk id="2" creationId="{7EE70534-9F14-4F45-B7FF-7544DBB89397}"/>
          </ac:inkMkLst>
        </pc:inkChg>
      </pc:sldChg>
      <pc:sldChg chg="addSp">
        <pc:chgData name="O'Connor, Jacqueline Antonia" userId="3b9bfa0c-75a1-427e-ae61-7069a76100c3" providerId="ADAL" clId="{5BC0641D-E33E-409A-AB67-05F48748E3F9}" dt="2023-08-07T23:38:32.631" v="6"/>
        <pc:sldMkLst>
          <pc:docMk/>
          <pc:sldMk cId="2599317583" sldId="265"/>
        </pc:sldMkLst>
        <pc:inkChg chg="add">
          <ac:chgData name="O'Connor, Jacqueline Antonia" userId="3b9bfa0c-75a1-427e-ae61-7069a76100c3" providerId="ADAL" clId="{5BC0641D-E33E-409A-AB67-05F48748E3F9}" dt="2023-08-07T23:38:32.631" v="6"/>
          <ac:inkMkLst>
            <pc:docMk/>
            <pc:sldMk cId="2599317583" sldId="265"/>
            <ac:inkMk id="2" creationId="{F196B25D-990A-CBD9-706C-2C247FB451FC}"/>
          </ac:inkMkLst>
        </pc:inkChg>
      </pc:sldChg>
      <pc:sldChg chg="addSp">
        <pc:chgData name="O'Connor, Jacqueline Antonia" userId="3b9bfa0c-75a1-427e-ae61-7069a76100c3" providerId="ADAL" clId="{5BC0641D-E33E-409A-AB67-05F48748E3F9}" dt="2023-08-07T23:38:32.631" v="6"/>
        <pc:sldMkLst>
          <pc:docMk/>
          <pc:sldMk cId="206498391" sldId="266"/>
        </pc:sldMkLst>
        <pc:inkChg chg="add">
          <ac:chgData name="O'Connor, Jacqueline Antonia" userId="3b9bfa0c-75a1-427e-ae61-7069a76100c3" providerId="ADAL" clId="{5BC0641D-E33E-409A-AB67-05F48748E3F9}" dt="2023-08-07T23:38:32.631" v="6"/>
          <ac:inkMkLst>
            <pc:docMk/>
            <pc:sldMk cId="206498391" sldId="266"/>
            <ac:inkMk id="2" creationId="{93810948-20EA-7CAF-EA78-19B199272261}"/>
          </ac:inkMkLst>
        </pc:inkChg>
      </pc:sldChg>
      <pc:sldChg chg="addSp">
        <pc:chgData name="O'Connor, Jacqueline Antonia" userId="3b9bfa0c-75a1-427e-ae61-7069a76100c3" providerId="ADAL" clId="{5BC0641D-E33E-409A-AB67-05F48748E3F9}" dt="2023-08-07T23:58:14.890" v="7"/>
        <pc:sldMkLst>
          <pc:docMk/>
          <pc:sldMk cId="108102510" sldId="267"/>
        </pc:sldMkLst>
        <pc:inkChg chg="add">
          <ac:chgData name="O'Connor, Jacqueline Antonia" userId="3b9bfa0c-75a1-427e-ae61-7069a76100c3" providerId="ADAL" clId="{5BC0641D-E33E-409A-AB67-05F48748E3F9}" dt="2023-08-07T23:58:14.890" v="7"/>
          <ac:inkMkLst>
            <pc:docMk/>
            <pc:sldMk cId="108102510" sldId="267"/>
            <ac:inkMk id="2" creationId="{B70D8810-4ABB-716C-ED07-3A9A58DADFA2}"/>
          </ac:inkMkLst>
        </pc:inkChg>
      </pc:sldChg>
      <pc:sldChg chg="addSp">
        <pc:chgData name="O'Connor, Jacqueline Antonia" userId="3b9bfa0c-75a1-427e-ae61-7069a76100c3" providerId="ADAL" clId="{5BC0641D-E33E-409A-AB67-05F48748E3F9}" dt="2023-08-07T23:58:14.890" v="7"/>
        <pc:sldMkLst>
          <pc:docMk/>
          <pc:sldMk cId="2649798084" sldId="268"/>
        </pc:sldMkLst>
        <pc:inkChg chg="add">
          <ac:chgData name="O'Connor, Jacqueline Antonia" userId="3b9bfa0c-75a1-427e-ae61-7069a76100c3" providerId="ADAL" clId="{5BC0641D-E33E-409A-AB67-05F48748E3F9}" dt="2023-08-07T23:58:14.890" v="7"/>
          <ac:inkMkLst>
            <pc:docMk/>
            <pc:sldMk cId="2649798084" sldId="268"/>
            <ac:inkMk id="2" creationId="{E45F1856-65F9-61AA-5D1E-AA657D726CFE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8-07T22:09:56.891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1270 660 13823 0,'-1'-13'1216'0,"-2"8"-960"0,2-2-256 0,1 0 0 16,-2-1 6144-16,2 0 1200 0,-1 0 224 0,1 0 48 16,0 1-4928-16,-1-1-976 0,-1 0-208 0,1 1-32 0,0 1-144 0,-2 1-32 15,3 5 0-15,-4-4 0 0,-1-1-592 0,0 1-128 16,-2 1-32-16,-1 2 0 0,-1 1-160 0,-1 2-48 16,-2 0 0-16,-1 0 0 0,-1 0-144 0,-2 3-16 15,1 1-16-15,-2 1 0 0,-3 2-160 0,0 0 160 16,1 3-160-16,-1-3 160 0,1 0-160 0,-1 3 0 15,2-3 0-15,1 0 0 0,1 0 0 0,1 0 0 16,3 0 0-16,2 1 0 0,2-1 0 0,0 0 0 16,3-1 0-16,1-1 0 0,4-7 0 0,0 0-144 15,0 0 144-15,4 10 0 0,1-3-176 0,4 1 176 0,3-1-160 16,1-1 160-16,1 1-144 0,3-1 144 0,1-1-128 16,2-1 128-16,1 0 0 0,1-2 0 0,0-1 0 15,2 3-128-15,-2-2 128 0,3 2 0 16,1 0 0-16,-2 1 0 0,-1 2 0 0,-1 1 0 0,0 1 0 0,-1 1 0 15,-4 1 0-15,0-1 0 16,-3 2 0-16,-2 1 0 0,-3 1 160 0,-1 1-32 16,-1-2-128-16,-3 2 192 0,-2 0 0 0,-2 0 0 15,-3 0 0-15,-2-1 0 0,-2 0 64 0,-2-1 0 0,-3 0 0 0,-1 0 0 16,-1 1 0-16,-3-1 0 0,-1-3 0 0,-2 0 0 16,-2 2-64-16,0-3-16 0,-1 0 0 0,-4-2 0 15,1-3-176-15,-2 1 128 0,-2-1-128 0,-2-4 128 16,1 0-128-16,0-4 0 0,0 1 0 0,2-3-176 15,2 1-512 1,3-2-96-16,2-1-32 0,4 1 0 0,3-3-880 0,4 1-176 0,3-1-48 16,4-1 0-16,5 0-2448 0,6 0-496 0,2 1-112 15</inkml:trace>
  <inkml:trace contextRef="#ctx0" brushRef="#br0" timeOffset="414.31">1537 890 20271 0,'0'0'896'0,"0"0"192"0,0 0-880 0,0 0-208 16,0 0 0-16,0 0 0 0,0 0 5984 0,0 0 1152 15,0 0 224-15,-1 9 64 0,-2-1-4400 0,-1 2-864 16,0 3-176-16,0 0-48 0,2 3-1168 0,-1 1-256 16,1 0-32-16,-1 0-16 0,2-2-272 0,2 1-64 15,0 1-128-15,2-1 192 0,0-2-192 0,0-1 0 0,3-3 0 0,-1-1 0 16,1-2 0-16,2-2-192 0,0 0 48 0,1-3 0 31,2-2-240-31,-1-2-32 0,2 0-16 0,-1-1 0 16,0-3-144-16,-1-2-16 0,1-1-16 0,-1 1 0 0,-1-3 192 0,0 2 32 0,-2-2 16 0,1-4 0 15,0 0 368-15,-2-1-176 0,-1 0 176 0,1-2-128 16,-1 1 128-16,0 2 0 0,-1-1 0 0,0 3 0 16,0 0 0-16,-2 2 0 0,1 2 0 0,-3 1 128 15,1 2 112-15,-1 6 16 0,0 0 16 0,0 0 0 16,0 0 144-16,0 0 32 0,0 0 0 0,3 6 0 15,-1 2-160-15,2 1-32 0,0 0 0 0,0 3 0 16,0 1-256-16,1 3 0 0,2 1 128 0,-1-3-128 16,1 1 0-16,-1-1 0 0,1 0 0 0,1 1 0 15,0-1-1264-15,-1-1-144 16,1-3-48-16,0-1 0 0,0 2-1856 0,1-5-368 0,0 1-80 0,4 1-14064 16</inkml:trace>
  <inkml:trace contextRef="#ctx0" brushRef="#br0" timeOffset="1027.4">1970 886 20271 0,'0'0'1792'0,"0"0"-1424"16,0 0-368-16,0 0 0 0,0 0 5632 0,0 0 1040 16,0 0 224-16,0 0 32 0,4 10-4032 0,1 2-800 0,0 0-176 0,0 1-16 15,1 0-976-15,-1 1-192 0,0 4-32 0,0-1-16 16,-1-1-352-16,0 1-64 0,1 1-16 0,1 0 0 15,-3-2-128-15,1-2-128 16,0-1 192-16,0-1-192 0,-1 0 176 0,-1-3-176 0,0 1 160 0,-2-10-160 16,0 0 128-16,0 0-128 15,0 0 0-15,0 0 144 0,0 0-144 0,0 0 0 0,0 0 0 0,5-5 0 16,-1-3 0-16,0 2 0 0,0-5 0 16,1 1 0-16,-2-2-144 0,0 2 144 0,1-6-192 0,0 2 192 15,0-4-160-15,3 2 160 0,1 0-128 0,-1 1 128 16,0 0 0-16,1 0-128 0,-1 2 128 0,1 1 0 15,-1 3 0-15,1 0 0 0,-2 3 0 0,1 3-128 16,-7 3 128-16,0 0 0 0,6-3 128 0,-6 3-128 16,8 3 192-16,-1 2-16 0,-2 1-16 0,0 3 0 0,1 2-32 0,0 2 0 15,-2 4 0-15,1-3 0 0,-1 2 0 16,0-1-128-16,-2 1 192 0,1 0-64 0,-1 1-128 0,2-3 128 16,0 0-128-16,-1-3 128 0,-2 1-128 15,2-2 0-15,2-2 0 0,-1-2 0 0,-4-6 0 0,0 0 0 16,4 4 0-16,-4-4 0 0,0 0 0 0,0 0 128 15,6-1-128-15,0-4 0 0,-2 0 0 0,1-2 0 16,0-1 0-16,0 0 0 0,2-2-160 16,-2-2 160-16,1-2 0 0,0-2-144 0,-1 2 144 0,0-2 0 15,0-2 0-15,-1 1 0 0,3 1 0 0,1 2-160 16,-1 1 160-16,1 1 0 0,-1 2 0 0,-1-1 0 16,-1 5 0-16,2 1 0 0,-2 1 0 0,-5 4-128 15,0 0 128-15,0 0 0 0,9 4 0 0,-1 0 0 0,-3 1 128 16,-1 4-128-16,1 3 0 0,1 2 0 15,-2 3 0-15,-1 0 0 0,0 0 0 0,-2 0 0 0,-1 1 0 0,2-1 0 32,-1 0-368-32,0 0-160 0,-1-4-48 0,0 1 0 15,0-2-1184-15,0-2-240 0,3 1-48 0,-2-3-16 16,2-2-2480-16,3 2-512 0</inkml:trace>
  <inkml:trace contextRef="#ctx0" brushRef="#br0" timeOffset="1931.05">2643 887 13823 0,'-4'-5'1216'0,"1"0"-960"0,3 5-256 0,0 0 0 16,0 0 6496-16,0 0 1248 0,0 0 256 0,0 0 64 0,0 0-4528 15,0 0-896-15,0 0-176 0,4 11-32 16,-1 1-1136-16,1 2-208 0,-1 1-64 0,1 0 0 16,-1 0-496-16,0 2-96 0,-2 0-32 0,1 0 0 0,1 1-128 0,0-2-16 15,-1 1-16-15,1-1 0 0,-2-1-96 0,2-2-16 16,-1-3 0-16,1 1 0 0,0-2-128 0,-1 0 0 15,-2-9 0-15,0 0 0 0,0 0 0 0,0 0 0 16,0 0 0-16,0 0 0 0,0 0 0 0,0 0 0 16,7-7 0-16,-2 2 0 0,0-3 0 0,-1 1-272 15,-1-4 64-15,1 1 16 0,1-1-16 0,0-2 0 16,-1-1 0-16,1-3 0 0,0-1 16 0,1-1 0 16,-1 1 0-16,1 1 0 0,2 0 192 0,0 2-176 15,-1-2 176-15,-2 2-160 0,0 2 160 16,0 3 0-16,2 1 0 0,-2 2 0 0,-1 3 0 0,0-2 0 15,-4 6 0-15,0 0 0 0,0 0 0 0,0 0 0 16,0 0 0-16,8 2 0 0,-1 2 128 0,-7-4-128 0,7 9 160 0,-1 2-160 16,1 1 160-16,-2 1-160 15,-1 1 160-15,0 2-160 0,1-1 128 0,-1 1-128 16,-1 1 0-16,-1-4 0 0,1 1 256 0,1-1-32 16,0 0-16-16,1 0 0 0,0-3-208 0,0 0-256 15,2-2 48-15,-1-3 16 0,1-1 192 0,-1 0 0 0,-6-4 0 16,10 2 0-16,0-4 0 0,-1 0 0 0,0 0-160 0,2-1 160 15,-1 1-144-15,1-4 144 0,-2 0-192 0,0-3 192 16,0-2-208-16,1 1 64 0,-1-2 16 0,2-1 0 16,-2-1-16-16,1 0 0 0,1-1 0 0,-1 1 0 15,1-2-16-15,-2 2 0 0,0-1 0 0,-1 4 0 16,-3 0 160-16,0 1-192 0,-1 1 192 0,1 1-192 0,1 0 192 16,-2 2 0-16,-4 6 0 0,0 0 0 0,0 0 0 15,0 0 0-15,0 0 0 0,0 0 0 0,0 0 176 0,0 0-48 16,0 0 0-16,0 0 0 0,0 0 32 15,0 0 0-15,-3 6 0 0,0 3 0 0,1 0-32 16,-1 2-128-16,2-2 192 0,-1 1-64 0,1 1-128 0,1-1 0 16,0 1 144-16,1 0-144 0,1 1 0 15,-1 1 0-15,0 0 0 0,3 0 0 0,2-1 0 0,0 0 0 16,3-2 0-16,-1-1 0 0,1 0 0 0,0-2 0 16,2 1 0-16,0-3-128 0,1-1 128 0,0-2 0 15,1 0 0-15,0-2 0 0,-1 0 0 0,2-2-128 16,-1 0 128-16,0-2 0 0,0-3-128 0,0 1 128 15,2-3-128-15,-1 0 128 0,-2 0-144 0,1-1 144 16,-2-3-160-16,1-2 160 0,0 0 0 0,0-2 0 16,-2 2-128-16,0-1 128 0,0 2 0 0,-4 1 0 15,1 0 0-15,-2 1 0 0,-1 0 0 0,0 2 0 16,-3-1 0-16,-1 1 0 0,-1 2 0 0,-2 3 0 0,-4 2 0 0,2-2 0 16,-1 4 144-16,6 1-144 0,-9 0 0 0,-1 1 144 15,0 2-16-15,1 2-128 0,0 3 192 16,0 1-64-16,-2 1 32 0,2 3 0 0,3-1 0 0,-2 2 0 15,0 3-160-15,3-1 0 0,2 1 144 0,3 1-144 16,1-1 0-16,3 0 0 0,2-1 0 0,1-1 0 16,0 1 0-16,2-2 0 0,0-3 0 0,3 1 0 15,1-5-256-15,3 0 16 0,1-1 16 0,-1-4 0 16,3-1-1568-16,0-1-320 0,2-3-64 16,3 1-16-16,2-2-1840 0,1 0-384 15,-2 1-64-15</inkml:trace>
  <inkml:trace contextRef="#ctx0" brushRef="#br0" timeOffset="2215.5">3798 856 23039 0,'0'0'2048'0,"-4"-7"-1648"0,-3 1-400 0,2 2 0 0,5 4 4656 0,0 0 848 15,0 0 160-15,0 0 32 0,0 0-2608 16,0 0-528-16,0 0-96 0,1 10-32 0,1 1-1088 0,-1 2-208 16,0 1-48-16,2 0-16 0,1 1-576 0,0-1-112 15,1 4-32-15,-1-1 0 0,0 0-144 0,0 0-16 16,2 0-16-16,-1-1 0 0,-1-3-176 0,2 0 192 15,0-3-192-15,1-1 192 0,-4-1-192 0,1-1 128 16,-4-7-128-16,6 5 128 0,-6-5-128 0,0 0 160 0,0 0-160 0,6-1 160 16,1-1-112-16,-7 2-48 15,2-5 0-15,2-1 0 0,1-3 0 0,-2-1 0 16,-2-1 0-16,2-1 0 0,1-1 0 0,0 0 0 16,-2-3 0-16,2 2 0 0,1-4 0 0,1 2 0 0,0 0 0 0,1-1 0 15,1 0 0-15,1 2-128 0,0-1 128 16,4 2-160-1,1-2-2064-15,11 2-400 0</inkml:trace>
  <inkml:trace contextRef="#ctx0" brushRef="#br0" timeOffset="2981.66">4669 603 14735 0,'0'0'640'0,"0"0"160"0,23-3-640 0,-3-1-160 16,-6-1 0-16,-1 1 0 0,-1-2 7040 0,-1 1 1360 0,0-1 288 0,2 2 48 15,-1-1-5856-15,-1 1-1184 16,1-1-224-16,1 1-64 0,2 0-816 0,-2 0-160 0,-2 2-48 0,0-3 0 16,-1 3-16-16,-1 1-16 15,-9 1 0-15,0 0 0 0,0 0 0 0,8 4 0 0,-8-4 0 0,4 6 0 16,-4 2 16-16,-1 3 0 0,-2 2 0 0,-3 2 0 15,-2 4-96-15,-1 1-16 0,-3 4 0 16,-2 1 0-16,-2-2-80 0,-1 1-32 0,1 0 0 0,1-2 0 16,-1 2-144-16,3-1 0 0,1 1 144 0,1-1-144 15,-1-4 0-15,1-1 0 0,4-1 0 0,0 0 128 16,3-2-128-16,2-2 0 0,0-2 0 0,1-2 0 16,4-1-144-16,0 0 144 0,-3-8-160 0,7 4 160 15,-7-4-256-15,9 0 32 0,3-2 16 0,1-2 0 0,1-2-48 16,3-2 0-16,1-1 0 0,3-7 0 0,-3-1 0 0,3-2-16 15,0-2 0-15,0-4 0 0,-1 0 64 0,2 2 16 16,3-5 0-16,-3 4 0 0,-3-1 192 0,-2 1-176 16,1 2 176-16,-3 5-160 0,-5 0 160 0,-1 6 0 15,-2 2 0-15,-2 3 0 16,-5 6 224-16,0 0 32 0,0 0 0 0,0 0 0 0,-4 11 192 0,-2 2 32 16,-2 1 16-16,0 3 0 0,-1 1-176 0,0 3-48 15,0 0 0-15,0 0 0 0,-1-3-112 0,4 2-32 16,2 1 0-16,1-1 0 0,1 0-128 15,2-2 0-15,4-1 0 0,1-1 128 0,0-3-128 0,2-1 0 16,-1-2 0-16,2-2 0 0,2-2 0 0,3-4 0 16,0-2-128-16,3-2 128 0,0-3-128 0,1 0 128 15,0-2-160-15,0 0 160 0,0-3-128 0,-2 1 128 0,-2-4 0 16,0 0-144-16,-1 0 144 0,-3 0 0 0,-1 0 0 0,0-1 0 16,-2-2 0-16,-1 2-128 0,2 1 128 0,-3-4-128 15,-1 0-64-15,-2 0 0 0,-1 1 0 0,-3-1 0 31,-2 3-896-31,1 0-192 0,0-1-48 0,0 2 0 16,-2-2-2192-16,3 3-448 0</inkml:trace>
  <inkml:trace contextRef="#ctx0" brushRef="#br0" timeOffset="3332.07">5275 600 7359 0,'0'0'656'0,"0"0"-528"0,0 0-128 0,9 3 0 0,3-2 8368 0,-1 1 1632 15,1 0 336-15,0-1 64 16,-2 1-6544-16,2-4-1296 0,4 4-272 0,-1-2-48 0,0 0-1088 0,0 0-224 15,-2 0-32-15,2 0-16 0,-1 0-368 0,0 0-80 16,-2 1-16-16,0 0 0 0,0 1-128 0,1 0-32 16,-3 1 0-16,-1 1 0 0,0 0-256 0,-2 2 0 15,-3 1 0-15,0 1 0 0,-2 1 128 0,1 0-128 16,-1 1 192-16,0 3-192 0,-4 7 144 0,-1-5-144 16,-3 2 0-16,0 0 144 0,-2 0-96 0,0-1-48 15,0-4 0-15,1-1 0 0,-1 1 0 0,-3 1 0 16,1-1 0-16,1 0 0 0,0-1 0 0,1 0 0 15,1-2 0-15,-1 1 0 0,2 1 0 0,2-2 0 16,1-1 0-16,3-8 0 0,0 0 0 0,0 0 0 16,0 0 0-16,7 6 0 0,-1-2 0 0,2-1 0 0,1-1 0 0,2-2 0 15,1-2 0-15,1 0 0 16,0 0 0-16,1-2 0 0,0 1 0 0,2-3 0 0,1-1 0 0,5-1 0 16,0-1-320-16,-1 0-64 0,3 0-16 15,-1 0 0 1,0 1-1040-16,0 0-208 0,-2-1-32 0,1 0-14352 0,1 0-2864 0</inkml:trace>
  <inkml:trace contextRef="#ctx0" brushRef="#br0" timeOffset="3551.84">6005 458 45439 0,'0'0'2016'0,"0"0"416"0,0 0-1952 0,0 0-480 0,0 0 0 0,0 0 0 0,0 0 2112 16,-3 7 336-16,1 1 64 0,-1 3 16 0,3-2-1120 0,-1 6-208 15,-1-1-48-15,1 4-16 0,1 3-832 0,0 3-176 16,0 0-128-16,0 2 192 0,0-1-144 0,0-1-48 16,1-2 0-16,1 0 0 0,-1-2 0 0,2-1 0 15,-2 1 0-15,2-2 0 0,1-2 0 0,-1-1 0 16,1 0 0-16,2-2 0 0,-3 0-288 0,3 0 0 16,-2-2 0-16,2 1-16992 15,1-1-3408-15</inkml:trace>
  <inkml:trace contextRef="#ctx0" brushRef="#br0" timeOffset="10255.14">6639 823 23951 0,'0'0'2128'0,"0"0"-1696"0,-2-4-432 0,2 4 0 0,0 0 4448 0,0 0 800 16,0 0 176-16,0 0 16 0,0 0-3584 0,0 0-704 0,0 0-160 0,0 0-32 16,0 0 176-16,0 8 16 0,0 4 16 0,-1 2 0 15,-3 2-576-15,1 2-112 16,-1 3-32-16,-1 1 0 0,0-1-160 0,0 1-32 15,1 0-16-15,0-2 0 0,0-1-240 0,2-2 0 16,-1-1-192-16,2-4 192 16,1-2-3520-16,0 2-608 0,-6 9-112 0,6-21-32 0</inkml:trace>
  <inkml:trace contextRef="#ctx0" brushRef="#br0" timeOffset="11037.25">7350 430 23039 0,'0'0'2048'0,"-1"-6"-1648"0,0 1-400 0,-2 0 0 0,2-2 3504 0,0 2 608 15,-2 1 128-15,3 4 32 0,0 0-1328 0,0 0-256 16,0 0-48-16,0 0-16 0,0 0-1040 0,0 0-224 16,0 0-32-16,0 9-16 0,0 2-560 0,0 2-112 15,-1 4-32-15,-1 2 0 0,1 3-272 0,0 5-48 16,-1 1-16-16,1 0 0 0,-2 2-128 0,2 0-16 15,0 0-128-15,1-3 192 0,0-4-192 0,0 1 144 16,-1-2-144-16,-1-1 128 0,2-3-128 0,0-1 0 0,0-1-160 0,-1-2 160 31,0 0-752-31,-1-1-48 0,0 1-16 0,0-4 0 16,1-2-992-16,0 0-208 0,2-1-32 0,-1-7-12480 16,1 8-2480-16</inkml:trace>
  <inkml:trace contextRef="#ctx0" brushRef="#br0" timeOffset="11305.87">7646 805 35935 0,'0'0'3200'0,"0"0"-2560"0,0 0-512 0,0 0-128 0,0 0 4032 0,-5 3 800 16,-3-1 160-16,8-2 16 0,0 0-3184 0,0 0-640 16,0 0-128-16,0 0-32 0,-5 4-784 0,5-4-240 15,-4 7 0-15,4-7 128 16,0 0-656-16,0 0-128 0,0 0-32 0,0 0 0 16,0 0-2096-16,0 0-416 0,8 5-96 15,0-4-18000-15</inkml:trace>
  <inkml:trace contextRef="#ctx0" brushRef="#br0" timeOffset="11939.3">7886 589 3679 0,'-5'-2'320'0,"0"2"-320"0,1-5 0 0,1 1 0 15,1 0 9664-15,2 4 1856 0,1-5 368 0,2 0 80 16,-1 0-8272-16,1-2-1648 0,2-1-336 0,1-2-64 16,4 1-944-16,0 0-192 0,0 1-48 0,4-3 0 15,0 1-176-15,0 1-32 0,1-3-16 0,0 2 0 0,2 0-64 16,0 1-16-16,0 2 0 0,0-1 0 0,-1 0-32 16,-2 1-128-16,0 2 192 0,2 1-64 0,-3 0 0 15,-1 3 0-15,-2 0 0 0,1 1 0 0,-4 0 0 0,1 1-128 16,0 0 192-16,-8-1-64 0,5 4 0 0,-1 3-128 15,0-1 192-15,-3 2-64 0,-2 1 16 0,-2 2 0 16,0 0 0-16,-1 1 0 0,-2 0-144 0,0 0 192 16,-2-1-192-16,-1 1 192 0,1 0-192 0,-1 0 0 15,1-1 144-15,0-2-144 0,1 3 0 0,-3-1 0 16,1 0 0-16,0-3 0 0,0 1 0 0,0-1 0 16,0 0 0-16,2 2 0 0,-1-2 0 0,1-1 0 15,-1 2 0-15,3-3 0 0,1-2 0 0,4-4 0 16,0 0 0-16,0 0 0 0,0 0 0 0,0 0 0 15,0 0 0-15,0 0 0 0,0 0 0 0,6 9 0 16,1-5 0-16,1 0 0 0,-2 0 0 0,2-1 0 16,1-1 0-16,0 1-128 0,2 1 128 0,0-3 0 15,1 4 0-15,4-2 0 0,-1 1 0 0,0 0 0 0,-2 0 0 0,-2 1 128 16,1 0-128-16,-1 2 0 0,-1-1 0 0,-1 2 0 16,0-2 0-16,0 1 0 0,-3-1 0 0,-1 2 0 15,-1 0 0-15,-2 1 176 0,1 0-16 0,-2-1 0 16,-2 1-160-16,-2-2 0 0,-1 2 0 0,1 0 112 15,-3-1-112-15,0 2 0 0,-3-2 0 0,0 0 0 16,-2-1 0-16,1 0 0 0,-1 0 0 0,0-1 0 16,-3-2 0-16,1 1 0 0,0 1 0 0,2-4 0 15,-5-2 0-15,0 0 0 0,-1 2 0 0,2-2 0 0,0-2 0 16,1 1 0-16,-2-2 0 0,2 1 0 16,-2-3-784-16,3 1-160 0,4 0-16 0,4-4-24288 15</inkml:trace>
  <inkml:trace contextRef="#ctx0" brushRef="#br0" timeOffset="25223.55">4147 2446 18431 0,'-16'-15'1632'0,"7"7"-1312"0,2 0-320 0,0 2 0 16,2 0 3424-16,1 2 608 0,4 4 128 0,-8-1 32 16,3 0-2096-16,5 1-432 0,-7 1-64 0,7-1-32 15,-7 8-256-15,-3 6-48 0,1-1-16 0,-1 8 0 0,-2 4-640 16,-1 5-128-16,-3 6-32 0,2 2 0 0,-2-1 16 0,2-1 0 15,0 1 0-15,3-2 0 0,3-2-160 0,1-6-48 16,-1-4 0-16,4-2 0 0,1-2-256 0,1-5 128 16,-2-2-128-16,4-12 0 0,0 0 160 0,0 0-160 15,0 0 128-15,0 0-128 0,0 0 0 0,0 0 0 16,0 0 0-16,8-7 0 0,-3-2 0 0,1-4 0 16,2-4 128-16,3-3-128 0,-1 0 0 0,2-4 0 15,0-3 144-15,-1-1-144 0,4 0 0 0,0-1 0 16,1-4 0-16,0 3 0 0,0-2 0 15,0 4 128-15,-3 5-128 0,-1 3 128 0,-2 7-128 0,1 2-128 16,-2 4 128-16,-1 3-192 0,-8 4 368 0,0 0 64 0,9 7 16 16,0 2 0-16,-1-3 64 0,1 5 0 15,-3 2 16-15,0 2 0 0,-1 4-144 0,1 3-16 0,2 1-16 16,0-2 0-16,-1 1-160 0,0 1 0 16,1-3 0-16,0 0 128 0,-1-2-128 0,0-2-144 15,1-2 144-15,0 1-208 16,-2-4-1008-16,0 0-192 0,-1-2-32 0,-1 1-16 15,1 1-1040-15,0-2-192 0,2 0-64 0,-2-3-9072 0,0-2-1808 0</inkml:trace>
  <inkml:trace contextRef="#ctx0" brushRef="#br0" timeOffset="25897.48">4146 2564 13823 0,'0'0'1216'0,"0"0"-960"16,-7 1-256-16,7-1 0 0,0 0 3632 15,-4 10 672-15,2 1 144 0,-1-2 32 0,1 3-2224 0,0 1-432 16,1 1-96-16,1 4 0 0,1 2-736 0,1-2-144 16,-2 4-16-16,-2 4-16 0,1-1-304 0,0 3-48 15,-1-1-16-15,1 2 0 0,0 2-80 0,-1 1-32 16,0 5 0-16,-1-1 0 0,1 8-112 0,-1-15-32 15,0 5 0-15,1 6 0 0,-1-1-192 0,1 4 144 16,-2 1-144-16,0 2 128 0,0-1-128 0,-1 3 0 16,1 2 0-16,0 2 128 15,-1 3-128-15,-1 2 0 0,1 1 0 0,1 0 0 0,0 1 0 0,0 0 0 16,1 1 128-16,-1 1-128 0,0 3 0 0,0 1 0 16,0 0 0-16,1 0 128 0,1 1-128 0,-1-3 0 0,0 1 0 0,1 3 0 15,-1 1 0-15,2 2 0 0,0 0 0 16,1-1 0-16,0 1 0 0,0-3 0 0,-2 5 0 15,2-2 0-15,-1 2 0 0,1 1 0 0,1 0 0 0,-1 0 0 16,0-2 0-16,0 0 0 0,2 2 0 0,0 2 0 16,1 0 0-16,-1 1 0 0,2-2 0 15,0 0 0-15,-1 1 0 0,-1 0 0 0,1 2 0 16,0 3 0-16,-1-1 0 0,1-2 0 0,0-2 0 0,-2-1 0 16,0 3 0-16,0 2 0 0,1 2 0 0,-1-3 0 15,0-2 0-15,1-2 0 0,-2 1 0 0,1 0 0 16,0 1 0-16,1 1 0 0,0 0 0 0,1-2 0 0,-2-4 0 15,0 0 0-15,1 1 0 0,-1 0 0 0,0 1 0 16,2-1 0-16,0-1 0 0,-1 1 0 0,-1-7 0 0,1 3 0 16,-1 1 0-16,0 0 0 0,-1-1 0 0,2-2 0 15,-1 1 0-15,-1-3 0 0,0-4 0 0,-1 0 0 16,-1 1 0-16,1-1 128 0,1 1-128 0,0-2 0 16,-1 1 0-16,-1-4 0 0,1-5 0 0,0-2 128 15,-2-6-128-15,2 0 0 0,0-1 0 0,-1-1 0 16,1-2 128-16,0 0-128 0,-2-4 0 0,2 0 160 15,-2-1-160-15,2 0 160 0,0-4-160 0,-1-1 0 16,1-1 144-16,0-2-144 0,-1-3 0 0,2-3 0 16,-1-1 0-16,0-2 0 15,-1-2-992-15,2 1-272 0,0 0-48 0,2-3-10912 0,-1-2-2176 0</inkml:trace>
  <inkml:trace contextRef="#ctx0" brushRef="#br0" timeOffset="26848.73">3914 9798 21183 0,'0'0'1888'0,"0"0"-1504"0,-4-5-384 0,4 5 0 0,0 0 2400 0,0 0 416 15,0 0 64-15,0 0 32 0,1-5-1248 0,-1 5-256 0,0 0-64 0,7-4 0 16,-1-2-384-16,2 3-64 0,1-1-32 0,2 1 0 16,-1 3-160-16,2-3-16 0,1 2-16 0,1 1 0 15,2 1-256-15,-1 2-48 0,2-3-16 0,2 0 0 16,0 0-208-16,1 1-144 0,1 2 192 0,-1-2-192 16,3 1 0-16,1-1 0 0,2 0 0 15,2 0 0-15,0 2 0 0,4-2 0 16,2-1 0-16,1 2 0 0,3-1 0 0,2 0 0 0,3 1 0 0,4-1 0 15,1-1 0-15,1 0 0 0,0 0 0 0,3-1 0 0,4-1 0 16,3 1 0-16,1 0 0 0,4-1 0 0,2 1 0 16,2 0 0-16,0-2 0 0,2 2 0 0,3 0 0 0,3 1 0 15,2-2 0-15,3 1 0 0,1 0 0 16,3-1 0-16,1 1 0 0,4 1 0 16,4-4 0-16,1 2 0 0,1 2 0 0,2-3 0 0,1 0 0 0,3 2 0 15,1-4 0-15,2 1 0 0,2 1 128 16,0 1-128-16,4-2 0 0,0 0 0 0,-2 0 0 0,5 0 0 15,2-1 0-15,-1-2 0 0,-2-1 128 0,-1 2-128 16,-1-1 0-16,1 1 0 0,2 2 0 16,-2-3 0-16,-2 1 0 0,0-1 0 0,-2 4 0 0,-1-1 0 15,-4 1 0-15,-1 0 0 0,-2 1 0 0,1 0 0 0,-1 4 0 16,-2-2 0-16,-3-2 128 0,-3 2-128 16,1-2 0-16,-2 2 0 0,2 0 0 0,-5 2 0 0,-1-2 0 15,-3 0 0-15,0 2 0 0,-2-1 0 0,-1 0 0 0,-2 2 0 16,-2 0 0-16,-3-1 0 0,-2 0 0 0,-1-1 0 15,-2 1 128-15,-2 1-128 0,0 1 0 16,-3-3 0-16,-3 1 0 0,-2-1 0 0,-6 1 0 0,22 0 0 16,-12 0 160-16,-8 1-160 0,-5-6 128 15,-19 6-128-15,0-3 128 0,1 1-128 0,-2 1 0 16,-2-1 128-16,1 2-128 0,-3-2 128 0,-1 0-128 0,-3 0 128 16,-4 1 0-16,-2-2 0 0,-2 0 0 15,-2 1 0-15,-2 0 32 0,-2 1 0 0,0-2 0 16,-8 0 0-16,0 0-160 0,0 0 0 0,0 0 0 0,0 0 0 15,6 0-2288 1,-6 0-384-16,0 0-80 0</inkml:trace>
  <inkml:trace contextRef="#ctx0" brushRef="#br0" timeOffset="27248.55">11688 9567 22111 0,'-16'2'1968'16,"10"-1"-1584"-16,-1 1-384 0,1-2 0 0,6 0 4400 0,0 0 784 15,0 0 176-15,-4 3 16 0,4-3-3168 0,-4 5-640 16,4-5-128-16,0 0-32 0,-1 8-656 0,-1 0-144 16,4 0-32-16,0 0 0 0,2-1-416 0,1 1-160 15,-5-8 0-15,9 9 144 0,0 2-144 0,2-2 0 16,-1 0 0-16,2 1 0 0,-1-2 0 0,0 0 0 15,1 0 0-15,1-2 0 0,-1 1-128 0,1 1 128 0,-1 0 0 0,1-2 0 16,0 1 0-16,-2-2 0 0,1 0 0 0,-2 0 0 16,0 1 0-16,-3-3 0 0,1 3 0 0,0-1 0 15,-8-5 0-15,7 6 0 0,-2 4 0 16,-1-4 0-16,-4-6 0 0,2 8 0 0,0 0 0 0,-2-1 128 16,-3 0 0-16,0 1-128 0,1 0 192 0,-2-1-64 15,-1 1 176-15,-2 1 16 0,1 1 16 0,-3-3 0 16,-2 1 112-16,1 0 32 0,-1 1 0 0,0 2 0 15,-3-5-272-15,3 3-48 0,-2-1-16 0,2 1 0 0,0-2-144 16,-3-1 0-16,1-1 0 0,3 1 0 16,2 0-2736-16,8-6-416 0</inkml:trace>
  <inkml:trace contextRef="#ctx0" brushRef="#br0" timeOffset="30221.06">8787 4034 22511 0,'0'0'992'0,"0"0"224"0,0 0-976 0,0 0-240 0,-1-4 0 0,-2-1 0 0,2-1 2368 0,1 6 416 16,0 0 96-16,-1-6 0 0,1 6-624 0,-2-6-128 16,-2 1-16-16,4 5-16 0,-2-4-576 0,-2 0-112 15,0-1-32-15,0 1 0 0,-1 0-544 0,0 3-128 16,-1-2 0-16,-1 2-16 0,0-2-96 0,0 2-16 16,1-1 0-16,-4 1 0 0,0-2-128 0,1 1-48 0,1-1 0 0,-1 3 0 15,0 0-96-15,0 0-32 16,0 0 0-16,-1 0 0 0,-2-2-80 0,0 0 0 0,0 0-16 0,3 3 0 15,-3-1-32-15,1 0 0 0,-2 0 0 0,0-1 0 16,0-2-16-16,0 1 0 16,-2 0 0-16,0 0 0 0,-2 0 32 0,0 2 0 15,-3 2 0-15,1-2 0 0,-1-2 0 0,-1 1 0 0,0 0 0 16,0 1 0-16,-1 1-32 0,-5 0-128 16,2-1 192-16,2 2-64 0,-1 0-128 0,2 1 0 0,-1 1 0 0,0-3 128 15,1 2-128-15,0-1 0 0,-1-2 0 16,0 3 0-16,1 1 0 0,1 0 0 0,-1 0 128 15,0 0-128-15,-1-1 0 0,-2 1 0 0,0 0 0 0,0 3 128 16,1-1-128-16,-3 1 0 0,1 2 0 0,2-1 0 16,-1-2 0-16,0 2 0 0,2 1 128 0,-1 0-128 15,-2-1 0-15,1 1 0 0,1 2 0 0,-1 0 0 16,-1 1 0-16,1 1 0 0,1 0 0 0,1 0 0 16,0 0 0-16,-1 2 0 0,-1 0 0 0,3 2 0 0,1 0 0 15,-2 0 0-15,-2 0 0 0,-1 1 0 0,0 2 0 0,0-1 0 16,2 0 0-16,1 3 0 0,-2-3 0 0,0 4 0 15,-1-3 128-15,1 1-128 0,2-1 0 0,0 1 0 16,-2 1 0-16,3 0 0 0,2 0 0 16,1 2 0-16,-2 0 0 0,1 3 0 0,3 0 0 0,5-7 0 15,-1 3 0-15,2 0 0 0,-2 4 0 0,-2 0 0 16,2 2 0-16,-1 1 0 0,0 0 0 0,-1 0 0 16,0-3 0-16,-1 2 0 0,0-5 0 0,1 4 0 15,0 0 0-15,0 2 0 0,0 2 0 0,2 2 0 0,0-2 0 16,0 2 0-16,0-1 0 0,0 1 0 15,0 1 0-15,1 0 0 0,3 0 0 0,0-2 0 16,-1 2 0-16,1-4 0 0,1-1 0 0,0 0 0 16,-1 0 0-16,1 3 0 0,0 2 0 0,2 0 0 15,-2 2 0-15,1-1 0 0,1 1 0 0,-1 2 0 16,1-3 0-16,0 2 0 0,1 0 0 0,0-2 0 16,1-2 0-16,-1 0 0 0,1 1 0 0,0 1 0 0,0-1 0 15,0 1 0-15,0 3 0 0,3-2 0 0,0 1 0 0,1 1 0 16,1 0 0-16,2 0 0 0,-1 2 0 0,1-5 0 15,0-3-128-15,0 1 128 0,1-2 0 16,2 2 0-16,-1 1 0 0,0 2 0 0,-1 1 0 0,2-2 0 16,1 1 0-16,-1 2 0 0,2-2 0 0,1 1 0 15,2-1 0-15,-1-1 0 0,1-1 0 0,-1-2 0 16,2-3 0-16,1-1 0 0,1 1 0 0,2 1 0 0,0 0-128 0,-3 1 128 16,1-1 0-16,2 0 0 15,2 0 0-15,1-1 0 0,1 0 0 0,-1 2 0 0,1-4-128 0,1 1 128 16,1 0 0-16,0-2 0 0,-1-1 0 15,0-1 0-15,0 0 0 0,1-3 0 0,1 1-128 0,2 0 128 16,0 0 0-16,0-1 0 0,-2-1 0 16,1 1 0-16,2 2 0 0,0 0 0 0,0-1-128 15,0 0 128-15,0-1 0 0,-1-1 0 0,2 0 0 0,1 1 0 16,-2-1 0-16,0-1 0 0,1-1-144 0,0-1 144 16,1-1 0-16,-1 0 0 0,1-2 0 0,-1-1 0 15,-1-1 0-15,3-1 0 0,-1-1 0 0,1 1-128 16,1-1 128-16,-3-1 0 0,2-3 0 0,1-1 0 15,0 2-128-15,1 0 128 0,1 1 0 0,-1-1 0 16,-1-1 0-16,0 0 0 0,0-2 0 0,0 0 0 16,-1 1 0-16,-1 0 0 0,1 1 0 0,1 0-128 15,1 0 128-15,1-2 0 0,-3-1 0 0,-1-1 0 0,1-1 0 16,1 4 0-16,0-4 0 0,1 2 0 0,-1-3 0 16,1 1 0-16,0-2 0 15,-1-2 0-15,0 2 0 0,2-1 0 0,-2 1 0 0,-3 0 0 0,2 0 0 16,1 0 0-16,1-3 0 0,0 1 0 0,-1 1 0 15,0-3 0-15,0 1 0 0,-1 2 0 16,2-2 0-16,0 1 0 0,1-2 0 0,-1 1-128 0,2-1 128 0,-2-1 0 16,0 1 0-16,-1 0 0 0,0-1 0 0,0 0 0 15,0-2 0-15,1 1 0 0,1-1 0 16,-2 1 0-16,-2-1 0 0,0-2 0 0,-1 1 0 0,2 2 0 16,1 0 0-16,-1-1 0 0,-2-4 0 0,2 2 0 0,-3 1 0 15,0 0 0-15,-3 0 0 0,2-3 0 0,-2 0 0 16,0 0 0-16,-3-2 0 0,1 0 0 0,1-3 0 15,1 2 0-15,0 0 0 0,8-6 0 0,-5 0 0 0,-1 2 0 16,-3-2 0-16,-1 1 0 0,-2 0 0 0,0 0 0 16,-1-3 0-16,2 2 0 0,-2 2 0 0,2 0 0 15,-1 1 0-15,2-2 0 0,-1 0 0 0,-2 2 0 16,-2 1 0-16,-5 6 0 16,4-6 0-16,-1 2 0 0,0-2 0 0,2-1 0 0,-2 2 0 0,1-2 0 15,-2-2 0-15,0 0 0 0,0-2 0 0,1 0 0 16,0 0 0-16,7-10 0 0,-5 4 0 0,1-1 0 15,-1 2 0-15,-2 0 0 0,0 0 0 0,1 1 0 16,-2 2 0-16,0-1 0 0,1 1 0 0,0 1 128 16,-1 1-128-16,-1 0 0 0,-1 1 0 0,0 2 0 15,0 0 0-15,-4 4 0 0,3-3 0 0,-1-4 0 16,-1 0 0-16,2 0 0 0,3 0 0 0,-1-1 0 16,-2 0 0-16,6-11 0 0,-3 2 0 0,-1 4 128 0,-2-2-128 0,0 2 0 15,0-2 0-15,-3 3 0 0,0 1 0 16,-1 2 0-16,2-2 0 0,0 1 0 0,-1 2 0 0,-1 1 0 15,1 0 0-15,-1-1 128 0,-2-1-128 0,-1 9 0 16,-1-6 0-16,1 0 0 0,-2 0 128 0,2-4-128 16,-1 2 0-16,1-11 0 0,-3 2 0 0,0 2 0 15,1 2 0-15,-1 0 128 0,0 1-128 0,2-1 0 16,-1 0 0-16,-1 2 0 0,0 2 0 0,0 2 0 0,-3 1 0 0,2 1 128 16,0 2-128-16,-1-4 0 0,0 0 0 15,-1-1 0-15,-1 0 0 16,2 6 0-16,-2 2 0 0,0-2 128 0,0-2-128 0,0 0 0 15,-1-1 0-15,-3-8 0 0,0 2 128 0,3 2-128 0,0 1 0 0,0 1 0 16,-1-1 128-16,1 1-128 0,0 1 0 16,0 1 0-16,-1 2 128 0,1-4-128 0,0 1 0 0,0 2 0 15,-2 1 0-15,1 0 0 0,1 0 0 0,-1 3 0 16,0 0 0-16,2 3 0 0,0-3 0 0,0 1 0 16,-2-5 0-16,0 2 0 0,1 0 0 0,1 1 0 15,0-4 0-15,-1 4 0 0,-1-4 0 0,0 2 0 16,1-1 0-16,0 0 0 0,0 0 0 0,0-1 0 15,1 0 0-15,-2 1 0 0,-1-5 0 0,1 3 0 16,2-1 0-16,1 3 0 0,-1-1 0 0,0 1 0 16,-1 0 0-16,-2 2 0 0,-1-1 0 0,2 3 0 15,-1-1 0-15,1 1 0 0,-2 1 0 0,0 0 128 16,0 0-128-16,-1 0 0 0,0-1 0 0,0-1 0 16,1 0 128-16,-1-1-128 0,1 0 0 0,-1-1 0 15,0 0 128-15,0 2-128 0,-2-1 0 0,3 1 0 0,-2-4 0 16,1 2 0-16,0 0 0 0,0 2 128 0,1-2-128 0,-1 0 0 15,-2-1 0-15,1-1 0 0,-1 1 0 0,1 2 0 16,-2 0 0-16,0 0 0 0,1 0 128 0,-2 1-128 16,0 0 0-16,0 1 0 0,-2 1 128 0,1-1-128 15,0 2 0-15,-1 0 0 0,0-1 0 0,-1 1 0 16,-1 2 128-16,-1-1-128 0,1 1 0 0,2-2 144 16,2 1-144-16,-1-3 0 0,-2 1 0 0,1 2 0 0,-1 0 0 15,0 1 0-15,1-2 0 0,-2 0 0 0,0-1 0 0,1 0 0 16,-1 3 0-16,0-3 0 0,0 1 0 0,0 2 0 15,1-2 0-15,-1 3 0 0,1-3 0 0,-1 2 0 16,0-1 0-16,1 1 0 0,-2 1 0 0,1 1 0 16,-1-3 128-16,0 2-128 0,-2 0 0 0,1 1 0 15,-1-2 0-15,-1 1 0 0,2 0 0 0,0 0 0 16,2 1 0-16,0 0 0 0,1 1 0 16,-3 0 0-16,0 0 0 0,-1 2 0 0,1-4 0 15,-1 1 0-15,2 1 0 0,1 1 0 0,-1 1 0 0,-1 1 0 16,1 0 128-16,0 0-128 0,0 1 0 0,1-2 0 15,-2 4 0-15,1-3 0 0,0 1 0 0,0 1 0 16,-3 0 0-16,1 1 0 0,1-2 0 0,-1 2 0 16,1 1 128-16,-2-1-128 0,0 0 0 0,1-1 0 0,2 0 0 15,1 0 0-15,0 0 0 0,-2 2 0 16,-2 0 0-16,2 0 0 0,1-2 0 0,1 1 0 0,0 0 0 0,0 1 0 16,0 1 0-16,0-1 0 0,1 0 0 15,0 0 0-15,-1 0 0 0,0 0 0 0,0 0 0 0,-6 0 0 31,2-1-880-31,4 1-96 0,5 2-32 0,6 0-15376 0,-4 0-3072 0</inkml:trace>
  <inkml:trace contextRef="#ctx0" brushRef="#br0" timeOffset="31624.19">6417 6145 8287 0,'0'0'368'0,"0"0"80"0,0 0-448 0,-5-1 0 0,-4-1 0 0,3-3 0 0,2 1 4288 0,3 0 768 15,1 4 144-15,0 0 48 0,0 0-3168 0,0 0-624 16,0 0-128-16,4-5-32 0,0 0-96 0,-4 5-32 16,0 0 0-16,0 0 0 0,0 0 176 0,0 0 16 15,0 0 16-15,0 0 0 0,0 0 48 0,0 0 16 16,0 0 0-16,0 0 0 0,0 8-176 0,0 0-48 15,-1 1 0-15,-2 0 0 0,-1 0-480 0,-1-1-96 16,-2 0-32-16,1-1 0 0,-1 3-272 0,1-3-48 16,-1 1-16-16,1-1 0 0,-1-1-144 0,2-1-128 15,0-1 192-15,-2 0-192 0,1 0 176 0,-1-1-176 16,-1-1 160-16,2 0-160 0,-1-4 0 0,2 1 128 16,0-2-128-16,0 0 0 0,1-3 0 0,0 0 0 15,0-2 0-15,3 0 0 0,-1-1-208 0,2 0 64 16,0-1 16-16,3-1 0 0,0-1 128 0,1 2-192 0,1-1 192 0,0 2-192 15,0 2 192-15,2-1-208 0,-1 0 80 0,2 0 128 16,1-1-176-16,0 2 176 0,2-2-128 0,-1 3 128 16,-1 2 0-16,-1 1-128 0,1 1 128 15,0-1 0-15,-1 0 0 0,1 2 0 0,0 1 0 16,-1 1 0-16,-8-1 0 0,9 4 0 0,-1 3 0 0,0-3 0 16,-3 2 0-16,-1 1 0 0,0 1 0 0,-1-1 0 15,-2 1 0-15,0 1 144 0,1 1-144 0,-2-1 0 16,-2 2 160-16,1-1-160 0,-3 0 128 0,0-2-128 0,0 0 144 15,-1-1-144-15,-1 0 160 0,-1-1-160 0,1-2 176 16,0 0-176-16,0-1 192 0,-1-1-192 16,1 1 160-16,1 0-160 0,-3-1 128 0,0 1-128 0,0-3 128 0,0 0-128 15,-1-3 0-15,0 2 128 0,0-2-128 0,0-1 0 16,0 1 0-16,1-3 0 0,1 2 0 0,1-2 0 16,-1-4 0-16,2 2 0 0,1 1-192 0,1 2 192 15,2-2-192-15,1 1 192 0,3-3-256 0,1 2 80 16,0 2 16-16,2-1 0 0,1-1 0 0,0 1 0 15,3-1 0-15,-1 0 0 0,1 1 160 0,1-1-192 16,-1 2 192-16,0 1-192 0,2 0 192 0,0-2 0 16,0 2 0-16,-1 0-128 0,1 0 128 15,0 3 0-15,-2 1 0 0,2 0 0 0,-2 0 0 0,0 1 0 16,-1 0 0-16,0 2 0 0,-9-3 0 0,9 8 128 16,0-2-128-16,-2 2 0 0,-7-8 176 0,3 9-48 15,3 0 0-15,-2 2 0 0,-4 2 64 0,-2-3 0 16,1 3 0-16,-2 0 0 0,-1 0 0 0,-1 1 0 15,-1-4 0-15,-1 2 0 0,1-1-16 0,-1 2 0 16,-3-2 0-16,-1-1 0 0,0-1-16 0,-1 1 0 16,-1 0 0-16,2-3 0 0,-2-2-32 0,2 0-128 0,-1-1 192 15,-1 0-64-15,0 1-128 0,1-2 128 0,-1-2-128 16,1-1 128-16,2-1-128 0,-1-1 0 0,1 1 0 0,2-2 128 16,2-1-128-16,0 1 0 0,3-3 0 0,0 0 0 15,2-2 0-15,1 1-144 0,0-2 144 0,2 2-160 16,2-4 32-16,1 2 0 0,1 0 0 0,0 1 0 15,2-1 128-15,0 1-208 0,0 0 80 0,-1 2 128 16,1 1-160-16,1 1 160 0,2-2 0 0,-1 1-144 0,1 0 144 16,0 1 0-16,1 1 0 0,0 3 0 0,0-2 0 0,-3 2 0 15,1 2 0-15,1-2 0 0,-2 0 0 0,0 2 0 16,-1 0 0 0,-1 2 0-16,-7-4 0 0,7 9 0 0,-2 2 0 0,-2-2 0 0,-1 0 0 15,0 0 0-15,-2 3 0 0,0-3 0 0,-2 1 0 0,0 1-160 16,-1-1 160-16,-1-1 0 0,0-1-384 0,0-1 16 15,-1-1 16-15,1 1 0 16,0-1-1056-16,4-6-224 0,-3 7-32 0,3-7-16 16,-6 6-1520-16,6-6-288 0,0 0-64 0</inkml:trace>
  <inkml:trace contextRef="#ctx0" brushRef="#br0" timeOffset="32023.32">5588 5676 26719 0,'0'0'2368'0,"0"0"-1888"16,0 0-480-16,0 0 0 0,0 0 1952 0,0 0 288 15,-3 11 64-15,1 2 16 0,0 3-784 0,0 2-144 16,-1 3-48-16,0 3 0 0,-1 2-976 0,-1 2-208 15,1 6-32-15,2-2-128 0,-2-2 176 0,1 1-176 16,1-5 160-16,-1 0-160 0,0-1 0 0,2-2 0 16,0-1 0-16,-1-2 0 15,1 0-2576-15,1-4-512 0,1-1-112 0</inkml:trace>
  <inkml:trace contextRef="#ctx0" brushRef="#br0" timeOffset="32521.55">5725 5551 22111 0,'-11'-11'976'0,"6"6"208"0,-3-2-944 0,0 1-240 0,-1 1 0 0,1-1 0 16,1 0 3904-16,-1 1 752 0,-1 1 144 0,-2 0 16 16,2 3-2576-16,1-1-528 0,0 2-112 0,1 0 0 15,-3 3-832-15,3 1-176 0,-2 1-16 0,-2 1-16 16,-1 6-144-16,1 1-32 0,-4 4 0 0,0 3 0 15,0 3-64-15,-2 5 0 0,-2 3-16 0,-1 3 0 0,1 2 0 0,0 3 0 16,-1 2 0-16,0 2 0 16,3 0-80-16,1-1-16 0,1-1 0 0,2 0 0 15,2-3-208-15,2-1 176 0,3 4-176 0,3-2 160 0,0 1-160 0,5 1 0 16,3-3 0-16,3-2 0 16,1 1 0-16,3-6 0 0,2-3 128 0,2 0-128 0,2-2 0 0,1-4 0 15,4-2 0-15,-1-5 0 0,3-3 0 0,-1-3 0 16,1-2 0-16,1-2 0 0,0-3 0 0,2 0 0 15,0-4 0-15,1 0 0 0,-2-3 0 0,1-3 0 16,-4-4 0-16,1-1 0 0,0 0 0 0,0-3 0 16,-3-2 0-16,0-1 0 0,-1-1 0 0,-1-5 0 15,-2 2 0-15,-1-2 0 0,0-1 128 0,-3-1-128 16,-1-3 0-16,-1-2 128 0,-2 1-128 0,1 0 0 16,-2-1 144-16,-1-1-144 0,-1 0 128 0,0-1-128 15,-1-1 128-15,-2-2-128 0,0 2 0 0,-1 0 128 16,-3 2-128-16,-1-1 0 0,-3 6 0 0,0-1 128 0,-1 2-128 15,-3 2 0-15,-3 3 0 0,1 0 0 16,-2 2 0-16,0 2 128 0,1 0-256 0,-2 1-64 16,-2 0 0-16,1 2 0 15,-2 2-1008-15,2 2-208 0,1 0-32 0,3-1-16 16,-2 1-2064-16,1 0-400 0</inkml:trace>
  <inkml:trace contextRef="#ctx0" brushRef="#br0" timeOffset="33440.79">10732 6137 15663 0,'0'0'688'0,"-5"-1"144"0,1-4-656 0,1 1-176 0,2-1 0 0,0-1 0 0,1 6 3584 0,0 0 704 16,0 0 128-16,0 0 16 0,4-4-2560 0,-4 4-512 15,5-6-96-15,-5 6-32 0,0 0-464 0,0 0-80 16,0 0-32-16,0 0 0 0,0 0 112 0,0 0 32 16,0 0 0-16,0 0 0 0,-1 9 80 0,-1 0 16 15,-2 0 0-15,-1 0 0 0,0-1-352 0,-3 0-64 16,0 0-16-16,1 0 0 0,-1-2-192 0,0-1-32 16,-1 2-16-16,0-4 0 0,-2 0-80 0,2-1-16 15,1 0 0-15,0 0 0 0,2-2-128 0,-1-3 160 16,1 0-160-16,1 1 160 0,5 2-160 0,-4-3-144 15,0-1 144-15,1 0-208 0,2-3 16 0,0 0 0 16,2-1 0-16,2 0 0 0,0 2 0 0,4-3 16 16,0 2 0-16,0-1 0 0,2 2 16 0,1-3 0 15,0 2 0-15,0 1 0 0,1-1 160 0,-1 2-192 0,1 2 192 16,-2 0-192-16,0 0 192 0,-1 3-128 0,0 0 128 16,-8 0-128-16,0 0 128 0,0 0 0 0,0 0 128 15,0 0-128-15,0 0 480 0,5 6 32 0,-3 2 0 16,0 0 0-16,-2-8 192 0,-3 9 32 0,-1-1 16 15,-1 0 0-15,-1 0-128 0,-1-1-32 0,-1 1 0 0,0 1 0 16,1-2-272-16,-1-2-64 0,0 0-16 0,0 1 0 16,-1-1-112-16,0-1 0 0,0-2-128 0,0 1 192 15,1 0-192-15,1 0 0 0,1-1 0 0,6-2 0 0,-8-2 0 0,3 2-320 16,-1-3 64-16,6 3 0 16,-3-3-1584-16,-1-2-304 0,1-2-64 0,2 1-16 15,5-1-1296-15,0 2-256 0,1-4-48 0,3 0-11984 16</inkml:trace>
  <inkml:trace contextRef="#ctx0" brushRef="#br0" timeOffset="33887.46">11026 5841 37151 0,'0'0'1648'0,"0"0"336"0,0 0-1600 0,0 0-384 16,0 0 0-16,0 0 0 0,0 0 1952 0,0 0 304 15,9 0 64-15,-2-1 16 0,1 0-880 0,1-1-176 16,1 0-48-16,0-1 0 0,0 2-672 0,2-3-144 16,-1 1-32-16,0 1 0 0,2-2-208 0,0 1-48 15,-1 1-128-15,1-1 192 0,-2 2-64 0,-1-1 0 16,-1 2-128-16,0 2 192 0,-2-1-32 0,-7-1-16 0,6 4 0 0,-2 2 0 16,-4-6 128-16,2 11 32 0,-4-3 0 0,1 3 0 15,-3 2 64-15,-1 4 16 0,-3-1 0 0,-1 1 0 16,-2-1-144-16,0 2-32 0,-4-1 0 0,1 1 0 15,1 0-80-15,-1 1 0 0,-3-3-128 0,0-1 192 16,0-1-192-16,0 1 0 0,1-1 128 0,1 0-128 16,2-1 0-16,2 0 0 0,2-1 0 0,2-2 0 15,2 0 0-15,1-1 0 0,2-1 0 0,2-8 0 16,0 0 0-16,0 0 0 0,6 6 0 0,2-1 0 0,1-2 0 16,3-1 0-16,1 0 0 0,3-2 0 15,1-2-128-15,1 0 128 0,-1-2 0 0,2 0 0 0,1-1-192 0,1 0 64 16,-2-2 128-16,1-1-208 15,1 0-176-15,0-1-48 0,-2 0 0 16,1 1 0-16,-3 1-992 0,0 0-208 0,-2-1-32 16,0 0-16-16,-2-1-1136 0,0 1-208 0,0-3-48 0,-3 3-15248 0</inkml:trace>
  <inkml:trace contextRef="#ctx0" brushRef="#br0" timeOffset="34354.1">11245 5509 20271 0,'-8'-3'1792'16,"-3"1"-1424"-16,-3-1-368 0,-3 0 0 0,-1 2 3552 0,0 0 640 0,-1 1 128 0,1 1 32 15,0 4-1744-15,-2 2-352 0,1 3-64 16,-2 3-16-16,0 0-896 0,-10 16-176 0,5 2-32 0,1 7-16 15,-1 5-304-15,9-12-64 0,-3 6-16 0,3 3 0 16,3 3-176-16,2 2-48 0,2-2 0 0,2 1 0 16,1 2-160-16,5-1-32 0,1 1-16 0,3-2 0 15,3 1-240-15,4-4 176 0,4-2-176 0,3-2 160 0,0-3-160 16,2 1 0-16,0-5 0 0,3-1 128 16,1-2-128-16,2-6 0 0,-1-3 0 0,3-2 0 0,0-2-128 15,0-3 128-15,2-4-160 0,-1-1 160 0,-1-4-128 0,0-2 128 16,0-1 0-16,1-2-144 0,-1-2 144 15,0-5 0-15,-2-2 0 0,0-1-128 0,2-4 128 0,-1-1 0 16,-2-3 0-16,-1 0 0 0,-1 0 0 0,-1-2 0 16,-1-3 0-16,1-1 0 0,1-3 0 15,-2-3 0-15,0-1 0 0,-1 0 128 0,-3 0-128 16,0 4 128-16,-3 0-128 0,-2 0 128 0,-1 0-128 0,-2 0 144 16,-3-3-144-16,-3 3 160 0,-2 0-160 0,-1 4 0 15,-2-4 0-15,-1 3 128 0,-3 1-128 0,-1 0 0 16,-1-2 0-16,-2 4 0 15,-1 3-1120-15,0 0-160 0,0 5-16 0,0-2-13584 16,0-1-2720-16</inkml:trace>
  <inkml:trace contextRef="#ctx0" brushRef="#br0" timeOffset="35129.06">8245 3774 23039 0,'0'0'2048'0,"-7"-2"-1648"16,-1 1-400-16,2 1 0 0,-1 0 4112 0,7 0 752 0,0 0 128 15,0 0 48-15,0 0-2656 0,0 0-528 0,0 0-96 0,0 0-32 16,6 9-560-16,0 1-112 0,1 2-32 0,2-1 0 16,1-1-368-16,3 3-80 0,3-1 0 0,2 0-16 15,3-2-208-15,0 2-32 0,0-2-16 0,0-1 0 0,1-1-144 0,0-1-32 16,-1-2 0-16,0 1 0 16,-1 1-128-16,1-2 0 0,-1-1 144 0,-1 1-144 0,1-2 0 15,-2 1 144-15,-1 0-144 0,0 0 0 0,-1-3 0 16,-2 1 0-16,-1 0 0 0,-1 0 0 0,-3 1 0 15,-9-3 0-15,8 3 0 0,-8-3 0 0,9 4 0 0,-9-4 0 16,0 0 0-16,0 0 0 0,3 7 128 0,-3-7-128 16,-3 8 0-16,0-1 0 0,-1-1 160 0,0 1-160 15,-3 1 128-15,-2-1-128 0,-2 0 160 16,1 1-160-16,-3 0 192 0,0 1-192 16,0 0 224-16,-3 1-64 0,-1 1-16 0,1 0 0 0,1 1-144 0,-2 0 160 15,0 0-160-15,-1 1 160 0,-2 1-160 0,0 0 0 16,1 1 0-16,-1-2 128 0,-1 0-128 0,1 0 0 15,-1 0 0-15,1 0 0 0,1 0 0 0,3-3 0 16,3 2 0-16,1 0-176 16,3-1-1328-16,1 1-272 0,3 0-48 0,4 1-13776 0,2 3-2752 0</inkml:trace>
  <inkml:trace contextRef="#ctx0" brushRef="#br0" timeOffset="35976.71">8400 7969 21183 0,'0'0'1888'0,"-7"-1"-1504"0,1-1-384 0,6 2 0 0,0 0 5024 0,0 0 928 15,-4-1 192-15,4 1 48 0,0 0-3184 0,0 0-640 16,0 0-128-16,0 0-32 0,0 0-1040 0,0 0-208 15,0 0-32-15,8 8-16 0,0 1-544 0,2 0-112 16,2 1-32-16,1 2 0 0,1 1-16 0,0 2 0 16,-1 0 0-16,2 1 0 0,2 0-208 0,1-2 176 15,0 2-176-15,1-2 160 0,-1 2-160 0,1-1 0 16,1 1 0-16,1-1 128 0,0 0-128 0,-2-1 0 16,1-1 0-16,-2 2 0 0,-2-1 0 0,-2 0 0 15,-1 1 0-15,-1-2 0 0,-3-3 0 0,-1 0 0 16,-2 0 0-16,-2-1 0 0,-1-1 0 0,-2-1 0 15,-1-7 0-15,-1 8 0 0,-1 0 0 0,0-2 0 16,-2 1 0-16,0 0 0 0,-1-1 0 0,-2 1 0 16,1 0 0-16,-2 0 128 0,0-2-128 0,-2 3 0 15,-2 0 0-15,-1 1 128 0,-1-1-128 0,-2 0 160 0,0-1-160 16,2 2 160-16,-2 1-32 0,1 0-128 0,-1 0 192 16,0 1-64-16,3-2-128 0,-1 3 0 0,0-3 0 0,2 0 128 15,1 0-128-15,2 0 0 16,0-1 0-16,1-1 0 15,2-2-704-15,1 0-160 0,-1 0-32 0,6-5-15664 0,8 8-3120 16</inkml:trace>
  <inkml:trace contextRef="#ctx0" brushRef="#br0" timeOffset="37973.31">10149 7863 11055 0,'-9'-9'976'0,"5"7"-784"0,-1-1-192 0,0 0 0 0,5 3 6144 0,0 0 1200 16,0 0 224-16,0 0 48 0,0 0-5200 0,0 0-1056 15,0 0-208-15,-1 12-32 0,1 0 304 0,1 3 64 16,0 1 16-16,2 2 0 0,-1 3-704 0,1 4-144 16,0 0-16-16,-1 2-16 0,1 1-128 0,-2-4-32 15,1 0 0-15,-1-2 0 0,-1 0-176 0,0-2-32 16,0-2-16-16,1-2 0 0,-2-3-112 0,-2-2 0 15,2-2-128-15,1-9 192 0,0 10-192 0,0-10 0 16,0 0 128-16,0 0-128 0,0 0 0 0,0 0-192 16,0 0 48-16,0 0 0 0,0 0-192 0,1-7-48 15,2-3 0-15,-2-2 0 0,0-1 64 0,2-1 0 16,1-2 0-16,1-1 0 0,0-3 144 0,1-1 48 16,-1-2 0-16,3 0 0 0,1-2 128 0,1 0-128 15,1 0 128-15,-1 0-128 0,2 1 128 0,0 0 0 16,-2 2 0-16,2 3 0 0,-2 2 0 0,1 2 0 15,-2 3 0-15,0 3 128 0,-1 3 144 0,-1 2 48 16,-7 4 0-16,0 0 0 0,11 0 0 0,-2 1 16 16,-9-1 0-16,8 7 0 0,0 1-32 0,-1 2-16 0,0 2 0 0,-2 2 0 15,0 3-64-15,-1 3-16 0,-2 0 0 16,0 4 0-16,2-1-208 0,0 3 176 0,-1-3-176 0,-1 1 160 16,1 0-160-16,-2-1 0 0,2-1 0 0,-1-5 0 15,0-1-512 1,-1-2-192-16,0-2-48 0,1 0 0 15,-1-2-576-15,-1 2-112 0,0-4-32 0,0 0 0 0,0-8-2272 0,0 0-464 16,-3 8-80-16</inkml:trace>
  <inkml:trace contextRef="#ctx0" brushRef="#br0" timeOffset="38205.82">10152 8141 26719 0,'0'0'2368'0,"0"0"-1888"0,0 0-480 0,0 0 0 0,0 0 4864 0,0 0 896 16,0 0 160-16,8 0 32 0,-2 1-4208 0,4-2-848 16,0 1-160-16,3-3-32 0,0 2-192 0,1 0-48 15,2-3 0-15,0 0 0 0,1-1-336 0,1 0-128 16,0-2 0-16,2 2 144 0,-2 1-144 0,0 0 0 16,3-1 0-16,1 0 0 15,-1-2-1600-15,1 1-208 0,0-4-48 0,4 6-19552 0</inkml:trace>
  <inkml:trace contextRef="#ctx0" brushRef="#br0" timeOffset="38959.35">9749 3515 43423 0,'0'0'1920'0,"0"0"400"0,0 0-1856 0,0 0-464 16,0 0 0-16,0 0 0 0,0 0 704 0,-2 8 64 15,-1 3 0-15,0-2 0 0,2 5 304 0,0 0 64 16,-1 5 16-16,2 2 0 0,2 1-576 0,0 1-128 16,1 1 0-16,0 0-16 0,-1 3-240 0,1-3-64 15,-1 0 0-15,1-1 0 0,0-1-128 0,-1-1 0 16,0-6 144-16,-1 0-144 0,0-2 0 0,0-2-256 16,-1-3 32-16,0-2 16 15,0-6-1232-15,0 0-240 0,0 0-48 0,0 0-16 16,0 0-1328-16,0 0-256 0,0 0-48 0,0 0-13456 0</inkml:trace>
  <inkml:trace contextRef="#ctx0" brushRef="#br0" timeOffset="39480.51">9698 3586 10127 0,'-4'-4'896'0,"-2"-1"-704"0,-3-2-192 0,-2 1 0 16,2-1 6736-16,3 2 1328 0,-1 0 256 0,5-1 48 16,0 3-4944-16,2 3-992 0,0-7-192 0,0 7-32 15,8-4-976-15,1-2-192 0,0 0-32 0,6 1-16 16,-2 0-592-16,2-2-112 0,0 0-32 0,3 0 0 15,2 2-128-15,-1 0-128 0,2-1 192 0,-1 1-192 16,-2-1 176-16,0 1-176 0,2-2 160 0,-2 3-160 0,1 1 144 0,0 1-144 16,-4 1 128-16,1-1-128 0,-2 1 128 15,-2 1-128-15,-4 1 128 0,0 1-128 16,-8-2 192-16,0 0-64 0,0 0 0 0,0 0 0 0,2 7 64 0,0 1 16 16,-4 0 0-16,0-1 0 0,-2 0 32 15,-4 3 0-15,0-1 0 0,0 0 0 0,0 0-112 16,-1 3 0-16,-2-2-128 0,-1 2 192 15,0 0-192-15,2-1 128 0,-1 2-128 0,2 2 0 0,1-5 128 0,0 2-128 16,2 0 0-16,-1-2 144 0,1-1-144 0,1 0 0 16,1-1 0-16,2 1 128 0,4-2-128 0,-1 0 0 15,2 1 0-15,-1-1 0 0,-2-7 0 0,7 8 0 16,1-1 0-16,1 0 0 0,0 0 0 0,4-2 0 16,3-1 0-16,2 0 0 0,0-1 0 0,2 3 0 15,-2-4 0-15,1 4 0 0,2-1 0 0,-1 3 0 0,-1-2 0 0,0 3 0 16,-2-2 0-16,0 2 0 15,-3 0 0-15,-1 1 0 0,-1 1 0 0,-1 2 0 0,-1-1 0 0,-3-2 0 16,-1 2 208-16,-2-2-32 0,-3 1-16 16,-1-1 0-16,-1-1 64 0,-1 0 16 0,-2-1 0 0,-2 1 0 15,-3-1-32-15,-2 0 0 0,-1 0 0 16,-1-2 0-16,0-1-144 0,-2-1-64 0,-2 0 0 0,-1 0 0 16,-3 0 0-16,-1 1 0 0,-2-3 0 15,1-1 0-15,-1-1 0 0,1 0 0 0,1-1 0 16,-2 1 0-16,1-2 0 0,0 2 0 0,3 0 0 0,1-2 0 15,4-2-736 1,-1 0-144-16,2-1-16 0,-2 1-24416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7T22:11:41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15 9215 0 0,'-9'1'831'0'0,"3"-1"-690"0"0,1-1 1 0 0,-1 0-1 0 0,0 0 1 0 0,0-1-1 0 0,-6-2 0 0 0,-8-2 12737 0 0,19 7-12218 0 0,-1 12-196 0 0,-1 1 0 0 0,2-1 0 0 0,0 0 0 0 0,1 1 0 0 0,0-1 0 0 0,3 23 0 0 0,0 4 15 0 0,19 188 329 0 0,-10-170-1221 0 0,-7-39 223 0 0,3 2-838 0 0,-7-19 394 0 0,0 1 1 0 0,0-1-1 0 0,1 0 0 0 0,-1 0 1 0 0,1 0-1 0 0,0 0 1 0 0,1 2-1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7T22:11:41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13 102 3679 0 0,'-13'-22'25983'0'0,"21"15"-29363"0"0,-4 4 3609 0 0,1 0 1 0 0,0 0-1 0 0,-1 0 0 0 0,1 0 1 0 0,0 1-1 0 0,1-1 1 0 0,6-1-1 0 0,42-9 255 0 0,-27 8-355 0 0,22-6-56 0 0,1 3 0 0 0,0 2 0 0 0,0 1 0 0 0,77 5 0 0 0,-109 1-57 0 0,24 6 0 0 0,-35-6-11 0 0,-1 1-1 0 0,1 0 1 0 0,-1 0-1 0 0,1 0 1 0 0,-1 1-1 0 0,10 6 1 0 0,-14-8 14 0 0,-1 0 0 0 0,1 0 0 0 0,-1 1 0 0 0,1-1 0 0 0,-1 1 0 0 0,1-1 0 0 0,-1 1-1 0 0,0-1 1 0 0,0 1 0 0 0,0 0 0 0 0,0 0 0 0 0,0 0 0 0 0,0-1 0 0 0,0 1 0 0 0,-1 0 0 0 0,1 0 0 0 0,-1 0 0 0 0,1 0 0 0 0,-1 0 0 0 0,0 0 0 0 0,0 0-1 0 0,0 0 1 0 0,0 0 0 0 0,0 1 0 0 0,0-1 0 0 0,0 0 0 0 0,-2 3 0 0 0,1-1 32 0 0,-1 1 0 0 0,1-1 0 0 0,-1 0 0 0 0,0-1 0 0 0,0 1 0 0 0,-1 0-1 0 0,1 0 1 0 0,-1-1 0 0 0,1 0 0 0 0,-1 1 0 0 0,0-1 0 0 0,-4 3 0 0 0,-59 46 512 0 0,-2-2 0 0 0,-119 66 0 0 0,29-32-847 0 0,139-72-380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7T22:11:43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23 136 11055 0 0,'-23'-1'18361'0'0,"24"3"-17874"0"0,63 195 1493 0 0,-4-10-1352 0 0,-53-168-552 0 0,45 110-48 0 0,-45-114-38 0 0,1-1-1 0 0,0 0 1 0 0,1-1 0 0 0,1 0 0 0 0,0 0-1 0 0,18 17 1 0 0,-27-29 10 0 0,0 0 0 0 0,0 0 0 0 0,0 0 0 0 0,1 0 0 0 0,-1 0 0 0 0,0 0 0 0 0,0 0 0 0 0,1-1 0 0 0,-1 1 0 0 0,0 0 0 0 0,1-1 0 0 0,-1 1 0 0 0,0-1 0 0 0,1 0 0 0 0,-1 1 0 0 0,1-1 0 0 0,-1 0 0 0 0,1 0 0 0 0,-1 0 0 0 0,1 0 0 0 0,-1 0 0 0 0,1 0 0 0 0,-1-1 0 0 0,1 1 0 0 0,-1 0 0 0 0,1-1 0 0 0,-1 1 0 0 0,0-1 0 0 0,1 1 0 0 0,-1-1 0 0 0,0 0 0 0 0,3-1 0 0 0,0-2 0 0 0,0 1 0 0 0,0-1 0 0 0,-1 0 0 0 0,1-1 0 0 0,-1 1 0 0 0,0-1 0 0 0,5-8 0 0 0,6-17 0 0 0,-2-1 0 0 0,0 0 0 0 0,13-65 0 0 0,-2 7 0 0 0,21-83 9 0 0,17-53-174 0 0,-56 210-621 0 0,2-1 0 0 0,11-21 1 0 0,-17 35-193 0 0,9 8-3356 0 0,-1 1 1855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7T22:11:43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130 179 3223 0 0,'-89'-21'1144'0'0,"49"10"25793"0"0,42 10-26742 0 0,14-6-121 0 0,1 2 0 0 0,0 0 0 0 0,0 1 1 0 0,0 1-1 0 0,21-2 0 0 0,3-1 28 0 0,319-46 415 0 0,-19-2-1112 0 0,-315 51-489 0 0,-9 2-7522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8-07T22:12:01.307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14986 1167 12895 0,'0'0'1152'0,"-1"-5"-928"0,-2-1-224 15,-1-1 0-15,-1 2 2784 0,-1-2 512 0,2 2 96 0,0 1 32 16,-1 0-544-16,2-2-128 16,3 6 0-16,0 0-16 0,-3-3-704 0,3 3-144 0,0 0-32 0,0 0 0 15,0 0-512-15,0 0-96 0,0 0-32 0,0 0 0 16,2 9-336-16,2 1-80 0,0 3-16 0,-1 2 0 16,0 3-256-16,1 3-48 0,1 1-16 0,0 2 0 0,1 3-80 0,-1 3-32 15,1 3 0-15,-2 2 0 0,1 2-96 16,1 0 0-16,-1 0-16 0,0-1 0 0,-1 1-80 0,0-1-16 15,1-2 0-15,0-2 0 0,-1-2-144 0,2-6 0 16,-1 0 144-16,-1-5-144 0,-2-2 128 0,1-1-128 16,-1-3 160-16,1-3-160 0,0-2 208 0,-1-1-48 15,-2-7-16-15,0 0 0 0,0 0-16 0,0 0 0 16,0 0 0-16,0 0 0 0,0 0-128 0,0 0 128 16,0 0-128-16,3-9 128 0,-2-3-128 0,0-1 0 15,1-1 0-15,0-3 0 0,-2-3 0 16,2-2 0-16,0-3 0 0,2-2 0 0,0-2 0 0,1-4 0 15,1 0 0-15,-1-3 0 0,-1 1-144 0,1 3 144 16,1 0 0-16,1 4 0 0,-2 2 0 0,2 2 0 16,-2 5 0-16,1-1 0 0,1 2 0 0,-3 3-128 15,1 1 128-15,2 2-160 0,0 2 160 0,1 2 0 16,-3 3 0-16,-5 5-128 0,10-1 128 0,-1 2 0 16,1 1 0-16,-1 5-128 0,-2 2 128 0,2 3 0 15,1 3 0-15,2 1 0 0,-2 5 0 0,4 1 0 16,-1 5 0-16,0 3 0 0,0 2 0 0,0-1 0 0,0-1 0 15,0 0 128-15,0-4-128 0,0 0 0 16,-3-2 0-16,1-4 0 0,-2 0 0 0,0-4 0 0,0-2 0 0,-1-4 0 16,-2 0 0-16,1-6 144 0,-1-2-144 0,1 1 0 15,-7-3 208-15,6-2-64 0,-6 2-16 0,6-6 0 16,-2-2 112-16,0-1 16 0,-1-1 0 0,0-1 0 16,0-6 16-16,-2 1 16 0,0 0 0 0,1-5 0 0,-1 0-288 15,0-3 0-15,0-2 128 0,1-1-128 0,-1 0 0 0,2-2 128 16,-1 1-128-16,0 0 0 0,-1-1 0 15,0 2 0-15,-1-1 0 0,0 1 0 0,0-2 0 0,0 2 0 16,0 0 0-16,1 2 0 16,-1 4-864-1,2-3-80-15,-1 1-16 0,2 0 0 0,-1 0-1104 0,1 4-240 0,1 1-32 0,2 3-12160 16,2 3-2432-16</inkml:trace>
  <inkml:trace contextRef="#ctx0" brushRef="#br0" timeOffset="306.83">14603 1054 34095 0,'0'0'1504'0,"0"0"320"0,0 0-1456 0,0 0-368 0,0 0 0 15,0 0 0-15,0 0 2736 0,0 0 464 0,0 0 112 0,0 0 16 16,6-5-2016-16,4 0-400 0,0-1-80 0,3 1 0 0,3 0-688 0,-1 1-144 16,2 1 0-16,3-3 0 15,-1 2 0-15,5 1-160 0,1 1 160 0,1-1-192 16,1 1-1664-16,4-1-352 0,2 0-64 0,3 1-10752 15,4-1-2144-15</inkml:trace>
  <inkml:trace contextRef="#ctx0" brushRef="#br0" timeOffset="521.33">15384 931 26719 0,'0'0'2368'0,"0"0"-1888"0,0 0-480 0,0 0 0 0,0 0 3712 0,0 0 656 16,12 4 128-16,-1-2 32 0,0-2-2256 0,2 0-448 15,2-2-96-15,1 2 0 0,1 0-864 0,1 0-160 16,-1-4-48-16,1 3 0 0,2 1-400 0,2 0-64 16,-1 0-32-16,0 0 0 0,0 0-160 0,0 0 0 15,-2 0 0-15,-1 0 0 0,1 1 0 0,-1 3 0 16,0-2 0-16,-2 0 0 16,-4 1-960-16,1-1-64 0,1 0 0 0,-1 0-16 15,0 1-1440-15,1 0-272 0,1-1-64 0,-2 2-15792 0</inkml:trace>
  <inkml:trace contextRef="#ctx0" brushRef="#br0" timeOffset="1286.55">16101 1381 13823 0,'0'0'1216'0,"0"0"-960"0,-7-4-256 0,2 0 0 0,1 0 4208 0,0-1 784 15,4 5 176-15,0 0 16 0,0 0-1952 0,0 0-400 16,0 0-80-16,0 0 0 0,0 0-944 0,6-5-176 15,0 0-32-15,2 2-16 0,-8 3-640 0,10-2-128 16,2 0-32-16,1 1 0 0,0 0-304 0,0-2-64 16,0 1-16-16,0-4 0 0,3 5-256 0,-2-3-144 15,1 1 160-15,0 0-160 0,0 0 0 0,0 0 0 16,1 2 0-16,-2 0 0 0,-5-1-128 0,2 1-128 16,-1 0-32-16,-1 1 0 15,-9 0-1680-15,8 1-336 0,-8-1-64 0,8 3-11488 16,-2 2-2304-16</inkml:trace>
  <inkml:trace contextRef="#ctx0" brushRef="#br0" timeOffset="1500.59">16106 1512 9215 0,'-12'-2'816'0,"12"2"-656"0,0 0-160 0,0 0 0 15,0 0 6976-15,0 0 1376 0,0 0 272 0,0 0 48 0,0 0-6112 0,8-2-1216 16,1-1-240-16,2 2-48 15,-1-1-32-15,3 0 0 0,2-2 0 0,5 0 0 0,-1-1-512 0,-1 0-96 16,-2 2-32-16,1-2 0 0,-1 1-208 0,3 1-48 16,-4-1-128-16,-3 3 192 0,-1-3-192 0,2 3 0 15,-2 0 0-15,0 1 0 16,0 0-1456-16,1-3-336 0,-1 0-64 0,0 3-11744 16,1 2-2352-16</inkml:trace>
  <inkml:trace contextRef="#ctx0" brushRef="#br0" timeOffset="5273.5">17508 698 10127 0,'0'0'896'0,"0"0"-704"0,-4-9-192 16,4 9 0-16,-6-8 2976 0,3 0 560 0,-3 2 112 0,1-1 32 0,0 3-1520 0,-3 2-304 15,2-3-64-15,-1 2-16 0,-1-1-80 0,0 3-16 16,-1-1 0-16,9 2 0 0,-8 0-848 0,2 3-192 16,-2 0-16-16,8-3-16 0,-10 5-192 0,-1 1-32 15,1 1-16-15,1 1 0 0,1-2-80 0,1 2-16 16,1 4 0-16,-1 1 0 0,1 1-112 0,1 4-32 15,-2 2 0-15,2 2 0 0,1 3-128 0,0 4 128 16,0 3-128-16,2 1 128 0,-1 2-128 0,3-8 192 16,0 6-192-16,1 2 192 0,1 4 0 0,0 2 0 15,1 0 0-15,1 2 0 0,2-1 112 0,1 2 16 0,1 2 16 16,-1 1 0-16,0 3-96 0,-1-1-32 16,1-1 0-16,-1 1 0 0,0-1-32 0,-1-1-16 15,0-2 0-15,0 1 0 0,-2-4 32 0,-2-2 16 0,1 1 0 16,-2-1 0-16,-3-1-16 0,0 0 0 0,-1-2 0 15,0-3 0-15,-2 1-16 0,-1-1-16 0,1-2 0 0,-1-2 0 16,0 0-16-16,-1-4 0 0,0-1 0 0,0-3 0 16,2-3-16-16,-2-1-128 0,0 1 192 0,0-6-64 15,0-2 64-15,0-2 0 0,1 0 0 0,-1 0 0 16,1-2-192-16,1-3 0 0,6-4-160 0,-7 2 160 16,7-2-1408-16,0 0-192 0,-9-1-48 0,1 0 0 15,8 1-2112-15,-7-8-416 0</inkml:trace>
  <inkml:trace contextRef="#ctx0" brushRef="#br0" timeOffset="6146.94">17738 1180 24527 0,'0'0'1088'0,"0"0"224"0,-2-5-1056 0,-1 1-256 0,-1 0 0 0,2 2 0 16,-2-1 1424-16,4 3 240 0,0 0 32 0,0 0 16 16,0 0 16-16,0 0 16 0,0 0 0 0,4 9 0 15,0 2-480-15,-1 3-112 0,3 2 0 0,-2 2-16 0,1 3-368 0,0 2-80 16,0 3-16-16,-1 2 0 0,-1 0-272 0,-1 2-48 15,2 3-16-15,-1-3 0 0,-1 1-112 0,1-2-32 16,-2-2 0-16,1-1 0 0,-1-1-48 16,-1-1-16-16,0-3 0 0,0-2 0 0,0 1-128 0,0-3 128 15,-3-2-128-15,2 0 128 16,-2-5-384-16,2-2-64 0,1-8-32 0,0 0 0 16,0 8-1312-16,0-8-256 0,0 0-48 0,0 0-16 15,0 0-912-15,0 0-192 0,4-9-48 0</inkml:trace>
  <inkml:trace contextRef="#ctx0" brushRef="#br0" timeOffset="6471.53">17647 1221 32303 0,'-9'-11'1424'0,"5"5"304"0,-2-2-1376 0,2 2-352 16,2 0 0-16,4 2 0 0,-1-5 1152 0,3 5 176 15,1-2 16-15,0 2 16 0,3 0-128 0,1 0-16 16,2-1-16-16,2 0 0 0,0 0-720 0,2-1-144 0,2 2-16 0,0-2-16 15,2 2 32-15,-1 0 16 16,-1 0 0-16,2 0 0 0,2-1-32 0,1 2 0 0,0 3 0 0,-1 0 0 16,-2 0-80-16,0 0-32 0,-1 0 0 0,-1 0 0 15,-1 3-80-15,-2 1-128 0,1-1 176 0,-4 2-176 16,0 0 192-16,-3 1-64 0,-3 2 0 16,-1 1-128-16,-2-2 304 0,-2 2-48 0,-1 2-16 15,-2-1 0-15,-3 0 112 0,-1 2 32 0,0 2 0 0,-3-1 0 16,-1-2-112-16,-1 2-16 0,0 0 0 0,-2 0 0 0,-3 0-128 15,0 1-128-15,-1-1 144 0,0 0-144 16,-2 2-256-16,3 0-160 0,-1 2-32 16,0-1 0-16,2-3-2368 0,-1 1-464 15,1-2-112-15</inkml:trace>
  <inkml:trace contextRef="#ctx0" brushRef="#br0" timeOffset="7023.93">18410 1453 11055 0,'0'0'480'0,"0"0"112"0,-4-4-464 0,0 1-128 15,0-1 0-15,0 1 0 0,-1-1 4592 0,0 1 896 16,-3 0 176-16,0 2 32 0,-4-1-3216 0,1-1-656 15,-4 3-128-15,1 3-32 0,-2 2-704 0,-2 1-160 16,0 2-32-16,-2 3 0 0,-2 0-128 0,3 1-16 0,-1 4-16 0,2 2 0 16,1 0-64-16,0-1-16 0,4 1 0 0,2 1 0 15,2-2-384-15,4-1-144 0,1-1 0 0,3-1 144 16,2-1-368-16,3-1-80 0,0-2-16 0,4-2 0 16,1-1-496-16,1-2-96 15,2-2-32-15,0-1 0 0,1-1-112 16,1-1-32-16,0-2 0 0,1-1 0 0,-2-1 352 15,0 0 64-15,0-1 16 0,0-1 0 0,-1-1 112 0,-2-1 32 16,1-1 0-16,-2 0 0 0,-2-4 288 0,1 1 64 0,0 1 16 0,0-1 0 0,-3-4 144 16,0 1 224-16,-1-4-48 0,-1 1-16 15,0-1 288-15,-1-2 64 0,1 0 16 0,-2 0 0 0,0-3 176 16,1 1 16-16,-2 0 16 0,1 0 0 0,-1 3 64 0,0 0 16 16,-1-1 0-16,1 5 0 0,0 1-48 15,0 3 0-15,0 3 0 0,0 0 0 0,-2 1-80 0,2 1-32 16,0 7 0-16,0 0 0 0,0 0-176 0,0 0-32 15,0 0-16-15,0 0 0 0,0 0-112 0,6 12 0 16,-1 1-16-16,-1 2 0 0,0 0-144 0,0 3-32 16,-1 2 0-16,1 4 0 0,0-1-128 0,-1 0 160 15,-2 4-160-15,2-3 160 0,1 1-160 0,-2 0 0 0,1-2 0 16,-1-1 0-16,1-1-256 0,0-1-96 0,-1-3-16 0,1-2 0 31,0-2-2256-31,2-2-464 0,-1-2-96 0,-2-2-14368 0</inkml:trace>
  <inkml:trace contextRef="#ctx0" brushRef="#br0" timeOffset="7426.59">18526 1239 22111 0,'-3'-10'976'0,"3"4"208"0,0 0-944 0,-1 1-240 0,1 5 0 0,0 0 0 15,0 0 3968-15,0 0 736 0,0 0 160 0,0 0 16 16,0 0-2192-16,0 0-448 0,0 0-96 0,8 8-16 15,0 2-832-15,-2 2-160 0,1 1-48 0,-1 1 0 0,-1 3-464 0,2 1-112 16,-1 4 0-16,1-1-16 0,-1 3-192 0,1 2-48 16,-1 1 0-16,1 2 0 0,-2 0-96 0,0-2-32 15,2-1 0-15,-2-1 0 0,0-2-128 0,2-1 160 16,-2-1-160-16,0-2 160 0,-1-4-160 0,0 0 192 16,0-2-192-16,0-6 192 0,-1 1-32 0,-1-1 0 15,-2-7 0-15,0 0 0 0,0 0-32 0,0 0 0 16,0 0 0-16,7 0 0 0,-1-3-128 0,-1 1 192 15,2-4-192-15,-3-1 192 16,0-4-64-16,0-1-128 0,0-1 192 0,1-1-64 0,1 0-128 16,0-6 128-16,-1-3-128 0,1-2 128 0,1-3-128 0,-1 0 0 15,1-4 0-15,1 2 0 0,-1-2 0 0,1 1 0 16,0-2 0-16,-1 2 0 0,-1 2 0 0,1 0-176 16,-2 1 48-16,1 3 0 15,1-1-256-15,-1 4-32 0,0 0-16 0,0 3 0 16,-1 5-1152-16,2 3-224 0,-2 4-48 0,-1 1-16 15,-4 6-1040-15,0 0-208 0,0 0-32 0,5 8-9280 0,-5 4-1856 0</inkml:trace>
  <inkml:trace contextRef="#ctx0" brushRef="#br0" timeOffset="7757.46">18495 1428 7359 0,'0'0'656'0,"-6"-6"-528"0,0-2-128 0,1 1 0 0,-1 2 6528 0,2 0 1264 15,1 1 256-15,3 4 48 0,-2-5-4544 0,2 5-912 16,0 0-176-16,0 0-32 16,5-5-752-16,2 1-144 0,-7 4-16 0,8-6-16 0,0 4-688 0,2 0-144 15,0-1-32-15,2 0 0 0,0-1-256 0,2 0-48 16,1 2-16-16,-1-1 0 0,2 0-64 0,-2 1-32 15,2-1 0-15,1 2 0 0,0 0-224 0,-1 1 176 16,0-3-176-16,0 2 160 0,1-2-160 0,-2 3 0 16,1-3 0-16,0 3 0 0,1 0 0 0,-3-1 0 15,0 0 0-15,-1 1 0 16,0 1-832-16,0 0-128 0,-2 2-48 0,-1-3 0 16,-1 0-2064-16,0 3-400 0,3 3-96 0</inkml:trace>
  <inkml:trace contextRef="#ctx0" brushRef="#br0" timeOffset="8707.62">16955 2815 20271 0,'-3'-2'1792'0,"1"-2"-1424"16,-2 0-368-16,4 4 0 0,-2-5 4592 0,1 1 848 16,1-3 160-16,0 7 32 0,0 0-3024 0,0 0-624 15,0 0-112-15,0 0-16 0,0 0-768 0,0 0-128 16,0 0-48-16,9 5 0 0,2 3-400 0,-1 3-96 16,-1 0-16-16,2 2 0 0,-2 4-48 0,0-1-16 0,0 5 0 0,0 0 0 15,-1 5-96-15,0 1-32 16,0 2 0-16,-2 0 0 0,-1-2-32 0,1-1-16 0,0-1 0 15,-2-2 0-15,-1-1-160 0,-1-2 192 16,2-2-192-16,-1-2 192 0,-1-4-48 0,1-2 0 0,-2-3 0 0,-1-7 0 16,0 0 0-16,0 0 0 0,0 0 0 0,0 0 0 15,0 0 0-15,0 0 0 0,0 0 0 0,5-7 0 16,1-6-144-16,-1 0 192 16,-1-1-192-16,1-2 192 0,-1-2-192 0,1 0 0 0,-1-6 0 0,3 2 0 15,-2-2 0-15,1 0 0 0,0-1 0 16,0-1 0-16,1 0 0 0,0 1-256 0,1-1 64 0,0 4 16 15,-1 1-816-15,-1 1-160 16,1 2-48-16,-2 2 0 0,0 3-1584 0,0 4-320 0,2 3-64 16,-2 2-16672-16</inkml:trace>
  <inkml:trace contextRef="#ctx0" brushRef="#br0" timeOffset="8950.56">16860 3084 29487 0,'0'0'2624'0,"0"0"-2112"0,0 0-512 0,0 0 0 0,0 0 3376 0,0 0 560 15,6-4 112-15,2 0 32 0,1 0-2240 0,0-1-448 16,3 1-96-16,1-3-16 0,1 1-448 0,-1-1-112 16,4 2-16-16,0 0 0 0,-1-1-384 0,0 0-64 15,-1 1-32-15,1 2 0 0,-2-2-224 0,2 4 144 0,0-4-144 0,-2 2 128 16,0 1-128-16,2 0-144 15,-2 2 144-15,1 2-208 16,-1-1-1904-16,0 0-368 0,2 0-80 0,0 2-11280 0,-1 2-2272 0</inkml:trace>
  <inkml:trace contextRef="#ctx0" brushRef="#br0" timeOffset="9122.93">17355 3070 37663 0,'0'0'1664'0,"0"0"352"0,-1 7-1616 0,1 4-400 0,1 1 0 0,-1-1 0 16,-3 5 1952-16,2 0 304 0,0 0 64 0,0 1 16 15,-1 0-480-15,2 2-80 0,-1-1-32 0,0 0 0 16,-1 0-1072-16,2-2-224 0,-1 0-32 0,1 1-16 0,0 0-272 0,0-4-128 16,1-3 128-16,1-2-128 15,-2-8-400-15,0 0-176 0,0 0-16 0,0 0-16 16,0 0-2464-16,2 6-512 0,-2-6-80 0</inkml:trace>
  <inkml:trace contextRef="#ctx0" brushRef="#br0" timeOffset="10016.6">17007 143 16575 0,'0'0'736'0,"0"0"160"0,-1-7-720 0,1 2-176 0,0-2 0 0,1 1 0 16,0 1 3696-16,2-2 704 0,0 2 144 0,-1 0 16 16,1 2-1696-16,-3 3-352 0,4-1-64 0,-4 1-16 15,0 0-784-15,0 0-176 0,0 0-16 0,6 2-16 16,1 4-336-16,-1 1-64 0,-1 3-16 0,2 1 0 15,1 8-352-15,-2-2-80 0,-1 3-16 0,1 1 0 16,-1 1-192-16,0 1-32 0,2 0-16 0,-2 1 0 0,1 6-144 16,1-6-48-16,-2 1 0 0,2-3 0 15,-2-2-144-15,0-3 192 0,0-7-192 0,-2-1 192 16,-1-2-48-16,1-1 0 0,0 0 0 0,-3-6 0 0,0 0 16 16,0 0 0-16,0 0 0 0,0 0 0 0,0 0 0 15,5-2 0-15,-1-3 0 0,1 0 0 0,-1-2-32 16,1-2-128-16,-1-1 192 0,1-3-64 0,-1-2-128 0,1 0 0 15,1-4 144-15,-1 1-144 0,0-1 0 0,0-1 0 16,3 1 0-16,0-1 128 0,0-1-128 0,0-1 0 16,-1-2 0-16,1 4 0 0,0-4 0 0,0 5-208 15,0-2 80-15,0 2 128 16,-1 4-768-16,0-1-16 0,-2 2-16 0,0 2 0 16,-1 2-800-16,0 1-144 0,-1 1-48 0,1 3 0 15,0 1-2016-15,-4 4-416 0,0 0-64 0</inkml:trace>
  <inkml:trace contextRef="#ctx0" brushRef="#br0" timeOffset="10284.54">16934 280 16575 0,'0'0'1472'0,"0"0"-1168"0,0 0-304 0,0 0 0 16,0 0 6240-16,0 0 1184 0,0 0 256 0,1-7 32 15,-1 7-4784-15,4-4-960 0,3-2-192 0,2 0-48 16,1 1-928-16,2 1-192 0,1-1-32 0,0 1-16 16,-1-2-320-16,1 2-64 0,0-1-16 0,3-1 0 0,-1 1-160 0,2 0 0 15,0 0 0-15,0-2 0 0,1 3 0 0,2 2 0 16,-3-1 0-16,0 0-176 16,0 2-1440-16,-2-3-304 0,0 3-48 0,0 2-16 15,0 0-2176-15,-2 2-432 16,0 1-80-16</inkml:trace>
  <inkml:trace contextRef="#ctx0" brushRef="#br0" timeOffset="10677.27">17322 336 14735 0,'0'0'640'0,"0"0"160"0,0 0-640 0,0 0-160 0,0 0 0 0,0 0 0 0,0 0 5904 0,0 0 1152 16,0 0 240-16,0 0 32 0,0 0-4192 0,0 0-832 16,0 0-160-16,0 0-32 0,0 0-1136 0,0 0-208 15,7-3-64-15,1 0 0 0,0 1-224 0,-1-1-48 16,3 1-16-16,-3-1 0 0,1-1-160 0,0 0-16 0,-1 0-16 0,-7 4 0 15,7-2-80-15,-7 2-16 16,0 0 0-16,8 0 0 0,-8 0 0 0,0 0 0 0,0 0 0 0,0 0 0 16,0 0 48-16,0 0 0 0,4 6 0 0,-4-6 0 15,1 8 48-15,-1 1 16 0,-1 0 0 0,-1 2 0 16,-2-1-48-16,-2 2-16 0,1-2 0 0,-1 1 0 16,-1 0-176-16,1 1 192 0,0-1-192 15,0-1 192-15,-1-1-192 0,2 0 160 0,0 2-160 16,1-5 160-16,0 2-160 0,3 0 128 0,-2-2-128 0,2 0 128 15,1-6-128-15,0 0 128 0,0 0-128 0,0 0 128 16,0 0-128-16,0 0 0 0,5 4 144 0,2-2-144 16,-1 1 0-16,2-3 144 0,1-3-144 0,0 1 0 15,2-2 128-15,2 0-128 0,0 0 0 0,2-3 0 16,1 1 128-16,0 1-128 0,1-2 0 0,-2 0 0 16,1 1 0-16,0-1 0 0,-2 2 0 0,0 0 0 15,-3 0 0-15,-1 2 0 0,1-1 0 0,-4 2 0 16,-7 2-832-16,8-3-64 0,-8 3 0 0,9 0-16 15,0 3-2800-15,-1-2-544 0</inkml:trace>
  <inkml:trace contextRef="#ctx0" brushRef="#br0" timeOffset="37092.24">19815 1385 9215 0,'0'0'400'0,"-5"0"96"0,-2 1-496 0,1-1 0 16,-1-2 0-16,1 1 0 0,-1-1 3920 0,-2 0 688 16,1-1 144-16,1-2 32 0,1 3-1824 0,2 2-352 15,-1-3-80-15,5 3-16 0,0 0-336 0,0 0-80 16,0 0-16-16,0 0 0 0,0 0-672 0,0 0-144 0,0 0-32 0,11 0 0 16,-1-3-416-16,2 3-96 0,0 0-16 0,1 0 0 15,1 0-384-15,0-3-96 0,1 1-16 0,0 0 0 16,1 1-208-16,1 0 0 0,1-2 0 0,0 1 0 15,-1 0 0-15,0 0 0 0,0-1 0 16,4 1-160-16,-1 2-1136 16,-2 0-240-16,-2 0-32 0,-2 0-16 0,-1 2-1632 15,-1 2-336-15,-2 0-64 0</inkml:trace>
  <inkml:trace contextRef="#ctx0" brushRef="#br0" timeOffset="37297.62">19807 1522 32255 0,'-15'-4'1424'0,"8"4"304"0,1 0-1392 0,6 0-336 16,0 0 0-16,0 0 0 0,0 0 2768 0,0 0 496 15,0 0 80-15,0 0 32 0,0 0-2080 0,10-2-400 16,-1-1-96-16,3 0-16 0,1 2-448 0,1 0-80 16,1-2-32-16,0 0 0 0,2 1-224 0,0-1 144 15,1 2-144-15,1-2 128 0,-1-2-128 0,2 3 0 16,-1-5 0-16,12 0 0 15,-2 0-2528-15,1 1-480 0,0 3-112 0</inkml:trace>
  <inkml:trace contextRef="#ctx0" brushRef="#br0" timeOffset="38017.74">20966 1402 31679 0,'0'0'1408'0,"0"0"272"0,-2-8-1344 0,0 0-336 15,2 1 0-15,-1 0 0 0,1 1 1024 0,0-1 128 16,-2-2 16-16,2 2 16 0,0 1 352 0,-2 2 80 16,0-1 16-16,-1 0 0 0,-1-1-512 0,0 2-96 15,0-1-32-15,-1 4 0 0,-3 2-240 0,-1 3-48 16,-3 1-16-16,-1 2 0 0,-1 2-272 0,-2 3-48 16,-2 2-16-16,0 3 0 0,0 3-352 0,-1-1 128 0,2 2-128 0,0 1 0 15,4-1 0-15,3 1 0 16,1-1 0-16,2-4 0 0,3-1 0 0,4-2 0 15,2-1 0-15,2-3-128 16,1 0-256-16,1-4-64 0,4-3 0 0,0-2 0 16,2-1-192-16,1-3-32 0,0-2-16 0,8-3 0 0,-1 1 176 15,1-4 48-15,0-2 0 0,-6 3 0 0,-2-2 144 0,0 0 48 0,0-2 0 0,0-2 0 16,0 1 128-16,0-1 144 0,0 2-208 0,-3-2 80 16,-1 3 128-16,-1 0 0 0,-1 2 0 0,-2 1 128 0,0 0-128 0,-1 3 176 15,-4 7-176-15,0 0 192 0,3-7 176 0,-3 7 32 16,0 0 16-16,0 0 0 0,0 0 80 0,0 0 16 15,0 0 0-15,2 7 0 0,0 1-320 0,-1 2-64 16,0 2-128-16,2 1 192 0,-1 1-192 16,1 2 0-16,0-3 0 0,1 4 0 0,-1-1 0 0,1-1-208 15,0 4 64-15,0-6 16 16,1 0-1488-16,1-3-304 0,-1-1-48 0,0 0-16 16,0-1-1152-16,0-1-256 0,-5-7-32 15</inkml:trace>
  <inkml:trace contextRef="#ctx0" brushRef="#br0" timeOffset="38293.04">21205 1333 38015 0,'0'0'1680'0,"0"0"352"0,0 0-1632 0,-1 9-400 16,1 3 0-16,0 1 0 0,1 1 1216 0,0 2 144 15,1 1 48-15,-1 0 0 0,0 1-224 0,2-2-32 16,-1 2-16-16,1-2 0 0,0-3-512 0,-1-2-112 0,1 1 0 0,1-4-16 15,-2 0-96-15,-2-8-16 0,0 0 0 0,0 0 0 16,0 0-16-16,0 0-16 0,0 0 0 0,0 0 0 16,0 0-16-16,8 0 0 0,-8 0 0 0,7-4 0 15,-2-1-96-15,0-2-32 0,0-5 0 0,-1 1 0 16,0-1-208-16,0-1 128 0,-1 0-128 0,1-2 0 0,1 0 0 0,1-1-240 16,1 1 32-16,-1-4 0 15,2 1-1056-15,0 1-208 0,0 1-32 16,1 3-16-16,1 3-2048 0,2 0-400 0,-1 3-96 0</inkml:trace>
  <inkml:trace contextRef="#ctx0" brushRef="#br0" timeOffset="38560.75">21497 1552 17503 0,'0'0'768'0,"0"0"176"0,0 0-752 0,0 0-192 16,5-4 0-16,2-1 0 0,1-2 3392 0,1 0 656 15,0 0 128-15,-1-2 32 0,2 1-1904 0,0-1-368 16,1-1-80-16,-1-2 0 0,-1 0-928 0,1 0-176 15,0-2-48-15,0 0 0 0,0-2-400 0,0-1-96 16,0 1-16-16,-2 1 0 0,0-1-64 0,0 0-128 16,-2 5 176-16,1-1-176 0,-3 2 208 0,-3 2-64 15,-1 1-16-15,0 2 0 0,0 5 192 0,0 0 16 16,-6 1 16-16,-2 3 0 0,-1 3 80 0,0 2 16 16,-3 3 0-16,0 3 0 0,3 4-448 0,-1 0 128 15,0 1-128-15,3 0 0 0,0 0 0 0,3-2 0 16,3 2 0-16,2-1 0 15,0 0-896-15,3-2-128 0,3 0 0 0,2-4-16 16,3 0-2528-16,2-3-496 0,2-6-96 0</inkml:trace>
  <inkml:trace contextRef="#ctx0" brushRef="#br0" timeOffset="38913.33">22064 1261 14735 0,'-12'0'1312'0,"6"2"-1056"0,-6-1-256 0,-2 3 0 0,-3 1 4576 0,-1 3 864 0,1 1 160 0,-2 4 32 0,0 0-2864 0,1 1-576 16,-2 2-112-16,0 2-32 0,4 2-816 0,1-1-160 16,2 0-48-16,1-1 0 0,5-1-704 0,1 0-160 15,4-3-32-15,0-1 0 0,2-1-352 0,4 0-80 16,2-2-16-16,0-3 0 16,1-2-1408-16,0-3-272 0,4 0-64 0,-1-4-16 15,2 0 1072-15,0-2 224 0,0-3 32 0,-1 0 16 16,2-3 96-16,2 1 0 0,-1-1 16 0,0-1 0 0,-1 1 432 0,0-3 192 15,0 3-192-15,-1-4 192 0,-1 0 0 0,-1 1 128 16,0 1 32-16,0 1 0 0,-3 0 416 0,0 3 64 16,-1 4 32-16,0-1 0 0,-6 5 416 0,0 0 96 15,0 0 16-15,0 0 0 0,0 0 144 0,2 8 48 16,-2 0 0-16,2 2 0 0,0 1-640 0,1 1-128 16,-1-1-32-16,2 1 0 0,1 1-464 0,2-3-128 0,2 1 0 0,2-2 0 31,0 0-2208-31,4 0-512 0</inkml:trace>
  <inkml:trace contextRef="#ctx0" brushRef="#br0" timeOffset="39452.36">22811 1239 23039 0,'0'0'1024'0,"0"-5"192"0,-1-2-960 0,1 3-256 16,0-1 0-16,0 5 0 0,0 0 4080 0,0 0 768 0,0 0 144 0,0 0 48 16,0 9-2592-16,0 4-512 0,-1 2-96 15,-1 2-32-15,1 2-1040 0,0 3-224 16,-3 2-32-16,4 2-16 0,1-3-240 0,2 1-64 16,-1-1 0-16,2 0 0 0,0-3-192 0,1-1 144 15,2-4-144-15,-1-2 128 0,2-1-128 0,1-5 0 16,0-2-192-16,1-1 192 0,1-3-352 0,1-1 48 15,0-3 16-15,-1-2 0 0,2-1-16 0,1-3 0 16,-3-3 0-16,1-1 0 0,0-2 304 0,-1 1-192 0,1-2 192 16,0 1-160-16,0-3 160 0,-1-1 0 0,0 1 0 15,-1 1 0-15,-1 1 0 0,-1 2 0 0,-1 2 0 0,-1 2 0 16,-1 1 0-16,-1 2 0 0,-4 7 0 0,0 0 128 0,0 0 0 16,0 0 16-16,0 0 0 0,3 9 0 15,0 4 32-15,-1 1 0 0,-1-1 0 0,2 1 0 0,0 2-176 0,-1 0 0 16,2 0 0-16,0 0 0 0,1-2-176 0,1 0-112 15,0 2-32-15,2-4 0 16,0-2-2112-16,2-1-448 16,1 1-64-16,-1-1-9456 0,-1-4-1872 0</inkml:trace>
  <inkml:trace contextRef="#ctx0" brushRef="#br0" timeOffset="40440.54">23367 1223 38639 0,'0'0'1712'0,"0"0"352"0,0 0-1648 0,-2 10-416 16,1 0 0-16,0 3 0 0,-1 1 1280 0,1 3 160 16,0 0 32-16,-1 2 16 0,1-1 0 0,0 0 0 15,-2 0 0-15,2 1 0 0,1 0-768 0,0 1-144 0,1-2-48 0,-1-1 0 16,0-1-288-16,0-2-64 0,0-2-16 0,0-2 0 16,0-10-16-16,1 7 0 0,1-1 0 0,-2-6 0 15,0 0-144-15,0 0 192 16,0 0-192-16,0 0 192 0,0 0-192 0,0 0 0 0,0 0 0 0,5-6 0 15,0-4-128-15,0 1 128 0,-1-1 0 0,3-3 0 16,-1 0-160-16,1-2 160 0,-1 0-208 0,1-1 80 16,2 1-160-16,0-1-32 0,0 2 0 0,2 0 0 31,-3-1-64-31,1 2-32 0,-1 0 0 0,1 2 0 0,0 2-32 0,-3 1-16 16,2 2 0-16,0-1 0 0,-2 3-16 15,-6 4 0-15,0 0 0 0,0 0 0 0,0 0 272 0,8 7 48 0,-3 2 16 0,-1 2 0 16,0-1 0-16,0 3 0 0,0 0 0 0,1 1 0 15,-1 2 144-15,3 1 0 0,1-1 0 0,1-1-128 0,0 0 128 16,1-1 0-16,3 0-144 0,0-2 144 16,2-2-608-16,0 0-48 0,1-3-16 0,1-1 0 15,-1-1-64-15,1-3-16 0,-2 1 0 0,2-6 0 16,1 1 432-16,-1-2 64 0,-1-1 32 0,1-2 0 16,2-1-32-16,0 2-16 0,-4-5 0 0,-2 1 0 0,2 0-48 0,-2-4-16 15,0 1 0-15,-1 0 0 0,-2 3 176 0,-1-3 160 16,-2 1-208-16,-1 0 80 0,-1 1 128 0,-1 2 0 15,-2 2 160-15,-2 7-160 0,-3-6 272 0,-2 3-32 16,-3-1-16-16,-1 3 0 0,-3-1 128 16,-1 2 32-16,-1 2 0 0,-1 3 0 0,-3 2-208 0,-1 2-48 15,-1 1 0-15,2 3 0 0,2 1-128 0,2 1 0 16,2-2 0-16,2 1-176 0,2 0 176 0,1 1 0 16,3-2-144-16,3 0 144 0,2-3-336 0,2-1 0 15,1-1 0-15,2-1 0 16,2-2-240-16,1 2-64 0,3-5 0 0,0-1 0 0,0-2 208 0,2-1 48 15,3-5 0-15,-3 2 0 0,-1-2 48 0,2-2 16 16,-1 0 0-16,0-4 0 0,1 0-16 0,-2-3 0 0,1-2 0 16,-1 1 0-16,-1 1 336 0,1-2-144 0,0 0 144 0,0-4 0 15,-1 1 128-15,-2-5 128 0,0 1 16 0,1 0 16 16,-1 1 288-16,-1 0 48 0,-1 2 16 0,0 0 0 16,-1 4 96-16,-2 2 32 0,-3 4 0 0,0 2 0 0,-2 2 144 15,-2 3 48-15,2 5 0 0,0 0 0 16,0 0-176-16,0 0-16 0,-5 6-16 0,-1 3 0 15,-1 3-608-15,1 4-144 0,0 2 0 0,1 0 0 0,1 4 0 0,0 4 0 16,0 1 144-16,3-1-144 0,1-2 0 0,1 0 0 16,2-2 0-16,1 0 0 0,2 2 0 0,4-4 0 15,-1 0-192-15,2-4 64 0,3-1-176 0,-1-2-16 16,1-1-16-16,0-4 0 16,2-3-320-16,1-1-64 0,-2-1-16 15,1-3 0-15,0-2 304 0,-1-2 64 0,2 1 16 0,-2-4 0 0,-1-2 192 0,0 0 160 16,-1 1-208-16,0-3 80 0,2-4 128 0,-2 1 0 15,0 0 0-15,-3-1 0 0,-2 2 0 0,0-2 0 16,-3 1 0-16,-1 0 0 0,-1-1 144 0,-1 4-144 16,0 0 192-16,-1 3-192 0,-1 2 272 0,0 6-48 15,-7-4-16-15,0 3 0 0,-1 1 240 0,0 2 32 16,-1 4 16-16,0 0 0 0,1 4-32 0,1 0 0 16,1 1 0-16,2 2 0 0,1 3-336 0,2 1-128 15,2-1 0-15,2-1 0 0,1 0 0 0,2-2 0 16,2 0 0-16,1-2 0 0,2 1-256 0,-2-1-32 15,0-1-16-15,0-3 0 16,3-1-2192-16,0-3-432 0,1-2-80 0</inkml:trace>
  <inkml:trace contextRef="#ctx0" brushRef="#br0" timeOffset="40711.79">24707 1302 19343 0,'0'0'1728'0,"0"0"-1392"0,0 0-336 0,0 0 0 16,0 0 4480-16,2 10 832 0,1 2 176 0,-2 1 16 15,1 1-2720-15,-1 1-544 0,0 0-128 0,-1 0 0 0,0 2-656 0,0-1-128 16,1 1-32-16,1 0 0 0,0-1-720 0,1-2-128 16,1 1-48-16,-1-4 0 0,-1 0-208 0,1-2-32 15,-3-9-16-15,4 8 0 0,-4-8 48 0,0 0 0 16,0 0 0-16,0 0 0 0,0 0-16 0,0 0 0 16,0 0 0-16,0 0 0 0,7-4 16 0,0-1 16 15,-2-1 0-15,0-1 0 0,-1-2-80 0,2-5-128 16,-1 4 176-16,1 1-176 0,1-3 128 0,1-1-128 15,1-3 0-15,1 0 0 0,2-1 0 0,1-2-176 16,3-2 32-16,4-6 0 16,4 2-1808-16,2 2-352 0,3-1-80 0</inkml:trace>
  <inkml:trace contextRef="#ctx0" brushRef="#br0" timeOffset="41545.6">25625 1250 20271 0,'0'0'896'0,"0"0"192"0,0 0-880 0,10-3-208 0,4 0 0 0,-1 1 0 0,-2 2 3696 0,-3-2 688 16,-8 2 144-16,0 0 16 0,7 2-2304 0,-7-2-480 16,6 2-96-16,-6-2 0 0,6 3-688 0,-6-3-128 15,0 0-16-15,5 0-16 0,-5 0-320 0,0 0-64 16,0 0-16-16,0 0 0 0,7-4-96 0,-2-1-32 16,-2-2 0-16,-1 2 0 0,-2 5-112 0,2-6-32 15,-2-1 0-15,-2 1 0 0,0-2-144 0,-1 1 160 16,-1 1-160-16,-1 0 160 0,-2 3-160 0,0 0 192 15,-1 3-192-15,-1-3 192 0,-3 3-64 0,-1 3 0 16,-3-3 0-16,1 6 0 0,-2 2 0 0,-2 5 0 16,1 3 0-16,0 0 0 0,0 1-128 0,-1 2 160 15,2 2-160-15,1 1 160 0,0 3-160 0,3-2 128 16,4 0-128-16,1 0 128 0,1-1-128 0,3-1 0 16,4-1 0-16,2-1 0 0,0-2 0 0,4 0-224 15,1-4 48-15,4 0 16 0,-1-2-160 0,2-5-16 16,0 1-16-16,1-4 0 15,0-1-224-15,2-2-32 0,2-3-16 0,2 1 0 16,0-4-16-16,2-1-16 0,0-1 0 0,0-3 0 16,0 0 80-16,0-1 32 0,-2 0 0 0,1-1 0 0,-2-4 368 0,-1-1 176 15,-3-3-160-15,2 4 160 0,-3-1 0 0,-1 0 0 0,-1-5 0 0,0 3 0 16,-2 1 128-16,-1 2-128 0,0 3 192 0,-2 0-192 16,-1 1 448-16,-2 3 0 0,-1 0-16 0,0 4 0 15,-2 6 144-15,0 0 16 0,0 0 16 0,0 0 0 16,0 0-80-16,0 0-16 0,-5 10 0 0,1 0 0 15,0 5-272-15,0 0-64 0,0 1-16 0,1 1 0 16,1 3-160-16,0-4 0 0,4 4 0 0,-1-3 0 16,2 0 0-16,1-1 0 0,-1-2 0 0,3-1 0 0,1-3-256 15,1 1-16-15,0-3-16 0,0-2 0 16,0-2-224-16,1-1-64 0,1-2 0 16,2-2 0-16,-3-5 64 0,2 0 0 0,-1-1 0 0,0 0 0 15,1-3 288-15,-2 1 64 0,0-1 16 0,0-3 0 0,0-1 144 16,-1-5 0-16,-3 4 0 0,-1 0 128 0,3 1 0 0,-1-2 0 15,1 2 0-15,-3-2 0 0,1 2 80 0,0 2 32 16,-1 0 0-16,0 3 0 0,-1 5 208 0,-3 4 32 16,0 0 16-16,0 0 0 0,0 0 80 0,0 0 32 15,0 0 0-15,0 0 0 0,0 0-224 0,0 10-64 16,1 0 0-16,0 2 0 0,1-1-320 0,-1 1 0 16,2 0 0-16,-1 1 128 0,1 0-128 0,1 0-128 15,1 0 128-15,1-1-192 16,1-2-1216-16,1-1-256 0,0 1-64 0,1-3 0 15,1 1-1840-15,2-1-368 0,-2-2-80 0</inkml:trace>
  <inkml:trace contextRef="#ctx0" brushRef="#br0" timeOffset="42070.15">26370 1210 33055 0,'0'0'1472'0,"0"0"288"0,0 0-1408 0,0 0-352 0,0 0 0 0,0 0 0 16,-1 7 2304-16,0 3 400 0,-1 3 80 0,2 0 16 15,0 2-816-15,2 0-144 0,-4-2-48 0,4-1 0 0,-1 4-768 0,0 0-144 16,1-2-48-16,0 1 0 0,1-3-384 0,1 1-64 16,0-1-32-16,0-4 0 0,-3 1-128 0,1-1-32 15,1-2 0-15,-3-6 0 0,0 0-16 0,0 0-16 16,0 0 0-16,0 0 0 0,0 0-160 0,0 0 160 16,8 2-160-16,-8-2 160 0,0 0-160 0,8-3 0 15,-2-1 0-15,1 1 0 0,-3-2 0 0,0 0 0 16,-1-4 0-16,3 1 0 0,-1-1 0 0,0 0 0 15,0-2-128-15,2 1 128 0,-1-4-128 0,2 1 128 16,0-2-160-16,1 1 160 0,0 0 0 0,-1 1-144 16,0 1 144-16,-2 1 0 0,1 1 0 0,-2 1-128 15,0 2 128-15,1 1 0 0,-2 1 0 0,-4 5 0 16,0 0 0-16,0 0 0 0,0 0 0 0,7 5 0 16,-1 0 144-16,-3 3-144 0,3 1 192 0,-1 1-192 15,0 3 192-15,-1 0-192 0,0 0 144 0,0-1-144 16,1 1 0-16,0 2 144 0,0-2-144 0,1 1 0 15,-2-1 0-15,2 1 0 0,1-2 0 0,-1-1 0 16,1-2 144-16,-1-2-144 0,-1 0 128 0,2-1-128 0,-2 1 160 16,-5-7-160-16,9 0 176 0,-1 1-176 0,-8-1 192 15,9-1-192-15,-1-2 192 0,0-1-64 0,-3 1 0 0,0-3-128 16,-1 1 192-16,1-1-192 0,1-1 192 16,-1-1-192-16,0 0 128 0,0-2-128 0,-1 0 0 0,3-5 0 15,-2 0 0-15,3-4 0 0,0-1-160 16,1 0 160-16,1-4-864 0,1 2-48 15,0 1-16-15,0 2 0 0,-2 1-1056 16,1 3-224-16,2 4-32 0,0 0-12240 0,-1 3-2448 0</inkml:trace>
  <inkml:trace contextRef="#ctx0" brushRef="#br0" timeOffset="42429.35">26932 1445 24879 0,'0'0'2208'0,"0"0"-1760"0,0 0-448 0,11-1 0 0,2-1 2736 0,-2 0 464 15,-1-3 80-15,1-1 32 0,1 0-1088 0,0-1-224 16,-3 1-32-16,0-2-16 0,3-2-1088 0,1 1-224 16,1-2-32-16,-1-1-16 0,1-2-400 0,0 1-64 15,0-4-128-15,4-5 176 0,-2 1-176 0,-1 1 192 16,1 0-192-16,-4 1 192 0,-2 2-192 0,-2 3 160 0,-3 1-160 0,-1 4 160 16,-3 0 0-16,-3 2 0 15,-2 1 0-15,-1 4 0 0,-3 2 352 0,-3 0 80 0,-2 3 16 0,-1 2 0 16,0 4-112-16,-2 2-32 15,-2 2 0-15,-2 2 0 0,6-1-144 0,0 2-16 16,1 0-16-16,0 1 0 0,1 0 64 0,1 0 16 16,2 0 0-16,3 0 0 0,-1 5-64 0,5-1-16 0,0-2 0 0,4-2 0 15,2-1-112-15,2-2-32 0,1-3 0 16,2 1 0-16,1-3-144 0,3 1 0 0,1 1 144 0,2-2-144 16,0-3 0-16,1 1 0 0,2-2 0 0,3-1 0 15,2 1 0-15,1-4 0 0,2 1-128 0,3-2 128 16,3-2-1424-1,10-2-208-15,-2 2-32 0,1-3-21184 0</inkml:trace>
  <inkml:trace contextRef="#ctx0" brushRef="#br0" timeOffset="46573.77">22215 2536 23039 0,'0'0'1024'0,"-4"-5"192"0,1-1-960 0,0-2-256 0,-1 0 0 0,1 3 0 16,1 1 3472-16,2 4 656 0,0 0 128 0,0 0 32 16,0 0-1696-16,0 0-336 0,0 0-64 0,0 0-16 15,0 0-960-15,0 0-192 0,2 8-32 0,2 5-16 0,0 4-288 0,1 5-64 16,1 4-16-16,0 5 0 16,1 4-48-16,1 2-16 0,-1 2 0 0,1 0 0 0,-3-2-224 0,2-2-32 15,1-3-16-15,0-2 0 0,-2-1-144 16,-1-3-128-16,2-1 144 0,-1-2-144 0,1 0 160 0,-1-4-160 15,0-2 160-15,-1-5-160 0,0-1 128 0,0-4-128 16,-5-7 0-16,0 0 144 0,0 0-144 0,8 1 0 16,-1-2 0-16,0-6 0 0,1-2 0 0,0-2 0 15,0-5 0-15,1-2 0 0,1-3 0 0,1-3 0 16,1 0 128-16,2-5-128 0,2-8 0 0,0-6 0 16,1-4 0-16,2-2 0 0,0-6 0 0,3 0-192 15,-1-1 64-15,0 3 128 0,-1 3-384 0,-3 5 64 0,-3 4 0 16,-1 6 0-1,-3 8-1088-15,0 5-192 0,-3 7-64 0,-1 7 0 16,-6 8-2064-16,4 10-432 0,-3 7-64 0</inkml:trace>
  <inkml:trace contextRef="#ctx0" brushRef="#br0" timeOffset="46817.37">22167 2801 24879 0,'-13'-1'1088'0,"8"-1"256"0,0 0-1088 0,5 2-256 0,0 0 0 0,0 0 0 15,-4-3 5696-15,4 3 1088 0,0 0 224 0,0 0 32 0,5-5-4928 16,4-2-976-16,3 2-208 0,2 0-32 16,2 0-752-16,2-2-144 0,2-1 0 0,-1 2 0 0,5 1 0 0,2-2 0 15,1 2 0-15,0 0 0 16,3 0-848-16,2 1-80 0,-1 0-16 0,2 0 0 15,-2 0-1840-15,0 4-368 0,3-4-80 0</inkml:trace>
  <inkml:trace contextRef="#ctx0" brushRef="#br0" timeOffset="47123.91">22711 2913 31327 0,'-7'-3'1392'0,"7"3"272"0,0 0-1328 0,0 0-336 0,0 0 0 0,0 0 0 0,0 0 3376 0,0 0 592 16,0 0 128-16,0 0 32 0,0 0-2608 0,9 0-528 15,2-1-96-15,-2 1-32 0,-9 0-528 0,12 0-96 0,-3-2-32 0,-9 2 0 16,0 0-80-16,12 2 0 0,-12-2-128 16,0 0 192-16,0 0 192 0,0 0 48 15,0 0 0-15,2 13 0 0,-3 2 272 0,-2-1 48 16,-3 0 16-16,-2 2 0 0,-1 0-240 0,-2 0-32 0,1 1-16 0,-1 3 0 16,1-3-176-16,0 2-48 15,-1-2 0-15,2 0 0 0,3-1-112 0,0-3-16 0,4 0-128 16,-1-1 192-16,2-2-192 0,1 1 0 0,2-2 128 15,2-1-128-15,2-2 0 0,-6-6 0 0,9 4 0 0,0 0 0 16,0-1 0-16,3-2 0 0,-1-1 0 0,2-1 0 16,2-2-320-16,-1-1 32 0,0 0 16 0,3-2 0 15,0-2-1056 1,3-1-208-16,-1-2-32 0,2 0-16 0,-1-5-1632 0,3 2-336 16,2-3-64-16</inkml:trace>
  <inkml:trace contextRef="#ctx0" brushRef="#br0" timeOffset="47442.1">23264 2672 23951 0,'0'0'2128'16,"0"0"-1696"-16,0 0-432 0,0 0 0 0,0 0 5664 0,0 0 1056 15,0 0 192-15,0 0 64 0,0 0-4432 0,0 0-880 16,0 9-192-16,2 0-16 0,3 0-800 0,2 0-144 16,-2 1-48-16,2-3 0 0,2 2-336 0,1 2-128 15,1-5 0-15,-2 2 144 0,1-1-144 0,1-2 0 16,-2 2 0-16,0-1 0 0,0 1 0 0,-1-2 0 0,-8-5 128 0,8 5-128 15,-1 1 0-15,-7-6 0 0,0 0 144 0,7 8-144 16,-7-8 144-16,4 9-144 16,-4-9 192-16,-1 8-192 0,-1 1 240 0,-2 1-64 15,-1-3-16-15,0 2 0 0,-2-3 32 0,1 0 0 0,-2 2 0 0,-1 0 0 16,-2 1-192-16,0 0 192 16,-1 2-192-16,0-1 192 0,2 0-192 0,-1 1 0 15,0-2 0-15,2 0 0 0,1-1 0 0,0 0 0 0,1 0 0 0,2-2-176 31,3-1-1024-31,2-5-208 0,-2 8-32 0,4-1-16 16,0-2-3088-16,3-1-640 0,10-3-112 0,3-1-16 0</inkml:trace>
  <inkml:trace contextRef="#ctx0" brushRef="#br0" timeOffset="47856.31">23814 2547 23951 0,'0'0'2128'0,"-3"-4"-1696"0,0-1-432 0,2 1 0 0,1 4 5648 0,0 0 1056 16,0 0 208-16,0 0 32 0,0 0-4064 0,0 0-832 16,0 0-144-16,-1 9-48 0,2 1-1024 0,0 3-224 15,-1 3-32-15,-1 2-16 0,2 4-320 0,1 1-64 16,-1 1-16-16,0 5 0 0,1 1-160 0,-1 1 160 16,-1 1-160-16,3-2 160 0,1-3-160 0,-1 0 0 15,0-1 0-15,0 0 0 0,-1-1 0 0,2 0 0 16,1-3 0-16,1-1 0 0,-1-3 0 15,0-2 0-15,0-4 128 0,0-2-128 0,-1-2 0 0,2-2 0 16,-6-6 0-16,7 3 0 0,-7-3 0 0,8 0 0 16,-8 0 128-16,8-7-128 0,0-3 0 0,-2 0 0 0,2-3 0 15,0 0 0-15,-1-3 0 0,2 0 0 0,0-2 0 16,0-2 0-16,-1-3 0 0,2-4 128 0,1-2-128 0,0-5 112 16,0-1-112-16,2-3 0 0,1-1 0 0,0-2 0 15,1 2 0-15,-1 0 0 0,-1 5 0 16,-1 4 0-16,-4 2-192 0,0 4 64 0,-2 5 128 0,-1 4-208 31,-1 5-368-31,0 2-64 0,-4 8 0 0,0 0-16 16,0 0-928-16,0 0-176 0,0 0-32 0,-5 12-16 0,1 3-1920 15,-2 6-384-15,-6-1-80 0</inkml:trace>
  <inkml:trace contextRef="#ctx0" brushRef="#br0" timeOffset="48055.91">23683 2875 33167 0,'-6'0'2944'0,"-1"0"-2352"0,1 0-464 0,6 0-128 0,0 0 3696 0,0 0 720 16,0 0 128-16,0 0 48 0,0 0-2464 0,0 0-480 15,9 2-112-15,3-2 0 0,1-2-1072 0,1 1-208 16,2-2-32-16,3 1-16 0,2 0-208 0,1-3 0 16,0 1 128-16,1 0-128 0,-3-2 0 0,4 2 0 15,-1 0 0-15,2 0 0 16,-1 0-368-16,0 3-160 0,1-4-48 0,0 3 0 15,-2 0-2032-15,3 2-400 0,2 0-96 0,-2 2-17792 0</inkml:trace>
  <inkml:trace contextRef="#ctx0" brushRef="#br0" timeOffset="48183.66">24297 2931 3679 0,'0'0'320'0,"0"0"-320"16,0 0 0-16,-2 9 0 0,0 3 8160 0,2 3 1568 0,-2 1 304 0,-1 0 64 16,1 2-6208-16,-1 3-1248 15,0 0-240-15,3 1-48 0,-1 0-944 0,0-1-176 0,0-1-32 0,1-1-16 16,1 0-736-16,0-2-160 0,2 0-32 15,-1-3 0 1,1-1-1200-16,1-1-240 0,4 1-48 0</inkml:trace>
  <inkml:trace contextRef="#ctx0" brushRef="#br0" timeOffset="48650.15">24838 2778 30399 0,'-11'-2'1344'0,"11"2"288"16,0 0-1312-16,0 0-320 0,0 0 0 0,0 0 0 0,5-5 3856 0,1 1 704 0,2 0 144 0,3 0 32 15,2 2-2800-15,2-1-544 16,5 0-112-16,1 1-32 0,-2-1-656 0,6 2-128 0,2-2-16 15,5 2-16-15,0 1-128 0,1-1-32 0,2 1 0 0,2 0 0 16,-1 0-80-16,1 1-32 0,-3 0 0 0,1 2 0 16,-1-3-160-16,-2 0 0 0,0 1 0 0,-2-2 0 15,-2 1 0-15,-3 0 0 0,-2 0 0 0,1-3 0 16,-2 1-816-16,-2 0-192 16,-1 0-32-16,-1-1-16 0,-1 2-1360 0,-2-6-272 15,-4 3-48-15,1 1-10800 0,-3-1-2160 0</inkml:trace>
  <inkml:trace contextRef="#ctx0" brushRef="#br0" timeOffset="48877.88">25626 2639 21183 0,'0'0'944'0,"-5"0"192"0,-2 0-912 0,7 0-224 0,-6 0 0 0,6 0 0 0,0 0 5056 15,0 0 976-15,0 0 192 0,0 0 48 0,0 0-4032 0,0 0-816 16,0 0-144-16,0 0-48 0,0 0-528 0,7 8-128 16,0-1 0-16,2-2-16 0,2 1-352 0,-1-3-64 15,-1 1-16-15,3 0 0 0,0 1-128 0,-1 0 0 16,1 0 144-16,-2 1-144 0,2-1 128 0,-3 1-128 15,-1-2 160-15,-8-4-160 0,7 7 272 0,-7-7-32 16,1 8-16-16,-1-1 0 0,-4 4 224 0,-2-3 64 16,-4 2 0-16,-1 2 0 0,-4-3-192 0,0 1-16 0,-4 2-16 0,1 0 0 15,-1 1-288-15,-1-4 0 16,2 0 0-16,2 0 0 16,3 0-1664-16,4-1-432 0,2 1-80 0</inkml:trace>
  <inkml:trace contextRef="#ctx0" brushRef="#br0" timeOffset="49552.19">26282 2562 34031 0,'0'0'1504'0,"5"-6"320"0,1 1-1456 0,-6 5-368 0,-4-6 0 0,3 1 0 0,1 5 1792 0,0 0 272 16,0 0 64-16,11 3 16 0,-11-3 0 0,9 2 0 15,0 6 0-15,0 3 0 0,0 2-928 0,-1 4-176 16,0 5-32-16,-3 1-16 0,1 5-368 0,2 2-80 15,-1-4-16-15,-1 2 0 0,0 2-144 0,-1-2-48 16,0-1 0-16,0-1 0 0,0-1-336 0,1 0 0 16,0-3 0-16,-1-4 0 0,-1 0 0 0,1-1 0 15,-1-2 128-15,3-4-128 0,-2 3 0 0,0-8 0 16,1-1 0-16,-6-5 128 0,0 0-128 0,7 0 0 16,1-2 0-16,0-4-128 0,0-1 128 0,-2-5 0 15,1-2 0-15,-1 0-128 0,1-2 0 0,-1-3 0 0,1 0 0 0,1-5 0 16,1-1-32-16,1-3 0 0,2-3 0 0,0 1 0 15,-2 0 32-15,2 1 0 0,0 0 0 16,-2 6 0-16,-1 4-16 0,-2 5 0 0,1 4 0 16,-2 3 0-16,-6 7 16 0,0 0 0 0,0 0 0 0,5 9 0 15,-1 4 128-15,-2 3 176 0,-1 4-48 0,-1 3 0 16,0 4 96-16,0-1 16 0,-1 2 0 16,2-1 0-16,1-1-240 0,1-4 144 0,1-1-144 0,1-1 128 15,0-1-128-15,1-2 0 0,-1-2 0 0,1-4 0 16,1-1 128-16,-1-3-128 0,0-1 128 0,0-2-128 15,-6-4 144-15,8 1-144 0,-8-1 160 0,9-1-160 16,0-3 192-16,-1-2-48 0,0-1-16 0,1-1 0 0,0-1-128 16,-1 0 128-16,0-3-128 0,1-1 128 15,0-2-128-15,0-2 128 0,0-3-128 0,2-3 128 0,-1-3-128 0,1-1 0 16,0-2 0-16,1 2-176 0,0-3 48 16,1 1 0-16,-3 2 0 0,1-2 0 15,-1 3-704-15,-1 1-128 0,-1 3-16 0,-1 1-16 16,-2-1-1504-16,0 8-288 0,-1 2-64 0,-2 3-17568 0</inkml:trace>
  <inkml:trace contextRef="#ctx0" brushRef="#br0" timeOffset="49759.7">26008 2515 38703 0,'0'0'1712'0,"0"0"352"0,-5-2-1648 0,5 2-416 0,0 0 0 0,0 0 0 16,0 0 2512-16,7-5 432 0,4 1 64 0,1 0 32 16,2-1-2256-16,6-1-448 0,3 0-80 15,4 1-32 1,6-1-864-16,3 0-192 0,6 1-16 0,0 1-16 16,0-4-1408-16,-1 1-288 0,0 2-48 0,-2 3-15808 0</inkml:trace>
  <inkml:trace contextRef="#ctx0" brushRef="#br0" timeOffset="49909.17">26893 2409 17503 0,'0'0'768'0,"0"0"176"0,0 0-752 0,0 0-192 0,8-2 0 0,1 2 0 0,1 2 6128 0,0-4 1184 16,1 1 240-16,1 1 64 0,1 0-4528 0,0 1-896 15,0-1-176-15,0 0-32 0,2-2-1088 0,1 0-224 16,1 1-32-16,2 0-16 0,-2-2-496 0,1 2-128 16,0 1 0-16,0 0 0 15,1-3-1728-15,-1 2-384 0,-1 0-64 0,1 2-12576 16,0 5-2528-16</inkml:trace>
  <inkml:trace contextRef="#ctx0" brushRef="#br0" timeOffset="50234.78">27524 2557 42383 0,'0'0'1872'0,"0"0"400"0,0 0-1824 0,0 0-448 16,0 0 0-16,8 9 0 0,0 0 1328 0,0 2 160 0,-2-5 48 0,3 0 0 15,2 0-64-15,-1-1-16 0,0 2 0 0,0-1 0 16,0-2-928-16,0 3-176 0,1-2-32 16,-2 0-16-16,1-1-144 0,0 1-32 0,-1 2 0 0,-1-3 0 15,-8-4 48-15,0 0 0 0,0 0 0 0,0 0 0 16,0 0 80-16,0 0 0 0,0 0 16 0,1 10 0 16,0-1 48-16,-2 0 0 0,-3 2 0 0,-1-3 0 15,-2 0-128-15,-2 1 0 0,1 0-16 0,-1 1 0 16,-3 1-176-16,1-1 160 0,-1 2-160 0,0-3 160 15,0 0-160-15,1 0 0 0,2 0 0 0,-1 0 0 0,1-1 0 16,2-1 0-16,0-2 0 0,0 2 0 16,2-2-304-16,1 0-144 15,4-5-16-15,0 0-16 0,0 0-1328 0,0 0-272 0,6 6-48 0,1-2-13392 16,6 3-2672-16</inkml:trace>
  <inkml:trace contextRef="#ctx0" brushRef="#br0" timeOffset="50585.16">28104 2633 26719 0,'0'0'2368'0,"0"0"-1888"0,0 0-480 0,0 0 0 0,0 0 4496 0,0 0 816 15,-5 2 144-15,-3 1 48 0,0 4-2944 0,-1 0-576 16,3 4-112-16,-3 1-16 0,-1 1-768 0,0 3-160 16,0 3-32-16,-1 0 0 0,1 2-464 0,1 0-112 15,1-3 0-15,1 2-16 0,2 1-144 0,1-2-32 0,3-1 0 0,2-1 0 16,2-1-128-16,3 0 0 0,2-2 0 0,3-1 0 15,0-1 0-15,2-2 0 16,-1-2 0-16,2-1 0 0,2-2 0 0,4-1-144 16,-2-2 144-16,1 1 0 0,2-3-128 0,0 0 128 0,-1-3 0 0,1 1 0 15,1-2 0-15,0 0 0 0,-1-3 0 0,0 1 0 16,3-5 0-16,-3 1 0 0,-3-2 0 0,-3-1 0 16,-3 0 0-16,-2-1 0 0,-2 0 0 0,-4-1 0 15,-3 0 128-15,-4-2-128 0,-1 1 0 0,-3-2 144 16,-4 2-144-16,-2 0 0 0,-4-2 0 0,-1 3 128 15,-5-1-128-15,0-1 0 0,1 4-160 0,-1 0 160 16,-2 0-992-16,0 2-96 0,-2 5-32 16,-3-3-15328-16,-1 4-3056 0</inkml:trace>
  <inkml:trace contextRef="#ctx0" brushRef="#br0" timeOffset="51353.51">22111 4200 23087 0,'0'0'1024'0,"3"-9"208"0,-2-2-976 0,-1 1-256 16,0-2 0-16,-1 2 0 0,1 1 2608 0,1 2 464 16,2-1 112-16,-1 4 16 0,-2 4-352 0,0 0-64 15,0 0-16-15,0 0 0 0,0 0-736 0,0 0-160 16,0 0-16-16,4 12-16 0,-1 6-640 0,-1 3-128 16,0 4-32-16,0 5 0 0,1 4-464 0,-2-2-80 15,3 4-32-15,0-2 0 0,1-1-272 0,-1-3-48 0,3 0-16 0,-1-5 0 16,1 0 0-16,-1-4 0 15,2 1 0-15,-3-4 0 0,2 0-128 0,-1-5 0 0,-1-2 0 16,1-1 128-16,-1-1-128 0,0-5 128 0,-5-4-128 0,7 3 128 16,-7-3-128-16,7 0 0 0,0-3 0 0,-1-1 128 15,1-1-128-15,-2-3 192 0,-1-2-192 16,1 0 192-16,2-2-192 0,-2-1 0 0,2-2 0 0,0-4 0 16,1-1 0-16,0-3 0 0,2-4 128 0,1-3-128 15,1-4 0-15,1-2 0 0,0-3-160 0,1-2 160 0,2-4-192 16,-3 5 48-16,1-2 16 0,0 7 0 0,-1 5-192 15,-1 4-48-15,-1 4 0 0,-2 5 0 16,-3 1-1232-16,1 3-240 0,-2 5-48 0,-5 8-16 16,0 0-1296-16,7 3-272 0,-4 7-48 0,0 2-9040 15,-4 2-1808-15</inkml:trace>
  <inkml:trace contextRef="#ctx0" brushRef="#br0" timeOffset="51603.57">22135 4479 12895 0,'-16'-1'576'0,"8"-2"112"0,-2-4-560 0,-1 1-128 15,1 1 0-15,3 1 0 0,2-1 7216 0,1 2 1408 0,-1 0 272 0,5 3 64 16,-1-5-5504-16,1 5-1088 0,2-5-240 0,-2 5-32 16,0 0-1200-16,8-4-256 0,0 1-32 0,1-2-16 15,4 0-288-15,0 1-64 0,0 0-16 0,1 0 0 16,1 0-64-16,2 0-16 0,1 1 0 0,2 0 0 15,-1-4-144-15,3 2 0 0,2-3 0 0,0 3 0 32,4 0-336-32,1 0-112 0,-1-1 0 0,0 1-16 0,0 1-1376 15,1-1-272-15,0 3-48 0,-1-1-12672 0,4 2-2528 0</inkml:trace>
  <inkml:trace contextRef="#ctx0" brushRef="#br0" timeOffset="51885.96">22717 4536 24879 0,'0'0'2208'0,"0"0"-1760"0,-4 2-448 0,4-2 0 0,0 0 5328 0,0 0 992 15,0 0 192-15,-2 7 32 0,0 2-3792 0,1 2-752 16,0-1-144-16,1 1-48 0,0 0-976 0,0 3-208 15,-1 0-48-15,1 2 0 0,0 0-416 0,0 0-160 16,0 0 0-16,0 2 144 0,0-4-144 0,0 3 0 16,-2-1 0-16,2 0 0 0,-1-2 0 0,0 0 0 15,-2-1 0-15,2 0 0 16,-1 0-832-16,1-2-128 0,0-2-48 0,1 0 0 16,0-9-1232-16,0 0-256 0,4 5-64 0,-4-5-11776 15,8 2-2352-15</inkml:trace>
  <inkml:trace contextRef="#ctx0" brushRef="#br0" timeOffset="52339.08">23249 4249 26719 0,'0'0'2368'0,"-4"3"-1888"0,-1-2-480 0,5-1 0 0,0 0 4560 0,0 0 816 16,-4 4 176-16,4-4 16 0,0 0-3008 0,0 0-592 15,-2 7-128-15,2-7-32 0,0 0-896 0,2 9-176 16,-2-9-32-16,7 9-16 0,0 0-464 0,1 0-96 15,3 0 0-15,-1-5-128 0,-2 3 160 0,4-1-160 16,-1 0 128-16,3-1-128 0,-4-1 0 0,0 1 128 16,-1 1-128-16,-1-2 0 0,-8-4 0 0,11 4 0 15,-11-4 128-15,9 5-128 0,-9-5 0 0,6 8 0 0,0-1 0 0,-6-7 128 16,4 9-128-16,-3-3 192 16,-1-6-192-16,-3 11 192 0,-1-1-64 0,0 1 0 0,0-1 0 0,-1 1 0 15,-3-2 0-15,-1 0 0 16,-1 0 0-16,-2 0 0 0,-2 0-128 0,2 0 0 15,2 2 0-15,-1-2 128 0,-1-1-128 0,2 0 0 16,1-2-160-16,2 1 160 16,1-1-1408-16,1 1-176 0,1-2-32 0,4-5-16 15,1 5-3328-15,-1-5-672 0</inkml:trace>
  <inkml:trace contextRef="#ctx0" brushRef="#br0" timeOffset="52755.45">23822 4107 47167 0,'0'0'2096'16,"0"0"416"-16,-2-4-2000 0,2 4-512 0,0 0 0 0,0 0 0 0,0 0 1392 16,0 0 176-16,0 0 32 0,0 0 16 0,2 13-352 0,-2 0-80 15,1 4-16-15,-1 3 0 0,0 2-704 0,-1 3-144 16,1 0-16-16,0 3-16 0,0 4-112 0,-2-1-32 15,4 0 0-15,-1-2 0 0,0-2-144 0,2-1 128 16,-1-2-128-16,4-2 128 0,-3 1-80 0,1-4-48 16,0-1 0-16,2-4 0 0,-1-1 0 0,0-2 0 0,-1-3 0 0,0-2 0 15,2-1 0-15,-6-5 0 16,0 0 0-16,9 0 0 0,1-2 0 0,-3-1 0 0,0-2 0 16,-1-2 0-16,0-2 0 0,1-1 0 15,1-3 0-15,0 0 0 0,1-3 0 0,2 0 0 0,-1-2 0 0,-1-3 0 16,3-3 0-16,1-5 0 15,0-4 0-15,1-1 0 0,2-2 0 0,1-1 0 16,-1-4 0-16,1 3 0 0,-2 1-256 0,1 2 0 16,-3 1 0-16,-1 7 0 0,-2 3-112 0,-2 5-16 0,-2 3 0 15,0 2 0 1,-1 1-1056-16,-4 2-224 0,0 4-32 0,-1 7-16 16,0 0-1456-16,0 0-288 0,0 0-64 0,-1 7-15376 0</inkml:trace>
  <inkml:trace contextRef="#ctx0" brushRef="#br0" timeOffset="52982.22">23768 4316 40543 0,'0'0'3600'0,"0"0"-2880"0,0 0-576 0,0 0-144 0,0 0 2112 0,0 0 400 16,0 0 80-16,0 0 16 0,0 0-1024 0,9 0-208 15,0 0-32-15,3-3-16 0,0 1-896 0,2-2-176 16,2 0-48-16,-1 0 0 0,1 0-208 0,1 0 0 15,0 0 0-15,3 0 0 0,-1 0 0 0,2-1 0 16,-2 0 0-16,2 2 0 16,-1-1-1216-16,-1 2-128 0,2 2-16 0,-1 0-16 15,-2 0-1520-15,2 2-304 0,2 2-64 0,-3 3-15840 0</inkml:trace>
  <inkml:trace contextRef="#ctx0" brushRef="#br0" timeOffset="53314.16">24263 4548 27647 0,'0'0'1216'0,"0"0"256"0,0 0-1168 0,0 0-304 0,0 0 0 0,0 0 0 16,0 0 3584-16,0 0 640 16,11 3 144-16,-1 0 32 0,-10-3-2000 0,11 0-400 15,1 0-80-15,-2 0 0 0,-1 2-736 0,0-1-144 16,-9-1-16-16,11 1-16 0,-2 1-288 0,-9-2-48 0,0 0-16 0,0 0 0 16,8 6-208-16,-5 1-32 0,-3-7-16 0,2 11 0 15,-4-3-112-15,-1 1-32 0,-3 2 0 0,-3 2 0 16,0 0-128-16,-1 1-128 0,-3 2 144 0,0 0-16 15,0 0-128-15,0-2 0 0,-1 0 0 0,3 2 0 16,0-5 0-16,2 2 0 0,0 0 0 0,3-1 0 0,0-2 0 16,1 0 0-16,3 0 0 0,2-3 0 0,0-7 0 0,2 7 0 15,-2-7 0-15,8 7 0 0,0-1 0 16,1-2 0-16,0 2 0 0,3-5 0 0,-1 0 0 0,3-1 0 16,0 0 0-16,2-1 0 0,-1 0 0 0,2-2 0 15,0 0 0-15,0-1 0 0,1-1 0 0,-1 0 0 16,0 0 0-16,-1 0 0 0,1-1-320 0,0 1-64 15,0 0-16-15,2 1-16832 16,2-4-3376-16</inkml:trace>
  <inkml:trace contextRef="#ctx0" brushRef="#br0" timeOffset="53837.07">25030 4330 19343 0,'-13'-1'1728'0,"9"1"-1392"0,4 0-336 0,-6-1 0 0,0-1 5648 0,6 2 1072 16,-4-2 192-16,1-2 64 0,1 4-4752 0,1 0-944 16,0-2-192-16,1 2-48 0,0 0 48 0,0 0 16 15,11 2 0-15,6-1 0 0,3 0-624 0,3 1-128 0,10-1-32 0,0 0 0 16,0 1 0-16,0-1-16 16,0 0 0-16,-1 1 0 0,0-1-304 0,-1 0 0 0,0 0 0 0,0-1 0 15,-1-1 144-15,-1 0-16 0,0-2-128 0,-1 1 192 31,2-1-736-31,-1-1-160 0,2 0-16 0,1-1-16 16,-2 0-1824-16,1-3-352 0,2 1-80 0,-5 1-10656 16,-2-1-2144-16</inkml:trace>
  <inkml:trace contextRef="#ctx0" brushRef="#br0" timeOffset="54063.63">25691 4208 16575 0,'0'0'1472'0,"0"0"-1168"0,0 0-304 0,0 0 0 16,0 0 5024-16,0 0 944 0,7 6 192 0,0-1 48 15,3-1-4480-15,-1 0-896 0,0 0-192 0,0 1-16 16,3-2 288-16,1 2 64 0,0-1 16 0,0 1 0 16,1 2-608-16,-1-3-112 0,-1 1-16 0,0 1-16 0,-3 1 304 0,0 0 64 15,0-1 16-15,-1 2 0 0,-3-2 384 0,-1 1 80 16,0 1 0-16,-2 0 16 0,-2-1-320 0,-1 1-64 16,-1 0-16-16,-2 1 0 0,-2 2-304 0,0-1-64 15,-2 0-16-15,-2-2 0 0,-1 0-144 0,1 0-48 16,-1 0 0-16,1 0 0 31,-1-1-1248-31,1 2-256 0,1 2-48 0,2-3-22000 0</inkml:trace>
  <inkml:trace contextRef="#ctx0" brushRef="#br0" timeOffset="54854.18">26544 4120 16575 0,'-6'-13'736'0,"4"7"160"0,-3-1-720 0,1 2-176 0,4 1 0 0,1-1 0 16,-2 2 6208-16,-1-2 1216 0,2 5 256 0,0 0 32 15,0 0-4624-15,0 0-912 0,0 0-192 0,-3 7-48 16,0 0-816-16,0 5-160 0,1 4-48 0,-2 1 0 0,0 4-384 0,1 2-80 16,1 3 0-16,0 3-16 0,1 1-160 0,1 1-16 15,0 0-16-15,0-1 0 0,0-2-240 0,1-3 128 16,2-3-128-16,1-3 0 0,-2 0 128 16,2-4-128-16,0-2 0 0,2 0 0 0,-1-2 128 0,1-4-128 15,-2 0 0-15,-4-7 144 0,0 0-16 0,0 0 0 16,7 4 0-16,-7-4 0 0,0 0-128 0,9-4 0 15,-1 0 0-15,-1-1 0 0,1-2 0 0,-1 0 0 16,-2-3-160-16,0 0 160 0,2-2 0 0,1-1 0 16,-1-2 0-16,3-4 0 0,0-2 0 0,2-3 0 15,-1-5 0-15,4-1 160 0,0-3-160 16,2-2-176-16,0-3 48 0,2 2 0 0,-3 1 128 0,1 3 0 16,-2 5-144-16,-1 4 144 0,-1 2 0 0,-2 4-176 15,-5 2 176-15,-1 4-128 0,1 2 128 0,-1 2 0 16,-5 7 0-16,0 0 0 0,4-5 0 0,-4 5 0 0,0 0 0 15,0 0 128-15,0 0-128 0,0 0 192 16,0 0-64-16,0 0 0 0,-2 10-128 0,1-1 128 0,0 6-128 16,-2 0 128-16,1 4-128 0,0 3 0 15,1 0 0-15,0 5 0 0,-1-2 0 0,1 2 144 0,1 1-144 0,0-2 160 16,0 0-160-16,1 1 0 16,-1-3 0-16,0-2 0 0,0 1 0 0,2-2 0 15,-1-1 0-15,2-6 0 0,0-1 0 0,1-2 0 0,0-2 0 16,0-1 0-16,0-1 0 0,0 0 0 0,-4-7 0 15,7 4 0-15,-7-4 0 0,6 0 0 0,1 0 0 0,0 0 0 16,1-4 192-16,0 1 0 0,-3 1 0 0,0-2 0 16,2-1-192-16,-1-2-272 0,1-1 64 0,0-1 16 0,-1-1 192 15,1-2 256-15,-1-1-48 0,2 0-16 0,2-9-192 16,3 0-256-16,-1-1 48 0,1 0 16 0,0-3 192 0,2-3 240 16,0-2-48-16,0 0-16 0,-1-1-176 0,2 1 0 15,-1 1-160-15,-1 3 160 0,1 2 0 0,-2 3 0 16,0 0-128-16,-3 2 128 0,2 2 0 0,-2 2 0 15,0 2 0-15,-4 1-144 16,-1-3-384-16,1 6-80 0,-4-2-16 0,2 2 0 16,0-1-720-16,0 1-128 0,-1 2-48 0,-2 1 0 15,1 2-2896-15,-2 5-592 0</inkml:trace>
  <inkml:trace contextRef="#ctx0" brushRef="#br0" timeOffset="55040.69">26348 4004 14735 0,'0'-5'1312'0,"-2"0"-1056"16,-5-2-256-16,3 2 0 0,4 0 7424 0,0 5 1408 0,3-7 304 0,2 1 48 16,1-1-7648-16,4 0-1536 0,1-1-320 0,4 0-48 31,2 0-1632-31,2 2-336 0,3-1-64 0,2-1-15840 0</inkml:trace>
  <inkml:trace contextRef="#ctx0" brushRef="#br0" timeOffset="55191.87">27076 3810 43535 0,'0'0'1920'0,"0"0"416"0,9 0-1872 0,2 0-464 0,3-1 0 0,0 1 0 0,-1 0 928 15,0 0 96-15,0 0 0 0,3-5 16 0,-1 3-48 0,1-2-16 16,1 2 0-16,1-1 0 15,0 0-1232-15,1 3-240 0,-4 0-48 0,2 0-16 16,-1 0-2016-16,-1 0-416 0,1 0-80 0</inkml:trace>
  <inkml:trace contextRef="#ctx0" brushRef="#br0" timeOffset="55671.95">27656 4137 11055 0,'0'0'976'0,"0"0"-784"0,8-1-192 0,-3-3 0 16,0 0 5520-16,-5 4 1072 0,7-2 192 0,-2 0 64 16,0 2-3072-16,-5 0-624 0,0 0-112 0,0 0-32 15,0 0-752-15,0 0-144 0,0 0-48 0,0 0 0 16,0 0-896-16,-4 7-176 0,0-1-32 0,-1 1-16 0,0-1-448 0,-2 2-96 16,-2 1-16-16,0-1 0 0,-3 0-256 15,0 0-128-15,2 1 0 0,-2 0 128 0,-1-1-128 0,0 0 0 16,3-1 0-16,-1 1 112 0,2 0-112 0,3 0 0 15,-1 0 0-15,1-2 0 0,0 1 0 0,6-7 0 16,-3 6 0-16,3-6 0 0,-3 7 0 0,2-1 0 16,1-6 0-16,1 8 0 0,-1-8 0 0,3 7 0 15,-3-7 0-15,6 6 0 0,2 1 0 0,1-2 0 16,4-1 0-16,-1 0 0 0,0-4 0 0,1 2 0 16,0-2 0-16,1 0 0 0,0 0 0 0,1-4 0 15,-1 2 0-15,2-1 0 16,-1-1-640-16,4 2-128 0,0-2-32 0,1 1 0 15,0-1-1952-15,3 0-384 0,0-1-64 0</inkml:trace>
  <inkml:trace contextRef="#ctx0" brushRef="#br0" timeOffset="56059.17">28245 4098 10127 0,'1'-10'896'0,"-1"10"-704"0,-1-3-192 0,1 3 0 16,-3-4 7072-16,3 4 1376 0,0 0 288 0,0 0 48 15,0 0-5008-15,0 0-1024 0,0 0-192 0,-5 9-32 16,-1-1-832-16,-1 3-160 0,-1 0-48 0,1 4 0 16,-3-2-816-16,1 4-160 0,-2 1-48 0,-1 1 0 15,0 2-144-15,3-1-48 0,-1 3 0 0,0 0 0 16,4 1-272-16,1 0 0 0,2-2 0 0,3 1 0 0,0-4 0 0,4 0 0 16,2-2 0-16,4-1 0 15,-1-1 0-15,4-3 0 0,4 1 0 0,0-1-192 16,1-6 192-16,4 1 0 0,3-3 0 0,6 0-144 0,3-2 144 0,0 0 0 15,-4-2 0-15,4-3-128 0,0-1 128 0,-3 0 0 16,-5-2-144-16,-2-2 144 0,6-4 0 0,-7-1 0 16,-3-1-144-16,-3-3 144 0,-3-3 0 0,-1-1 0 15,-4 2 0-15,-2-5 0 0,-2 2 0 0,-4 0 0 16,-1 5 0-16,-3 0 0 0,0-2 0 0,-4-2 0 16,0 0 0-16,-2 1 0 0,-8 1 128 0,-2 1-128 15,-5 1 0-15,-4 0 0 0,-7 0 0 0,-2 1 0 16,-1 2 0-16,2 1 0 15,3 2-832-15,3 1-64 0,0 3-16 0,4 1-24016 0</inkml:trace>
  <inkml:trace contextRef="#ctx0" brushRef="#br0" timeOffset="75069.72">15246 6368 20271 0,'0'0'1792'0,"0"0"-1424"16,0 0-368-16,0 0 0 0,0 0 1632 0,-3-5 256 16,0 0 48-16,2-2 16 0,-1 0 160 0,0 1 48 15,0-1 0-15,0 0 0 0,1-1-416 0,0 0-80 16,-1 1 0-16,0-2-16 0,1 0-496 0,-1 4-112 15,1-2-16-15,0 1 0 0,-2-1-304 0,2 0-64 16,-2 0-16-16,0 2 0 0,0 1-224 0,-4-1-48 0,2 3-16 0,-2 2 0 16,1 4-64-16,-2 4-16 0,-1 4 0 0,0 4 0 15,-3 4-16-15,-2 8-16 0,-3 3 0 0,-2 4 0 16,0 3-240-16,-1 3 144 16,2-2-144-16,0 1 128 0,2-3-128 15,3-1 0-15,1-5 0 0,5-2 0 0,4-3 0 0,2-4 0 0,1-1 0 16,2-5 0-16,3-2-256 0,3-5 64 15,3-1 0-15,2-3 16 16,0-2-320-16,2-2-64 0,1-3-16 0,1-4 0 0,0-1 224 0,-1-3 32 0,1-1 16 16,-2-2 0-16,-2-4 48 0,4-2 16 0,1-1 0 0,-1 0 0 15,-4 0-32-15,1 0-16 0,-1-3 0 0,0 0 0 0,0-2 32 0,-2 3 0 16,0-3 0-16,-3 2 0 0,-1-2 256 0,0 3 0 16,-1 2 0-16,-2 2 0 0,0 2 0 15,-1 3 0-15,0 3 0 0,-2 3 0 0,-1 7 0 0,0 0 0 16,0 0 128-16,0 0-128 0,0 0 400 0,-3 8-16 15,-1 4 0-15,2 1 0 0,-1 0-128 0,0 4-48 16,2 0 0-16,1 3 0 0,1-4-208 0,2 4 0 16,1-4 0-16,1 2 0 0,0-1 0 0,3-2 0 15,1 0 0-15,2-2 0 0,-1 0-320 0,2-1-48 16,1-2-16-16,1-3 0 16,2-5-608-16,1 2-128 0,0-1-32 0,-1-3 0 15,0-3 384-15,-1-1 80 0,-1 2 16 0,-1-5 0 0,2 2 416 0,-2-2 64 16,-2-2 32-16,1-1 0 0,-2-2 160 0,0 0 0 15,0 1 0-15,-2-2 0 0,-2 0 0 0,1-3 0 16,-1 2 0-16,0-3 0 0,-2 4 0 0,-1 0 0 16,0-1 0-16,0 5 0 0,-1 3 272 0,-2 6-16 15,0 0 0-15,0 0 0 0,0 0 560 0,0 0 96 0,-1 8 32 0,0 3 0 16,-2 5 0-16,0 4 0 0,1 3 0 0,-1 1 0 16,2 2-432-16,0 4-64 0,-1 0-32 15,1 1 0-15,1 1-288 0,0 1-128 0,0-3 0 0,3 0 128 16,-1-1-128-16,2-2 0 0,0-1-160 0,1-1 160 15,-1-3-1792 1,3-2-256-16,2-3-48 0,-1-2-16 0,-1 2-1712 0,0-5-336 16</inkml:trace>
  <inkml:trace contextRef="#ctx0" brushRef="#br0" timeOffset="75737.25">16077 6467 10127 0,'-7'-6'896'16,"-4"-1"-704"-16,3 0-192 0,1 2 0 0,-1 0 6448 0,0-1 1248 16,1 0 256-16,0 5 48 0,0-2-5504 0,1 3-1088 15,-1 3-240-15,-1 0-32 0,2 4-48 0,-2 4-16 16,-1 2 0-16,-2 3 0 0,2 0-560 0,1 4-128 16,1-2 0-16,0 2-16 0,0-1-368 0,5 1 0 15,1-2 0-15,2 0 0 0,1 1 0 0,2-2-288 16,2-3 48-16,-1-1 16 15,4-3-1280-15,0 0-256 0,2-3-48 0,-1 0-16 16,2-2 704-16,1-1 144 0,2-1 16 0,1-3 16 16,0-3-48-16,-1-1-16 0,1-1 0 0,1-3 0 15,-1-4 320-15,0-1 64 0,3 0 16 0,-4-5 0 16,-2-3-144-16,0-1-16 0,0-5-16 0,1 2 0 0,-4-2 400 0,0-2 64 16,1-1 32-16,1-12 0 0,-2 7 288 15,-1 2 0-15,-2 2 176 0,-2 5-176 0,-1 5 816 0,-3 7 48 0,-1 3 16 0,0 11 0 16,0 0 544-16,0 0 112 0,0 0 32 0,-9 11 0 15,-2 3 64-15,5 0 16 0,-2 3 0 0,0 7 0 16,-1 3-816-16,1 3-144 0,1 2-48 0,0 0 0 16,2 2-320-16,1-1-64 0,3-2 0 0,1-1-16 0,1-1-240 15,3-3 128-15,1-2-128 0,3-1 0 0,1-1 0 16,1-4 0-16,2-2-208 0,2-2 64 16,3-2-416-16,0-2-80 0,-1-6 0 15,0-1-16-15,2-2 224 0,1-4 48 0,1-2 16 0,10-8 0 0,-4 1 240 16,-1 1 128-16,-3-1-160 0,-1-2 160 0,0-9 0 0,0 1 0 15,-1 0 0-15,1-1 0 0,-4-1 0 16,-1-1 0-16,-2-1 0 0,-1-1 0 0,-1 1 0 0,-3 1 128 16,-2 3-128-16,-2 5 160 0,-3 4-32 0,0 4-128 15,-2 9 192-15,0 0-64 0,-7-5 384 0,-1 3 64 16,-2 5 0-16,0 6 16 0,-3 4 256 16,1 3 48-16,-1 5 16 0,0 2 0 0,0 3-464 0,1 0-80 15,0 2-32-15,6-12 0 0,1 5-16 0,1 0 0 16,1 0 0-16,3-1 0 0,3-3-160 0,1 1-32 15,2-3-128-15,3 1 192 0,2-2-192 0,2-1 0 16,2-2-144-16,11 2 144 0,-1-3-288 0,2-3 32 16,0-2 16-16,0-1 0 15,0 0-144-15,-6-1-16 0,4 0-16 0,4 0 0 16,1 1-1248-16,6 0-240 0,2 0-48 0,5 4-17456 0</inkml:trace>
  <inkml:trace contextRef="#ctx0" brushRef="#br0" timeOffset="76381.45">16313 7694 28559 0,'-6'-4'2544'0,"1"-1"-2032"16,5 5-512-16,-6-2 0 0,6 2 2304 0,-6 0 352 15,6 0 80-15,-7 7 16 0,1-2-1360 0,-1 6-272 16,0 3-48-16,-1 4-16 0,-1 3-48 0,-2 4-16 0,-1 2 0 0,6-7 0 16,-2 2-496-16,-1 4-112 0,0-3 0 0,0 2-16 15,0 0-240-15,1-4-128 0,0 1 128 0,1-4-128 16,2 0 0-16,1-4 128 15,2-4-128-15,-1-2 0 0,3-8 0 0,0 0 0 0,0 0 0 0,0 0 0 32,0 0-480-32,0 0-16 0,7-7 0 0,-1-2 0 0,2 0 96 0,0-4 16 0,1-4 0 0,5-9 0 15,-1 0 160-15,0-3 32 0,-1 1 16 0,0-4 0 16,0 1 176-16,-1-3 0 0,1 1-144 0,1 1 144 0,-1 4 0 16,0 4 0-16,-3 3 0 0,-2 4 0 0,-1 4 256 0,0 2 0 15,-6 11 16-15,0 0 0 0,0 0 176 0,9 8 16 16,-1 4 16-16,-1 2 0 15,-2 2 96-15,1 2 32 0,1 6 0 0,-1 3 0 0,2 2-288 0,0 2-64 16,-1 0-16-16,-2-9 0 0,1 2-240 16,2-1 0-16,-1 2 128 0,0 1-128 0,1 0 0 0,0-1-160 15,-1-3 32-15,0 0 0 16,0 1-1072-16,0-3-208 0,-2 0-32 16,1-2-16-16,3 1-1232 0,-1-5-240 0,0 0-48 0,-4 1-13440 15</inkml:trace>
  <inkml:trace contextRef="#ctx0" brushRef="#br0" timeOffset="77020.7">16326 7905 31727 0,'0'0'1408'0,"-6"5"288"0,-1 2-1360 0,2 1-336 0,0-1 0 0,1 4 0 16,0 2 800-16,-1 1 96 0,1 2 0 0,1 3 16 15,1 4 304-15,-1 1 48 0,1 5 16 0,0 1 0 16,1 0-640-16,0 4-128 0,-1 4-32 0,1 23 0 0,0-2-64 0,1-18-16 16,-2 5 0-16,2 6 0 0,0 2-208 0,-1 4-64 15,0 2 0-15,0 2 0 0,-1 0-128 16,2 3 192-16,-2 2-192 0,-1 1 192 0,-1 1-192 15,2 1 0-15,-1 0 144 0,-1 2-144 0,0 0 0 16,0 1 128-16,0 2-128 0,0 1 0 0,-1 0 0 0,1-1 128 16,-2 2-128-16,-1 1 0 0,1 3 0 0,-1 0 0 15,1 1 0-15,-2 0 128 0,-1-5-128 0,1 2 0 16,1 3 0-16,2-1 0 0,0 3 0 0,1-3 0 16,-1 0 0-16,0 0 0 0,-2 1 0 0,2 4 0 15,-2 4 0-15,1-4 128 0,2 0-128 0,-1 1 0 16,-2 2 0-16,2 4 0 0,0-2 0 0,0-1 128 15,-2-3-128-15,2-1 128 0,0 1 0 0,1 2 16 16,0 1 0-16,0-1 0 0,1-3-16 0,2-1-128 0,2-18 192 0,1 4-64 16,-2 2-128-16,1 2 0 15,1 1 0-15,2 0 0 0,-1-1 0 0,1 3 0 16,1 3 128-16,-1 0-128 0,1 19 0 0,-1-7 0 0,0-6 0 16,0-4 128-16,1-5 16 0,0-1 0 0,2 0 0 0,-2-4 0 15,0-4-144-15,1-3 160 0,-3-2-160 0,3-1 160 16,-1-3-160-16,0 1 0 0,2 0 0 0,-2-1 0 15,0-4 192-15,0-2-32 0,0-4-16 0,1-1 0 16,-2-1 304-16,1-5 48 0,-1-3 16 0,-2 0 0 16,1-4-128-16,1 1 0 0,0-5-16 0,-2-2 0 15,1-3-224-15,0 0-144 0,-2-7 192 0,2 0-192 0,-2-3 320 16,1-1-64-16,1-3 0 0,1-4 0 16,-1 0-2000-16,2-1-416 0,1-2-80 15,2-1-18336-15</inkml:trace>
  <inkml:trace contextRef="#ctx0" brushRef="#br0" timeOffset="77938.08">16182 15086 33455 0,'0'0'1472'0,"0"0"320"0,0 0-1424 0,0 0-368 16,0 0 0-16,6-7 0 0,3 2 576 0,2 1 32 16,-1-1 16-16,3 0 0 0,2 0-80 0,0 1-16 15,2-3 0-15,4 5 0 0,1-4 128 0,3 2 32 16,4 1 0-16,2-1 0 0,3 1-272 0,4 0-48 15,2 2-16-15,3 1 0 0,0 1 64 0,0-1 16 16,3 0 0-16,1 0 0 0,1-1-192 0,4 1-48 0,5 0 0 0,6 0 0 16,5 3-16-16,5-1-16 0,1-2 0 15,4 0 0-15,1 0 176 0,7 0 48 16,6 0 0-16,5 0 0 0,-1 0-192 0,5 0-48 16,2-1 0-16,5 0 0 0,4-1-144 0,3 1 192 0,-2 1-192 15,6 0 192-15,3 1-192 0,1 2 160 16,-2-2-160-16,7 3 160 0,5 1-160 0,-3 1 0 0,-3-2 0 15,3 2 0-15,4 1 0 0,-2-2 0 0,-4 0 0 0,3 3 0 16,6-2 0-16,-2 0 0 0,-6 0 0 0,5 1 0 16,5-2 0-16,-4 0 0 0,-6-1 0 0,2 1 0 0,5 0 0 15,-4 1 208-15,-5-5-48 0,4 2-16 0,2 0 64 0,-5 0 16 16,-2 0 0-16,0-1 0 0,2 1 16 16,-3-1 0-16,-2 1 0 0,-3-2 0 0,-4-1-16 15,3 0 0-15,2 2 0 0,-9-1 0 0,-8-1-16 0,3 3 0 16,4-3 0-16,-4 1 0 0,-7 0-32 0,-3-1-16 15,-5 2 0-15,0 0 0 0,-1 1-160 0,-4-2 192 16,-6 3-192-16,-4 1 192 0,-11-2-64 0,0 1-128 16,-3-2 192-16,0 1-64 0,-2 0 0 0,-3 0 0 15,-4 3 0-15,-4-4 0 0,-6 2-128 0,-6 0 192 16,-5 0-192-16,-2 0 192 0,-4-2-192 0,-1 1 192 16,1 0-192-16,-7-1 192 0,-3 1-192 0,-2 0 128 15,-4-1-128-15,-11-2 128 0,11 0-128 0,-11 0 0 16,0 0 0-16,0 0 0 15,0 0-848-15,0 0-256 0,0 0-48 0,0 0-16 16,0 0-1920-16,0 0-384 0,0 0-80 0</inkml:trace>
  <inkml:trace contextRef="#ctx0" brushRef="#br0" timeOffset="78325.2">24725 15044 45951 0,'0'0'2048'0,"0"0"400"0,-7-2-1952 0,7 2-496 0,-5 0 0 0,5 0 0 15,0 0 0-15,0 0-288 0,0 0 32 0,0 0 16 16,0 0 832-16,0 0 176 0,4 6 16 0,1 1 16 16,2-2-272-16,-1 1-48 0,2 1-16 0,1 1 0 0,3 0-176 15,1 1-32-15,0-3-16 0,2 3 0 16,0 0-240-16,0 3 176 0,-1-5-176 0,-1-1 160 0,3 2-160 0,-3 1 0 15,0-1 0-15,0 1 0 0,0-1 0 0,-2 0 0 16,0 0-176-16,-1 1 176 0,-1-3 0 0,-2 1 0 16,-7-7 0-16,4 8 0 0,-2-2 0 0,0 1 0 15,-2-1 128-15,-3 1-128 0,-2 0 368 0,-2 0 0 16,0-1 0-16,-1 1 0 0,-1-1 112 0,0 1 32 16,-6-2 0-16,2 2 0 0,0-1-128 0,0 1 0 15,0-2-16-15,0 2 0 0,0-1-224 0,0 1-144 16,0-2 192-16,1 0-192 15,0 0-384-15,2-1-176 0,1 1-32 0,2 2-16 16,2-1-2144-16,0 6-416 16,2 0-96-16</inkml:trace>
  <inkml:trace contextRef="#ctx0" brushRef="#br0" timeOffset="78811.55">24533 15884 35183 0,'0'0'1552'0,"0"-4"336"0,0-3-1504 0,2 1-384 0,-2 6 0 0,0 0 0 0,0 0 1776 0,0 0 272 15,0 0 64-15,0 0 16 0,0 0-112 0,9 1-32 16,-9-1 0-16,9 8 0 0,-1 1-784 0,1 3-176 16,0 2-16-16,0 3-16 0,-1 3-368 0,1 1-80 15,1-1-16-15,1 1 0 0,-2 1-256 0,1-2-48 16,0 1-16-16,1-3 0 0,-2 0-208 0,1-1 144 16,-3 0-144-16,0-1 128 0,-1-3-128 0,1 0 0 15,-1-1 0-15,0-2 128 0,-1-2-128 0,0-2 0 16,-1 1 144-16,1-1-144 0,-5-6 0 0,0 0 144 15,0 0-144-15,7 2 0 0,-1-2 160 0,1-2-160 16,-1-1 128-16,1-3-128 0,-1-1 0 0,2-3 128 16,0 0-128-16,1-3 0 0,-1-3 0 0,1-1 0 15,0-1 128-15,7-11-128 0,-2-1 0 0,1 2 0 0,-2-4 0 0,1 0 0 16,-1-2 0-16,1 1 0 0,1 2 0 16,-8 13 0-16,0-4 0 0,-2 1 0 0,3-1 0 15,0 1 0-15,-2 0-240 0,1 1 32 16,1 2 0-16,0 1 0 15,-2 0-1440-15,1 3-272 0,0 2-64 0,0 2-21120 0</inkml:trace>
  <inkml:trace contextRef="#ctx0" brushRef="#br0" timeOffset="80716.66">24458 16118 34271 0,'0'0'1520'0,"0"0"304"0,-7-6-1456 0,2-3-368 15,0-2 0-15,1 2 0 0,4 9 1744 0,-1-6 288 0,1 6 48 0,0 0 16 16,1-8-48-16,-1 8 0 16,8-7 0-16,0 2 0 0,1 1-1344 0,2 0-288 0,4 0-48 0,3 3-16 15,3 1-144-15,1-1-16 0,3-3-16 0,2 4 0 16,1 0-176-16,0 0 192 0,0 0-192 0,-1 1 192 15,0 1-192-15,1-2 0 0,-2 0 0 0,-1 0 0 32,-3 0-944-32,1 0-160 0,1 0-48 0,-1 1 0 15,-1 1-1664-15,0 1-320 0,-1 0-80 0</inkml:trace>
  <inkml:trace contextRef="#ctx0" brushRef="#br0" timeOffset="81979.48">14971 8356 43999 0,'0'0'1952'0,"-10"0"400"0,10 0-1888 0,0 0-464 15,0 0 0-15,0 0 0 0,0 0-144 0,0 0-128 16,-1 12-32-16,1 2 0 0,0 2 864 0,0-4 160 16,0 3 48-16,1 3 0 0,1 5-208 0,0 1-48 0,1 5 0 0,0 1 0 15,0 0 16-15,0 0 0 0,-2-1 0 16,1 1 0-16,-1 0-64 0,0 0-16 0,-1-4 0 0,0-1 0 15,0-3-256-15,2-1-48 0,-1-3-16 0,0-1 0 16,-1-4-128-16,0-1-176 0,2-3 48 0,-2-9 0 16,0 0-1696-16,0 0-336 0,3 5-64 15,-3-5-16-15,0 0-2000 16,0 0-416-16</inkml:trace>
  <inkml:trace contextRef="#ctx0" brushRef="#br0" timeOffset="82291.31">14778 8406 15663 0,'-11'-6'1392'0,"5"4"-1120"0,-2-2-272 0,3 0 0 0,5 4 6288 0,0 0 1200 16,0 0 256-16,0 0 32 0,1-4-5664 0,2-2-1152 15,3-1-208-15,3 1-48 0,4-1-16 0,3 1 0 16,1-1 0-16,4 0 0 0,1 0-304 0,3 0-64 16,1 1-16-16,2-1 0 0,1 1-96 0,1 0-16 15,0 0 0-15,13-1 0 0,-6 3-192 0,-5 2 0 16,-3 2 0-16,-3 2 0 0,-4 1 128 0,-2 1-128 15,-5 0 0-15,0 2 0 0,-5 2 192 0,0 1-64 16,-3 2-128-16,-2-1 192 0,-5-10 176 0,0 17 16 16,-1-4 16-16,-2 4 0 0,-2-1 32 0,0-5 0 15,-2 3 0-15,0 0 0 0,-1 0-160 0,-3 3-16 16,1-3-16-16,-3 2 0 0,-2 0-96 0,1-2-16 0,0-1 0 0,-1 1 0 16,2 2-128-16,0-3 0 0,0 2 0 0,0-4 128 31,3 0-784-31,-2-4-176 0,2 1-16 0,3 1-15072 0,5 3-3008 0</inkml:trace>
  <inkml:trace contextRef="#ctx0" brushRef="#br0" timeOffset="89528.89">20766 8865 8287 0,'0'0'736'0,"0"0"-592"0,0 0-144 0,0 0 0 16,0 0 2000-16,0 0 368 0,0 0 80 0,0 0 16 15,0 0-480-15,0 0-80 0,0 0-32 0,0 0 0 0,-3-6 240 0,0 4 32 16,3 2 16-16,-2-5 0 0,-1 1-224 0,3 4-32 16,-2-6-16-16,-1 2 0 0,-1 2-384 0,1-2-80 15,0 1-16-15,-1 1 0 0,0-1-336 0,-2 1-80 16,1-2-16-16,0 0 0 0,-1-2-336 0,-1 3-80 16,1-3-16-16,-1 2 0 0,-1-1-176 0,2 1-48 15,-2 2 0-15,1-3 0 0,-1 1-64 0,1 0 0 16,-4-2-16-16,1 3 0 0,-1-1-48 0,1 0 0 15,0 0 0-15,0 1 0 0,0-1 0 0,0 3-16 16,-2 0 0-16,0 1 0 0,-1-4 16 0,0 1 0 16,-1 1 0-16,-1-1 0 0,-2 0-48 0,0 1 0 15,0 0 0-15,-1 1 0 0,0-1-144 0,-2 0 192 16,1 1-192-16,-2 0 192 0,0-1-192 0,-1 1 128 16,0 0-128-16,0-2 128 0,-1 2-128 0,1 1 160 0,1-1-160 0,-9 1 160 15,3 2-160-15,1 1 128 0,-3-1-128 0,3 1 128 16,1 1-128-16,-1 0 128 15,-2 0-128-15,-2 0 128 0,0-1-128 0,-2 3 128 0,1-4-128 0,0 4 128 16,0-1-128-16,-1 1 160 0,0 2-160 0,0-1 160 16,1-1-160-16,2 1 0 0,1-1 0 0,0 2 128 15,-2 0-128-15,2 2 0 0,3-1 0 0,-2 2 0 16,-2-1 0-16,2-1 128 0,-1 3-128 0,-1 0 0 16,-1 0 128-16,0 1-128 0,2 0 0 15,-2 0 128-15,0-2-128 0,0 4 128 0,0 0-128 0,0 0 128 16,1-2-128-16,2 4 0 0,-1 0 0 0,1 0 128 15,-2 0-128-15,1 2 0 0,2 2 0 0,-2 0 0 16,1-6 0-16,0 6 128 0,-1-1-128 0,1 1 0 16,-2-2 0-16,2 2 128 0,1 1-128 0,-2 2 0 15,1-2 128-15,-1 3-128 0,1 1 128 0,2 0-128 0,1 0 0 16,0 1 128-16,2 1-128 0,1-1 0 0,-1 2 0 16,2-1 0-16,1 1 0 0,1 0 0 0,-2-1 0 15,2 0 0-15,-1-1 0 0,3-1 0 0,-1-1 0 0,1 2 0 16,0 2 0-16,2 1 0 0,0 1 0 0,1 2 0 15,-2 0 0-15,6-10 0 0,-3 4 0 0,1 2 0 16,0 2 0-16,1 2 0 0,-1 0 0 0,1-1 0 16,-2 1 0-16,0-1 0 0,1 0 128 0,-1-1-128 15,0 2 128-15,-1-1-128 0,1 2 0 0,1 1 0 16,0 2 0-16,1-2 0 0,1 0 0 0,0 2 0 16,1-1 0-16,0 3 0 0,-1-2 0 0,2-1 0 15,1-2 0-15,1 0 0 0,-1 0 0 0,1 1 0 16,0 2 0-16,0 0 0 0,0 0 0 0,1 2 0 0,0-1 0 0,0-2 0 15,1 2 0-15,1 1 0 0,0 0 0 16,1-2 0-16,-2-3 0 0,3 0 0 0,3 0 0 0,0 0 0 16,-1-1 0-16,1 3 0 15,1-2 0-15,1-1 0 0,0 3 0 0,0-1 0 0,-1 1 0 0,0 1 0 16,1-2 0-16,2 0 0 0,1 0 0 0,1-2 0 16,1 0 0-16,2-3 0 0,-2 0 0 0,3 1 0 15,1 0 0-15,0 0 0 0,2 1 0 0,-2 0 0 16,0 2 0-16,1-1 0 0,-2 1 0 0,1-3 0 15,2 2 0-15,1 1 0 0,-1-2 0 0,3-1 0 16,-1-1 0-16,0-1 0 0,2 0 0 0,1-2 0 16,1-1 0-16,-1 2 0 0,1-1 0 0,1 0 0 0,2-1 0 15,0 2 0-15,-2 0 0 0,2 1 0 0,0-3 0 16,1 3 0-16,1-3 0 0,1 1 0 0,-2 2 0 0,0 0 0 16,0-1 0-16,1-3 0 0,1 0 0 0,-1-2 0 15,2 0 0-15,1-1 0 16,1-1 0-16,0 2 0 0,1-1 0 0,1 0 0 0,0 1 0 15,2-3 0-15,2 1 128 0,1 0-128 0,-1 0 0 0,1 0 0 16,0 1 0-16,0-2 0 0,-2-1 0 0,2 1 0 16,0 1 0-16,2-3 0 0,1 0 0 0,-1-1 0 15,1 1 0-15,-1-1 0 0,4 0 0 0,1 0 0 16,0-4 0-16,-2 0 0 0,-1-1 0 0,0 0 0 16,1 1 0-16,1-3 0 0,2-1 0 0,-1-1 0 15,-2-1 0-15,4-1 0 0,3 1 0 0,-2-1 0 16,-1 1 0-16,0-1 0 0,-1-2 0 0,-1 3 0 15,1-2 0-15,1-1 0 0,1 0 0 0,2-3 0 16,-2 0 0-16,1 3 0 0,2-3 0 0,0 1 0 0,0-1 0 16,-3-1 0-16,-2 3 0 0,1-3 0 15,0-4 0-15,-2 1 0 0,2 1 0 0,0 0 0 0,3 2 0 0,-3-1 0 16,0-3 0-16,-3 0 192 0,-1 0-64 16,-1 0 0-16,-2 0-128 0,0 0-144 0,1-1 144 0,1-1-208 15,-1-1 208-15,1 1 0 0,-2-2 0 0,2 0 0 16,1-1 0-16,-1 1 0 0,-2-1 0 15,-2-1 0-15,-1-1 0 0,-4-2 0 0,0 1 0 0,1 1 0 16,-1-2 0-16,0 0 0 0,1-2 0 0,-2 2 0 16,-1 0 0-16,0 0 0 0,1 0 0 0,0 0 0 15,1-3 0-15,14-5 0 0,-10 5 0 0,-3-3 0 0,-1 2 0 16,-4 0 0-16,-3-1 0 0,-2 0 0 0,-1 1 128 0,-1 1-128 16,0-1 0-16,0 0 0 0,0 0 0 0,-2 1 0 15,-1-1 0-15,2 1 0 0,1 2 128 0,-2 1-128 16,-3-3 0-16,1 3 0 0,-1 0 128 0,0-2-128 15,0-3 0-15,1 1 0 0,1 0 144 0,0 0-144 16,-1 0 0-16,1-1 144 0,-1-3-144 0,1 0 0 16,0 2 0-16,-2-2 128 0,0-1-128 0,-1-3 0 15,1 2 0-15,-1-1 128 0,-2-1-128 16,1 3 0-16,-2 0 0 0,0 1 0 0,1 2 0 16,-1-1 0-16,-1 1 128 0,1 0-128 0,-1-2 0 0,-1 3 0 15,0 0 0-15,-2 0 0 0,1-2 0 0,1-1 128 16,-2-1-128-16,1 1 0 0,1-2 128 0,-2-1-128 0,-1 5 0 15,0-5 128-15,-2 1-128 0,3-2 0 16,0-4 0-16,-1 3 0 0,-3 2 0 0,2-1 128 0,-1 0-128 0,0 0 0 16,0 0 0-16,1 2 0 0,-1 2 128 0,1 2-128 15,-3-1 0-15,1 2 0 0,0-2 0 0,-1 1 0 16,0-2 0-16,0-1 0 16,-2-2 128-16,1 1-128 0,0-1 0 0,-1 2 0 0,1 0 0 0,-2-2 128 15,0 1-80-15,2-1-48 0,0 1 0 16,-1 0 0-16,1-1 0 0,-1-1 0 0,0 1 0 0,0-1 0 15,0 1 0-15,-1 2 0 0,0 1 0 0,1 2 0 16,-1 0 0-16,-1 0 0 0,0-1 0 0,0 0 0 16,0-5 0-16,0 0 0 0,-1 0 0 0,-1 2 0 0,1 1 0 15,0 1 0-15,-1 0 0 0,1-3 0 16,0-2 0-16,-1 2 0 0,0 1 0 0,-1 0 0 0,1-2 0 0,-1 3 0 16,0 0 0-16,1 0 0 15,-1-2 0-15,1 5 0 0,-1 0 0 0,-1 2 0 0,0 0 0 0,-1 2 0 16,2-5 0-16,1 1 0 0,-2-1 0 15,0-1 0-15,-1-1 0 0,0 1 0 0,-1-2 0 0,1 3 0 16,0-1 0-16,1 2 0 0,0-2 0 0,0 0 0 16,-1-2 0-16,0 0 0 0,-2 3 0 0,1-1 0 15,-1 1 0-15,1-2 0 0,-2 1 0 0,0-2 0 16,1 1 0-16,1 2 0 0,-2 2 0 0,0 0 0 16,2-2 0-16,-2 2 0 0,-1-2 0 0,0-1 0 0,0-1 0 15,2-1 0-15,-2-2 0 0,-1 1 0 16,-1 0 0-16,1 0 0 0,-1 2 0 0,1 0 0 15,1 0 0-15,-2-2 0 0,0-1 0 0,-1 5 0 16,1-6 0-16,0 3 0 0,-1 2 0 0,3 7 0 16,-2-1 0-16,1-1 0 0,-3 2 0 0,-7-13 0 15,2 3 0-15,1 3 0 0,-2 3 0 0,2-1 0 16,-2-2 0-16,1 1 0 0,0 0 0 0,0 0 0 0,2 0 0 16,2 1 0-16,1 2 0 0,0 0 0 15,-1-1 0-15,1 1 0 0,0 3 0 0,0-4 0 0,-2 1 0 16,0 0 0-16,2 0 0 0,0 1 0 0,0 1 0 15,0-1 0-15,0-2 0 0,0 2 0 0,-1 0 0 0,1 2 0 16,-2 0 0-16,1 1 0 0,1 2 0 16,0-1 0-16,0-1 0 0,-1 2 0 0,-2-1 0 0,2 0 0 15,-1 2 0-15,0-2 0 0,-2 0 0 0,0-1 0 16,1 3 0-16,1-2 0 0,-2-1 0 0,0 1 0 16,0 1 0-16,0-1 0 0,-2 1 0 15,4 1 0-15,-1-2 0 0,3 1 0 0,0-1 0 0,-1 1 0 0,-2 2 0 0,2 0 0 16,-2 1 0-16,0-1 0 0,1 0 0 0,-1 1 0 15,3-2 0-15,-1 1 0 0,-1 0 0 0,1-2 0 16,-2 1 0-16,2 1 0 0,-1 1 0 0,0-1 0 16,2 0 0-16,0-2 0 0,-1-1 0 0,-1 3 0 15,1-1 0-15,-2 1 0 0,-1 0 0 0,2 1 0 16,-1-1 0-16,1 1 0 0,-2 0 0 0,0 3 0 16,0-2 0-16,-2 1 0 0,0-3 0 0,1 1 0 15,-1 0 0-15,4 3 0 0,-1-2 0 0,2 1 0 16,-3 0 0-16,-1 1 0 0,-1 0 0 0,2 0 0 15,0 0 0-15,0 1 0 0,1-2 0 0,1 5 0 16,-2-3 0-16,0 0 0 0,0-1 0 0,2 0 0 0,0 0 0 16,2 1 0-16,-4 1 0 0,0-2 0 15,2 1 0-15,-1 0 0 0,-1 0 0 0,0-1 0 0,0 0 0 0,0 1 0 16,-1 0 0-16,0 3 0 16,0-2 0-16,-1 0 0 0,-2-2 0 0,2 0 0 0,1-1 0 15,2 2 0-15,2 0 0 0,-3 1 0 0,-2-1 0 16,1 0 0-16,0-1 0 0,0 1 0 0,-1 2 0 0,4-1 0 15,-2 2 0-15,0-2 0 0,0 6 0 16,7-6 0-16,-4 0 0 0,1 1 0 0,-1-1 0 16,0 2 0-16,-1 0 0 0,-2-1 0 0,1 0 0 0,-1-1 0 15,0 2 0-15,0-1 0 0,-2 1 0 16,-5-3 0-16,-1 3 0 0,3 1 0 0,1 1 0 0,0-1 0 16,0-1 0-16,3 0 0 0,1 1 0 15,0 0 0-15,-1 0 0 0,0 0 0 0,-1 0 0 0,2 0 0 16,0 0 0-16,0 1 0 0,-1 2 0 0,1-1 0 0,0-2 0 0,2 1 0 15,-2 1 0-15,0 0 0 0,1 0 0 16,0 0 0-16,-1 0 0 0,2-1 0 0,-3-1 0 16,1 1 0-16,0 1 0 0,-2 0 0 0,2 2 0 0,1 0 0 15,-1-1 0-15,0 0 0 0,0 3 0 0,1-4 0 16,-1 2 0-16,-1 0 0 0,1 1 0 0,1 1 0 16,2-3 0-16,0 3 0 0,1-2 0 0,-2-2 0 15,-3-1 0-15,8 2 0 0,-2 0 0 0,0-1 0 16,-1 1 0-16,-7 2 0 0,5-1 0 0,-1 0 0 15,1-1 0-15,4 0 0 0,-1 3 0 0,-6 2 0 16,0-2 0-16,1-1 0 0,1-1 0 0,6-1 0 16,-2 1 0-16,0 0 0 0,-1-2 0 0,0 2 0 0,0 0 0 15,-4 1 0-15,3 0 0 0,5-1 0 16,-2-1 0-16,1 0 0 0,-2 0 0 0,1 3-160 16,-3-2 160-16,3 1-192 15,-2 0-496-15,1 0-96 0,0 2-32 0,3-1 0 16,1 1-2240-16,-1 3-448 0</inkml:trace>
  <inkml:trace contextRef="#ctx0" brushRef="#br0" timeOffset="94482.87">20560 8364 45951 0,'-15'-1'2048'0,"6"1"400"0,1-2-1952 0,-1 2-496 0,9 0 0 0,-10-1 0 16,2 1 1584-16,8 0 208 0,0 0 64 0,0 0 0 16,0 0-464-16,0 0-96 0,0 0-16 0,0 0 0 15,-3 9-832-15,3-9-160 0,7 14-32 0,2 1-16 16,3-1-240-16,1 1 0 0,2-1 0 0,4 0 0 16,0 1 0-16,-4-5 128 0,-1 0-128 0,3 2 0 15,0 0 0-15,4 1 128 0,1 0-128 0,1-1 0 0,1 1 0 0,-2 0 0 16,-3-2 0-16,2 3 0 0,-1 1 0 0,-2-4 0 15,-1-2 0-15,-3 1 0 0,1 1 0 0,-4-1 0 16,-1 2 0-16,-4-2 0 0,-1-3 0 0,-1-1 0 16,-2 1 0-16,-2-7 0 0,0 0 128 0,-3 8-128 15,-1-2 0-15,-1-1 144 0,-3 0-16 0,-1 1-128 16,-2 0 192-16,0-3-64 0,-1 1-80 0,-1-2-48 16,-3 1 0-16,-1 1 0 15,-1 1 0-15,-1 0 0 0,-1 1 0 0,-7 3 0 0,2 0 0 16,1 1 0-16,-3-2 0 0,1 1 0 0,0 0 0 0,2 2 0 15,1 2 0-15,2-2 0 0,3 0 0 0,0-1 0 16,-1-2 0-16,4 1 0 0,0 0 0 0,2 1 0 16,2-1 0-16,0 0 0 15,-1-1-704-15,6-3-128 0,-1 0-16 0,3 0-16112 16,4 2-3200-16</inkml:trace>
  <inkml:trace contextRef="#ctx0" brushRef="#br0" timeOffset="95466.49">21073 13136 23951 0,'0'0'2128'0,"0"0"-1696"0,0 0-432 0,-4 0 0 0,4 0 5696 0,-4 0 1072 16,1 1 208-16,-4 0 32 0,2 2-4064 0,-3 1-832 15,-1 1-144-15,0 0-48 0,-2 0-896 0,1 1-192 16,-2 0-48-16,-1 2 0 0,-1 1-624 0,-2 0-112 16,0 2-48-16,1-2 0 0,-3 2 0 0,-1 5 0 15,0-3 0-15,-2 4 0 0,-1-1 0 0,0 1 0 16,-1 1 0-16,0 1 0 0,2 1 0 0,-1 0 0 16,1-1 0-16,0-3 0 0,0 1 0 0,2 0 0 15,-1-3 0-15,3 2 0 0,2-3 0 0,0 1 0 0,1-1 0 16,2 0 0-16,1 0 0 0,0-2 0 0,1 0 0 0,-3 6 0 15,3-2 0-15,4-2 0 0,-1 0 0 16,4 0 0-16,0-3 0 0,2 2 0 0,1-2 0 0,2 2 0 16,1 0 0-16,1-1 0 0,2 3 0 0,5-1 0 15,-1-2 0-15,3 1 0 0,3 1 0 0,3 0 0 16,2 0 0-16,1 0 0 0,2 0 0 0,-7-5 0 16,2 4 0-16,2-3 0 0,0 1 0 0,1 1 0 15,0-1 0-15,1 1 0 0,-3-2 0 0,-1 0 0 16,-2 0 0-16,-3-1 0 0,-1-2 0 15,-3 0 0-15,0-1 0 0,-3 1 0 0,-7-6 0 0,7 7 0 16,-7-7-368-16,0 0-16 0,0 0 0 0,-3 8-16832 16,1-1-3392-16</inkml:trace>
  <inkml:trace contextRef="#ctx0" brushRef="#br0" timeOffset="115035.06">24900 8326 34895 0,'0'0'1536'0,"0"0"336"0,-7-4-1488 0,2 0-384 0,5 4 0 0,0 0 0 15,0 0 416-15,0 0 16 0,0 0 0 0,0 0 0 16,-3 6 544-16,2 4 112 0,0 3 32 0,2 5 0 0,0 4-416 0,2 1-64 16,2 3-32-16,2 4 0 0,2 1-160 0,0 4-48 15,-1 2 0-15,2 0 0 0,2 4-16 0,2 10-16 16,1-2 0-16,-2-2 0 0,-2-4-48 0,0-1-16 15,-2-3 0-15,0-2 0 0,-1-5-128 16,0-3-32-16,-2-4 0 0,1-2 0 0,-2-2-16 16,-1-3 0-16,0-2 0 0,-2-3 0 0,0-7 16 0,-2-6 0 15,1 8 0-15,-1-8 0 0,0 0-16 0,0 0 0 16,0 0 0-16,0 0 0 0,1-8-128 0,2-5 0 16,0-1 0-16,0-6 128 0,0-2-128 0,0-1 0 15,-1-7 0-15,2-1 0 0,1-5 0 0,1-2-176 16,0-1 176-16,1-1-192 0,0 1 192 0,1 1-160 15,0 2 160-15,0 3-160 0,0 6 160 0,0 2 0 16,-1 3 0-16,1 5 0 0,-3 4 0 0,1 1 0 16,-1 4 0-16,-5 8 0 0,0 0 0 0,8 0 0 15,-2 3 0-15,1 3-128 0,-1 6 128 0,2 4 0 0,1 3 0 0,2 5 0 16,-2 3 0-16,1 4 0 0,2 3 0 0,0-1 0 16,-1 1 0-16,1-2 0 0,1 0 0 15,-2-4 0-15,-1-2 0 0,2-2 0 0,-2-3 0 0,1-3 0 16,-2-2 0-16,0-3 0 0,-1-2 0 0,1-4 0 15,-1-2 0-15,-1-2 0 0,3-3 0 16,-3-2 0-16,1-2 160 0,0-1-32 0,-3-4-128 0,0-1 192 16,1-3 48-16,0-4 0 0,1-2 0 0,-1-3 0 15,-1-3-48-15,3-2-16 0,0-3 0 0,0-1 0 16,-2-2-176-16,0-1 0 0,0 0 144 0,1 1-144 16,-2-1 0-16,0 0-192 0,0 1 32 0,-1 2 0 15,0 2-976-15,0 3-192 16,-1 0-32-16,-1 3-16 0,0 0-1072 0,-2 4-224 0,-2 1-32 0</inkml:trace>
  <inkml:trace contextRef="#ctx0" brushRef="#br0" timeOffset="115313.35">24515 8271 42335 0,'0'0'1872'0,"0"0"384"0,-5-1-1808 16,5 1-448-16,0 0 0 0,0 0 0 0,0 0 0 0,12-4-256 16,1 3 16-16,1 0 16 0,4 1 224 0,4 0 0 0,3-3 144 0,4 2-144 15,0-1 0-15,2 1 0 16,1 0 0-16,1-2 0 15,0-2-1440-15,2 1-384 0,3 0-80 0,2 1-14752 0</inkml:trace>
  <inkml:trace contextRef="#ctx0" brushRef="#br0" timeOffset="115458.29">25480 8175 35935 0,'0'0'1600'0,"0"0"320"0,0 0-1536 0,10-3-384 0,-1-1 0 0,3 2 0 0,2-2 1440 0,0 3 224 15,-1-5 32-15,2 2 16 0,3 1-688 0,-1-4-144 16,3 2-32-16,2 0 0 0,3-1-720 0,0 2-128 15,-1 1 0-15,3-3-128 16,1 5-2368-16,1 1-480 0,-4-3-96 0</inkml:trace>
  <inkml:trace contextRef="#ctx0" brushRef="#br0" timeOffset="116480.54">25657 8913 29199 0,'0'0'1280'0,"0"0"288"0,0 0-1248 0,0 0-320 0,-4 0 0 0,2 0 0 15,2 1 1744-15,0-1 304 0,0 0 48 0,0 7 16 16,1 2-144-16,0 1-32 0,1 1 0 0,-1 4 0 0,3 1-912 0,0 2-176 15,-2 2-32-15,2 1-16 0,0 1-224 0,0 0-32 16,-1-1-16-16,1 0 0 0,-2-2-176 0,1 1-32 16,-1-1-16-16,1 1 0 0,0-3-144 0,-2-2-32 15,-1-2 0-15,0-2 0 0,1-3 0 0,-1-8-128 16,0 0 192-16,0 0-64 0,0 0-128 0,0 0 192 16,0 0-192-16,0 0 192 0,0 0-192 0,0 0 0 15,0 0 0-15,0 0 0 0,4-8-160 0,1-3 160 16,-1 0-208-16,1-2 80 0,2-2-64 0,-1-3 0 15,0 0 0-15,0-2 0 0,2-2-32 0,0 1-16 16,-2-1 0-16,2 1 0 0,0 0 80 0,1 3 16 16,-1 4 0-16,-2 1 0 0,0 4 144 0,-1 3-128 15,-5 6 128-15,0 0-128 0,0 0 128 0,6 6-208 0,1 3 80 0,-3 1 128 16,0 3 0-16,0 3 0 16,0 1 0-16,0 1 0 0,-1 2 0 0,4-1 0 15,-2-1 0-15,0-1 0 0,2-2 0 0,-1-1 0 16,0-1 0-16,1-1 0 0,0-3 0 0,-1-1-176 0,1-3 176 0,1-2-192 15,0-5-112-15,-1 0-16 0,1-1-16 16,0-1 0 0,0-1-64-16,1 0-16 0,0-3 0 0,2-1 0 0,-2-3 128 0,-1 0 32 0,-2-1 0 0,1 0 0 15,-2-2-16-15,-1-1 0 0,0 0 0 16,0-3 0-16,-1 3 272 0,0 2-160 0,-2-3 160 0,1 4-128 16,-1 1 128-16,-1 2 0 0,0 3 0 0,0 7 0 15,-4-5 176-15,4 5-48 0,0 0 0 0,-5 8 0 0,-2 0 80 16,1 3 16-16,-1 5 0 0,1 1 0 0,-2 4-96 15,3 0 0-15,0 1-128 0,2-1 192 0,2-2-192 16,2-1 0-16,2-2 0 0,2 0 0 0,3-3-240 0,-1 0 64 16,0-1 16-16,1-3 0 15,1-4-352-15,4-1-64 0,0-2 0 0,1 0-16 16,2-4 48-16,0 0 16 0,0-2 0 16,1-1 0-16,0-3 144 0,2-1 48 0,2-2 0 0,-3 1 0 0,0-5-48 0,-1 0 0 15,0-2 0-15,-3-1 0 0,-1-2 160 0,-1-1 32 16,0 2 0-16,-3-2 0 0,0-3 192 0,0 0 128 15,-1-2 0-15,-2-1-128 0,1-1 384 0,-2-1-16 16,-1-2-16-16,-1 1 0 0,-1 0 112 0,1 4 32 16,-3-2 0-16,0 6 0 0,-1-1 96 0,-2 4 32 0,0 6 0 0,0 3 0 15,-3 2 176-15,2 3 32 16,0 1 16-16,4 4 0 0,0 0-400 0,-2 9-96 16,-1 3-16-16,2 2 0 0,-2 3-336 15,2 0 0-15,2 5 0 0,-1 2 128 0,0 2-128 0,2 1 0 0,0 3 0 0,1-1 0 16,-1 1 0-16,1 1 0 0,1 2 0 0,0-3 0 15,2-3-208-15,0 2-16 0,-1-4 0 0,-1-1 0 32,-2 0-624-32,1-6-128 0,-2 0-32 0,2-1 0 15,2-2-368-15,2-2-80 0,-5-2-16 0,1-3 0 16,-3-8-1536-16,0 0-320 0,0 0-64 0</inkml:trace>
  <inkml:trace contextRef="#ctx0" brushRef="#br0" timeOffset="116665.47">26213 9005 29951 0,'0'0'1328'0,"0"0"272"0,-4-2-1280 0,2-5-320 0,2 7 0 0,0 0 0 0,6-5 1664 0,1 0 256 15,4-2 64-15,1 1 16 0,1-1-496 0,2 1-96 16,2-1-32-16,1-1 0 0,-1 1-784 0,2-1-144 16,-1-1-48-16,1 2 0 0,0-1-272 0,-1-2-128 15,1 1 128-15,1-3-128 16,0 0-1440-16,-1 2-368 0,2-1-80 0</inkml:trace>
  <inkml:trace contextRef="#ctx0" brushRef="#br0" timeOffset="119712.25">19848 8887 8287 0,'-22'1'736'0,"-6"2"-592"0,-3 1-144 0,0 2 0 16,-2 4 2112-16,0 1 400 0,0-2 80 0,-4 3 16 16,2 3-1536-16,-2 2-304 0,0 2-64 0,-8 3-16 15,-4 3-512-15,-7 3-176 0,-4 5 0 0,0-2 144 16,-2 2-144-16,5 1 0 0,2 1 0 0,1 0 0 15,-3 0 0-15,0-3 0 0,0-5 0 0,3-1 0 16,6 1 0-16,5-1 0 0,5-6 0 16,6 0 0-16,6-2 0 0,6-1 0 0,7-3 0 0,5-4 0 15,8-10 0-15,0 0 0 0,9 11 0 0,8-5 0 16,8-6-256-16,8-2 64 0,7-6 0 0,11-4 16 16,10-2 32-16,4-8 0 0,2-4 0 0,6-3 0 15,6-1 144-15,10-1 0 0,9-2 160 0,1-5-160 0,0-3 208 16,7-1-48-16,4 0-16 0,4 2 0 0,-1-2 224 0,1-1 32 15,-2-1 16-15,1 3 0 0,-1 1-160 0,-6 3-16 16,-10 3-16-16,-3 4 0 0,-1 3-64 0,-5 2-16 16,-7 3 0-16,-12 5 0 0,-12-4-16 0,-8 7 0 15,-7 6 0-15,-7-1 0 0,-8 3 16 0,-8 0 0 16,-6 2 0-16,-12 4 0 0,0 0-144 0,0 0 0 16,-11 7 144-16,-7 5-144 0,-8 3 288 0,-10 6-16 15,-13 5 0-15,-11 3 0 0,-10 2-112 0,-7 2-32 16,-5 7 0-16,-7 3 0 0,-5 2 0 0,-7 3-128 15,-10 1 192-15,-1 7-64 0,0 8-128 0,-8-2 0 16,-11 0 144-16,6 3-144 0,4 4 0 0,-3 1 0 0,-4-3 0 16,4-1 0-16,10-5 0 0,4-3 0 0,5-1 0 0,6-5 0 15,6-1 0-15,11-2 0 0,8-6 0 16,10 0 0-16,11-2 0 0,9-6 0 0,9-5 0 0,9-3 0 16,8-6-144-16,7-5 144 0,7-5-160 0,4-11 160 31,16-1-768-31,6-7-48 0,5-5-16 0,15-5 0 0,10-7 432 0,16-4 80 0,13-3 0 0,12-9 16 15,10-3 656-15,11-5 128 0,8-5 32 0,7-2 0 16,4-3 160-16,7 2 32 0,4-2 16 0,0 3 0 16,0 2-240-16,3 1-48 0,3 1-16 0,-5 4 0 15,-8 4-192-15,-2 6-32 0,1 3-16 0,-11 3 0 16,-12 1-48-16,-8 6 0 0,-9 4 0 0,-7 7 0 16,-8 6-256-16,-11 3-64 0,-10 5-16 0,-12 3 0 15,-12 1-416-15,-10 2-80 16,-7 3 0-16,-11 4-16 0,-8 0 0 15,-10 4 0-15,-13 3 0 0,-13 5 0 0,-15 2 528 0,-12 7 192 0,-11 5-144 16,-7 5 144-16,-6 5 160 0,-13 3 112 0,-13 4 32 0,-5 4 0 16,-5 2-16-16,-8 5 0 0,-9 2 0 0,1 5 0 0,-1 3 48 0,-5 1 16 15,-6 2 0-15,5-1 0 0,5-2 48 0,1 2 16 16,-4-1 0-16,12-4 0 0,11-2-16 0,7-6 0 16,1-7 0-16,12-4 0 0,8-6-176 0,12-2-32 15,10-4-16-15,9-4 0 0,10-5-176 0,9-4 160 16,7-6-160-16,12-5 160 0,10-7-160 0,14-12-224 15,0 0 48-15,18-1 16 16,8-10-544-16,15-6-96 0,11-7-32 0,14-9 0 0,12-10 544 0,16-4 96 0,12-9 32 16,9-4 0-16,6-4 432 0,8-4 96 0,8-2 16 0,8-2 0 15,3 2 208-15,5-3 48 0,2 1 16 0,5 3 0 16,6 4-224-16,-3 0-48 0,-3-1-16 0,0 5 0 16,3 1-240-16,-5 5-128 0,-5 5 160 0,-9 3-160 15,-5 7 128-15,-13 4-128 0,-9 6 0 0,-8 1 144 16,-9 8-144-16,-11 1 0 0,-11 1 0 0,-13 6 0 15,-10 5-144-15,-10 2-16 0,-7 2 0 0,-10 5 0 16,-11 3-32-16,-17-4-16 0,-3 16 0 0,-13 5 0 16,-10 7-16-16,-13 5 0 0,-12 9 0 0,-16 1 0 15,-16 1 224-15,-8 7 0 0,-7 5 0 0,-11 7 0 16,-11-1 144-16,-4 7-144 0,-4 3 0 0,-9 2 144 16,-9 3-144-16,-1 4 0 0,0 4 0 0,-6 2 0 15,-5-2 304-15,3-2 16 0,4 1 16 0,1-1 0 0,2-2 304 0,8 0 64 16,7-3 16-16,7-2 0 0,3-6-352 15,12-3-80-15,10-6-16 0,8 0 0 0,7-1-272 0,9-5 0 16,5-7 0-16,12-4 0 16,11-2-448-16,11-5-128 0,8-10-48 0,12-6 0 15,9-9-336-15,9-12-80 0,11 1-16 0,13-12 0 16,10-9 176-16,15-10 48 0,18-8 0 0,10-10 0 0,7-11 704 0,17-8 128 16,16-2 0-16,8-5 0 0,4-6 192 0,11-2-32 15,11 0-16-15,3 1 0 0,0 2 32 0,5-1 0 16,2 3 0-16,4 3 0 0,2 4-176 0,-4-2 160 15,-6-2-160-15,0 9 160 0,-1 7-160 0,-8 2 0 16,-15 1 0-16,-7 7 128 0,-5 5-128 0,-11 7 0 16,-14 4 0-16,-10 8 0 0,-11 4 144 0,-12 6-144 15,-8 3 160-15,-9 5-160 0,-11 3 336 0,-10 2-16 0,-11 3-16 16,-14-2 0-16,5 12 112 0,-10 2 32 16,-10 2 0-16,-13 8 0 0,-11 6 64 0,-9 9 32 0,-8 6 0 0,-13 5 0 15,-15 3-224-15,-11 12-64 16,-12 10 0-16,-9 7 0 0,-8 5-256 0,-7 7 160 15,-8 3-160-15,-5 4 128 0,-9 5-128 0,1 2 160 0,-1 0-160 0,2 1 160 16,-2-3 0-16,11-4 0 16,10-5 0-16,10-10 0 0,5-9 32 0,12-5 0 0,10-5 0 0,16-7 0 15,8-6-192-15,13-5 192 0,9-6-192 0,10-6 192 16,9-6-192-16,11-8-224 0,6-7 48 0,10-6 16 16,3-11-560-1,17 0-112-15,5-7-32 0,12-10 0 0,9-9 416 0,16-10 96 0,12-7 16 0,15-11 0 16,14-10 560-16,6-7 112 0,8-4 32 0,11-5 0 0,11-5 96 15,4-2 32-15,8-6 0 0,7 4 0 0,5 2-224 16,6 1-32-16,3 4-16 0,-1 0 0 0,-1 1-224 16,-2 8 0-16,-5 7 0 0,-4 6 0 0,-6 4 0 0,-9 9 0 15,-12 6 0-15,-9 9-160 0,-12 3-32 16,-7 8 0-16,-7 8 0 0,-12 4 0 0,-12 5-48 0,-12 6-16 16,-14 3 0-16,-10 7 0 15,-9 6-128-15,-12 4-16 0,-10 7-16 0,-8 6 0 0,-10 3 32 0,-14 6 16 16,-14 8 0-16,-16 7 0 0,-15 9 368 0,-8 6 0 15,-7 7 192-15,-14 5-64 0,-13 6 112 0,-8 3 16 16,-6 5 0-16,-7 3 0 0,-8-3 192 0,2 2 64 0,2-2 0 16,0-4 0-16,2-4 304 0,8-6 64 0,10-3 16 15,5-6 0-15,4-9-320 0,10-3-48 0,10-4-16 0,11-5 0 16,11-5-320-16,11-6-192 0,9-5 192 0,9-3-192 16,5-4-128-16,8-5-144 0,7-9-32 0,8-3 0 31,6-6-432-31,7-10-96 0,11 7 0 0,7-7-16 15,4-7 80-15,8-4 32 0,7-5 0 0,10-6 0 0,13-11 512 0,10-4 224 0,9-8-192 0,9-6 192 16,2-6 0-16,9-3 256 0,6-3 0 0,6 1-16 16,4-1-48-16,0-1 0 0,-2 4 0 0,2 4 0 15,1 4-192-15,-7 3 0 0,-8 2 0 0,-3 8 0 16,-2 5 128-16,-6 5-128 0,-8 4 0 0,-10 10 144 16,-10 4-144-16,-11 6 0 0,-12 2 0 15,-7 6 0-15,-10 2 0 0,-7 6-192 0,-5 4 32 0,-10 6 16 0,-7 4 16 16,-7 4 0-16,-7 4 0 0,-6 5 0 15,-9 4 496-15,-8 4 96 0,-11 2 32 0,-5 4 0 0,-8 3 16 0,1 6 0 16,-4 3 0-16,-2 4 0 0,-2 2 48 0,-2 1 16 16,-2-1 0-16,3 0 0 0,0-1-112 15,4-2-16-15,8-2 0 0,4-4 0 0,4-3-208 0,9-9-48 16,7-8-16-16,10-7 0 0,9-4-176 0,9-10 0 16,10-4 0-16,8-5 0 15,9-6-576-15,11-5-208 16,10-4-48-16,7-7 0 0,4-6-192 0,9-6-64 0,11-7 0 15,11-5 0-15,13-4-16 0,-2-3-16 0,-6-4 0 0,7-2 0 16,7 0-160-16,7-6-48 0,7-2 0 0,-6-5-6208 16,-8-3-1232-16</inkml:trace>
  <inkml:trace contextRef="#ctx0" brushRef="#br0" timeOffset="120499.51">24546 8893 12895 0,'0'0'1152'16,"0"0"-928"-16,2-9-224 0,-2 0 0 0,-2 0 2208 0,1 0 400 15,-3-2 80-15,-1 0 0 0,-3-2-752 0,-1 1-144 16,-1-3-48-16,-3 1 0 0,-3 0-368 0,-2-2-80 16,-3-1-16-16,-3 2 0 0,1 3-480 0,-5-3-96 0,-2 0-32 0,-5 2 0 15,-4 4-480-15,-5 1-192 0,-7 7 128 0,-2 3-128 16,-2 5 0-16,-4 3-256 0,-3 10 48 0,-5 6 0 15,-3 1 0-15,-5 6 0 0,-4-1 0 0,2 6 0 16,3 3 384-16,3 0 80 0,6 0 0 0,5-2 16 0,5-3 192 16,6-1 48-16,4-1 0 0,6-1 0 15,5-2-256-15,6-1-64 0,3 2 0 0,4-1 0 0,5-1-192 16,2 4 0-16,4 2 0 0,3 3-160 0,2 0 160 16,1 2-160-16,1-1 160 0,2 2-160 0,1 2 160 15,0 1 0-15,-1-1-144 0,0 2 144 16,-2-2 0-16,-1 2 0 0,-1-1 0 0,-3-1 0 0,0 0 0 15,-2-3 0-15,-2-2 0 0,-1-1 0 0,-3-3 128 0,-1-2-128 16,-1-3 128-16,-3-1-128 0,-4-1 192 0,-1 0-64 16,-1-5 0-16,-4 2 0 0,-4-4-128 0,-3-3 0 15,-4-2 0-15,0-2 128 0,-1-4-128 0,2 0-176 16,0-1 48-16,-12-3 0 16,8-2-1632-16,8-1-320 0</inkml:trace>
  <inkml:trace contextRef="#ctx0" brushRef="#br0" timeOffset="121850.53">27283 8835 28559 0,'-5'-17'2544'0,"3"10"-2032"0,0-1-512 0,0-2 0 0,0-2 1856 0,1 2 288 16,-1-3 48-16,1 0 16 0,-3 2-1136 0,1-2-240 0,0 3-32 0,-1-1-16 15,-3 3 448-15,2 3 96 0,0 3 16 0,-2-1 0 16,-2 3-320-16,-1 3-48 16,-1 3-16-16,-1 2 0 0,-1 5-416 0,0 3-96 15,0 3 0-15,2 2-16 0,-1 1-272 0,0 2-160 0,2-2 192 0,2 0-192 16,1-1 128-16,2 0-128 0,1-4 0 0,2-2 0 15,0-2 0-15,4-2 0 0,2-1 0 0,1-3-144 16,-5-7-192-16,8 2-48 16,-8-2 0-16,9 0 0 15,1-1-384-15,2-4-64 0,0-3-32 0,-2-1 0 16,2 0-48-16,-1-4-16 0,1-3 0 0,0 2 0 0,-2-3 64 16,1 1 16-16,-2 1 0 0,-1 0 0 0,0 1 240 15,-2 1 48-15,-2 1 16 0,0 2 0 0,0-1 288 0,0 5 64 0,-4 6 16 0,0 0 0 0,0 0 176 16,0 0 0-16,0 0-144 0,0 0 144 15,0 0 0-15,0 0 256 0,0 0-32 0,-3 8-16 0,2 2-208 16,1 0 144-16,1 1-144 0,3-1 128 0,1-3-128 16,2 1 0-16,1-3 0 0,2-1 0 0,2 0-176 15,2-2 176-15,0-2-128 16,2-2 128-16,0-1-368 0,2-1 16 0,-2-1 0 0,-1-2 0 16,2-2 144-16,-1-4 16 0,-2-2 16 0,1 0 0 0,-4 1 176 0,1-2 0 15,0-2 128-15,-2 0-128 0,-2-6 192 0,1 2-16 16,-1-1-16-16,-2-3 0 0,0 1-16 0,-1-1 0 15,0 0 0-15,0-2 0 0,-1 0-16 0,0-1-128 16,0 0 192-16,0 3-64 0,-3 1 0 0,1 5 0 0,-1 3 0 0,-1 1 0 16,-1 5 304-16,-1 5 48 15,2 6 16-15,0 0 0 0,0 0 144 0,-6 6 48 16,-1 5 0-16,2 6 0 0,-2 5-416 0,1 5-80 16,-2 6 0-16,2 6-16 0,-1 0 80 0,-1 8 0 0,3 4 16 0,-1 4 0 15,-1 1 32-15,1 2 0 16,0 4 0-16,2-1 0 0,2 4-48 0,-1-1 0 0,1-4 0 15,0-3 0-15,1-3-128 0,0-5-128 0,-2-2 192 16,0-6-192-16,3-2 192 0,-1-5-192 0,1-4 192 0,0-3-192 31,3-2-1248-31,1-6-352 0,3-2-80 0,4-2-16688 0</inkml:trace>
  <inkml:trace contextRef="#ctx0" brushRef="#br0" timeOffset="122612.57">28159 8665 23039 0,'-4'7'2048'0,"-1"2"-1648"0,0 1-400 0,1 3 0 0,0-1 4480 0,0 4 832 16,0 1 144-16,0 1 48 0,1 0-3824 0,1-1-752 16,-2 1-160-16,1-3-16 0,2 0-304 0,0-2-48 15,2-1-16-15,-1 0 0 0,0-6-256 0,0-6-128 16,0 0 128-16,0 0-128 0,0 0 0 0,0 0 0 15,0 0 0-15,0 0 0 0,0 0-208 0,3-6-80 16,-2-2-16-16,-1-1 0 0,0 0 80 0,0-2 16 16,-1-1 0-16,-1 1 0 0,1-2 48 0,-2-3 16 15,0 2 0-15,-1 1 0 0,0 1 0 0,-1 2 0 16,1 2 0-16,-2-3 0 0,1 5 144 0,-3 1-160 16,-1 2 160-16,-1 3-160 0,-2 4 160 0,-1 2 0 15,-1 5 0-15,-1 2-128 0,2 2 128 0,0 5 0 0,0 2 0 0,3 0 128 16,1 2-128-16,1 1 144 15,1-1-144-15,5 1 160 0,2 0-160 0,2 0 0 16,2-3 0-16,1 1 128 0,2-3-128 0,3-1 0 0,2 2 0 16,1-6 0-16,0-4-208 0,2 0 16 0,-1-3 16 15,0-2 0-15,1-1-288 16,-1-5-64-16,-1 0-16 0,1-6 0 16,-1-1-96-16,2-4-32 0,-1-1 0 0,0-1 0 0,-1-5 128 15,2 1 32-15,-1-2 0 0,2 0 0 0,-1-5-176 0,1 2-16 16,-3-1-16-16,1-1 0 15,1 1 160-15,-1-1 48 0,-2 2 0 0,0 3 0 0,-1 2 240 0,-2 2 48 0,-2 4 16 0,-3 3 0 16,0-1 208-16,-4 9 0 0,0 0 0 0,0 0 0 0,-4-4 496 0,4 4-16 16,0 0 0-16,-5 6 0 0,-1 1-128 0,2 1-32 15,1 2 0-15,0 2 0 0,0 2-192 16,2 2-128-16,1 1 128 0,0 0-128 0,1-2 0 0,2 1 0 16,1 0 0-16,1-2 0 0,2-2-320 15,0-1 32-15,4 0 0 0,1-1 0 16,2-2-880-16,-1-1-176 0,0-2-48 0,1-1 0 15,-2-2 48-15,0-2 16 0,0 0 0 16,-2-4 0-16,2 2 720 0,-1-5 144 0,1 3 16 16,0-2 16-16,-2-3 432 0,-1 0 224 0,2-4-32 15,-1-2 0-15,1 0 16 0,-1-1 0 0,-2 0 0 0,0-2 0 16,-2 0 112-16,0-3 32 0,-1 0 0 0,-1 5 0 0,1 3 608 0,-1 4 112 16,-2-1 16-16,0 3 16 0,-2 7 528 0,0 0 96 0,0 0 32 0,0 0 0 15,-2 8 32-15,0 4 16 16,-2 3 0-16,0 5 0 0,0 2-816 0,0 4-160 15,-1 4-48-15,0-1 0 0,0 2-336 0,-1 2-80 0,1 1-16 16,1 1 0-16,2 0-352 0,0 0 144 0,1-2-144 0,1-2 0 16,0-2 0-16,1-2 0 0,2-1-240 0,-1-2 80 31,1-3-2080-31,2-2-400 0,1-1-96 0,1-3-15040 0</inkml:trace>
  <inkml:trace contextRef="#ctx0" brushRef="#br0" timeOffset="123269.29">28914 8755 23951 0,'0'0'2128'0,"-7"-1"-1696"0,1-2-432 0,-2-1 0 0,-1-1 3120 16,1 1 528-16,2 1 128 0,-2 2 0 0,-1 4-1760 0,-2 1-352 16,2 2-80-16,-1 1-16 0,0 3-592 0,1 3-112 15,0-2-32-15,1 3 0 0,2 2-496 0,1 1-96 16,1 1-32-16,1-1 0 0,1 0-208 0,0 0 0 15,4-2 0-15,0 2 0 0,2-4-160 0,1 0 32 16,2-1 0-16,2 0 0 16,3-3-336-16,-1-1-64 0,2-2-16 0,0 1 0 15,2-6-288-15,0-1-64 0,1-1-16 0,1-2 0 16,0-3 128-16,0-2 16 0,2-1 16 0,1-2 0 16,-2-4 240-16,1-1 32 0,1-2 16 0,0-2 0 0,0-2 144 0,-2-3 48 0,-1-2 0 15,-2-2 0-15,0-1 80 0,-1-2 0 16,0 0 16-16,-2 1 0 0,0-2 176 0,-3 3 0 0,0 4 0 0,-2 3-128 15,-5 2 128-15,1 4 144 0,-3 4-16 0,-1 3-128 16,-2 3 832-16,-2 2 64 0,-1 4 16 16,-1 2 0-16,-1 4 240 0,-1 4 32 0,0 2 16 0,-1 6 0 15,1 1-640-15,0 7-128 0,0-3-32 0,3 3 0 16,-4 1-272-16,3 0-128 0,1 0 128 16,2 1-128-16,1 1 0 0,3-2 0 0,-2 0 0 0,4 0 0 15,3-3 0-15,0-2 0 0,2 1 0 0,-1-5 0 16,3-1-240-16,0-2 32 0,3-1 0 0,0-4 0 15,1-1-176-15,1-1-16 16,3-5-16-16,-1 0 0 0,-2-4-96 0,0-2 0 0,2 1-16 16,0-3 0-16,1-5 176 0,0-1 32 0,1-1 16 0,-3 0 0 15,1-4-16-15,-2 0-16 0,1 0 0 0,-2-3 0 16,-3-1-128-16,1 1-32 16,-1-3 0-16,-1 5 0 0,-1 3 240 0,-3 2 64 0,-3 1 0 0,-4 3 0 0,0 1 320 0,-5 4 80 15,-2 3 16-15,-1 2 0 0,-2 4 592 16,-1 4 112-16,1 3 32 0,0 4 0 0,2 1 16 0,1 1 16 15,1 3 0-15,3-2 0 0,1 5-352 0,4-5-80 16,1 1-16-16,4-1 0 0,2 0-160 0,3-2-16 16,3 0-16-16,3-2 0 0,2 0-160 0,2-2-16 15,1-2-16-15,1 1 0 0,1-3-160 0,3 0 0 0,0-2 0 0,1-1 0 32,-1 0-1216-32,2-1-208 0,0-3-48 0,0 0-18048 0</inkml:trace>
  <inkml:trace contextRef="#ctx0" brushRef="#br0" timeOffset="127606.15">25788 10477 19343 0,'0'0'1728'0,"-4"-6"-1392"15,0-1-336-15,1-3 0 0,2 1 1280 0,-1-2 192 16,1 1 48-16,0 1 0 0,-2-2-688 0,1 2-144 16,-2 1-32-16,0 0 0 0,0 1 256 0,0 0 48 0,1 2 16 0,2 0 0 15,-3 2 368-15,4 3 64 0,0 0 0 0,0 0 16 16,0 0 112-16,0 0 32 0,0 0 0 0,-2 7 0 16,-2 0-528-16,1 3-96 0,0 0-32 0,0-1 0 15,-1 2-192-15,0 0-32 0,0 2-16 0,-1 3 0 16,2-2-224-16,0-1-64 0,1-2 0 0,0-1 0 15,0-3-192-15,2-7-32 0,0 0-16 0,0 0 0 16,0 0 48-16,0 0 16 0,0 0 0 0,0 0 0 16,0 0-16-16,-4-4-16 0,0-3 0 0,1 1 0 15,1-3-176-15,-2 0 0 0,1-2 0 0,1 1 0 0,-2-1-176 16,0-2 48-16,-3 0 0 0,1 1 0 16,-1 1 128-16,0-1-208 0,-4 0 80 15,1 3 128-15,-2 1-192 0,-2 3 192 0,-2 1-160 0,-1 4 160 16,-1 0-128-16,-2 7 128 0,2 0 0 0,-2 5-144 0,0 5 144 0,0 1-160 15,4 7 160-15,-1 1-160 0,0 3 160 0,3 2 128 16,1 6-128-16,5-1 176 0,0 1 16 16,6-1 0-16,2-2 0 0,4-1 0 0,2-5-48 0,3 0 0 15,3-9 0-15,4 1 0 0,3-3-144 0,2-3 0 16,-1-3 0-16,3-4 0 0,2-3-384 0,2-4 64 16,1-4 0-16,2-2 0 15,0-2-1040-15,1-4-208 0,-1-5-32 0,1 2-16 16,-3-5 560-16,-2-1 112 0,0-3 32 0,-1-4 0 15,-6 1-560-15,-2-2-128 0,-3-1 0 0,-1 0-16 16,-1-1 624-16,-3 2 128 0,-2-3 32 0,-3 0 0 0,1 2 832 0,-1 2 0 16,-3 0 0-16,0 4 128 0,-1 3 592 0,-2 2 112 0,1 5 32 0,-2 4 0 15,-1 2 752-15,-1 4 160 16,5 4 16-16,-7 3 16 0,1 2-208 0,1 5-32 0,1 1-16 16,-2 4 0-16,1 5-704 0,0 3-144 0,0 5-16 15,1 2-16-15,0 2-224 0,1 5-64 0,3 2 0 0,0 1 0 16,2 1-224-16,2-2-160 0,1-7 192 0,0 0-192 15,1-2 0-15,1-4 0 0,0-3-192 0,-1-3 48 16,1-3-1488 0,0-4-288-16,1-3-64 0,0-2-16 0,1-3-1216 15,0-1-240-15,2-4-64 0,-1-4-7120 0,2-4-1440 0</inkml:trace>
  <inkml:trace contextRef="#ctx0" brushRef="#br0" timeOffset="127863.96">26085 10597 10127 0,'0'-10'896'0,"0"-1"-704"0,-3 1-192 0,2 1 0 0,-2 0 5072 0,1 2 992 16,-4 3 192-16,6 4 32 0,-6 0-2624 0,1 2-528 15,-1 3-96-15,1 4-32 0,0 3-1056 0,0 3-224 16,-3 5-32-16,2 3-16 0,-1-1-912 0,2 3-176 16,0 1-32-16,2-1-16 0,2-3-288 0,1-2-48 15,1-3-16-15,2-2 0 0,0-2-192 0,1-1 0 16,-1-1 0-16,2-4 0 0,-5-7-304 0,11 4 0 16,0-4 0-16,2-1 0 15,0-3-176-15,2-1-32 0,-1-2-16 0,0-2 0 16,1-1-48-16,-1-3-16 0,0-2 0 0,0 1 0 0,-3-3 176 0,0-1 32 15,0-2 16-15,-1 1 0 0,-4-1 128 0,-1 3 32 16,-1-4 0-16,-1 6 0 0,1-2-48 0,-4 4-16 16,-2 0 0-16,1 1 0 15,0 3-480-15,-1 1-80 0,2 8-32 0,-5-5 0 16,0 2-2048-16,5 3-416 0,0 0-64 0,0 0-6688 0,0 0-1328 16</inkml:trace>
  <inkml:trace contextRef="#ctx0" brushRef="#br0" timeOffset="128247.85">26304 10510 20847 0,'0'0'912'0,"6"-5"208"0,1 1-896 0,2-3-224 0,-1 2 0 0,0 0 0 15,-2 2 2448-15,-1 1 448 0,-5 2 96 0,0 0 16 16,0 0-304-16,0 0-48 0,0 0-16 0,6 6 0 16,-5 3-560-16,-2 4-112 0,-2 0-32 0,0 4 0 15,-3 3-848-15,-1 3-160 0,1-1-32 0,-1 3-16 16,1 1-400-16,2-2-80 0,0 2-16 0,1-5 0 0,2-2-256 0,1-2-128 16,3-1 128-16,1-3-128 0,1-4 0 0,3-1 0 15,-2-2 0-15,2-3-176 16,1-3-256-16,3-3-48 0,1-1-16 0,0-2 0 15,-1-2-192-15,2-2-32 0,-1-2-16 0,0-1 0 16,-1-3 32-16,-1-1 16 0,0-2 0 16,1-2 0-16,-2-1 240 0,-1-2 64 0,0 1 0 0,0-2 0 0,-1-1 224 0,0 0 160 15,0-3-192-15,-3 2 192 0,0 1 0 0,-1 0 0 16,0 2 0-16,-3 5 0 0,2 3 384 0,-2 4 48 16,-1 3 0-16,0 3 0 0,0 6 432 0,0 0 96 15,0 0 0-15,0 0 16 0,-2 6-176 0,-2 3-32 16,1 3-16-16,1 2 0 0,-1 3-432 0,0 4-96 0,1 3-16 15,-1 3 0-15,2 4-208 0,0-1 128 0,-1 2-128 16,2-1 0-16,0 1 0 0,2 0 0 16,0-4 0-16,1-2 0 15,1-2-672-15,0-2-224 0,-2-2-64 0,1-5 0 16,-2-2-1536-16,2-4-304 0,2 1-64 0,0-4-10048 16,-5-6-2000-16</inkml:trace>
  <inkml:trace contextRef="#ctx0" brushRef="#br0" timeOffset="128489.2">26765 10524 10127 0,'0'0'448'0,"-2"-8"96"0,-2 2-544 0,-1 1 0 0,-1 2 0 0,1 2 0 16,-1 2 7392-16,-1 2 1376 0,-1 1 256 0,0 2 64 15,-1 2-5584-15,-1 2-1136 0,-1 2-208 0,1 2-48 16,-3 2-1088-16,3 1-224 0,0 1-32 0,1 2-16 0,2 1-416 0,-1-2-80 16,2 2 0-16,4-1-16 0,1-2-240 15,1-1 0-15,2-2 0 0,2 0 0 0,1-3 0 0,2-2 0 16,1-1 0-16,2-1-160 0,2-2-48 0,0 0-16 15,-1-4 0-15,2 0 0 0,2-2-48 0,0-2-16 16,1 0 0-16,1-2 0 16,2 0-848-16,0-3-160 0,-2 1-48 15,1-5 0-15,0 0-832 0,2-1-160 0,2-1-32 0,-3 1-16192 16</inkml:trace>
  <inkml:trace contextRef="#ctx0" brushRef="#br0" timeOffset="129166.77">27039 10472 38639 0,'0'0'1712'0,"0"0"352"0,-3-5-1648 0,3 5-416 0,0 0 0 0,0 0 0 15,0 0 1856-15,0 0 304 0,-1 8 48 0,0 2 16 16,-2 3-560-16,2 4-96 0,-2 3-32 0,1 2 0 16,0 1-768-16,0 3-176 0,1-1-16 0,1 1-16 15,0-1-240-15,1-3-32 0,1-1-16 0,0-3 0 16,2-2-272-16,0-3 160 0,-1-1-160 0,1-3 128 0,2-4-128 0,-6-5 0 16,0 0 0-16,0 0 0 0,9 1 0 0,1-1 0 15,-2-2 0-15,1-2-176 0,-1-3 176 0,0-1 0 16,0-1-144-16,-3-4 144 0,1 0 0 0,1-2 0 15,-1-2 0-15,1-2 0 0,-1-1-144 0,2-1 144 16,0 0 0-16,0 1 0 0,0-1 0 16,-2 6-128-16,1-2 128 0,-1 5 0 0,-1 2 0 0,1 3 0 15,-6 7-128-15,0 0 128 0,0 0 0 0,0 0 0 16,6 9 0-16,1 2 0 0,-3 2 0 0,1 4 0 16,-1 2 144-16,1 2-144 0,-1 1 0 0,1 0 128 15,2 1-128-15,-1-3 0 0,2-1 0 0,0-2 0 16,-2-3 0-16,2 0 0 0,0-5 0 0,0-1 0 15,1-1 0-15,-1-2 0 0,1-2 0 0,0-2 0 0,-1-1 0 16,0-1 0-16,-1-3 0 0,1-2 0 0,1 1-128 16,-1-3 128-16,0-1 0 0,-1-2 0 15,-1-1 0-15,3-4 0 0,-2-1 0 0,1 0-176 16,-1-5 176-16,1 1-128 0,1 0-64 0,2-1-16 16,0-4 0-16,0 0 0 0,-1 0-112 0,-1 3 0 0,1 2-16 0,-3 4 0 15,0 4-16-15,-1 0 0 0,0 5 0 16,-2 3 0-16,-4 5 160 0,0 0 48 0,0 0 0 15,0 0 0-15,2 7 336 0,1 5 64 0,-3 3 0 0,1 0 16 16,0 2 96-16,1 1 16 0,-1 3 0 0,0-3 0 16,1 3-128-16,-1-1-32 0,1 2 0 15,1-1 0-15,0 0-224 0,-1-4 128 0,1 0-128 0,1-2 0 16,0-2 0-16,0-2 0 0,-2-3 0 0,-2-8 0 16,0 0-1008-16,8 5-192 15,-8-5-32-15,0 0-16 0,8-4-1632 0,1-1-336 16,0-3-64-16,0-3-9424 0,-2 0-1888 0</inkml:trace>
  <inkml:trace contextRef="#ctx0" brushRef="#br0" timeOffset="129316.86">27662 10385 25503 0,'-4'-15'1136'0,"4"15"224"0,-1-6-1088 0,-2-1-272 15,0 2 0-15,-3 1 0 0,2-1 2752 0,1 1 512 16,-1 1 80-16,4 3 32 0,0 0-1424 0,0 0-288 16,0 0-48-16,0 0-16 0,0 0-1120 0,0 0-224 15,0 0-64-15,0 0 0 0,0 0-384 0,2 10-64 16,2-1-32-16,0 1 0 15,-1 1-3168-15,-1-1-640 0</inkml:trace>
  <inkml:trace contextRef="#ctx0" brushRef="#br0" timeOffset="130048.04">27984 10502 25791 0,'-9'-8'1152'0,"7"3"224"0,-1 0-1104 0,3-3-272 0,0 3 0 0,-1-2 0 16,1 1 4608-16,0-2 848 0,-3 3 176 0,2 1 48 0,-2-1-3152 0,1 1-624 15,-4 1-128-15,2 2-32 0,0 1-864 0,-1-3-176 16,-3 3-48-16,1-1 0 0,-1 2-256 0,-3 2-48 16,0-1-16-16,-1 2 0 0,0 1-160 0,-1 2-48 15,1-1 0-15,1 2 0 0,-1 3-128 0,0-3 0 16,3 2 0-16,0 2 0 0,0-4 0 0,2-1 0 16,3 4 0-16,2-1 0 0,0-1 0 0,1 0 0 15,2-1 0-15,2 0 0 0,1 1 0 0,1-2-176 16,2 1 176-16,2-1-128 0,0 1 128 0,1 0-160 15,2 0 160-15,1 0-160 0,0 0 160 0,0-1 0 16,0 0-144-16,0 1 144 0,0 0 0 0,-1-1 0 16,1 0 0-16,-2-1 0 0,-1 2 0 0,-1 1 0 0,-1-2 0 0,0 1 0 15,-2-2 0-15,0 1 0 16,-1-2 0-16,1 0 0 0,-1 2 0 16,-5-7 0-16,0 0 0 0,2 7 0 0,-2-7 0 0,-2 8 0 15,0 0 0-15,-2 0 0 0,-1-2 0 0,0 2-176 16,-3-1 176-16,2 1-192 0,0-2 192 0,-1 1-160 0,1-2 160 0,1 0-160 15,-1 0 160-15,6-5 0 0,0 0 0 0,0 0 0 16,0 0 0-16,0 0 0 16,0 0 0-16,0 0-128 0,0 0 128 0,0 0 0 0,0 0 0 0,7-6-128 15,1-2 128-15,0-1 0 0,2-2-144 0,-1 0 144 16,2-2 0-16,0-2 0 0,1-4 0 0,0-2 0 16,0 1 0-16,1-3 0 0,0-1 0 0,0 0 0 15,-2-2 0-15,2 1 0 0,0 1 0 0,-1 2 0 16,-3 0 0-16,-1 4 0 0,0 2 0 0,-3 4 0 0,-2 3 0 15,-3 3 0-15,0 6 0 0,0 0 0 0,0 0 256 0,-7 4-48 16,-1 2 0-16,1 5 0 0,-2 0-32 16,-1 6-16-16,0 0 0 0,1 3 0 0,-2 1-160 0,2 1 128 15,1 3-128-15,2 1 128 0,-1-3-128 16,4-1 160-16,0-1-160 0,2-1 160 0,1-2-160 0,2-2 0 16,1-5 0-16,2 2 0 0,2-4 0 0,0 1-224 15,4-4 48-15,2-1 16 16,1-2-1984-16,6-3-400 15,3-1-80-15</inkml:trace>
  <inkml:trace contextRef="#ctx0" brushRef="#br0" timeOffset="138775.24">28664 10752 25791 0,'0'0'2304'0,"0"0"-1856"0,0 0-448 0,0 0 0 15,0 0 3552-15,0 0 608 0,0 0 128 0,-2 11 32 16,1 2-2144-16,0 1-416 0,-1 2-96 0,1-1 0 0,-2 5-608 0,1 1-112 16,-1-2-32-16,-1 2 0 0,-1 1-512 0,1-1-96 15,2-1-32-15,-1-1 0 0,0-2-272 0,2-4 0 16,0-1 0-16,1-1 0 16,0-11-2240-16,0 0-448 0,6 7-80 0,1-3-10800 15,1-4-2176-15</inkml:trace>
  <inkml:trace contextRef="#ctx0" brushRef="#br0" timeOffset="139393.13">29122 10312 31791 0,'0'0'1408'0,"0"0"288"0,-3-9-1360 0,0 1-336 0,3 8 0 0,0 0 0 15,-3-8 1936-15,1 1 320 16,2 7 64-16,0 0 16 0,0 0-192 0,0 0-32 0,0 0-16 0,0 0 0 16,0 0-944-16,1 10-192 15,0 0-48-15,-1 3 0 0,2 4-256 0,-1 2-48 0,0 4-16 0,2 1 0 16,-1 3-256-16,2 0-48 0,0 0-16 0,1 3 0 15,-2-4-96-15,2 2-32 0,2-2 0 0,-1-3 0 16,0-2-144-16,0-1 0 0,1-3 144 16,-1-2-144-16,-2 0 128 0,1-4-128 0,0-3 128 0,-5-8-128 15,0 0 0-15,0 0 128 0,0 0-128 0,0 0 0 16,10 0 0-16,-10 0 0 0,7-5 0 0,0-3 128 0,-2-2-128 16,2-2 0-16,-2-2 128 0,1-1-128 0,0-2 0 0,0-1 0 15,-1-1 0-15,2-2 0 0,-2-4 0 0,-1 0 0 16,2-1 0-16,1 0 0 0,1 0 0 15,1 4-128-15,-1 0 128 0,1 3 0 0,-1 4 0 0,-2 2-128 16,1 2 128-16,-1 5 0 16,-6 6 0-16,0 0 0 0,0 0 0 0,8 6-128 0,-1 1 128 0,-1 4 0 15,-1 4 0-15,-1 3 0 0,0 2 0 0,0 2 0 16,0 1 0-16,0 2 0 0,0 1 0 0,1-1 0 16,0-2 0-16,2 1 128 0,-2-5-128 0,2 0 0 15,-1-2 0-15,1-3 0 0,-2-4 0 0,0-1 0 16,0-3 0-16,-5-6 128 0,9 4-128 0,-1-3 0 15,0-4 0-15,1-1 128 0,0-1-128 0,0-3 128 16,2-2-128-16,-2-2 128 0,-1-2-128 0,1-3 128 16,0 0-128-16,0-1 128 0,-1-2-128 0,1-1 0 15,1-2 0-15,0-2 0 0,-4 0 0 0,1 0 0 0,3 1-192 0,-1-4 64 32,-2 2-640-32,-1 3-112 0,-2-1-16 0,0 2-16 15,-3 5-1088-15,2 0-224 0,-2 4-32 0,-1 1-18672 0</inkml:trace>
  <inkml:trace contextRef="#ctx0" brushRef="#br0" timeOffset="139625.65">28790 10202 23039 0,'0'0'2048'0,"0"0"-1648"0,0 0-400 0,0 0 0 0,0 0 5440 0,0 0 1024 15,0 0 192-15,0 0 32 0,10-1-5488 0,3 0-1200 16,2-2 0-16,3 2-192 0,4-3 192 0,4 1 0 16,3-3 0-16,1 0 0 15,1 0-1072-15,2-1-176 0,2 0-32 0,-1-3-16 16,1 0-2016-16,0 1-400 0</inkml:trace>
  <inkml:trace contextRef="#ctx0" brushRef="#br0" timeOffset="139765.82">29580 10077 28559 0,'0'0'1264'0,"0"0"272"0,0 0-1232 0,0 0-304 0,0 0 0 0,0 0 0 16,10 3 3888-16,0-3 720 16,0 0 128-16,2-3 48 0,1 2-2704 0,1-1-544 15,-1 1-96-15,2-4-32 0,0 1-1040 0,1 3-224 16,2-1-144-16,0 1 192 16,3-2-1808-16,-4 2-368 0,-1 1-64 0,-1 3-11872 15,1 2-2384-15</inkml:trace>
  <inkml:trace contextRef="#ctx0" brushRef="#br0" timeOffset="140531.01">29744 10476 39279 0,'0'0'1728'0,"0"9"384"0,-1 0-1696 0,1 2-416 0,0 2 0 0,1 2 0 0,1 2 1792 0,-1-1 256 15,0 1 64-15,1 1 16 0,-1 2-496 0,0-1-96 16,0-2-32-16,1 0 0 0,-1-1-784 0,0-3-144 15,1-1-48-15,-1-1 0 0,0 0-224 0,-1-11-48 16,0 0-16-16,0 0 0 0,0 0-112 0,0 0 0 16,0 0-128-16,0 0 192 0,0 0-192 0,0 0 176 15,0 0-176-15,0 0 160 0,0 0-160 0,8-4 0 16,-3-5 0-16,2 1 128 0,-2-3-128 0,2 0 0 16,-1-4 0-16,-1-2 0 0,0 2 0 0,1-2 0 15,0 0 0-15,1 0 0 0,1 1-160 0,-1 2 160 16,0 1 0-16,1 4-144 0,0-2 144 0,-2 5 0 15,-6 6 0-15,0 0 0 0,0 0 0 0,0 0 0 16,0 0 0-16,4 10-128 0,0-1 128 0,0 4 0 0,-3 2 128 16,0 0-128-16,-1 1 0 0,2 2 128 15,0-2-128-15,2 0 0 0,0-2 0 0,1 0 0 16,1-1 0-16,0 0 0 0,2-5 0 0,1 0 0 16,0 0 0-16,2-6 0 0,-1 2 0 0,0-4-128 15,2-2 128-15,1 0-128 0,2 0 128 0,-2-5-128 16,0-1 128-16,0 1-128 0,1-1-112 0,-2-5-16 0,-1 0 0 15,3-2 0-15,-4 1 96 0,2 0 16 0,-4-3 0 0,-1 1 0 16,2 2 16-16,-2 1 0 0,-2-2 0 16,-1 4 0-16,-3 2 128 0,-1 1 0 0,0 8 0 15,0 0 0-15,0 0 0 0,0 0 0 0,-10 2 128 0,1 4-128 16,-2 1 224-16,1 5-32 0,0 4 0 0,0-2 0 16,3 3-192-16,0 1 0 0,2 1 0 15,2-1 0-15,2-3 0 0,1 1 0 0,1 0 0 0,2-2 0 16,2-2-336-16,2-2-16 0,0-2 0 0,3-1 0 15,0-4-1344-15,2-1-272 0,1-4-48 16,1 0-16-16,2-2-240 0,-1-3-48 16,1-2-16-16,1-4 0 0,-3 0-880 0,1-2-176 0,-1-2-48 0,-1-3 0 15,0-1-576-15,1 0-112 0,-3 1-32 16,-1-1 0-16,1-3 2592 0,0 1 512 0,-1 1 96 16,-1-1 32-16,-4 3 3552 0,1 0 720 0,-3-1 144 0,0 4 32 0,-3 3 544 0,0 5 112 15,0-3 32-15,-2 5 0 0,2 7-848 0,0 0-160 16,-4 2-48-16,4-2 0 0,0 0-1136 0,-5 8-224 15,1 2-64-15,0 2 0 0,2 1-896 0,-1 1-176 16,1 3-32-16,0 1-16 0,1 2-352 0,0 1-64 16,1-2 0-16,0 2-16 0,1 0-176 0,0 0 0 0,3 0 0 15,-1 0 0-15,1-2-144 0,0-1-64 0,0-1-16 0,-1-2 0 32,0 0-1216-32,0-2-240 0,-1-1-48 0,1 0-16 15,-2-4-1264-15,0-1-240 0,1 1-48 0,-2-8-8800 16,0 0-1776-16</inkml:trace>
  <inkml:trace contextRef="#ctx0" brushRef="#br0" timeOffset="140705.44">30283 10610 26719 0,'0'0'1184'0,"0"0"240"0,-4-5-1136 0,4 5-288 0,0 0 0 0,0 0 0 16,0 0 4656-16,0 0 864 0,0 0 176 0,8-4 48 0,1 2-3456 0,1-1-688 15,1 0-144-15,0 1-32 0,1-1-992 0,1-1-208 16,1 0-32-16,5 2-16 0,0-1-176 0,0 2 0 15,1-4 0-15,1 2 0 16,-2 0-1088-16,1 1-208 0,1-1-48 0,1 0-13568 16,2 2-2736-16</inkml:trace>
  <inkml:trace contextRef="#ctx0" brushRef="#br0" timeOffset="141182.09">30929 10200 25791 0,'-6'0'2304'0,"-1"0"-1856"0,1 0-448 16,-1 0 0-16,2 2 5440 0,0 1 976 15,5-3 208-15,0 0 32 0,0 0-4112 0,0 0-832 0,-3 8-176 0,5-1-16 16,-2-7-752-16,5 10-160 0,0-1-32 0,2-3 0 16,-2 2-448-16,3 1-128 0,1-5 0 0,4 5 0 15,0-2-192-15,1-2-48 0,2 1-16 0,-1 0 0 16,1-2 256-16,1 1 0 0,-1 1 0 0,-1 0 0 15,1-1 0-15,-2-1 0 0,-2 0 128 0,-2 1-128 0,-2 0 0 0,-1 0 0 16,-2-1 0-16,-5-4 0 0,0 0 0 0,0 0 0 16,3 8 0-16,-3 0 0 0,0-2 0 0,-3 1 0 15,-1 3 0-15,-4-3 0 0,-2 2 192 0,-2-1-64 16,0 0 0-16,-1 3-128 0,-1-4 176 0,-2 2-176 16,1-1 160-16,-1 0-160 0,2-1 0 0,-1 0 0 15,2 1 0-15,3-2-160 16,2-2-1168-16,3 0-224 0,0 1-48 0,5-5-16 15,0 0-3760-15,0 0-736 0</inkml:trace>
  <inkml:trace contextRef="#ctx0" brushRef="#br0" timeOffset="141548.22">31537 10287 41007 0,'0'0'1808'0,"0"0"384"0,5-4-1744 0,0 0-448 15,1 0 0-15,-3 0 0 0,-3 4 1776 0,0 0 272 0,0 0 48 0,0 0 16 16,0 0-448-16,0 0-64 0,-6 2-32 0,-2 4 0 16,-2 5-800-16,-2 2-176 0,-2 2-16 0,-3 2-16 15,0 5-240-15,-2 0-64 0,3 3 0 0,4-5 0 16,0-1-64-16,3 4 0 0,1-1-16 0,3-1 0 16,1-2-176-16,3 1 0 0,2-1 144 0,2 2-144 15,2-1 0-15,4-3 0 0,1-3 0 0,2-4 0 16,0 1 0-16,3-5-128 0,2-2 128 0,4-1-192 0,3-3 192 15,1-1-128-15,2-5 128 0,-1 1-128 0,-1-1 128 16,-2-2-128-16,-1-1 128 0,-1-2-128 16,-1 1 128-16,-3-3 0 0,-4 1 0 0,-4-2 0 15,-1-1 0-15,1 0 0 0,1 0 144 0,-2 0-144 0,-4-2 0 16,-1 1 0-16,-2 2 0 0,-1-3 0 0,-3 0 128 0,-1 1-128 16,-1-3 144-16,-1 2-144 0,-2 1 128 0,-1-1-128 15,-6 0 0-15,1-1 144 0,-2 0-144 0,3 5-192 16,-1 0 32-16,-2 0 16 15,1-2-1408-15,-1 2-288 0,-1 0-48 0</inkml:trace>
  <inkml:trace contextRef="#ctx0" brushRef="#br0" timeOffset="145435.07">29201 11532 30063 0,'-8'-9'1328'0,"5"4"272"0,-1-2-1280 0,2-1-320 0,-1-1 0 0,2 0 0 0,-2 3 1728 0,3-4 256 16,0 3 64-16,0 0 16 0,1 1 272 0,-1 6 48 15,0 0 16-15,0 0 0 0,0 0-896 0,0 0-176 16,0 0-48-16,0 0 0 0,0 0-416 0,4 10-96 16,0 4 0-16,-1 5-16 0,-2 1-304 0,-1 8-48 15,2 3-16-15,-4 2 0 0,2 4-144 0,-2 3-48 16,0-1 0-16,1-1 0 0,-2-5-192 0,2-1 176 16,0-2-176-16,-2-3 160 0,2 0-160 0,0-2 0 15,-1-4 0-15,1-3 128 16,0-1-672-16,1-2-144 0,-2-4-16 0,2-2-16 15,0-9-1328-15,0 0-272 0,0 0-48 0,0 0-12016 16,4 2-2384-16</inkml:trace>
  <inkml:trace contextRef="#ctx0" brushRef="#br0" timeOffset="145704.1">29178 11601 21183 0,'-10'-17'1888'0,"7"12"-1504"15,0-2-384-15,0 1 0 0,0-1 4544 0,2 2 832 0,1-3 160 0,0 3 32 16,1 0-2928-16,-1 5-592 0,4-5-112 0,1-1-16 15,1 0-800-15,3 2-160 0,0-1-16 0,3-2-16 16,2 2-608-16,0 0-112 0,3 0-16 0,-1-1-16 16,2 3-176-16,0-3 0 0,5 2 0 0,-4 3 0 15,2-2 0-15,-3 5 128 0,1-1-128 0,-4 3 0 16,-2 0 160-16,-2 2-160 0,-2 4 192 0,-1-3-192 0,-3 4 304 0,-3 1-48 16,0 1-16-16,-5 1 0 0,-1-2 80 0,-2 2 0 15,-3 2 16-15,-2 1 0 0,-1-4-144 16,-2 1-16-16,0 2-16 0,-1-3 0 0,1 0-304 0,0-2-64 15,2 0-16-15,0-3 0 16,2-2-1728-16,-1-1-352 0,5 1-64 16,1-2 0-16,5-4-2368 0,0 0-480 0</inkml:trace>
  <inkml:trace contextRef="#ctx0" brushRef="#br0" timeOffset="146418.69">29557 11480 13823 0,'3'-7'1216'0,"1"-1"-960"15,-1 1-256-15,1-1 0 0,-4 8 4448 0,0 0 848 16,0 0 160-16,0 0 48 0,0 0-1728 0,3 9-320 15,-5 1-80-15,0 6-16 0,-4 0-1120 0,1 5-240 16,-3 3-32-16,1 2-16 0,-3 0-976 0,4 1-192 16,-3-1-32-16,2 0-16 0,1-3-416 0,2 1-96 15,1-5-16-15,2-1 0 0,1-3-208 0,1-1 0 0,3-5 0 0,1-1 0 16,2-4 0-16,1-1-160 0,2-2 0 0,-1-1 0 16,0-3-128-16,0-1-32 0,-1-5 0 0,1 0 0 15,1 0 0-15,-1-3-16 16,0-1 0-16,-3 0 0 0,2-1 48 0,-3-2 16 0,1 1 0 0,-3-1 0 15,1 2 32-15,-2-3 16 0,-1 4 0 0,0-4 0 16,-1 1-144-16,2-1-16 0,0 4-16 0,0 0 0 31,-2 0-240-31,-2 4-32 0,0 0-16 0,-1 0 0 16,3 2-16-16,0 7-16 0,-4-10 0 0,3 3 0 0,1 7-192 16,2-5-48-16,2 0 0 0,0 2 0 0,-4 3 272 0,4-6 48 15,1 2 16-15,-1 1 0 0,1-1 432 0,-5 4 192 0,7-1-160 0,-2 1 160 0,-5 0 448 16,7 2 192-16,-7-2 48 0,0 0 0 0,8 11 608 0,-1 1 128 15,-3 1 32-15,-1 4 0 0,1-1-224 16,-3 4-32-16,0 0-16 0,2 0 0 0,-2 0-416 0,3 0-64 16,-2-2-32-16,1 0 0 0,-1 0-352 0,2-2-64 15,0 0 0-15,-1-6-16 0,4-2-240 0,0-2 144 16,-7-6-144-16,6 6 128 0,-6-6-128 0,9 2 160 16,-9-2-160-16,9 0 160 0,-1-1-160 0,-8 1 128 15,7-5-128-15,-3-1 128 0,-1 0-128 0,3-2 192 16,-1-1-192-16,-1-1 192 0,-2-2-192 0,1 0 0 0,1-1 0 15,-1-4 128-15,0 0-128 0,3-1 0 16,-1 0 0-16,0-2 0 0,2 1 0 0,-2 2 0 16,-1 2 0-16,0 4 0 0,0 1 0 0,-4 10 0 0,0 0 0 15,0 0 0-15,0 0 0 0,0 0 0 0,2 10 0 0,1 3 0 16,-1 1 0-16,1 3 0 16,0 0 0-16,-1 1 0 0,1-2 0 0,1 1 0 15,0 0 0-15,2-3 0 0,1 2 0 0,0-5 0 0,1 0 0 0,1-3 0 16,2-2 0-16,-1-2 0 0,1 0 0 15,-1-3 0-15,3-1-128 0,-1-1 128 0,0 0 0 16,-1-5 0-16,2 0 0 0,-2-1 0 0,-2 1 0 0,0-2 0 16,-1-1 0-16,1-2 0 0,-1 0 0 0,-2-1 0 15,1 2 0-15,-1-3 128 0,0-2-128 0,-1 1 0 16,-1-2 0-16,0 1 0 0,1-4 128 0,-1 1-128 16,0 0 0-16,0 0-176 0,0-2 48 0,-1 3 0 15,1 1-992 1,0 2-192-16,0 1-32 0,0 4-16 0,1 2-1920 0,-5 7-384 15,7-2-80-15</inkml:trace>
  <inkml:trace contextRef="#ctx0" brushRef="#br0" timeOffset="146690.17">30185 11675 20271 0,'0'0'1792'0,"0"0"-1424"0,3 6-368 0,0-6 0 0,-3 0 3312 0,0 0 592 16,0 0 112-16,8-6 16 0,1 1-1696 0,2 0-352 15,-2-2-64-15,3 0 0 0,-2-3-704 0,-1 0-144 16,3-4-32-16,0 1 0 0,-1 0-464 0,0-3-112 15,-2-1-16-15,0 0 0 0,2 0-192 0,-4 1-64 16,0 2 0-16,-2 2 0 0,-2 2 32 0,-1 2 0 0,-2 8 0 0,0 0 0 16,-4-1 448-16,-1 1 96 0,0 5 0 0,-3 6 16 15,-2-1-160-15,-2 6-48 0,2 2 0 0,-2 1 0 16,3 1-384-16,1 1-64 16,-1-2-128-16,4 1 176 0,-1-1-176 0,5 1 0 0,0-3 0 0,2-1 0 31,0-2-1056-31,2-2-144 0,2-2-16 0,2-2-16 15,-7-8-1072-15,10 3-192 0,3-2-64 0,0-2 0 16,2-5-1072-16,0 0-208 0,1-3-64 0</inkml:trace>
  <inkml:trace contextRef="#ctx0" brushRef="#br0" timeOffset="146938.95">30533 11472 14735 0,'0'0'1312'0,"0"0"-1056"0,-4-4-256 0,4 4 0 16,0 0 4912-16,-5 1 912 0,0 3 192 0,0 4 48 15,-1 3-2496-15,2 3-496 0,0 4-112 0,1 2-16 0,-1 1-1232 0,0-2-256 16,1 2-48-16,2 0-16 0,1 0-544 0,1 0-96 15,3-2-32-15,0-3 0 0,0-1-368 0,1 0-80 16,0-6-16-16,1-1 0 0,-1-2-96 0,1-1-32 16,-6-5 0-16,8 2 0 0,-1-2-128 0,-1-2 0 15,1 1 0-15,-1-5 0 0,1-4 128 0,0 0 0 16,1 0 0-16,0-2 0 0,0-2-128 0,-2-2 0 16,0-1 0-16,-1-1-176 0,1-2 176 0,0 1 0 15,0-1 0-15,2-2 0 0,0 0 0 0,1 1 0 16,0 0 0-16,0 1 0 15,0 2-576-15,0 3-192 0,3-1-48 0,-1 2 0 16,-1 1-1536-16,3-1-304 0,3 4-64 0</inkml:trace>
  <inkml:trace contextRef="#ctx0" brushRef="#br0" timeOffset="147661.54">31180 11372 21183 0,'0'0'1888'0,"-3"6"-1504"16,3-6-384-16,-3 8 0 0,3-8 6912 0,0 8 1296 0,2 1 272 15,-2-9 48-15,0 0-6176 0,0 9-1248 0,1-1-240 0,-1-8-48 16,0 0-624-16,0 0-192 0,0 0 128 0,0 0-128 16,0 0 224-16,9 2-16 0,-9-2 0 0,9-1 0 15,-9 1-208-15,7-5 0 0,-2 1-144 0,0-2 144 16,-3-1-256-16,0 2 64 0,-2-3 0 0,0 1 0 16,0 0 32-16,-2-1 16 0,-1 0 0 0,-1-1 0 15,-2 1 144-15,-1 1 0 0,-2 1 0 0,1 1-128 16,0 3 128-16,-1 2 0 0,-3 2 0 0,2 3 0 15,-2-1 160-15,-1 4-32 0,0 3-128 0,-1 4 192 16,-1 0-64-16,0 5-128 0,-2 0 176 0,3 3-176 16,1 0 176-16,1 4-176 0,1-4 160 0,4-1-160 0,0 2 128 0,3-2-128 15,3-3 0-15,0 1 0 0,2-2 512 0,3-2 16 16,1-2 0-16,1-2 0 16,2-2-880-16,1-2-176 0,2-1-48 0,1-3 0 0,1-3 416 0,0-2 160 15,2 1-128-15,1-3 128 0,-3-2 0 0,1-3-160 16,1 0 160-16,-2-1 0 15,2-1-448-15,0-2 0 0,-1 0 16 0,0-1 0 0,-1-3 304 0,-1-2 128 16,-1 0-128-16,0 0 128 0,0-2 0 0,-1 1-128 16,1-1 128-16,-4 4 0 0,0 2 0 0,-1 2 0 15,-2 3 0-15,-2 3 0 0,-2 6 0 0,0 0 0 0,0 0 0 16,0 0 0-16,0 0 224 0,0 0-32 16,-6 6 0-16,1 2 0 0,1 1-192 0,0 3 176 0,-1 0-176 0,1 1 160 15,0 4-160-15,2-4 0 16,0 0 0-16,2 0 0 0,2-2 0 0,0 1 0 0,2 0-176 0,0 0 176 15,1-3-368-15,-1 0 16 0,2-1 0 16,0-2 0 0,1-1-96-16,0 1-32 0,-7-6 0 0,10 1 0 15,-10-1-64-15,10-1-16 0,-1-2 0 0,0-1 0 0,0-1 368 0,0-2 64 0,1 0 128 0,0-3-208 16,0 0 208-16,0-3 0 0,-4-1 0 0,2 1-144 16,0-7 144-16,1 3 0 0,1 1 160 0,1-1-160 15,-2 2 240-15,1 0-48 0,-1 4-16 0,-1 3 0 0,-3 1 192 16,-5 7 32-16,0 0 16 0,0 0 0 0,3 3 304 0,0 1 64 15,-3 4 16-15,-2 5 0 0,-2 5-256 0,-2 3-48 16,1 2-16-16,-2 3 0 0,-1 3 64 0,3 1 16 16,1 1 0-16,0-1 0 15,-1 2-960-15,2-2-192 0,2 0-48 0,1-4 0 0,0-3 1328 0,-1 1 256 16,3-6 48-16,1 0 16 16,-2-6-1968-16,1 0-384 0,-2-12-64 0,6 7-32 15,-6-7-944-15,11 7-192 0,-1-4-48 16,3-3-11632-16,1-3-2320 0</inkml:trace>
  <inkml:trace contextRef="#ctx0" brushRef="#br0" timeOffset="148263.67">31779 11495 16575 0,'6'-14'736'0,"-8"8"160"0,-3-2-720 0,1 0-176 0,2 0 0 0,-1 2 0 16,0-2 6144-16,-2 4 1216 0,0 0 224 0,0 1 48 16,0 2-4608-16,1 1-912 15,4 0-192-15,-6 4-48 0,0 2-896 0,-1 2-176 0,0 0-32 0,-3 3-16 16,3 2-368-16,-1 1-64 0,0 2 0 0,0 1-16 15,2-4-304-15,0 4 128 0,1-3-128 0,1 2 0 16,4-3 0-16,3 0 0 0,-1 0 0 0,4-2-192 31,0-2-208-31,2 1-48 0,1-5 0 0,2 0 0 16,0-2-224-16,4-2-48 0,0-2-16 0,2-2 0 16,2-1 96-16,-1-2 32 0,-1-4 0 0,0 0 0 0,0 0 160 0,-2-3 48 0,1 0 0 0,2-6 0 15,-1-2-96 1,0-2-16-16,0-2 0 0,-1-1 0 0,-2-1 96 0,-2 3 16 0,-1 0 0 0,1-3 0 15,0-1 400-15,-2 0 0 0,-1 2 0 0,-1 3-128 16,-3 2 544-16,1-1 112 0,-4 4 32 0,-2 5 0 0,-1 2 560 0,-2 5 112 16,3 6 32-16,-6-2 0 0,-2 6-272 0,0 4-48 15,-1 4-16-15,0 3 0 0,0 5-496 0,-2 2-112 16,1 3 0-16,1 0-16 0,0-2-112 0,4-2-32 16,-1-1 0-16,5 3 0 0,1-2-160 0,3 1 0 15,1 0 0-15,1-1 0 0,0-3 0 0,1 2 0 16,4-2 0-16,0-1 0 0,2-4 0 0,2-2-176 15,2-2 176-15,1-2-128 0,0-1 128 0,5-2 0 16,-1-2-144-16,-2-2 144 0,-2-2-128 0,0-2 128 16,0-3-160-16,0-1 160 0,0-2-160 0,0-2 160 0,-3-1-160 15,-1-1 160-15,-1-2-176 0,-2-1 176 0,0 2-192 16,-3-4 192-16,-1 2-160 0,-2 3 160 16,-3 2-128-16,-1 3 128 0,-1 1 0 0,-3 3 0 0,-4 3 0 0,-1 2 0 15,-2 2 0-15,-2 5 224 0,0 0-48 16,1 6-16-16,1 2 48 0,-1 2 16 0,0 2 0 0,4 1 0 15,2 2 32-15,1-2 0 16,1 3 0-16,2-3 0 0,4-1-128 0,0 2-128 0,1-4 176 0,2 0-176 16,4-1 0-16,3-1 0 0,1 0 0 0,1-5 0 15,2 0 0-15,-2 0 0 0,1-3-144 0,0 0 144 32,2-2-672-32,2-2-48 0,0 1-16 0,5-2-15264 0,0-2-3072 15</inkml:trace>
  <inkml:trace contextRef="#ctx0" brushRef="#br0" timeOffset="153709.29">25290 13514 11967 0,'0'0'1072'0,"-4"-7"-864"0,0-2-208 0,0-1 0 0,-1-1 4928 0,1 1 960 16,-3-1 176-16,3 2 32 0,0-4-3984 0,-1 1-816 15,1 5-144-15,0-1-48 0,-1-1 32 0,0 2 0 16,0 3 0-16,-2 2 0 0,-2 2-432 0,1 1-64 15,-1 0-32-15,-1 6 0 0,-2 3-96 0,-1 2 0 16,-3 6-16-16,1 2 0 0,-4 3-96 0,1 2-16 16,0 5 0-16,-2 1 0 0,2-1-208 0,2 1-48 15,3 1-128-15,3-5 192 0,1-1-192 0,2-1 0 16,2 0 0-16,2-6 0 0,2 0 0 0,2-4 0 16,1-2 0-16,3 0 0 0,0-5-144 0,3-1 144 15,-8-7-208-15,10 1 80 0,3-1-64 0,0-3 0 0,0-3 0 16,2-1 0-16,0-4-112 0,1-3-16 15,-2 0-16-15,3 0 0 0,-1-2 80 0,0-1 32 0,-2-1 0 16,0 0 0-16,-1-4 224 0,2 1 0 16,-3 1 0-16,-2 1 0 0,-2-1 0 0,0 3 0 15,-2 0 0-15,-1 1 0 0,-1 2 0 0,0 4 128 0,-3 2-128 16,-1 8 160-16,2-5 256 0,-2 5 48 0,0 0 16 0,0 0 0 16,0 0-96-16,0 9 0 15,-2 3-16-15,2 3 0 0,0 1-368 0,0 5 0 0,0-3 0 16,2 3 128-16,0 1-128 0,2-1 0 0,3-2 0 0,-2 2 0 15,0-4-1440 1,2 0-208-16,-1-3-32 0,3-1-16 0,3 1-1760 0,-3-3-368 16,-1-4-64-16</inkml:trace>
  <inkml:trace contextRef="#ctx0" brushRef="#br0" timeOffset="154297.34">25434 13421 14735 0,'0'0'1312'0,"0"0"-1056"15,0 0-256-15,-4 7 0 0,0 2 5440 0,0 1 1024 16,2 1 192-16,-1 3 64 0,-1 4-3984 0,2 0-800 16,0 3-144-16,0 1-48 0,-1 2-656 0,2 1-128 15,0-3-16-15,1 0-16 0,0-1-544 0,1-3-96 16,0-1-32-16,1-1 0 0,0-6-256 0,-1 1 160 16,1-2-160-16,-2-9 128 0,0 0-128 0,0 0 128 0,0 0-128 0,0 0 128 15,0 0-128-15,0 0 0 0,0 0 0 0,6-6-176 16,-1 0 176-16,1-3-192 0,-1 0 192 0,0-6-192 15,-2 1 192-15,2-3-208 16,0-2 80-16,2-2 128 0,-1-2-192 0,-1 1 192 16,3-2-192-16,-1 1 192 0,-1 1-208 0,1 0 80 0,1 0 128 0,-1 4-208 15,0 2 208-15,-1 4-144 0,1 2 144 16,-2 5-128-16,-5 5 128 0,0 0 0 16,0 0 0-16,7 5-128 0,-2 4 128 0,0 4 0 0,0 3 160 15,1 1-160-15,-1 2 144 0,1 2-144 0,2 0 128 16,1 1-128-16,0-1 0 0,2-2 0 0,1 0 0 0,-1-2 0 15,1-4-128-15,1-4-64 0,1-3-16 0,1 0 0 32,-2-3-480-32,0 3-80 0,0-6-32 0,0-4 0 0,0-1 16 15,1-2 0-15,-2-1 0 0,0-2 0 0,-1-2 336 0,0-1 80 0,-1-1 16 16,-2-2 0-16,-1-2 352 0,1-2 0 0,-1-2 0 16,2 0 0-16,-2-3 0 0,-1-2 0 0,1-2 0 0,0-1 0 0,-2 0 128 0,0 0-128 15,-1-1 192-15,0 6-64 0,0 2 272 0,-2 6 48 16,0 4 16-16,-1 3 0 0,-1 7 416 0,0 3 80 15,0 0 0-15,-3 6 16 0,1 4-272 0,-1 7-48 16,-1 3-16-16,2 6 0 0,-1 4-368 0,0 1-80 16,-1 1 0-16,3 0-16 0,1 0-176 0,-1 0 0 15,1-3 144-15,0-1-144 0,1 1 0 0,0-4 0 16,1-2 0-16,-1 0 0 0,2-4-176 0,-1-2-96 16,0-1-32-16,0-6 0 15,-1 1-1184-15,1-2-240 0,-2-9-64 0,4 4 0 16,-4-4-352-16,0 0-80 0,0 0-16 0,0 0 0 15,0 0-1168-15,0 0-240 0</inkml:trace>
  <inkml:trace contextRef="#ctx0" brushRef="#br0" timeOffset="154546.87">25788 13434 35247 0,'0'0'1552'0,"-7"0"336"0,2 0-1504 0,5 0-384 0,0 0 0 0,0 0 0 15,0 0 1280-15,0 0 192 0,0 0 48 0,8-3 0 16,2 1-432-16,2-2-96 0,1 1-16 0,1 1 0 15,2-1-512-15,-2 1-96 0,2-2-32 0,-1 0 0 16,2-3-112-16,0 2-32 0,-1 0 0 0,0 1 0 16,-2 3-48-16,0 1-16 0,-1 0 0 0,-2 3 0 0,1 4 32 0,-1 3 0 15,-2 3 0-15,0 3 0 0,1 0 224 0,-4 5 64 16,-1 2 0-16,-1 3 0 0,-2-1-80 0,-1 1-16 16,0-1 0-16,-1 0 0 0,-1-3-352 15,1-1 0-15,0-2 0 0,0-2 0 16,0-4-2112-16,0-2-512 0,0-2-80 15,0-9-16816-15</inkml:trace>
  <inkml:trace contextRef="#ctx0" brushRef="#br0" timeOffset="154690.74">26134 13312 10127 0,'-2'-12'448'0,"-1"7"96"0,-2-1-544 0,0 0 0 0,-1-1 0 0,1 1 0 15,1-1 6784-15,0 2 1264 16,2-1 240-16,2 6 48 0,-3-4-5376 0,3 4-1072 0,-1-6-224 0,1 6-32 15,3-3-1312-15,0-4-320 0,3 3 0 0,1 0-13568 16,3 0-2768-16</inkml:trace>
  <inkml:trace contextRef="#ctx0" brushRef="#br0" timeOffset="155745.79">26561 13412 5519 0,'0'0'240'0,"0"0"64"0,-4-11-304 0,0 1 0 15,0 0 0-15,1 4 0 0,2-1 6736 0,-2 0 1296 16,1 1 256-16,-1-2 48 0,1 3-4752 0,2 5-944 0,-4-6-192 0,4 6-32 16,0 0-1008-16,-7 2-208 0,2 0-48 0,-2 3 0 15,0 5-304-15,-1 3-64 0,0 2-16 0,0 3 0 16,0 3-208-16,0 2-48 16,1 3-16-16,-1-2 0 0,0 1-240 0,1-3-64 0,2 0 0 0,4 1 0 15,2-3-192-15,2-1 0 0,-1-2 0 0,4-3 0 31,-1-4-336-31,1 0-64 0,2-5-16 0,1-1 0 16,2-4-992-16,1 0-192 0,-1-4-32 0,2-1-16 0,0-3 592 16,0-3 112-16,-1-2 32 0,0-1 0 0,1-2-144 15,0-3-32-15,0-1 0 0,-1 1 0 0,-1-2 544 0,1-1 96 0,0-2 32 16,-2-2 0-16,-1-1 416 0,1-2 0 0,-1 0 0 0,-1 2 0 16,-3 1 304-16,0 4 80 0,-1 2 32 0,0 5 0 15,-2 1 704-15,0 5 144 0,-2 2 16 0,0 7 16 0,0 0 176 0,0 0 16 16,0 0 16-16,0 0 0 0,-6 10-608 0,3 3-112 15,-3 1-16-15,1 6-16 0,1 3-432 16,0 2-96-16,-1 0-16 0,2 0 0 0,2-2-208 0,1 1 0 16,0-2 128-16,1 0-128 0,2 0 0 0,1 0-192 15,0 0 48-15,1-1 0 16,0-4-2032-16,3 0-384 0,1-2-96 0,0-2-11184 16,2-2-2240-16</inkml:trace>
  <inkml:trace contextRef="#ctx0" brushRef="#br0" timeOffset="156060.12">27017 13361 39855 0,'-13'-4'1760'0,"8"8"368"0,-2-1-1696 0,1 3-432 16,-1 3 0-16,-1 4 0 0,0 3 1904 0,-1 2 288 0,-2 3 64 0,-1 3 16 16,1-2-752-16,2 1-160 0,0-1-16 0,0 1-16 15,1-1-784-15,0-1-160 0,5-2-16 0,0 1-16 16,2-6-352-16,1-1 128 0,0-1-128 0,2-3 0 15,1-1 0-15,-3-8 0 0,0 0 0 0,9 4-128 16,0-2-144-16,2 0-32 0,-4-4 0 0,2 0 0 16,2-2-80-16,1-3 0 0,-3 1-16 0,0-3 0 15,-1-2 176-15,0 1 32 0,-1-2 16 0,0-1 0 16,-1-1 32-16,0-1 0 0,-2 0 0 0,-2-2 0 16,1 0-48-16,-1 1-16 0,1 0 0 0,-2 1 0 15,-2-1-224-15,1 3-32 16,-1-1-16-16,1 2 0 0,-2 2-1312 0,1-1-256 15,-2 1-48-15,1 2-16 0,-1 1-1856 16,3 7-368-16</inkml:trace>
  <inkml:trace contextRef="#ctx0" brushRef="#br0" timeOffset="156492.71">27209 13385 37887 0,'0'0'1680'0,"0"0"352"0,-6 2-1632 0,2 2-400 0,-1 3 0 0,0 2 0 16,-1 1 1616-16,-2 3 240 0,-3 2 64 0,2 1 0 16,0 4-384-16,0 1-80 15,0 0-16-15,0 0 0 0,0-2-752 0,1 1-160 0,1-1-16 0,5-2-16 16,0 0-368-16,2-4-128 0,2-2 0 0,1-1 144 16,3-1-144-16,0 0-272 0,-1-2 64 0,3-2 16 31,3-1-320-31,0-3-48 0,2-1-16 0,0-1 0 15,2-2-272-15,0-1-64 0,1-2-16 0,0-2 0 16,-1-2-96-16,0-2 0 0,-1 2-16 0,0-5 0 16,-1 0 240-16,0-2 48 0,-1-3 16 0,-1 0 0 0,-1 0 384 0,-1-4 80 0,-1-3 16 15,0 1 0-15,-2 0 256 0,1 0 176 0,-1-4-32 0,0 0 0 16,-2 1 480-16,-1 3 80 0,3 1 32 0,-5 5 0 16,-1 6 320-16,0 4 64 0,1 1 16 0,-1 9 0 0,0-7 48 0,0 7 16 15,0 0 0-15,0 0 0 0,0 0-544 16,-1 12-96-16,-2 3-32 0,1 5 0 0,-1 3-288 15,1 4-64-15,-2 0-16 0,1 2 0 0,2 1-160 0,-1-3 160 16,1 2-160-16,1 1 160 0,0-6-160 0,1 1 0 16,1-1 0-16,0-2 0 15,1-1-1312-15,1-4-144 16,0-2-16-16,2 0-16 0,3-2-1904 0,1 0-368 0,-3-7-80 0</inkml:trace>
  <inkml:trace contextRef="#ctx0" brushRef="#br0" timeOffset="156779.66">27647 13310 41407 0,'-13'-1'1840'0,"13"1"368"0,-7 1-1760 0,1 2-448 0,-1-1 0 0,1 2 0 16,-2 2 1648-16,0 0 240 16,0 3 48-16,0 2 16 0,-1 2-352 0,0 1-80 15,-1 2-16-15,0 1 0 0,0 1-944 0,1 0-192 0,0 2-48 0,0-1 0 16,-1-1-320-16,1 1 144 0,2-2-144 0,1 0 0 15,2-3 0-15,3 0 0 0,0 1 0 0,0-2 0 16,-1-2 0-16,2 1-176 0,2-3 0 0,0 0 0 16,2-1-144-16,1 0-16 0,0-3-16 0,2 2 0 15,1-3-176 1,0-2-48-16,1 0 0 0,1-2 0 0,1-3-1024 0,0-1-192 0,1-2-64 0,1-2 0 16,1 0-384-1,2-1-64-15,0 0-32 0,-1-4 0 0,-2 1-256 0,2 0-48 16,-2 0-16-16,0 1-10736 0</inkml:trace>
  <inkml:trace contextRef="#ctx0" brushRef="#br0" timeOffset="157427.19">27727 13379 26143 0,'-3'-10'1152'0,"3"10"256"0,0 0-1136 15,0 0-272-15,-6-4 0 0,4 1 0 0,2 3 2480 0,0 0 432 16,0 0 96-16,0 0 0 0,0 0-768 0,0 0-176 16,0 0-16-16,2 12-16 0,1-1-640 0,0 3-128 15,-2 2-32-15,1 0 0 0,0 1-352 0,-1 3-80 16,-1 2-16-16,3-4 0 0,-1 2-320 0,1-2-64 15,-1 0-16-15,2-1 0 0,0-1-224 0,0-2-160 16,-1-1 192-16,1-1-192 0,0-1 160 0,0-4-160 16,-4-7 128-16,5 7-128 0,0-3 0 0,-5-4 0 15,0 0 0-15,8-1 0 0,-2-3 0 0,1 0-224 0,-1-3 80 0,1 1 16 16,-2-5 128-16,2 1-160 16,-1-2 160-16,1-1-160 0,-1-1 160 0,2-2-160 0,0-1 160 0,0 0-160 15,-1-1 160-15,1 2-128 0,0 1 128 0,0 2-128 16,-2-3 128-16,0 6 0 0,-1 3 0 15,-5 7 0-15,5-7 0 0,-5 7 0 16,0 0 0-16,0 0 128 0,0 0 64 0,4 10 0 0,-1-3 16 0,-1 5 0 16,1 1-48-16,-1 2-16 0,1 0 0 15,0 2 0-15,-1 0-144 0,1 0 0 0,1 1 0 0,1-2 0 16,0-2 0-16,2-1 0 0,-1-1 0 0,1-3 0 16,1-2 0-16,-2-1 0 0,2 1 0 0,0-3 0 0,0-2 0 15,1 0 0-15,-1-4 0 0,-1 1 0 0,1-3-192 16,-1 1 192-16,-1-2-160 0,1-1 160 0,-1-3 0 15,1-2 0-15,-1 1 0 0,1-2 0 0,-2-1 0 16,0-1-144-16,0-2 144 0,2 0 0 0,-2 1-176 0,0-2 176 16,1-2-208-16,-1 0 80 0,-3 1-128 0,2-2 0 15,0-1-16-15,0 3 0 16,-1 0-224-16,-1 2-32 0,0 2-16 16,-1 2 0-16,0 3-1136 0,1 2-240 0,-2 7-32 0,0 0-16 15,0 0-624-15,0 0-128 0,0 0-32 0,0 0 0 16,0 0-1024-16,0 0-192 0,0 0-64 0,0 0 0 15,0 0 2640-15,0 0 528 0,0 0 96 0,0 0 32 0,0 0 1792 16,9 6 352-16,-1-3 80 0,-8-3 16 0,0 0 1120 0,6 7 240 16,2 0 32-16,-2 2 16 0,0 1-96 0,-1 3-32 15,0-4 0-15,-2 3 0 0,-1 1-688 0,1 3-144 16,-1 1-32-16,0 1 0 0,-1 1-848 0,0 1-176 0,-1 0-48 0,0-1 0 16,0 1-512-16,0-2-96 0,-1 0-32 15,0-1 0-15,-1-3-208 0,1-1 0 0,1-1 128 0,0-3-128 31,0-9-1376-31,0 0-320 0,1 7-64 0,-1-7-12672 0,0 0-2528 0</inkml:trace>
  <inkml:trace contextRef="#ctx0" brushRef="#br0" timeOffset="157576.39">28284 13245 19343 0,'0'0'1728'0,"0"0"-1392"0,-2-6-336 0,2 6 0 16,0 0 2112-16,0 0 368 0,0 0 64 0,0 0 16 0,0 0-1840 0,0 0-352 15,0 0-80-15,0 0-16 0,0 0-464 0,7 6-80 16,1-2-32-16</inkml:trace>
  <inkml:trace contextRef="#ctx0" brushRef="#br0" timeOffset="158161.48">28447 13348 8287 0,'0'0'736'0,"0"0"-592"16,0 0-144-16,0 0 0 0,0 0 6688 0,0 0 1312 15,-2 8 256-15,-1-2 48 0,3-6-4592 0,-4 7-896 16,-1-2-192-16,0 2-48 0,-1-1-1008 0,0 1-208 15,-2-1-32-15,1 1-16 0,1-2-768 0,1 0-160 16,0 2-16-16,-1-1-16 0,2 1-224 0,4-7-128 16,-2 6 160-16,2-6-160 0,0 7 0 0,0-7 0 15,0 0 0-15,4 8 0 0,2-1 0 0,3 0 0 0,0-2 0 16,2 2 0-16,1-1 0 0,-1-1 0 0,2 2 0 0,2-2 0 16,-1 2 0-16,2-1 0 0,-1 1 0 0,0 0 0 15,-1 0 0-15,0 2 0 16,1-2 0-16,-4 2 0 0,0 0 0 0,-2 0 0 0,-2 0 0 0,-1-1 0 15,-1 1 0-15,-1 0 0 0,-2 2 0 0,-2-2 0 16,0 1 0-16,-3-2 0 0,-1 1 144 0,-3 2-144 16,1-1 192-16,-3-1-64 15,-3-1 0-15,0 4 0 0,-1-6-128 0,2 2 128 0,-1-1-128 16,1-1 128-16,1 1-128 0,1-2 0 0,1-1 0 0,2-2 0 16,6-2-160-16,0 0-16 0,0 0 0 0,0 0 0 15,0 0-80-15,0 0-32 0,0 0 0 0,9-5 0 0,0-3 32 16,3 0 0-16,1-2 0 0,2-2 0 15,2-2 256-15,1-3-192 0,1-3 192 0,0 0-160 0,1-4 0 16,2 1 0-16,1-5 0 0,1 2 0 0,-5 0-16 16,2 1 0-16,0 1 0 0,-1 0 0 0,-2 3 176 15,-1 2 0-15,-3-1 0 0,-2 2 0 16,-2 4 0-16,-2-1 128 0,-3 6-128 0,-1 0 176 0,-2 2 144 0,-2 7 16 16,0 0 16-16,-6-1 0 0,-1 1 160 0,-3 4 16 15,0 4 16-15,-3 2 0 0,-1 3-224 0,-1 6-64 16,1-1 0-16,-2 1 0 0,-1 4-48 15,3-1-16-15,1 0 0 0,3 1 0 0,2 0 64 0,4-1 0 16,1 1 0-16,3-3 0 0,3 1-256 0,3-2 0 16,5-2 0-16,1 0 0 0,-1-1 0 0,4-3 0 15,2-2 0-15,2-1 0 0,2-1 128 0,1-3-128 16,-1-2 0-16,1 0 0 0,0-1 0 0,0-3 0 16,2-2 0-16,-3 2 0 15,-2-1-592-15,2-2-176 0,4 0-16 0,-3-3-16 16,2 1-3008-16,-1-3-608 0</inkml:trace>
  <inkml:trace contextRef="#ctx0" brushRef="#br0" timeOffset="158699.56">29288 13828 51951 0,'-14'-3'2304'0,"14"3"464"0,-7-5-2208 0,7 5-560 0,0 0 0 0,0 0 0 15,0 0 336-15,0 0-32 0,0 0-16 0,0 0 0 16,-4 7 80-16,0-1 16 0,2 1 0 0,-1 2 0 15,2 1-384-15,0 2 0 0,1 1-160 0,0 1 160 16,0 1-2880-16,0 0-480 0</inkml:trace>
  <inkml:trace contextRef="#ctx0" brushRef="#br0" timeOffset="160410.54">29236 13838 12895 0,'0'0'1152'0,"0"0"-928"0,0 0-224 0,0 0 0 0,0 0 3360 0,0 0 624 16,0 0 128-16,0 0 32 0,0 0-1568 0,0 0-304 15,0 0-64-15,0 0-16 0,0 0-432 0,0 0-96 16,0 0 0-16,14 4-16 0,-14-4-528 0,12 9-96 16,-12-9-32-16,8 13 0 0,-3 4-272 0,-1-4-48 15,-2 2-16-15,-2-1 0 0,-1 2-192 0,0-1-32 16,-2 1-16-16,1 0 0 0,-4-1-192 0,1 0-32 16,-1-2-16-16,1 1 0 0,-1-1-176 0,1 1 0 0,-1-3 0 0,2-1 0 31,4-10-1936-31,-4 11-272 0,2 0-48 0,2-11-17488 0</inkml:trace>
  <inkml:trace contextRef="#ctx0" brushRef="#br0" timeOffset="161161.93">29707 13263 22111 0,'-11'-8'976'0,"7"5"208"0,0-4-944 0,0 1-240 16,0-1 0-16,4 7 0 0,0 0 4640 0,0 0 880 15,-6-3 176-15,6 3 48 0,0 0-3136 0,0 0-624 16,-3 7-128-16,1 5-32 0,-1 1-1008 0,0 4-208 16,5 2-32-16,0 5-16 0,2 2-192 0,0 1-48 15,0 3 0-15,1-4 0 0,1-1-96 0,0 4-32 0,-2-2 0 0,3 0 0 16,-1-2-192-16,1-5 176 15,-2-1-176-15,-1-7 160 0,0 0-160 0,-1-2 160 0,0 3-160 0,1-1 160 16,-4-12-32-16,0 0 0 16,0 0 0-16,0 0 0 0,0 0-128 0,0 0 160 0,0 0-160 0,0 0 160 15,0 0-160-15,0 0 0 0,0 0 0 16,5-5 0-16,-1-4 0 0,0-2 0 0,0-2 0 0,-1 0 0 16,0-1-176-16,3-3 176 0,-2-3-128 0,1-1 128 15,1-1 0-15,2-1-128 0,-1-2 128 0,-1-1 0 16,1 0 0-16,-2 2-128 0,1 2 128 0,1 1 0 15,-2 3 0-15,2 5-160 0,-2 0 160 0,-1 5 0 16,-4 8 0-16,0 0 0 0,0 0 0 0,8 3 0 16,-1 3 0-16,1 6 0 0,-2 2 0 0,0 6 0 0,1 2 128 15,-1 2-128-15,1-1 0 0,-2 3 144 0,1 2-144 16,2-2 0-16,0 0 0 0,1-3 128 0,0-2-128 0,0 1 0 16,2-4 0-16,-2-2 0 0,-1-4 0 15,1-2 0-15,0-2 0 0,0-1 128 0,0-5-128 16,0-1 160-16,-1-1-160 0,1-2 160 0,2-1-32 15,-2-3-128-15,-1-1 192 0,-1-3-64 0,1-2 0 16,0 0 0-16,0-1 0 0,0-1 0 0,-2 0-128 0,2-3 160 16,0-2-160-16,-2 1 160 0,1-1-160 0,0-2 0 15,-1-3 0-15,1-1 0 0,-1 1 0 0,1-1 0 16,-1 1 0-16,-2 1 0 16,0 1-816-16,0 1-80 0,-2 1-32 0,1 3 0 15,0 2-1536-15,-1 0-304 0,2 2-64 0,-1 3-17584 0</inkml:trace>
  <inkml:trace contextRef="#ctx0" brushRef="#br0" timeOffset="161395.89">29498 13116 15663 0,'-13'-3'1392'0,"8"2"-1120"0,-2 0-272 0,7 1 0 16,0 0 6800-16,0 0 1312 0,0 0 256 0,0 0 48 16,8-4-6464-16,2 1-1296 0,3 2-256 0,2 0-48 15,2-2 80-15,2 0 16 0,2 1 0 0,3 1 0 16,0-3-448-16,2 1 0 0,2-1 0 0,1 1 0 0,0 0 0 0,1-1 0 16,3 0-224-16,1 0 80 15,1 0-2992-15,2 0-608 0,-1 4-112 0</inkml:trace>
  <inkml:trace contextRef="#ctx0" brushRef="#br0" timeOffset="161562.6">30214 13057 37775 0,'-11'-6'1664'0,"11"6"368"16,0 0-1632-16,0 0-400 0,0 0 0 0,4-5 0 0,0-1 1152 0,1 1 160 16,2 0 32-16,-1 0 0 0,3-3-128 0,3 1-32 15,-1 1 0-15,4 1 0 0,2-2-880 0,1 2-176 16,-2 1-128-16,4-1 144 15,-1 3-1888-15,1 2-384 0,1 4-80 0,-3 4-16544 0</inkml:trace>
  <inkml:trace contextRef="#ctx0" brushRef="#br0" timeOffset="162384.75">30212 13557 8287 0,'0'0'368'0,"2"-7"80"0,-2-2-448 0,1 2 0 0,2 2 0 0,-1 3 0 15,-2 2 6176-15,0 0 1152 0,7-6 224 0,-7 6 64 16,0 0-4048-16,0 0-816 0,9 6-144 0,-9-6-48 16,5 7-608-16,2 5-128 0,-2 0-32 0,-3 1 0 15,1 4-704-15,0 1-128 0,-1-1-48 0,-1 0 0 0,1 0-480 0,-1-1-112 16,2-2 0-16,-2 0-16 16,2-2-160-16,-2-1-16 0,0-2-128 0,2-2 192 15,-3-7-48-15,0 0-16 0,0 0 0 0,0 0 0 0,0 0-128 0,0 0 0 16,0 0-192-16,0 0 192 0,9-2-160 0,-1-3 160 15,0-2 0-15,-1-1-144 0,0-1 144 0,-1-3-128 16,1 1 128-16,1-5-128 0,-2-1 128 0,1 0-160 16,-3-1 160-16,1 0-160 0,1-1 160 0,1 1-192 15,-2 0 192-15,2 2-192 0,1 2 192 0,-2 1-128 16,-1 2 128-16,-1 4-128 0,0 0 128 0,-4 7 0 16,0 0-144-16,0 0 144 0,0 0 0 0,0 0 0 15,0 0 0-15,0 0 0 0,0 9 0 0,0 4 0 16,1 3 0-16,1 0 0 0,-2 1 0 0,1-1 0 0,2 3 0 0,1-2 0 15,-1 0 0-15,3-2 0 16,0 2 0-16,1-4 0 0,2-1 0 0,0 0 0 16,-1-6 0-16,1 2 0 0,1-3-144 0,1 0 144 15,-2-2 0-15,1 0 0 0,2-2-128 0,-2-1 128 0,1-1 0 0,-2-2 0 16,-1-1 0-16,2-2 0 16,-2-1 0-16,0-1 0 0,-2 0 0 0,2 1 0 0,-1-5 0 0,-1 0 0 15,1 0 0-15,-2 1 0 16,0-2 0-16,0 0 0 0,-2 0 0 0,-2 2-192 0,1 5 192 0,-2-1-208 15,-2 1 208-15,2 6 0 0,0 0 0 0,0 0 0 16,-10 2 0-16,0 3 0 0,-1 3 0 0,2 3 0 16,-1 0 0-16,0 4 0 0,1 0 0 0,3 1 0 15,1 0 0-15,1 1 0 0,1-4 0 0,3 1 0 16,3-1 0-16,1-1 0 0,1-2 0 0,1 1-144 0,3-2-112 16,1-1 0-16,0-2-16 0,2-2 0 15,-2-1-400-15,2-2-80 0,0-1-16 0,-1-3 0 16,1-1-320-16,1-1-64 0,0-1 0 15,0-1-16-15,-1-5-176 0,-2 1-48 0,1-2 0 0,-2-4 0 16,-1 0 288-16,0-1 48 0,-1-3 16 0,1-1 0 16,0-3 400-16,-1-1 64 0,0-2 32 0,1 1 0 15,-1-2 544-15,-1 1 144 0,1-1 16 0,-2 4 0 0,-1 2 768 0,-3 3 160 16,0 4 16-16,1 5 16 0,-2 2 496 0,-2 2 112 16,0 1 0-16,2 6 16 0,0 0-320 0,0 0-64 15,0 0-16-15,-3 9 0 0,-1 1-688 0,3 4-144 16,-2 2-16-16,2 2-16 0,0 1-224 0,0 1-32 15,1 3-16-15,0-3 0 0,0 4-208 0,0-1 0 16,0 1 128-16,0 1-128 0,1-2 0 0,0 1 0 0,0-2 0 16,1 1 0-16,-2-3 0 0,1-1 0 0,2-2-144 0,-2-4 144 31,0 0-1200-31,1-2-144 0,-1-3-16 0,1-2-16 16,-2-6-1376-16,0 0-256 0,0 0-64 0,0 0-9472 15,0 0-1872-15</inkml:trace>
  <inkml:trace contextRef="#ctx0" brushRef="#br0" timeOffset="162579.07">30763 13587 35935 0,'-12'-8'1600'0,"9"6"320"0,3 2-1536 0,0 0-384 0,0 0 0 0,0 0 0 16,0 0 1840-16,0 0 288 0,0 0 64 0,0 0 16 0,7-2-864 0,2-1-192 16,1 2-16-16,1 0-16 0,2-3-736 0,1 1-128 15,-1-3-48-15,4-1 0 16,1 2-208-16,2 0 0 0,-1-1 0 0,1-1 0 15,2 0-1600-15,0 1-304 0,3-1-64 0,0 2-16 16,0 0-2176-16,-1-2-448 0</inkml:trace>
  <inkml:trace contextRef="#ctx0" brushRef="#br0" timeOffset="162913.87">31504 13193 25791 0,'0'0'1152'0,"0"0"224"0,0 0-1104 0,0 0-272 16,0 0 0-16,0 0 0 0,0 0 4784 0,0 0 896 0,0 0 176 15,0 0 32-15,-5 4-3200 0,0 1-640 0,-2 2-128 0,2-5-16 16,-3 3-992-16,2 1-192 16,1-1-32-16,-2 1-16 0,-2 1-272 0,-1 1-48 15,-1-2-16-15,-1 3 0 0,1 3-112 0,-2-3-32 0,0 2 0 0,0-1 0 16,-1 0-64-16,3 1 0 0,-1-1-128 0,0 1 192 16,2-2-192-16,-1 0 144 0,1 0-144 0,1 0 128 15,1-1-128-15,2 0 0 16,-1 0 0-16,2-2 128 0,0-1-128 0,5-5 0 0,-6 4 0 0,6-4 0 15,-4 7 0-15,4-7 0 0,0 0 0 0,0 0 0 16,0 0 0-16,0 0 0 0,3 6 0 0,1 1 0 16,-4-7 0-16,9 5 0 0,0-2 0 0,2 1 0 15,0-3 0-15,1 2 0 0,0-3 0 0,1 0 0 16,-1-2 0-16,2 2 0 0,0 0 0 0,2-1 0 16,0 0 0-16,-2 1 0 0,-2 0 0 0,-1 0-176 15,2-3-416-15,0 2-96 0,1-2-16 0,-3 3 0 16,2 1-2112-16,3 2-448 0,2 1-64 0</inkml:trace>
  <inkml:trace contextRef="#ctx0" brushRef="#br0" timeOffset="163298.26">31972 13167 44863 0,'0'0'1984'0,"-4"-1"416"0,4 1-1920 0,0 0-480 15,-5-3 0-15,5 3 0 0,-5 0 1344 0,0 3 160 16,0-2 32-16,-1 4 16 0,-1-1-256 0,0 2-48 16,-1 2-16-16,-1 4 0 0,-3 4-656 0,2 1-128 0,-1 3-16 0,0 7-16 15,-2-1-176-15,1 2-48 0,0 0 0 0,1 0 0 16,-1 1-192-16,4 0 0 0,3-1 0 0,2 1 0 16,3 0 0-16,3-2 0 15,1-1 0-15,2-1 0 0,3-3 0 0,2-4 0 16,0-2 0-16,3-3 0 0,0-2 0 0,3-5-160 0,1-2 160 15,2-1-128-15,2-1 128 0,0-4-208 0,0-4 80 0,0-1 128 16,3-1-192-16,-3-3 192 0,0 0-160 0,-1-1 160 16,1-3-176-16,-2 0 176 0,-4-1-192 15,-2-3 192-15,-2 2-192 0,-2-5 192 0,-2 1-192 0,-3 0 192 16,-2-1-192-16,-3-2 192 0,-2 1-192 0,0-1 192 16,-3 1 0-16,-5 1 0 0,-1 1 0 0,-4 1 0 15,0 2 0-15,-2 1 0 0,-3 0 0 0,1 1 0 0,-3 2-256 16,1 0-32-16,-1 2-16 0,2 2 0 15,0-2-2464-15,2 1-496 0</inkml:trace>
  <inkml:trace contextRef="#ctx0" brushRef="#br0" timeOffset="177937.12">28669 14679 5519 0,'0'0'496'0,"-5"-10"-496"15,-1-2 0-15,1 2 0 0,0 0 6384 0,0 1 1168 0,1 1 256 0,1 2 32 16,3 6-5568-16,0 0-1120 16,0 0-208-16,0 0-48 0,0 0 192 0,0 0 32 0,0 0 16 0,0 10 0 15,0-10-640-15,3 19-128 16,-1 1-32-16,0 4 0 0,-1-2 112 0,2 6 32 0,0-2 0 0,1 1 0 16,-1 3-112-16,1 0-32 0,0-1 0 0,-2-1 0 15,1 0-160-15,0-4-48 0,1 0 0 16,-2-2 0-16,1-6-128 0,-2-1 128 0,0-2-128 0,2-1 128 15,-3-12 0-15,3 11-128 0,-3-11 192 0,0 0-64 16,0 0-128-16,0 0 192 0,0 0-192 0,0 0 192 16,0 0-192-16,0 0 0 0,0 0 0 0,0 0 128 0,4-11-128 15,-1-2-192-15,1-3 32 0,0-1 16 0,-2-1-112 0,3-3-32 16,0-3 0-16,3-1 0 16,1-3-128-16,3 1-32 0,1-2 0 0,-2 2 0 15,-1-2-32-15,-1 5-16 0,1 0 0 0,-1 5 0 16,-1 2 288-16,-1 5 48 0,-1 3 16 0,-6 9 0 0,0 0 144 15,0 0-160-15,0 0 160 0,0 0-160 0,11 13 288 0,-4 1 48 16,-1 2 16-16,-1-1 0 0,0 4 160 16,-1 2 32-16,-1-3 16 0,2 1 0 0,0 1-160 0,1-3-48 15,0 0 0-15,0 1 0 0,2-2-192 0,1-2 0 16,0-4 128-16,2 1-128 0,0-1 0 0,0-2 0 16,-2-3 0-16,1 1 0 0,1-5-320 0,-1 1 0 15,-10-2 0-15,13-2 0 16,-1-3-80-16,0-2-32 0,-2 1 0 0,1-1 0 0,-1 1 48 15,-1-4 0-15,-1-1 0 0,0-2 0 16,0 0-96-16,-2 1-16 0,1-1 0 0,-2-1 0 16,-1-2-160-16,1-1-48 0,0-1 0 0,0 2 0 15,-2-2 192-15,0 2 16 0,-1 3 16 0,0 0 0 0,-2 0 256 0,0 4 48 0,0 9 16 0,0 0 0 16,-6-4 288-16,6 4 48 0,-7 0 16 0,7 0 0 16,-10 12 192-16,4 1 64 0,1 2 0 15,1 4 0-15,-1 2 0 0,3 1 0 0,1 0 0 0,1 0 0 16,1-4-192-16,2 1-48 0,1 0 0 0,2-1 0 15,2 1-208-15,1-6 128 0,2-2-128 0,-1 1 0 16,2-4 0-16,0-2 0 0,-1 0 0 0,2-4 0 16,0-3-320-16,0-2-16 0,-1-1 0 0,1 1 0 0,2-1 48 15,-1-6 16-15,-1 0 0 0,0-2 0 0,0 1 16 16,0-6 0-16,0 1 0 0,-1 0 0 0,0 1 0 16,-2-1 16-16,-1-5 0 0,0 0 0 0,-1 0 0 0,-1 2 0 15,-2-2 0-15,-1 3 0 0,-2 2 240 16,0 3 0-16,-2 4 0 0,0 9 0 0,-4-9 240 0,4 9 144 15,-11-4 16-15,2 4 16 0,-1 6 336 0,-2 2 64 16,-1 4 16-16,1 5 0 0,0 0-144 0,-1 4-32 16,-1 2 0-16,1 2 0 0,1-4-368 0,3 1-80 15,4-5-16-15,1 3 0 0,1-1-192 0,3-2 128 16,2-5-128-16,0 1 0 0,2 0 0 0,1-1-288 16,-5-12 32-16,10 4 16 15,-10-4-352-15,10 2-80 0,-1 1-16 0,2-3 0 16,-4-5 112-16,3 1 0 15,-3-3 16-15,1 2 0 0,0-6 176 0,0 0 16 0,0-2 16 0,-1-2 0 16,0 1 32-16,0 1 0 0,-1 0 0 0,1 0 0 0,-1-4 112 0,-1 0 16 0,1 0 16 0,-1 3 0 16,0-1 176-16,-1 4 0 15,-2 1 0-15,-2 10 0 0,2-11 208 0,-2 11 128 16,-3-5 32-16,3 5 0 0,0 0 208 0,0 0 32 0,0 0 16 0,-4 14 0 16,2 2-48-16,0 2 0 15,1 1 0-15,1 1 0 0,0-2-128 0,3 0-16 0,2 2-16 0,0-3 0 16,2-1-272-16,2-3-144 0,1-2 160 15,2 1-160-15,0-2 128 0,-1-3-128 0,2-3 0 0,0-1 144 16,0-3-144-16,0-2-192 0,-1 0 32 0,1-2 16 16,-1-3-48-16,1 1 0 0,0-3 0 0,0 1 0 0,-2-4-32 15,-1-1-16-15,-2-3 0 0,-2 1 0 0,1-2 32 16,-2 1 0-16,0-5 0 0,-1 2 0 0,-1-2 208 0,-1-1-144 16,1-2 144-16,0-1-128 15,-2 1 128-15,2 0 0 0,-1-1 128 0,1 1-128 0,-2-4 192 0,0 3-16 16,-1 2-16-16,-1 3 0 0,-3 3 336 15,2 4 64-15,-2 3 16 0,1 5 0 0,3 5 80 0,0 0 32 16,0 0 0-16,-7 10 0 16,1 3-240-16,1 3-64 0,1 3 0 0,1 2 0 15,1 0-128-15,0 4-48 0,1 1 0 0,1 1 0 16,3 1-208-16,-1 0 128 0,3 4-128 0,2-1 0 0,-1-1 0 0,1 0 0 16,0-7 0-16,-1 4 0 0,-1-4 0 0,0 0 0 15,1-2 0-15,-1-2 0 16,-1-6-640-16,-2-2-32 0,1 1 0 0,0-1 0 15,-2-2-464-15,0-2-80 0,-1-7-32 0,0 0 0 16,0 0-128-16,0 0-32 0,0 0 0 0,0 0 0 16,0 0-1088-16,-8-9-240 0,3-4-32 0,-1-1-16 15,-1 0 1248-15,1 1 240 0,-3-4 48 0,1 1 16 0,-1-1 720 0,-1 0 160 0,0-2 32 16,1 3 0-16,-2 2 848 0,2 1 176 16,0-3 48-16,1 3 0 0,1 1 528 0,0 2 128 0,2-1 0 15,2 3 16-15,1 1 448 0,2 7 96 0,-2-10 16 16,2 10 0-16,2-7-320 0,3 1-64 0,1 1-16 15,2 0 0-15,3 0-480 0,0 1-80 0,1 0-32 0,1 0 0 16,1 0-288-16,1-1-48 0,-1 1-16 0,-1 1 0 16,-1 0-160-16,1-1-32 0,0 2-16 0,-1 4 0 15,-12-2-160-15,13 4-16 0,0-3-16 0,-2 4 0 16,-11-5-240-16,14 9 176 0,-4 2-176 0,-4-4 160 16,-2 1-160-16,0 0 0 0,0 2 144 0,0 0-144 15,0 0 128-15,-1-1-128 0,-1 0 160 0,1 0-160 0,-1 1 0 0,-2-10 0 16,3 6-208-16,-3-6 64 15,3 8-1504-15,1 1-288 16,-4-9-64-16,0 0-10352 0,0 0-2080 0</inkml:trace>
  <inkml:trace contextRef="#ctx0" brushRef="#br0" timeOffset="178685.3">29883 14592 3679 0,'0'0'160'0,"0"0"32"0,0 0-192 0,0 0 0 15,0 0 0-15,0 0 0 0,0 0 2992 0,0 0 544 0,0 0 112 0,0 0 32 32,0 0-3680-32,5 6-512 0,-5-6-224 0,8 11-32 0,-8-11 592 0,6 8 176 0,1-1 0 0,0 5 0 15,1-3 448-15,-3-2 176 16,-5-7 16-16,6 11 16 0,0 1 1840 0,-1 3 384 0,-1-2 64 0,2 2 0 16,-3 0 16-16,1 0 0 0,0 1 0 0,1 0 0 15,1-3-912-15,-1 1-192 0,-1-1-48 0,0 0 0 16,0-3-720-16,0 1-128 0,-1-2-48 0,-3-9 0 15,0 0-400-15,0 0-64 0,7 5-32 0,-7-5 0 16,0 0-208-16,6 5-32 0,-6-5-16 0,0 0 0 16,0 0-16-16,0 0 0 0,0 0 0 0,8-2 0 15,-2-2-144-15,-1-3 0 0,-1 0 0 0,0-5 0 16,-1 0-192-16,1-1 0 0,-1 0-16 0,1-1 0 0,1-2-80 16,0 0-16-16,1 2 0 0,0-3 0 0,1 5 32 15,-1 2 0-15,-1 1 0 0,1 2 0 0,-6 7 16 16,0 0 16-16,0 0 0 0,0 0 0 0,0 0 112 0,5 9 128 15,0 2-208-15,-2 1 80 0,-1 5 320 16,2-2 80-16,1 3 16 0,1 1 0 0,-3-2-112 16,3 0-32-16,0-3 0 0,2 2 0 0,1-5-144 0,2 1 0 15,-1-3 144-15,6 3-144 0,-2-3 0 0,-4-5 0 16,1-3 0-16,-1-1 0 0,1-1 0 0,-1 0-192 16,2-3 64-16,0-3 0 0,-2 5-96 0,0-5-16 15,0-2 0-15,-1 0 0 0,1-3 32 0,-1 0 0 16,0-1 0-16,-1 2 0 0,-1-2-48 0,2-8-16 15,-4 2 0-15,-2 8 0 0,-2-1 112 0,2-5 32 0,-1 0 0 0,-2 4 0 16,-1 0 128-16,1 5 0 0,0 0 0 0,1 0 0 16,-2 2 0-16,1 6 176 15,0 0-176-15,0 0 192 0,-7-4 16 0,7 4 16 16,0 0 0-16,0 0 0 0,-4 7-32 0,2 2-16 0,1 2 0 16,1 2 0-16,1 2-48 0,1 2-128 0,2 1 192 15,0-1-64-15,0 3 80 0,1-1 16 0,2 5 0 0,1-1 0 16,1 0-224-16,1 4 176 0,1-1-176 0,-1 1 160 15,1 0-160-15,-2 2 0 0,0 0 0 0,-1-1 0 16,-3 1 0-16,-1 1 0 0,-2-3 128 0,-2 13-128 16,-2-8 128-16,-1-12-128 0,-2-1 192 0,-5 10-64 15,-1-7 48-15,2-9 0 0,-3 0 0 0,0 0 0 16,-1-1 96-16,0 0 32 0,-4-3 0 0,1 0 0 16,-3-1-32-16,1-2 0 0,1 0 0 0,-1-3 0 0,0 0-144 15,-10-2-128-15,3-2 192 0,8 0-192 0,1-3-192 16,-8 1-160-16,5-3-32 0,5-1 0 15,0 1-2192-15,-4-6-448 16,4-2-96-16</inkml:trace>
  <inkml:trace contextRef="#ctx0" brushRef="#br0" timeOffset="180164.01">30955 14764 9215 0,'4'-5'816'0,"0"-2"-656"16,0-1-160-16,0 1 0 0,1-3 3648 0,1 1 704 0,-1 0 144 0,0 0 32 15,0 0-2000-15,-1 0-400 16,-1 0-80-16,-3-1 0 0,1 4-272 0,0-1-48 0,-1 0-16 0,0 0 0 16,0 7-496-16,0 0-80 0,0 0-32 0,0 0 0 15,-8 1-208-15,-1 3-32 0,-1 3-16 0,-6 8 0 16,1 0-272-16,-1 3-48 0,-1 2-16 0,1 1 0 15,1-2-112-15,2-1-16 0,2 2-16 0,2-1 0 16,3 1-192-16,2 0-48 0,2-6 0 0,2 2 0 16,2-6-128-16,2 2 0 0,2-2 0 0,2-2 0 15,0-2-256-15,2-2-16 0,1-1-16 0,0 0 0 16,2-3-160 0,-3-3-16-16,-1-1-16 0,1 0 0 0,1-1 48 15,0-2 16-15,1 1 0 0,0-2 0 0,-1-1 64 0,1-1 16 0,0 0 0 0,-2-1 0 0,0-2 128 16,-1-3 16-16,0 2 16 0,0-1 0 15,-3 1 176-15,1 0 0 0,-1-1 0 0,1 2-128 0,-2 2 128 0,-1 0 0 16,-1 3 0-16,-1 2 0 0,-2 6 240 16,0 0-32-16,0 0 0 0,0 0 0 0,0 0 96 0,0 0 16 15,0 0 0-15,0 0 0 0,0 0-32 0,0 10 0 16,0 2 0-16,2 0 0 0,-1-1-144 16,2 2-16-16,-1 0-128 0,3 0 192 0,1 1-192 0,1-1 0 15,1-4 0-15,1 0 0 0,0-1 0 0,3-2 0 16,0 1 0-16,0-1-160 0,-2-3-192 0,2-2-32 15,0-2-16-15,-1-1 0 16,1 0-176-16,0-1-16 0,-1-1-16 0,0 0 0 16,-1-2 32-16,-1-2 16 0,-1-1 0 15,-1-1 0-15,-1-2 304 0,1 0 64 0,-2-1 16 0,0 0 0 16,0-3 176-16,-1 2 0 0,0 1 0 0,-1 0 0 0,0 3 0 16,-1-4 0-16,-2 1 160 0,0 3-160 0,0 1 416 0,0 2-16 0,0 7 0 0,0 0 0 15,0 0 80-15,0 0 16 16,0 0 0-16,0 0 0 0,0 0-48 0,-2 11-16 15,-1 2 0-15,0 2 0 0,1 5 64 0,-1 4 16 0,0 0 0 16,1 2 0-16,1 3-160 0,-1 1-32 0,2 1 0 0,0 2 0 16,0-1-144-16,2-2-48 0,-1-1 0 15,1 0 0-15,1-4-128 0,2-2 128 0,-1-2-128 0,0-2 128 16,1 1-320-16,1-4-80 0,-1-5-16 0,0 1 0 16,0-1-2000-1,0-4-400-15,1-1-64 0,0-2-9808 0,1-2-1968 0</inkml:trace>
  <inkml:trace contextRef="#ctx0" brushRef="#br0" timeOffset="180778.3">31603 14700 11055 0,'0'0'976'0,"-1"-7"-784"0,-1-2-192 0,-1 3 0 0,0-1 5056 0,3 7 960 16,-5-5 192-16,0 2 32 0,0 0-3952 0,-2 3-800 15,1 3-144-15,-2 1-48 0,-1 4 368 0,0 1 80 16,-1 7 16-16,1-2 0 0,1 3-832 0,1 2-160 15,-1-1-48-15,1 1 0 0,2 1-304 0,2-1-64 16,2 1-16-16,1 0 0 0,3-2-208 0,1 0-128 16,0-2 128-16,2-1-128 0,1-2 0 0,0-2 0 0,3-2 0 0,-1 0 0 15,0-2-240-15,1-3-16 0,1-3 0 0,-1-1 0 16,1-1 48-16,0-3 0 0,1-2 0 16,0-1 0-16,-2-3-32 0,2-1 0 0,1-2 0 0,1-2 0 15,-1-2 48-15,2-1 16 0,-2-1 0 0,1-1 0 16,-1-3-80-16,1-2 0 0,1 0-16 0,-1-4 0 15,0 3 64-15,-1-1 16 16,-1-3 0-16,-1 3 0 0,-2 0 192 0,-1 4 0 0,-2 1 0 16,-2 5 0-16,-1 4 224 0,-2 4 96 0,-1 2 0 0,0 7 16 15,0 0 224-15,0 0 32 0,0 0 16 0,-7 7 0 16,1 2-160-16,-1 3-48 0,1 3 0 0,-1 3 0 16,0 2-144-16,0 3-48 0,-1 0 0 0,3 1 0 15,1 2-80-15,3 1 0 0,1-1-128 0,2 1 192 16,1-4-192-16,1 1 144 0,1-3-144 0,3 0 128 15,1-3-128-15,1-2 128 0,1-3-128 0,1-2 128 0,-1-2-128 16,2-2 0-16,0-2 0 0,0-1 0 16,-1-3 0-16,1-2 0 0,0-2-144 0,2 0 144 0,-1-4 0 15,0-2 0-15,-1-1 0 0,0-1 0 0,2-1 0 16,-1-2 0-16,0-2 0 0,1-1 0 0,-2 0 0 0,0 1-288 16,-1-1 32-16,-2 1 16 0,-2 0-128 0,-3 3-16 15,-1 2-16-15,-3 4 0 0,-1 7 224 0,0 0 176 16,-6 3-208-16,-3 2 80 0,-3 3 432 0,-1 2 80 15,0 2 32-15,1 2 0 0,2 2 16 0,0 2 0 16,3-2 0-16,0 2 0 0,3-1-96 0,3 1-16 0,1 0 0 16,3-1 0-16,4-1-96 0,2 0-32 0,3-3 0 0,1-2 0 15,3 1-192-15,2-1 0 0,2-4 0 0,2 1 0 32,1-1-736-32,2-2-192 0,1-1-32 15,3 0-16-15,1 1-1200 0,0 0-256 0,1-1-32 16</inkml:trace>
  <inkml:trace contextRef="#ctx0" brushRef="#br0" timeOffset="-196779.23">1997 12600 56447 0,'-6'5'1248'0,"-1"3"256"0,-1 2 48 0,-3 1 16 0,-2-1-1248 0,-4 2-320 0,-4 0 0 0,-3 1 0 15,-6 7 0-15,-1-3 160 0,-4 3-160 0,1-3 128 16,3 2-704-16,-1-3-160 0,2 1-32 0,6 0 0 16,0-1-1632-1,6-2-336-15,4-4-64 0</inkml:trace>
  <inkml:trace contextRef="#ctx0" brushRef="#br0" timeOffset="-195729.66">2117 12396 47679 0,'0'0'2112'0,"-5"-4"448"0,-4-3-2048 0,5 0-512 0,4 7 0 0,0-5 0 16,-3 0 464-16,3 5 0 0,0 0 0 0,0 0 0 15,0 0 496-15,0 0 112 16,0 0 16-16,0 0 0 0,-2 10-464 0,-1 2-96 0,-1 2-16 0,0 3 0 16,-1 3-64-16,-1 3-32 0,-2 6 0 0,-1 1 0 15,-3 5-32-15,1 3 0 0,0 2 0 0,-2 2 0 16,0 0-192-16,0-2-64 0,0-3 0 0,0-2 0 15,-3-3-128-15,3-2 192 0,0-2-192 0,0-4 192 16,1 1-192-16,2-3 0 0,-1-1 144 0,1-1-48 16,1-2-96-16,0-2 0 0,1-2 0 0,0-1 0 15,0-2 0-15,2-1 0 0,0-1 0 0,2-1 0 0,1-3 0 16,3-5 0-16,-6 5 0 0,6-5 0 0,0 0 0 0,0 0 0 16,0 0 0-16,0 0 0 0,0 0 0 0,0 0-192 15,0 0 192-15,0 0-208 0,-1-7 16 0,0-4 16 16,1-2 0-16,0-3 0 0,4 1-48 0,1-5-16 15,0-3 0-15,3-2 0 0,0 0-32 0,0 0-16 16,1-3 0-16,1-1 0 0,0-2-32 0,1 0-16 16,-1-1 0-16,2 2 0 0,-1 3 64 0,-1-1 16 15,0 2 0-15,1-1 0 0,-1 1 96 0,1 2 32 16,-2 2 0-16,0 3 0 0,3-1 128 0,-2 2 0 16,-1 2 0-16,0 1-128 0,0 0 128 0,1 2 0 15,-3 2 0-15,0 1 0 0,-3 1 0 0,0 3 0 16,0 1 0-16,-4 5 0 0,0 0 192 0,0 0-16 15,0 0-16-15,0 0 0 0,0 0 32 0,4 6 0 0,-1 3 0 0,0 3 0 16,0 1-32-16,1 3 0 16,0 2 0-16,1 3 0 0,0 2-160 0,1 2 0 0,4 2 144 0,0 3-144 15,3 2 0-15,0-1 0 16,0 0 0-16,0 0 0 0,-1 1 0 0,1-2 0 16,0-2 0-16,0-4 0 0,-1 1 0 0,-2-4 0 0,-1-2 0 0,2-2 128 15,-2 0-128-15,-1-4 128 0,-3-1-128 0,-1 0 128 16,0-5-128-16,-2 1 0 0,-2-8 0 0,0 0 0 15,0 0 0-15,-4 5 0 0,-1-1 0 0,-1 1 128 16,-3-5-128-16,-2 0 0 0,-1 0 128 0,-1-3-128 16,-4 0 0-16,-2-2 0 0,-1-2 0 0,-4-1 0 15,-5-1 0-15,-2-1 0 0,-5-3 0 0,-1-2 0 16,-4 2-256-16,-16-9 48 0,3 4 0 0,20 5 0 16,-2 0-32-16,-1-3 0 0,2 2 0 0,1 1 0 0,3 0 112 15,1 1 128-15,3 2-208 0,3 2 80 0,5-1 128 16,4 2 0-16,5 2 160 0,5 1-160 0,5 4 0 0,0 0 128 15,0 0-128-15,7-2 0 0,5-1 0 16,4 3 0-16,3-3-192 0,4 2 192 0,0 1-128 0,4 0 128 16,6-1 0-16,5-1 0 0,2 0 0 0,6-1-128 15,2-2 128-15,0 1 0 0,1-1 0 0,0 0 0 16,1-1 0-16,-3 0 0 0,0-1 0 0,-2 2 0 16,-1 1 128-16,-3 0-128 0,-5 0 0 0,-4 2 0 15,-4-1 0-15,-3 2 0 0,-5 1 0 0,-5 1 0 16,-4 1 128-16,-11-2-128 0,0 0 192 0,0 0 0 0,0 10 0 0,-4 2 0 15,-5 1 304-15,-6 2 48 16,-3 2 16-16,-4 3 0 0,-3 1-192 0,-2 1-48 0,-2 0 0 16,-2 0 0-16,-3-1-160 0,0 3-32 15,-1-2-128-15,-2-1 192 0,1-1-192 0,1 0 0 16,1-2 0-16,2 0 0 0,4-1-208 0,2 0-144 0,1-1-32 16,4-2 0-1,3-1-1584-15,2 0-320 0,4-1-64 0</inkml:trace>
  <inkml:trace contextRef="#ctx0" brushRef="#br0" timeOffset="-194961.09">3026 12761 20271 0,'0'0'1792'0,"-3"-5"-1424"0,-1-1-368 0,0 0 0 0,3 3 5024 0,1 3 928 16,0 0 192-16,0 0 48 0,0 0-4128 0,0 0-816 16,0 0-160-16,4 11-48 0,1 5 48 0,1 2 0 15,0 7 0-15,1 1 0 0,-2 3-320 0,-1 2-64 16,0 0-16-16,0 4 0 0,-1-2-176 0,1 0-48 0,-1-1 0 0,0 0 0 15,-1-6-192-15,1 1-32 16,-1 0-16-16,0-2 0 0,-1 0-224 0,0-3 144 0,1-4-144 0,-1 1 128 16,0-6-128-16,1-2 0 0,-1-2-160 15,0 1 160 1,-1-10-832-16,0 0-64 0,0 0 0 0,0 0-16 16,0 0-752-16,0 0-128 0,0 0-48 0,0 0 0 15,-2-13-960-15,-2 0-192 0,1-4-32 0,-1-2-8560 0,0 1-1696 16</inkml:trace>
  <inkml:trace contextRef="#ctx0" brushRef="#br0" timeOffset="-194683.67">2906 12735 19343 0,'0'0'1728'0,"-5"-4"-1392"0,0-2-336 0,1 1 0 16,1-1 4496-16,3 6 832 0,0-5 176 0,0 5 16 16,0 0-2960-16,5-5-608 0,0 0-112 0,3 1-32 15,1-3-896-15,3 2-176 0,1 3-32 0,3-1-16 0,1 0-272 0,1 1-48 16,-1 0-16-16,3 1 0 0,2 0-112 0,-1 1-32 15,-1-1 0-15,1 1 0 0,0 0-64 0,0 1-16 16,0 0 0-16,-2 2 0 0,0 1-128 0,-2 2 128 16,-2 1-128-16,-2 0 128 0,-1 4-128 0,-2-2 128 15,0 5-128-15,-4-1 128 0,-2 3 64 0,-3 0 16 16,1-1 0-16,-4 5 0 0,1-3 144 16,-4 2 32-16,-3-2 0 0,0 3 0 0,-1-3-128 0,-1 0 0 15,-1 0-16-15,-2 0 0 0,-3-2-240 0,1 1 0 16,-3-3 0-16,2 0 0 15,3-2-880-15,1-2-160 0,2 1-48 0,1-2 0 16,-1-2-1648-16,3-2-336 0,0-1-64 0</inkml:trace>
  <inkml:trace contextRef="#ctx0" brushRef="#br0" timeOffset="-194099.83">3340 12711 21183 0,'0'0'1888'0,"0"0"-1504"16,0 0-384-16,4-6 0 0,1 2 3424 0,-5 4 608 0,0 0 128 0,9-4 32 15,-2 3-1552-15,2 2-304 0,0 3-64 0,-1 0-16 16,-8-4-672-16,5 11-144 0,3 0-32 0,0 4 0 16,-3 0-464-16,2 2-112 0,-1 2 0 0,-2 0-16 15,1-1-160-15,-1 2-16 0,-1 0-16 0,-3 0 0 16,1-1-192-16,-1-1-48 0,0-1 0 0,-1-1 0 16,-2 0-176-16,2-2-32 0,-2-1-16 0,1-3 0 15,-1 0-160-15,2 0 160 0,-1-3-160 0,2-7 160 16,0 0-160-16,0 0 128 0,0 0-128 0,0 0 128 0,0 0-128 0,0 0 0 15,0 0 0-15,0 0 0 16,0 0 0-16,2-6 0 0,-1-3 0 0,3-3 0 0,1-2-208 0,0-1 80 16,3 1 128-16,3-3-208 0,0-1 80 0,2-2 128 15,2-1-208-15,-2 0 80 0,2 2 128 0,1-3-208 16,-2 2 80-16,2 3 128 0,0 3-192 0,-2 1 192 16,0 2-192-16,-3 5 192 0,-3-1-176 0,-1 4 176 15,0 0-128-15,-1 3 128 0,-6 0 0 0,0 0-160 16,6 6 160-16,-1 1 0 0,-4 2 0 0,0 1 0 15,-1 4 0-15,-1 0 0 0,0 2 128 0,-2 0 0 16,1 1-128-16,-1-2 192 0,-1 2-192 0,2-2 144 0,0 1-144 16,2-2 128-16,-1-1-128 0,1-1 0 15,1-1 0-15,2-1 0 0,-1 0 0 0,2-2 0 16,2 0 0-16,-1-1-176 0,-5-7-96 0,8 3-32 0,-1 0 0 16,3-2 0-1,-1-1-80-15,1 0-32 0,2-4 0 0,-2 1 0 0,-1-3 48 0,-1 0 16 16,-1-2 0-16,-1-1 0 0,1 0 160 0,-1-2 16 15,0 0 16-15,-3-1 0 0,0-1 160 0,-2-2 0 16,2 2 0-16,-3-2 0 0,-1 0 0 0,-1-1 0 0,0 0 128 16,-2 2-128-16,-3-1 160 0,-1 3-32 0,-1 1-128 15,0 3 192-15,0 0-192 0,1 2-128 0,-2 0 128 16,-1 2-208-16,1 1-608 0,0 0-112 16,-1 3-32-16,3 0 0 0,2 1-1536 0,6-1-320 15,0 0-64-15,-4 5-15536 0</inkml:trace>
  <inkml:trace contextRef="#ctx0" brushRef="#br0" timeOffset="-192395.91">3959 12682 38927 0,'0'0'1728'0,"0"0"352"0,0 0-1664 0,0 0-416 16,0 0 0-16,3 8 0 0,-2 1 1664 0,1 4 240 15,-2 2 48-15,0 4 16 0,0 0-208 0,1 5-32 16,0 4-16-16,1-1 0 0,-1 0-832 0,0 0-176 15,2 2-16-15,-2-2-16 0,0 2-272 0,2-3-48 16,0 1-16-16,-2 0 0 0,0-3-192 0,0-2-144 16,1-1 192-16,-2-1-192 0,0-3 160 0,0 0-160 0,-2-4 128 15,1-1-128-15,0-3 128 0,0-2-128 0,-1 0 0 0,2-7 128 16,0 0-128-16,0 0 0 0,0 0 0 0,-6 3 0 16,6-3-128-16,0 0-16 15,-7-3 0-15,1-1 0 0,0-2-112 0,3-1 0 0,-1-6-16 0,1-1 0 16,0-2-80-16,1-2-16 0,-1-6 0 0,3 0 0 31,0-3-64-31,2-3-16 0,-1 2 0 0,3-1 0 0,1 0 176 0,3 2 16 0,0 1 16 16,1 1 0-16,0 2 112 0,0 2 128 0,0 4-208 0,-1 4 80 15,1 0 128-15,0 4 0 0,-1 2 0 0,0 3 0 16,0 3 0-16,-2 1 0 16,2 0 128-16,1 1-128 0,0 2 128 0,0 1-128 0,0 1 160 0,1 0-160 15,-10-5 0-15,9 5 128 0,0 2-128 0,0 0 0 16,0-2 0-16,0 0 0 0,-2 0 0 0,-1 2 0 15,0-1 0-15,-3 1 128 0,-3-7-128 0,2 8 0 0,-1-1 0 16,0 0 0-16,-1-7 128 0,-1 8-128 0,-2-2 128 0,0 2 0 16,-1-1-128-16,-2-1 192 0,1 1 0 0,0-1-16 15,0 2 0-15,0-2 0 0,-2 1 0 0,0 1 0 16,0-2 0-16,0 0 0 0,1 1 32 16,0 2 16-16,1-2 0 0,0 0 0 0,1-2-64 0,0 0-16 15,4-5 0-15,0 0 0 0,0 0-16 0,0 0-128 16,0 0 192-16,0 0-64 0,0 0-128 0,0 0 0 15,9 1 144-15,2-1-144 0,-1-2 0 0,2-4 0 16,1 0 0-16,1-3 0 0,1-2 0 0,0 0-160 16,2-4 160-16,0 1 0 0,1-3-144 0,-1-3 144 15,-1 0 0-15,0-3-144 0,-1 0 144 0,0 1 0 16,-2 1 0-16,-2 0 0 0,0 3 0 0,-2 2 0 16,-1 4 0-16,-2 2 0 0,-2 3 0 0,0 1 128 15,-4 6-128-15,0 0 128 0,0 0 0 0,0 0 0 0,0 0 0 0,-5 5 0 16,-2 4 64-16,1 3 0 0,-3 2 16 0,0 3 0 15,-1 3-48-15,1-1-16 16,0 5 0-16,0-3 0 0,1 2-144 0,3-2 0 0,1 0 144 0,2-4-144 16,0-1 0-16,2-2 0 0,0 0 0 15,3-2 0-15,1-3-208 0,2-1-16 0,2-2 0 0,1 0 0 16,-1-2-624 0,1-1-128-16,2-3-32 0,0-2 0 0,1-1-432 15,0-1-96-15,0-1 0 0,1-1-16 0,1-4-368 0,-1 1-80 16,-1-1-16-16,-1-3 0 0,0-3 960 0,-1-1 192 15,1-2 32-15,-2 0 16 0,0 0 336 0,-1-1 64 0,0 3 16 0,-2-1 0 0,-1 4 656 0,1 1 128 16,-3 2 16-16,1 4 16 0,-4 7 1248 16,0 0 240-16,0 0 48 0,0 0 16 15,0 0-224-15,0 0-32 0,4 9-16 0,-1 2 0 0,1 5-576 0,-2 1-112 16,1 0-32-16,0 1 0 0,-1 0-288 16,0 1-64-16,-1-1-16 0,1-2 0 0,1-2-224 15,0-1-64-15,-1-1 0 0,1-1 0 0,-1-3-320 0,1 0 0 16,-3-8 0-16,0 0 0 0,3 7 176 0,-3-7-48 15,0 0 0-15,0 0 0 0,0 0-128 0,0 0-176 16,8-3 48-16,-2-4 0 0,1 1 128 0,0-1 0 16,1-4 0-16,0-1 0 0,-1-4-240 0,2-3-16 0,1-2 0 15,2-6 0-15,1-2 64 0,3-2 0 16,2-3 0-16,0-3 0 0,0-1 0 0,1 2 16 16,-1 1 0-16,1 3 0 0,-3 1 176 0,0 5 0 15,-3 5 0-15,-3 3-128 0,-1 4 128 0,-1 3 0 16,-1 5 0-16,-7 6 0 0,0 0 272 0,0 0-16 15,0 0 0-15,0 0 0 0,5 7 96 0,-1 4 16 0,-2 2 0 0,0 4 0 16,-2 0-208-16,-2 4-32 16,2 2-128-16,-1 1 192 0,0 0-192 0,-1 1 144 0,2 3-144 0,0-1 128 15,0 0-128-15,0 1 160 0,3-2-160 16,-2-3 160-16,1-1-160 0,-1-2-176 0,0-1 48 0,0-4 0 31,1-2-752-31,-1 0-144 0,-1-4-16 0,0-1-16 0,0-8-864 16,1 6-192-16,2 1-16 0,-3-7-16 0,0 0-1056 0,0 0-224 15,0 0-32-15,0 0-16 0,0 0-512 0,-3-9-112 0,1-3 0 16,-1 0-16-16,-1-2 1040 0,2 0 224 0,-2-2 32 16,0 2 16-16,-4-2 2416 0,0-1 384 0,0 1 288 0,1 2-48 0,-4 1 2992 15,2 3 608-15,1 0 112 0,0 4 16 0,-2 1 64 0,1 3 16 16,0-2 0-16,2 4 0 0,2 2-1232 0,5-2-240 16,0 0-48-16,-4 9-16 0,0-3-880 0,2 4-176 15,0-3-48-15,4 2 0 0,-1 2-640 16,1-3-128-16,1 2-16 0,4-1-16 0,2 0-416 0,1 1-64 15,1-4-128-15,0 2 176 0,4 0-176 0,-1-2 128 16,0-1-128-16,1-1 128 0,-1-1-128 0,2 0 0 16,-1-1 0-16,2-1 128 0,-2-1-128 0,2-1 128 15,-2 0-128-15,1 0 128 0,-1-2-128 0,1-2 192 0,-2-2-192 16,2 1 192-16,-2-1-64 0,-1 1-128 16,-1-2 192-16,-1 0-64 0,-2-1-128 0,-3 2 0 15,1 1 144-15,-1 1-144 0,-2-1 0 0,-4 6 0 16,0 0 0-16,0 0 128 0,0 0-128 0,0 0 0 0,0 0 0 0,0 0 0 15,0 0 0-15,0 0 0 16,0 0 0-16,0 0 0 0,0 0 0 0,8-1-160 0,-8 1 160 0,9 0 0 16,-9 0-144-16,8 1 144 0,1 1 0 15,-1-2-144-15,0-2 144 0,1 1 0 0,0 0 0 0,0-2 0 16,0 2 0-16,0-4-128 0,2-1 128 0,-1 1 0 16,1-1-160-16,-1-2 160 0,2 1-192 0,-2 1 192 15,-1-5-128-15,1 2 128 0,0 0 0 0,-2 1 0 16,0 2 0-16,-1 2 0 0,0 1 0 0,-1-1 0 15,1 3 0-15,-7 1 192 0,0 0-16 0,0 0-16 0,0 0 112 16,5 7 32-16,0 0 0 0,-1 4 0 0,0 2-64 16,0 4-16-16,0 0 0 0,0 4 0 0,0 3-80 15,0 3-16-15,0 0 0 0,0 3 0 0,0 0 0 16,2 1 0-16,-1 2 0 0,0 2 0 0,-1 1-128 16,0 1 0-16,0 1 144 0,0 1-144 0,-1 0 144 15,-2 0-144-15,-2 2 192 0,1-4-48 0,1 0-144 0,-1-3 0 16,-1-4 0-16,-1-2 0 0,2-1 0 0,-2-3 0 15,-1-2 0-15,1-1 0 0,-2 0 0 0,0-5 0 16,0-2 0-16,1-1 0 16,-2-2-800-16,1-4-96 0,0 0-32 0,4-7 0 15,0 0-1216-15,0 0-240 0,0 0-48 0,0 0-19840 0</inkml:trace>
  <inkml:trace contextRef="#ctx0" brushRef="#br0" timeOffset="-191998.25">5925 12671 18431 0,'-6'2'1632'0,"-1"-1"-1312"0,1-1-320 0,-1 0 0 15,7 0 7104-15,0 0 1344 0,-2-1 256 0,2 1 64 16,-4 5-5872-16,2 1-1168 0,1 5-256 0,0-1-32 15,1 3-624-15,0 2-128 0,0 3-32 0,2 5 0 0,2 1-384 0,0-1-80 16,2 3 0-16,0-2-16 0,-1-1-176 0,2 1 160 16,1-2-160-16,1-1 160 0,-1-4-160 0,-1 0 0 15,1-2 0-15,0 0 128 0,-1-5-128 0,-1-1 0 16,1-1 0-16,-2-1 0 0,-5-7 0 0,0 0 0 16,6 2 128-16,-6-2-128 0,0 0 0 0,9-2 0 15,-1-1 0-15,-1-2 0 0,-2-2 0 0,0-2 128 16,-1-4-128-16,0 0 0 0,1-1 0 0,-1-2 0 15,0 0 0-15,1-3 0 0,2-1 0 0,-3 1 0 16,1-2 0-16,0 0 0 0,-1 0 0 0,0 0-176 16,0 0 48-16,0 2 0 15,0 1-496-15,-2 2-80 0,0 2-32 0,0 2 0 16,1 0-1152-16,2 2-224 0,2 2-64 0,2 0-13008 16,1 0-2608-16</inkml:trace>
  <inkml:trace contextRef="#ctx0" brushRef="#br0" timeOffset="-191657.47">6494 12638 15663 0,'-12'-2'688'0,"7"2"144"0,0 0-656 0,-2 0-176 0,2-1 0 0,0 1 0 16,-1 1 7952-16,0 1 1568 15,-1-1 304-15,1 0 64 0,-2 2-6768 0,-2 1-1360 0,-1 1-272 0,1-1-48 16,-2 0-800-16,2 2-176 0,-2 2-16 0,0 0-16 16,-1 0-240-16,1 1-64 0,2 0 0 0,0 0 0 15,-2 0-128-15,3 0 0 0,1 0 0 0,0 1 0 16,3-3 0-16,1 0 0 0,0-1 0 0,1 1 0 15,3-7-208-15,0 8 80 0,0-8 128 0,3 8-208 0,1-1 0 16,2 0 0-16,2-3 0 0,1 1 0 16,2-1 80-16,-1 0 128 0,2-2-208 0,2 2 80 0,2-1 128 0,0 0-128 15,-1-1 128-15,1 1-128 16,-2-1 128-16,1 2 0 0,-1-1 0 0,-1 1 0 0,-1 0 0 16,1 0 0-16,-3-2 0 0,-1 3 0 0,-9-5 0 15,8 6 0-15,-3-1 0 0,-1 1 0 0,-4-6 0 16,3 7 0-16,-3-1 0 0,-1 2 0 0,-1 0 128 0,-3 0-128 15,-3 0 160-15,-2 0-160 0,-2 2 0 0,-1 0 128 16,0-2-128-16,-1 1 0 16,-2 1-800-16,2-1-208 0,1 1-32 0,1 1-15216 15,1-1-3024-15</inkml:trace>
  <inkml:trace contextRef="#ctx0" brushRef="#br0" timeOffset="-191488.25">6642 12984 15663 0,'0'0'1392'0,"0"0"-1120"0,0 0-272 0,0 0 0 16,0 0 9072-16,0 9 1744 16,0-9 368-16,0 7 64 0,0-7-8480 0,0 6-1680 0,0-6-352 0,2 7-64 15,-2-7-480-15,0 0-192 16,5 7 128-16,-5-7-128 16,6 3-2208-16,5 1-528 0</inkml:trace>
  <inkml:trace contextRef="#ctx0" brushRef="#br0" timeOffset="-190949.28">7496 12701 27471 0,'-10'-9'1216'0,"7"7"256"0,1-2-1184 0,-2-1-288 0,-1-1 0 0,-1 1 0 16,1 0 2432-16,3-2 448 15,-1 3 64-15,3 4 32 0,0 0-464 0,0 0-80 0,0 0-32 0,0 0 0 16,0 0-896-16,0 0-176 0,3 11-48 0,-1 1 0 15,2 6-384-15,-1 1-96 0,1 5-16 0,-3 2 0 16,0-1-144-16,1 3-48 0,-1 2 0 0,-1 3 0 16,0 0-272-16,1-1-48 0,0 1-16 0,1-1 0 15,-4 7-256-15,2-5 128 0,0-4-128 0,0-4 0 0,0 1 0 16,0-7 0-16,-1-1 0 0,0-4 0 16,0-2-448-16,-2-1-128 15,0-5-48-15,3-7 0 0,0 0-976 0,0 0-192 0,0 0-32 0,0 0-16 16,0 0-2064-16,-4-10-400 0,-1-1-96 15</inkml:trace>
  <inkml:trace contextRef="#ctx0" brushRef="#br0" timeOffset="-190708.38">7412 12615 11967 0,'0'0'1072'0,"0"0"-864"0,2-6-208 0,5 1 0 0,2-2 7520 0,3 2 1456 15,3 1 304-15,2 1 48 0,0 1-7216 0,0-1-1424 0,-1 2-304 0,1 1-48 16,1 1 240-16,-1 2 64 0,-1 1 0 0,-1 1 0 15,0 1-320-15,-2 2-64 0,0-1-16 0,-3 2 0 16,-2 1 160-16,-2 2 48 16,0 2 0-16,-4-2 0 0,-3 2 112 0,-3 3 16 0,-1-2 16 0,-2 2 0 15,-1 1-128-15,-1 0-16 0,-1 0-16 0,-2 1 0 16,-1-1-224-16,0-1-32 0,-1-1-16 0,1-2 0 16,0 0-288-16,1-1-64 0,0-1-16 15,3-3 0 1,1-1-1840-16,4 0-384 0,4 1-64 0,3-1-12304 0,2-4-2480 0</inkml:trace>
  <inkml:trace contextRef="#ctx0" brushRef="#br0" timeOffset="-190129.8">7966 12660 16575 0,'0'0'1472'0,"0"0"-1168"0,0 0-304 0,0 0 0 0,-7 5 4864 0,-2 0 928 16,-1 6 176-16,-2 3 48 0,-2 2-2480 0,-2 0-480 15,-1 5-112-15,-1 1 0 0,-1 2-1408 0,0-1-288 16,1 0-48-16,2-3-16 0,2-1-672 0,2-1-144 15,2-2-32-15,-1-1 0 0,5 0-336 0,0-4 0 16,2-2 0-16,4-9 0 16,0 0-848-16,0 0-144 0,0 0-32 0,8 4 0 15,0-4 144-15,1-2 32 0,2-2 0 0,0-3 0 16,2-3-160-16,0-3-16 0,0-1-16 0,1-3 0 16,0-2 272-16,0 0 48 15,1-3 16-15,-1 1 0 0,0 0 528 0,1 4 176 0,-5-3 0 0,0 3 0 0,-2 4 0 0,0 0 0 16,-1 6 160-16,-1 1-32 0,-6 6 560 0,0 0 112 0,0 0 32 15,0 0 0-15,0 11 208 0,-1-1 48 16,-1 3 16-16,1 3 0 0,2 1-464 0,2 1-112 0,1-1-16 0,1 0 0 16,0-3-384-16,2 2-128 0,2-4 0 15,2-1 0-15,0 0 0 0,2-2 0 0,2-3 0 0,-1 0-144 16,-1-2-16-16,0-3 0 0,0-2 0 16,-1-2 0-16,0-1-48 0,-1-1-16 0,1-2 0 0,-2-2 0 15,0-1 16-15,-1-3 0 0,0-2 0 0,0-3 0 16,-1 0 208-16,0-2 0 0,-1-1 0 0,1-1 0 15,0-1 0-15,-1-3 0 0,-2-2 160 0,0-2-160 16,0-1 288-16,-1 0-32 0,0 1 0 0,0 0 0 16,0 4-16-16,-2 4-16 0,0 3 0 0,-2 5 0 15,0 2 288-15,-2 2 64 0,1 3 16 0,1 7 0 16,0 0 0-16,0 0 0 0,0 0 0 0,-4 8 0 16,2 1-256-16,-1 4-48 0,0 4-16 0,1 2 0 0,-1 1-272 15,2 4 128-15,0 2-128 0,1 3 0 0,-2-1 0 0,2 2 0 16,-1 0 0-16,1 3 0 0,1-4 0 0,1 1 0 15,-2-2 0-15,1 1 0 16,0-4-912-16,1-1-96 0,-2-4-16 0,1-3 0 16,0 0-896-16,0-3-176 0,-1 1-32 0,2-4-16 15,-2-2-1120-15,-2-2-240 0,2-7-32 0,0 0-12336 0</inkml:trace>
  <inkml:trace contextRef="#ctx0" brushRef="#br0" timeOffset="-189648.07">8078 12681 30111 0,'-22'9'2688'0,"14"-4"-2160"16,1-3-528-16,2 4 0 0,0-1 2304 0,1 1 368 0,1 0 64 0,2 0 16 15,1-6-736-15,4 7-144 16,3-1-16-16,0 1-16 0,4-1-1152 0,0-2-240 0,3-4-32 0,0 0-16 16,0 0-176-16,2-2-32 0,1-5-16 0,1 1 0 15,2-1 16-15,-1-1 0 0,-1-4 0 0,2-1 0 16,0 0 0-16,0-2 0 0,1 0 0 0,0-2 0 15,-1 2 0-15,-1 0 0 0,-2 2 0 0,0 3 0 16,-1 2-64-16,-3 3-128 0,-3 2 192 0,-1 5-64 16,-2 3 272-16,-2 3 48 0,-2 3 16 0,-1 6 0 15,0-1 224-15,-2 5 32 0,-2 2 16 0,0 3 0 16,-1 2-240-16,-1-1-48 0,0 1-16 0,2-1 0 16,-1-5-304-16,2 0-128 0,-1-4 0 0,2-1 128 15,-1-2-128-15,0-3 0 0,0-2 0 16,1-4 128-16,0-6-128 0,0 0 0 0,0 0 0 0,0 0-176 0,0 0 32 0,0 0 0 15,0 0 0-15,0 0 0 0,7-5-176 16,1 0-16-16,0-4-16 0,0-2 0 0,1-5 144 16,1-1 16-16,1-3 16 0,-1-1 0 0,1-2 176 15,0 1-192-15,2-1 192 0,0 4-192 0,-2 2 192 0,1 4 0 16,-3 2 0-16,-1 2-128 0,-2 5 128 0,1 2 0 16,-1 0 128-16,-6 2-128 0,0 0 288 0,5 11-16 15,-1 2 0-15,-1 3 0 0,-1 1-16 0,1 2-16 16,0 2 0-16,1 0 0 0,-2 1-112 0,1-4-128 0,-1 0 176 15,1-2-176-15,1 0 0 0,1-1 0 16,0-3 0-16,2-1-144 16,-2-4-1264-16,2 0-240 0,0-2-48 0,3-1-16 15,0-1-2224-15,3-2-448 0,1-2-96 0</inkml:trace>
  <inkml:trace contextRef="#ctx0" brushRef="#br0" timeOffset="-189497.12">8889 12768 34847 0,'0'0'1536'0,"0"0"320"0,2-8-1472 0,1 3-384 0,-3 5 0 0,5-5 0 15,2-1 2560-15,-2 3 432 0,3 0 80 0,0-1 32 16,1 1-1376-16,0 1-288 0,1-2-48 0,1 1-16 16,2 2-832-16,1 0-160 0,4-2-48 0,-1-1 0 15,-1 0-336-15,0 3 0 0,0-4 0 0,3 1 0 16,0 0-2672 0,3 0-592-16,-1 1-128 0</inkml:trace>
  <inkml:trace contextRef="#ctx0" brushRef="#br0" timeOffset="-188116.69">9625 12725 23039 0,'0'0'1024'0,"0"0"192"0,2-7-960 0,-2 1-256 16,-2-1 0-16,-2 1 0 0,2-1 3584 0,-2 3 656 16,0-2 144-16,-3 3 32 0,-4 2-1792 0,-1 2-368 15,-2 2-64-15,-2 1-16 0,-4 5-720 0,0 0-160 16,-4 5-16-16,-2 2-16 0,-3 2-384 0,3 0-80 15,2 2-16-15,1 1 0 0,4-4-208 0,2 2-32 0,3-4-16 16,2-1 0-16,3 0-400 0,1-1-128 16,3-2 0-16,2-1 0 0,3-1 0 0,0-9-304 0,4 7 48 0,2-3 0 31,4-2-304-31,0 0-48 0,-1-5-16 0,4 1 0 16,2-1-96-16,1-1-32 0,0-2 0 0,2-2 0 15,1-1 192-15,0-3 48 0,-1-1 0 0,-1-4 0 0,2 0 176 0,-1-4 32 0,0-1 16 16,2-3 0-16,-1 0 288 0,-1-2 0 0,-1 1-128 15,0-4 128-15,0 1 0 0,0 2 0 0,-4-3 0 16,-1 4 0-16,0 2 0 0,-3 1 192 0,-1 6-48 16,-2 1-16-16,-3 3 304 0,-2 4 48 0,-1 9 16 0,0 0 0 15,0 0 48-15,0 0 16 0,-5 0 0 0,-2 7 0 16,0 3-144-16,-3 4-32 0,0 3 0 0,1 3 0 16,-1 1-128-16,0 1-16 0,3 1-16 0,0 2 0 15,2 1-224-15,2 0 176 0,1 0-176 0,2-2 160 16,1-1-160-16,3-1 0 0,1-2 0 0,2-2 0 0,-1-1 0 15,5-2-176-15,-1-4 176 0,2 0-192 0,2-2-96 16,-1-3-32-16,0-2 0 0,0 0 0 0,-1-2 0 0,1-4 0 16,1 1 0-16,-2-4 0 0,0-2 128 15,-1-2 0-15,1 0 16 0,0-4 0 0,1-1-16 0,-1-1-16 16,-2-3 0-16,3-2 0 0,-1-3-160 0,0-1-16 16,-1 1-16-16,0-2 0 15,-1 0-208-15,-1 2-32 0,-1 2-16 0,-1 4 0 16,-3 4 112-16,-3 3 32 0,-1 3 0 0,0 7 0 0,0 0 512 0,-7 4 304 15,-2 4-48-15,0 4 0 0,-1 3 816 0,1 5 144 16,-1 1 48-16,1 2 0 0,0 2-496 0,1 1-80 16,3 1-32-16,1-2 0 0,2 1-288 0,2-1-64 15,2-3-16-15,2-1 0 0,1-3-288 0,-1-1 0 0,1-2 128 16,3-1-128-16,1-5 0 0,2 0-144 16,1-2 16-16,-1-2 0 0,2-1-192 0,0-2-48 15,0 0 0-15,0-4 0 0,-1 0-16 0,0-2 0 0,-2 0 0 0,1-3 0 16,-1-2 224-16,1-1 160 0,-1-4-208 15,1-1 80-15,-1 1 128 0,-1-6 0 0,-1 1 0 0,0-2 0 16,0 1 0-16,-1 1 144 0,1 2-144 0,-1 0 0 16,-2 4 192-16,-1 4-64 0,0 2 0 0,-4 7-128 15,0 0 576-15,0 0 0 0,0 0 0 0,-2 9 0 16,1 1 64-16,0 3 0 0,0 1 16 0,-1 4 0 16,0 4-208-16,-2 2-32 0,0 1-16 0,1-2 0 15,2 0-160-15,0 1-48 0,1-1 0 0,-2 0 0 16,1-1-192-16,0-1 0 0,-1-2 128 0,1 2-128 0,2-4 0 15,-1 0 0-15,-1-3 0 0,0-1 0 0,-2-1 0 0,2-5 0 16,0 0 0-16,1-7 0 0,0 0 0 0,0 0 0 16,0 0-176-16,0 0 176 0,0 0-336 0,0 0 48 15,0 0 16-15,-6-2 0 16,2-2-128-16,2-3-32 0,1 0 0 0,-1-5 0 16,0 0-144-16,0-6-16 0,1 0-16 0,0-2 0 15,2-1-288-15,2-2-48 0,-1-3-16 0,1 1 0 16,1-3 64-16,1 0 16 0,3-1 0 0,1 0 0 0,1 1 480 0,1 3 80 15,-1-1 32-15,2 4 0 0,0 1 288 0,1 4-160 16,-2 0 160-16,2 1-128 0,0 3 128 0,1 2 0 16,-3 1 0-16,2 4 0 0,-1 1 0 0,0 1 0 0,-1 0 0 15,3 4 128-15,-4-3-128 0,2 6 128 16,-2-2-128-16,1 2 128 0,-1 1-128 0,0 1 0 16,0-3 0-16,-1 2 128 0,-9-4-128 0,7 6 0 15,0-1 0-15,0 0 0 0,-7-5 0 0,5 8 0 0,-1 0 0 0,-2 0 0 16,-2-8-288-16,2 9 32 0,-4 0 0 15,1 0 0-15,0 0 256 0,-2 0-128 0,-1 0 128 0,-1 0 0 16,-3 1 0-16,0 0 128 0,0-1 0 0,1 0 16 16,-1 0 32-16,0-1 0 0,-1 1 0 0,1 0 0 15,0-2 0-15,2 1 0 0,-1-2 0 0,2 1 0 16,5-7-176-16,0 0 0 0,-4 5 0 0,4-5 0 16,0 0 0-16,0 0 0 0,0 0 0 0,0 0 0 15,0 0-176-15,0 0 176 0,8 5-128 0,1-2 128 0,0-4 0 16,3-2-128-16,1 0 128 0,0-2 0 15,0-3 0-15,0 0 0 0,0-2 0 0,1 0 128 0,1-1 16 16,-1-1 16-16,0-1 0 0,1-1 0 0,-1 0-32 16,0-1-128-16,1 1 192 0,-2 0-64 0,-1-2 0 15,-1 2 0-15,0 1 0 0,-2 0 0 0,-3 1 0 0,1 1 0 16,-2 4 0-16,-1-1 0 0,-3 1 32 0,-1 7 0 16,-5-4 0-16,0 2 0 0,-2 2 272 0,-2 2 48 15,-3 4 16-15,-1 3 0 0,-2 1 144 0,-1 3 16 16,1 3 16-16,-1 1 0 0,0 0-304 0,2 2-64 15,2 1-16-15,2-1 0 0,1 1-64 0,2-1-16 16,1 1 0-16,2-2 0 0,2-1-208 0,4-1-160 16,0-2 32-16,3-1 0 15,3-1-448-15,1-2-96 0,2-3-16 0,1-1 0 16,1-2-1392-16,1-1-288 0,0-2-48 0,2-1-11088 16,1-1-2208-16</inkml:trace>
  <inkml:trace contextRef="#ctx0" brushRef="#br0" timeOffset="-186544.48">10809 12634 11055 0,'0'0'480'0,"0"0"112"0,-6 1-464 0,-1 3-128 0,1 1 0 0,0 3 0 15,2-2 7808-15,-1 4 1536 0,0 3 304 0,0 1 64 16,0 3-6304-16,1 0-1248 0,0-2-256 0,-1 5-48 16,1 0-768-16,1 0-160 0,2 0-32 0,1-3 0 15,0 0-512-15,1-3-128 0,0 2 0 0,2-3-16 16,0-3-240-16,-1-1 128 0,2-1-128 0,3-1 0 0,-2-2 0 0,-5-5 0 15,0 0 0-15,0 0 0 0,6 1 0 0,1-1-160 16,-7 0 32-16,8-4 0 0,-2 0 128 0,1-2-160 16,-2-2 160-16,0-1-160 0,-1-3-160 0,0-2-16 15,1-3-16-15,2-1 0 16,-2-3-160-16,1 0-16 0,2 0-16 0,1-1 0 16,-1 2-96-16,0 2-32 0,0 1 0 0,-2 0 0 15,1 3 144-15,-2 2 16 0,-1 2 16 0,0 2 0 16,0 1 256-16,-4 7 48 0,0 0 16 0,0 0 0 0,0 0 176 0,0 0 0 15,0 0 0-15,0 0 0 0,0 0 0 0,2 11 0 16,1-3 0-16,0 2 0 0,-2 2 0 0,2 2 0 16,-1 1 0-16,2-1-128 0,0 0 128 0,1 2 0 15,2-1-144-15,1 1 144 0,-1-2 0 0,5 1-176 16,1-3 176-16,3-2-128 0,1 0-48 0,2-3 0 16,2-4 0-16,0 0 0 0,1 0-48 0,0-2-16 15,0-2 0-15,1-2 0 0,-1-2 240 0,-1 0 0 0,0 0 0 0,-2-3-144 16,-1-1 144-16,-1-2 0 0,-2-2 0 0,-1-1 0 15,0 0 0-15,-2-2 0 0,-2-2 0 16,1 0 0-16,-1 2 0 0,1-4-192 0,-3 2 192 0,-2 1-192 16,-2 2-16-16,-3 1-16 0,1 5 0 0,-4 3 0 15,-2-2 224-15,-2 5 0 0,-3 2 0 16,-2 2 0-16,-2 3 480 0,-2 3 144 0,-4 3 16 0,0 1 16 16,-1 2-96-16,1 2-32 0,-1 0 0 15,3 2 0-15,2 1-112 0,2-2-32 0,3 1 0 0,1-1 0 16,0-1-192-16,1-1-64 0,6 0 0 0,0-2 0 15,1 0-128-15,4-4-176 0,-3-8 48 0,9 6 0 16,1 3-256 0,2-5-32-16,1-1-16 0,0-3 0 0,1-3-208 15,2-1-64-15,1-1 0 0,0-3 0 0,-1-1 16 0,-2-2 0 16,2-4 0-16,-2 0 0 0,0-1 288 0,1-4 48 0,-1-1 16 0,2-2 0 16,-1-3-176-16,2 0-16 0,0-4-16 0,1-1 0 15,1-2 0-15,-2 2 0 0,-2 1 0 0,1 2 0 0,-4 2 192 16,-2 3 32-16,-2 1 16 0,-3 5 0 0,-2 1 304 0,-2 4 0 15,-1 2 0-15,-3 5 0 0,-1-1 480 0,-2 5 160 16,-2 2 16-16,0 5 16 16,-1 3 256-16,-1 4 48 0,-2 1 16 0,0 4 0 0,-1 3-464 0,0 3-80 15,0 2-32-15,1 1 0 0,-1 2-80 0,3 1-16 0,1 0 0 16,4 0 0-16,-1-3-80 0,4 2-32 16,2-4 0-16,2-1 0 0,2 1-208 0,3-3 0 15,-1-2 0-15,4-3 0 0,0-3 0 0,2-2-128 16,1-3 128-16,0-1-160 0,1-2-144 0,3-3-16 15,-1-2-16-15,-1-2 0 16,1-2-304-16,-2-2-64 0,2-3-16 0,-2 1 0 16,-1-3-128-16,0-1-32 0,2-4 0 0,-1 0 0 15,0-2 32-15,-2-1 0 0,0-2 0 0,-2 3 0 16,2 1 80-16,-4-2 0 0,-4 2 16 0,0 2 0 0,-4 2 496 0,0-1 112 0,-2 4 16 0,-3 1 0 16,-4 3 880-16,-1 3 176 0,-1 2 32 0,-2 1 16 15,1 1 864-15,1 4 160 0,-2 3 48 0,1-1 0 16,0 3-752-16,3 2-144 0,1 0-16 0,3 2-16 0,1-1-416 15,1 4-64-15,2-5-32 0,1 4 0 0,0-4-352 0,3 2-80 16,2 0-16-16,2-3 0 0,0 0-160 0,1-2 0 16,1-1 0-16,2-2 0 15,-2-3-528-15,3-2 16 0,1 0 0 0,0-2 0 16,0-3-1824-16,2-1-352 0,2-1-80 0,0-3-16 16,-2 0-560-16,0-3-112 0,-2-1-32 15,0-1 0-15,0-5 736 0,-1 1 128 0,0 0 48 16,0 0 0-16,-1-3 1232 0,1 2 240 0,-4 1 48 15,-2 3 16-15,0 2 3392 0,-3 3 672 0,-1 1 144 0,-2 8 32 0,0 0 880 0,0 0 176 16,0 0 32-16,0 0 16 0,-3 8-1216 0,-1 1-240 16,0 4-48-16,0 1-16 0,-1 2-1248 0,0 1-240 15,1 2-48-15,0 1-16 0,-2 1-496 0,2-3-96 16,1 2-32-16,2-2 0 0,0 0-352 0,-1-1-64 16,1-2 0-16,1-2-16 0,1-2-176 0,1 0 0 15,-1-2 144-15,-1-9-144 0,4 6 0 0,-4-6 0 16,5 6 0-16,-5-6 128 0,0 0-128 0,6 0 0 15,-6 0 0-15,8-3 0 0,-1-1-160 0,-1-1 160 16,1-3-192-16,1-1 192 0,-1 0-272 0,1-2 48 0,0-3 16 0,0-2 0 16,2 1-144-16,1-4-32 0,-2 1 0 15,1 0 0 1,1-2-80-16,-2 2-32 0,0 2 0 0,0 0 0 16,-1 0 176-16,-1 3 48 0,-2 4 0 0,-3 2 0 0,1 1 272 0,-3 6 0 0,0 0 0 0,0 0 144 15,0 0 96-15,0 0 16 0,-1 10 0 0,-2 3 0 16,0 3-64-16,1 1 0 0,-1 0 0 15,2 1 0-15,0-1-64 0,2 1-128 0,2 0 176 0,-1-1-176 16,-1 0 0-16,5-1 0 0,0-3 0 0,3-1 0 16,2-1 0-16,0-3 0 0,2 0 0 0,1-3-192 0,0-2-144 0,-1-2-32 15,3-2 0-15,-2 1 0 16,0-4-80-16,1 0 0 0,-2-2-16 16,0-2 0-16,1-3 48 0,0-2 16 0,1-1 0 0,-1-6 0 15,0 2 0-15,3-4 0 0,-1-3 0 0,2-2 0 16,2-6-96-16,-1-3-16 0,0-3 0 0,-1-2 0 15,1-1 32-15,1-1 0 0,-6-1 0 0,1 5 0 0,-2 5 160 16,-2 5 16-16,-1 7 16 0,-4 4 0 0,-5 5 816 0,1 5 176 16,-2 8 16-16,0 0 16 0,0 0 304 0,-6 7 64 15,0 4 16-15,-2 5 0 0,0 2-496 0,-1 6-112 16,0-2 0-16,1 5-16 0,2 3-336 0,-2 2-160 16,0 0 160-16,2-1-160 0,0-1 0 0,2 2 0 0,0 0 0 15,2-3 0-15,2 1 0 0,1-1 0 16,2-1 0-16,-1-4 0 0,1-1-224 0,0-2-96 15,1-3 0-15,-1-5-16 16,1 2-1664-16,0-3-336 0,0-2-64 0,-1-1-11440 16,-2-4-2288-16</inkml:trace>
  <inkml:trace contextRef="#ctx0" brushRef="#br0" timeOffset="-186373.75">12199 12585 30399 0,'0'0'2704'0,"0"0"-2160"0,0 0-544 0,0 0 0 0,12 0 4416 16,2 0 784-16,2 0 160 0,2 0 16 0,3 0-3872 0,2-2-784 16,5 0-144-16,0 1-48 0,2 0-384 0,4-2-144 15,4 1 0-15,4-2-15248 16,2 0-3168-16</inkml:trace>
  <inkml:trace contextRef="#ctx0" brushRef="#br0" timeOffset="-185802.4">12933 12652 39615 0,'-1'-14'1760'0,"7"7"352"0,10 0-1680 0,-5 0-432 0,-4-1 0 0,-3 3 0 0,-4 5 1824 0,0 0 288 16,0 0 48-16,0 0 16 0,0 0-480 0,0 0-96 16,0 0 0-16,3 13-16 0,-3 2-800 0,1 5-144 15,0 2-48-15,0 1 0 0,-1 4-80 0,2 0 0 16,-4 3-16-16,4-5 0 0,-1-3-304 0,0 0-48 15,-1-2-16-15,2-3 0 0,-1-3-128 0,0-1 0 16,-1-4 0-16,2-1 128 0,-2-8-128 0,0 0 160 16,0 0-160-16,0 0 160 0,0 0-160 0,0 0 0 15,0 0 0-15,6-3 0 0,1-3 0 0,0-2 0 16,-1-3 0-16,1 0 0 0,0-2 0 0,1-3 0 16,1-3 0-16,1-1 0 0,2-5 0 0,0 0 0 0,0 1 0 15,-1-1 0-15,1 1-240 0,0 1 32 0,-1-1 0 0,1 4 0 31,-3-1-1056-31,2 4-208 0,-2 2-32 0,0 4-16 16,0 2-1472-16,0 3-288 0,0 2-64 0,-2 3-9936 0,2 1-1984 0</inkml:trace>
  <inkml:trace contextRef="#ctx0" brushRef="#br0" timeOffset="-185259.92">13384 12572 13823 0,'0'0'608'0,"0"0"128"0,0 0-592 0,-7 7-144 0,0-1 0 0,-1 3 0 15,0 1 6272-15,-1 3 1216 0,0 1 240 0,-2 3 48 16,0 3-4320-16,-4 0-848 0,2 3-176 0,0-1-48 15,0 0-1008-15,1-1-208 0,2-2-32 0,1 0-16 16,1-1-720-16,3-3-144 0,1-2-16 0,1-2-16 16,1-3-224-16,2 0 0 0,0-8 0 0,4 6 0 15,-4-6-272-15,7 4 0 0,3-4 0 0,0-3 0 16,0 1-368-16,2-3-64 0,0-3 0 0,0-1-16 16,2-1 0-16,2-1 0 0,-1-5 0 15,1-2 0 1,-1-2 144-16,1-1 16 0,1-1 16 0,0 3 0 0,0-2 160 0,0 0 48 0,-3 0 0 0,1 3 0 0,-5 1 336 15,-2 4 0-15,-2 1-144 0,0 3 144 0,-6 9 272 0,0 0 112 16,0 0 32-16,0 0 0 0,0 0 416 16,0 8 64-16,-2 2 32 0,0 3 0 0,-2 2-224 0,-1 3-64 15,1-1 0-15,-2 2 0 0,1 0-224 0,1-1-48 16,2-2-16-16,0 0 0 0,1 1-192 0,1-2-32 16,1-3-128-16,1-2 192 0,-2-1-192 0,1-1 128 15,2 0-128-15,-3-8 0 0,0 0 0 0,0 0 0 16,5 5 0-16,-5-5 0 0,6 0 0 0,1-3 0 15,-1 1 0-15,1-2 0 0,-1-3 0 0,1-1 0 0,-1-2 0 0,1-2 0 16,1-1 0-16,1-1 0 0,3-2 0 0,-2-2 0 16,1 0-160-16,2-2 160 15,2-1-128-15,1-1 128 0,-2 1 0 0,1 2-128 16,-2 2 128-16,-2 2 0 0,0 4 0 0,-3 2 0 0,-2 5 0 0,-6 4 0 16,0 0 0-16,0 0 144 0,4 9 0 0,-1 4 0 15,-3 4 208-15,-2-2 32 0,-2 5 16 16,0 1 0-16,-1-3-64 0,0 3-16 0,0 0 0 0,1 1 0 15,0-1-320-15,1-4 144 0,1 0-144 0,0-2 0 16,2-3 0-16,0 0 0 0,2-2 0 0,0-1 0 16,-2-9-1280-16,0 0-176 15,7 2-16-15,1-1-16 0,0-2-2736 0,2-1-528 0,-1-4-112 16</inkml:trace>
  <inkml:trace contextRef="#ctx0" brushRef="#br0" timeOffset="-185129.02">13838 12398 23951 0,'0'0'2128'0,"-6"-6"-1696"0,1 0-432 0,1 1 0 0,4 5 3200 0,0 0 544 16,0 0 112-16,0 0 32 0,0 0-2912 0,0 0-576 15,0 0-112-15,0 0-32 16,2 10-2304-16,2 2-480 0,2 0-96 0</inkml:trace>
  <inkml:trace contextRef="#ctx0" brushRef="#br0" timeOffset="-184774.35">14108 12528 34495 0,'0'0'1536'0,"-6"5"304"0,0 2-1472 16,-1 3-368-16,-2 3 0 0,-1 3 0 0,-2 1 2576 0,-2 2 448 15,-3 1 96-15,-2 1 16 0,1 1-816 0,1 1-144 0,0-3-48 0,2 0 0 16,-1-4-1152-16,2 1-224 0,1-2-48 0,2-2-16 16,1-1-496-16,2-2-192 0,3-2 176 0,5-8-176 15,0 0 0-15,0 0 0 0,0 0-128 16,0 0 128-1,0 0-544-15,8 1 0 0,1-4 0 0,1 0 0 0,2-3-80 16,0 0-16-16,-1-3 0 0,1-2 0 0,4-2 176 16,1-1 16-16,-2-6 16 0,1 1 0 0,1-2 176 0,-1 1 16 0,-1-6 16 0,1 2 0 15,-2-1 96-15,0 1 128 0,-2 3-208 0,-1 3 80 16,-2 4 128-16,-1 1 0 0,-3 4 128 0,-1 2-128 16,-4 7 240-16,0 0-32 0,0 0 0 0,0 0 0 0,-3 11 112 0,-1 3 32 15,-1 3 0-15,0 2 0 0,0 2-80 0,-1 1-16 16,0 1 0-16,1-1 0 0,1-1-256 15,1-1 128-15,2 0-128 0,1-2 0 0,0-2 0 16,1-2 0-16,0-1-160 0,1-4 160 16,2 1-1904-16,1-3-256 0,1 0-48 0,1-3-16 15,1-2-2032-15,0-2-416 0</inkml:trace>
  <inkml:trace contextRef="#ctx0" brushRef="#br0" timeOffset="-184338.96">14289 12471 11967 0,'10'-43'528'0,"-5"23"112"0,5-1-512 0,-3-1-128 0,-1-3 0 0,-1 7 0 15,0 4 5328-15,-2 1 1040 0,-1 5 208 0,1 4 32 16,-3 4-3072-16,0 0-608 16,0 0-128-16,-2 14-32 0,1 2-960 0,0 5-192 0,-2 4-32 0,1 1-16 15,-2 2-720-15,0 1-144 0,1 2-16 0,-1 3-16 16,0 3-336-16,2-2-64 0,-1 1-16 0,3-3 0 16,-1 1-256-16,0-2 160 15,1-2-160-15,1 0 128 0,0-4-128 0,-1-2 0 0,0-6 144 0,2 0-144 16,-1-6 128-16,0 0-128 0,-1-12 128 0,0 0-128 15,0 0 0-15,0 0 0 0,0 0 0 0,0 0 0 16,0 0 0-16,0 0-160 0,0 0 160 16,3-4-208-16,-1 0 208 0,2-4-192 0,-1 0 192 0,-1-1-192 15,1-4 192-15,-2 0 0 0,3 0 0 0,0-1-144 16,1 0 144-16,2-1 0 0,-1 1 0 0,1 1-128 16,-1-2 128-16,2 2 0 0,3 2 0 0,0 0-128 0,1 2 128 15,1 0 0-15,3 3 0 0,0-1 0 0,-2 0 0 0,3 2 0 16,2 1 0-16,0 3 0 0,-2 1 0 0,-2 3 0 15,0 2 0-15,-4 1 0 0,-2 1 160 0,-1 2-32 16,-3 3-128-16,-2 3 192 0,-2 0-192 0,-2 4 0 16,-3 2 0-16,-2 4-160 0,-2-6 496 0,-3 5 112 15,-2-4 0-15,-2 0 16 0,-1 0-336 0,0-4-128 16,-2-2 0-16,1-1 0 0,-1 0 0 0,1-5 0 16,0-2 0-16,1 0-160 15,3-3-752-15,2 0-160 0,0 1-16 0,2-4-16 16,0-3-1840-16,1 1-352 0,0-2-80 0</inkml:trace>
  <inkml:trace contextRef="#ctx0" brushRef="#br0" timeOffset="-183953.15">14778 12370 23951 0,'0'0'2128'0,"0"0"-1696"16,-3 8-432-16,0 4 0 0,0 1 5216 0,-1 4 960 0,0 2 192 0,-2 2 32 15,1 4-3616-15,-1 2-736 0,-2 3-128 0,1 0-48 16,2 2-992-16,1-4-208 0,0 1-32 0,2 0-16 15,2-1-368-15,1-2-80 0,0-1-16 0,2-3 0 16,2-1-160-16,2-3 0 0,-2-4 0 0,1-3 128 16,1-2-128-16,2-1 0 0,2-3 0 0,0-1 0 15,2-1 0-15,2-3 0 0,0-3 0 0,1-1 0 16,1-2 0-16,1-3 0 0,0-3 0 0,1-2 0 16,0-3-176-16,1-2 176 0,-1 0-128 0,1-3 128 15,1-2-128-15,-2 0 128 0,0-1-128 0,-5 4 128 16,-4 1-144-16,-3 3 144 0,-5 4-160 0,-2 3 160 15,-2 2 0-15,-3 4-144 0,-2 3 144 0,-1 2 0 0,-1 4 128 0,-1 3 128 16,-1 3 0-16,0 2 16 0,-1 2-16 0,1 5-16 16,2-2 0-16,3 3 0 0,0 0-48 0,4 1-16 15,2 1 0-15,1 0 0 0,2-1-48 0,1-1 0 16,1-3 0-16,3-1 0 0,5-1-128 0,2-2 0 16,2-1 0-16,0 0 128 0,-1-3-128 0,2 1 0 15,0-2 0-15,2-1 0 16,1-2-1024-16,0 1-128 0,4 2-16 0</inkml:trace>
  <inkml:trace contextRef="#ctx0" brushRef="#br0" timeOffset="-182158.11">2781 13811 15663 0,'0'0'1392'0,"0"0"-1120"16,0 0-272-16,0 0 0 0,0 0 4944 0,0 0 944 15,0 0 176-15,0 0 32 0,0 0-4688 0,-1 9-960 16,-1 0-176-16,1 2-32 0,0 2 432 0,-1 0 96 0,1 2 0 0,0 0 16 16,-1 0 160-16,1 2 16 15,0 0 16-15,-1 0 0 0,1 1-368 0,1 1-80 0,0-2-16 0,0 1 0 16,-1-4-256-16,0 2-64 0,-1-3-16 0,1-1 0 16,1-1-176-16,0-4 192 0,0-7-192 0,1 8 192 15,-1-8-64-15,0 0-128 16,0 0 192-16,0 0-64 0,0 0 0 0,9 2-128 0,-1 1 192 0,1-6-64 15,2-1-128-15,1-2 0 16,2-3 0-16,3 0 128 0,1-3-128 0,3-4-176 0,2-1 48 0,2 3 0 16,0 0 128-16,4 1-160 0,1 1 160 15,1-3-160-15,1 4 160 0,2 0-160 0,2 0 160 0,-3 0-160 16,0 2 160-16,1 0 0 0,0 0 0 0,2 2 0 16,3 1 128-16,1 0 0 0,0 1 0 0,3 3 0 15,1 0-128-15,1 6 0 0,-1 0 128 0,0 1-128 16,-1 2 128-16,0 2-128 0,-1 3 160 0,0-2-160 15,0 3 128-15,-2 0-128 0,-1-1 0 0,12 9 144 0,-7-2-144 0,-7 2 128 16,-5-4-128-16,-2 3 128 0,-4-2-128 0,0 0 128 16,-1-2-128-16,-3 0 128 0,-1-2-128 0,-1-1 0 15,-2-3 144-15,-1 1-144 0,-1-2 0 0,-1 1 144 16,0 1-144-16,-1-2 0 0,-1-3 144 0,1 1-144 16,-1-2 0-16,-2-1 144 0,1-1-144 0,1-1 0 15,0 0 0-15,0-1 0 0,1-1 0 0,-1-1 0 16,1-2 0-16,1 0 0 0,-2-1 0 0,1-1-176 15,0-1 176-15,2-2-192 0,0-1-64 0,-1-2 0 16,1 1-16-16,0 1 0 0,-3-3 16 0,-2 4 0 16,0-1 0-16,-2 1 0 0,1 0 128 0,-2 2 128 15,-3 1-192-15,-5 5 192 0,4-4 0 0,-4 4 0 16,0 0 0-16,0 0 0 0,6-3 0 0,0 2 176 0,1 1-48 16,0 4-128-16,-7-4 176 0,10 4-176 15,-1 1 160-15,2 0-160 0,2 0 160 0,3 1-160 0,1-1 160 0,3 1-160 16,-1-2 144-16,2 3-144 0,2-2 128 0,1-1-128 15,1 0 144-15,0 2-144 16,-2-6 160-16,2 3-160 0,1-2 224 0,1 2-48 0,2-8-16 16,0 3 0-16,-2-3-16 0,3 4 0 0,-1-6 0 0,-1 1 0 15,0-3-144-15,-2 1 192 0,-5 1-192 0,-2-2 192 16,-1-1-192-16,-1-1 0 0,-2-2 144 0,-2-2-144 16,-2 0 192-16,-1 0-16 0,-4-2-16 0,-1 0 0 0,-2 0-160 15,0 1 192-15,-5-1-192 0,0 3 192 0,-2 0-192 16,-3 2 0-16,-1 0 0 0,1 0 0 0,-3 3-304 0,1 1 64 15,0 2 16-15,0 3 0 16,-5-1-1552 0,1 2-304-16,-3 2-64 0,-1-3-18000 0</inkml:trace>
  <inkml:trace contextRef="#ctx0" brushRef="#br0" timeOffset="-181496.21">1714 14988 28559 0,'-6'-26'1264'0,"2"13"272"0,-1 3-1232 0,1-2-304 15,0 4 0-15,3 3 0 0,1 5 3328 0,0 0 624 16,0 0 112-16,0 0 32 0,0 0-2592 0,0 0-512 0,2 18-96 16,1 0-32-16,-1 4 96 0,1 5 32 15,0 0 0-15,1 6 0 0,-1 2-288 0,3 5-64 0,-2-1-16 0,1 4 0 16,0 0-304-16,-1-2-48 15,-1-2-16-15,0-3 0 0,3-2-128 0,-1-6-128 0,-3-4 144 0,0-1-144 16,-2-3 160-16,0-3-160 16,0-4 160-16,0-2-160 0,0-11 0 0,0 0 0 0,0 0 0 0,0 0-160 31,0 0-1312-31,0 0-272 0,0 0-48 0,0 0-16 16,0 0-1712-16,0 0-352 0,-4-13-64 0</inkml:trace>
  <inkml:trace contextRef="#ctx0" brushRef="#br0" timeOffset="-181233.55">1643 14996 15663 0,'-9'-26'688'0,"5"13"144"0,1 1-656 0,2 2-176 0,2 1 0 0,3 2 0 0,1 1 6848 0,4-1 1344 15,0 3 272-15,2-1 48 0,1 0-6560 0,2-1-1312 16,3 3-272-16,0 3-48 0,1-3 48 0,2 2 16 16,-1 2 0-16,1 2 0 0,1 0-240 0,-1 0-144 15,-1 4 192-15,-1-4-192 0,-2 4 128 0,-1 1-128 16,0 0 0-16,-2 2 0 0,-3-1 192 0,-2 2-192 15,-2-1 192-15,-6-10-192 0,3 14 352 0,-3-1-32 16,-3-2-16-16,-1 2 0 0,-1 0 32 0,-3 3 16 16,-2-3 0-16,-2 1 0 0,-1-1-128 0,-2 3-32 15,-1-3 0-15,-1 1 0 0,0-2-192 0,1-1 0 16,2 1-192-16,0-1 192 16,1-2-1872-16,2-1-272 0,5-2-48 0,6-6-16 15,0 0-2400-15,0 0-496 0</inkml:trace>
  <inkml:trace contextRef="#ctx0" brushRef="#br0" timeOffset="-180672.81">2182 14923 11967 0,'0'-13'1072'0,"0"13"-864"0,0 0-208 15,0 0 0-15,0 0 5760 0,0 0 1088 0,0 0 240 0,-6 12 32 16,-2 1-4096-16,-1 1-816 0,-3 6-160 0,2-3-48 16,-1 2-448-16,2-1-80 0,1 2-32 0,2 1 0 15,-1 0-928-15,2-3-176 0,1 0-32 0,3-5-16 16,0-1-288-16,1 0 0 0,0-12 0 0,0 0 0 15,5 9 0-15,-5-9 0 0,0 0 0 0,12 5 0 16,-12-5-336-16,13 0-32 0,0-4 0 0,-2 0 0 16,0-2-32-16,-1-4-16 0,1-1 0 0,-2-4 0 15,-3-3 0-15,1 1 0 0,-1 0 0 0,1 2 0 0,-2-5 64 0,0 0 16 16,1 0 0-16,-1 1 0 0,-3 5 144 0,1 2 16 16,-2 3 16-16,-1 9 0 0,0 0 160 0,0 0 0 15,0 0 0-15,0 0 0 0,0 0 144 0,0 0 64 16,-1 16 16-16,2-1 0 0,2 2 96 0,1 0 32 15,0 0 0-15,2 2 0 0,1-2-208 0,2 2-144 16,1-3 192-16,5-1-192 16,0-3 0-16,2-1 0 0,-1-5 0 0,1-1 0 15,1-3 0-15,-1-2-176 0,-1-2 32 0,1-2 0 0,0-1-112 0,0-4 0 16,-2-1-16-16,-2-1 0 0,-1-1-16 0,-2-1 0 16,-2-1 0-16,0-2 0 0,0-1 288 15,-3-1-160-15,-2-1 160 0,-1-1-128 0,-3-6 128 0,1 3 0 0,0-4 0 0,0 1 0 16,0-4 0-16,0 3 144 0,0-3-144 0,0 4 0 15,-1 3 176-15,-2 3-176 0,-1 4 160 0,2 6-160 16,2 10 560-16,0 0 16 0,-4-4 0 0,4 4 0 16,0 0-48-16,-7 8 0 0,2 4 0 0,1 1 0 15,1 4-272-15,1 2-48 0,0 6-16 16,0 4 0-16,1-1-192 0,1 3 128 0,0 2-128 0,2-3 0 16,3 1 0-16,1-3 0 0,-3-4 0 15,1 3 0-15,0-4 0 0,0 1 128 0,-1-5-128 0,-1-2 0 16,1-1 0-16,0-3-160 0,-2-3 32 0,-1-10 0 15,0 8-1168-15,0-8-240 16,0 0-32-16,0 0-16 0,0 9-1632 0,0-9-336 16,0 0-64-16</inkml:trace>
  <inkml:trace contextRef="#ctx0" brushRef="#br0" timeOffset="-180217.7">2336 15029 15663 0,'0'0'1392'0,"0"0"-1120"0,-8-8-272 0,8 8 0 0,0 0 4544 0,0 0 864 15,0 0 160-15,0 0 48 0,0 0-3264 0,12-3-656 16,-3-1-128-16,-1 3-32 0,1-3-416 0,3 1-96 16,0-1 0-16,2 1-16 0,3-3-432 0,0 0-96 15,0 1-16-15,2-5 0 0,2 1-208 0,1 0-32 0,1-1-16 0,-2-2 0 16,-1 0-80-16,1 2 0 0,0-1-128 0,0 1 192 16,-2-2-192-16,0 3 0 0,-4 1 128 0,-2 3-128 15,0 3 0-15,-2 2 144 16,-2 1-144-16,-1 4 128 0,0 0 240 0,-3 6 32 0,-1 3 16 0,-2-1 0 15,2 4 208-15,-1 3 32 0,-2-3 16 16,1 2 0-16,0-1-304 0,1 1-64 0,-1-5-16 16,1 2 0-16,0-3-288 0,-1-3 160 15,3 3-160-15,-1-4 128 0,-4-9-128 0,0 0 160 16,7 5-160-16,-7-5 160 0,0 0-160 0,0 0 0 0,9-1 0 16,-1-3 0-16,-2-1 0 0,2-2 0 0,-1-2 0 0,0 0 0 15,1 1-176-15,0-2 176 0,0-3-128 0,0-1 128 16,1-5-160-16,1 1 160 0,1-1-192 0,-1 2 192 15,1 0-192-15,-2 4 64 0,-1 1 128 0,-2 1-208 16,1 8 208-16,-7 3-176 0,0 0 176 0,0 0-160 0,0 0 160 0,9 6 144 16,-3 3-16-16,1 2-128 0,-1 0 288 15,1 2-48-15,-2 2-16 0,1-1 0 0,1 0-224 0,0 1 0 16,0-1 128-16,5 4-128 16,0-2-480-16,0-3-144 0,1-1-16 0,1-1-16 15,2 0-2544-15,1-2-496 0,1-1-96 16</inkml:trace>
  <inkml:trace contextRef="#ctx0" brushRef="#br0" timeOffset="-180018.02">3394 14841 47231 0,'0'0'2096'0,"0"0"416"0,-2 12-2000 0,1-2-512 0,1 3 0 15,0 0 0-15,1 0 832 0,1 1 64 16,-2 2 0-16,2-2 16 0,3 2-368 0,-1-2-80 0,0-1-16 0,0-1 0 15,1 0-448-15,1 0 0 16,-3-5 0-16,4 3 0 16,-2-1-1600-16,2-1-256 0,-3-1-48 0,-4-7-16 15,5 7-2400-15,-5-7-480 0</inkml:trace>
  <inkml:trace contextRef="#ctx0" brushRef="#br0" timeOffset="-178355.88">3558 14763 21247 0,'0'0'944'0,"0"0"192"0,0 0-912 0,8 14-224 0,-2 0 0 0,-1-2 0 0,-1 2 3296 16,0 2 608-16,0 0 128 0,1 2 32 0,1 4-784 0,-1 0-144 15,0 2-48-15,2-2 0 0,-2-1-1328 0,0-2-272 16,0 2-48-16,0-4-16 0,1-1-784 0,-1-1-144 15,0-3-48-15,-1 1 0 0,-1-4-176 0,-1-1-32 16,-2-8-16-16,0 0 0 0,0 0-32 0,0 0 0 16,0 0 0-16,0 0 0 0,0 0-192 0,0 0 176 15,0 0-176-15,0 0 160 0,5-9-160 0,1 1 0 16,-1-4 0-16,-1 2 0 0,0-2-176 0,0 0-16 0,1-2 0 16,0-2 0-16,0 1-112 0,2-1-16 15,-1 1-16-15,3-8 0 16,0 4-128-16,1 3-32 0,-1 3 0 0,-3 5 0 15,1 1 96-15,1-3 16 0,-2 4 0 0,1 1 0 0,-1 2 32 0,-6 3 16 16,8-3 0-16,-8 3 0 0,0 0 48 0,6 6 16 16,0 0 0-16,-1 2 0 0,0 2 272 0,-1 3 0 15,0 3-128-15,0 1 128 0,0 3 0 0,1-2 128 0,0-1-128 16,2 1 192-16,-1-2-192 0,2-1 144 0,1 0-144 0,3-1 128 16,2-1-128-16,-1 0 0 15,2-2 0-15,-1-5 128 0,2-2-128 0,-1-1 0 0,2 0 0 0,0-3 128 16,0-2-128-16,0-2 0 0,-1-1 0 15,-2-2 0-15,-1 1-272 0,0-2 16 0,-2 0 0 0,3-8 0 16,-2 2-192 0,-2 0-16-16,-1-1-16 0,-2 1 0 0,-2 0-208 15,-2-2-32-15,-3-1-16 0,0 1 0 0,0 1-32 0,-2 2 0 0,-2 2 0 16,0 5 0-16,-3 1 512 0,-3 2 112 0,0-2 16 0,-2 4 0 0,1 1 512 16,-3 3 96-16,1 3 32 0,-1 1 0 0,0 4 128 0,1 1 48 15,0 1 0-15,1 1 0 0,3-1-160 16,1 1-16-16,3-1-16 0,1 0 0 0,3-1-336 0,1 0-160 15,1-2 160-15,2 2-160 0,2-4 0 0,1 0 0 16,2-3 0-16,0-1-160 0,1-2-32 0,1 1-16 16,1-3 0-16,1 0 0 0,-1-5-64 0,1 0-16 15,1-1 0-15,0 0 0 0,0-2 32 0,0-4 16 16,-1 1 0-16,0-2 0 0,1-3 112 0,-2 2 128 16,1-5-208-16,1 1 80 0,0-1-128 0,0-2 0 15,-1-1-16-15,5-11 0 16,-3 0-304-16,-2 3-64 0,-3 6-16 0,-4 8 0 0,1 0 352 0,-4 5 80 0,-2 1 16 15,-2 4 0-15,0 2 656 0,2 4 144 0,-5-3 32 0,0 6 0 16,-2 4 384-16,1 0 80 16,-2 6 0-16,0 0 16 0,-1 4-336 0,1 6-80 15,0-1-16-15,2 2 0 0,-1 3-384 0,3-1-80 16,2 0-16-16,1 1 0 0,1-3-192 0,1 2 0 0,1-6 128 0,4 1-128 16,0-2 0-16,3-2 0 0,2-3 0 0,-1-2 0 15,1-5 0-15,0 1-288 0,1-3 64 16,8-1 16-16,-2-4-192 0,0-2-48 0,-2-2 0 15,-1-1 0-15,1-7 32 16,0 0 0-16,-1-1 0 0,2 0 0 0,0 0 0 16,3-1 0-16,-3-5 0 0,0 1 0 15,-3 0-48-15,0 0-16 0,-1 2 0 0,-1-2 0 0,-1 1-64 16,-5 3-16-16,1-1 0 0,-3 6 0 0,-3 0 144 0,-1 1 32 0,-1 2 0 0,-1 0 0 0,0 0 384 0,2 6 0 16,-6-1 0-16,0 1 176 0,-2 1 320 15,0 3 64-15,-1 4 16 0,0 2 0 0,0 0 48 16,0 5 16-16,0 3 0 0,0-1 0 0,1 3-256 0,1-1-32 15,2 1-16-15,2-1 0 0,2 2-144 0,2-3-16 16,2 1-16-16,1-4 0 0,1 2 0 0,2 0 0 16,0-5 0-16,4-2 0 0,-1-2-160 0,1-1 0 15,0-1 0-15,1-2 0 0,1-3-320 0,0-1 48 16,0-1 16-16,7-3 0 16,-2-2-224-16,0-5-32 0,2 2-16 0,-1-1 0 15,0-2-48-15,-1 0 0 0,-1-1 0 0,1 0 0 16,0-5 32-16,1 0 0 0,-1-5 0 0,-6 9 0 0,-2-5 112 0,1 2 32 0,-4-2 0 0,1 5 0 15,-3 4 400-15,-1-1 304 0,-1 3-48 16,-3 8-16-16,0 0 784 0,0 0 144 0,0 0 48 16,0 0 0-16,-4 12 0 0,0 1 0 0,0 5 0 0,0 2 0 15,-1 2-256-15,1 0-32 0,2 2-16 16,0 2 0-16,0 1-272 0,-1 3-64 0,2-4-16 16,-1 3 0-16,4 2-304 0,0-1-64 0,1-2-16 0,1-1 0 15,-2 4-176-15,2-6 0 0,-1-3 144 0,0-2-144 16,0-5 144-16,0 0-144 0,0-2 192 0,-2-5-192 15,-1-8 240-15,0 0-64 0,0 0-16 0,0 0 0 16,0 0-160-16,0 0 0 0,0 0 144 0,0 0-144 16,0 0 0-16,-3-8 0 0,1-3 0 0,-1 0 0 15,1-2-320-15,0-2 32 0,2 0 0 0,-1-10 0 16,1 0-96-16,0 0-32 0,0 0 0 16,1 2 0-16,1-2-96 0,1-1 0 15,3-4-16-15,-2 11 0 0,1-2 144 0,1-1 16 0,2-2 16 0,1 2 0 16,0-2 112-16,2 4 32 0,-1 0 0 0,2 2 0 0,1 2 16 0,0 2 0 15,0 2 0-15,1 3 0 0,-1 0-96 0,1 2-16 16,-3 2 0-16,5 1 0 16,-3 2-144-16,-1 3-16 15,-12-1-16-15,7 2 0 0,-7-2 96 0,0 0 32 0,7 11 0 0,-3-1 0 0,-1 2 352 0,-3 1 0 16,-2 1 0-16,1 1 0 0,-2 0 256 0,1 1 160 16,-2-2 32-16,0 2 16 0,0-3-192 0,0-1-32 15,0 0-16-15,3 1 0 0,-2-3-224 0,2-1 144 16,0-1-144-16,1 1 128 0,0-9-128 0,0 0 128 15,5 7-128-15,-5-7 128 0,8 2-352 0,-1-2-80 0,1-1-16 0,1 0 0 16,2-3 320-16,-1 1-128 16,1-3 128-16,0-4 0 0,0 1-288 0,1 0 48 0,-1 1 16 0,6-5 0 31,-1-4-448-31,0-1-96 0,-1-1 0 0,0-1-16 16,-2-3-1760-16,-2-2-336 0,1 3-80 0,-1 2-16 15,-4 2-688-15,0 3-144 0,-3 4-32 0,-4 6 0 0,0 5 2768 0,-3-4 560 0,3 4 96 0,-6 0 32 16,-2 1 2464-16,-1 3 496 0,-2 4 112 15,0 2 0-15,-3 2 768 0,1 1 128 16,0 0 48-16,2 4 0 0,0 2-1392 0,2 1-288 0,1 0-48 0,3-1-16 16,1-3-1024-16,2 1-208 0,0 2-32 0,2-2-16 15,3-2-608-15,2-2 0 0,0 0 0 0,6 0-128 16,-1-6-544 0,1 0-96-16,2-2-32 0,-2 0 0 0,2 2-1984 0,0-4-400 15,2-3-80-15</inkml:trace>
  <inkml:trace contextRef="#ctx0" brushRef="#br0" timeOffset="-176789.73">5542 14810 15663 0,'0'0'1392'15,"0"0"-1120"-15,0 0-272 0,0 0 0 0,0 0 5440 0,-1 6 1024 16,1 2 192-16,-2 4 64 0,1 1-3616 0,0 1-720 16,-2 3-144-16,2 1-16 0,0 2-752 0,-1 1-160 15,1 2-32-15,1-3 0 0,1-2-576 0,1 0-128 16,-2 0-32-16,1-2 0 0,0-2-192 0,2-1-32 15,-2-1-16-15,0-3 0 0,2 0-144 0,-3-9-32 16,0 0 0-16,0 0 0 0,0 0-128 0,0 0 192 0,0 0-192 0,0 0 192 16,0 0-192-16,0 0 0 15,0 0 0-15,8-6 0 0,-2-3-320 0,1 0 48 16,-1-4 16-16,4-3 0 16,-1 2-288-16,-3 1-48 0,1-2-16 0,1 0 0 15,-1-2-192-15,3 0-32 0,-1 0-16 0,0 1 0 16,-1 0-48-16,-1 3-16 0,0 2 0 0,-1 2 0 15,1 1 192-15,-2 1 32 0,-5 7 16 0,0 0 0 0,0 0 288 0,0 0 64 0,0 0 16 0,0 0 0 16,0 0 176-16,0 0 128 0,4 8-192 0,0 2 192 16,-1 3 0-16,-1 2 0 0,1-1 0 0,1 2 0 15,1-1 0-15,1 1 0 0,1 0 0 0,2-1 0 16,2-2 128-16,2-1-128 0,1-1 0 0,2-1 0 0,2-2 0 16,1-2 0-16,2-2-208 0,11 0 64 0,-5-3 0 0,-13-1 0 15,1-2 0-15,-1 1 0 0,0-3 144 0,1-2 0 16,-1 0 0-16,-1-1 0 0,0 0 0 0,11-12 0 15,-6 4 0-15,-3-1-128 16,-3 0-64-16,-3-1-16 0,-4 0 0 0,-1 2 0 0,-2 1-144 0,-2 3-32 16,-3-2 0-16,-2 4 0 0,-3 1 224 0,-1 3 160 15,-3 1-208-15,6 4 80 0,-3 0 352 0,-2 1 80 16,-1 3 16-16,1 3 0 0,-2 2 384 16,0 3 64-16,0-3 32 0,-3 6 0 0,2 4-176 0,2-4-48 15,1 2 0-15,4-1 0 0,0-2-384 0,3-1-64 16,3 0-128-16,2-1 176 0,0-3-176 0,3-1 0 15,2-2-160-15,1 0 160 0,1-1-304 0,1-3 48 0,0-2 0 16,2-1 0-16,1-1-48 0,-1-2 0 16,1-2 0-16,1 0 0 0,-1-2-80 0,0-1 0 15,-1 0-16-15,1-3 0 16,1-1-160-16,0-4-16 0,0-1-16 0,0 0 0 16,0-2-560-16,0-3-128 0,2-2 0 0,-1-3-16 15,0 1-512-15,1 0-112 0,-2-1 0 0,0 1-16 16,0 0 128-16,-1 2 16 0,-2 5 16 0,-2 2 0 0,-4 2 2000 0,-2 5 400 0,-2 1 80 15,0 4 0-15,-1-4 1456 0,-2 4 272 0,3 6 64 0,-6 3 16 16,-3 5-784-16,0 3-144 0,-2 0-48 16,1 6 0-16,-2 4-288 0,2 1-64 0,-1 0-16 0,2 4 0 15,1 1-416-15,2 2-96 0,0 0-16 0,3 0 0 16,-1-3-192-16,1 0-64 0,2-2 0 0,2 0 0 16,2-2 64-16,2-5 16 0,3 0 0 0,5 3 0 0,-2-7-128 15,-3-6-16-15,3 0-16 0,0-3 0 0,4-2-304 16,-1-2 128-16,0-1-128 0,1 1 0 0,0-2 128 0,12-6-128 15,-7-1 0-15,0-3 0 0,1 0-192 0,-3-4-112 16,-1-3-16-16,-3 1 0 16,-1 1-352-16,0-2-80 0,0-1-16 15,-2 0 0-15,-3-2-384 0,-2 1-64 0,-1 1-32 0,-2 4 0 16,-4 1 128-16,-2 6 32 16,-1 0 0-16,-2 5 0 0,-3 1 960 0,-1 6 128 0,1-2 144 0,-2 5-16 0,-4 1 704 0,1 6 128 15,1 3 48-15,4-6 0 0,0 5-96 0,2-2-16 16,1 1 0-16,0 2 0 0,0 2-336 0,1-2-80 15,1 2-16-15,2-1 0 0,2 0-320 0,2-1-144 16,0-1 128-16,4-1-128 0,0 0 0 0,2-1 0 0,0-4 0 0,1 0 0 16,3-3-288-16,8 2-32 15,0-4-16-15,-4-3 0 16,-1-2-416-16,1-3-80 0,0 2 0 0,-2-4-16 16,-1-1-176-16,1-1-48 0,1-4 0 0,0-2 0 15,0-2-176-15,0-1-32 0,0-3-16 0,-1 1 0 16,-1-1 144-16,0 3 48 0,-1 0 0 0,-3 4 0 0,-3 3 816 0,0 3 288 0,-6 7-192 15,0 0 192-15,0 0 768 0,0 0 256 0,0 0 64 0,0 0 0 16,0 0 624-16,1 8 128 0,-1 4 16 0,0 1 16 16,0 0-16-16,0 1 0 0,0 2 0 0,1 1 0 15,0-3-816-15,3 15-160 0,0-8-48 0,2-2 0 16,-1-3-288-16,0-2-64 0,0-2-16 0,2-1 0 16,-7-11-240-16,8 7-48 0,-8-7-16 0,0 0 0 0,11 6-160 0,-11-6 192 15,9 4-192-15,-9-4 192 0,10-6-192 0,-4 0 0 16,-6 6 0-16,5-11-176 15,0 0-224-15,-1 0-48 0,-4 11-16 0,6-11 0 16,-1 0-432-16,-1-3-96 0,0-5-16 0,0 0 0 16,-1-1-400-16,3 0-64 15,-1-1-32-15,1 0 0 0,2 0 80 0,0 1 16 0,-1 6 0 0,-1 2 0 16,1 2 608-16,-1 3 128 0,-1 1 32 0,-5 6 0 0,0 0 640 0,0 0 0 16,0 0 0-16,0 0 0 0,7 14 784 0,-2 2 192 15,-2-1 48-15,-2 2 0 0,-1 3-16 0,0 1 0 16,-3 0 0-16,3 1 0 0,3-1-464 0,1 0-96 15,0-1 0-15,1-1-16 0,2-1-208 0,0-2-32 0,2-6-16 0,2 0 0 16,-1-2 32-16,2 0 16 0,1-7 0 16,1 1 0-16,1-2-224 0,2-2 0 0,-2-2 0 0,1 1 0 31,-2-4-416-31,1-1-176 0,-1-1-48 0,-1 0 0 16,-1-4-544-16,0-1-112 0,-2-6-32 0,2-1 0 15,-2-2-464-15,2-3-80 0,-2-3-32 0,1-1 0 16,-2-1 160-16,0-1 16 0,0-1 16 0,0-1 0 15,2-2 880-15,-1 4 160 0,2 1 32 0,0 1 16 0,-2 0 2112 0,-1 2 432 0,-1 3 64 16,-2 6 32-16,-2 3 736 0,-1 6 160 0,-3 3 32 0,0 7 0 16,0 0-1216-16,0 0-256 0,0 0-32 0,0 0-16 15,-4 15-544-15,1 0-112 0,0 5-32 0,-1 2 0 16,-2-1-96-16,1 2 0 0,0 6-16 0,0 1 0 16,-2 0-272-16,1 0-48 0,1-1-16 0,-1-2 0 15,2 2-144-15,2-1-16 0,-1 1-128 0,2-3 192 0,1-2-192 0,0-4 144 16,0 0-144-16,1-4 128 0,0-3-128 0,1-2 0 15,-2-1-160-15,0-10 160 16,0 0-1808-16,0 10-272 0,0-1-48 0,0-9-11936 16,0 8-2384-16</inkml:trace>
  <inkml:trace contextRef="#ctx0" brushRef="#br0" timeOffset="-176591.11">7060 14849 4607 0,'0'0'400'0,"0"0"-400"0,2-8 0 0,2 3 0 0,-4 5 9136 0,9-6 1744 0,2 1 336 0,0 0 80 16,1 1-8288-16,3 0-1648 15,0 2-336-15,1-2-64 0,1 1-128 0,2 0-16 0,2 2-16 0,0 0 0 16,1-2-576-16,0 2-224 0,2 1 176 0,1 0-176 31,-2-1-336-31,-1 2-176 0,0 1-16 0,2 2-14512 0,-1 0-2912 0</inkml:trace>
  <inkml:trace contextRef="#ctx0" brushRef="#br0" timeOffset="-171943.72">2068 16450 20271 0,'0'0'1792'0,"-4"-11"-1424"15,0 2-368-15,0-4 0 0,-1 0 3744 0,5-3 672 16,2 2 144-16,1 1 32 0,-2 0-2128 0,2 0-416 16,1 0-96-16,0 2-16 0,-2 1-224 0,-2 10-48 0,0 0-16 0,0 0 0 15,3-10-624-15,-3 10-112 0,0 0-16 0,0 0-16 16,0 0-208-16,0 0-32 16,0 10-16-16,-4 4 0 0,-1 2-176 0,-3 5-16 15,-2 5-16-15,2-5 0 0,-1 1-128 0,-2 3-32 0,-1-1 0 16,2 3 0-16,0-3-256 0,-1-2 160 0,2-2-160 0,1 0 128 15,-1-5-128-15,1 0 0 0,2-2 0 0,1 0 0 16,-1-3 0-16,2-1 0 0,4-9 0 0,0 0 0 16,0 0 0-16,0 0 0 0,0 0 0 0,0 0 0 15,0 0-160-15,0 0-16 0,0 0 0 0,3-8 0 16,2-2-80-16,0 0 0 0,2-4-16 0,5-5 0 16,1-5-160-16,2-2-16 15,4-2-16-15,0-1 0 0,1 0-128 16,-1-1-32-16,1-2 0 0,2-1 0 0,1-1-16 15,-2 3-16-15,-1 4 0 0,-8 11 0 0,-1 0 384 0,-2 3 80 0,-1 2 0 16,-1 1 16-16,-2 4 368 0,-5 6 64 0,0 0 0 0,0 0 16 0,0 0 304 0,0 0 64 16,0 0 16-16,0 0 0 0,3 10-240 0,2 3-48 15,0 3-16-15,0 1 0 0,0 1-48 0,2 2-16 16,1 1 0-16,0-1 0 0,-1-1-160 0,4 0-128 16,2 1 144-16,0-1-144 0,0-2 128 0,0-1-128 15,0 0 0-15,0-3 144 0,0-2-144 0,0 0 0 16,0-2 0-16,-1-1 0 0,-2-2 0 0,0 1 0 15,0-2 128-15,-2-1-128 0,-8-4 0 0,0 0 160 16,0 0-160-16,0 0 160 0,0 0-160 0,0 0 0 16,0 0 0-16,0 0 0 0,0 0 0 0,0 0 0 0,-5 5 0 0,-6 0 0 15,-1-1 0-15,-1 1 0 16,-4 1 0-16,-1 2 128 0,-3-2-128 0,0 1 0 16,-1-1 0-16,-1 1 128 0,-1-1-128 0,1 1 0 0,2-2 144 15,0 1-144-15,-1 1 0 0,1-1 0 16,2 0 0-16,2-2 0 15,2-1-1072-15,5 3-176 0,3 0-32 0,2 1-14528 0,3 1-2912 0</inkml:trace>
  <inkml:trace contextRef="#ctx0" brushRef="#br0" timeOffset="-171313.42">2768 16284 11055 0,'1'-13'480'0,"0"6"112"0,1-4-464 0,0-1-128 16,1 0 0-16,0 2 0 0,-1-2 5232 0,1-1 1024 15,-2 1 208-15,2 1 32 0,-1-1-3136 0,1 1-624 16,-1 0-128-16,1 2-32 0,0-1-736 0,-1 4-160 0,1 1-16 0,-3 5-16 16,0 0-496-16,0 0-112 15,0 0-16-15,0 0 0 0,0 0-384 0,0 0-64 0,-1 14-32 0,-3 3 0 16,-2 1-128-16,3 4-32 0,-1 6 0 0,-2 2 0 16,1 1-128-16,-1 0-16 0,2 3-16 0,1 0 0 15,2 0-96-15,0-1-128 0,1 1 176 16,1-4-176-16,1-3 0 0,2-2 0 0,-1-3 0 15,2-3 0-15,2 0 0 0,-1-2 0 0,1-6 0 0,-1 2 0 16,2-1 0-16,0-1 0 0,-2-5 0 16,2 1 0-16,0-4 0 0,1 0 0 0,2-2-192 0,-2-2 192 15,-1-3-192-15,1 2 48 0,0-6 16 0,0 0 0 16,1-3 128-16,1 1 0 0,-1-4-144 0,1-1 144 16,-1-2-192-16,1-2 16 0,-1-3 16 0,-1-3 0 15,3-1-48-15,0-3-16 0,1-2 0 0,0-3 0 0,-2-1-32 16,1 4-16-16,-1-1 0 0,-1 5 0 0,-1 2 112 15,-1 4 32-15,-2 4 0 0,-2 4 0 16,-1 3 128-16,0 2 176 0,-2 3-48 0,-1 5 0 0,0 0 144 0,0 0 32 16,0 0 0-16,0 0 0 0,-3 10-304 0,1 3 160 15,0 5-160-15,-2 1 128 0,2 4-128 0,-1 2 0 16,-1-3 0-16,2 2 0 0,0-1 0 0,2 1 0 16,0-1 0-16,0-1 0 0,0-1 0 0,0-1 0 15,0-1 0-15,0 5-176 16,0-6-912-16,2-4-192 0,-2-3-48 0,2 0 0 15,1 2-1824-15,-2-6-368 0,-1-7-80 0</inkml:trace>
  <inkml:trace contextRef="#ctx0" brushRef="#br0" timeOffset="-171083.95">2634 16096 28559 0,'-2'-13'2544'0,"2"8"-2032"0,-1 2-512 0,1 3 0 16,0 0 4320-16,0 0 768 0,8-3 160 0,1 0 16 15,0-1-3312-15,3 1-672 0,2 1-128 0,2-1-16 16,1-1-560-16,1 2-128 0,3-2 0 0,1 1-16 16,1 1-432-16,2-1 0 0,1-4 128 0,12 3-128 15,-5 2-1376-15,-3-2-304 0,-3 1-64 0,-9 6-12976 16,2 1-2576-16</inkml:trace>
  <inkml:trace contextRef="#ctx0" brushRef="#br0" timeOffset="-170915.22">3165 16066 22111 0,'-1'-8'1968'0,"1"2"-1584"0,0 6-384 0,3-5 0 0,1 0 4288 0,0-1 768 16,-1 2 144-16,3 0 48 0,-6 4-2688 0,9-2-544 15,1-1-96-15,3 1-32 0,0 0-1072 0,0-2-224 16,0 3-32-16,2 0-16 0,0 0-544 0,2-1 0 15,0 2 0-15,8 0 0 16,-3 2-1248-16,0 1-352 0,-2 3-80 0,-6-1-12048 16,2 4-2400-16</inkml:trace>
  <inkml:trace contextRef="#ctx0" brushRef="#br0" timeOffset="-170667.26">3547 16289 19343 0,'0'0'848'0,"0"0"192"0,0 0-832 0,0 0-208 0,0 0 0 0,0 0 0 15,0 0 7152-15,0 0 1376 0,0 0 288 0,0 0 48 16,0 0-6144-16,0 0-1232 0,0 0-240 0,13 3-48 16,0-3-832-16,1 0-176 0,-3-1-16 0,4-1-16 15,-1 2-160-15,2 0 0 0,-2-1 0 0,-4 1 0 16,1 0 0-16,-2 0-272 0,3-1 64 0,3-2 16 15,1-1-1504-15,-2 3-288 0,-2 1-64 0,-2 1-16 16,1 2-2336-16,-11-3-464 0</inkml:trace>
  <inkml:trace contextRef="#ctx0" brushRef="#br0" timeOffset="-170528.26">3520 16399 35583 0,'0'0'1584'0,"0"0"320"0,0 0-1520 0,0 0-384 0,0 0 0 0,0 0 0 0,0 0 2208 0,0 0 368 15,0 0 80-15,0 0 16 0,0 0-944 0,12 4-176 16,1-3-32-16,1 2-16 0,2-2-1184 0,2 1-320 16,2-2 128-16,2 0-128 15,3 0-2048-15,6 0-448 0</inkml:trace>
  <inkml:trace contextRef="#ctx0" brushRef="#br0" timeOffset="-169783.96">4228 16197 22111 0,'1'-12'1968'0,"1"-2"-1584"16,0-2-384-16,2-1 0 0,0 1 4656 0,1-1 848 16,-2 0 160-16,1 1 32 0,0 2-2896 0,0 3-592 15,-1 3-112-15,0-1-32 0,-2 5-912 0,-1 4-176 0,0 0-32 0,0 0-16 16,0 0-352-16,0 0-64 0,-4 8 0 0,1 6-16 16,-3 3-112-16,-1 5 0 15,-3 6-16-15,0 2 0 0,0 5-48 0,-1 3-16 0,1 2 0 0,1 0 0 16,1 2-128-16,3-2-32 15,1 1 0-15,2-6 0 0,2-1-144 0,3-7 0 16,2-2 0-16,2-3 0 0,-1-2 0 0,1-3 0 16,-1-4 0-16,2-1 0 0,1-3 0 0,2-1-192 0,0-5 64 0,2 0 128 15,-1-3-304-15,1 0 64 0,0-5 16 0,1-2 0 16,0-2 96-16,-1 0 128 0,-2-3-208 0,1-1 80 16,-2-2 128-16,1-4-208 0,-1-1 80 0,1-4 128 15,-3-1-256-15,3-2 64 0,1-3 0 0,1-3 16 16,0-2-64-16,0-1-16 0,0-2 0 0,2 0 0 15,-2-1 32-15,0 4 0 0,-3 5 0 0,-1 4 0 16,-1 2 224-16,-2 5 0 0,-2 3 0 0,0 4 0 0,-2 4 0 16,-2 8 320-16,0 0-64 0,0 0 0 0,0 0 0 15,0 0 0-15,0 11 0 0,0 2 0 0,-2 1-96 16,1 3-32-16,-2 5 0 0,2 2 0 0,0-1-128 16,-1 3 192-16,2 2-192 0,0-2 192 15,0-3-192-15,2 2 160 0,-1-1-160 0,0-1 160 0,2-2-160 0,0-2 0 16,-1-2 0-16,1-1 0 0,-1-3-272 0,1-3-96 15,0 0-16-15,-1 0 0 16,-2-10-1360-16,0 0-288 0,0 9-48 0,0-9-16 16,0 0-2000-16,0 0-384 0,0 0-96 0,0 0-12032 0</inkml:trace>
  <inkml:trace contextRef="#ctx0" brushRef="#br0" timeOffset="-168652.84">4678 16463 13823 0,'-4'-3'1216'0,"0"-2"-960"16,0 0-256-16,0 1 0 0,1-2 7552 0,2 0 1456 0,1 2 288 0,3-1 64 16,-3 5-5904-16,4-5-1200 15,1-1-224-15,0 2-48 0,4-1-1152 0,2 1-208 0,2 0-48 0,1 1-16 16,0-3-368-16,2 2-192 0,0 2 192 0,1 0-192 16,0-1 0-16,1 1 0 0,-3 1 0 0,4 1 0 15,-5 0 160-15,-1 3-160 0,-1 0 128 0,-2 0-128 16,-1 1 192-16,-1 1-64 0,-3 2 0 0,-2 1 0 15,-2-1 48-15,-2 4 0 0,-3 1 0 0,-1 1 0 16,-3 0 0-16,-1 1 0 0,-1 0 0 0,-1 2 0 0,1 1-128 16,-3 0-48-16,0-2 0 0,0 0 0 15,2-2 0-15,2-1 0 0,0-1 0 0,-2 4 0 0,2-5 0 0,4-1 0 16,5-9 0-16,-4 9 0 0,4-9 0 0,0 0 0 16,0 0 0-16,0 0 0 0,4 9 0 0,-4-9 0 15,7 11 0-15,-7-11 0 0,10 6 0 0,2-2 0 16,-2-1 0-16,3 0 0 0,3-3 0 0,-2 0 0 15,1 0 0-15,0 0 0 0,2-6-272 0,1 2-48 16,1 1-16-16,-1-1 0 16,0-2-1088-16,2 0-224 0,-1 1-32 0,2 2-14416 15,0 3-2880-15</inkml:trace>
  <inkml:trace contextRef="#ctx0" brushRef="#br0" timeOffset="-166413.83">3992 16094 23951 0,'-1'-12'1056'0,"1"5"224"0,-2-2-1024 0,2 0-256 0,0-1 0 0,3 2 0 15,1-3 3424-15,1 5 624 0,-1 1 128 0,3 0 32 0,0 1-1936 0,2 1-384 16,2 0-80-16,1 1-16 0,-1 1-1328 0,1 1-272 15,2 0-48-15,3 0-16 0,2-2-288 0,0 4-64 16,2-1-16-16,3 1-13248 16,2 1-2640-16</inkml:trace>
  <inkml:trace contextRef="#ctx0" brushRef="#br0" timeOffset="-166245.65">4502 15959 27647 0,'-2'-10'2448'0,"2"10"-1952"15,0 0-496-15,3-8 0 0,1 2 3952 0,2 0 688 0,1 0 144 16,-7 6 16-16,12-5-2688 0,1-1-560 16,1 1-96-16,2 1-32 0,-1-1-784 0,2 1-144 0,3 0-48 0,2 2 0 31,3-1-864-31,1 0-176 0,0 1-48 0,1 2 0 16,-1-4-2048-16,1 5-400 0,-1 2-96 0</inkml:trace>
  <inkml:trace contextRef="#ctx0" brushRef="#br0" timeOffset="-165896.28">5154 16298 21183 0,'0'0'944'0,"0"0"192"0,-7-6-912 0,7 6-224 0,0 0 0 0,0 0 0 0,0 0 6912 0,0 0 1344 16,4-8 272-16,-4 8 48 0,9-7-5856 0,2 4-1184 15,-1 0-224-15,2-2-48 0,-2 3-816 0,2-1-144 16,1 1-48-16,0 1 0 0,1 1-256 0,2 0 0 15,0 0 128-15,2 0-128 0,0 0 0 0,3 0 0 16,1 0-128-16,2 0 128 16,0 0-1664-16,1 0-256 0,-1 0-32 0,-7 0-21584 0</inkml:trace>
  <inkml:trace contextRef="#ctx0" brushRef="#br0" timeOffset="-165079.92">5851 16012 28559 0,'-3'-21'1264'0,"3"10"272"0,0 1-1232 0,0 2-304 15,0 8 0-15,0 0 0 0,0 0 4192 0,0 0 784 0,0 0 144 0,0 0 48 16,0 0-2784-16,-5 12-544 0,-1 5-112 0,-1 4-32 16,-1 1-992-16,1 2-208 0,-3 4-48 0,0 2 0 15,1 2-80-15,4 2-32 0,1 2 0 0,2-1 0 16,2-1-208-16,3-2-128 0,1-3 160 0,1-3-160 16,2-3 0-16,1-2 0 0,-1-2 0 0,2-2 0 15,1-4 0-15,0-4 0 0,0-2 0 0,1 0 0 16,-2-3 0-16,1-1 0 0,1-3 0 0,1 0 0 15,1-6 0-15,0 1 0 0,0 0 0 0,-2-4-160 16,0-2 32-16,-1-2 0 0,1-2 0 0,-1-1 0 16,2-6-64-16,0 1-16 0,-1-2 0 0,1-4 0 15,-1-3 16-15,2 0 0 0,2 0 0 0,1-5 0 0,-2-1-16 0,2 1 0 16,0 2 0-16,-2 2 0 0,-1 1 208 0,-3 4-192 16,-1 3 192-16,-2 7-192 0,-3 4 192 0,-4 12 0 15,2-8 0-15,-2 8 0 0,0 0 368 0,0 0-48 16,0 0 0-16,0 0 0 0,0 14-96 0,-1 6-32 15,0-1 0-15,-2 2 0 0,-1 0-64 0,2 4-128 16,-1 0 176-16,1 1-176 0,-1 2 160 0,2 0-160 0,1 2 128 16,0-2-128-16,1-1 0 0,2-3 0 0,-1-2 128 15,1-2-128-15,-1-3 0 0,1-4 192 16,0-1-192-16,0-1 192 16,-3-11-672-16,0 0-128 0,4 10-32 0,-4-10 0 15,0 0-912-15,0 0-192 0,0 0-48 0,0 0 0 16,0 0-1152-16,0 0-224 0,0 0-48 0,-7 0-14592 0</inkml:trace>
  <inkml:trace contextRef="#ctx0" brushRef="#br0" timeOffset="-164895.2">5702 15925 42495 0,'0'0'1888'0,"0"0"384"0,0 0-1824 0,12-2-448 0,1-2 0 0,3 1 0 0,1 1 544 15,1-1 16-15,0 3 0 0,3-1 0 0,3-3-96 0,2 1-16 16,1-1 0-16,0 3 0 16,0-1-1568-16,0-1-320 0,-1 2-64 0,-8-2-17488 15</inkml:trace>
  <inkml:trace contextRef="#ctx0" brushRef="#br0" timeOffset="-164728.93">6181 15854 37375 0,'0'0'1664'0,"0"0"320"0,0 0-1584 0,0 0-400 15,0 0 0-15,9-7 0 0,-2-1 1808 0,2 3 288 16,1 1 48-16,3 0 16 0,2 2-496 0,3-2-80 16,1 0-32-16,2 3 0 0,3-1-1024 0,-1 1-208 15,-1 0-32-15,0-1-16 0,-1 2-272 0,1 2 0 0,1 2 0 0,-4 1 0 32,-2 3-1904-32,-1 3-432 0,-3 4-96 0,-4 2-11408 0,-5 1-2288 0</inkml:trace>
  <inkml:trace contextRef="#ctx0" brushRef="#br0" timeOffset="-164509.24">6395 16444 5519 0,'0'0'496'0,"0"0"-496"0,0 0 0 0,0 0 0 16,0 0 8512-16,6 11 1600 0,-6-11 320 0,7 14 64 15,-5-1-5984-15,2 2-1184 0,0-6-256 0,0 2-32 16,-1 2-1696-16,-1 0-352 0,1 2-64 0,1-1-16 15,-3-2-544-15,0 0-112 0,1-1-32 0,-1 1 0 16,-1 0-224-16,0 0 0 0,0-2 128 0,0 2-128 16,-1-1-240-16,-2 2-80 0,1-1-32 0,-1 0 0 15,0 1-1696-15,2 0-352 0,1 1-64 16</inkml:trace>
  <inkml:trace contextRef="#ctx0" brushRef="#br0" timeOffset="-159540.27">1946 17524 40031 0,'0'0'1776'0,"0"0"352"0,0 0-1696 0,-7 1-432 0,7-1 0 0,0 0 0 15,-8 7 800-15,1 0 80 0,7-7 16 0,-6 15 0 16,-1 3 192-16,1-2 64 0,-1-1 0 0,2 0 0 0,0 3-640 0,0 0-128 15,-1 0-32-15,2-1 0 0,1 0-224 0,-1-2-128 16,1-1 160-16,0 0-160 0,3-14 144 0,-1 11-144 16,1-11 128-16,0 0-128 0,0 0 0 0,0 0 0 15,0 0 128-15,0 0-128 0,0 0-160 0,0 0-64 16,0 0-16-16,0 0 0 16,0 0-272-16,5-8-48 0,2-2-16 0,-1-3 0 15,2-2-64-15,0-2 0 0,1-2-16 0,2-2 0 16,0-1-16-16,1-2 0 0,0-1 0 0,1 2 0 0,1 1 304 0,-1 2 64 15,-1 2 16-15,-2 4 0 0,-2 1 288 0,-1 2 0 16,-2 3 0-16,-5 8 144 0,0 0 448 0,0 0 96 16,0 0 16-16,0 0 0 0,0 0 80 0,0 0 32 0,9 7 0 0,-9-7 0 15,9 12-176-15,-2-1-48 0,-1 0 0 0,1 2 0 16,2 0-272-16,1 2-48 0,2 1-16 16,1 0 0-16,-1-2-128 0,2-1-128 0,3 0 192 0,0-1-192 15,-1-2 0-15,2-1 0 0,0-2 0 0,-2 2 0 16,-2 3 0-16,3-4 0 0,-1 0 0 0,-2-1 0 15,-2 0 0-15,-4 1 0 0,-4 1 0 0,-4-9 0 16,3 10 0-16,-3-10 0 0,2 12 0 0,-2-12 0 16,-7 10 128-16,-1-3 0 0,-1 1 16 15,0-2 0-15,-3 1 208 0,1-1 32 0,-1 1 16 0,-1-2 0 16,-1 2-32-16,-3-1-16 0,0 1 0 0,-2 0 0 16,0-4-96-16,-1 2 0 0,1 0-16 0,-2 2 0 15,-1-4-112-15,0 0-128 0,-2 1 176 0,3 0-176 0,0 2 0 16,2 0 0-16,2-1 0 0,3 0 0 15,-1-1-560-15,3 0-208 16,3-1-64-16,9-3 0 0,-7 5-1456 0,7-5-288 0,0 0-64 0,0 0-10864 16,7 8-2160-16</inkml:trace>
  <inkml:trace contextRef="#ctx0" brushRef="#br0" timeOffset="-159040.84">2993 17439 38751 0,'-4'-17'1728'0,"2"8"336"0,-1 1-1648 0,1 0-416 0,-2 1 0 0,0-3 0 0,0 1 1744 0,-1-1 272 0,-1 1 48 0,0 0 16 16,-3-2-304-16,0 3-64 0,0 3-16 15,-1-1 0-15,0 0-880 0,0 4-176 0,-1 2-48 0,-1 2 0 16,-2 1-272-16,1 2-64 0,0-1-16 0,-1 3 0 15,-3 1-240-15,1 1 0 0,0 0 128 0,3 1-128 16,0 2 0-16,2-2 0 0,-1 1 0 0,3-3 0 16,1 5 0-16,3 0 0 0,-1-2 0 0,3 2 0 15,-1 0 0-15,2 2 0 0,2-15 0 0,0 12 0 16,2-1 0-16,2 2 0 0,-1-4-128 0,4 2 128 16,-2-1 0-16,3-2 0 0,0 0-128 0,2 1 128 15,1-1 0-15,2-2 0 0,1 1 0 0,3-1 0 0,1 1 0 16,3 0-128-16,1-2 128 0,0 1 0 0,1 1 0 15,1-1 0-15,1 3 0 0,0-1 0 0,-3-1 0 0,0 3 0 16,-1 5 0-16,-3-4 0 16,-1-2 0-16,-2 4 0 0,-2-1 0 0,-2 0 0 0,-3-2 0 0,-1 2 0 15,-3 0 0-15,-4 0 0 0,0-12 0 0,-4 14 0 16,-1-1 0-16,-5 0 0 0,-1-4 128 0,-2 1 0 16,-3 2-128-16,-1 0 192 0,-1-6-64 0,-2 2 0 15,-1-1-128-15,-1-2 192 0,-1 0-192 0,-2 0 144 16,-2-1-144-16,-1-1 128 0,-2 0-128 0,2-3-224 15,0-3 48-15,1 3 16 16,-2 0-1168-16,2 0-224 0,-1-3-48 0,1 1-16 16,1 0-2368-16,-1-3-480 0,-13-4-80 0,7 1-32 0</inkml:trace>
  <inkml:trace contextRef="#ctx0" brushRef="#br0" timeOffset="-158825.8">2716 17794 36287 0,'0'0'1600'0,"0"0"336"0,-7 5-1552 0,1 1-384 0,-1 1 0 0,-2 1 0 15,-1 2 1680-15,-2 2 256 0,0 0 48 0,-1 3 16 16,0 2-256-16,0 3-48 0,-1-1-16 0,1 2 0 16,0 0-1056-16,1-3-224 0,0-1-32 0,3-1-16 15,0-3-672 1,2-3-144-16,-1 0-32 0,8-10 0 0,-1 13-2912 0,1-13-592 0</inkml:trace>
  <inkml:trace contextRef="#ctx0" brushRef="#br0" timeOffset="-158582.18">3129 16941 28559 0,'0'0'2544'0,"-9"-1"-2032"16,0 3-512-16,0 4 0 0,-1 0 3520 0,1 3 624 16,-1 2 112-16,-2 3 32 0,-1 4-2944 0,-3 3-576 15,-1 1-112-15,1 3-16 0,-1 1-256 0,0 2-64 16,0 2 0-16,0-2 0 0,1-2-320 0,2 2 0 0,1-1 0 0,0 0 0 31,0 1-832-31,2-6-192 0,3-1-48 0,3 0-12304 16,3-2-2480-16</inkml:trace>
  <inkml:trace contextRef="#ctx0" brushRef="#br0" timeOffset="-158121.95">3712 17452 31327 0,'0'0'2784'0,"2"-6"-2224"0,-2 6-560 0,6-8 0 15,0 1 3104-15,4 2 512 0,2 0 96 0,-1 0 32 16,-2 2-1760-16,1 0-336 0,2 1-80 0,1 2-16 15,1-3-784-15,1 3-176 0,0-1-16 0,2 1-16 16,1 0-432-16,1 0-128 0,-1 0 0 0,-2 1 0 31,-2 2-400-31,0-2-144 0,1 2-32 0,-2-2 0 16,-2 2-1632-16,0 2-336 0,-11-5-64 0,9 10-10752 0,-5-2-2144 0</inkml:trace>
  <inkml:trace contextRef="#ctx0" brushRef="#br0" timeOffset="-157975.02">3726 17661 33519 0,'-18'-4'1472'0,"7"3"320"0,2-1-1424 0,9 2-368 0,0 0 0 0,0 0 0 0,0 0 2000 0,0 0 336 16,0 0 64-16,0 0 16 0,0 0-688 15,0 0-128-15,12 2-16 0,2-2-16 0,5-2-1104 0,0 0-208 16,3-1-64-16,2 0 0 0,0-3-192 0,3 2-160 16,0-1 32-16,4 2 0 15,2 2-2512-15,1-4-496 0</inkml:trace>
  <inkml:trace contextRef="#ctx0" brushRef="#br0" timeOffset="-156955.89">4809 17390 5519 0,'-1'-10'496'0,"1"1"-496"0,0-1 0 0,1 1 0 16,1 1 7888-16,0-1 1488 0,0 0 288 0,-1 1 64 0,-1 0-6128 0,-1 2-1232 16,-1-1-240-16,2 7-48 0,-5-5-800 0,0-2-176 15,-2 2-16-15,7 5-16 0,-9-1-480 0,0-2-80 16,0 3-32-16,-3 3 0 0,-2-1-256 0,-2 4-48 16,1-1-16-16,-2 3 0 0,-2 2-160 0,1 3 0 15,-1-1 0-15,-1 2 128 0,1 2-128 0,0-3 0 16,2-1 0-16,2-1 0 0,0 1 0 0,5 0 0 15,1 1 0-15,1 0 0 0,1-1 0 16,2 1 0-16,1 2 0 0,2-3 0 0,2-12 0 16,-2 12 0-16,2-1 0 0,3 1 0 0,1-1 0 0,2-2 0 15,2 0 0-15,3 0 0 0,2 3 0 0,1-2 0 16,2-1 0-16,2-1 0 0,0-1 0 0,2 0 0 16,1 1 0-16,-1 1 0 0,1-3 0 0,-1 0 0 15,-2 1 0-15,0 0 0 0,-1 1 0 0,0 0 0 0,-2-1 0 16,-2 2 0-16,-2 1 0 0,0 2 0 0,-3-2 0 15,-1 1 0-15,3-2 0 0,-4 0 0 0,-2 0 0 16,-1 0 0-16,-3-9 0 0,-2 13 0 0,-3-1 0 0,0-2 0 16,0 1 128-16,-3-3-128 0,-1 1 0 0,-2-1 128 15,0-2-128-15,-2 2 128 0,-2 0-128 0,-2 0 128 16,-1-3-128-16,-2 1 128 0,-2 4-128 16,0-4 128-16,-1-2-128 0,-1 0 0 15,-2 1-160-15,0 0 160 0,-1-1-1104 16,-1 1-128-16,1 2-32 0,1-3 0 0,2 1-1664 15,4-1-336-15,3-3-64 0</inkml:trace>
  <inkml:trace contextRef="#ctx0" brushRef="#br0" timeOffset="-156718.67">4414 17813 16575 0,'0'0'1472'0,"2"-8"-1168"16,-2 8-304-16,0 0 0 0,6-6 4224 0,-6 6 768 15,0 0 176-15,0 0 16 0,0 0-2176 0,0 0-432 16,5 10-80-16,-1 3-32 0,0 2-672 0,-2 2-144 16,-5 1-32-16,-1 0 0 0,-1 0-768 0,-2 1-144 15,-1 0-48-15,1 2 0 0,0 0-352 0,2-3-80 16,0-2-16-16,1 0 0 0,-1 0-208 0,1-2 0 16,1-7 0-16,2 1-160 15,1-8-1888-15,0 9-368 0,0-9-80 0,0 0-18496 0</inkml:trace>
  <inkml:trace contextRef="#ctx0" brushRef="#br0" timeOffset="-156462.73">4863 17038 27647 0,'-12'-12'1216'0,"6"8"256"0,6 4-1168 0,-11 0-304 0,11 0 0 0,-8 5 0 16,8-5 4224-16,-7 8 768 0,-1 0 176 0,1 2 16 0,2 2-3232 0,0 1-656 16,0 1-128-16,-1 1-16 15,2-1-832-15,1 0-144 0,-1-1-48 0,1 2 0 0,0 0-128 0,3 0 0 16,0 2 0-16,2-2 0 16,-2-2-848-16,0 0-208 0,0 0-32 0,1 2-16 15,4-5-1536-15,4 2-304 0,4 2-64 0,-1-3-14848 16</inkml:trace>
  <inkml:trace contextRef="#ctx0" brushRef="#br0" timeOffset="-156057">5002 17692 19343 0,'-10'-8'848'0,"10"8"192"0,0 0-832 0,0 0-208 0,0 0 0 0,0 0 0 16,0 0 4848-16,0 0 912 0,0 0 192 0,0 0 48 16,0 0-2992-16,0 0-608 0,0 0-112 0,0 0-32 15,0 0-1200-15,13 11-240 0,-1-5-48 0,-1-1-16 16,-11-5-304-16,13 7-48 0,-1-3-16 0,-12-4 0 16,13 6-96-16,-13-6-32 0,12 8 0 0,-12-8 0 15,0 0-32-15,10 9-16 0,-10-9 0 0,4 16 0 16,-1-3-64-16,-3 0-16 0,-3-1 0 0,-1 2 0 15,-2 2 80-15,-2-2 16 0,-1 0 0 0,0 1 0 16,1 0 32-16,-2-2 16 0,-1 0 0 0,2-2 0 16,2 1-112-16,2-3-32 0,0 0 0 0,5-9 0 15,-3 10-128-15,3-10 160 0,0 0-160 0,0 0 160 16,0 0-160-16,3 12 0 0,1-2 144 0,-4-10-144 16,8 7 0-16,-8-7 0 0,12 3 0 0,-2-2 0 0,-10-1 0 15,14-1 0-15,-1-2 0 0,2 0-128 16,-1-1-416-16,0 1-80 0,1-3-16 0,0-1 0 15,1-3-944-15,1 1-192 0,0 0-32 0,5 0-13536 16,4-1-2704-16</inkml:trace>
  <inkml:trace contextRef="#ctx0" brushRef="#br0" timeOffset="-155738.02">5431 17662 16575 0,'-6'-9'1472'0,"-1"2"-1168"0,2 2-304 0,5 5 0 15,0 0 6800-15,-5-4 1312 0,5 4 256 0,0 0 48 16,-1-6-5472-16,1 6-1088 0,0 0-208 0,9-4-48 16,1-4-1024-16,1 0-208 0,0 3-48 0,4 0 0 15,0 1-320-15,5-3 0 0,1 0 0 0,1 0-192 16,1 0-960-16,2 0-192 0,0-1-32 0,1 3-16 16,1 3-2064-16,1-3-400 0,-2 0-96 0</inkml:trace>
  <inkml:trace contextRef="#ctx0" brushRef="#br0" timeOffset="-155312.59">6170 17311 35935 0,'0'0'3200'0,"-6"-2"-2560"15,6 2-512-15,-9-3-128 0,1 1 1648 0,-1 0 304 16,-3 2 64-16,0 2 16 0,-1 0-400 0,0 3-80 0,0 1-16 15,0 0 0-15,-1 2-640 0,0 0-144 0,-1 0-32 0,2 1 0 16,0 1-304-16,3-1-64 0,-1-1-16 0,2 4 0 16,0-3-176-16,1 1-32 0,0 1-128 0,3 2 192 15,1-3-192-15,2 1 128 0,-1-2-128 0,2 1 0 16,1-10 128-16,1 12-128 0,2 1 0 0,1-3 0 16,1-2 128-16,3 1-128 0,-1 0 0 0,3 1 144 15,0-3-144-15,2 1 0 0,-1 0 0 0,1 1 128 16,4 0-128-16,0 0 0 0,-1 1 0 0,1-1 0 15,-2 0 0-15,-1-3 0 0,0 1 128 0,0-1-128 16,0 1 0-16,-1 1 128 0,-3 2-128 0,-1-2 128 16,-8-8-128-16,9 12 0 0,-4-2 144 0,-1 2-144 15,-1-3 0-15,-3 0 144 0,0-9-144 0,-4 12 0 16,-3 1 176-16,0-3-176 0,-4 2 160 0,-1 0-160 16,-1-2 128-16,-1 2-128 0,-3 0 0 0,-2-1 0 15,-2 0 128-15,0-2-128 0,-3 1 0 0,0-2 144 0,-2 1-144 0,-3-2-176 16,-2-1 48-16,-1 1 0 15,1-3-1856-15,0 1-384 0,1 0-64 16</inkml:trace>
  <inkml:trace contextRef="#ctx0" brushRef="#br0" timeOffset="-155110.5">5958 17740 28559 0,'-3'-14'1264'0,"2"9"272"0,1 5-1232 0,0 0-304 15,0 0 0-15,0 0 0 0,-9 5 4288 0,-1 0 816 0,-4 4 144 0,1 2 48 16,-1 0-3280-16,-4 2-656 16,0 2-128-16,-1 0-16 0,0 0-704 0,-1 0-144 0,1 1-32 0,0 0 0 15,4 1-336-15,2-3 0 0,0-2 0 16,1-1 0 0,2-1-1312-16,0 0-336 0,3-2-64 0,0-2-13008 0,7-6-2592 0</inkml:trace>
  <inkml:trace contextRef="#ctx0" brushRef="#br0" timeOffset="-154808.8">6234 17013 19343 0,'0'0'1728'0,"0"0"-1392"0,0-9-336 0,0 9 0 0,-1-8 3584 0,1 8 656 16,0 0 128-16,0 0 32 0,0 0-1056 0,0 0-208 15,-3 10-32-15,1 1-16 0,-2 0-1072 0,0 2-224 16,0 1-32-16,0-1-16 0,0 2-960 0,3-2-192 16,0-1-32-16,-1 1-16 0,2 0-336 0,0 1-64 15,2 1-16-15,0-1 0 0,2-1-128 0,0-1-176 16,-4-12 48-16,8 15 0 15,0-1-1824-15,-2 0-352 0,2 0-80 0,3-2-19456 0</inkml:trace>
  <inkml:trace contextRef="#ctx0" brushRef="#br0" timeOffset="-154460.23">6356 17858 25791 0,'0'0'1152'0,"0"0"224"0,0 0-1104 0,0 0-272 0,0 0 0 0,0 0 0 0,0 0 5248 0,0 0 1008 16,0 14 192-16,0-2 32 0,0-1-3808 0,0 2-768 16,0-13-160-16,-4 15-16 0,0 3-1104 0,0 0-224 15,0 1-32-15,1-1-16 0,1-1-352 0,0-2 144 16,1 0-144-16,1-2 0 0,-2 0 0 0,0 0 0 16,2 0 0-16,0-1 0 15,-1-2-1264-15,1 0-208 0,1 4-32 0,2-1-14368 16,-2 2-2864-16</inkml:trace>
  <inkml:trace contextRef="#ctx0" brushRef="#br0" timeOffset="-139728.2">10612 6155 30063 0,'0'0'1328'0,"-5"-3"272"0,0 0-1280 0,0-1-320 16,-1-1 0-16,1 0 0 0,3-1 944 0,-1 2 112 15,3 4 32-15,0 0 0 0,-3-3 464 0,3 3 112 16,0 0 0-16,0 0 16 0,0 0-592 0,0 0-128 16,0 0-32-16,0 0 0 0,0 0-224 0,0 0-32 15,0 9-16-15,-1 0 0 0,-2 1 0 0,1 2 0 16,-2-3 0-16,-3 0 0 0,2-2-176 0,0 1-32 16,-2-2-16-16,1 1 0 0,-1-1-112 0,0 2-32 15,0-4 0-15,1 0 0 0,-1-2-112 0,2 1-32 16,-3 0 0-16,3-2 0 0,0-2-144 0,-1-2 192 0,0 0-192 0,2 1 192 15,0-3-192-15,0 2 160 0,0-4-160 0,2 1 160 16,0-1-160-16,1 0 0 0,-2-1 0 0,3-1 0 16,2-2 0-16,0 2 0 0,2 0-176 0,1 0 176 15,2 0-144-15,1 0 144 0,2-1-160 0,2 0 160 0,2 1 0 0,-1 1-144 16,0 0 144-16,2 2 0 16,0-2 0-16,1 3-128 0,0 1 128 0,-2 0 0 0,2 1 0 15,-3 2 0-15,-2 1 0 0,0 0 0 16,-2 1 0-16,0 2 0 0,1 1 0 0,-2 0 0 0,-8-4 0 15,6 6 0-15,-3 1 0 0,1-1 0 0,-4-6 144 16,2 8-144-16,-2 0 192 0,0 0-192 16,-3 1 256-16,0 0-64 0,0-1-16 0,-3 0 0 0,1-1-16 0,-1 1 0 15,-2 0 0-15,1-1 0 0,1-2-16 0,-2 0 0 16,0-1 0-16,-1 0 0 0,-1-2-144 0,-1 1 160 16,1-2-160-16,-1 2 160 0,1-3-160 0,-1 1 128 15,1-2-128-15,0 1 128 0,-1-3-128 0,1 1 0 16,-1 0 0-16,2-1 128 0,-1-3-128 0,2 1 0 15,0 0 0-15,3 1 0 0,1-3 0 0,0 1 0 16,3-1 0-16,1 1-176 0,0-1 176 0,2 1-192 16,1-1 192-16,1 0-192 0,1-1 192 15,2 1-192-15,0 2 192 0,2 0-192 0,1-2 192 0,0 2-160 16,0 2 160-16,1-2-160 0,-2 4 160 0,1-3 0 16,0 3 0-16,1 1-128 0,0 1 128 0,-1 0 0 15,-1 2 0-15,0-1 0 0,1 2 0 0,-3-1 0 0,1 1 0 16,0 2 0-16,-1 0 0 0,-2 1 0 15,1 4 0-15,-1-3 0 0,-1 1 0 0,-1 0 0 0,-2 1 160 16,-1 1-160-16,-2 1 192 0,-1-1-64 16,-1 0-128-16,2 0 192 0,-4-3-32 0,1 1-16 0,-1 1 0 0,-1-3 0 15,1-1-144-15,-2-1 192 0,0 0-192 16,-1-1 192-16,0 0-192 0,0 0 160 0,-2-2-160 0,1 1 160 16,-1-3-160-16,2 0 128 0,-1-3-128 0,1 2 128 0,-2-2-128 15,2 0 0-15,0-4 0 0,-2 0 128 16,2 1-128-16,2-1 0 0,-1 1 0 0,2-2 0 0,3-2 0 15,0-1 0-15,-1 1 0 0,3-2 0 0,1-2-176 0,1 1 176 16,0 1-128-16,3 0 128 0,0 2-128 0,3-1 128 16,-1 1-128-16,2 1 128 0,0 0-128 0,1 1 128 15,1 1-128-15,1 2 128 0,-1-3 0 0,3 0-128 16,3 2 128-16,-2 1 0 0,-1 2-128 0,0 2 128 16,-1 1-128-16,0 0 128 0,-2 0 0 0,1 1 0 15,-1 2 0-15,-2 1 0 0,0 1 0 16,-2 1 0-16,-2 1 0 0,-1-1 0 0,-2 2 0 15,0 1 144-15,-1-9-144 0,-1 8 160 0,-1 1 32 0,-1 0 0 16,-4 2 0-16,0-5 0 0,-1 2 16 0,0 0 16 16,-1-1 0-16,-2 0 0 0,0 0-80 0,-1-1-16 15,0-2 0-15,0 0 0 0,-1-1-128 0,2-2 0 16,0-1 144-16,1 0-144 16,-1 0-480-16,1 0-160 0,-2-1-48 0,4 0 0 15,2-2-1824-15,-1 0-368 0,2-1-80 0</inkml:trace>
  <inkml:trace contextRef="#ctx0" brushRef="#br0" timeOffset="-129889.2">7612 13643 11967 0,'0'0'528'0,"0"-6"112"0,0 0-512 0,0-1-128 0,0 1 0 0,0 6 0 16,0 0 1984-16,2-7 352 0,-2 2 80 0,1-1 16 15,0-1-1184-15,-1 1-224 0,0 0-64 0,0 6 0 16,0-5 400-16,0 5 80 0,-1-5 16 0,1 1 0 0,-1 0-368 0,1 4-64 16,0 0 0-16,0 0-16 0,0 0-320 0,0 0-64 15,0 0-16-15,0 9 0 0,0 3 0 0,0 1 0 16,-2 0 0-16,1 3 0 0,-2 1-160 0,2 0-16 16,0 2-16-16,0-1 0 0,1 2-64 0,1 0-16 15,-1-2 0-15,2 0 0 0,0-2-112 0,2-2-32 16,1 2 0-16,0-2 0 0,2-2-32 0,-1-2-16 15,1 1 0-15,2-2 0 0,1-3-144 0,2 1 192 16,0-2-192-16,1 0 192 0,4-1-64 0,2-1-128 16,1-3 192-16,3 0-64 0,2-3-128 0,1-1 0 15,3-1 144-15,2 0-144 0,2-2 0 0,2 1 128 16,1-1-128-16,1-2 0 0,-2 1 0 0,3 2 0 16,2-3 0-16,2 1 0 0,1-1 128 0,3 2-128 15,1 2 160-15,2 1-160 0,3 0 0 0,0 0 0 0,1 2 0 16,0 0-160-16,1 1 160 0,-2 1 0 0,0 1 0 15,5 3 0-15,3-2 0 0,3 3 0 16,-1-3 128-16,3 4-128 0,-2-1 256 0,-3 3 0 0,3 1-16 0,4 4 0 16,3-2-48-16,-1 4-16 0,1 0 0 0,-4 4 0 15,-2-2 64-15,-1-2 16 0,1 0 0 0,6 2 0 16,2 5-128-16,1-3-128 0,1 1 176 0,-1-1-176 16,-2 2 144-16,2-1-144 0,-2-1 0 0,28 7 144 15,-7-2-144-15,-10-2 0 0,-7-1 144 0,-3 0-144 16,-3-6 0-16,-4 0 128 0,-2-2-128 0,-2 0 0 15,2 1 0-15,-3-2 0 0,-1-2 0 0,-6-2 0 16,-5 3 0-16,-1-2 0 0,-1-3 0 0,-4 2 0 16,-3-1 0-16,-3-1 0 0,-1-1 0 0,-2-1 128 15,-3 0-128-15,0 1 0 0,-1-1 0 0,-3-1 0 0,-4-3 0 16,-1 1 0-16,-3 2 0 0,-2-2 0 0,-3-2 0 16,-2-2 128-16,0 1-128 0,-2-1 0 0,-9 3 0 0,9-3 144 15,-9 3-144-15,0 0 0 0,8-6 192 0,-8 6-192 16,4-11 192-16,-4 11-192 0,2-9 208 0,1-1-64 15,0-2-16-15,-1 0 0 0,1 1-128 0,-1-2-176 16,1 0 48-16,-2 0 0 0,1-2-144 0,2 2-32 16,-2 1 0-16,1-2 0 0,-2-2 144 0,0 2 32 15,-1 0 0-15,2 1 0 0,-1 2 128 0,0-2 0 16,1 0 0-16,0 0 0 0,1 3 0 0,-1-3 0 0,2 0 0 16,2-2 0-16,0 0 0 0,2 0 0 15,0 1 0-15,2 0 0 0,2-2 0 0,1 0-160 16,0 2 160-16,4 0-160 0,1-3 160 0,3 1-128 15,2 1 128-15,4 0-128 0,-1 1 128 0,2 2-192 0,1 2 192 0,2 1-192 16,2 1 192-16,1 1-128 0,0-1 128 0,0 4-128 16,1 1 128-16,-1 0 0 0,-2-1 0 0,1 3 0 15,1-3 0-15,1 1 0 0,1 1 128 0,4 0-128 16,1 1 128-16,2 1-128 0,5 0 160 0,2 3-160 16,2-1 0-16,2 1 0 0,-4 1 0 0,4-2-160 15,2 0 160-15,4 0 0 0,3 1 0 0,0 1 0 16,3 0 0-16,-1 0 0 0,1 0 0 0,-2 1 0 15,-3-4 0-15,2 2 0 0,1-1 0 0,0 1 0 16,4 1 0-16,-2-4 0 0,-5 0 0 0,-2 0 0 16,-3-3 0-16,-1 1 0 0,-3 0 0 0,0-2 0 15,0 2 0-15,-1-3 0 0,-1 1 0 0,-1 0 0 0,-2-3 0 16,-3-1 128-16,-3 1-128 0,-1-1 128 0,-2-3 0 0,-3 2 16 16,-2 0 0-16,-2 1 0 0,0-4 368 15,-2 1 80-15,0-1 16 0,-3-1 0 0,-1-3-32 0,-2 2 0 16,-1 0 0-16,-2 1 0 0,-3 0-144 15,-4 0-48-15,-1-1 0 0,-3 1 0 0,-1 0-64 0,-2 2 0 16,-2-5-16-16,-1 3 0 0,-3-1-144 0,0 1-32 16,-3-2 0-16,2 4 0 15,-2 0-960-15,0 1-208 0,1-1-48 0,-2 0-13712 16,0-3-2752-16</inkml:trace>
  <inkml:trace contextRef="#ctx0" brushRef="#br0" timeOffset="-128707.96">10482 15361 13823 0,'-3'-8'1216'0,"1"-2"-960"0,-1-2-256 0,0 0 0 0,1 1 5184 0,1-1 976 16,1 0 208-16,0 2 32 15,0 1-4752-15,0 1-960 0,0 1-192 0,0 1-48 0,1 0 1216 0,-1 6 224 16,0 0 48-16,0 0 16 0,0 0-1024 0,0 0-208 15,0 0-32-15,0 0-16 0,5 10-224 0,-1 0-64 16,-1 0 0-16,-2 2 0 0,1 2 0 0,0 2-16 16,-2 1 0-16,0 0 0 0,0 0-224 0,0 0-144 15,-2 1 192-15,2 0-192 0,-1 1 0 0,0 0 0 16,0-2 0-16,-2 8 0 16,0-3-304-16,1-4-112 0,-1-2-32 15,1-2 0-15,-1 1-848 0,2-1-176 0,1-2-48 0,1 0 0 16,2-1-1424-16,-1-2-304 0,2-1-48 0,-4-8-16 15</inkml:trace>
  <inkml:trace contextRef="#ctx0" brushRef="#br0" timeOffset="-128095.17">10817 15148 38927 0,'-12'-13'1728'0,"8"10"352"0,-1-1-1664 0,0-2-416 0,1 2 0 0,4 4 0 15,-4-1 816-15,4 1 80 0,0 0 0 16,0 0 16-16,0 0 432 0,0 0 96 0,0 0 16 0,4 12 0 16,-1 0-768-16,0 5-160 0,0-2-16 0,1 6-16 15,1 0 48-15,0 4 16 0,1 1 0 0,0 1 0 16,1 3-160-16,-1-2-16 0,1 0-16 0,1 0 0 16,-1-2-208-16,1-2-32 0,0 1-128 0,0-5 192 15,-2-2-64-15,1-2-128 16,-2-3 176-16,0 0-176 0,-1-5 192 0,0-1-64 15,-4-7 0-15,5 7-128 0,-5-7 176 0,0 0-176 0,0 0 160 0,0 0-160 0,0 0 0 16,8-3 128-16,0-1-128 0,-2-1 0 0,1-3 0 16,0-1 0-16,-1-2 0 0,-1-4 0 0,0 0 0 15,2-4 0-15,0-3 0 0,0-1 0 0,2-3-256 0,1-1 48 16,-3-1 16-16,3-1 0 0,0-1 16 0,-1 1 16 16,-1 5 0-16,-2-1 0 0,2 7 160 0,-3 5 0 15,-1 0 0-15,0 5-128 0,-4 8 128 0,0 0 128 16,0 0-128-16,0 0 176 0,0 0-176 0,0 0 192 15,7 9-192-15,-1 3 192 0,0 2-64 0,-1 2 0 16,-1 1 0-16,1 2 0 0,0 1 0 0,0 1 0 16,1 1 0-16,0-3 0 0,2 1-128 15,1-1 0-15,-1 2 144 0,2-4-144 0,-1-1 0 0,1-2 128 16,0-1-128-16,0 0 0 0,-1-4 0 0,2 0 128 16,-2 1-128-16,0-4 0 0,-1-2 0 0,0-1 128 0,0-1-128 0,1-2 0 15,-1 0 0-15,1 0 128 16,-1 0-128-16,-1-4 0 0,0 2 144 0,-1-2-144 15,1-1 192-15,1-2-192 0,-2-1 192 0,1-1-64 0,-2-1 0 16,0-2-128-16,0 0 192 0,1-1-64 0,-1-2 0 0,0 0-128 16,-1-4 144-16,0-1-144 0,0 1 0 0,-2-1 144 15,1-1-144-15,0 0 0 0,-1 0 0 0,2-3 0 16,0-1-256-16,-1 7-16 0,-2-2-16 0,0 4 0 16,-1 5-832-1,0 2-160-15,0 9-48 0,0 0 0 0,0 0-1360 0,0 0-256 0,0 0-64 16</inkml:trace>
  <inkml:trace contextRef="#ctx0" brushRef="#br0" timeOffset="-127836.35">10683 15081 5519 0,'-7'-3'496'0,"1"-3"-496"16,-2-4 0-16,4 4 0 0,4 6 7424 0,1-7 1408 16,0 2 256-16,-1 5 64 0,11-1-6208 0,2 0-1232 15,1-2-256-15,3 2-48 0,3-1-624 0,1 1-112 16,3-2-32-16,1 2 0 0,1-1-432 0,0 0-80 16,-1 0-128-16,3 0 176 0,3 1-176 0,1 0 0 15,2-2 0-15,1 4 0 16,1 5-2496-16,1 0-416 0,3-1-96 0</inkml:trace>
  <inkml:trace contextRef="#ctx0" brushRef="#br0" timeOffset="-127668.2">11419 15023 33519 0,'0'0'1472'0,"0"0"320"0,3-9-1424 0,1 3-368 0,0-2 0 0,2 3 0 15,-6 5 1024-15,12-7 128 0,0 2 16 0,2 1 16 16,3 0 336-16,0 0 64 0,2 2 16 0,4 2 0 0,-1-3-1184 15,1 3-224-15,-1-1-64 0,2 1 0 16,1 4-1712-16,-2 2-336 0,1 3-80 0,-2 4-15536 16</inkml:trace>
  <inkml:trace contextRef="#ctx0" brushRef="#br0" timeOffset="-127247.89">11612 15456 21183 0,'0'0'1888'0,"0"0"-1504"0,0 0-384 0,0 0 0 0,0 0 3328 0,0 0 576 15,0 0 128-15,0 0 32 0,12 3-1904 0,-3-2-384 16,2-2-80-16,0-1-16 0,2 0-128 0,0-1-16 16,-1 3-16-16,2-2 0 0,1-1-800 0,0 2-144 15,0-3-48-15,-2 3 0 0,0-1-80 0,-3 2-32 16,-10 0 0-16,11-2 0 0,-11 2-208 0,0 0-32 15,0 0-16-15,0 0 0 0,0 0 64 0,0 0 16 0,0 0 0 0,0 10 0 16,0-10 112-16,-7 12 32 16,-1-2 0-16,-1 1 0 0,0-1-64 0,1-1 0 0,-1 0 0 0,-4 8 0 15,1-6-80-15,2-1-32 0,1-1 0 0,1-2 0 16,3 1-64-16,0-2-16 0,-1 2 0 0,6-8 0 16,0 0-128-16,-2 9 0 0,2-9 144 0,0 12-144 15,0-12 0-15,2 9 144 0,-2-9-144 0,7 9 0 0,1-1 192 16,1-2-192-16,1 0 192 0,2-1-192 0,1-3 0 0,1 1 0 15,-1 0 0-15,2-2 0 0,-1-1 0 0,2-1 0 16,1-2 0-16,0 2 0 0,0-1 0 0,-2 1-144 16,0 0 144-16,-1-2 0 0,0 1-320 15,-5 0 0-15,0 2 16 0,4-2 0 16,-1 0-1712-16,0 4-352 0,0 2-64 16,-2 2-19648-16</inkml:trace>
  <inkml:trace contextRef="#ctx0" brushRef="#br0" timeOffset="-126700.97">10529 16603 33807 0,'0'0'1488'0,"-1"-7"320"0,-2-3-1440 0,3 7-368 0,0 3 0 0,0 0 0 0,0 0 2240 0,0 0 368 15,0 0 80-15,0 0 0 0,0 0-704 0,0 0-160 0,0 0-32 0,6 14 0 16,1 2-944-16,-3-3-192 0,0-3-32 0,-2 6-16 16,2 1-192-16,-1 1-32 0,0 0-16 0,-1-2 0 15,1-1-240-15,1 0-128 0,-2-1 160 0,2 0-160 16,-1-1 0-16,1 1 0 0,0-3 0 0,-1 0 0 16,-3-11-160-16,3 11-128 0,-2 1-32 0,-1-12 0 31,0 0-1312-31,7 8-272 0,-7-8-48 0,14 6-16 15,3 0-1504-15,1-4-304 0,2 0-64 0</inkml:trace>
  <inkml:trace contextRef="#ctx0" brushRef="#br0" timeOffset="-126264.17">11131 16380 28559 0,'-5'-6'2544'0,"0"1"-2032"0,-1 1-512 0,6 4 0 0,-5-4 3552 0,5 4 608 16,0 0 128-16,0 0 32 0,-10 1-2176 0,2 3-432 15,2 0-96-15,-2 6-16 0,0 1-480 0,-1 3-96 16,0 2-32-16,-1 3 0 0,3 4-464 0,-1 0-80 16,-1 2-32-16,1 1 0 0,1 0 32 0,2 0 16 15,1-2 0-15,2-5 0 0,2 2-272 0,1 0-48 16,3-2-16-16,1 2 0 0,3-3-128 0,2-1 0 16,1-1 0-16,0-3 0 0,4 0 0 0,0-1 0 15,1-3 0-15,1 0 0 0,1-5 0 0,1 0-176 16,0 0 176-16,1-4-128 0,-2-1 128 0,0-1-192 15,0 1 192-15,1-2-192 0,-1-2 16 0,0-1 0 16,0-3 0-16,-1-2 0 0,-1 1-16 0,-2-3-16 16,-1-3 0-16,0 2 0 0,-1-7-48 0,-1 0-16 15,-2 0 0-15,-3 0 0 0,-1-1 272 0,-1 0-128 0,-2-2 128 0,-2 4 0 16,-3-4 0-16,-1 3 0 0,-1 0 160 0,-3 2-32 16,0 1 144-16,-1-1 48 15,-1 1 0-15,-1 0 0 0,1 1-96 0,-3 0-16 16,-1 1 0-16,-2 2 0 0,0 0-208 0,-1 3 0 15,2 2 0-15,0 2-160 0,1 2-160 0,0 4-48 0,1-2 0 0,0 3 0 32,-2 3-1280-32,2 3-256 0,-1 1-48 0,2 0-16 15,0 3-2160-15,2 4-432 0,-7 8-96 0,4-2-16 0</inkml:trace>
  <inkml:trace contextRef="#ctx0" brushRef="#br0" timeOffset="-126002.85">11144 16686 17503 0,'0'0'1552'0,"-1"-10"-1232"0,-2 3-320 0,3 7 0 0,-1-11 4816 0,0 5 912 16,1 6 176-16,0 0 48 0,0 0-2576 0,0 0-512 16,0 0-112-16,0 0 0 0,0 0-992 0,0 0-192 15,0 0-32-15,13 7-16 0,-3 1-944 0,1 3-192 16,-2 0-48-16,0 3 0 0,0-1-160 0,-1 1-48 15,-2 0 0-15,2 2 0 0,1 0-128 0,0-1 0 16,0 2 0-16,-1-4 0 0,0 1 0 0,0 2 0 16,0-4 0-16,1 0 0 15,0-5-800-15,1 1-96 0,1-1 0 0,-1-1-16 16,-10-6-1328-16,13 5-256 0,2-1-48 0,-2-1-18240 0</inkml:trace>
  <inkml:trace contextRef="#ctx0" brushRef="#br0" timeOffset="-125600.61">11559 16785 22111 0,'0'0'1968'0,"0"0"-1584"15,0 0-384-15,0 0 0 0,0 0 5376 0,0 0 1008 16,0 0 192-16,0 0 32 0,0 0-4048 0,10 0-800 0,1 0-160 0,0 1-48 16,1 0-528-16,0 2-128 0,0-1 0 0,1 1-16 15,1-3-496-15,-1 3-80 0,-1-1-32 0,-1 1 0 0,0 0-48 0,-11-3-16 16,12 5 0-16,-2 0 0 0,-10-5-208 15,0 0 176-15,0 0-176 0,8 10 160 0,-8-10 16 0,4 11 0 16,-4-11 0-16,-2 14 0 0,0-5 64 0,-3 2 16 16,-2-5 0-16,-1 5 0 0,2-2-80 0,-3 1-16 15,0-1 0-15,-1 2 0 0,1-1-160 0,0 1 0 16,0-1 0-16,0 0 0 0,0 0 0 0,2-1 0 16,1-1 0-16,1 1 0 0,-1-3 0 0,6-6 0 15,0 0 0-15,-4 9 128 0,4-9-80 0,0 0-48 16,2 11 0-16,-2-11 0 0,0 0 0 15,8 10 0-15,-1-3 0 0,2-1 0 0,-9-6 0 0,16 2 0 16,0-1 0-16,-1-1 0 0,0 0 0 0,0-1 0 16,2-1 0-16,0 0 0 0,-2 0 0 0,0 1 0 15,1 0 0-15,-2-2 0 0,-1 0 0 0,2 2 0 0,-1 1 0 16,-1 0 0 0,0-2-576-16,-1 0-128 0,-12 2 0 0,13 0-16 15,-3 0-1264-15,2 4-256 0,1-1-64 0,-1 1-20448 0</inkml:trace>
  <inkml:trace contextRef="#ctx0" brushRef="#br0" timeOffset="-93061.07">1498 1665 17903 0,'4'-10'512'0,"-2"0"128"0,1-1 32 0,-3 11-544 0,0 0-128 15,-1-9 0-15,1 9-7936 0</inkml:trace>
  <inkml:trace contextRef="#ctx0" brushRef="#br0" timeOffset="-92387.13">696 1740 20319 0,'13'-20'896'0,"-8"14"192"0,3-2-864 0,1 1-224 16,3 2 0-16,1-1 0 0,3 0 336 0,2 2 32 16,3 1 0-16,23-4 0 0,2 4-112 0,-1 2 0 15,0 0-16-15,3 0 0 0,4-1-240 0,-1 2 0 16,0 0 0-16,4 3 0 0,2-1 0 0,7 1 144 15,5 0-144-15,5 1 128 0,5-3-128 0,0 0 0 16,1-1 0-16,4 4 0 0,5-1 128 0,5 1-128 0,4-4 128 16,2 0-128-16,-1 0 0 0,5-3 0 0,7 3 128 0,0-1-128 15,-1-5 0-15,0 4 0 0,2 1 0 16,5-3 128-16,2 0-128 0,1 1 160 0,-1 2-160 0,4 0 160 16,-1-2 128-16,-1 2 32 15,-3-1 0-15,4 1 0 0,6 0 64 0,0-1 0 0,-2 1 16 16,6 1 0-16,6-3-192 0,2 1-32 0,-3 1-16 0,5-3 0 15,5 1-32-15,-2 0 0 0,-6 2 0 0,2-1 0 16,4-4-128-16,-5 2 160 0,-3 2-160 0,-1-2 160 16,-2 0-160-16,-6 1 0 0,-7 2 0 0,0-3 0 15,-2 2 0-15,-7-1 0 0,-7 0 128 0,-5 2-128 16,-2 1 0-16,-2 0 0 0,-6-3 0 0,-6 2 0 16,-10 1 0-16,-4 0 0 0,-2 0 0 0,-4 1 0 15,-5 2 0-15,-3-2 0 0,-5 5 0 0,-2-6 0 16,-1 0 0-16,-3 0 128 0,-5 0-128 0,-5 0 128 0,-5 1-128 15,-1 1 128-15,-3 1-128 0,-1-2 128 0,-2 2-128 0,-1 0 0 16,-1-2 0-16,-1 3 128 0,-6-2-128 16,-1 1 0-16,-1-2 0 0,-2 1 0 0,-10-2 0 15,11 2 0-15,-5 3 0 0,-6-5-8336 16,0 0-1648-16</inkml:trace>
  <inkml:trace contextRef="#ctx0" brushRef="#br0" timeOffset="-82367.77">3275 14575 16575 0,'0'0'1472'0,"0"0"-1168"0,-9-3-304 0,2-1 0 0,2-1 1184 0,5 5 176 16,-4-4 48-16,4 4 0 0,0 0-384 0,0 0-64 16,0 0 0-16,0 0-16 0,0 0-624 0,0 0-112 15,0 0-16-15,0 0-16 0,0 0-176 0,0 0 0 16,0 0 0-16,0 0 128 0,12 5-320 0,-2 2-64 16,-10-7 0-16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7T23:10:14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139 202 5527 0 0,'0'0'6427'0'0,"4"9"-2766"0"0,-1-3-3240 0 0,-1 0 0 0 0,0-1 0 0 0,0 1 0 0 0,0 0 0 0 0,-1 0 0 0 0,0 0 0 0 0,0 0-1 0 0,-1 0 1 0 0,0 0 0 0 0,0 8 0 0 0,0-11-256 0 0,-1 0 0 0 0,1 0-1 0 0,-1 0 1 0 0,1 0 0 0 0,-1 0 0 0 0,0 0-1 0 0,0 0 1 0 0,-1 0 0 0 0,1 0 0 0 0,0-1-1 0 0,-1 1 1 0 0,0 0 0 0 0,0-1 0 0 0,1 1-1 0 0,-1-1 1 0 0,-1 0 0 0 0,1 0 0 0 0,0 0-1 0 0,0 0 1 0 0,-1 0 0 0 0,1 0 0 0 0,-1-1-1 0 0,-3 2 1 0 0,3-1-103 0 0,-1-1 0 0 0,1-1 0 0 0,-1 1 0 0 0,0 0 0 0 0,0-1 0 0 0,1 0 1 0 0,-1 0-1 0 0,0 0 0 0 0,0 0 0 0 0,1-1 0 0 0,-1 1 0 0 0,0-1 0 0 0,0 0 0 0 0,1 0 0 0 0,-1 0 0 0 0,1-1 0 0 0,-1 1 0 0 0,1-1 0 0 0,0 0 0 0 0,0 0 0 0 0,0 0 0 0 0,-1 0 0 0 0,2-1 1 0 0,-1 1-1 0 0,0-1 0 0 0,1 0 0 0 0,-1 0 0 0 0,1 0 0 0 0,0 0 0 0 0,0 0 0 0 0,0 0 0 0 0,-3-6 0 0 0,3-2-74 0 0,0 0 0 0 0,0 0-1 0 0,1 0 1 0 0,0-1 0 0 0,1 1-1 0 0,0 0 1 0 0,1 0 0 0 0,0 0 0 0 0,1-1-1 0 0,1 1 1 0 0,-1 1 0 0 0,2-1-1 0 0,4-12 1 0 0,-5 15 2 0 0,1-1 0 0 0,1 1 0 0 0,-1-1 0 0 0,1 2 0 0 0,0-1-1 0 0,1 0 1 0 0,0 1 0 0 0,0 0 0 0 0,1 0 0 0 0,0 1 0 0 0,0 0 0 0 0,0 0 0 0 0,1 0-1 0 0,0 1 1 0 0,0 0 0 0 0,10-4 0 0 0,-14 8 17 0 0,0-1-1 0 0,0 1 0 0 0,0 0 1 0 0,0 0-1 0 0,1 0 1 0 0,-1 0-1 0 0,0 1 0 0 0,1 0 1 0 0,-1 0-1 0 0,0 0 1 0 0,0 0-1 0 0,1 1 1 0 0,-1 0-1 0 0,0 0 0 0 0,0 0 1 0 0,1 0-1 0 0,-1 1 1 0 0,0-1-1 0 0,-1 1 0 0 0,1 0 1 0 0,0 0-1 0 0,0 1 1 0 0,-1-1-1 0 0,1 1 1 0 0,-1 0-1 0 0,0-1 0 0 0,0 2 1 0 0,0-1-1 0 0,0 0 1 0 0,0 0-1 0 0,3 7 0 0 0,-3-4 39 0 0,-1 1 0 0 0,1-1 0 0 0,-1 1 0 0 0,0-1-1 0 0,-1 1 1 0 0,0 0 0 0 0,0 0 0 0 0,0 0-1 0 0,-1 0 1 0 0,0 0 0 0 0,0 0 0 0 0,-1 0 0 0 0,0 0-1 0 0,0-1 1 0 0,0 1 0 0 0,-1 0 0 0 0,0 0-1 0 0,-1-1 1 0 0,1 1 0 0 0,-1-1 0 0 0,0 0 0 0 0,-1 0-1 0 0,-4 6 1 0 0,4-6 7 0 0,-1-1-1 0 0,0 1 1 0 0,0-1-1 0 0,-1-1 1 0 0,1 1-1 0 0,-1-1 1 0 0,0 0-1 0 0,0 0 1 0 0,-1-1-1 0 0,1 1 1 0 0,-1-1-1 0 0,0-1 1 0 0,1 1-1 0 0,-1-1 1 0 0,-8 1-1 0 0,10-2-35 0 0,0 0 0 0 0,0 0 0 0 0,1-1 0 0 0,-1 0 0 0 0,0 1 0 0 0,0-2 0 0 0,0 1 0 0 0,1-1 0 0 0,-1 1 0 0 0,0-1 0 0 0,1 0 0 0 0,-1-1 0 0 0,0 1-1 0 0,-6-4 1 0 0,8 3-18 0 0,0 0 0 0 0,1 1-1 0 0,-1-1 1 0 0,0-1 0 0 0,0 1 0 0 0,1 0-1 0 0,-1-1 1 0 0,1 1 0 0 0,0-1-1 0 0,0 0 1 0 0,0 1 0 0 0,0-1-1 0 0,0 0 1 0 0,1 0 0 0 0,-1-1-1 0 0,1 1 1 0 0,0 0 0 0 0,0 0-1 0 0,0-1 1 0 0,0-4 0 0 0,0 4-17 0 0,1 0-1 0 0,-1 0 1 0 0,1-1 0 0 0,0 1 0 0 0,1 0 0 0 0,-1 0 0 0 0,1 0 0 0 0,0 0 0 0 0,0 0 0 0 0,0 0-1 0 0,0 0 1 0 0,1 0 0 0 0,2-4 0 0 0,-1 3-2 0 0,0 0-1 0 0,1 0 1 0 0,0 0 0 0 0,0 1-1 0 0,0 0 1 0 0,1 0-1 0 0,-1 0 1 0 0,8-5 0 0 0,-7 6 15 0 0,-1 1 0 0 0,1-1 0 0 0,0 1 0 0 0,-1 0 0 0 0,1 0 0 0 0,0 0 0 0 0,0 1 0 0 0,0 0 0 0 0,0 0 0 0 0,1 0 0 0 0,-1 0 0 0 0,0 1 0 0 0,0 0 0 0 0,0 0 1 0 0,1 1-1 0 0,-1-1 0 0 0,0 1 0 0 0,0 0 0 0 0,0 0 0 0 0,0 1 0 0 0,0 0 0 0 0,0 0 0 0 0,0 0 0 0 0,-1 0 0 0 0,6 4 0 0 0,-4-3 12 0 0,-1 1 1 0 0,0 0-1 0 0,0 0 0 0 0,-1 0 0 0 0,1 1 1 0 0,-1-1-1 0 0,0 1 0 0 0,0 0 0 0 0,-1 0 1 0 0,1 0-1 0 0,-1 1 0 0 0,0-1 0 0 0,-1 1 1 0 0,1 0-1 0 0,-1 0 0 0 0,2 11 1 0 0,-3-12 23 0 0,0 0 0 0 0,0 1 0 0 0,-1-1 1 0 0,0 1-1 0 0,0-1 0 0 0,0 0 0 0 0,-1 1 1 0 0,0-1-1 0 0,0 0 0 0 0,0 1 1 0 0,0-1-1 0 0,-1 0 0 0 0,0 0 0 0 0,0 0 1 0 0,-1 0-1 0 0,1 0 0 0 0,-1-1 1 0 0,0 1-1 0 0,-6 7 0 0 0,5-9-2 0 0,1 0 0 0 0,-1 0 0 0 0,0-1 0 0 0,0 1 1 0 0,0-1-1 0 0,0 0 0 0 0,-8 4 0 0 0,9-5-14 0 0,0 0 0 0 0,0 0 0 0 0,0 0 0 0 0,0 0 1 0 0,0-1-1 0 0,0 1 0 0 0,0-1 0 0 0,-1 0 0 0 0,1 0 0 0 0,0 0 1 0 0,-6-1-1 0 0,3 0-2 0 0,0-1-1 0 0,1 0 1 0 0,0-1 0 0 0,-1 1 0 0 0,1-1 0 0 0,0 0-1 0 0,0 0 1 0 0,1-1 0 0 0,-1 1 0 0 0,-6-8 0 0 0,8 8-23 0 0,1 0 0 0 0,0 0 1 0 0,0-1-1 0 0,0 1 0 0 0,0-1 1 0 0,0 1-1 0 0,1-1 1 0 0,-1 0-1 0 0,1 0 0 0 0,0 0 1 0 0,0 0-1 0 0,1 0 1 0 0,-1 0-1 0 0,1 0 0 0 0,0 0 1 0 0,0-5-1 0 0,1 3-10 0 0,-1 0-1 0 0,1 0 1 0 0,1 0 0 0 0,-1 1-1 0 0,1-1 1 0 0,0 0 0 0 0,0 1-1 0 0,1-1 1 0 0,-1 1-1 0 0,1 0 1 0 0,4-5 0 0 0,-5 8 14 0 0,-1 0 1 0 0,1 0-1 0 0,-1 0 0 0 0,1 0 1 0 0,0 1-1 0 0,0-1 1 0 0,0 0-1 0 0,0 1 1 0 0,0 0-1 0 0,0-1 0 0 0,0 1 1 0 0,0 0-1 0 0,1 0 1 0 0,-1 0-1 0 0,0 1 1 0 0,1-1-1 0 0,-1 1 1 0 0,0-1-1 0 0,1 1 0 0 0,-1 0 1 0 0,1-1-1 0 0,-1 1 1 0 0,1 1-1 0 0,-1-1 1 0 0,1 0-1 0 0,-1 0 0 0 0,0 1 1 0 0,1 0-1 0 0,2 0 1 0 0,-3 0-5 0 0,2 0 9 0 0,6 9 4 0 0,-6-7 11 0 0,-1 1 1 0 0,1 0-1 0 0,-1 1 1 0 0,0-1-1 0 0,-1 0 1 0 0,1 1-1 0 0,-1 0 0 0 0,0-1 1 0 0,0 1-1 0 0,0 0 1 0 0,-1 0-1 0 0,1 0 0 0 0,-1 0 1 0 0,0 1-1 0 0,-1-1 1 0 0,1 8-1 0 0,-2-6 6 0 0,1 0 0 0 0,-1 0 0 0 0,0 0 0 0 0,-1 0 0 0 0,0 0 0 0 0,0-1 0 0 0,0 1 0 0 0,-1 0 0 0 0,0-1 0 0 0,0 0 0 0 0,-8 10 0 0 0,5-6-1286 0 0,2-2-202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7T23:10:15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101 195 5063 0 0,'0'0'7758'0'0,"3"0"-6792"0"0,2 1-484 0 0,1-1 0 0 0,-1 2-1 0 0,0-1 1 0 0,1 0 0 0 0,-1 1-1 0 0,0 0 1 0 0,0 0 0 0 0,0 1-1 0 0,0-1 1 0 0,0 1 0 0 0,5 4-1 0 0,-8-5-276 0 0,-1 0 1 0 0,1 0-1 0 0,-1 1 0 0 0,1-1 0 0 0,-1 0 0 0 0,0 1 0 0 0,0-1 1 0 0,0 1-1 0 0,1 4 0 0 0,0-3 111 0 0,-2-1-154 0 0,1 1 0 0 0,0-1 0 0 0,-1 0 0 0 0,0 0 0 0 0,0 1 0 0 0,0-1 0 0 0,0 0 0 0 0,0 0 0 0 0,0 1 0 0 0,-1-1-1 0 0,0 0 1 0 0,0 0 0 0 0,0 0 0 0 0,0 0 0 0 0,0 0 0 0 0,0 0 0 0 0,-1 0 0 0 0,0 0 0 0 0,1 0 0 0 0,-5 4 0 0 0,3-3-40 0 0,0-1 0 0 0,0 1 0 0 0,-1-1 0 0 0,0 0 1 0 0,1 1-1 0 0,-1-2 0 0 0,0 1 0 0 0,-1 0 0 0 0,1-1 0 0 0,0 0 0 0 0,-1 0 1 0 0,1 0-1 0 0,-6 1 0 0 0,3-1-37 0 0,1-1 0 0 0,-1 0 1 0 0,1 0-1 0 0,-1 0 0 0 0,1-1 1 0 0,-1 0-1 0 0,-9-1 0 0 0,13 0-72 0 0,1 1 0 0 0,0-1-1 0 0,0 0 1 0 0,0 0 0 0 0,0 0-1 0 0,0 0 1 0 0,0 0 0 0 0,0 0-1 0 0,0 0 1 0 0,0 0 0 0 0,0-1-1 0 0,1 1 1 0 0,-1-1 0 0 0,1 0-1 0 0,-1 1 1 0 0,1-1 0 0 0,-1 0-1 0 0,1 0 1 0 0,0 0 0 0 0,0 0-1 0 0,0 0 1 0 0,0 0 0 0 0,0 0-1 0 0,1 0 1 0 0,-2-4 0 0 0,0-5-30 0 0,0 0 0 0 0,1 0 0 0 0,0 0 0 0 0,1-1 0 0 0,0 1 0 0 0,1 0 0 0 0,0 0 0 0 0,0 0 0 0 0,2 0 0 0 0,-1 0 0 0 0,6-13 0 0 0,-2 8-14 0 0,1 0-1 0 0,0 0 0 0 0,2 1 0 0 0,0 0 0 0 0,0 1 0 0 0,19-22 0 0 0,-25 33 40 0 0,1-1 0 0 0,0 0 1 0 0,0 1-1 0 0,0 0 0 0 0,1 0 0 0 0,-1 0 0 0 0,1 1 0 0 0,0-1 0 0 0,0 1 1 0 0,-1 0-1 0 0,1 0 0 0 0,0 1 0 0 0,1 0 0 0 0,-1-1 0 0 0,0 2 0 0 0,0-1 1 0 0,8 1-1 0 0,-10-1-2 0 0,1 2 1 0 0,0-1-1 0 0,0 0 1 0 0,-1 1-1 0 0,1 0 1 0 0,0 0-1 0 0,-1 0 1 0 0,1 0-1 0 0,-1 0 1 0 0,1 1-1 0 0,-1-1 1 0 0,0 1-1 0 0,0 0 1 0 0,0 0-1 0 0,0 1 1 0 0,0-1-1 0 0,0 0 1 0 0,0 1-1 0 0,-1 0 1 0 0,1 0-1 0 0,-1 0 1 0 0,0 0-1 0 0,0 0 1 0 0,3 6-1 0 0,-2-3 26 0 0,-1 0-1 0 0,0 0 0 0 0,0 0 0 0 0,0 0 0 0 0,-1 1 1 0 0,0-1-1 0 0,0 1 0 0 0,-1-1 0 0 0,0 1 0 0 0,-1 10 1 0 0,0-12-7 0 0,1 0 1 0 0,-1-1 0 0 0,-1 1-1 0 0,1-1 1 0 0,-1 1 0 0 0,1-1 0 0 0,-1 0-1 0 0,-1 0 1 0 0,1 1 0 0 0,0-1-1 0 0,-1-1 1 0 0,0 1 0 0 0,0 0 0 0 0,0-1-1 0 0,-5 5 1 0 0,1-2 14 0 0,-1 0-1 0 0,0-1 0 0 0,0 0 1 0 0,-1 0-1 0 0,1-1 1 0 0,-1 0-1 0 0,0 0 1 0 0,-13 3-1 0 0,19-6-23 0 0,0-1-1 0 0,0 1 1 0 0,-1 0 0 0 0,1-1-1 0 0,0 0 1 0 0,0 0-1 0 0,0 0 1 0 0,-1 0 0 0 0,1-1-1 0 0,0 1 1 0 0,0-1 0 0 0,0 0-1 0 0,0 0 1 0 0,-1 0-1 0 0,1 0 1 0 0,1 0 0 0 0,-1-1-1 0 0,0 1 1 0 0,0-1-1 0 0,0 0 1 0 0,1 0 0 0 0,-1 0-1 0 0,1 0 1 0 0,0 0 0 0 0,-1 0-1 0 0,1-1 1 0 0,0 1-1 0 0,-2-6 1 0 0,0 2-72 0 0,1 0 0 0 0,0 0 0 0 0,0-1 0 0 0,1 0 0 0 0,0 1 0 0 0,0-1 0 0 0,0 0 0 0 0,1 0 0 0 0,0 0 0 0 0,0 0 0 0 0,1 0 0 0 0,0 0 0 0 0,1-9 0 0 0,0 10 41 0 0,0 0 0 0 0,0 0 1 0 0,1 0-1 0 0,0 0 1 0 0,0 1-1 0 0,0-1 0 0 0,1 1 1 0 0,-1-1-1 0 0,1 1 0 0 0,1 0 1 0 0,-1 0-1 0 0,1 0 0 0 0,0 0 1 0 0,0 1-1 0 0,8-8 0 0 0,-3 5-28 0 0,-8 5 42 0 0,1 0 1 0 0,0 0-1 0 0,0 0 1 0 0,0 1-1 0 0,0-1 1 0 0,0 1-1 0 0,1-1 1 0 0,-1 1 0 0 0,0 0-1 0 0,0 0 1 0 0,1 0-1 0 0,-1 0 1 0 0,1 0-1 0 0,-1 1 1 0 0,1-1-1 0 0,-1 1 1 0 0,1-1-1 0 0,0 1 1 0 0,-1 0 0 0 0,6 1-1 0 0,0 0 13 0 0,-5-1 36 0 0,-1 1-39 0 0,-1-1-1 0 0,1 1 1 0 0,-1-1-1 0 0,1 1 1 0 0,-1-1-1 0 0,1 1 1 0 0,-1 0-1 0 0,1-1 1 0 0,-1 1 0 0 0,1 0-1 0 0,-1 0 1 0 0,0 0-1 0 0,0 0 1 0 0,0 1-1 0 0,1-1 1 0 0,-1 0-1 0 0,0 0 1 0 0,-1 1-1 0 0,1-1 1 0 0,0 1 0 0 0,0-1-1 0 0,0 0 1 0 0,-1 1-1 0 0,1 0 1 0 0,-1-1-1 0 0,1 1 1 0 0,-1-1-1 0 0,0 1 1 0 0,1 2-1 0 0,-1 0-1 0 0,1-3-1 0 0,-1 0 1 0 0,0 0 0 0 0,0 0 0 0 0,0-1-1 0 0,1 1 1 0 0,-1 0 0 0 0,0 0-1 0 0,0 0 1 0 0,-1 0 0 0 0,1 0-1 0 0,0 0 1 0 0,0 0 0 0 0,0-1-1 0 0,0 1 1 0 0,-1 0 0 0 0,1 0 0 0 0,-1 0-1 0 0,1-1 1 0 0,0 1 0 0 0,-1 0-1 0 0,1 0 1 0 0,-1-1 0 0 0,1 1-1 0 0,-1 0 1 0 0,-1 1 0 0 0,0-1 13 0 0,-2 5 19 0 0,0-2 0 0 0,-1 1 0 0 0,0-1 0 0 0,0 1 0 0 0,0-1-1 0 0,0 0 1 0 0,0-1 0 0 0,-7 4 0 0 0,9-6-29 0 0,0 1 0 0 0,0-1 0 0 0,0 0 0 0 0,0 0 0 0 0,0 0 0 0 0,0 0 0 0 0,-1-1 0 0 0,1 1-1 0 0,0-1 1 0 0,0 0 0 0 0,0 0 0 0 0,-1 0 0 0 0,1 0 0 0 0,0-1 0 0 0,0 1 0 0 0,0-1 0 0 0,0 0 0 0 0,-4-1 0 0 0,5 1-49 0 0,0 1-1 0 0,0-1 1 0 0,0 0 0 0 0,1-1 0 0 0,-1 1-1 0 0,0 0 1 0 0,1 0 0 0 0,-1-1 0 0 0,0 1-1 0 0,1-1 1 0 0,0 1 0 0 0,-1-1-1 0 0,1 0 1 0 0,0 0 0 0 0,0 1 0 0 0,0-1-1 0 0,-1-2 1 0 0,1 1-148 0 0,1 0 0 0 0,-1 0 0 0 0,1 1 1 0 0,-1-1-1 0 0,1 0 0 0 0,0 0 0 0 0,0 0 0 0 0,0 1 0 0 0,1-1 1 0 0,-1 0-1 0 0,1 0 0 0 0,1-3 0 0 0,4-14-1613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8-07T23:10:23.5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11619 3076 35823 0,'0'0'1584'0,"0"0"336"0,0 0-1536 0,0 0-384 0,0 0 0 0,0 0 0 16,0 0 752-16,0 0 80 15,0 0 0-15,0 0 16 0,0 0 560 0,2 10 96 0,-3 1 32 0,0 5 0 16,-1 3-576-16,0 3-128 0,-1 3 0 0,1 2-16 16,-2 1-304-16,0 0-48 0,0 1-16 0,-1-1 0 15,-2-5-128-15,2-1-48 0,0-2 0 0,1-2 0 16,0-1-144-16,0-1-128 0,0-2 192 0,1-2-192 16,1-3 144-16,-1-1-144 0,1-1 0 0,2-7 144 15,0 0-144-15,0 0 0 0,0 0 0 0,0 0-176 0,0 0-80 0,-4-6-32 16,1-3 0-16,1-2 0 15,0 1-224-15,2-4-32 0,2-3-16 0,0-7 0 16,1-2-224-16,1-3-48 0,0-2-16 0,1-3 0 16,0 0 176-16,1 0 32 0,1 3 16 0,0 1 0 0,-2 1 480 15,0 6 144-15,-1 0 0 0,1 4 0 0,0 5 0 0,-1 4 0 16,-1-1 0-16,-1 6 0 0,-2 5 464 0,0 0 0 16,0 0 0-16,0 0 0 0,0 0 128 0,7 6 32 15,-1 4 0-15,1-3 0 0,-2 4-208 0,3 2-32 16,0 0-16-16,0 2 0 0,-1 1-144 0,3 1-32 15,0 0 0-15,2 1 0 0,0 1-192 0,2-3 144 16,0 1-144-16,1 0 128 0,-1-2-128 0,2-1 0 16,0 0 0-16,1-1 128 0,-2-1-128 0,-1-1 0 15,0-1 144-15,1 0-144 0,-2 0 128 0,-1-1-128 16,-1-1 128-16,-2-2-128 0,-1 1 0 0,-1-4 0 16,-2 3-192-16,-5-6 64 0,0 0 128 0,0 0 0 0,0 0 0 0,0 0 0 15,0 0 0-15,0 0 192 0,-4 6-64 0,-1 1 0 16,-3-1 16-16,0-1 16 0,-2 1 0 0,-3 0 0 15,-3-1 16-15,-1 1 0 0,-1-1 0 0,-3 1 0 16,-1 0-176-16,-2 0 0 0,0-2 0 0,-1 1 128 16,1-1-128-16,1 0-192 0,1-1 32 0,2-1 16 15,2 1-352 1,2-1-64-16,2 1-16 0,2 0 0 0,3 1-1760 0,3-4-352 0,6 0-80 16,0 0-15536-16</inkml:trace>
  <inkml:trace contextRef="#ctx0" brushRef="#br0" timeOffset="549.95">12424 2814 38351 0,'0'0'1696'0,"0"0"352"0,0 0-1632 0,0 0-416 16,-2-5 0-16,-2 1 0 0,-3 1 1344 0,2 1 176 16,-4-1 32-16,1 3 16 0,-1 1-144 0,-1 2-16 15,-3 1-16-15,0 0 0 0,0 0-704 0,0 1-144 16,-2 1-32-16,0 2 0 0,-1 0-256 0,-1 1-64 0,-1 0-16 0,1 2 0 15,0-1-176-15,0 2 128 0,0-3-128 0,1 1 128 16,2 0-128-16,1 0 0 0,0 0 0 0,2 0 0 16,0-3 0-16,3 1 0 0,1-3 0 0,3 2 0 15,2-1 0-15,2-6 0 0,0 0 0 0,1 8-176 16,2-1 176-16,2-1-208 0,1 1 80 0,2-3 128 16,3-2-192-16,2 1 192 0,1-3-160 0,3 1 160 0,1-1 0 0,2 0 0 15,2 0-128-15,0 0 128 16,0-1 0-16,0-3 0 0,2 3 0 0,-1-1 0 0,0 2 0 15,-1-3 0-15,-3 0 0 0,7 3 0 16,-5 0 0-16,-2 0 128 0,-5 1-128 0,-1 2 160 0,-3-1-16 16,-10-2 0-16,8 7 0 0,-3 2 0 0,-5-9 96 0,4 13 16 15,-2 1 0-15,-4-3 0 0,0 1 96 0,-2-1 32 16,0 1 0-16,-1 1 0 0,-2 2-176 0,1-9-16 16,-2 3-16-16,-1 0 0 0,0 3-176 0,-2-3 128 15,-1 3-128-15,-1 0 128 0,-1-2-128 0,0 0 0 16,-2 1-192-16,0-1 192 15,-1 2-1136-15,0-4-96 0,-1 0-32 0,0 1 0 16,0 3-1872-16,-1-1-368 0</inkml:trace>
  <inkml:trace contextRef="#ctx0" brushRef="#br0" timeOffset="783.86">12178 3132 16575 0,'-5'-5'1472'0,"5"5"-1168"16,-4-1-304-16,4 1 0 0,0 0 4624 0,0 0 880 0,0 0 160 0,0 0 32 16,-1 5-3168-16,-2 3-640 15,0 1-128-15,-1 2-32 0,1 4-288 0,0 2-64 0,-2 1-16 0,1 2 0 16,-3-1-832-16,3-1-160 0,0-1-48 0,-1 0 0 16,1 3-320-16,0-2 144 0,1-2-144 0,0-2 0 31,2-3-1232-31,1-2-368 0,-2 1-64 0,4-3-18688 0</inkml:trace>
  <inkml:trace contextRef="#ctx0" brushRef="#br0" timeOffset="1000.96">12424 2478 35935 0,'0'0'3200'0,"0"0"-2560"0,-6 2-512 0,1 1-128 0,-2-1 1584 0,1 1 288 16,-1 0 64-16,1 3 16 0,-1 3-832 0,1 2-160 16,-1 0-48-16,2 4 0 0,0-2-576 0,-1 3-112 15,3 0-32-15,0 3 0 0,0-1-192 0,2 2 0 0,-2 0 0 0,3-1 0 32,2-1-2048-32,3 0-336 0,3 0-80 0,2 2-15872 0</inkml:trace>
  <inkml:trace contextRef="#ctx0" brushRef="#br0" timeOffset="1634.39">12638 3123 32303 0,'-5'-5'1424'0,"5"5"304"0,0 0-1376 0,0 0-352 16,0 0 0-16,0 0 0 0,0 0 1728 0,0 0 288 15,1 8 48-15,2 2 16 0,-2-2-208 0,2 4-32 16,-2 1-16-16,2 1 0 0,-1 2-608 0,1 1-128 16,1 0-32-16,-2-1 0 0,2 1-416 0,0 0-96 15,0 0-16-15,-1-2 0 0,-1-2-272 0,2-2-64 16,0 0-16-16,0-2 0 0,-3 0-176 0,2-2 128 0,-3-7-128 0,0 0 128 15,0 0-128-15,0 0 0 0,0 0 0 0,0 0 0 16,0 0 0-16,0 0 0 0,0 0 0 0,0 0 0 16,0 0-192-16,0 0 16 0,0-7 16 0,1 1 0 15,-1-5-128-15,2 1-32 0,-1-3 0 0,2-2 0 16,-1 0 16-16,1-1 0 0,1-2 0 0,1 0 0 16,1-2 48-16,1 3 16 0,-1-3 0 15,2 4 0-15,1 0 240 0,1 3-192 0,-1 2 192 0,-1 2-192 16,-1 1 192-16,1 3 0 0,-1 1 0 0,-1 2 0 0,-6 2 0 15,8 1 288-15,-1 3-32 0,-2 2-16 16,0 4 144-16,-1 0 16 0,-2 2 16 0,2 1 0 0,-1 2-160 0,1 1-16 16,-1 1-16-16,0-1 0 0,1-2-224 15,0-1 0-15,-1-1 128 0,1 1-128 0,0 0 0 16,0-1-288-16,1-2 64 0,-1-1 16 16,0-2-1712-16,1-1-352 0,0 1-64 0,0-2-16 15,2 0-1936-15,-3-1-384 0</inkml:trace>
  <inkml:trace contextRef="#ctx0" brushRef="#br0" timeOffset="1834.16">12672 3296 40367 0,'0'0'1792'0,"0"0"368"0,0 0-1728 0,0 0-432 0,0 0 0 0,0 0 0 15,8-1 1088-15,1 1 128 0,2-3 16 0,0 1 16 16,2 1-272-16,2-3-48 0,0 1-16 0,1-2 0 15,1 2-576-15,0-1-112 16,0 0-32-16,1 0 0 0,0 1-192 0,1-3 0 0,-1 2 0 0,0 1 0 31,-2 0-2416-31,1 0-416 0,-2 1-96 0</inkml:trace>
  <inkml:trace contextRef="#ctx0" brushRef="#br0" timeOffset="2701.21">11697 4221 40367 0,'0'0'1792'0,"0"0"368"0,0 0-1728 0,0 0-432 0,0 0 0 0,-1 5 0 16,-2 1 832-16,0 2 96 0,0 1 16 0,-1 3 0 15,-2 2 208-15,2 1 64 0,1 2 0 0,-3 1 0 16,2 3-464-16,1-4-96 0,-1 0-16 0,-2 1 0 16,3 0-320-16,-1 1-64 0,0-4 0 0,0-2-16 0,0-1-112 0,-1-4 0 15,2-2-128-15,-1 3 192 0,2-1-192 0,-1-1 144 16,3-7-144-16,0 0 128 16,0 0-128-16,0 0 0 0,-4-2-160 0,0 0 160 0,0-2-400 0,2-1 16 15,-1-1 0-15,2-3 0 16,-1-1-176-16,1-3-16 0,0-1-16 0,1-2 0 15,0-1 48-15,0 0 16 0,0-1 0 0,0-2 0 0,1 1 256 0,0-1 48 16,2 2 16-16,0-6 0 0,-1 6 208 0,1 2 0 16,-1 3 0-16,0 4-144 0,-1 0 368 0,-1 9 80 15,0 0 16-15,0 0 0 0,0 0 176 0,0 0 32 16,0 0 16-16,8 4 0 0,-2-1-48 0,1 2-16 16,-1 5 0-16,2-2 0 0,-1 0-208 0,1 1-32 15,-1 3-16-15,2-2 0 0,2 2-64 0,-1 0-16 16,2-2 0-16,0 2 0 0,0 0-144 0,1-1 0 15,1 1-160-15,0-3 160 0,-1 0 0 0,2-2 0 0,-1-1 0 16,2 0 0-16,-2 0 0 0,0 1 0 16,-1 0 0-16,4 0 0 0,-2-2 0 0,-4-1 0 0,0-1 0 0,-3 1 0 15,-3 1 0-15,-1 1 0 0,-4 1 128 16,0-7-128-16,-3 6 128 0,-2 1-128 0,-3-1 192 0,-1 2-192 16,0 3 256-16,-3-2-48 0,-2 0-16 0,-2-1 0 15,-1 1 48-15,-2-1 0 0,-2 1 0 0,-1 1 0 16,-4-1-112-16,-1 1-128 0,0 0 176 0,0-2-176 0,1 0 0 15,1 1 0-15,1 0 0 0,2 0-144 16,4-4-768-16,2-1-160 0,3 3-16 0,3-3-16 16,2-1-2560-16,8-3-512 0</inkml:trace>
  <inkml:trace contextRef="#ctx0" brushRef="#br0" timeOffset="3736.66">12235 4086 33455 0,'-10'-5'1472'0,"10"5"320"0,0 0-1424 0,0 0-368 0,-3-4 0 0,3 4 0 15,0 0 1344-15,0 0 208 0,0 0 48 0,0 0 0 16,0 0-432-16,0 0-80 0,0 0 0 0,0 0-16 0,0 0-544 0,0 0-96 16,0 0-32-16,0 0 0 0,0 0-48 0,0 0-16 15,0 0 0-15,0 0 0 0,0 0 144 0,0 0 32 16,0 0 0-16,0 0 0 0,0 0-80 0,0 0-16 16,0 0 0-16,0 0 0 0,0 0-96 0,0 0-32 15,0 0 0-15,0 0 0 0,0 0 32 0,0 0 16 16,0 0 0-16,0 0 0 0,0 0 48 0,0 0 0 15,0 0 0-15,0 0 0 0,0 0-160 0,0 0-32 16,0 0 0-16,0 0 0 0,0 0-192 0,0 0 128 16,0 0-128-16,0 0 0 0,0 0 0 0,0 0 0 15,0 0 0-15,0 0 0 0,0 0 0 0,0 0 0 0,0 0 0 0,0 0 0 16,0 0 0-16,0 0 128 16,0 0-128-16,0 0 0 0,0 0 0 0,0 0 0 0,0 0 0 0,0 0 0 15,0 0 0-15,0 0 128 16,0 0-128-16,0 0 0 0,0 0 0 0,0 0 0 15,0 0 0-15,0 0 0 0,0 0 0 0,0 0 0 16,0 0 0-16,0 0 0 0,0 0 0 0,0 0 0 16,0 0 0-16,0 0 0 0,0 0 0 0,0 0 0 15,0 0 0-15,0 0 0 0,0 0 0 0,0 0 0 0,0 0 0 0,0 0 0 16,0 0 0-16,0 0 0 0,0 0 0 0,0 0 0 16,0 0 0-16,0 0 0 0,0 0 0 0,0 0 0 15,0 0 0-15,0 0 128 0,-5 0-128 0,0-2 0 16,0-1 0-16,-1 2 0 0,0-2 0 0,1 3 0 15,-2 3 128-15,1-3-128 0,-1 1 0 0,-1 0 0 0,1-1 0 0,0 2 128 16,-1 0-128-16,2 0 0 16,-1 0 0-16,-2 2 0 0,1 0 0 0,0 0 0 0,2-1 0 0,1 0 0 15,-1 1 0-15,1 0 0 0,-1 3 0 0,2-3 0 16,4-4 0-16,0 0 0 0,0 0 0 0,-3 6 0 16,3-6 0-16,0 0 0 0,2 8 0 0,-2-8 0 15,6 8 0-15,3-2 0 0,2-2 0 0,2-1-128 16,2 1 128-16,2-3 0 0,1 2 0 0,2-1 0 15,1-2 0-15,2 0 0 0,0 0 0 0,0 0 0 16,0 0 0-16,2 0 0 0,0 2 0 0,1 2 144 16,3-2-144-16,-2 1 192 0,-1-1-64 0,-2 2-128 15,-2 3 192-15,-1-1-64 0,-2 1-128 0,-2 3 0 16,-4 3 144-16,0-2-144 0,-2 2 144 0,-3 1-144 16,-3 0 192-16,-3 2-192 0,0 0 320 0,-4 1-32 15,-2 0-16-15,-2-2 0 0,-2 1-16 0,-1-2-16 16,-1-1 0-16,-2 0 0 0,-3 0-112 0,0-1 0 15,0 1-128-15,-1-1 192 0,-3-3-192 0,0 0 144 0,-1-2-144 16,-2-1 128-16,0 1-128 0,-2-1 0 0,-2 1 0 0,2-2 0 16,-3-1-400-16,1-2 32 15,2 0 16-15,0-1 0 16,2 0-1200-16,1 1-240 0,2-1-64 0,0-1 0 16,2-3-2480-16,2 1-496 0</inkml:trace>
  <inkml:trace contextRef="#ctx0" brushRef="#br0" timeOffset="3958.88">12164 4356 38415 0,'0'0'1696'0,"0"0"352"0,0 0-1632 0,0 0-416 0,0 0 0 0,0 0 0 0,4 7 1344 0,0 1 192 16,-2-1 48-16,-1 4 0 0,-1 2 272 0,-1 4 64 15,-1-1 16-15,-2 2 0 0,0 0-1040 0,-2 2-192 16,1 0-64-16,-1 0 0 0,-3 6-368 0,-1-1-80 15,1-3 0-15,0-1-16 0,1-3-176 0,1-1 0 16,0-3 0-16,1-1 0 16,0 0-1776-16,1-5-272 0,0-1-64 0,0-2-12592 15,5-5-2512-15</inkml:trace>
  <inkml:trace contextRef="#ctx0" brushRef="#br0" timeOffset="4172.07">12308 3763 22111 0,'-7'-9'976'0,"7"9"208"0,-3-7-944 0,2 2-240 15,1 0 0-15,0 5 0 0,0 0 4208 0,0 0 784 0,0 0 176 0,0 0 16 16,0 0-3360-16,0 0-672 0,0 0-144 0,0 0-32 16,2 10-528-16,1 2-128 0,-1 1 0 0,-2 2-16 15,2 2-304-15,-1-1 0 0,-1 3 0 0,1-1 0 31,1 2-1312-31,0 2-320 0,4 1-64 0,-1 1-10736 0,3-1-2160 0</inkml:trace>
  <inkml:trace contextRef="#ctx0" brushRef="#br0" timeOffset="4502.84">12735 4332 13823 0,'0'0'608'0,"0"0"128"0,0 0-592 0,-2 7-144 15,2 2 0-15,2 2 0 0,-1-1 7232 0,0 1 1424 16,2 1 288-16,0 2 48 0,0 1-5792 0,1 2-1152 16,-1 0-224-16,1 0-48 0,1 0-1024 0,0 0-208 15,1 4-32-15,-1 0-16 0,0-3-272 0,-1 2-48 16,1-2-16-16,-1-1 0 0,-1-1-160 0,-1-2 128 15,0-1-128-15,-1-3 128 0,0 1-128 0,0-2 160 16,-1-3-160-16,0-6 160 0,0 0-160 0,0 0 0 16,0 0 0-16,0 0 0 15,0 0-576-15,0 0-192 0,0 0-32 0,0 0-16 16,-1-6-592-16,0-4-128 0,1-2-32 0,-1 0 0 16,-2 0-1520-16,0-1-304 0,-1-1-64 0,2-4-13952 0</inkml:trace>
  <inkml:trace contextRef="#ctx0" brushRef="#br0" timeOffset="4919.97">12753 4372 32655 0,'-8'-9'1440'0,"8"9"304"0,-2-4-1392 0,2-3-352 0,0 2 0 0,0 5 0 16,1-6 2112-16,4-1 336 0,0 2 80 0,2 0 16 16,1 1-880-16,1 0-192 0,1 1-16 0,2 1-16 15,0-2-432-15,1 1-96 0,1 2-16 0,0-3 0 16,1 3-320-16,-1-1-80 0,0 2-16 0,1 0 0 0,-2 0-176 0,-2 2-48 16,0-1 0-16,-2 3 0 0,-1-2-16 0,0 2-16 15,-3 0 0-15,-5-4 0 0,3 8 32 0,-1 1 16 16,-2 0 0-16,-1-1 0 0,-2 0 48 0,-1 0 0 15,-1 1 0-15,-1 1 0 0,-4 0-160 0,1 0-32 16,-1-1 0-16,-1 0 0 16,0-1-128-16,0-1 0 0,1-1 0 0,1 2 128 0,-2 1-128 0,2 1 0 15,1-3 0-15,2-1 0 0,-1 0 0 0,2-2-144 16,5-4 144-16,0 0 0 0,-4 7-160 0,4-7 160 16,0 0-128-16,0 0 128 0,0 0-144 0,0 0 144 15,7 7-160-15,1-4 160 0,2-2 0 0,2 1-144 16,-1 0 144-16,2-1 0 0,0 0 0 0,2 1 0 15,-2-1 0-15,0 0 0 0,0 1 0 0,0 0 0 16,-1-1 0-16,-2 3 0 0,-1 0 0 0,2 3 0 16,-2-1 0-16,-1 1 176 0,-3-1-16 0,0 2 0 15,0 0 0-15,-2 2 0 0,-2-2 32 0,-1 3 16 16,-1 0 0-16,0 0 0 0,-2-1-48 0,-2 1-16 0,-2 0 0 16,-1 0 0-16,2-2-144 0,-2 0 0 0,-1 2 144 15,0-1-144-15,0-1 0 0,-2-1 0 0,1 0 0 0,-1-3 0 31,0-2-1008-31,0 1-160 0,3-3-48 0,1 1-23184 0</inkml:trace>
  <inkml:trace contextRef="#ctx0" brushRef="#br0" timeOffset="6097.71">13319 3545 28559 0,'0'0'1264'0,"0"0"272"0,-4-5-1232 0,4 5-304 16,0 0 0-16,0 0 0 0,1-6 2496 0,3-1 448 15,-4 7 96-15,8-6 16 0,-8 6-1872 0,12-7-368 16,1 3-80-16,-3-1-16 0,2 1-416 0,1 1-96 0,0 2-16 15,0-3 0-15,1 3-192 0,1 0 0 16,-1-3 128-16,2 1-128 0,-1-1-256 0,0 2-80 0,-2-2-32 0,0 2 0 31,0 2-2080-31,-2 2-432 0,1-1-64 0,-12-1-12592 0</inkml:trace>
  <inkml:trace contextRef="#ctx0" brushRef="#br0" timeOffset="6288.37">13312 3637 34383 0,'0'0'1520'0,"0"0"320"0,0 0-1472 0,0 0-368 16,0 0 0-16,0 0 0 0,0 0 656 0,0 0 64 15,13 0 16-15,0 0 0 0,0 0 624 0,2-3 128 16,-2 2 32-16,1-1 0 0,2 0-784 0,1-1-160 16,0-1-16-16,1 0-16 0,0 0-288 0,0 3-48 15,-1-3-16-15,0 2 0 0,-1-5-192 0,0 2 0 16,-1 0 0-16,2 1 0 15,1 1-2400-15,-6 2-368 0,1 0-80 0</inkml:trace>
  <inkml:trace contextRef="#ctx0" brushRef="#br0" timeOffset="7721.42">14274 3166 38927 0,'0'0'1728'0,"0"0"352"0,-4-7-1664 0,1 1-416 0,-3-2 0 0,2 2 0 0,-1 0 464 0,0 3 16 16,0-4 0-16,-2 2 0 0,-1 0 592 0,-3 1 112 15,-1 1 32-15,0 3 0 0,-1 3-720 0,1-2-144 16,1 0-32-16,-2 1 0 0,-2 1-320 0,2 1 144 16,0 2-144-16,0-1 0 0,-2 1 144 0,0 1-144 15,2-2 0-15,2 2 144 0,-1-1-144 0,1 2 0 16,1 1 0-16,2-2 0 0,2 0 0 0,0 3 0 16,6-10 0-16,-4 7 0 0,4-7-144 0,2 12 144 15,-1-1 0-15,-1-11 0 0,7 10 0 0,3-1 0 16,2-5 0-16,2 1 0 0,-1 0 272 0,3 2 64 15,2-2 16-15,4-1 0 0,0-1-64 0,-5-2-16 0,3 2 0 0,2-3 0 16,1 0 32-16,4 1 0 16,-1 0 0-16,0 3 0 0,0-3-128 0,-1 3-32 0,-2 2 0 0,-1 0 0 15,-1 1-144-15,-3-1 128 0,-3 2-128 16,-2 0 128-16,-3-2 0 0,-1 2-128 0,-4 0 192 0,-1 1-64 16,-2 1 96-16,-4 1 16 0,-3 1 0 0,-1-3 0 15,-1 0 0-15,1 1 0 0,-5 2 0 0,-1-3 0 16,-1-1-240-16,-1 1 176 0,-3 0-176 0,-1 2 160 15,-2-4-160-15,1 4 0 0,-5-2 0 0,-11 4 128 0,1-1-320 16,3-2-80-16,3 2-16 0,2-2 0 16,0 0-1440-16,2 0-272 15,-1-1-64-15,-1 0-12080 0,0 2-2432 0</inkml:trace>
  <inkml:trace contextRef="#ctx0" brushRef="#br0" timeOffset="7930.58">14071 3415 29487 0,'0'0'2624'0,"0"0"-2112"0,0 0-512 0,0 0 0 0,0 0 2768 0,0 0 448 0,0 0 96 0,0 13 16 15,-3 0-2304-15,1 0-464 16,-2 3-96-16,0 2-16 0,-3 2 592 0,0 2 112 16,-2 3 32-16,-1-2 0 0,3-1-560 0,-3-1-112 15,1 1-32-15,0-1 0 0,1-1-320 0,1-2-160 16,0 0 160-16,1-4-160 15,0-3-960-15,1-2-272 0,5-9-64 0,0 0-12544 0,0 0-2512 0</inkml:trace>
  <inkml:trace contextRef="#ctx0" brushRef="#br0" timeOffset="8156.24">14314 2678 24879 0,'0'0'2208'0,"0"0"-1760"0,0 0-448 0,0 0 0 0,0 0 4672 0,0 0 832 16,0 0 192-16,-6 7 16 0,4 1-4400 0,-2 1-880 15,0 1-176-15,0 5-48 0,0 3 96 0,0 3 16 16,2 1 0-16,0 1 0 0,1-2-320 0,0 1 0 16,-1-2 0-16,2 0 0 0,2 0-128 0,0 1-48 15,3-1 0-15,1-2 0 16,0 0-2832-16,3-2-576 0,4-3-128 0</inkml:trace>
  <inkml:trace contextRef="#ctx0" brushRef="#br0" timeOffset="8564.21">14662 3243 41183 0,'0'0'1824'0,"0"0"368"0,0 0-1744 0,0 0-448 0,0 0 0 15,4 6 0-15,-4-6 1136 0,6 6 144 16,-6-6 16-16,9 5 16 0,3-1 32 0,0-2 0 0,-2 1 0 0,0-2 0 16,0 1-752-16,-1-1-144 0,1-1-16 0,-1 0-16 15,0 3-224-15,1 0-64 0,-3 1 0 0,0 2 0 16,-7-6 0-16,5 7 0 0,-1 3 0 0,-3 0 0 15,-2 0 128-15,-2 3 0 0,-2 0 16 0,-3 3 0 16,-1-3 32-16,0 1 0 0,0 0 0 0,-1 0 0 16,-3 4-96-16,-1-2-16 0,1-1 0 0,3 1 0 15,1-3-16-15,0 0-16 0,1-2 0 0,3-1 0 16,1-1-160-16,0-1 192 0,1 0-192 0,3-8 192 0,0 0-192 16,0 0 160-16,0 0-160 0,0 0 160 0,7 4-160 0,1-2 0 15,1 0 0-15,1-2 0 0,2-3 0 0,1 2 0 16,0-5 0-16,1 1-176 15,1-1-704-15,2-3-144 0,0-2-16 0,1-1-16 16,0 1-1600-16,2-1-320 0,1 0-64 0</inkml:trace>
  <inkml:trace contextRef="#ctx0" brushRef="#br0" timeOffset="8779.58">15107 3119 44751 0,'0'0'1984'0,"0"0"400"0,0 0-1904 16,0 0-480-16,0 0 0 0,0 0 0 0,7-4 640 0,-7 4 16 16,7-4 16-16,-1 0 0 0,2 0 288 0,0 1 48 15,1-1 16-15,1 1 0 0,2-2-640 0,1 1-128 16,0 1-32-16,1 1 0 0,2-2-224 0,0 0-240 16,-3 0 48-16,1 0 16 15,0 1-1712-15,1 1-352 0,-2 0-64 0,0-1 0 16,1 1-1440-16,-1 1-288 0,-1-2-48 0,2-1-16 0</inkml:trace>
  <inkml:trace contextRef="#ctx0" brushRef="#br0" timeOffset="9379.87">15822 2738 17503 0,'4'-9'1552'0,"-4"5"-1232"16,0-2-320-16,0-2 0 0,0 1 6000 0,1 2 1136 15,0-1 224-15,-1 1 64 0,-1-1-5056 0,-1 1-1024 16,-1 3-192-16,-1-1-32 0,-3-1 144 0,1 3 16 16,1 1 16-16,-3 1 0 0,0 3-752 0,-1-3-160 15,-1 4-16-15,-2 3-16 0,-1 1-224 0,0 2-128 16,-2-1 128-16,0 1-128 0,-1 0 0 0,-1 0 128 0,0 1-128 0,2 2 0 16,2-1 0-16,-1 0 0 0,3 0 0 15,0-1 0-15,4 1 0 0,0-1 0 0,2-1 0 0,1 1 0 16,0 0 0-16,3-1 0 0,1-1 0 15,1-1 0-15,2-1-128 0,0-1 128 0,3 0-128 0,2-1 128 16,1 4 0-16,1-4-160 0,2 1 160 0,2-1 0 16,0-1 0-16,2 0-128 0,0-2 128 0,-1 1 0 0,2 1 0 15,0 0 0-15,0 2 0 16,2-4 0-16,1 0 144 0,0 1-144 0,-3 0 128 0,0 2-128 0,-2-3 128 16,1 3-128-16,-2-1 128 0,-1 1-128 15,-2 0 160-15,-2 0-160 0,-1 1 192 0,-3 0-192 0,-1 1 208 0,-1 1-64 16,-3 2-16-16,-3-1 0 0,-2 2 32 0,-2 1 0 15,-2-3 0-15,-3 3 0 0,-2 1-16 0,-2-1 0 16,-2 1 0-16,0 2 0 0,-2-5-144 0,1 1 0 16,-2 1 144-16,0-1-144 0,0 0 0 0,0 1 0 15,1-6 0-15,-1 3 0 16,1-1-576-16,2 1-144 0,1-3-32 0,3-1 0 16,1-1-1536-16,1-1-304 0,1-1-64 0,2-1-18592 0</inkml:trace>
  <inkml:trace contextRef="#ctx0" brushRef="#br0" timeOffset="9593.7">15589 3213 42271 0,'-11'9'1872'0,"7"-4"384"0,-1 3-1808 0,0 3-448 0,1 2 0 0,0-2 0 16,-1 2 1424-16,-2 2 192 0,1-1 48 0,0 2 0 15,1-2-320-15,0 2-48 0,0-2-16 0,0 0 0 16,-1-2-960-16,3-1-192 0,0-2-128 0,2-2 160 16,-2 1-1184-16,2 1-224 0,1-9-48 0,-2 8-16 15,2 0-2784-15,0-1-544 0</inkml:trace>
  <inkml:trace contextRef="#ctx0" brushRef="#br0" timeOffset="9839.78">15825 2364 46527 0,'-10'-9'2064'0,"10"9"432"16,0 0-2000-16,0 0-496 0,0 0 0 0,0 0 0 0,0 0 160 0,0 0-160 15,0 0 160-15,0 0-160 0,0 0 784 0,0 0 64 16,0 0 16-16,3 9 0 0,0 2-368 0,-1 2-80 15,0 1-16-15,-1 2 0 0,0-1-400 0,2 2 0 16,-1 3 128-16,1-2-128 0,-2 3 0 0,2 0 0 16,-1 0 0-16,1 0 0 15,0-1-1040-15,1 0-144 0,1-2-32 0,3 0-13248 16,1-1-2672-16</inkml:trace>
  <inkml:trace contextRef="#ctx0" brushRef="#br0" timeOffset="10073.12">16134 3269 28559 0,'0'0'1264'0,"1"10"272"0,1 1-1232 0,2 1-304 0,0 2 0 0,1 2 0 0,-1-3 5664 16,2 1 1072-16,-3-2 224 0,1 1 32 0,0 1-5008 0,0-1-1024 15,-1-2-192-15,-1-1-32 0,1-1-416 0,1 0-64 16,-1-1-32-16,-1 0 0 0,1 0-224 0,-1 0 0 15,1 1 0-15,-3-9 0 16,1 6-1072-16,1 1-256 0,-2-7-48 0,0 7-14736 16,1 5-2944-16</inkml:trace>
  <inkml:trace contextRef="#ctx0" brushRef="#br0" timeOffset="49002.08">3219 13772 20271 0,'2'-32'1792'0,"2"17"-1424"15,0 0-368-15,3 5 0 0,3 6 3024 0,2 3 544 16,2 2 96-16,3 2 32 0,3-2-2992 0,2 2-704 16,3-2 0-16,3 0 0 0,4 1 0 0,4 0 0 15,6-2 0-15,6 1 0 0,7 2 224 0,6 0 80 16,6-3 16-16,3-3 0 0,3 0 0 0,4 2 16 0,3-4 0 16,4 0 0-16,4-2 304 0,2 1 48 0,2-1 16 0,2 1 0 15,1-2-112-15,2 1-16 0,0 1 0 16,3-1 0-16,-4 1-256 0,1 1-64 0,-1 1-16 15,0 0 0-15,0 0-112 0,-8 0-128 0,-6-1 176 0,-3 2-176 16,-2 3 144-16,-6 0-144 0,-4-1 0 16,-5 2 144-16,-4 2-144 0,-7-1 0 0,-6 1 0 0,-7 0 0 15,-9 0-192-15,-7 3-128 0,-5-5-32 16,-5 4 0 0,-12-5-2016-16,0 0-416 0,-10 11-80 0,-8-2-12240 0</inkml:trace>
  <inkml:trace contextRef="#ctx0" brushRef="#br0" timeOffset="49367.74">3244 13695 15663 0,'-8'-4'1392'0,"1"1"-1120"15,7 3-272-15,0 0 0 0,0 0 1472 0,0 0 256 16,13 6 32-16,2-3 16 0,0 1-880 0,6-1-160 16,4-3-32-16,4 1-16 0,3 1 784 0,5 0 144 15,2-2 48-15,10 0 0 0,9-2-336 0,6-2-64 0,5 1-16 16,5-1 0-16,4-2-48 0,7-1-16 0,5 1 0 16,4-1 0-16,2-2-208 0,2 0-32 0,1 0-16 0,3-2 0 15,2 3-336-15,2 1-64 0,2-3-16 0,-1 3 0 16,-5 0-160-16,-2-1-32 0,-1 2-16 0,-2-1 0 15,-5 1-304-15,-7 1 0 0,-7 1 0 0,-4 1 0 16,-5 3 0-16,-3 0 0 0,-6-1 128 16,-4 1-128-16,-5 1 0 0,-6 3 0 0,-4 1 128 0,-9-1-128 31,-7 3-528-31,-7 0-176 0,-6 3-16 0,-7 1-16 16,-7 5-2976-16,-12 2-608 0</inkml:trace>
  <inkml:trace contextRef="#ctx0" brushRef="#br0" timeOffset="50064.78">2038 15641 24879 0,'10'-5'2208'0,"3"4"-1760"0,3-4-448 0,6 3 0 0,5 4 944 0,3-2 96 16,2-2 32-16,-1 0 0 0,2 0-816 15,2 1-256-15,3 1 160 0,2 0-160 0,3-1 640 0,5 3 64 16,6 2 0-16,3 0 0 0,4-1-320 0,4-3-48 16,6-5-16-16,3 3 0 0,3 0-144 15,5 0-48-15,7-2 0 0,5-2 0 0,2-3 192 0,6 2 16 16,4 1 16-16,4-1 0 0,4-5 0 0,3 1 0 15,2-1 0-15,2 2 0 0,4-1-96 0,-1 1 0 16,-3-2-16-16,3 3 0 0,1 2-112 0,0 0 0 16,1-1-128-16,-3 0 192 0,3 4-192 0,-4-1 0 15,1-2 0-15,-5 1 0 0,0 1 0 0,-1-2 128 16,-1 0-128-16,-4 2 0 0,-4 0 0 0,-2 0 0 16,-3 0 0-16,-4 1 0 0,-4-3 0 0,-5 3 0 15,-8 0 128-15,-3 3-128 0,-6 0 0 0,-6-1 0 16,-4 1 0-16,-10 0 0 0,-7 1 0 0,-8 1 128 0,-8 0-128 0,-8 2 0 31,-6 0-1152-31,-5 3-288 0,-2 1-48 0,-3 1-8656 0,-5-1-1728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8-07T22:18:12.799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1142 497 45215 0,'0'0'2000'15,"-5"-2"416"-15,5 2-1936 0,-5-3-480 0,5 3 0 0,0 0 0 0,-6 0 864 0,6 0 80 16,0 0 16-16,-5 7 0 0,0 2 160 0,1 1 32 16,1 5 16-16,1 4 0 0,-1 5-656 0,1 3-144 0,0 5-32 15,1 2 0-15,0 0-80 0,-1 3 0 16,2-3-16-16,0 5 0 0,0-3-112 0,0 2 0 0,2-1-128 0,-1-2 192 15,0-3-192-15,1 0 144 0,-1-4-144 0,0-2 128 16,3-5-128-16,-1-1 0 0,-2-3 0 16,2-3-176-1,-1-1-1008-15,2-4-208 0,0-2-32 0,-4-7-16 16,0 0-1760-16,8-1-368 0,1-2-64 0</inkml:trace>
  <inkml:trace contextRef="#ctx0" brushRef="#br0" timeOffset="232.89">1443 426 32831 0,'-4'-17'1456'0,"3"11"288"0,1 6-1392 0,0 0-352 0,0 0 0 0,0 0 0 0,0 0 2976 0,0 0 528 16,0 0 96-16,0 0 32 0,0 0-1280 0,0 8-256 15,0 3-48-15,0 4-16 0,0 6-928 16,0 3-176-16,-1 4-32 0,-2 2-16 16,2 0-704-16,-1 2-176 0,2 0 0 0,0 1 0 0,0-1 0 0,0 0 128 15,0-2-128-15,0 0 128 0,2 1-128 0,-1-1 0 16,0-3 0-16,1 1 0 15,-1-4-576-15,0 1-128 0,1-1-48 0,-2-5 0 16,0-3-736-16,0-2-160 0,1-1-16 0,-1 0-16 16,1-2-1456-16,-1-2-272 0,0-1-64 0,-4-3-14320 0</inkml:trace>
  <inkml:trace contextRef="#ctx0" brushRef="#br0" timeOffset="904.64">1108 933 23951 0,'-12'-7'2128'0,"7"6"-1696"16,-1 0-432-16,0-1 0 0,1 1 4528 0,5 1 816 15,0 0 160-15,0 0 48 0,0-5-3248 0,3 0-640 0,2-1-128 0,0 0-16 16,2-5-896-16,3 1-176 0,1 1-48 0,3-4 0 16,-1-2-208-16,5 1-64 15,2 0 0-15,3-3 0 0,1 0-128 0,2-3 160 0,0 1-160 0,3-5 160 16,-1 5-160-16,0-2 160 0,-1 1-160 0,-1 2 160 15,-2 1-160-15,-2 3 0 0,-3 2 0 0,0 4 128 16,-2 2-128-16,-2 1 128 0,0 3-128 0,-2 5 128 16,-2 2 128-16,0 4 0 0,-2 3 16 0,0 4 0 0,-1 2 80 15,0 5 16-15,-1-1 0 0,1 3 0 0,-1 1-48 0,-1-2 0 16,1 2 0-16,-1-1 0 0,0 2-144 0,-1 0-48 16,1 1 0-16,1-2 0 0,-2 0-128 15,0-5 0-15,2-2 0 0,-5-2 128 0,2-1 0 0,1-3-128 16,1-3 192-16,-2-1-64 0,0-2-128 15,-4-7 0-15,0 0 0 0,0 0 128 0,0 0-128 0,0 0 160 16,0 0-160-16,0 0 160 0,0 0-160 0,0 0 128 16,0 0-128-16,3-9 128 0,1-3-128 0,0 0 0 15,0-5 144-15,0-1-144 0,-1-3 0 0,2-2 0 16,0-2 0-16,0 0 128 0,-1 2-128 0,1-2 0 16,2 2 0-16,1 2 0 0,-2 1 0 0,2 2 0 15,-1 2 0-15,-1 3 0 0,1 3 0 0,-3 3 0 0,-4 7 0 16,0 0-128-16,9 0 128 0,-1 3 0 0,-1 1 0 15,1 2 0-15,0 5 0 0,0-1 0 0,0 3 0 16,-1 2 0-16,0 0 0 0,1 2 0 0,0 0 128 16,-1 1-128-16,1 2 0 0,0 0 0 0,0 0 0 15,-2-3 128-15,0-1-128 0,1-2 0 0,0-1 0 0,0-4 0 16,-1-2 0-16,-1-2 0 0,2-1 0 16,-7-4 0-16,0 0 0 0,6 0 0 0,1-2 0 0,-2-1 0 15,0-4 0-15,0 1 0 16,1-3 0-16,0-3 128 0,1-1-128 0,-2-3 144 0,0-1-144 0,0-2 160 15,1 2-160-15,-1-1 0 0,0-3 144 0,0-1-144 16,0-3 0-16,1-3 0 0,-5 1 0 0,2 0 128 16,-1 1-128-16,1 1 0 0,-2 1 0 0,0 4 0 15,-1 1-192-15,0 5 32 0,2 1 16 0,-2 4 0 16,-2 0-496 0,2 9-112-16,0 0-16 0,0 0 0 0,0 0-720 0,0 0-160 0,0 0-16 0,6 9-16 15,-1 0-2496-15,0 0-496 0,0-1-112 0</inkml:trace>
  <inkml:trace contextRef="#ctx0" brushRef="#br0" timeOffset="1132.92">2231 552 31439 0,'0'0'1392'0,"0"0"288"0,0 0-1344 0,0 0-336 16,0 0 0-16,0 0 0 0,0 0 2752 0,0 0 464 16,0 0 112-16,0 0 0 0,0 0-976 0,5 9-208 0,0 3-32 0,-1 4-16 15,-1 2-816-15,-2 3-144 0,0 0-48 0,-1 3 0 16,-1 0-512-16,1-1-128 15,-1 1 0-15,-1 0-16 0,2 1-256 0,-1 1-48 0,0 0-128 0,2 0 192 16,0-1-192-16,-1-1 0 16,0-2 128-16,0-1-128 15,2-3-528-15,2-1-160 0,-2-3-16 0,1-2-16 16,1-2-1712-16,1-3-352 0,3-2-64 0,0-5-11552 0,1-4-2320 0</inkml:trace>
  <inkml:trace contextRef="#ctx0" brushRef="#br0" timeOffset="1472.95">2576 581 3679 0,'-4'-7'320'0,"0"1"-320"0,0-1 0 0,3 3 0 16,1 4 8464-16,0 0 1632 0,0 0 320 0,0 0 64 0,0 0-6256 0,0 0-1264 15,-5 4-240-15,0 4-48 0,1 4-1200 0,-1 2-256 16,-2 3-32-16,1 3-16 0,-4 2-592 0,3 0-128 16,-1 1-32-16,1 1 0 0,1-1-224 0,0 2-32 15,3-1-16-15,0 0 0 0,2 1-144 0,2 0 0 16,2-2 0-16,-1-3 128 0,3-2-128 0,2-2 0 15,1-2 0-15,1-2 0 0,0-2 0 0,3-2 0 16,2-3 0-16,-1-2 0 0,0-3-160 16,0-3 160-16,2-1 0 0,0-2-144 0,1-3 144 15,-1-3 0-15,0 0 0 0,-1-2-128 0,-1-3 128 0,0-1 0 16,-1 0 0-16,0-1 0 0,-3 0 0 0,1-2 0 16,1 0 0-16,-4-1 0 0,-1 0 0 0,-2 1 0 15,-2-1 0-15,0 1 0 0,-2 1 0 0,-2 3 0 16,-2 0 0-16,-1 2 0 0,-1 0 0 0,-4 2 0 15,0 0-144-15,-2 3 144 16,-2 1-832-16,-2 1-80 0,2 1-32 0,-4 5 0 16,-2-1-2256-16,-3 6-464 0,-29 3-96 0,10 2-16 0</inkml:trace>
  <inkml:trace contextRef="#ctx0" brushRef="#br0" timeOffset="1940.08">1121 1621 31327 0,'-21'0'2784'0,"0"1"-2224"0,-2 1-560 0,3-4 0 0,4 1 5296 0,0 1 944 16,4-3 192-16,4 2 32 0,8 1-4416 0,0 0-880 15,0 0-176-15,0 0-32 0,15-1-640 0,-1 0-112 16,4-2-16-16,6 2-16 0,3-1-176 0,8 1 0 16,6-2 0-16,-7 2 128 0,6 0-128 0,8 0 0 15,8-3 144-15,29-2-48 0,-4 1-272 0,-25 3-16 16,9-2-16-16,7 0 0 0,6-1 336 0,2 1 64 16,-1 1 0-16,2-1 16 0,0 2-144 0,2-5-64 15,2 2 0-15,-4 0 0 0,-3 1 0 0,-5 1 0 16,-3-2 0-16,-3 1 0 0,-3 1 0 0,-4 2 0 15,-5-2 0-15,-6 1 0 0,-3 1 0 0,-5 1 0 0,-7-3 0 16,-2 2 0-16,-5 1 0 0,-4-2 0 16,-4 1 0-16,-2 1 0 0,-4 0 0 0,-3 1 0 0,-2 1 0 0,-8-2 0 15,0 0 0-15,0 0 0 0,0 0 0 16,0 0 0-16,0 0 0 0,0 0 0 0,0 0 0 0,0 0 0 16,0 0 0-16,0 0 0 15,0 0 0-15,0 0 0 16,0 0-480-16,0 0-96 0,0 0 0 0,0 7-16 15,3 0-1968-15,-3-7-400 0,0 6-80 0</inkml:trace>
  <inkml:trace contextRef="#ctx0" brushRef="#br0" timeOffset="26053.4">3460 999 20271 0,'0'0'896'0,"-5"0"192"0,-2 2-880 0,2-1-208 15,5-1 0-15,-4 6 0 0,0 1 4608 0,0 1 896 16,-2 3 160-16,1 1 32 0,-2 0-3808 0,1 4-768 0,-1-1-160 0,2 2-16 16,0 1-624-16,-2 2-128 0,3-2-32 0,0 0 0 15,0-2-160-15,2 0-192 0,1-2 32 0,-1-1 16 31,1-1-2528-31,2-2-496 0,2-2-96 0</inkml:trace>
  <inkml:trace contextRef="#ctx0" brushRef="#br0" timeOffset="26333.53">4032 479 15663 0,'0'0'688'0,"-4"-1"144"0,4 1-656 0,0 0-176 0,0 0 0 0,0 0 0 0,0 0 5776 0,0 0 1136 15,-2 5 208-15,-1 3 48 0,-2 4-4720 0,2 1-944 16,1 0-192-16,-1 2-32 0,-2 3-688 0,2 3-128 16,1 2-16-16,-2 1-16 0,0 0-224 0,-1-3-32 15,1 1-16-15,0-3 0 0,0 2-160 0,0-1 128 16,0-1-128-16,2-3 128 15,-1-2-960-15,2 1-192 0,-1-1-32 0,2-2-16 16,2-2-3248-16,-1-3-656 0</inkml:trace>
  <inkml:trace contextRef="#ctx0" brushRef="#br0" timeOffset="26550.03">4271 386 20271 0,'-5'2'1792'0,"-2"-1"-1424"0,2 2-368 15,1-1 0-15,-1 5 4544 0,1-1 832 16,-1 5 160-16,-2 1 32 0,1 2-3168 0,-1 3-640 0,-1 1-128 0,3 4-32 16,0 2-800-16,0 2-160 0,2-3-48 0,1 2 0 15,-4 0-384-15,2-3-80 0,1 0 0 0,-1 0-128 16,1-1 128-16,0-1-128 0,-1-1 0 0,1-1 0 16,0-1 0-16,0-1 0 0,2-2-208 0,0-2 80 15,-1-1-1536-15,0-2-288 16,2 0-64-16,1 0-16 0,0-1-1296 0,2 0-272 0,0-2-48 0</inkml:trace>
  <inkml:trace contextRef="#ctx0" brushRef="#br0" timeOffset="26786.36">3738 706 41519 0,'0'0'1840'0,"0"0"384"0,0 0-1776 0,0 0-448 0,0 0 0 0,0 0 0 0,0 0 960 0,6-1 128 16,3-1 0-16,2-2 16 0,-1 2-464 0,3-3-112 16,2-1-16-16,3 1 0 0,3 0-320 0,1 0-64 0,0 1 0 0,3-3-128 15,0-2 128-15,2 0-128 0,0 0 0 0,2 1 0 16,-2 0 0-16,1 2 0 16,-1-1 0-16,-1 2 0 15,-2 0-2320-15,-1 1-368 0,2 1-80 0,-3 1-15616 0</inkml:trace>
  <inkml:trace contextRef="#ctx0" brushRef="#br0" timeOffset="26990.16">3846 869 28559 0,'-13'-4'1264'0,"9"3"272"0,0-1-1232 0,4 2-304 0,0 0 0 0,0 0 0 16,0 0 3712-16,0 0 672 0,0 0 144 0,0 0 16 15,7-4-3200-15,4-1-656 0,2-1-128 0,4 0-32 0,0 0-528 0,4-2 0 16,4 0 0-16,0-1 0 0,2-1 0 0,2 1 0 16,-1 1 0-16,1-3 0 15,1 1-880-15,0-2-224 0,0-1-48 0,3 1-12032 16,1 2-2384-16</inkml:trace>
  <inkml:trace contextRef="#ctx0" brushRef="#br0" timeOffset="27535.88">4418 680 19343 0,'0'0'848'0,"0"0"192"0,-4-3-832 0,4 3-208 15,0 0 0-15,0 0 0 0,0 0 4640 0,6-4 880 16,0-2 176-16,2 1 48 0,0-1-3408 0,1 1-672 16,3 0-144-16,1 0-32 0,1-1-480 0,0 1-112 15,3 1 0-15,0 2-16 0,0-3-352 0,0 3-64 0,-1 0-16 0,-2 4 0 16,-1-2-96-16,-1 3-32 15,-2 1 0-15,-1 2 0 0,-1-2 0 0,-1 3 0 16,-2-1 0-16,-1 3 0 0,-3 2 112 0,2-2 16 0,-3 3 0 0,-3-1 0 16,-1 1-96-16,-1 1-16 0,-1 3 0 0,-2-3 0 15,0 1-144-15,-1 2-48 0,-2-3 0 0,0 4 0 16,-5 2-144-16,2 1 160 0,-1-1-160 16,1 2 160-16,-2 1-160 0,2 1 0 0,0-1 144 0,-1-1-144 15,1-3 0-15,1 0 128 0,0-1-128 0,0-1 0 16,0-3 0-16,1 0 128 0,3-3-128 0,0 1 0 15,0-3 0-15,1-1 0 0,1 0 0 0,2-1 128 16,5-6-128-16,0 0 0 0,0 0 0 0,0 0 0 16,0 0 0-16,0 0 0 0,0 0 0 0,0 0 0 15,0 0 0-15,0 0 0 0,0 0 0 0,0 0-128 0,0 0 128 0,0 0 0 16,0 0 0-16,0 0-128 0,8-5 128 0,1 3 0 16,2-1 0-16,0 0-128 0,1-1 128 0,1 2 0 15,0-1 0-15,1 2 0 0,1-3 0 0,3 1 0 16,3 3 0-16,1-4 0 0,1 2 144 0,0-1-144 15,-2 1 192-15,1-1-192 0,2-1 128 0,-1 0-128 16,-3 2 0-16,0-1 0 0,0 0 128 0,-2 0-128 16,1 0 0-16,-2-2 0 0,0 3 0 0,-1-3 0 15,-2 0 0-15,1 0 0 0,-4-2-208 0,0 2 0 16,-3-2 0-16,-1 1 0 16,1-1-704-16,-1 1-144 0,-2-2-32 15,-1 0 0-15,-3 2-576 0,0-1-112 0,-1 7-16 0,0 0-16 16,0 0-1984-16,0-8-400 0</inkml:trace>
  <inkml:trace contextRef="#ctx0" brushRef="#br0" timeOffset="52868.24">2613 2557 22111 0,'-6'-1'1968'0,"0"1"-1584"0,-1-4-384 0,-2 1 0 0,-2 1 1664 0,-1 0 256 15,-1 2 64-15,1 4 0 0,-1-1-32 0,1 3 0 16,-2 2 0-16,1 5 0 0,-3 4-800 0,2 5-144 16,-3 5-48-16,1 4 0 0,-3 4-384 0,2 3-64 15,-1 1-32-15,5 0 0 0,3 1 176 0,3 0 48 16,-3-3 0-16,5 0 0 0,3-3-256 0,2-2-32 15,1-2-16-15,4-2 0 0,2-3-272 0,2-6-128 16,3-1 128-16,-1-2-128 0,5-3 0 0,1-4-304 16,0-4 48-16,2-3 16 15,4-4-1696-15,1-2-352 0,6-2-64 0,-2-3-15184 0</inkml:trace>
  <inkml:trace contextRef="#ctx0" brushRef="#br0" timeOffset="53152.19">2442 3084 30399 0,'-4'2'2704'0,"0"1"-2160"0,-1 1-544 0,5-4 0 16,0 0 2400-16,0 0 368 0,0 0 80 0,0 0 16 16,0 0-1424-16,4-7-288 0,2 1-48 0,2-2-16 15,3-1-832-15,0 0-256 0,2-2 128 0,3-2-128 16,3 0 0-16,1 0 0 0,-2 0 0 0,-1 2 0 15,0 1 0-15,-1 1 128 0,-2 3-128 0,-1 1 0 16,0-1 0-16,-2 4 0 0,-2 2 0 0,-3 2 0 16,0 5 128-16,-3 3-128 0,1 3 160 0,-2 3-160 15,-2 2 368-15,-2 2-32 0,0 2 0 0,-1 0 0 0,1 3-96 16,-1-2-32-16,2 0 0 0,-2-4 0 0,2 2-208 0,-1-1-288 16,1-1 64-16,5-3 16 15,1-2-3056-15,0-2-592 0,1-3-128 0</inkml:trace>
  <inkml:trace contextRef="#ctx0" brushRef="#br0" timeOffset="53352.3">2824 2905 32015 0,'0'0'1408'0,"0"0"320"0,0 0-1392 0,0 0-336 0,0 0 0 0,0 0 0 0,0 0 2128 0,4 11 368 15,-3 2 64-15,2 2 0 0,1 2-864 0,-2 2-176 16,-3 3-48-16,1 3 0 0,1 1-928 0,0 0-192 15,-1-2-32-15,0 0-16 0,0-1-304 0,0 0 0 0,2-3 0 0,-2 0 0 32,0-2-2112-32,0-2-496 0,0-2-80 0,0-2-15792 0</inkml:trace>
  <inkml:trace contextRef="#ctx0" brushRef="#br0" timeOffset="53735.32">2918 2886 27647 0,'0'0'2448'0,"0"0"-1952"0,-4 6-496 0,4-6 0 16,0 0 2256-16,0 0 368 0,0 0 64 0,0 0 0 0,-5 7-1472 0,5-7-320 15,0 0-48-15,0 0-16 0,0 0-832 0,0 0 0 16,0 0 0-16,0 0-128 16,0 0-240-16,4 6-32 0,-4-6-16 0,5 5 0 0,-5-5 208 0,6 4 32 15,1 2 16-15,-1-1 0 0,-1-1 160 0,2 1 144 16,0 1-16-16,-1 1-128 0,-1 5 1104 0,2 2 112 15,-2 0 32-15,0 2 0 0,-1 1 224 0,1 0 64 16,1 4 0-16,-3 1 0 0,1 1-448 0,0 0-64 16,-1-3-32-16,-1 0 0 0,1-2-432 0,2 1-96 15,-2-4-16-15,0 0 0 0,-1-2-192 0,3-3-64 16,-2-2 0-16,0-3 0 0,-3-5-16 0,0 0-16 16,0 0 0-16,0 0 0 0,5-1 16 0,1-2 0 15,-2-2 0-15,0-2 0 0,0 0-176 0,0-6 192 16,1-2-192-16,0 0 192 0,2-2-192 0,-1-3 0 0,0-1 0 0,1-1 0 15,0-4 0-15,1 1-224 0,0-1 48 0,1 1 16 32,1-2-800-32,1 1-176 0,-1 0-16 0,0 5-16 15,0 4-1392-15,0 4-256 0,3 4-64 0,-3 5-16912 0</inkml:trace>
  <inkml:trace contextRef="#ctx0" brushRef="#br0" timeOffset="53987.81">3268 3200 11055 0,'0'0'976'0,"0"0"-784"0,0 0-192 0,0 0 0 16,6-7 3984-16,-1 1 752 0,0-1 160 0,2 0 32 16,-1-5-2480-16,-1 0-480 0,2-1-112 0,-1 0 0 15,1-1-688-15,-1-2-128 0,2-1-16 0,-1 1-16 16,-2-1-496-16,-1 1-80 0,1 0-32 0,0 2 0 0,-1 0-16 0,-2 4-16 16,-2 1 0-16,0 9 0 0,0 0 176 0,0 0 32 15,-7 0 16-15,0 4 0 0,0 5 112 0,-2 1 0 16,-2 5 16-16,2 3 0 0,1 2-464 0,-1 3-112 15,0-2-16-15,2 0 0 0,2-2-128 0,3 2 0 16,2-3 0-16,0-1 0 16,0-1-1152-16,2-2-272 0,2-2-48 0,3-3-16 15,0-1-2032-15,4-4-384 0,1-4-96 0</inkml:trace>
  <inkml:trace contextRef="#ctx0" brushRef="#br0" timeOffset="54350.02">3537 2947 11055 0,'0'-20'480'0,"0"14"112"0,-3 1-464 16,3 5-128-16,0 0 0 0,0 0 0 0,0 0 5984 0,0 0 1184 16,-1 8 224-16,0 2 48 0,-1 3-4096 0,0 3-816 0,-1 4-160 0,1 0-48 15,-1 4-1040-15,0-4-192 16,1 4-64-16,1-2 0 0,1-1-512 0,0 1-96 16,0-4-32-16,1 1 0 0,0-3-384 0,0-1 0 0,1-3 128 0,-1-2-128 15,-1-2 0-15,0-8 0 0,0 0 0 0,0 0 0 16,0 0-192-16,0 0 192 0,0 0-192 0,0 0 192 15,5-8-208-15,0-1 80 0,1-2 128 0,-1-2-208 16,-1-4 208-16,1-1 0 0,2-3 0 0,0-1-144 0,2 0 144 16,2-3-128-16,-1-1 128 0,2 0-128 15,1-1 128-15,0 1 0 0,1 0-144 0,1 3 144 0,-2 6 0 16,0 2-144-16,-1 3 144 0,1 3 0 16,-4 2 0-16,0 4-128 0,-1 0 128 0,-2 4 0 15,1 4 0-15,-2 6 0 0,-1 2 0 0,0 3 144 16,-2 0 0-16,-2 5 0 0,-2 3 0 0,-2 2 0 0,1 3-16 0,-1-1-128 15,0 1 192-15,3-2-64 16,-1-2-640-16,-1-1-128 0,2-1-16 0,-1-1-16 16,4-1-1952-16,0-1-384 0,2-3-64 15,1-3-15360-15</inkml:trace>
  <inkml:trace contextRef="#ctx0" brushRef="#br0" timeOffset="54672.02">2652 3581 32255 0,'-11'1'2864'0,"0"0"-2288"15,1-1-576-15,4 2 0 0,-1-2 3264 0,7 0 528 16,0 0 112-16,0 0 32 0,0 0-2080 0,0 0-400 0,11-3-96 0,3 3-16 15,4 0-896-15,2 0-176 0,3-1-32 0,4-1-16 16,1 0-32-16,5-2 0 0,2 1 0 0,5 1 0 16,2-1 80-16,4-1 16 0,1 1 0 0,1 2 0 15,-1-4-160-15,0 0-128 0,-2-2 192 0,1 2-192 16,-3 0 0-16,0 0-272 0,-1 2 16 0,-3 2 16 16,-1-3-1056-16,-4 2-224 0,-4 2-32 15,-4 2-16-15,-1 2-256 0,-3-2-48 0,-1 2-16 0,1 3 0 16,-3-3-1584-16,-2-1-320 0</inkml:trace>
  <inkml:trace contextRef="#ctx0" brushRef="#br0" timeOffset="54887.65">4027 2964 24879 0,'0'0'2208'0,"0"0"-1760"0,0 0-448 0,0 0 0 16,0 0 4272-16,0 0 768 16,0 0 144-16,0 0 48 0,0 0-3888 0,0 0-768 15,0 0-144-15,0 0-48 0,0 0-384 0,0 0 0 16,0 0 0-16,0 0 0 16,5 6-3152-16,-1 2-624 0</inkml:trace>
  <inkml:trace contextRef="#ctx0" brushRef="#br0" timeOffset="55020.1">4048 3219 11967 0,'-6'11'1072'0,"6"-11"-864"0,-4 6-208 0,1 1 0 16,3-7 6256-16,0 0 1200 0,0 9 240 0,0-9 48 15,0 0-5184-15,0 0-1056 0,0 0-208 0,0 0-32 16,0 0-656-16,9 3-128 0,0-3-32 0,2-3-20624 16</inkml:trace>
  <inkml:trace contextRef="#ctx0" brushRef="#br0" timeOffset="55842.2">4822 2959 35823 0,'0'0'1584'0,"0"0"336"0,0 0-1536 0,0 0-384 0,0 0 0 0,0 0 0 15,0 0 1264-15,3 11 176 0,0-1 32 0,-1 3 16 0,0 1 240 0,-1 3 64 16,0 2 0-16,0 2 0 0,2 3-816 0,-2-1-144 15,1-1-48-15,-1 1 0 0,-1-3-304 0,1 3-64 16,-1-4-16-16,0-1 0 0,0-2-208 0,0-2-32 16,0-1-16-16,0-2 0 0,-1-2-144 0,1-2 160 15,0-7-160-15,0 0 160 0,0 0-160 0,0 0 0 16,0 0 0-16,0 0 0 0,0 0 0 0,0 0-224 16,1-10 48-16,2-3 16 0,0-2-96 0,0-4-32 15,1-1 0-15,2-4 0 0,1-1 48 0,3-1 16 16,-3-2 0-16,4 2 0 0,-1-1 80 0,2 4 16 15,-3 0 0-15,3 3 0 0,0 3 128 0,-1 5 0 16,1 4-144-16,-3 2 144 0,-9 6 0 0,0 0-176 16,11 8 176-16,-4 1-128 0,1 1 272 0,-1 6 64 15,-3 1 16-15,1 2 0 0,-1 2 128 0,0 1 32 0,-2-3 0 0,1-1 0 16,1-1-160-16,0-1-32 16,-2-2 0-16,1-2 0 0,1-3-192 0,0-1 128 15,-4-8-128-15,4 5 0 0,-4-5 0 0,0 0 0 0,0 0 0 0,7 1 0 16,-7-1-128-16,10-2-32 0,-1-6 0 0,-1 0 0 15,-1 0 0-15,1-5 0 16,0 0 0-16,0-3 0 0,0 2 160 0,1-6-208 0,0 1 80 16,0-1 128-16,0-1-192 0,2 5 192 15,-2-3-192-15,1 4 192 0,2 0-128 0,0 2 128 0,-2 2 0 16,0 1 0-16,0 6 0 0,-1 2-176 0,-3 1 176 0,-6 1-128 16,8 3 128-16,0 4 128 0,-2 3-128 0,1 3 176 15,-2 4 80-15,-1 3 0 0,0 1 16 0,-1 1 0 0,0 1-112 16,0 0-32-16,0-3 0 0,-1 3 0 0,0-4-128 15,0 2 0-15,1-4-160 0,-2 0 160 16,2-3-1776-16,-1-2-256 0,2-3-48 16,1 2-16-16,-3-4-2320 0,-2-7-480 0</inkml:trace>
  <inkml:trace contextRef="#ctx0" brushRef="#br0" timeOffset="56206.72">5306 2639 17503 0,'-5'-2'1552'0,"0"-1"-1232"0,1-1-320 0,4 4 0 15,-4-4 4704-15,-1 0 880 16,1 0 176-16,1 2 48 0,3 2-3264 0,0 0-656 16,0 0-128-16,0 0-32 0,0 0-720 0,0 0-160 0,0 0-16 0,0 0-16 15,0 0-368-15,0 0-64 0,-4 2 0 0,2 4-16 16,-4-1-64-16,4 1-16 15,-1 2 0-15,-1 1 0 0,4-9-160 0,-1 7-128 0,1-7 144 0,0 6-144 16,1 2 0-16,-1-8 0 0,2 8 0 0,-2-8 0 16,0 0 0-16,0 0 0 0,6 4 0 0,-6-4 0 15,8 1 0-15,-8-1 0 0,8 0 0 0,-2-2 0 16,1-2 0-16,-1 0 0 0,1 0 0 0,-1-3 0 16,0 1 0-16,-3-1 128 0,1 0-128 0,0 0 0 15,0-1 0-15,-1 2 0 0,-1-2 0 0,0-1 0 0,-2 2-320 0,-2 2 32 16,0 0 16-16,2 5 0 15,-3-4-432-15,3 4-64 0,0 0-32 0,0 0 0 16,0 0-2208-16,0 0-432 0,0 0-80 0</inkml:trace>
  <inkml:trace contextRef="#ctx0" brushRef="#br0" timeOffset="56448.19">5675 2956 28559 0,'0'0'1264'0,"0"0"272"0,0 0-1232 0,0 0-304 15,11 4 0-15,-1-1 0 0,2-3 3632 0,-3 0 656 16,1-3 144-16,2 2 32 0,0 1-2480 0,1 0-512 0,0 0-80 0,1-3-32 16,0 2-976-16,1 0-192 0,-2 1-32 0,0-2-16 15,0 2-144-15,0 2 0 16,0-1 0-16,-1 0 0 15,-1-1-624-15,-1 1-144 0,-1 1-48 0,-1 2 0 16,-2 0-1776-16,1 2-352 0,-1 4-80 0</inkml:trace>
  <inkml:trace contextRef="#ctx0" brushRef="#br0" timeOffset="56613.09">5725 3173 23951 0,'0'0'2128'0,"0"0"-1696"0,0 0-432 0,0 0 0 16,0 0 3568-16,0 0 624 0,0 0 128 0,0 0 32 15,0 0-2480-15,11 1-480 0,1-2-112 0,0 1 0 0,2-4-912 0,2 1-176 16,1-1-48-16,1-1 0 0,2-2-144 0,0 1-192 16,1-1 32-16,0 1 16 15,1-1-2912-15,-1 2-576 0</inkml:trace>
  <inkml:trace contextRef="#ctx0" brushRef="#br0" timeOffset="57222.16">6722 2861 40079 0,'0'0'1776'0,"0"0"368"0,-1-9-1712 0,-1 1-432 0,1 0 0 0,1 8 0 0,0 0 1024 0,0 0 112 16,-3-4 16-16,3 4 16 0,-5-1 288 0,-1 1 48 15,-1 4 16-15,-1 2 0 0,-1 4-624 0,0 1-128 16,0 5-32-16,0 1 0 0,-3 1-336 0,2 3-64 15,-2-1-16-15,4 3 0 0,2-3-176 0,3 0-144 16,0 1 192-16,5-3-192 0,2-2 0 0,2 0 0 16,3-4 0-16,-1-5-192 15,0 0-192-15,2-2-16 0,2-1-16 0,2-4 0 16,2-4-32-16,0-1-16 0,-1-2 0 0,2 0 0 0,2-3 112 0,-4 0 32 16,0-2 0-16,-1 0 0 15,-1 1 320-15,-1-2-176 0,-2-2 176 0,-2 1-128 0,-2 0 128 0,1-2 0 0,-2-1 0 0,-1 1 0 16,-1-2 0-16,-2 0 0 0,-1 0 0 15,0-1-128-15,0 0-16 0,0 2 0 16,-4-1 0-16,1 3 0 16,0 5-1008-16,-1 0-192 0,0 2-32 0,-1 2-16 15,-2 3-656-15,0 3-128 0,7 0-16 0</inkml:trace>
  <inkml:trace contextRef="#ctx0" brushRef="#br0" timeOffset="57406.32">7084 3011 43359 0,'0'0'1920'0,"0"0"400"0,0 9-1856 0,2 0-464 0,-1 0 0 0,2-1 0 0,-3-8 464 0,4 8 0 15,-4-8 0-15,3 6 0 0,-3-6-160 0,7 7-48 16,-7-7 0-16,8 4 0 16,0-3-1984-16,1-2-416 0,0 1-80 0,0-3-15952 15</inkml:trace>
  <inkml:trace contextRef="#ctx0" brushRef="#br0" timeOffset="57640.13">7388 2642 25791 0,'-9'0'2304'0,"9"0"-1856"16,-4 0-448-16,4 0 0 0,0 0 4336 0,0 0 768 15,0 0 144-15,0 0 48 0,0 0-2928 0,0 13-592 16,0 1-112-16,0 2-32 0,-1 2-400 0,2 3-80 15,-1 3 0-15,-1-1-16 0,0 4-672 0,-1 2-128 0,1 0-16 0,0-2-16 16,-1 0-144-16,0 0-32 16,2-1 0-16,-2 0 0 0,0 0-128 0,0-1 0 0,1-2 0 0,1 0 0 31,-1-3-576-31,1 0-128 0,0-3-48 0,0-2 0 16,0 0-992-16,1-6-208 0,2-2-32 0,3 0-12736 0,2-3-2528 0</inkml:trace>
  <inkml:trace contextRef="#ctx0" brushRef="#br0" timeOffset="57973.29">8067 2328 23039 0,'0'0'2048'0,"0"0"-1648"15,0 0-400-15,0 0 0 0,0 0 5488 0,0 0 1008 16,0 0 208-16,0 0 32 0,0 10-4304 0,0 2-848 16,0 1-176-16,-1 1-48 0,-2 3-544 0,2 1-112 15,0 3-32-15,0 3 0 0,-2 1-416 0,2 1-96 16,-1 0-16-16,1 0 0 0,1 0-144 0,0-3 0 0,0 1 0 0,0-3 128 15,-3-3-128-15,3-2 0 16,2-2-192-16,0-4 192 16,1-1-1456-16,1-1-160 0,0-1-48 0,1-3 0 15,2-3-1696-15,0-2-352 0,4-1-64 0</inkml:trace>
  <inkml:trace contextRef="#ctx0" brushRef="#br0" timeOffset="58490.25">8233 2549 9215 0,'1'-17'816'0,"-1"17"-656"0,0-7-160 16,0-1 0-16,-1 1 5888 0,1 7 1152 0,0 0 240 0,0 0 32 15,-4-4-3472-15,0-1-688 0,0 4-144 0,4 1-16 16,-5 0-1072-16,-1 0-192 0,0 2-64 0,0 2 0 0,-2 3-800 0,0-2-160 16,0 3-48-16,2 2 0 0,-2-1-336 0,0 2-80 15,0-1-16-15,2 3 0 0,1-2-224 0,1 1 0 16,0-1 0-16,1 0 0 0,2-1 0 0,1-1 0 16,0 0 0-16,1 0 0 0,2 2-336 0,1-5 32 15,1 1 16-15,1-1 0 16,-6-6-160-16,8 6-16 0,1-1-16 0,2-4 0 15,-1 0-64-15,2-2-16 0,0 0 0 0,1-2 0 16,0 1 48-16,0-2 0 0,0-1 0 0,0-2 0 16,1 1 96-16,-1-1 32 0,0-2 0 0,0 0 0 0,0-2 112 15,-1 1 16-15,0-3 16 0,-2 2 0 0,-3 2 64 0,-1 1 16 16,0 1 0-16,-3-1 0 0,0 0 160 0,-2 0 0 16,-1 8 0-16,-1-6 0 0,1 6 128 0,-4-4 48 15,-2 0 16-15,0 1 0 0,1-1 64 0,0 2 0 0,-2 0 16 16,1 2 0-16,-1 2-80 0,1 2 0 0,-1-2-16 0,1 1 0 15,1-1-48-15,-1 2 0 0,6-4 0 0,-3 7 0 16,3-7-128-16,-4 6 0 16,1 2 0-16,3 1 128 0,0-2-128 0,3 1 192 15,1 0-192-15,-1 1 192 0,3 0-16 0,0 1 0 0,1 1 0 16,0 0 0-16,3-2 16 0,0 3 16 0,-1 1 0 0,0 0 0 16,0 0-32-16,-1 0-16 0,-1 0 0 0,-1 0 0 15,1 0 32-15,-2 4 0 0,-1-4 0 0,-1 2 0 16,-2-2-192-16,0 0 128 0,-1-1-128 0,-1 2 128 15,-2-2-128-15,-1 1 0 0,-2 0 0 0,-2 0 0 16,-1-1 0-16,-2-1-224 0,-2 1 32 0,-1 2 0 16,-2-2-320-16,-1 0-48 15,-1 0-16-15,1-2 0 0,-1 0-1824 0,0 0-368 0,2-4-80 16</inkml:trace>
  <inkml:trace contextRef="#ctx0" brushRef="#br0" timeOffset="58739.4">8706 2368 44063 0,'0'0'1952'0,"0"0"400"0,0 0-1888 0,-1 11-464 16,0 0 0-16,-1 2 0 0,0 2 1232 0,-1 2 160 0,-1 1 16 15,-1 3 16-15,-3 5-160 0,-1 0-48 16,0 4 0-16,-2 0 0 0,0 2-720 0,-2 2-160 15,-2 0-16-15,2 1-16 0,2-1-304 0,-1-1 0 0,0-2 128 0,2-1-128 16,-1-4 0-16,1 0 0 16,1 0 0-16,0-3 0 15,1-3-656-15,1 0-240 0,2-2-64 0,0-2 0 16,1-3-1792-16,1 0-384 0,3-3-64 0</inkml:trace>
  <inkml:trace contextRef="#ctx0" brushRef="#br0" timeOffset="59123.82">8944 2848 43535 0,'0'0'1920'0,"0"0"416"0,0 0-1872 0,0 0-464 0,0 0 0 0,0 0 0 15,0 0 1648-15,0 0 224 0,-7 4 48 0,-1 0 16 0,0 1-496 0,1-2-96 16,-4 0-32-16,1 0 0 0,-2 1-736 0,1 1-160 16,-2-1-32-16,2 1 0 0,-1 1-256 0,2 0-128 15,0 1 0-15,3-1 128 0,-1 1-128 0,0 2 0 16,1-1 0-16,4-1 128 0,-1 0-128 0,0-1 0 15,4-6 0-15,-2 8 0 0,2 0 0 0,3 0 0 16,0 0 0-16,2-2 0 0,1-1-144 0,1 2 144 16,-2-3 0-16,3 2 0 0,1 1 0 0,1-1-128 15,2 1 128-15,1-1 0 0,0 1 0 0,0-1 0 16,-1 1 0-16,0 1 0 0,-2 0 0 0,-1-1 0 16,0 1 0-16,-1-1 0 0,-1-2 0 0,-2 0 0 15,-1 2 0-15,-4-7 144 0,1 8 32 0,-2-1 0 16,0 0 0-16,-3-1 0 0,-1 0 80 0,-2-1 32 15,-1 0 0-15,-1 0 0 0,-1 1-160 0,-1 0-128 16,-1-3 144-16,1 1-144 0,-1-1 144 0,0 1-144 16,-1-1 128-16,1-2-16 15,2 2-624-15,0 0-112 0,-3-3-16 0,2 0 0 16,1 0-2304-16,-1 0-448 0</inkml:trace>
  <inkml:trace contextRef="#ctx0" brushRef="#br0" timeOffset="67281.13">4555 4341 26831 0,'0'0'1184'0,"-1"-7"256"0,0-1-1152 0,1 2-288 0,1-2 0 16,-1 8 0-16,1-5 1872 0,-1 5 320 0,0 0 64 15,0 0 16-15,0 0-176 0,0 0-48 0,4 9 0 0,0 1 0 16,-1 5-752-16,-1-1-144 0,1 2-48 0,-1 2 0 15,0 1-144-15,-1 5-48 0,0-1 0 0,1 5 0 16,-1 0-352-16,0 9-80 0,1-1-16 0,-1-3 0 16,0 0-272-16,0-3-48 0,1-3-16 0,-2-1 0 15,0-2-128-15,1-4 0 0,-1-3 0 0,0-1 0 16,0-3-768-16,0-4-192 16,0 0-48-16,0-9 0 0,0 0-1104 0,0 0-208 15,0 0-48-15,0 0-10480 0,0 0-2080 0</inkml:trace>
  <inkml:trace contextRef="#ctx0" brushRef="#br0" timeOffset="67583.27">4487 4348 24879 0,'0'0'1088'0,"-4"-2"256"0,1-5-1088 0,0 2-256 0,2 0 0 0,1 5 0 0,0 0 3520 0,1-5 656 15,0-2 128-15,3-1 32 0,1 2-2480 0,3-1-480 16,3 1-96-16,0-1-32 0,5-1-624 0,2 2-128 15,2-2-32-15,1 2 0 0,1 0-96 0,1 1-32 0,1 0 0 0,-1 0 0 16,1 1-112-16,-1 1-32 0,-1 2 0 0,1 1 0 16,0 0-192-16,-3 4 0 0,-4-2 0 0,1 2 0 15,-2 2 0-15,-3 1 0 16,-2 1 0-16,-2 1 0 0,-3 2 144 0,-1 1-144 0,-2 2 128 16,-2-1-128-16,-2 1 368 0,-2 2-16 0,0-3 0 0,-2 3 0 15,-2-1 32-15,-1 1 0 0,-2 1 0 16,1-2 0-16,-2 0-256 0,-2 0-128 0,-1-3 160 0,1 2-160 15,-2 1-192-15,1-2-144 0,-2 0-32 0,2 1 0 16,2 1-2304 0,2-1-464-16,-1 0-80 0,3-1-15968 0</inkml:trace>
  <inkml:trace contextRef="#ctx0" brushRef="#br0" timeOffset="67803.59">4961 4750 21183 0,'0'0'1888'0,"0"0"-1504"0,0 0-384 0,0 0 0 0,-2 10 4432 0,1 3 816 16,0 1 176-16,-2 0 16 0,2 2-2928 0,0-1-592 15,-1 2-112-15,1 1-16 0,0 1-704 0,-2-1-128 16,3-1-16-16,0 1-16 0,-1-4-672 0,1-1-256 16,1-1 176-16,0-1-176 0,1-1 0 0,-2-1-128 0,2-1-16 0,-2-8 0 31,0 0-2336-31,7 7-464 0,1-4-80 0,-1 0-16304 0</inkml:trace>
  <inkml:trace contextRef="#ctx0" brushRef="#br0" timeOffset="69680.09">5519 4624 9215 0,'0'0'816'0,"0"0"-656"0,0 0-160 0,0 0 0 16,-4-3 8032-16,4 3 1568 0,0 0 320 0,0 0 64 15,0 0-6896-15,0 0-1376 16,0 0-288-16,0 0-48 0,8-3-544 0,1 1-128 0,0 0 0 0,0 0-16 15,0 1-496-15,-1-1-192 0,2 1 128 0,1-2-128 16,-1 2 0-16,2 0 0 0,-2-2 0 0,2 0 0 16,0 2 0-16,-2 0 0 0,1 1 0 0,-4-1-176 31,3 1-1008-31,-3-2-208 0,-7 2-32 0,0 0-16 0,8 2-1376 0,-8-2-288 0,5 5-48 0,-5-5-16 16,-1 8-1440-16,-4 1-272 0,-11 9-64 0,-2-4-16 0,-2-1 4096 31,-7 6-8880-31,-3-2 8528 0,21-11 976 0,-1-1 240 0,-1 3 0 15,1-1 4080-15,1 0 848 0,1-3 192 0,1 2 16 0,7-6-1872 16,-5 5-368-16,5-5-80 0,0 0 0 0,0 0-576 0,0 0-128 16,0 0 0-16,0 0-16 0,0 0-1072 0,8 5-224 15,2-4-32-15,1 1-16 0,-1-2-400 0,2-2-80 16,2 1-16-16,1-4 0 0,0 0-256 0,2-2 0 16,0 2 128-16,1 0-128 15,1-2-640-15,0 2-192 0,-1 1-48 0,3-3 0 16,4 4-2464-16,-1 0-496 0,19-5-112 0,-10 7-16 0</inkml:trace>
  <inkml:trace contextRef="#ctx0" brushRef="#br0" timeOffset="70865.02">6361 4506 12895 0,'-9'-12'576'0,"3"7"112"0,-1-3-560 0,-1-1-128 0,-3 0 0 0,5-1 0 16,1 2 5648-16,-1 1 1104 0,4 1 224 0,-1 2 32 0,-2 1-4160 0,5 3-832 15,0 0-160-15,0 0-48 0,0 0-512 0,0 0-96 16,0 0-32-16,0 7 0 0,1 2-480 0,2 1-112 16,0 5 0-16,-1 3-16 0,1 4-128 0,-1 4-32 15,1 3 0-15,0 2 0 0,1 2-112 0,-2-1-32 16,1 1 0-16,-1-2 0 0,1-1-128 0,1-1-128 15,-2-3 144-15,2-2-144 0,-1-1 0 16,1-5 0-16,0 1 0 0,-2-6 0 0,0-4-224 0,-2-1-144 16,0-8-16-16,0 0-16 15,1 6-1216-15,-1-6-240 0,0 0-64 0,0 0 0 16,0 0-1232-16,0 0-256 0,-3-8-48 0</inkml:trace>
  <inkml:trace contextRef="#ctx0" brushRef="#br0" timeOffset="71164.56">6257 4419 4607 0,'-13'-17'192'0,"9"12"64"0,-2-2-256 0,0 1 0 16,2-2 0-16,0 1 0 0,1 1 8816 0,1-1 1712 0,2-1 352 0,2 3 64 15,1 1-7680-15,2-2-1520 0,3-2-304 0,1 1-64 16,2 1-624-16,3-1-128 0,4 0-32 0,2-1 0 16,2-1-416-16,1 1-176 0,2-3 128 0,1 4-128 15,-1-1 128-15,2 3-128 0,-2 1 0 0,0 2 128 16,-2-3-128-16,0 4 0 0,-1-2 0 0,0 6 0 15,-5-2 0-15,-2 4 0 0,-1 2 0 0,-3-1 0 0,-2 2 0 16,-2 3 0-16,-3 0 0 0,-4 4 0 16,-1 2 160-16,-3 1-160 0,-2 1 192 0,1 1-192 15,-4 1 288-15,-1-4-48 0,-3 0-16 0,-2 1 0 0,1 0-96 16,0 2-128-16,-2-1 176 0,2 0-176 16,-3-1 0-16,0-1-176 0,0 0 0 15,0 0 0-15,-3-2-1984 0,2 2-400 0,1 0-64 0</inkml:trace>
  <inkml:trace contextRef="#ctx0" brushRef="#br0" timeOffset="71498.82">6796 4642 41055 0,'0'0'1824'0,"0"0"368"0,0 0-1744 15,0 0-448-15,0 0 0 0,0 0 0 0,0 0 1456 0,0 0 208 16,0 0 32-16,0 0 16 0,0 9 16 0,-2-3 0 15,-2 1 0-15,-1 1 0 0,-1 0-928 0,0-1-176 16,-1 1-48-16,-1 0 0 0,-1 1-192 0,0 0-64 16,-1 2 0-16,1-2 0 0,1 0-64 0,-1 0 0 0,1-1-16 0,0 0 0 15,0-2-240-15,2 1 0 0,-1-1 0 0,2 2 0 16,5-8 0-16,-4 8 0 0,4-8 0 0,-3 7-160 16,3-7 160-16,0 0 0 0,0 0 0 0,0 0 0 15,0 0 0-15,4 6-128 0,2-2 128 0,3-1-128 16,-1-2 128-16,1 0-160 0,2-2 160 0,2 1-160 15,2 0 160-15,0-1-208 0,2 1 80 0,0-3 128 0,0 2-320 0,-1-1 48 16,0 1 16-16,-1-2 0 16,1 1-576-16,-2 1-96 0,-1-3-32 0,0 1 0 15,0 3-624-15,0-3-128 0,-1 1-16 0,0 2-16 16,-2-2-1536-16,1 1-304 0,-4-1-64 0</inkml:trace>
  <inkml:trace contextRef="#ctx0" brushRef="#br0" timeOffset="71732.75">6841 4685 13823 0,'0'0'1216'0,"0"0"-960"15,-3-3-256-15,3 3 0 0,0 0 5840 0,0 0 1136 16,0 0 208-16,0 0 48 0,0 0-4528 0,0 0-912 16,3 8-176-16,-1 4-32 0,-2 2-48 0,2 0 0 15,0 3 0-15,-1 3 0 0,2 1-624 0,-2 1-128 16,1-1-16-16,-2 2-16 0,1 2-368 0,0-1-64 15,-1-1 0-15,0-2-16 0,2 1-304 0,-1-2 160 16,0-3-160-16,0-3 128 16,1-1-528-16,-1 0-112 0,0-1-32 0,1-2 0 15,0 1-1696-15,4-1-320 0,0-1-80 0,2-2-18336 0</inkml:trace>
  <inkml:trace contextRef="#ctx0" brushRef="#br0" timeOffset="72482">7302 4488 17503 0,'-6'-4'1552'16,"6"4"-1232"-16,0 0-320 0,-3-3 0 0,-1 1 4992 0,4 2 960 16,0 0 176-16,0 0 32 0,0 0-3920 0,0 0-800 15,0 0-160-15,0 0-16 0,0 0-144 0,11 0-32 16,-2-1 0-16,2-2 0 0,1 4-768 0,1 1-144 15,3-2-48-15,1-2 0 0,0 1-128 0,1-2 0 16,0 1 0-16,0 0 0 16,3-1-688-16,0 0-160 0,0-1-48 0,0 1 0 15,-3 1-2064-15,-1 0-432 0,0 2-64 0</inkml:trace>
  <inkml:trace contextRef="#ctx0" brushRef="#br0" timeOffset="72665.48">7359 4611 5519 0,'0'0'496'0,"-5"0"-496"0,-1 0 0 0,-1 0 0 16,3-2 7200-16,4 2 1344 0,0 0 272 0,0 0 48 16,0 0-6368-16,0 0-1280 0,0 0-256 0,0 0-64 15,11-1-416-15,0-2-96 0,5 1 0 0,2-1-16 16,1-1-624-16,1 0-112 0,3 0-16 0,0 0-16 16,2-2-1472-16,0 1-304 0,1 0-48 0,0-1-16 15,-1 1-800-15,-1 2-160 0</inkml:trace>
  <inkml:trace contextRef="#ctx0" brushRef="#br0" timeOffset="72949.3">8148 4290 21183 0,'0'0'944'0,"0"0"192"0,0 0-912 0,0 0-224 16,-4 6 0-16,0 2 0 0,2 0 5648 0,-1 1 1088 15,-1 4 224-15,2 3 32 0,-1 2-4128 0,-1 3-832 16,0 0-176-16,0 2-16 0,2-1-1024 0,-1 2-208 16,1 2-32-16,-1-3-16 0,-1 1-384 0,1-1-176 0,2-1 160 0,0-1-160 15,1-1 0-15,0-1 0 0,0-3 0 0,1 0 0 31,0-2-608-31,2-3-160 0,0-2-48 0,-3-9 0 16,0 0-1168-16,4 5-224 0,2-1-48 0,-1-2-11888 0,-5-2-2368 0</inkml:trace>
  <inkml:trace contextRef="#ctx0" brushRef="#br0" timeOffset="73415.73">8526 4378 23951 0,'-5'-11'2128'0,"4"7"-1696"0,-3 1-432 0,3-1 0 16,-1 0 3200-16,2 4 576 0,-2-2 96 0,2 2 32 15,0 0-2288-15,0 0-448 0,-4-3-80 0,4 3-32 0,0 0-512 0,0 0-96 16,0 0-32-16,0 0 0 16,0 0-656-16,0 0-128 0,0 9-16 0,2-1-16 15,1 0-2448-15,-3-8-480 0,0 0-112 0</inkml:trace>
  <inkml:trace contextRef="#ctx0" brushRef="#br0" timeOffset="74065.74">8237 4406 35935 0,'0'0'1600'0,"-4"-3"320"0,0 2-1536 0,4 1-384 15,0 0 0-15,0 0 0 0,-5-1 1536 16,5 1 256-16,-7 0 32 0,0 1 16 0,0 3-48 0,0 1-16 15,0 0 0-15,-2 4 0 0,-1-1-816 0,0 5-144 16,-3 3-48-16,-1 2 0 0,-2 3-144 0,-1 1-48 16,-1 3 0-16,2-4 0 0,2 2-112 0,2 1-16 15,2-2-16-15,2 0 0 0,4-1-240 0,4-2-64 16,2-2 0-16,4-1 0 0,0-2-128 0,3-2 0 16,3-1 0-16,1-1-176 0,1-6 176 0,3 0 0 15,0-3 0-15,2-2-128 0,0-3 128 0,3-3-208 16,2-2 80-16,-1-1 128 0,-2-2-304 0,1-1 64 15,0 0 16-15,-1-3 0 0,-1-2 32 0,-3 0 16 16,0 1 0-16,-2 0 0 0,0 0 176 0,-4 0-160 16,-1-2 160-16,-4 0-160 0,-1 1 160 0,-1-2 0 15,-1 1 0-15,-2 1 0 0,-2 1 0 0,-3 2 128 16,-1-2-128-16,-1 2 0 0,0-1 0 0,-2 2 128 16,-2-1-128-16,-1 4 0 0,0 0 0 0,-2 2 0 0,-2 1 0 0,1-1 0 15,0 3-176-15,-1 0-48 0,0 1-16 16,0 1 0-1,1 2-1536-15,2 0-304 0,3 2-64 0,1 2-12192 0,2 0-2432 16</inkml:trace>
  <inkml:trace contextRef="#ctx0" brushRef="#br0" timeOffset="74290.31">8621 4617 47231 0,'0'0'2096'16,"-2"7"416"-16,2-7-2000 0,-4 7-512 0,-1 0 0 0,2 2 0 0,1 1 640 0,-1-2 48 15,-1 1 0-15,3-1 0 0,-1 0-144 0,2-8-32 16,0 10 0-16,3-2 0 16,-3-8-896-16,4 8-176 0,-4-8-32 0,5 7-16 15,-5-7-1824-15,11 2-384 0,0-2-64 0,0-1-16160 0</inkml:trace>
  <inkml:trace contextRef="#ctx0" brushRef="#br0" timeOffset="74516.92">8874 4289 36111 0,'0'0'1600'0,"2"-8"320"0,-2 1-1536 0,1 1-384 16,-1 6 0-16,0 0 0 0,0 0 2112 0,0 0 320 15,0 0 80-15,0 0 16 0,0 0-544 0,0 0-128 0,0 0 0 0,5 11-16 16,-2 0-816-16,-3 6-176 0,-1 4-16 15,-2 3-16-15,-1 1-352 0,-1 1-64 0,-2 3-16 0,1 1 0 16,-2-1-192-16,1 1-64 0,2-2 0 0,1 1 0 16,0 0-128-16,0-5 0 0,1 0 0 0,0-3 0 15,3-2-176-15,0 1-16 0,0-5 0 0,0-1 0 16,0-4-1040 0,1-1-224-16,1-2-32 0,-2-7-16 0,5 5-1808 0,1-4-352 15,3-2-80-15</inkml:trace>
  <inkml:trace contextRef="#ctx0" brushRef="#br0" timeOffset="74917.24">9159 4285 41695 0,'0'0'1856'0,"0"0"368"0,0 0-1776 0,0 0-448 16,0 0 0-16,0 0 0 0,-6 6 1408 0,2 3 208 15,1 0 48-15,-1 3 0 0,-3 6-160 0,2 2-32 16,-2 1 0-16,1 2 0 0,-1 2-768 0,2 2-176 15,-1-3-16-15,0 2-16 0,1 1-224 0,1 1-32 16,2-1-16-16,2-2 0 0,1-3-224 0,0-1 144 16,5-2-144-16,-1-2 128 0,1-1-128 0,2-4 0 15,1-1 0-15,0 0-176 0,2-2 176 0,-1-2-128 16,2-4 128-16,-2 0-128 0,1-2 0 0,1-1 0 16,-2 0 0-16,0-2 0 0,2-3 128 0,0-2-208 15,0-2 80-15,-1 0 128 0,0-3-192 0,-1-1 192 16,1 0-192-16,-1-4 192 0,0 0-128 0,0 0 128 0,-1-1 0 15,-3 2 0-15,-2 2 0 0,0 1 0 0,0 2 0 16,-3 2 0-16,-2 1 0 0,-2 2 128 0,-1 1-128 0,-1 3 192 16,-4 4 32-16,-1 3 16 0,-3 1 0 15,0 1 0-15,-2 3-96 0,0 3-16 0,-1-2 0 0,2 2 0 16,-1 1-128-16,2 1 0 0,2-2 0 0,1 1 0 16,3-2-576-1,1 1-128-15,4-2-48 0,0 1 0 0,2-1-1552 0,4-2-304 0,3-4-64 0,1-1-11440 16,1-1-2288-16</inkml:trace>
  <inkml:trace contextRef="#ctx0" brushRef="#br0" timeOffset="75461.09">9724 4707 32255 0,'-15'1'2864'0,"10"1"-2288"16,-1-1-576-16,6-1 0 0,0 0 4208 0,0 0 720 15,0 0 160-15,0 0 32 0,0 0-3296 0,0 0-656 16,0 0-128-16,0 0-16 0,-4-1-208 0,4 1-48 16,-2-6 0-16,-1 2 0 0,3-5-512 0,0 2-96 15,0-1-32-15,0-1 0 0,0-1-128 0,0 0 0 16,-1-3 144-16,2-3-144 0,1 2 0 0,-1-2 0 16,-2 1 0-16,2-4 128 0,0 0-128 0,-1-3 0 15,0 0 0-15,0-1 0 0,-1-3-144 0,2 3 144 16,0-3-160-16,1 2 160 0,-2 1-176 0,-2 1 176 0,4 3-192 15,-1 5 192-15,0 2-144 0,1 6 144 0,-2 6 0 0,0 0-144 16,0 0 144-16,0 0 0 0,0 0 0 0,0 0 0 16,5 8 0-16,0 2 0 0,-1-1 0 0,3 3 0 15,-1-2 0-15,2 1 0 0,0-3 0 0,1 1 0 16,0 0 0-16,3-1 0 0,-1-2 0 0,1-2 0 16,-1-4 0-16,0 0-160 0,1-1 160 0,0-2 0 15,1-1-432-15,-1-1 32 0,-2-3 0 0,0-1 0 16,1-1 80-16,1-2 32 0,-1 0 0 0,0-1 0 0,-1-1 96 0,1 1 32 15,-1-4 0-15,0 3 0 16,0-2 160-16,-1 0-160 0,-1 1 160 0,-2 2-160 0,1 2 160 0,-1 3 0 16,-2 3 0-16,-4 5 0 0,0 0 224 0,0 0 32 15,0 0 0-15,3 9 0 0,-2 4 80 0,-1 4 32 16,-1 3 0-16,-1 2 0 0,-3 3-112 0,1 0 0 16,-1 2-16-16,1 3 0 0,0-3-240 0,0 1 128 15,0-2-128-15,2-2 0 0,-1 0 0 0,0-3 0 16,2 1 0-16,0-2 0 15,1-2-848-15,0-1-272 0,0-3-48 0,1-1-16 16,0-4-1504-16,2 0-288 0,0-2-64 0,1-2-17184 0</inkml:trace>
  <inkml:trace contextRef="#ctx0" brushRef="#br0" timeOffset="75717.57">10281 4223 25791 0,'0'0'2304'0,"0"0"-1856"15,0 0-448-15,0 0 0 0,0 0 5104 0,0 0 912 16,0 0 192-16,-5 7 48 0,1 3-3840 0,0 3-768 0,1 0-160 0,1 4-16 16,-3 3-512-16,2-3-112 0,0 5-16 0,1 1 0 15,1 1-528-15,-2-2-112 0,3 2-32 0,0-1 0 16,0-1-160-16,0 0 0 0,0-1 0 0,0-1 0 16,0-2 0-16,0-1 0 0,1-1 0 0,1-2 0 15,-1-4 0-15,0 1-176 0,0-2 16 0,1-3 0 16,-2-6-784-16,0 0-144 0,0 0-48 0,0 0 0 15,0 0-656-15,0 0-128 0,0 0-16 0,0 0-16 16,6-6-768-16,-1-3-160 0,1-2-16 0,-1-2-8832 16,-1-1-1776-16</inkml:trace>
  <inkml:trace contextRef="#ctx0" brushRef="#br0" timeOffset="75967.11">10295 4221 16575 0,'-1'-20'1472'0,"0"12"-1168"0,-2-1-304 0,2 0 0 0,1 0 5440 0,1 0 1024 15,2 2 192-15,-1 1 64 0,1 1-3712 0,-3 5-720 16,4-6-160-16,2 2-16 0,2-1-768 0,1 1-160 15,3 0-32-15,1 2 0 0,2-1-656 0,-1 2-144 16,3 0-32-16,1 1 0 0,0 1-192 0,-1-1-128 16,0 4 160-16,-1-2-160 0,-3 2 320 0,0 2-16 15,-1 0-16-15,-2 2 0 0,-1 0-16 0,0 1 0 16,-2-3 0-16,-2 5 0 0,-1 3-96 0,-1 0-32 16,-3 1 0-16,-3 0 0 0,-2 1-16 0,-3 0-128 15,-1-1 192-15,-2 0-64 0,0 0-128 0,-2 1 128 16,-2-2-128-16,0 1 128 0,2-2-128 0,-2-2 0 15,-2 0 0-15,0-5-176 16,0 4-848-16,2-1-160 0,2-2-32 0,1 1-16 16,3-1-1472-16,1-1-304 0,2 1-48 0,3-1-17168 0</inkml:trace>
  <inkml:trace contextRef="#ctx0" brushRef="#br0" timeOffset="76318.89">10694 4367 37663 0,'0'0'1664'0,"0"0"352"0,0 0-1616 0,0 0-400 0,0 0 0 0,0 0 0 16,0 0 2032-16,-2 9 320 0,-1 1 64 0,-3 2 16 16,-2-3-528-16,-3 3-112 0,2-2 0 0,-1 3-16 0,-1 0-992 15,1 0-192-15,0 0-32 0,-1-1-16 0,2 1-368 0,0-2-176 16,1-2 160-16,2 0-160 0,0 0 0 0,2 1 0 16,2-3 0-16,2-7 0 0,0 0-192 0,0 0-16 15,0 0-16-15,4 5 0 0,2-1-80 0,-6-4-16 16,9 3 0-16,0-5 0 0,2-1 128 0,-1-3 0 15,2 0 16-15,1-2 0 0,1 1 176 0,1 1 0 16,0-2 0 0,1-1 0-16,0-1 0 0,-1-2 0 0,1 1 0 0,-2 4 0 0,1 1 0 0,-2 4 224 15,-4 2-48-15,-1 1-16 0,0 3 400 0,-2-1 80 16,-6-3 0-16,7 6 16 0,-1 1-32 0,-1 0-16 16,0 4 0-16,2-1 0 0,0 1-272 0,-1 0-48 15,1 2-16-15,-1-2 0 0,1 2-272 0,-1-3 128 16,2 1-128-16,0-1 0 0,0 3 0 0,2-1-192 15,-2-2 0-15,1 0 0 16,0 0-1664-16,0-2-320 0,-1 2-64 0</inkml:trace>
  <inkml:trace contextRef="#ctx0" brushRef="#br0" timeOffset="77102.14">4426 5832 18431 0,'0'0'816'0,"0"0"160"0,-2-4-784 0,-1 0-192 0,-1 0 0 0,4 4 0 0,0 0 4736 0,0 0 896 16,0 0 176-16,0 0 32 0,0 0-2816 0,0 0-560 15,0 8-112-15,0 4-32 0,0 4-992 0,0 4-208 16,1 7-32-16,-1 1-16 0,0 2-416 0,2 1-80 16,0 3 0-16,0-1-16 0,-2 2-224 0,0 0-32 15,3 3-16-15,-1-4 0 0,-2 0-160 0,1-4-128 16,0-4 144-16,1-1-144 0,-2-3 0 0,1-2 128 15,0-4-128-15,-1-1 0 16,0-3-608-16,0-3-160 0,0-9-48 0,0 0 0 16,0 0-1840-16,0 0-368 0,0 0-80 0,0 0-16976 0</inkml:trace>
  <inkml:trace contextRef="#ctx0" brushRef="#br0" timeOffset="77385.47">4358 5887 43647 0,'0'0'1936'0,"-2"-4"400"0,0 1-1872 0,1-3-464 0,1 6 0 0,1-5 0 16,2-1 736-16,1 1 48 0,0 0 16 0,4 0 0 15,2 1 352-15,3-3 64 0,1 2 0 0,2-1 16 16,4-2-800-16,1 1-176 0,2-1-16 0,0 2-16 0,5-1-224 0,1 1 0 16,-3 1 0-16,1 2 0 0,-2 0 0 0,-2 2 0 15,-1 2 0-15,-2 2 0 16,-2 1 0-16,-2 2 0 0,-2 2 0 0,-2-1 0 0,-3 2 0 0,-2 3 0 15,-4 1 0-15,0 1 0 0,-3 4 0 0,-1 2 0 16,-3-1 0-16,-1 2 0 0,-4-1 0 0,-2 1 0 16,-1-2 0-16,-2 2 0 0,-2 0 0 0,1 1-192 15,-2 0 16-15,0-1 0 16,0 0-1264-16,1-1-256 0,1 0-48 0,-1 0-12368 16,0-2-2464-16</inkml:trace>
  <inkml:trace contextRef="#ctx0" brushRef="#br0" timeOffset="77735.72">4835 6282 37375 0,'0'0'1664'0,"0"0"320"0,10-3-1584 0,-3 2-400 0,3 1 0 0,-1-3 0 16,-1 1 1152-16,1 0 128 16,-2-1 48-16,1 0 0 0,0 3 32 0,1-3 16 15,0 3 0-15,-1 0 0 0,-8 0-832 0,8 0-160 0,-8 0-48 0,8 3 0 16,-8-3-16-16,0 0 0 15,6 6 0-15,0 1 0 0,-6-7 160 0,0 8 32 0,0 0 0 0,-2 1 0 16,0 2 32-16,-4 0 16 0,-1 2 0 0,-1 0 0 16,0 0-16-16,-1 1 0 0,0 2 0 0,-2-2 0 15,1 2-112-15,1 0-32 0,0-1 0 0,-1 0 0 16,4-4-144-16,2 0-16 0,1-2-16 0,1 0 0 16,-1-2-224-16,3-7 144 0,0 0-144 0,3 7 128 0,-1 0-128 15,4-2 0-15,1-1 0 0,1-3 0 0,-8-1 0 16,11 2 0-16,-1-2 0 0,2 0 0 0,0-2 0 0,1 1-192 15,0-5 64-15,1-1 128 16,2 2-976-16,-1-2-80 0,0-1-16 0,-1 1 0 16,2-1-1232-16,-1 0-240 0,2-1-48 15,0-2-18560-15</inkml:trace>
  <inkml:trace contextRef="#ctx0" brushRef="#br0" timeOffset="77953.49">5446 6106 48543 0,'-7'0'2160'0,"7"0"432"0,0 0-2080 0,0 0-512 16,0 0 0-16,0 0 0 0,0 0 1024 0,0 0 80 16,0 0 32-16,7-5 0 0,0 2-112 0,3 2-32 0,-3-1 0 0,4 0 0 15,-2-1-704-15,0-1-144 0,3 0-16 0,0 1-128 16,-1 1 0-16,0 1-144 0,-1 1-16 0,1-4 0 31,-2 3-1504-31,-1-1-288 0,-1 2-64 0,-7 0-13360 0,8 3-2672 0</inkml:trace>
  <inkml:trace contextRef="#ctx0" brushRef="#br0" timeOffset="78102.91">5443 6269 7359 0,'-9'2'656'0,"9"-2"-528"0,0 0-128 0,0 0 0 16,0 0 7536-16,0 0 1472 0,0 0 288 0,0 0 64 15,0 0-6816-15,0 0-1376 0,10 2-272 0,3-2-48 0,0 0-208 0,2-2-64 16,-1-1 0-16,4 0 0 0,2-4-576 16,-1 0 0-16,4-3 0 0,0 4 0 15,1-4-2992-15,2-1-512 0</inkml:trace>
  <inkml:trace contextRef="#ctx0" brushRef="#br0" timeOffset="78377.35">6137 5876 31327 0,'0'0'1392'0,"0"0"272"0,0 0-1328 0,0 0-336 0,0 0 0 0,0 0 0 0,1 12 4064 0,-1 1 736 0,0 0 160 0,-1 4 32 16,-1 3-2624-16,1 1-528 15,0 3-112-15,1-1 0 0,0 0-1024 0,0 2-208 0,1 1-48 0,0 0 0 16,1 0-304-16,0 0-144 15,2-1 128-15,0 1-128 0,-1-5 0 0,-1 1 0 0,1-4 0 16,-1 0 0-16,1-5-256 0,-2 1-16 0,2-4-16 0,-3-4 0 31,0-6-1120-31,0 0-208 0,0 0-48 0,0 0-16 16,0 0-1520-16,0 0-288 0,0 0-64 0</inkml:trace>
  <inkml:trace contextRef="#ctx0" brushRef="#br0" timeOffset="78669.89">6027 5789 36863 0,'0'0'3264'0,"0"0"-2608"16,0-5-528-16,0 5-128 0,5-5 2512 0,2 1 480 15,-1 1 80-15,2 1 32 0,1-2-1440 0,3 0-304 16,1 0-48-16,3 1-16 0,2 1-480 0,3-2-112 16,1 1 0-16,3 0-16 0,1 1-352 0,0-1-64 15,1 1-16-15,-1 0 0 0,-1 4-80 0,-1 2-32 16,-2 1 0-16,-3 1 0 0,0-2-144 0,-1 3 128 15,-3 1-128-15,-2 2 128 0,-2 0-128 0,-2 2 0 16,-2 1 0-16,-4-1 0 0,0 2 0 0,-3 2 128 0,-3 1-128 0,-2-2 0 16,-5 4 128-16,-1 0-128 15,0 1 128-15,-4-1-128 0,0 0 0 0,-2-1 128 0,-2-2-128 0,-1 0 0 16,-3 1 0-16,3 0-256 0,0-1 48 16,2-3 0-1,2-1-960-15,2 0-192 0,2-1-48 0,3 1 0 16,1-2-1824-16,4 1-368 0,0 1-80 0,3-5-15536 0</inkml:trace>
  <inkml:trace contextRef="#ctx0" brushRef="#br0" timeOffset="78986.03">6503 6206 7359 0,'0'0'656'0,"0"0"-528"0,0 0-128 0,6-2 0 0,2 0 7696 0,0 2 1520 16,0 0 288-16,0 0 64 0,-8 0-5824 0,9-1-1168 16,0 0-224-16,0-1-48 0,0 2-800 0,0 0-160 15,1 0-16-15,-1 0-16 16,0 0-720-16,0 0-144 0,0 0-16 0,-9 0-16 0,0 0-192 0,8 3-32 15,-8-3-16-15,0 0 0 0,6 7-32 0,-2 0 0 16,0 1 0-16,-4 4 0 0,-2-4-16 0,-2 4 0 16,-3 1 0-16,-1 1 0 0,-1 2-128 0,-1 0 160 15,-2-1-160-15,2 0 160 0,-1 1-160 0,2 1 128 16,0 0-128-16,1-1 128 0,0-2-128 0,2 0 160 16,1-1-160-16,1-2 160 0,2 1-160 0,2-5 0 15,0 1 0-15,0-8 128 0,0 0-128 0,0 0 0 16,8 5 0-16,1-1 128 0,2-1-80 0,0-3-48 15,2-1 0-15,2-1 0 0,0 1 0 0,1-3 0 16,0 0 0-16,-1 0 0 0,1-1 0 0,1 0 0 16,0 0 0-16,0-1 0 15,1 0-688-15,0-1-128 0,-1 1-16 0,3-2-16128 16,1 2-3232-16</inkml:trace>
  <inkml:trace contextRef="#ctx0" brushRef="#br0" timeOffset="79572.09">7168 6015 25791 0,'0'0'2304'0,"0"0"-1856"0,0 0-448 0,0 0 0 16,0 0 3920-16,0 0 688 0,0 0 144 0,0 0 32 15,6-4-2544-15,1 0-496 0,-2 0-96 0,-5 4-32 16,12 0-256-16,0 0-48 0,-1 0-16 0,2-4 0 16,-1 1-752-16,0 1-160 0,2-1-16 0,2-1-16 15,-1 3-352-15,1 0 144 0,-3-1-144 0,1 0 0 0,-1-2 0 0,1 0 0 16,-3-1 0-16,0 3 0 15,-1 0-1232-15,1 2-208 0,-2 0-32 0,-2 2-16 16,1-2-2960-16,-8 0-592 0</inkml:trace>
  <inkml:trace contextRef="#ctx0" brushRef="#br0" timeOffset="79754.41">7129 6157 26719 0,'0'0'1184'0,"0"0"240"0,0 0-1136 0,0 0-288 16,0 0 0-16,0 0 0 0,0 0 3488 0,0 0 640 15,0 0 128-15,0 0 32 0,9-2-2528 0,3-3-496 16,1 0-112-16,1 2 0 0,2-2-784 0,1 1-160 16,0 0-16-16,2-2-16 0,1-1-176 0,0 3 0 15,0-2 0-15,2 1 0 16,3-1-2128-16,1 3-304 0,3 0-64 0,-2 0-15760 0</inkml:trace>
  <inkml:trace contextRef="#ctx0" brushRef="#br0" timeOffset="80495.08">8034 5859 15663 0,'-7'-3'1392'0,"-1"0"-1120"16,4 0-272-16,2 2 0 0,2 1 5824 0,0 0 1120 15,0 0 224-15,0 0 32 0,0 0-3984 0,0 0-784 16,-3 8-176-16,2 2-16 0,-1-1-656 0,-1 3-128 16,0 4-32-16,0 3 0 0,-1 2-720 0,0 4-128 15,2 2-48-15,-1-3 0 0,1-2-176 0,-1 0-32 16,2-1-16-16,1 0 0 0,1 4-160 0,0-1-16 15,-1-3-128-15,0 1 192 0,2-5-192 0,-1 0 0 16,2-1 0-16,-1-2 0 0,1-2 0 0,1-1 0 16,0-2 0-16,1-2-160 15,-5-7-1312-15,6 7-272 0,2-6-48 0,4 2-14288 16,6-3-2864-16</inkml:trace>
  <inkml:trace contextRef="#ctx0" brushRef="#br0" timeOffset="80634.31">8292 6222 42671 0,'0'0'1888'0,"0"0"400"0,0 0-1840 16,0 0-448-16,0 0 0 0,0 0 0 0,0 0 688 0,0 0 32 0,0 0 16 15,0 0 0 1,9 0-1408-16,3-3-288 0,2 2-48 0,3-2-18112 0</inkml:trace>
  <inkml:trace contextRef="#ctx0" brushRef="#br0" timeOffset="81020.85">8844 5819 9215 0,'3'-14'816'0,"-2"7"-656"0,-1-2-160 0,2 0 0 0,-1 0 8384 0,2-2 1632 15,-2 0 336-15,0 2 64 0,-1 1-6928 0,0 1-1376 16,-1 1-288-16,0 2-48 0,-2-3-592 0,3 7-112 16,0 0-32-16,-7-1 0 0,1 1-512 0,-1 1-96 15,0 2-32-15,-1 2 0 0,-3 4-192 0,0 2-32 16,-2 0-16-16,-2 1 0 0,1 2-160 0,0 1 0 15,0 0 0-15,4 1 128 0,0 0-80 0,3-1-48 16,2-2 0-16,2 2 0 0,2-4 0 0,1 3 0 16,3-3 0-16,2-2 0 0,3-1 0 0,1-1 0 15,0-2 0-15,3-1 0 0,1-2 0 0,1 2 0 16,-1-4 0-16,1-2 0 0,3-1-192 0,2-1 64 16,-1 0 128-16,0-1-208 0,-1 0 80 0,0-2 128 15,-1 1-208-15,-1-1 80 0,0-4 128 0,-2 0-192 16,-3 1 192-16,-1-1-192 0,-1 0 192 0,-3-1-208 15,-1 1 80-15,-1 0 128 0,-2-2-192 0,0 1 192 16,-1 1-160-16,-2 1 160 0,-2 0-192 0,-1-1 192 16,-3 2-208-16,1 1 80 0,-1 2-128 0,-2 2 0 0,-2-3-16 0,-1 3 0 31,-1 3-784-31,-2 1-160 0,-1 3-16 0,0 1-16 16,2 1-1984-16,0 0-400 0,-2 3-80 0,2 2-15296 0</inkml:trace>
  <inkml:trace contextRef="#ctx0" brushRef="#br0" timeOffset="81357.46">8985 6007 18431 0,'0'0'816'0,"0"0"160"0,0 0-784 0,4-4-192 16,-4 4 0-16,0 0 0 0,0 0 5312 0,0 0 1024 16,0 0 208-16,-6 0 48 0,-4 1-3264 0,-1 4-640 15,-1 3-128-15,-4 3-16 0,-2 0-1184 0,0 0-224 16,0 2-48-16,-2 1-16 0,-2 3-432 0,2 1-96 15,2-1-16-15,2 0 0 0,3-1-96 0,3-2-32 16,2-2 0-16,3 0 0 0,2-1-400 0,2 1 0 16,2 1 0-16,3-4 0 0,0-1 0 0,4-1 0 15,2-1-224-15,2-1 80 0,1-2 144 0,3-2-128 16,2-1 128-16,2-1-128 0,0-2-96 0,1 1-16 16,0-2 0-16,0-1 0 0,-3-2 48 0,-2 2 0 15,-8 1 0-15,1-1 0 0,0-2 48 0,0 0 16 0,0-1 0 0,-2 0 0 16,-3-3-32-16,-3 1 0 15,2-2 0-15,-1-2 0 0,0-2-128 0,-2 2-32 16,-2 1 0-16,-3-3 0 16,0 2-704-16,0 1-128 0,-1 0-48 0,1 0 0 15,-3 2-1664-15,1 0-336 0,-1 3-64 0</inkml:trace>
  <inkml:trace contextRef="#ctx0" brushRef="#br0" timeOffset="81874.02">9241 6225 21183 0,'0'0'944'0,"0"0"192"0,0 0-912 0,0 0-224 0,0 0 0 0,0 0 0 0,0 0 6144 0,0 0 1168 15,5-3 240-15,-1-2 64 0,-2-2-4720 0,2 2-928 16,-1 0-192-16,-2-3-48 0,1 1-912 0,-1-2-192 16,-1 0-48-16,-1-1 0 0,1-1-272 0,0 1-64 15,0-1-16-15,-2-2 0 0,1 0-224 0,0 0 128 16,-1-2-128-16,2-1 0 0,-2-2 0 0,2 0 0 15,0-2 0-15,-2-1 0 0,1-1 128 0,0-2-128 16,1 0 0-16,0 0 0 0,-1 2 0 0,2 1-240 16,0 4 32-16,2 2 0 0,-1 3 208 0,0 0-192 15,-1 3 192-15,0 4-192 0,-1 5 192 0,0 0 0 16,0 0-160-16,0 0 160 0,0 0 0 0,8 9 0 16,-3 1 0-16,3 2 0 0,0 1 0 0,1 0 0 15,0-1 144-15,2 1-144 0,2-3 0 0,0 2 0 16,-2 0 0-16,3-3 128 0,1-2-128 0,2-2 0 0,0-3 0 15,1 1 0-15,1-2 0 0,-1-2 0 16,0-2-144-16,2-1 144 0,-1-1-224 0,-2-1 32 16,-1-2 0-16,-2-1 0 0,-2 0 0 0,0-2 0 0,-2 1 0 0,0-1 0 15,0 0 192-15,-1-1 0 0,0-1 0 16,0-2 0-16,-1 2 0 0,0 2 0 0,1 0 0 16,-3 3 0-16,-1 1 0 0,-1 1 0 0,-4 6 0 0,0 0 0 15,0 0 0-15,0 0 208 0,0 0-32 0,0 0-16 16,0 8 96-16,0 5 32 0,-1 2 0 0,-2 2 0 15,1 1-160-15,-1 1-128 0,1 2 144 0,0 1-144 16,0 2 128-16,0-1-128 0,0-1 0 0,2 1 0 0,1-2 0 16,2-1 0-16,-1 0 0 0,1-2 0 15,0-3-1024-15,0-1-128 16,3-4-48-16,1 1 0 0,4 0-2656 0,-1 0-544 0</inkml:trace>
  <inkml:trace contextRef="#ctx0" brushRef="#br0" timeOffset="82162.2">9930 5811 17503 0,'0'0'1552'0,"0"0"-1232"15,0 0-320-15,0 0 0 0,0 0 6048 0,0 0 1152 16,0 0 224-16,0 0 64 0,0 0-4320 0,4 11-864 16,-1 0-160-16,0 2-32 0,-3 3-704 0,1 4-144 15,-1 1-32-15,0-1 0 0,0 4-720 0,-1-3-128 16,1 1-48-16,0 0 0 0,0-1-176 0,0 0-32 15,1-2-128-15,0 0 192 0,0-1-192 0,1-3 0 16,-2 0 128-16,1-2-128 0,0 0 0 0,1-1 0 16,-2-3 0-16,1-3 0 0,-1-6-320 0,0 0 0 0,0 0 0 0,0 0 0 31,0 0-880-31,0 0-176 0,0 0-32 0,0 0-16 16,0 0-224-16,0 0-32 0,0 0-16 0,-3-8 0 15,1-1-832-15,-2-1-160 0,0-1-48 0,-1-6-14832 0</inkml:trace>
  <inkml:trace contextRef="#ctx0" brushRef="#br0" timeOffset="82422.53">9855 5716 43311 0,'-3'-10'1920'0,"3"10"384"0,0 0-1840 0,1-4-464 0,-1 4 0 0,7-5 0 0,0-1 1520 0,0 0 208 15,1 1 32-15,3 3 16 0,-1 0-672 0,2-1-128 16,1-1-16-16,2 2-16 0,4 0-432 0,0 1-96 16,1 0-16-16,1 1 0 0,0 0-208 0,-1 1-64 15,1 0 0-15,-1 3 0 0,-1 0 48 0,-2 1 0 16,2 2 0-16,-4-1 0 0,-2 0 0 0,-1 0 0 15,-2 2 0-15,-2 0 0 0,-3 1-48 0,-1 0-128 16,-1 0 192-16,-2 0-64 0,-2 2-128 0,-3-1 192 16,-1 0-192-16,-3 5 192 0,-2-3-192 0,-3 2 160 15,0 0-160-15,-3 1 160 0,-2-1-160 0,-1 0 0 16,0 1 0-16,-2-1 128 0,3-1-128 0,-2 0-192 16,-1 1 32-16,2-5 16 15,0 3-816-15,3-1-176 0,-1 0-16 0,2-1-16 16,4 1-1216-16,1 2-240 0,3 0-64 0,0-1-11312 0,2-2-2256 0</inkml:trace>
  <inkml:trace contextRef="#ctx0" brushRef="#br0" timeOffset="82825.78">10504 6116 43487 0,'0'0'1920'0,"0"0"400"0,9-4-1856 0,-1 1-464 0,-3 0 0 0,-5 3 0 16,5-3 1344-16,-5 3 192 0,0 0 16 0,0 0 16 0,0 0-192 0,-5 0-32 15,-3 3-16-15,-1-2 0 16,-2 4-624-16,-1 2-112 0,0-1-16 0,-1 2-16 0,-3 1-256 0,1 2-48 16,0 1-16-16,2-1 0 0,-4 2-240 0,4 0 176 15,0-1-176-15,3 0 160 0,2-2-160 0,3 1 0 16,1 0 0-16,1-3 0 0,3 0 0 0,2-1 0 16,0-2-128-16,3 1 128 0,1-2-192 0,0-1 16 15,1-3 16-15,3-1 0 0,1-1 0 0,2-2 0 16,1-2 0-16,0-1 0 0,-1 1 160 0,2-2-192 15,0-1 192-15,-2 0-192 16,-1 1 192-16,1 0 0 0,1 3 0 0,0 1 0 0,-4-4 0 0,0 5 0 16,0 2 0-16,-1 1 128 0,1-1 192 0,-1 2 64 15,-9-1 0-15,0 0 0 0,9 8 32 0,0 2 16 16,1 2 0-16,-3 0 0 0,0 1-240 0,1-3-32 16,-2 2-16-16,2 2 0 0,1-3-96 0,-1 1-48 15,-1-2 0-15,0 0 0 0,2 4 0 0,1-5 0 16,-4 0 0-16,1 0 0 15,0 0-944-15,1-1-176 0,1 0-32 0,-1-1-23904 0</inkml:trace>
  <inkml:trace contextRef="#ctx0" brushRef="#br0" timeOffset="83714.55">4521 7576 41295 0,'0'0'1824'0,"0"0"384"0,0 0-1760 0,0 0-448 0,0 0 0 0,0 0 0 16,0 0 912-16,0 0 112 16,8 6 0-16,1-1 16 0,2 1 368 0,-1 2 80 0,3 3 16 0,1 2 0 15,2 0-672-15,0 2-144 0,1 2-32 0,1-1 0 16,-1 2-352-16,0 2-80 0,0-2-16 0,-2 3 0 16,0-5-208-16,0 1 144 0,0 1-144 0,-2-1 128 15,-1-3-128-15,-1-2 0 0,2-2 0 0,-1-1 0 16,-2 0-928-16,2-3-160 15,-1-1-48-15,-1-2 0 0,-3-2-848 0,-1-1-160 0,2 0-32 0,0-1-16 32,-2-3-1840-32,-1 0-352 0</inkml:trace>
  <inkml:trace contextRef="#ctx0" brushRef="#br0" timeOffset="83930.37">4941 7558 35007 0,'-8'-9'1552'0,"6"5"320"0,-4-1-1488 0,4 4-384 16,2 1 0-16,-5 0 0 0,-1 0 1648 0,1 1 256 15,0 0 48-15,-3 3 16 0,-1 5-16 0,-1-1 0 16,-1 4 0-16,-2 0 0 0,-3 6-992 0,1 1-208 16,-3 2-48-16,-2 3 0 0,-2 3-288 0,1 2-64 15,-2-1-16-15,-1 2 0 0,1-1-96 0,-1-1-32 16,2-1 0-16,0-4 0 0,2 0-208 0,3-3 0 16,2 0 0-16,0-3 0 15,4-3-1104-15,1-2-224 0,5-6-32 0,1 1-16 16,4-7-3040-16,0 0-624 0</inkml:trace>
  <inkml:trace contextRef="#ctx0" brushRef="#br0" timeOffset="84101.17">4984 7799 23039 0,'0'0'1024'0,"0"0"192"0,0 0-960 0,0 0-256 0,0 10 0 0,-1 1 0 15,1 1 5136-15,-1 2 992 0,-1 1 192 0,-2 0 32 16,0 2-3936-16,0 0-800 0,1 3-144 0,0-2-48 15,-1-1-976-15,1-1-208 0,2-1-48 0,0 0 0 16,1-1-720-16,0-1-160 0,1-1-16 0,3-3-16 16,-4-9-2672-16,0 0-512 0,9 2-128 0</inkml:trace>
  <inkml:trace contextRef="#ctx0" brushRef="#br0" timeOffset="84324.6">5334 7647 49695 0,'0'0'2208'0,"0"0"448"0,0 0-2128 0,0 0-528 15,0 0 0-15,0 0 0 0,0 0 896 0,0 0 64 16,0 0 0-16,0 0 16 0,10 0-208 0,2 0-64 16,-1 0 0-16,-1-3 0 0,0 3-576 0,0 0-128 15,1 0 0-15,-2 0 0 0,0 3-208 0,-1-3-48 0,0 0 0 0,0 1 0 31,-8-1-1424-31,7 1-304 0,1 1-48 0,-8-2-16 16,7 5-1200-16,-1 0-240 0,-1 0-48 0,-2 3-13984 0</inkml:trace>
  <inkml:trace contextRef="#ctx0" brushRef="#br0" timeOffset="84525.49">5294 7802 15663 0,'0'0'1392'0,"-7"4"-1120"0,-3-3-272 0,4-1 0 0,6 0 4848 0,0 0 912 0,0 0 176 0,0 0 32 16,0 0-3120-16,0 0-624 0,0 0-128 15,0 0-32-15,9 0-736 0,1-1-160 0,1-2-16 0,2 1-16 16,1 0-704-16,1 2-144 0,-1-3-32 0,0 0 0 16,1-4-256-16,-1 3 0 0,0-1 128 0,1 1-128 31,0 0-736-31,0 1-208 0,-1 0-32 0,2-4-16 0,2 2-2816 0,-1 1-560 16</inkml:trace>
  <inkml:trace contextRef="#ctx0" brushRef="#br0" timeOffset="85698.6">6018 7311 33167 0,'0'0'2944'0,"0"0"-2352"15,0 0-464-15,0 0-128 0,0 0 2624 0,0 0 512 16,0 0 112-16,0 0 16 0,0 0-1104 0,0 0-224 16,0 0-32-16,0 11-16 0,0 2-704 0,-1 3-144 15,-1 2-16-15,0 4-16 0,-1 2-480 0,-1 6-80 16,-1 1-32-16,0 4 0 0,-2-3-96 0,2 0 0 15,0-1-16-15,0 3 0 0,1-4-128 0,0 0-32 0,1-1 0 0,1 0 0 16,-1-3-144-16,2-1 0 0,1-3 144 0,0-1-144 16,0-1 0-16,0-3 144 0,1-2-144 15,-1-2 0-15,1-2 0 0,1 0 0 0,-2-3 0 0,0-8 0 16,2 6 0-16,-2-6 0 0,0 0 0 0,0 0 0 16,0 0-160-16,0 0 16 0,4 5 0 0,-4-5 0 15,0 0-176-15,0 0-48 0,0 0 0 0,0 0 0 16,0 0-848-16,0 0-160 0,7-2-32 15,-7 2-16-15,7-4-864 0,0-3-160 16,-1-2-48-16,0 5-11312 0,0 0-2256 0</inkml:trace>
  <inkml:trace contextRef="#ctx0" brushRef="#br0" timeOffset="86274.46">5112 8760 2751 0,'0'0'256'0,"0"0"-256"15,0 0 0-15,0 0 0 0,0 0 2288 0,0 0 400 16,0 0 96-16,0 0 16 0,0 7-2352 0,0-7-448 16,0 0 0-16,0 0-208 15,0 0-304-15,0 0-64 0</inkml:trace>
  <inkml:trace contextRef="#ctx0" brushRef="#br0" timeOffset="88312.25">6820 7919 38175 0,'0'0'1696'0,"0"0"352"0,0 0-1648 0,0 0-400 16,0 0 0-16,0 0 0 0,0 0 656 0,0 0 48 15,0 0 16-15,0 0 0 0,-5 11 736 0,-1 1 144 0,1-1 16 16,-1 4 16-16,-2 0-864 0,0 3-160 0,0 1-32 0,0-1-16 16,0 0-112-16,1 2-32 0,-2-1 0 0,1-2 0 15,1-4-240-15,2-1-48 0,0-1-128 0,1-2 192 31,1-2-1392-31,3-7-272 0,0 0-64 0,0 0-12528 0,5 6-2496 0</inkml:trace>
  <inkml:trace contextRef="#ctx0" brushRef="#br0" timeOffset="88612.26">7344 7454 28559 0,'0'0'2544'0,"0"0"-2032"0,0 0-512 0,0 0 0 0,8-3 3952 0,-1 3 688 16,1 0 144-16,0 0 16 0,1 3-2736 0,0 2-544 15,1 2-112-15,-1 2-32 0,1 1-400 0,0 5-80 16,1 3 0-16,1-1-16 0,-1 2-176 0,1 2-48 16,0 3 0-16,0-2 0 0,-2 0-656 0,2 0 0 15,1 3-176-15,-3-4 48 0,-1 0 128 0,0-2 0 16,1-1 0-16,0-1 0 0,-2 0 0 0,0-2 0 15,-2-2 0-15,2-2-192 16,-3-4-704-16,0-1-160 0,1 0-32 0,-2-1 0 16,-4-5-704-16,6 1-160 0,-6-1-32 0,5 0 0 15,1-1-1584-15,-6 1-320 0,6-3-64 0</inkml:trace>
  <inkml:trace contextRef="#ctx0" brushRef="#br0" timeOffset="88812.51">7698 7484 11967 0,'-10'-3'528'0,"10"3"112"0,-8 2-512 0,0 0-128 0,-1 1 0 0,0 1 0 16,0 2 7744-16,-1 2 1536 0,-2 1 288 0,-1 3 64 15,-3 2-6256-15,-1 3-1264 0,0 3-240 0,-1-1-48 16,-2 0-1056-16,1 0-224 0,-1 1-32 0,2 2-16 0,0-3-304 0,1 1-48 16,1-3-16-16,2 0 0 0,2-1-128 0,2-1 0 15,1 1 0-15,1-3 0 16,1-4-1728-16,2-1-208 0,1 1-48 0,4-1-13200 15,3 0-2640-15</inkml:trace>
  <inkml:trace contextRef="#ctx0" brushRef="#br0" timeOffset="89278.12">7744 7751 33167 0,'0'0'1472'16,"0"0"304"-16,5-5-1424 0,2 0-352 0,1 1 0 0,2 0 0 0,0-3 3984 0,1 2 736 15,-1 1 144-15,1 0 16 0,-1-2-2832 0,3-1-560 16,0 3-112-16,0 2-32 0,0-1-912 0,-1 2-192 16,-1 1-48-16,0 0 0 0,0 0-32 0,-2-3-16 0,-1 3 0 0,-8 0 0 15,0 0-16-15,0 0 0 16,6 4 0-16,-6-4 0 0,0 0 16 0,0 0 0 16,0 0 0-16,-2 7 0 0,-2-1-16 0,-2 1 0 0,1-1 0 0,-1 3 0 15,-2-1 48-15,0 3 0 0,0-4 0 0,-1 4 0 16,0-5-176-16,1 2 0 0,2 0 0 0,-2 0 0 15,1-2 0-15,2 1 0 0,1-2 0 0,2 2 0 16,-1 0 0-16,3-7 0 0,0 0 0 0,0 8 112 16,0-8-112-16,4 9 0 0,-4-9 0 0,6 7 0 15,1-2 0-15,1 0 0 0,0-1 0 16,2 0 0-16,2 1-160 0,-1-3 32 0,1-1 0 0,1 0 0 0,0 2 128 16,0-3 0-16,0 1 0 0,-1 2 0 15,-3-1 0-15,0 2 176 0,0 0-48 0,1 0 0 16,-3 0-128-16,0 0 0 0,-2 1 0 0,-5-5 0 15,0 0 0-15,4 8-144 0,-3 0 144 0,-1-2-208 0,0-6 208 16,-2 8 0-16,-2 0 0 0,-1 0 0 0,-2 1 0 0,1-2 0 16,-2 0 128-16,-1 2-128 0,-2-2 0 0,-1-3 0 15,1 1 0-15,-2-1 0 0,-2 0 0 0,2-1 128 16,-1-1-128-16,1 1 0 16,2-2-688-16,1-1-240 0,0-1-48 0,2-2-16 15,8 3-2912-15,-4-6-576 0</inkml:trace>
  <inkml:trace contextRef="#ctx0" brushRef="#br0" timeOffset="89501.9">8311 7558 49471 0,'0'0'2192'0,"7"-2"448"0,1-5-2112 0,2 2-528 16,2 1 0-16,3-1 0 0,2 1 1152 0,0 0 112 15,-1-1 16-15,1 1 16 0,0 1-272 0,0-1-64 16,-2 0-16-16,2 2 0 0,0-2-656 0,0 3-128 0,0-1-32 0,0 0 0 15,0 0-128-15,0-2-176 0,0 2 48 16,0 2 0 0,-1-3-1056-16,-1 2-208 0,-2 0-32 0,0 1-16 0,-2 0-2336 15,-1 0-448-15,-2 1-112 0</inkml:trace>
  <inkml:trace contextRef="#ctx0" brushRef="#br0" timeOffset="89661.3">8383 7665 26719 0,'-3'-5'1184'0,"3"5"240"0,0 0-1136 0,0 0-288 0,0 0 0 0,0 0 0 0,0 0 3968 0,8-3 752 16,1 2 144-16,0-2 16 0,4 2-2960 0,3-2-608 15,1 2-112-15,3 0-32 0,2-4-896 0,1 1-272 16,-1 2 128-16,3 0-128 0,1-3-192 0,0-2-128 16,0-2 0-16,0 2-16 15,3 2-3712-15,0 1-752 0</inkml:trace>
  <inkml:trace contextRef="#ctx0" brushRef="#br0" timeOffset="90012.57">9217 7451 39567 0,'0'0'1744'0,"0"0"368"0,-1-6-1680 0,1 6-432 16,0 0 0-16,-3-5 0 0,3 5 1824 0,-4-6 288 16,-2 2 48-16,-1 2 16 0,1 1-384 0,-3 1-80 15,-3 2-16-15,0 2 0 0,1 1-832 0,-2 2-160 0,-2 2-48 0,0 1 0 16,-1 1-240-16,0 2-48 0,1 2-16 0,0 1 0 15,1 0-128-15,2-1-32 0,2 2 0 0,2-4 0 16,3 2-192-16,2-2 128 0,3-1-128 0,4-1 0 16,3 1 0-16,2-2 0 0,2 0 0 0,4-1 0 15,3-2 0-15,0 0 0 0,1-2 0 0,0-1 0 16,2 0 0-16,1-3-128 0,0 1 128 0,0-2 0 16,1-2 0-16,-3 0 0 0,0-2-128 0,0 0 128 15,0-3 0-15,0 2-128 16,-3-1 128-16,-1-1 0 0,-1 1-128 0,0-4 128 0,-4 1 0 0,-2-1 0 15,-1 1 0-15,-3-2 0 0,-2 0 0 0,-2-2 0 0,-3-3 0 16,-1 0 0-16,-3 1 0 0,-2 0 0 16,0-2 0-16,-4 4 0 0,-2-4 0 0,-2 2 0 0,-2-1 0 15,1 0 0-15,-2 1 0 0,-2-1 0 0,-2 1-208 16,1 0-48-16,1 1 0 0,-1 3 0 16,-1 2-1440-16,-2-1-288 0,-1 1-64 0</inkml:trace>
  <inkml:trace contextRef="#ctx0" brushRef="#br0" timeOffset="91969.68">4749 8960 39743 0,'-15'-7'1760'0,"10"5"352"0,-1-2-1680 0,2 0-432 0,1 1 0 0,-3 1 0 16,6 2 1248-16,0 0 160 0,-5 0 48 0,5 0 0 16,-4 0 336-16,4 0 64 15,-5 6 0-15,2 1 16 0,1 0-1024 0,0 3-208 16,1 1-32-16,0 0-16 0,-3-1-352 0,3 3-80 0,-2 2-16 0,2-1 0 15,-2-1-144-15,2-3 160 16,1 2-160-16,0 0 160 0,0-12-160 0,0 8 0 16,0-8 0-16,0 0 128 0,0 0-128 0,0 0 0 0,0 0 0 0,0 0-176 15,9 2-32-15,-1-3-16 0,0-2 0 0,1-3 0 16,1-1-48-16,1-3-16 0,-1-3 0 0,0 0 0 16,2-3 32-16,0 2 0 0,0-3 0 0,-1-1 0 15,4-2 80-15,-1-1 32 0,0-1 0 0,-1 1 0 16,-1 2 144-16,0 0-128 0,0 2 128 0,-2 3-128 15,-2 2 128-15,0 3 0 0,-2 3 0 0,1 0 0 0,-7 6 0 16,0 0 256-16,0 0-64 0,0 0-16 16,0 0 160-16,9 6 48 0,-1 0 0 0,-3 5 0 0,-1 3-48 0,0 6 0 15,-2 0 0-15,1 8 0 16,0-1-80-16,-3 7 0 0,-3 4-16 0,2 2 0 0,-1 3-48 0,0 0-16 16,-2 0 0-16,0 2 0 0,1 3-176 15,1 1 192-15,-2 0-192 0,0-1 192 0,1-2-192 0,1-2 0 16,-1-2 144-16,0-3-144 0,1-1 0 0,1-5 0 15,-1-3 0-15,2-4 128 16,-1-5-672-16,1-2-128 0,0-1-32 0,0-4 0 16,1-3-1984-16,1-1-416 0,1-3-80 0</inkml:trace>
  <inkml:trace contextRef="#ctx0" brushRef="#br0" timeOffset="92185.57">5257 9505 31327 0,'-17'1'2784'0,"10"0"-2224"0,-1 1-560 0,-1-1 0 16,3 3 3408-16,-1 2 576 0,-1 3 112 0,0 1 32 15,1 1-2240-15,-1 5-448 16,-1-3-96-16,1 4 0 0,0-1-544 0,2-1-96 16,-1 3-32-16,3-1 0 0,2-2-528 0,2-2-144 0,1 0 0 0,1-1 0 31,0-2-576-31,3 0-192 0,0-2-48 0,3-1 0 0,2-2-1856 0,3 2-368 0,3-1-80 0,2-5-16192 15</inkml:trace>
  <inkml:trace contextRef="#ctx0" brushRef="#br0" timeOffset="92949.85">5499 9559 21183 0,'0'0'1888'0,"0"0"-1504"0,0 0-384 0,-6-2 0 0,6 2 4544 0,-8-1 832 15,1-1 160-15,-1 4 32 0,-1 1-2640 0,0 4-544 16,1 1-96-16,-2 2-32 0,-2 2-848 0,0 1-160 15,1 1-32-15,-1 2-16 0,2-2-656 0,0 2-128 16,3 0-32-16,0-2 0 0,1-1-256 0,2 0-128 16,1-4 0-16,3 2 128 0,1-1-304 0,3-3-64 15,1-4-16-15,2 3 0 16,1-1-1088-16,0-1-240 0,-1-3-32 0,3-1-16 16,0-1 688-16,-1-1 144 0,0 1 32 0,0-1 0 15,1-2-80-15,-3-2-16 0,1 3 0 0,0-7 0 16,1 1 336-16,0-1 64 0,-2-1 16 0,-1 1 0 0,1-2 304 0,1 1 144 15,-1-1-128-15,1-1 128 0,-1-2 0 0,-1 1 0 0,1 1 0 0,-1 1 128 16,1 1 160-16,-2 1 32 0,-1 1 16 16,0 3 0-16,-4 6 496 0,5-4 112 0,-5 4 16 15,0 0 0-15,0 0 64 0,0 0 0 0,0 0 16 16,8 4 0-16,-2 1-208 0,0 3-64 0,-2 1 0 0,1 0 0 16,-3 2-256-16,2 2-48 0,0 3-16 0,0-2 0 15,0-1-144-15,0 0-48 0,0-2 0 0,1 2 0 16,-1 0-256-16,0-1 128 0,0-1-128 0,0-1 0 15,-2-3 128-15,2 0-128 0,-1 0 0 0,-3-7 0 0,0 0 128 16,0 0-128-16,0 0 0 0,0 0 0 16,0 0 0-16,0 0 0 0,0 0 0 0,0 0 0 0,8-3 0 0,-1-2 0 15,0-1 0 1,1-5-192-16,1 2-16 0,0-3 0 0,-1-2 0 0,1-2 0 0,0-2 0 16,0 0 0-16,3 1 0 0,0 0 0 0,-2 1 208 0,-1 2-192 15,0 1 192-15,1 2-192 0,-3 2 192 0,0 4-192 16,-7 5 192-16,0 0-192 0,0 0 192 0,6 1 0 15,-6-1 192-15,6 9-192 0,-5-2 464 0,0 2-16 16,1 3 0-16,-1 0 0 0,0 3-144 0,0-2-48 16,2-1 0-16,-2 0 0 0,1 2-256 0,0-2 160 15,1-3-160-15,1-1 128 0,1-2-128 0,2-1 0 16,-7-5 0-16,7 3 0 0,1-2-144 0,-1 2 144 0,-1-3-192 16,2 0 192-16,0-5-320 0,0 0 32 0,-1-1 16 15,1 1 0-15,0-1 0 0,1-2 0 16,-1 0 0-16,0-4 0 0,-2 1 32 0,1-1 16 0,-1 1 0 15,1 0 0-15,-1-2 16 0,2 0 0 0,-1 1 0 0,-1 1 0 16,0 4 64-16,-3 0 16 0,-3 7 0 16,0 0 0-16,0 0 128 0,0 0-128 0,0 0 128 0,0 0-128 15,0 0 128-15,0 0 0 0,3 8 0 16,0 1 0-16,-2 0 192 0,0 0-16 0,2 3-16 0,0-3 0 16,-2 3-160-16,1 0 0 0,1-1 0 0,1 0 0 15,1 0 0-15,2-3 0 0,-1 1-144 16,3-1 144-16,2-3-1376 15,-1-1-160-15,1-1-48 0,0-2 0 0,2-1-992 16,2 2-208-16,-1-2-32 0,0-2-14688 0</inkml:trace>
  <inkml:trace contextRef="#ctx0" brushRef="#br0" timeOffset="93163.01">6353 9548 29247 0,'0'0'1296'0,"0"0"272"0,0 0-1248 0,0 0-320 0,-3 6 0 0,-1 2 0 0,1 0 2704 0,0 1 496 16,2 1 80-16,-1 3 32 0,2 2-1280 0,0 0-256 15,0 4-48-15,2-1-16 0,-1 2-848 0,2-2-160 16,-1 3-48-16,3 1 0 0,1-1-432 0,0 1-96 16,1 0 0-16,0-1-128 0,0 0 0 0,0 0 0 15,-1-2 0-15,1 1 0 16,-2-1-368-16,1 2-128 0,-2-4-16 0,-1-3-16 16,-2-2-1392-16,0-4-256 0,1 1-64 0,-2-2-16 15,0-7 784-15,0 0 176 0,0 0 16 0,0 0-9824 16,0 0-1968-16</inkml:trace>
  <inkml:trace contextRef="#ctx0" brushRef="#br0" timeOffset="93405.63">6322 9848 27007 0,'-5'-20'1200'0,"3"11"240"0,0-2-1152 0,-1-2-288 0,0-2 0 0,2-1 0 15,-2 2 2688-15,3-2 496 0,2 3 80 16,0 1 32-16,1 2-992 0,4 1-208 16,0 1-48-16,1 1 0 0,0-3-896 0,1 1-176 0,2 0-32 0,0 2-16 15,1 2-608-15,1 0-112 0,1 1-16 0,2 1-16 16,0 1-176-16,-1 0 128 0,0 2-128 0,-2 2 128 15,0 0-128-15,-2 2 160 0,-1 1-160 0,-1-1 160 16,-1 3-32-16,-2 1 0 0,-1 0 0 0,-2 2 0 16,-2-1 32-16,-1 2 0 0,-1-4 0 0,0 2 0 0,-1 2-32 0,-2-1 0 15,-1 1 0-15,0 0 0 16,-2-4-128-16,1 1 0 0,-2-2 0 0,2 1-176 16,-2-2-1248-1,3 3-256-15,3 1-48 0,0-2-12640 0,2-7-2528 0</inkml:trace>
  <inkml:trace contextRef="#ctx0" brushRef="#br0" timeOffset="93714.87">7185 9244 53679 0,'0'0'2368'0,"0"0"512"0,0 0-2304 0,0 0-576 16,0 0 0-16,5-3 0 0,-5 3 576 0,5-4 0 15,-5 4 0-15,5-3 0 0,1 0 32 0,0 0 16 0,2 1 0 0,1-1 0 16,2 0-448-16,0 1-176 16,1 2 128-16,1-3-128 0,-1 2 0 0,0 0 0 15,-1 1 0-15,0-2 0 0,-1 2-384 0,-1 2 64 16,-9-2 0-16,8 1 0 15,-8-1-1344-15,8 1-272 0,-8-1-48 0,0 0-16 16,5 8-2432-16,-2 1-496 0,-6 13-80 0,-2-3-32 0</inkml:trace>
  <inkml:trace contextRef="#ctx0" brushRef="#br0" timeOffset="93864.77">7168 9385 30399 0,'0'0'2704'0,"0"0"-2160"0,0 0-544 0,0 0 0 0,0 0 3216 0,0 0 544 15,0 0 96-15,0 0 32 0,9 1-1600 16,0 0-320-16,0 1-64 0,2-4-16 0,0 2-864 0,1 0-160 15,2-1-32-15,2 0-16 0,1-3-544 0,0 1-96 16,1 2-32-16,2-2 0 0,-1 2-144 0,0 0 0 16,-1-1 0-16,1 0 0 15,2-1-1280-15,1 2-304 0,1 1-48 0,-1 0-21024 0</inkml:trace>
  <inkml:trace contextRef="#ctx0" brushRef="#br0" timeOffset="95040.59">8172 9172 5519 0,'-3'-10'240'0,"3"10"64"0,-3-9-304 0,1 1 0 16,-1-3 0-16,1 0 0 0,-1 0 7616 0,0 2 1472 15,1 3 304-15,-1-1 48 0,-1 3-5712 0,-2 2-1136 0,2 0-224 16,-1 2-64-16,-2 0-720 0,-1 0-160 0,1 4-16 0,-1 5-16 15,-1 2-560-15,-2 4-128 0,-1 5 0 0,1 2-16 16,-2 2-256-16,1 2-48 0,0 2-16 0,2 0 0 16,-1 0-128-16,3 0-32 0,2-1 0 0,3-1 0 0,5-1-208 15,0-3 144-15,3-1-144 0,2-3 128 0,1-1-128 16,1-4 0-16,1-2 0 0,3-2 0 16,4-4 0-16,-1 0 0 0,0-2-160 0,1-3 160 0,1-1-192 15,0-5 48-15,0 0 16 0,3-2 0 0,-3 0-80 0,1-2-16 16,-4-1 0-16,0 0 0 0,-5-2 32 0,-1-2 16 15,0 0 0-15,-1-1 0 0,-1 2 176 16,-2-2-160-16,-1 3 160 0,-3-5-160 0,-1-1 160 16,0 0 0-16,-2 2 0 0,-2-1 0 0,1 1 0 0,-2 2 0 15,-4-2 0-15,1 4-128 0,-1 2-32 0,0 0 0 16,-2 1 0-16,1 1 0 0,-1 2-192 0,1 3-32 16,-1 0-16-16,1 2 0 15,1 0-1008-15,1 4-192 16,2 3-32-16,0 0-16 0,1 0-2192 0,1 3-448 0</inkml:trace>
  <inkml:trace contextRef="#ctx0" brushRef="#br0" timeOffset="95206.5">8533 9339 22111 0,'0'0'976'0,"0"0"208"15,0 0-944-15,0 0-240 0,0 0 0 0,1 9 0 0,2 0 5888 0,-3-9 1120 16,2 8 224-16,-2-8 64 0,6 9-5696 0,-1-1-1120 15,0-1-224-15,4-5-64 16,0 2-1776-16,3-3-352 0,4-1-80 0,-2-1-17760 0</inkml:trace>
  <inkml:trace contextRef="#ctx0" brushRef="#br0" timeOffset="95715.78">9090 9042 40031 0,'0'0'1776'0,"-4"-8"352"0,0-1-1696 0,0 1-432 0,0 0 0 0,0 2 0 0,-1 1 1264 0,0-1 160 16,-1 1 48-16,1 3 0 0,-4-1 224 0,-1 2 48 16,-1-1 16-16,-1 4 0 0,-2 2-816 0,-2 1-176 15,-2 1-16-15,-1 3-16 0,-2 2-288 0,0 2-48 16,1 4-16-16,1-2 0 0,-2 2-128 0,3 2-48 16,3-2 0-16,4 1 0 0,1-5-208 0,4 0 0 15,1-3 0-15,2 1 0 0,3-1 0 0,3-1-208 16,2-1 16-16,3-1 0 15,2-2-256-15,1-1-32 0,-1-2-16 0,3 0 0 16,1-2 16-16,2-2 0 0,0 2 0 0,1-2 0 16,0-2 48-16,0-3 16 0,0 1 0 0,1-1 0 0,0-1 192 0,0 1 32 15,-1-1 16-15,0-1 0 0,-1 0 176 0,-2-1 0 16,-1 1 0-16,-1-1 0 0,-3 1 352 0,1 1 0 16,-2 1 0-16,0 2 0 0,0 1 272 15,-8 4 48-15,0 0 16 0,0 0 0 0,0 0 0 0,6 0 0 0,-6 0 0 0,7 7 0 16,-3-2-224-16,0 4-32 15,-2 3-16-15,0 1 0 0,-1 1-128 0,-1 3-32 16,-1 1 0-16,1 3 0 0,0-2-256 0,0 1 0 16,-2 1 0-16,1 0 144 0,1 1-144 0,-1 1 0 15,-1-1 0-15,1 0 0 0,1-3 0 0,0 1 0 0,0 0 0 16,0-1 0-16,1-1 0 0,-2-1 0 16,0-2 0-16,1-1 0 0,0-1 0 0,0-1 0 15,0-1 0-15,0-1 0 0,0-3 0 0,0 0 0 0,0-7 0 16,0 0 0-16,0 6 0 0,0-6 0 0,0 0 0 0,0 0 0 15,0 0 0-15,0 0 0 0,0 0 0 0,0 0 0 16,0 0-704-16,0 0-144 0,6-3-32 0,2-3-16064 16,0 0-3216-16</inkml:trace>
  <inkml:trace contextRef="#ctx0" brushRef="#br0" timeOffset="99734.7">1396 11486 10127 0,'-8'-7'448'0,"6"4"96"0,-3-1-544 0,1 1 0 16,0 1 0-16,4 2 0 0,0 0 7216 0,0 0 1328 15,0 0 272-15,0 0 48 0,0 0-5536 0,0 0-1120 16,0 0-224-16,-3 12-32 0,3 1-864 0,0 2-192 16,0 6-16-16,0 3-16 0,-1 2-352 0,0 6-80 15,-1 5-16-15,0 1 0 0,-1 1-160 0,0-2-16 0,1 0-16 0,1-2 0 16,-1-5-224-16,1-1 128 15,0-2-128-15,-1-2 0 0,2-3 0 0,0-2-192 16,-1-3 16-16,1-3 0 16,0-2-1488-16,0-6-288 0,0-6-64 0,0 0-16 15,0 0-1808-15,0 0-384 0,0 0-64 0</inkml:trace>
  <inkml:trace contextRef="#ctx0" brushRef="#br0" timeOffset="99937.05">1369 11489 28559 0,'0'0'1264'0,"0"0"272"0,-5-4-1232 0,1-1-304 0,4 5 0 0,0 0 0 16,1-5 4736-16,-1 5 896 0,4-7 192 0,1 2 16 15,3 1-4048-15,0-1-800 0,4 0-160 0,2-1-48 16,4 0-560-16,2 1-224 0,-1-2 176 0,3 1-176 0,2-1 0 0,-1 1 0 16,2 0 0-16,-1 1 0 0,-1-1-144 0,-1 2-80 15,-2 1-16-15,-1 2 0 16,1-1-1968-16,-1 2-400 0,0 2-80 0,-5 3 0 15,-2 3-1792-15,-3 4-368 0</inkml:trace>
  <inkml:trace contextRef="#ctx0" brushRef="#br0" timeOffset="100227.6">1377 11836 12895 0,'0'0'1152'0,"0"0"-928"15,0 0-224-15,0 0 0 0,0 0 5600 0,0 0 1072 16,9-2 224-16,0 1 32 0,1-1-4944 0,3-2-976 15,0-3-208-15,3 2-32 0,1-2-128 0,1 2-32 16,1-4 0-16,-1 1 0 0,0 0 96 0,0 1 0 16,1 0 16-16,-2 3 0 0,-2-6-48 0,0 3-16 0,-2 2 0 0,0 2 0 15,-3 1-128-15,0 2-16 16,0 1-16-16,-3 3 0 0,0 1 192 0,-2 3 32 16,-1 1 16-16,0 3 0 0,-1 1 0 0,-1 1 0 0,-3 2 0 0,0 0 0 15,-1-1-304-15,1 1-64 16,-2-1-16-16,1 1 0 0,-1 0-224 0,1-1-128 15,-1-2 160-15,0-1-160 0,1-1 0 0,0-1 0 0,1-1 0 0,0-1 0 32,1-8-1008-32,-2 6-192 0,2-6-32 0,0 0-16 15,2 7-2032-15,-2-7-416 0,0 0-80 0</inkml:trace>
  <inkml:trace contextRef="#ctx0" brushRef="#br0" timeOffset="100375.46">1781 11644 14735 0,'0'0'1312'0,"0"0"-1056"0,0 0-256 0,0 0 0 0,0 0 6128 0,0 0 1168 16,0 0 224-16,0 0 48 0,0 0-5200 0,0 0-1056 16,0 0-208-16,0 0-32 0,-1 7-816 0,1 2-256 15,0 0 160-15,1 3-160 16,0-3-2832-16,0 2-656 0,1 1-128 0</inkml:trace>
  <inkml:trace contextRef="#ctx0" brushRef="#br0" timeOffset="101141.8">1881 11776 22111 0,'0'0'976'0,"0"0"208"0,0 0-944 0,0 0-240 16,4 9 0-16,-1 3 0 0,-1-3 5136 0,0 1 992 15,-1 1 192-15,0 2 32 0,1-2-3296 0,-2 4-672 16,-2-1-128-16,1 0-16 0,0-1-1088 0,-1 0-224 0,1-1-32 0,0 0-16 16,-1 0-496-16,1-2-112 0,0-1-16 0,0-1 0 15,1-8-128-15,0 0-128 0,0 0 144 0,0 0-144 16,0 0 0-16,0 0 128 0,0 0-128 15,0 0 0-15,0 0 0 0,0 0 0 0,0 0 0 0,0 0 0 16,2-9-256-16,2 0 48 0,0-3 16 0,1 2 0 16,0-3-96-16,2 0-16 0,1-2 0 0,-2 1 0 15,2 0-64-15,0-1-16 0,0 0 0 0,1 2 0 16,0 1 0-16,0 0-16 0,-1 2 0 0,0 3 0 0,0 1 16 16,-2 3 0-16,-6 3 0 0,0 0 0 0,0 0 128 0,0 0 48 15,7 5 0-15,-3 0 0 0,-4-5 208 0,2 10 0 16,1 0 0-16,-2 2 0 0,0 1 0 0,2 1 0 15,1 2 0-15,0-2 0 16,0 0 0-16,0-1 0 0,1 0 0 0,3-1 0 16,2-1-624-16,2-1-16 0,2 0-16 0,2-2 0 15,1 0-832-15,0-4-176 0,0-1-16 0,0-3-16 16,1 0 928-16,-1-4 192 16,0 0 48-16,1-1 0 0,2-1 272 0,-3 1 64 0,-2-1 16 0,-1-3 0 0,2 1 176 0,0 1 0 15,-2-1 0-15,-1-1 0 0,-2-2 256 0,0 0-32 16,0 1 0-16,-2-1 0 0,-1 0 160 0,-2 0 48 15,-1 1 0-15,-1-1 0 0,-2 1 112 0,-1 1 32 16,-2 2 0-16,-2 1 0 0,-1-1-80 0,-1 3-16 16,-3 2 0-16,-1 2 0 0,0 2 160 0,-4 3 16 15,-2 2 16-15,-1 1 0 0,-3 2-288 0,2 2-48 16,0 0-16-16,2 1 0 0,0 0-48 0,2 0-16 0,2-2 0 16,1 1 0-16,4 0-256 0,2-2 128 15,0-2-128-15,3 0 0 0,1-8 0 0,0 0-144 0,0 0-16 0,6 7 0 16,2-2-144-16,1-1-16 0,2-2-16 0,0-2 0 15,3-1-48-15,0 0 0 0,-1-6 0 0,1 2 0 32,2-2-80-32,0-2-32 0,-1 0 0 0,1-4 0 15,-1 0-16-15,0-1-16 0,-3-3 0 0,1-1 0 0,0-2 336 0,0-1 192 0,0-5-192 0,-2 0 192 16,0-1-144-16,-1-2 144 0,-1 2 0 0,2-3-144 16,-1 0 144-16,-1 0 144 0,-1 4-16 15,-1 2-128-15,-1 2 448 0,-2 5-32 0,-3 4 0 0,1 4 0 0,-1 2 432 0,-1 7 96 16,0 0 16-16,0 0 0 0,-6 8-64 0,-2 4-16 15,-1 3 0-15,-1 5 0 0,1 0-432 16,0 3-64-16,1 1-32 0,1 2 0 0,-1 1-192 0,1 2-32 16,1-1-128-16,0 4 192 0,4-5-192 0,1 0 0 15,1-2 0-15,1 0 0 16,0-2-1168-16,0 2-288 0,1-4-48 0,-1 2-16 16,0 2-2256-16,2-1-448 0,-4-1-80 0</inkml:trace>
  <inkml:trace contextRef="#ctx0" brushRef="#br0" timeOffset="101452.42">1405 12385 14735 0,'-17'5'1312'0,"11"-5"-1056"16,-2 0-256-16,3 0 0 0,5 0 8496 0,0 0 1632 15,0 0 336-15,0 0 64 0,0 0-8000 0,9 0-1600 0,3 0-320 0,5 0-64 16,2 0 112-16,5 0 32 0,1-3 0 0,2 3 0 16,3-1-448-16,2 0-96 0,2 1-16 0,20-2 0 15,-5 0 64-15,-12 0 16 0,2 1 0 0,5 0 0 16,5-3-208-16,0 1 0 0,1-1 0 0,-1 3 0 0,2 0 0 16,-1-1 0-16,-2 2 0 0,-1 0 0 15,0 0-192-15,-3 2 0 0,-4-1 16 0,-1 0 0 16,-5 1-640-16,-1-2-128 0,-3 1-16 0,-3 0-16 15,-4 1-1136-15,-3-2-240 0,1 0-32 0,-3-2-19232 16</inkml:trace>
  <inkml:trace contextRef="#ctx0" brushRef="#br0" timeOffset="101670.88">3044 11735 24879 0,'0'0'2208'0,"-6"2"-1760"16,-2-2-448-16,1 1 0 0,7-1 4272 0,0 0 768 0,-5 3 144 16,0-1 48-16,-2 2-3824 0,2-1-752 0,0 1-144 0,5-4-48 31,0 0-2896-31,-4 6-576 0,-2 8-112 0,6-14-16 0</inkml:trace>
  <inkml:trace contextRef="#ctx0" brushRef="#br0" timeOffset="101802.35">2963 11969 48143 0,'0'0'2128'0,"-5"5"448"0,5-5-2064 0,-4 6-512 0,3 1 0 0,1-7 0 0,-4 5 1136 16,4-5 112-16,0 0 32 0,0 0 0 0,0 0-192 15,0 0-16-15,0 0-16 0,0 0 0 16,0 0-1504-16,0 0-288 0,0 0-64 0,10 0-23520 15</inkml:trace>
  <inkml:trace contextRef="#ctx0" brushRef="#br0" timeOffset="102545.99">3828 11548 35007 0,'0'0'3120'0,"0"0"-2496"0,0 0-496 0,0 0-128 0,0 0 3120 16,-3 7 592-16,-1 3 128 0,2 0 32 0,-1 4-2016 0,-1 6-416 15,1 5-80-15,2 5-16 0,1 4-640 0,1 2-144 16,1 1-32-16,0-4 0 0,0-3-272 0,2 0-48 16,1-1-16-16,0-2 0 0,-1-2-192 0,1-1 128 15,2-1-128-15,-2-5 0 0,0-2 128 0,-1-3-128 16,0-2 0-16,0-4 0 0,-4-7 0 0,0 0 0 16,0 0 0-16,0 0 0 0,8 0 0 0,-2-2 0 15,-2-5 0-15,3 1 0 0,-1-6 0 0,1 0 0 16,-2-2-192-16,1-2 192 0,2-1-224 0,-1 2 64 15,-3-6 16-15,2 0 0 0,2-1-16 0,1 0 0 16,0-4 0-16,2-1 0 0,-1 1 160 0,2 2-192 16,-2 1 192-16,1 5-192 0,-2 3 192 0,0 3 0 0,-4 4-144 0,2 4 144 15,-7 4 0-15,0 0 0 16,6 7 0-16,1 4 0 0,-2 5 272 0,-1 4 32 16,0 2 0-16,-2 0 0 0,2-1-80 0,0 0-16 15,0-1 0-15,0 0 0 0,0-3-208 0,1 0 176 16,0-1-176-16,2-3 160 0,1-3-160 0,-1-1 0 0,1-2 0 0,0-1 0 15,0-3 0-15,0-1 0 0,0 0 0 0,-1-2 0 16,0-2 0-16,-1 0 0 0,1-1 0 0,-1-2 128 16,0-2-128-16,-1 1 160 0,0-2-160 0,3 0 160 15,-2-1-160-15,0-1 160 0,-1-3-160 0,0 0 160 16,0 0-160-16,1 0 0 0,-1-3 0 0,-1-1 0 16,1 0 0-16,0 0-192 0,0-2 0 0,-1 2 16 31,-1 0-1184-31,-1 4-240 0,2 1-64 0,-1 1-22016 0</inkml:trace>
  <inkml:trace contextRef="#ctx0" brushRef="#br0" timeOffset="102771.22">3610 11533 51311 0,'-7'-4'2272'0,"7"4"480"0,0 0-2208 0,0 0-544 16,0 0 0-16,0 0 0 0,0 0 496 0,8-4-16 16,3 1 0-16,0 0 0 0,2 0-16 0,1 2 0 15,1-2 0-15,3 2 0 0,2 0-464 0,1-1 0 16,0 1-176-16,0 0 176 16,-1 0-2240-16,3-1-336 0,0 2-64 0,1-1-18848 0</inkml:trace>
  <inkml:trace contextRef="#ctx0" brushRef="#br0" timeOffset="102941.2">4298 11554 34095 0,'0'0'3024'0,"0"0"-2416"0,0 0-480 0,8 0-128 15,-8 0 2752-15,9 0 544 0,0-1 96 0,1 0 32 16,-3-2-1568-16,3 0-320 0,0 1-64 0,2-1-16 16,-1 0-1072-16,0 0-192 0,-1-3-64 0,2 2 0 15,1 1-896-15,0-3-192 0,-1 1-48 0,0 0 0 16,-2 0-1120-16,0-1-240 0,0 3-32 0,-4-1-16 15,1 1-1600-15,-1-2-320 0</inkml:trace>
  <inkml:trace contextRef="#ctx0" brushRef="#br0" timeOffset="103254.14">4261 11216 28559 0,'-16'-2'2544'0,"11"2"-2032"16,-2-1-512-16,1 1 0 0,-2 1 3616 0,1 1 624 0,-1 2 128 0,3 0 32 0,0 0-1888 0,1 1-368 16,-1 3-80-16,1 0-16 0,0 0-880 0,-1-2-176 0,1 1-32 0,1-1-16 15,2 2-432-15,1-8-96 16,0 0-16-16,0 0 0 0,0 0-400 0,0 0 0 16,0 0 0-16,5 8 0 0,-5-8 0 0,8 5 0 15,1-1 0-15,0-2 0 0,-9-2 0 0,9-4 0 0,1 1 0 0,-1 0 0 16,0-1 0-16,0 1 0 0,0-4-144 15,-1 1 144-15,-3-1-160 0,0 0 160 0,-1 1-128 0,0-1 128 16,-1 1-160-16,-1-2 160 0,0 2-192 0,-2 6 192 16,0-8-304-16,-2 1 48 0,1 1 16 0,1 6 0 31,-4-4-816-31,4 4-160 0,0 0-48 0,0 0 0 0,0 0-2576 16,0 0-528-16</inkml:trace>
  <inkml:trace contextRef="#ctx0" brushRef="#br0" timeOffset="106177.01">4614 12035 20271 0,'-3'-4'1792'0,"1"2"-1424"0,-2-5-368 0,1 2 0 16,2-2 4272-16,-2 2 784 0,-2 0 144 0,1 0 48 15,0 0-2432-15,0 1-464 0,0-2-112 0,0 1 0 16,-2 3-928-16,1 0-176 0,-1 2-48 0,0 0 0 0,-1 2-352 0,1-1-80 16,-1 0-16-16,0 2 0 15,-3 1-208-15,1 1-48 0,0 1-16 0,-1 2 0 0,-1 3-112 0,1 0-32 16,1 3 0-16,-2-1 0 0,2 2-96 0,1 0-128 16,1-1 176-16,1 0-176 0,2-2 0 0,3 1 0 15,0-1 0-15,2 1 0 0,2-3 0 16,1 1-352-16,2-2 48 0,3-3 16 15,3-1-928-15,0 1-192 0,1-4-48 0,0-2 0 16,0-1-208-16,0-2-64 0,3 1 0 0,-1-2 0 16,2-1-320-1,0-2-80-15,0 1-16 0,0-1 0 0,0 1 896 0,0-2 176 16,-4-1 48-16,0-2 0 0,1 1 272 0,-1-1 64 0,-1 0 16 0,-1 0 0 0,-4-1 1184 0,-1 2 256 16,-3 0 32-16,1 0 16 0,-1 3 976 0,-2 0 208 0,-1 7 48 15,0-6 0-15,0 6-128 0,0 0 0 16,-5-4-16-16,0 0 0 0,0 4-560 0,-2 1-128 15,1 2 0-15,-2-1-16 0,-1 4-448 0,0 1-96 16,-1 2-16-16,1 3 0 0,0-1-272 0,0 0-64 0,1 1-16 0,2 0 0 16,-1-2-288-16,2 1 128 0,1-1-128 0,3 1 0 15,-1-2 0-15,2-3 0 0,0-6 0 0,4 7 0 16,2-1-320-16,0-3 16 0,2 1 16 0,1-4 0 31,1 0-432-31,2-4-96 0,0 1-16 0,1-2 0 0,0 0-48 16,1 0-16-16,-2-1 0 0,-1 1 0 0,-1-1 304 0,-1-2 48 15,-1-1 16-15,0 1 0 0,0-1 368 0,-3 2 160 0,0-2-128 0,-1 1 128 16,-1 0 0-16,-1 1 0 0,1 0 144 0,1-1-144 16,-3 0 320-16,2 2-64 0,0 1 0 0,-3 5 0 15,0 0 64-15,4-5 0 0,-4 5 0 0,0 0 0 16,7-2 32-16,1 0 16 0,-8 2 0 16,0 0 0-16,8 2 64 0,-8-2 16 0,6 4 0 0,-1 3 0 15,0 0-48-15,-1 5 0 0,2-1 0 0,-2 2 0 0,-2 0 0 0,1 1 0 16,-2 0 0-16,0 1 0 0,-1-1-144 0,2 0-16 15,-2 1-16-15,0-4 0 0,0 3-224 0,1-3 176 16,0-3-176-16,1 0 160 0,-2-8-160 0,0 0 128 16,0 0-128-16,0 0 128 0,0 0-128 0,0 0 0 15,0 0 0-15,0 0 0 0,0 0-192 0,7-5 48 16,1-2 0-16,-1-1 0 0,-1-1 16 0,1-1 0 16,-1-1 0-16,2 2 0 0,3-5 128 0,-2 1-128 15,0-2 128-15,1 1-128 0,2-1 128 0,-2-1-160 0,-2 2 160 16,0 0-160-16,0 3 160 0,-2 0 0 0,2 4-144 15,-1 0 144-15,-7 7 0 0,0 0 0 16,0 0 0-16,0 0 0 0,0 0 0 0,6 7 208 16,-2 2-16-16,-1 1-16 0,-1 0 80 0,0 2 32 15,-1 0 0-15,-1 0 0 0,0 1-160 0,0-3-128 16,1 3 192-16,1-4-192 0,0 2 0 0,1-2 0 16,-1-1 0-16,2-2 0 0,-4-6 0 0,0 0 0 15,7 7-160-15,-7-7 160 0,8 1-384 0,1-1 64 16,-1-1 0-16,-1 1 0 0,0-4-48 0,1 1 0 0,0-3 0 0,-1-1 0 15,1 1 112-15,0-2 32 0,0-1 0 16,0 0 0-16,-2-2 80 0,1 1 16 0,-1-1 0 0,1 1 0 0,-2-1 0 16,3 2 0-16,-2 0 0 0,1 1 0 0,-1 2 128 15,0 1-192-15,-6 5 192 0,0 0-192 0,0 0 192 0,0 0 0 16,0 0-144-16,0 0 144 0,2 6 0 0,1 3 0 16,-2 2 0-16,0-1 128 0,-1 1 0 0,0 0 0 15,3 1 0-15,-2 0 0 0,2-2-128 16,1 1 0-16,0-1 0 0,2 0 128 15,2 0-128-15,0-1-192 0,1-3 32 0,0-1 16 16,0-1-528-16,2-1-96 0,0-2-32 0,1-1 0 16,-1 0-224-16,0-1-32 15,1-2-16-15,-2-1 0 0,0-1 320 0,-1-1 64 0,0-1 16 16,-1 2 0-16,-2-2 336 0,1 0 64 0,-1-2 16 0,-1 1 0 0,1-4 256 16,-1 2 0-16,-1-2 0 0,0 3 0 0,0-4 368 15,0 2 16-15,-2 1 16 0,2 1 0 0,0 1 304 0,-4 8 48 16,0 0 16-16,0 0 0 0,0 0 160 0,0 0 32 15,0 0 16-15,0 0 0 0,0 0 0 0,1 12 0 16,1 3 0-16,-2 0 0 0,-3 0-368 0,2 3-80 16,-1 2-16-16,1 1 0 0,0 2-176 0,-1 2-32 0,2 0-16 15,0 0 0-15,0-2-288 0,0 1 160 16,2-4-160-16,-1 1 128 0,0-2-128 0,2-4 0 16,-2 0 0-16,1-4 0 0,-1-2 0 0,0-1-176 0,-1-8 176 15,0 0-128-15,0 0-16 0,0 0 0 0,0 0 0 16,0 0 0-16,0 0-144 0,0 0-32 0,0 0 0 0,0 0 0 31,0 0-64-31,-1-6-32 0,0-3 0 0,-1-2 0 0,1-1 112 0,0-2 32 0,-1-2 0 16,1-2 0-16,0-1-16 0,-1-1 0 0,4-3 0 0,-1-1 0 15,0-1-32-15,2 1-16 0,1-1 0 0,0 1 0 16,0 2 112-16,0-1 32 0,-2 2 0 16,3 1 0-16,1 2 192 0,-1 4 0 0,0 1 0 0,2 2 0 0,-1 2 480 15,1 3-16-15,-2 2 0 0,1-2 0 0,0 5 32 16,1-3 0-16,1 2 0 0,1-1 0 0,2 2-240 15,-2-2-32-15,3 3-16 0,-2 1 0 0,0 2-208 16,1 0 128-16,-2-1-128 0,0 3 0 0,-2 2 176 0,-1 0-176 16,-1 0 192-16,-1 2-192 0,-2 1 176 0,-1 0-176 15,-2 0 160-15,-1 2-160 0,0 1 208 0,-2-2-48 16,-3 2-16-16,1-3 0 0,-2 1-144 0,-1-1 160 16,0 2-160-16,-2-3 160 15,2 1-160-15,-1-2 0 0,-1-1-160 0,2-2 160 16,3-1-1072-16,-1-2-112 0,7-2-32 0,0 0 0 15,0 0-2816-15,0 0-576 0</inkml:trace>
  <inkml:trace contextRef="#ctx0" brushRef="#br0" timeOffset="106525.55">6283 11499 38703 0,'0'0'1712'0,"0"0"352"0,-3-4-1648 15,3 4-416-15,0 0 0 0,0 0 0 0,3-3 3120 0,1-4 528 0,1 2 128 0,1 1 0 0,2 0-2176 0,1 0-432 16,2 0-80-16,0 2-32 0,2-2-784 0,-1 2-144 16,2 0-128-16,1 0 144 0,-2 1-144 0,0 0 0 15,0 1 144-15,1 0-144 0,1 1 0 0,-2 0 0 16,-3 2 0-16,-1 0 0 0,-2-1 0 0,-7-2 128 15,0 0 0-15,4 8 0 0,-2-1 48 0,0 0 16 16,-4 4 0-16,0-1 0 0,-5 2-48 0,-1 1 0 16,-1-3 0-16,-1 4 0 0,-2-1-144 0,2 0 0 15,-1-2 144-15,-1 2-144 0,-1 2 0 0,0-1 0 16,2-1 0-16,-1-2-192 16,0 2-848-16,3-4-176 0,0 1-48 0,2 1 0 15,2 2-2928-15,1-3-592 0</inkml:trace>
  <inkml:trace contextRef="#ctx0" brushRef="#br0" timeOffset="106689.97">6401 11945 21183 0,'-4'4'1888'0,"4"-4"-1504"0,0 0-384 15,0 0 0-15,0 0 7584 0,0 8 1440 16,0-8 304-16,0 0 48 0,-1 9-6816 0,1-9-1344 0,0 0-288 0,0 0-48 16,0 0-528-16,3 8-96 0,-3-8-32 0,0 0 0 15,0 0-224-15,0 0 0 0,0 0 0 0,0 0 0 31,0 0-784-31,9 4-208 0,-9-4-32 0,12 2-24128 0</inkml:trace>
  <inkml:trace contextRef="#ctx0" brushRef="#br0" timeOffset="140136.66">1570 13551 16575 0,'-6'-1'1472'0,"0"-4"-1168"0,1-2-304 0,-2 1 0 0,-2-2 3328 0,1 2 592 16,3-1 128-16,1 0 32 0,-1 0-1376 0,2 3-272 15,3 4-48-15,-1-3-16 0,1 3-800 0,0 0-160 16,0 0-48-16,0 0 0 0,0 0-544 0,0 0-112 15,-1 7-32-15,2 4 0 0,2 8-208 0,-2-1-32 16,-1 8-16-16,1 4 0 0,-1 3-64 0,0 3-16 16,-1 3 0-16,1 2 0 0,0-1-80 0,0-2-32 15,-1-4 0-15,1-3 0 0,0-2-96 0,0-3 0 16,-2-4-128-16,2-1 192 0,0-4-192 0,0-2 176 16,-1 0-176-16,1-4 160 0,0-1-160 0,0-10 0 15,0 0 0-15,0 0 128 0,0 0-128 0,0 0 0 16,0 0 0-16,0 0 0 0,0 0-240 0,-1-8 80 15,-2-1 16-15,2-3 0 0,1-2-16 0,0-3 0 0,0-4 0 16,0-3 0-16,2-3 160 0,2-4-208 0,0-3 80 0,1-1 128 16,3-2-176-16,1 1 176 0,2-2-128 0,1 1 128 15,1 2-128-15,0 1 128 0,-3 1-128 16,2 6 128-16,0 0 0 0,-1 3-128 0,1 5 128 0,0 2 0 16,-2 2 0-16,1 2 0 0,2 3 0 15,0 3-128-15,-4 5 128 0,1 3 0 0,1 3 0 16,-2 4 0-16,-1 4 160 0,-1 5-32 0,0 6-128 15,-1 4 192-15,0 5-64 0,-2 3-128 0,-2 1 176 0,1 2-176 16,-1-1 144-16,1-1-144 0,-2 1 0 0,2-3 144 16,-2-2-144-16,1-2 0 0,-1-2 0 0,0-4 0 15,0-1-640 1,1-5-192-16,-1-4-64 0,0-1 0 0,1 0-1392 16,-1-1-272-16,0-3-64 0,1-1-9728 0,-2-8-1920 0</inkml:trace>
  <inkml:trace contextRef="#ctx0" brushRef="#br0" timeOffset="140645.57">1594 13789 24879 0,'-27'-3'1088'0,"17"3"256"0,-1-1-1088 0,2-1-256 16,4 0 0-16,1 1 0 0,4 1 3904 0,0 0 704 16,0 0 160-16,0 0 32 0,9-4-3168 0,3-3-624 15,3 3-128-15,4-2-32 0,0 1-640 0,3-1-208 16,3 0 128-16,1-1-128 0,4 1 0 0,2-3 0 0,-1 1 128 0,1 0-128 15,1 0 0-15,-3 2 0 0,0-1 0 0,-1 3 0 16,-3-1 0-16,-3 1 0 16,-2-1-128-16,-3 4 128 0,-1-1-160 0,-4 2 160 15,-4 2-160-15,-9-2 160 0,0 0 0 0,0 0 0 16,0 0 0-16,0 0 0 0,0 0 448 0,2 9 0 16,-2-3-16-16,-2 2 0 0,-3 1 80 0,0-1 32 15,-2-2 0-15,1 1 0 0,-2 0-224 0,-1-1-32 16,-1 2-16-16,-1 0 0 0,2-2-272 0,0 2 160 0,0-1-160 0,0-1 128 15,0 2-128-15,-1 0 0 0,3-2 0 0,1 1 0 16,1-2 0-16,3 1 0 0,2-6 0 0,0 0 0 16,0 8 0-16,0-8 0 0,3 7 0 0,4-2 0 15,1 0 0-15,1-1 0 0,3-1 128 0,2-1-128 16,2 1 0-16,1-2 0 0,1 1 144 0,0-1-144 0,0-1 0 16,1 1 128-16,0 0-128 0,-1 2 0 0,-2-2 0 15,-2 2 0-15,-1 2 0 0,-1-2 0 0,-3 2 0 0,-1 2 0 16,-1-1 0-16,-2 2 128 0,-3 0-128 0,0 0 144 15,-4 1-144-15,-1 0 160 0,-3 1 160 0,0 1 48 16,-3-2 0-16,-3 1 0 0,-1 1-64 16,-3-1-16-16,-2-1 0 0,0 0 0 0,0 2-160 0,-2-5-128 15,0 1 144-15,1-1-144 16,-2 1-496-16,3-1-192 0,2-2-32 16,2 0-16-16,-1-1-1408 0,4-2-288 0,2 0-48 0,3-2-11024 15,6 1-2192-15</inkml:trace>
  <inkml:trace contextRef="#ctx0" brushRef="#br0" timeOffset="141046.84">2484 13632 21183 0,'0'0'944'0,"0"0"192"0,0 0-912 0,-7-2-224 16,7 2 0-16,0 0 0 0,-8-3 4848 0,-1 3 912 15,0 3 192-15,0-1 48 0,0 2-3472 0,0 0-688 0,-2 1-144 0,-1 3-32 16,-1 3-816-16,0-1-160 0,-2-2-48 0,6 0 0 15,-2-1-352-15,1 3-80 0,-2-1-16 0,0 0 0 16,2 1-192-16,-1 1 128 0,1-3-128 0,1 3 0 16,0-2 0-16,2 2 0 0,1-1 0 0,-1 1 0 15,3-2 0-15,2 1 0 0,0-2 0 0,2 0 0 16,0-8 0-16,3 8 0 0,2-2 0 0,2 1-160 0,-7-7 160 16,11 4-192-16,1 0 192 0,3 1-192 15,0-4 192-15,2 2-192 0,0-1 192 0,-1 0-192 16,2 1 192-16,-1 1 0 0,-1 0 0 0,-2 0-128 0,-1-1 128 15,-1 1 0-15,-2 2 0 0,1-2 0 0,-5 0 0 16,-6-4 0-16,5 8 0 0,-1 0 0 0,-4-8 160 0,0 9-32 16,-2 1-128-16,-2 1 192 0,-3-2 32 0,-1 1 0 15,-1-2 0-15,-1 1 0 0,-2 0-64 0,0 2-16 16,-1-3 0-16,-1 1 0 0,0-1-144 0,-1-1 0 16,2 1 0-16,-1 1 0 15,-1-5-976-15,2 3-128 0,2-1-32 0,0-1 0 16,2-1-1344-16,3 0-272 0,6-4-48 0,0 0-15936 0</inkml:trace>
  <inkml:trace contextRef="#ctx0" brushRef="#br0" timeOffset="141429.65">2598 13752 16575 0,'0'0'1472'0,"0"0"-1168"16,0 0-304-16,0 0 0 0,0 0 5248 0,0 0 976 0,0 0 208 0,0 0 32 15,2 8-3584-15,-4 1-704 0,1 2-160 0,-2 2-32 16,1 2-512-16,-1 2-128 0,1 3 0 0,-1-2-16 15,2 0-704-15,-1 2-144 0,2-1-32 0,0 0 0 16,2-2-272-16,-1 0-176 0,0-2 192 0,3 0-192 16,1-2 0-16,1-2 0 0,0 2 0 0,1-5 0 15,-2 0 0-15,1 0-144 0,1-4 16 0,1-2 0 16,1-2-256-16,-1 0-32 0,1-5-16 0,-1 0 0 0,-2-2 48 0,1 1 0 16,0-1 0-16,-1-4 0 0,-1-2 176 0,0-2 32 15,0-2 16-15,1-1 0 0,-3-3 160 16,1-2-128-16,0-2 128 0,2 0-128 0,-1 0 128 0,0 3 0 15,-1-1 0-15,0 4 0 0,0 5 0 0,-2-1 0 16,-2 4 0-16,0 11 0 0,0 0 128 0,0 0 16 16,0 0 0-16,0 0 0 0,0 0 48 0,0 9 16 15,0 4 0-15,-1 0 0 0,1 4-208 0,1 1 0 16,1 2 128-16,-1 0-128 0,-1-1 0 0,2-1 0 16,1 3 0-16,1-2 0 0,0-1 0 0,1-3-192 15,2 0 48-15,-1-2 0 16,-1-1-1648-16,1-2-336 0,0-1-64 0,2-1-16 15,-2-2-1696-15,1 1-352 0,-1-2-64 0</inkml:trace>
  <inkml:trace contextRef="#ctx0" brushRef="#br0" timeOffset="142270.24">2937 13669 32655 0,'0'0'1440'0,"0"0"304"0,-2-5-1392 0,2 5-352 15,0 0 0-15,0 0 0 0,0 0 2608 0,0 0 448 0,0 0 80 16,0 0 32-16,-2 9-1280 0,1 4-256 0,1-2-48 0,0 5-16 15,-1 1-576-15,1 0-112 0,0 3-32 0,0 2 0 16,1-1-336-16,0 2-80 0,1 0-16 0,-1 0 0 16,-1-2-208-16,3-3-32 0,-1-3-16 0,1 0 0 15,-1-2-160-15,1-1 128 0,0-1-128 0,-1-4 128 16,-2-7-128-16,0 0 0 0,0 0 144 0,0 0-144 0,0 0 0 0,0 0 0 16,0 0 0-16,0 0 0 0,0 0 0 0,0 0-128 15,0 0 128-15,5-5-128 16,-1-3 128-16,0-1 0 0,-1-2-144 0,1 1 144 0,-2-7-160 15,2-1 160-15,2-3-208 0,0 0 80 0,2-1 0 0,1 0 0 16,0-1 0-16,0 4 0 0,2 2 128 0,-2 3-160 16,-1 0 160-16,-1 5-160 0,0 2 160 0,-1 1 0 15,-6 6 0-15,0 0-128 0,0 0 128 0,7 6 0 16,-2 0 160-16,0 4-160 0,-1 4 256 0,0 2-64 16,0 4 0-16,-1 1 0 0,-1 1-64 0,1 1-128 15,0 2 176-15,0-4-176 0,1-1 0 0,2-1 0 16,-1-3 0-16,0-2 0 15,0-1 0-15,2-4 0 0,-1 1 0 0,1-4 0 0,-1-1 0 0,2-1 0 16,-8-4 0-16,7 3-192 0,1-3 32 0,-1 0 16 16,0-4 0-16,-1 0 0 0,1-1-16 0,-1-3 0 0,1-1 0 15,-1-4 0-15,1-2-64 0,-1 0-16 0,2-9 0 16,0 2 0-16,-1-1-48 0,0-1-16 0,1 2 0 0,1 1 0 16,-1 0 32-16,0 3 0 15,-1 4 0-15,-2 2 0 0,-1 3 64 0,-2 2 16 16,-2 7 0-16,0 0 0 0,0 0 192 0,0 0 0 0,0 0 0 0,0 0 0 15,2 9 176-15,-1 1-32 0,-2 0 0 0,1 2 0 16,1 1-16-16,-2 1-128 0,1 2 192 0,1 1-64 16,2-2-128-16,-1 1 0 0,2 0 0 0,0-3 128 15,2 1-128-15,2-1 0 0,1 0 0 0,2-1 0 16,1 0 0-16,2-2 0 0,0-1-176 0,3 0 176 16,0-2 0-16,-1-1-128 0,2-2 128 0,-1 0 0 15,-3-1 0-15,2-2 0 0,-2-1 0 0,2-1-128 0,0-3 128 16,-1-1 0-16,0-1-144 0,-1-1 144 0,0-4 0 15,-1-1 0-15,-2 1-144 0,0-5 144 0,1-2 0 0,0-4 0 16,-2 1-128-16,0 0 128 0,-1 0 0 16,-3 1-192-16,-2 2 192 0,-1 1-160 15,-2 4 160-15,0 2 0 0,-3 0 0 0,-2 3 0 0,-3 2 128 16,-1 3-128-16,-2 2 160 0,-2 2-160 0,-2 2 256 0,0 3-32 16,-1 5-16-16,0-1 0 0,-2 6 48 0,0 1 0 15,0-2 0-15,1 6 0 0,3-1-64 0,1-1-16 16,2 0 0-16,2-1 0 0,3-1-48 0,1-3-128 15,3 2 192-15,3-2-64 0,2-1-128 0,4 0 0 16,1-1 0-16,4-2 0 0,3 1 0 0,2-2 0 16,4 1 0-16,0-2 0 0,3 1 0 0,1-2-176 0,0-3 176 0,2-2-128 15,-4 1 128-15,3 1-160 0,-1-4 160 0,-2 1-160 32,-1 0-1088-32,-1 1-224 0,-1 0-32 0,-1 1-16 15,0 1-2576-15,-3-2-528 0</inkml:trace>
  <inkml:trace contextRef="#ctx0" brushRef="#br0" timeOffset="142717.29">1717 14439 31327 0,'0'0'2784'0,"0"0"-2224"0,-7-2-560 0,7 2 0 0,0 0 3840 0,0 0 640 16,0 0 144-16,0 0 32 0,11-4-2800 0,3 2-544 16,4 0-112-16,3 1-32 0,0-2-336 0,7 0-64 15,2-1 0-15,3 0-16 0,4 2-336 0,1-1-64 16,2-1-16-16,5 0 0 0,3 1-144 0,4-1-48 15,4 0 0-15,-13 2 0 0,8-3-144 0,6 4 160 16,6-2-160-16,1 2 160 0,-2-2-160 0,2 3 0 16,3-2 0-16,-1 0 0 0,2 0 0 0,0 1 0 15,-2-1 128-15,-2 1-128 0,-4 0 0 0,-1-1 0 0,-2 0 0 16,-2-1 0-16,-2-1 0 0,-2 0 128 16,-1 0-128-16,-3 0 0 0,-4 2 0 0,-3-3 0 0,-3-1 128 15,-5 3-128-15,-3-1 0 0,-3 1 0 0,-3 0 0 0,0 1 0 16,-4 0 0-16,-1 1 0 0,1 0-160 0,-5 1 160 31,-1 0-608-31,-3 0-32 0,-2 1 0 0,0-1 0 16,-8 0-768-16,0 0-176 0,0 0-16 0,0 0-16 15,5 3-2480-15,-5-3-512 0</inkml:trace>
  <inkml:trace contextRef="#ctx0" brushRef="#br0" timeOffset="143133.76">4321 13717 15663 0,'-17'3'1392'0,"10"-1"-1120"15,1-2-272-15,6 0 0 0,0 0 7952 0,0 0 1536 0,-3 0 304 0,0 0 64 16,3 0-7088-16,0 0-1424 15,0 0-272-15,0 0-64 0,0 0-288 0,0 0-48 0,0 0-16 0,0 0 0 16,0 0-464-16,0 0-192 0,0 0 128 0,0 0-128 16,0 0 0-16,0 0 0 0,0 0-144 0,0 0 144 31,0 0-1152-31,0 0-112 0,0 0-16 0,0 0-16 16,8 0-2048-16,0 0-416 0,0 0-80 0</inkml:trace>
  <inkml:trace contextRef="#ctx0" brushRef="#br0" timeOffset="143347.45">4337 13927 24879 0,'-19'4'2208'0,"11"-3"-1760"0,-2 0-448 0,2 2 0 0,1 2 6080 16,1 2 1152-16,1-5 208 0,5-2 48 0,-4 6-4848 0,0-1-976 16,4-5-192-16,0 0-32 0,0 0-736 0,-4 2-128 15,4-2-48-15,0 0 0 0,0 0-528 0,0 0 0 16,0 0 0-16,0 0 0 0,0 0 0 0,0 0 0 15,0 0 0-15,0 0 0 0,0 0-160 0,0 0-144 16,0 0-16-16,0 0-16 16,0 0-2416-16,10 0-464 0</inkml:trace>
  <inkml:trace contextRef="#ctx0" brushRef="#br0" timeOffset="149969.71">5416 13705 16575 0,'0'0'1472'0,"0"0"-1168"0,-3-10-304 0,2 1 0 16,1 9 5296-16,-2-11 992 15,1 2 208-15,1 9 32 0,0 0-4224 0,-5-8-832 0,0 1-192 0,-2 0-16 16,7 7-128-16,-8-5-32 0,-1 2 0 0,0-1 0 16,9 4-496-16,-10-1-96 0,-2 1-32 0,0 1 0 15,-1 1-208-15,0 0-32 0,0 2-16 0,-1 0 0 16,-2 1-96-16,0-1 0 0,0 4-128 0,1 0 192 15,2-3-192-15,1 0 0 0,-2 4 0 0,2-1 0 0,2-1 0 0,3-3 0 16,2-1 0-16,0 3 0 0,-2-4 0 0,7-2 0 16,0 0 0-16,0 0 0 0,0 0-192 15,0 0 192-15,0 0-192 0,7 7 192 0,2-1-192 16,2 0 64-16,0-3 128 0,2 3-208 0,4-4 208 0,1 2 0 16,-2-2 0-16,10 3 0 0,-1-4 0 0,0 4 0 15,-3-1 0-15,-1 1 0 0,-2 1 0 0,1 0 0 16,-3 1 0-16,-2 2 0 0,0 0 0 0,-2 1 0 15,-1 1 0-15,-2-1 0 0,-2 1 0 0,-2 0 0 16,-2 1 0-16,-1 0 0 0,-1 0 272 0,-2-1-48 16,-2-3-16-16,-2 1 0 0,-1 0 272 0,-2 2 48 15,-3-5 16-15,-1 1 0 0,0 2-32 0,-2-1-16 16,-3-2 0-16,-2 1 0 0,-1-3-176 0,0 1-16 0,-2-1-16 16,0-2 0-16,0 1-128 0,0-3-32 15,-1 0 0-15,1-1 0 0,2-2-128 0,1 1 0 16,-2 0 0-16,6 0 0 15,1 0-576-15,4-2-112 0,1 2-16 0,8 2 0 16,0 0-960-16,0 0-192 0,0 0-32 0,0 0-16 16,10 0-2016-16,6-3-416 0,3-1-80 0</inkml:trace>
  <inkml:trace contextRef="#ctx0" brushRef="#br0" timeOffset="150142.4">5631 13961 44639 0,'0'0'1984'0,"0"0"384"0,-4 6-1888 0,0 0-480 0,4-6 0 0,0 0 0 15,-7 5 1328-15,2 1 160 0,0-2 48 0,5-4 0 16,0 0-576-16,0 0-96 0,0 0-32 0,0 0 0 16,0 0-832-16,0 0 0 0,0 0 0 0,0 0 0 15,8 3-1504-15,1-3-224 0,0-5-32 0,4 3-16 16,3 2-1232-16,-1-4-256 0,2-3-64 0,0 0-14000 16</inkml:trace>
  <inkml:trace contextRef="#ctx0" brushRef="#br0" timeOffset="150419.69">6004 13773 16575 0,'0'0'1472'0,"1"-6"-1168"16,2-1-304-16,-1 1 0 0,1-1 4672 0,-3 7 896 16,2-8 160-16,0 2 32 0,-2 6-2608 0,1-7-528 15,-1 1-96-15,0 6-32 0,0 0-784 0,0 0-176 16,-3-7-16-16,3 7-16 0,0 0-544 0,0 0-96 16,-6-3-32-16,-1 2 0 0,-1 2-256 0,2 5-48 15,-3-4-16-15,-2 6 0 0,-2 3-192 0,0 2-32 16,-1 2-16-16,0 3 0 0,-2 3-128 0,2 2-16 0,1-3-128 0,2 1 192 15,2-1-192-15,3-2 0 16,0-1 128-16,2-1-128 0,2-1 0 0,2-3 0 0,2 0 0 0,4-2 0 16,0-1 0-16,1-1 0 0,1-1 0 15,2-2-160-15,2 0 160 0,2 0-192 0,3-3 192 16,0 0-192-16,-1 1-32 0,1-3-16 0,1-4 0 0,0 1 0 31,2 1-720-31,-1-1-160 0,-1-2-32 0,3 0 0 0,0-3-1472 16,0 1-320-16,0 1-48 0,0-1-17344 0</inkml:trace>
  <inkml:trace contextRef="#ctx0" brushRef="#br0" timeOffset="150578.38">6310 13923 27647 0,'0'0'2448'0,"0"0"-1952"0,-5 7-496 0,5-7 0 0,0 0 4480 0,-2 11 784 16,1-3 176-16,2-1 16 0,-1-7-3248 0,0 0-656 15,3 9-128-15,1-1-16 0,1-2-928 0,0-1-176 16,2 2-48-16,-1-3 0 15,4 0-1264-15,0-2-256 0,0-2-48 0,5 2-16 16,0 0-3056-16,1-1-608 0</inkml:trace>
  <inkml:trace contextRef="#ctx0" brushRef="#br0" timeOffset="151020.06">6812 13687 22111 0,'-4'-10'1968'0,"4"10"-1584"15,-3-4-384-15,1 0 0 0,0-1 5536 0,2 5 1024 0,-1-6 208 0,1 6 32 16,-5-4-4096-16,1 1-816 0,4 3-160 0,-5-2-48 16,-2-2-464-16,1 2-112 0,-1-1-16 0,-1 2 0 15,1 2-656-15,-2 2-144 0,-2-3-32 0,1 1 0 16,-1 4-96-16,-1-2-32 0,1 1 0 0,-2 1 0 16,-2 0-128-16,2 2 192 0,2-1-192 0,-1 1 192 15,0-2-192-15,2 1 0 0,1 1 0 0,1 1 0 16,1-2 0-16,2 1-144 0,1-1 144 0,4-6-160 15,-2 8 160-15,0 0 0 0,2-8 0 0,3 7-128 16,-3-7 128-16,6 9 0 0,2 0 0 0,3-1 0 16,2-2 0-16,1 1 0 0,-1-2 0 0,0 0 0 15,3-1 0-15,1 0-128 0,0-2 0 0,0 2 0 0,-1 0 128 16,1 0 0-16,0 0 0 0,0 0 0 0,-1 1 0 0,0-3 0 16,-2 3 0-16,-1-1 0 0,-3 2 0 0,1 1 0 15,-2-1 0-15,-1 2 0 0,-3 0 0 0,-1-2 0 16,-4-6 0-16,3 8 0 0,-2 0 128 0,-2 0-128 15,-2 0 160-15,-1 0-160 0,-1-2 160 0,-2 1-160 16,-1-1 160-16,-2 1-160 0,-2-1 144 0,-1-1-144 16,-1-1 128-16,-2 1-128 0,-1 1 0 0,0-1 0 15,-1-1 0-15,1 0 0 0,2-2 0 0,1 1 0 16,1 0-224-16,3-1 80 16,2-1-1232-16,2 1-240 0,6-2-48 0,0 0-14528 15,0 0-2880-15</inkml:trace>
  <inkml:trace contextRef="#ctx0" brushRef="#br0" timeOffset="151187.91">7056 13948 32255 0,'0'0'2864'0,"0"0"-2288"15,0 0-576-15,0 0 0 0,0 0 4256 0,0 0 736 0,0 0 160 0,0 0 32 16,0 0-3008-16,0 0-576 0,0 0-128 0,0 0-32 16,0 0-736-16,0 0-128 0,0 0-48 0,0 0 0 15,0 0-528-15,0 0 0 0,0 0 0 0,9 1 0 31,-9-1-896-31,0 0-304 0,9 0-48 0,-9 0-15184 0,10 5-3024 0</inkml:trace>
  <inkml:trace contextRef="#ctx0" brushRef="#br0" timeOffset="157473.65">5439 8625 11967 0,'4'-16'528'0,"-1"4"112"0,1-2-512 0,1 4-128 0,-1 3 0 0,-4 7 0 16,10-3 1968-16,2-1 352 0,0-2 80 0,6 2 16 16,3 0-2032-16,3 0-384 0,5-1-128 0,5-1 0 15,5-1 352-15,-15 4 80 0,2-1 16 0,6 2 0 16,6-1 400-16,5 1 96 0,5-4 16 0,6 3 0 15,2 0-304-15,59-2-48 0,-10-2-16 0,-2 5 0 16,-2-1-256-16,-1 2-48 0,-1-2-16 0,4 2 0 16,3 1-144-16,2 0 160 0,0 0-160 0,-1 2 160 0,-1 1-160 15,2 0 128-15,1-2-128 0,-7 0 128 0,-8 0-128 0,-4 1 160 16,-3 0-160-16,-3 0 160 16,-4 2-160-16,-9-4 0 0,-10-3 144 0,-5 3-144 0,-4 0 0 0,-7 0 0 15,-8 0 0-15,-5 4-128 0,-5-1 128 16,-6-1 0-16,-4-1 128 0,-5 1-128 0,-12-2 0 0,0 0-128 15,0 0 0-15,0 0 0 0,0 0-16 0,0 0 0 16,0 0 0-16,0 0 0 0,0 0 144 0,0 0 176 16,0 0-48-16,0 0-8064 15,0 0-1632-15</inkml:trace>
  <inkml:trace contextRef="#ctx0" brushRef="#br0" timeOffset="184526.93">5168 14836 28559 0,'0'0'1264'0,"-1"-10"272"0,-1 3-1232 0,2-1-304 0,2 0 0 0,0-1 0 15,0-3 752-15,0 4 80 0,1 2 32 0,-1-3 0 16,1 0 448-16,0-1 96 0,-1 0 0 0,-1 0 16 15,2 2-768-15,0 3-144 0,-1-5-48 0,0 3 0 16,-1-3-224-16,-1 4-48 0,0 6-16 0,0 0 0 16,-3-9-48-16,-1 2 0 0,0 2 0 0,4 5 0 15,-7-1-128-15,-2 1 0 0,-3 2 0 0,-1 5-176 16,-2 3 176-16,-2 3-160 0,-2 3 160 0,6-4-160 0,-3 1 160 0,1 1 176 16,-1 0-48-16,3 2 0 0,1 1-128 0,3-4 160 15,0 0-160-15,2-1 160 0,4-2-160 0,1-1 0 16,2-9 0-16,0 0 0 0,3 10 128 0,1-4-128 15,2-1 0-15,2-1 128 0,1-1 0 0,3-3-128 16,0-2 192-16,2 0-64 0,0-1-128 0,2-1 160 16,0-1-160-16,1-1 160 0,1-2-160 0,0-1 0 15,0-3 0-15,2 2 0 0,-1-1 0 0,1 1 0 16,0 1-224-16,-4-1 80 0,1 4-16 0,-2-1 0 16,-2 2 0-16,-3 3 0 0,-1-1 160 0,-9 3-160 15,0 0 160-15,0 0-160 0,6 8 160 0,-4 3 144 16,-2 3-16-16,-1 0-128 0,-2 4 608 0,-2 2 16 15,-1 2 0-15,-1 1 0 0,1 3 16 0,-1 3 0 0,0-2 0 16,0 0 0-16,-2-1-288 0,1 0-48 16,0 0-16-16,0-1 0 0,2-2-288 0,-1-1 0 15,2 2 128-15,-2 4-128 0,2-4 0 0,1-5 128 0,0 0-128 0,2-6 0 32,-1-3-288-32,3-10-160 0,-4 9-48 0,4-9 0 15,0 0-1792-15,0 0-352 0,0 0-80 0,0 0-14080 0</inkml:trace>
  <inkml:trace contextRef="#ctx0" brushRef="#br0" timeOffset="185943.62">5086 15079 23951 0,'-5'-13'2128'0,"2"8"-1696"0,3 5-432 0,0 0 0 16,0 0 2864-16,0 0 480 0,0 0 112 0,0 0 0 0,0 0-2224 0,0 0-448 15,0 0-80-15,0 0-32 0,9-2 304 16,2-1 64-16,-1-1 16 0,2 1 0 0,-1 2-624 0,1-3-128 15,0 2-32-15,1-6 0 16,1 3-16-16,3-1-16 0,1-2 0 0,1-1 0 0,-1-2-112 0,3-2-128 16,1-3 176-16,-1 0-176 0,-3-1 0 0,2 0 0 15,1 0 0-15,-1 1 0 0,-1-4-192 0,-1 3-64 16,0-4 0-16,-2 3 0 0,-2-2-80 0,-1 6-32 16,-2 1 0-16,-1 1 0 0,-2 2 128 0,-3 2 32 15,-5 8 0-15,0 0 0 0,0 0 208 0,0 0 0 0,0 0 0 16,0 0 0-16,0 0 224 0,0 0 96 15,0 0 0-15,-4 13 16 0,0 0 96 0,0 4 16 16,0-1 0-16,1 1 0 0,-3 0-96 0,2-3-16 16,2 2 0-16,0-1 0 0,1 0-208 0,2-1-128 15,1-2 160-15,0-2-160 0,0 0 144 0,-2-10-144 0,2 10 128 0,-2-10-128 16,0 0 0-16,8 5 0 0,-8-5 128 16,0 0-128-16,12 0 0 0,-2-3 0 0,-10 3-192 15,12-8 192-15,1-2-336 0,-1-2 48 16,-4-1 16-16,2 0 0 15,0-1-112-15,2-2-32 0,1-2 0 0,0 0 0 16,0-5-160-16,0 4-48 0,0-1 0 0,-1 2 0 16,0 1-80-16,-2 2-32 0,-2 1 0 0,-1 1 0 0,-2 4 384 15,-5 9 80-15,2-5 16 0,-2 5 0 0,0 0 448 0,0 0 112 0,0 0 16 0,0 0 0 16,0 12 160-16,-1 3 32 0,-1 2 16 0,-1 0 0 16,2-1 32-16,-1 1 0 0,2 3 0 0,2-4 0 15,0 4-304-15,1-6-64 0,1 2-16 0,0-2 0 16,1-2-176-16,1-1 128 0,2-2-128 0,0-2 128 0,1 0-128 15,2-2 160-15,-1-1-160 0,0-1 160 0,1-3-160 16,1 0 0-16,-1 1 0 0,1-4 0 0,-1-2-176 0,0-1 48 16,2-1 0-16,0-1 0 0,-2 1-64 15,0-4 0-15,1 1 0 0,0 1 0 0,0-6-128 0,-2 2-16 16,1-1-16-16,-1-1 0 16,0 1-240-16,0 0-48 15,-4 1-16-15,1 1 0 0,-2-1 16 16,-1 1 0-16,-2 3 0 0,0 1 0 0,-2 8 320 0,0-8 64 0,0 8 0 15,0 0 16-15,0 0 240 0,0 0 0 0,-8-5 144 0,8 5-144 0,0 0 192 0,-9 5-64 16,1-2-128-16,0 5 192 0,0 4 64 0,2-1 0 16,-1 0 0-16,-1 1 0 0,-1 2 64 0,1 2 32 15,1-1 0-15,0 1 0 0,3-2-96 0,0 0-32 16,0 0 0-16,0-3 0 0,2 0-80 0,0-1-16 0,1 1 0 0,1-2 0 16,0-9-128-16,0 0 160 15,4 8-160-15,-4-8 160 0,0 0-32 0,0 0-128 0,0 0 192 16,0 0-64-16,12 3-128 0,-2-3 0 0,-10 0 0 15,12-5 0-15,-3-1-208 0,2-1-32 0,-1 1 0 0,-1-3 0 16,0-6-272 0,2 1-48-16,-1-2-16 0,2-2 0 0,-2-2-480 15,2 1-96-15,-2 1-32 0,1-1 0 16,-2 1-64-16,-1 4-16 0,-2 2 0 0,0 0 0 0,-3 3 880 0,-3 9 160 0,0 0 32 16,0 0 16-16,2-8 944 0,-2 8 176 0,0 0 32 0,0 0 16 15,0 0 336-15,0 0 64 0,-9 13 16 0,3 3 0 0,1-6-480 16,1 5-96-16,0-2 0 0,2 1-16 15,0 0-304-15,2 1-64 0,2-1-16 0,0 1 0 16,2-2-256-16,0-2-48 0,1 1-128 0,2-4 192 0,-1 0-64 0,-6-8 0 16,0 0-128-16,11 7 192 0,-3-1-64 0,-8-6-128 15,10 2 176-15,-10-2-176 0,12-1 0 0,-2-2 0 16,1-1 0-16,-3-1 0 0,-1 0 0 0,1-4 0 16,0 0-176-16,0-3 176 0,-2-1-320 0,2-1 32 15,0-2 16-15,0 0 0 16,0 1-176-16,-1-2-16 0,1 0-16 0,0 3 0 15,0 0-128-15,-3 3-32 0,-2 0 0 0,-1 3 0 0,1-1 368 0,-3 9 64 16,0 0 16-16,0 0 0 0,0 0 384 0,0 0 64 16,0 0 32-16,0 0 0 0,0 0 32 0,0 0 0 0,0 0 0 0,0 0 0 15,5 11-80-15,-1 1-16 16,-4-12 0-16,4 16 0 0,0-1-224 0,1-1 0 16,2-2 128-16,-1 0-128 0,-2 1 0 0,1 1 0 15,2-1 0-15,-2-3 0 0,0 4 0 0,-1-5 0 0,-4-9 0 16,5 10 0-16,-5-10 0 0,4 10 0 0,-4-10 0 15,0 0 0-15,4 10-144 0,-4-10-32 0,0 0 0 0,0 0 0 16,0 0 176-16,0 0-192 0,0 0 192 0,0 0-192 16,0 0 192-16,0 0 0 0,0 0 0 0,0 0 0 15,0 0-144-15,0 0 144 0,0 0-160 0,0 0 160 16,0 0 0-16,-1-11 0 0,1 2 0 0,2 0 0 16,2 0 0-16,2 0 0 0,0-2 0 0,2 1 0 15,0-1 128-15,1 1-128 0,1-2 192 0,2 1-192 16,0-3 160-16,0 3-160 0,-1-1 128 0,0 2-128 0,-2 0 0 0,-1 4 128 15,-1-1-128-15,-7 7 0 0,8-6 0 0,-8 6 128 16,0 0-128-16,0 0 0 0,0 0 272 0,0 0-16 16,0 0-16-16,8 9 0 0,-8-9 240 15,4 17 48-15,-1 0 16 0,-3 0 0 0,-2-1 112 0,1 0 32 16,0 4 0-16,-1-3 0 0,2 3-288 0,2-6-48 16,-2 0-16-16,0 1 0 0,1-4-208 0,-1 0-128 15,0-11 160-15,1 10-160 0,-1-10-176 0,3 11-128 16,-3-11-16-16,0 0-16 15,4 9-2032-15,-4-9-384 0,0 0-96 0,0 0-14176 0</inkml:trace>
  <inkml:trace contextRef="#ctx0" brushRef="#br0" timeOffset="186093.9">6586 14580 36111 0,'-5'-17'1600'0,"4"9"320"0,0 2-1536 0,1 6-384 16,0-7 0-16,0 7 0 0,0 0 368 0,0 0-16 0,0 0 0 0,0 0 0 31,10 3-1328-31,0 2-272 0,1 3-48 0,-2-2-14000 0</inkml:trace>
  <inkml:trace contextRef="#ctx0" brushRef="#br0" timeOffset="186262.49">6726 14766 37727 0,'0'0'1664'0,"0"0"352"16,0 0-1616-16,0 0-400 0,0 0 0 0,0 0 0 0,0 0 1216 0,13 0 144 0,0-2 48 0,-1 1 0 0,-2 1 96 0,1-2 32 16,2 0 0-16,0-1 0 0,1 0-1152 0,2 2-240 15,2 0-144-15,0 1 192 16,-1-1-1008-16,1-1-192 0,2 0-32 16,1-1-16-16,2 3-2272 0,-1 0-464 0,7-3-96 0,-5 1-16 0</inkml:trace>
  <inkml:trace contextRef="#ctx0" brushRef="#br0" timeOffset="187262.58">7124 14773 16575 0,'0'0'736'0,"0"0"160"0,0 0-720 0,0 0-176 16,0 0 0-16,0 0 0 0,0 0 3504 0,0 0 656 15,0 0 144-15,9-4 32 0,-2 1-1920 0,4 1-384 16,-1 1-80-16,2-1-16 0,1-2-1104 0,0 2-208 15,0 0-48-15,0 0-16 0,0-2-368 0,0 0-192 16,0 0 192-16,2 2-192 0,0-5 0 0,-2-1 0 16,-1-1 0-16,0 3 0 0,-2-1-224 0,1 0-96 15,-1-2-32-15,1 3 0 16,-1-1-176-16,0 1-48 0,-10 6 0 0,10-8 0 16,-10 8-208-16,5-7-48 0,-5 7-16 0,0 0 0 0,2-13 176 15,-2 13 32-15,0 0 16 0,0 0 0 0,-5-10 240 0,5 10 32 0,-9-7 16 0,1 2 0 16,2 0 176-16,6 5 160 0,-9 0-208 0,-1 4 80 15,1-1 128-15,9-3 0 0,-9 7 0 0,1 1 128 0,0 1 192 0,2 0 32 16,1 1 16-16,1-1 0 0,1 1 96 0,2 1 32 16,1-1 0-16,1 0 0 0,-1-10-192 0,5 13-48 15,-5-13 0-15,11 14 0 0,1-7-32 0,1 1-16 16,1 0 0-16,4-2 0 0,4 1 0 0,4-6 0 16,2 2 0-16,1-3 0 15,-1-3-208-15,2 2 176 16,-1-6-176-16,-2 2 160 0,-1 0 48 0,-2-3 16 0,-2-1 0 0,1 0 0 0,2-1 160 15,0-2 16-15,-3-1 16 0,0 0 0 0,-1 0-224 0,-1 1-32 16,-2-2-16-16,-1 1 0 0,-1-2-144 0,-2 2 0 16,-1 1 0-16,-3 2 0 0,-2 1 0 0,-4 0 0 15,-4 0-224-15,0 9 80 0,0 0 144 0,0 0-160 16,-10-9 160-16,1 3-160 0,-1 5 160 0,0 2 0 16,-2-1 0-16,1 3 128 0,-4 1 0 0,1 1 16 15,-3 3 0-15,6-2 0 0,0 1-16 0,-2 2-128 16,0 1 192-16,0 1-64 0,0 2-128 0,1-3 160 15,1 2-160-15,2 2 160 0,3-3-160 0,-1 1 0 16,2-1 0-16,1 0 0 0,2 1 0 0,0-5 0 0,1 1 0 0,1-8 0 16,-1 8 0-16,1-8 0 0,0 0 0 0,0 0 0 15,0 0 0-15,6 7 0 0,-6-7 0 16,8 2 0-16,2-1 0 0,1-1 0 0,-1-2 0 0,2-2 0 16,0 0 0-16,-1-3 0 0,1 4 0 15,0-3 0-15,1 0 0 0,-1-1 0 0,-2 2 0 0,-1-1 0 16,-1 0 0-16,-1 2 0 0,-7 4 0 0,0 0 0 15,0 0 0-15,0 0 0 0,0 0 0 0,5 8 128 16,-3 1 384-16,0 2 80 0,-4 1 16 0,1 2 0 0,0 2 224 0,0 2 32 16,-2 1 16-16,0 4 0 0,-1 0-208 15,0 0-32-15,1 4-16 0,0-3 0 0,2 2-320 0,-1 3-64 16,0-2-16-16,-1 11 0 0,1-5-224 0,0-2 0 16,0-4 0-16,-1 0 0 0,0-1 144 0,1-3-144 15,-2-2 128-15,0-1-128 0,0-4 0 0,1-4 0 16,3-12-192-16,0 0 192 15,-3 11-720-15,3-11-32 0,0 0 0 0,0 0 0 16,0 0-304-16,0 0-64 0,0 0-16 0,-10-8 0 16,3-1-1360-16,0-3-256 0,1 2-64 0,-1-2-16 15,-1-1 1232 1,-1 1 240-16,0-2 48 0,-1-3 16 0,-4 2-592 0,1 0-112 0,2-1-32 16,-2 3 0-16,1 0 1520 0,2 0 288 0,0 3 64 0,3-1 16 0,0 1 1936 0,1 1 384 15,0-2 64-15,2 1 32 0,3-2-208 0,1 2-32 0,1-1-16 16,2 5 0-16,-3 6-16 0,7-6 0 15,-1 1 0-15,3 0 0 0,0 2-672 0,2 2-144 16,0-3-32-16,4 2 0 0,2-1-512 0,1 0-128 0,2 1 0 16,0-1-16-16,0 0-304 0,1 1-64 0,-2 1-128 0,1-5 192 15,1 5-192-15,-2-2-288 0,1 1 64 0,1 2 16 32,1 2-2736-32,0 1-560 0,-1-3-96 0</inkml:trace>
  <inkml:trace contextRef="#ctx0" brushRef="#br0" timeOffset="187435.31">8215 14756 27647 0,'0'0'2448'15,"0"0"-1952"-15,0 0-496 0,0 0 0 0,0 0 3344 0,0 0 576 16,0 0 112-16,0 0 32 0,0 0-2112 0,0 0-416 16,0 0-96-16,0 0-16 0,9 7-688 0,-9-7-144 15,0 0-16-15,9 6-16 0,-9-6-560 0,0 0-144 16,8 8-16-16,-8-8 0 15,9 10-2960-15,-1-3-592 0</inkml:trace>
  <inkml:trace contextRef="#ctx0" brushRef="#br0" timeOffset="194227.43">5184 15657 28559 0,'1'-25'2544'0,"-2"12"-2032"0,-3 1-512 0,1 3 0 0,0-2 2512 0,1 1 416 16,-1 1 80-16,2 3 0 0,1 6-2176 0,-4-7-432 15,-2 2-80-15,0 0-32 0,6 5 496 0,0 0 112 16,-10-4 0-16,-1 1 16 0,2 2-560 0,0 1-112 16,1 3-32-16,-1-1 0 0,-1 0-208 0,-1 0 144 0,1 1-144 0,0 1 128 15,-1 0-128-15,1 1 0 0,-1 1 0 0,2-2 128 16,0 3-128-16,9-7 0 0,-7 9 0 0,7-9 0 16,-5 8 0-16,5-8 0 0,0 0 0 0,0 10 0 15,0-10 0-15,5 11-144 0,-5-11 144 0,11 11 0 16,-1-3-144-16,3 0 144 0,0-4 0 0,2 2-144 15,0 2 144-15,2 1 0 0,2-2 0 0,-1 1 0 16,-1-2 0-16,1 5 0 16,-1 0 0-16,-3-2 128 0,-1 3-128 0,-1 0 0 0,-3 0 0 0,0-1 0 15,-1 2 128-15,-3 0 16 0,-5-13 0 0,-1 16 0 16,-2-2-144-16,-2 1 0 0,-5-2 0 16,-2 0 0-16,-1 0 192 0,-1-4 176 15,-3 0 16-15,-3 0 16 0,-2 0 0 0,-1-2 0 0,-1-2 0 16,-1 0 0-16,-1 2-144 0,1-3-16 15,1-2-16-15,0 1 0 0,1-2-224 0,3-1 144 0,1 0-144 0,0-1 128 16,1 0-1088-16,4-1-240 0,2 0-32 16,0-1-16-16,3-3-1424 0,4-4-272 0,1 1-64 0,5-2-13696 15</inkml:trace>
  <inkml:trace contextRef="#ctx0" brushRef="#br0" timeOffset="194483.75">5450 15515 34495 0,'0'0'1536'0,"0"0"304"16,0 0-1472-16,0 0-368 0,0 0 0 0,-4 13 0 0,-2-3 960 0,3 3 112 15,-3 2 16-15,1 0 16 0,-1 5 400 0,0 1 80 16,0 0 16-16,1 2 0 0,-1 3-704 0,-1 3-128 0,-1-2-16 0,3 2-16 16,-1-2-208-16,2-1-32 0,0 2-16 0,2-4 0 15,-2-1-240-15,1-3-48 0,1-1-16 0,0-4 0 16,2 0-176-16,0-2 0 0,-1-3 0 0,1-10 128 31,-1 11-1008-31,1-11-208 0,0 0-32 0,1 11-16 16,2-2-944-16,-3-9-192 0,0 0-32 0,0 0-16 15,0 0-976-15,0 0-192 0</inkml:trace>
  <inkml:trace contextRef="#ctx0" brushRef="#br0" timeOffset="194798.25">5253 15803 14735 0,'0'0'1312'0,"0"0"-1056"0,0 0-256 0,0 0 0 15,0 0 4256-15,0 0 800 0,0 0 144 0,0 0 48 0,0 0-3024 0,0 0-608 16,13 1-112-16,0 1-32 16,-3-2-80-16,3-3-32 0,2 2 0 0,0-1 0 0,2 0-704 0,1-2-144 15,1 0-16-15,0-1-16 0,-2-3-160 0,3 3-16 16,-1 1-16-16,2 0 0 0,0-7-160 0,1 4-128 16,0-1 144-16,0 1-144 0,-1 1 0 0,-1-1 0 15,-2 3 0-15,-1-2 0 16,-1 2-432-16,-5 1-16 0,0 1-16 0,-11 2 0 15,0 0-80-15,0 0-16 0,0 0 0 0,0 0 0 0,0 0 224 0,4 11 32 16,-5 2 16-16,-3 0 0 0,-2-1 288 0,-1 4 256 16,-4-3-64-16,1 1 0 0,-1-1 128 0,2 0 32 15,-1 0 0-15,1 0 0 0,2-1-224 0,2 1-128 16,1-1 128-16,1-2-128 0,1-1 0 0,0 2 0 0,1-3 0 16,1-8 0-1,0 0-2048-15,8 11-320 0,1 2-64 0,3-2 0 16,1-3-704-16,1 0-128 0,3-2-16 0</inkml:trace>
  <inkml:trace contextRef="#ctx0" brushRef="#br0" timeOffset="195982">6097 15757 19343 0,'0'0'1728'0,"0"0"-1392"0,-7-6-336 0,7 6 0 16,-9-7 3120-16,-2 3 544 0,-2 0 112 0,0 4 32 15,-1 3-1280-15,-2 2-256 0,-1-2-48 0,-1 3-16 16,-2 2-464-16,-1 3-80 0,1-1-32 0,0 2 0 15,3-3-880-15,1 1-176 0,2 2-48 0,1 1 0 0,0-1-320 0,1 1-64 16,2-1-16-16,3-2 0 0,2-1-128 16,5-9 0-16,-2 11 0 0,2-11 0 0,1 11-144 0,-1-11-64 15,0 0-16-15,8 7 0 16,1-1-352-16,1 0-80 0,2-4-16 0,0 0 0 16,-1-2 16-16,1-2 0 0,1 0 0 0,3-1 0 15,1-2-48-15,-2-2-16 16,1 1 0-16,0-3 0 0,2-2-240 0,-2-1-64 15,-2-1 0-15,0 0 0 0,1 0-176 0,-2-2-32 0,-2 0-16 0,1 2 0 16,0 2-240-16,-3 0-48 16,-1 2-16-16,-8 9 0 0,5-9 800 0,-5 9 176 0,0 0 16 0,0 0 16 0,0 0 1376 0,0 0 288 15,0 0 48-15,0 0 16 0,0 0 320 0,-8 9 64 16,3 0 16-16,1 2 0 0,-1-2-560 0,1 1-96 16,1 2-32-16,1 0 0 0,0 1-288 0,1 1-64 0,1 2-16 15,3-1 0-15,1-2-336 0,1 0-192 16,1 0 192-16,2 0-192 0,3 0 192 0,0-1-192 0,1-1 192 0,2-4-192 15,2 4 192-15,1-7-64 0,-1 0 0 0,1-3-128 16,-2-2 0-16,2-1 0 0,0 1 0 0,0-3 0 16,-1-1-288-16,1-3 32 15,0-1 16-15,0 0 0 0,11-11-208 0,-13 9 224 0,-2-1 0 16,-3 0-32-16,1 0 0 0,-1-1 0 0,-2 0 0 16,-4 0 80-16,-2 2 16 0,-2-1 0 0,-1 3 0 15,-2 0 160-15,-2 2 0 0,-3 1 0 0,-1 0-128 16,-1 4 304-16,-1 0 64 0,-2 1 16 0,2 4 0 15,-2 1 128-15,-1 1 48 0,1-1 0 0,0 1 0 16,-1 3 0-16,1-2 0 0,1 3 0 0,2 2 0 16,1 1-80-16,1-1-16 0,3 0 0 0,1-1 0 15,0 1-336-15,4-11 0 0,-1 11-160 0,1-11 160 0,2 11 0 0,-2-11 0 16,7 10 0-16,-7-10 0 0,10 9 0 0,1-5 128 16,-1 0-128-16,0-1 144 0,2-3-144 0,1-3 0 15,0-1 144-15,2 0-144 0,-2-3 0 0,0-3 128 16,-2 0-128-16,2-2 0 0,2-1 0 0,2-4 128 15,0-1-128-15,0-2 0 0,0-2 0 0,-2 0-128 16,0-1 0-16,-1-1 0 0,-1 1-96 0,0 1-16 16,-1 1 0-16,-2 2 0 0,-2 1 48 0,-2 3 0 15,-2 2 0-15,-1 3 0 0,-3 10 192 0,0 0 0 16,0 0 0-16,0 0 0 0,0 0 320 0,0 0-64 16,-7 8 0-16,1 5 0 0,-1 0 32 0,0 3 0 0,-3 1 0 15,1 2 0-15,2 2 0 0,-1-1 0 16,0 3 0-16,3-3 0 0,-1-2 32 0,4 2 0 15,-1-2 0-15,3 0 0 0,3-1-320 0,-1-1 0 16,2-3 128-16,2-3-128 0,-1-1 0 0,3-2 128 0,-8-7-128 0,10 4 0 16,-10-4 0-16,13 2 0 0,-1-2 0 0,0-2 0 15,-2-2-384-15,2 0 0 0,1-5 16 0,1 0 0 32,0 0-160-32,1-2-48 0,-2-2 0 0,0 0 0 15,0-1 16-15,0-1 0 0,-1-2 0 0,-2 2 0 16,-1 0 80-16,-1 2 16 0,-3 2 0 0,-1 2 0 15,-4 9 464-15,0 0 0 0,0 0 0 0,0 0 0 0,0 0 304 0,0 0 144 0,0 0 48 0,-5 13 0 0,0-2 96 16,0 1 32-16,1 0 0 0,0 0 0 0,1 1-240 16,0 0-64-16,2 0 0 0,1 0 0 15,3 0-176-15,2 0-144 0,-1-3 192 0,1 1-192 0,0 0 144 16,2-4-144-16,-7-7 0 0,10 8 144 0,1-2-144 16,-1-2 0-16,1-1 0 0,-2-1 0 0,-9-2-288 15,11-4 64-15,0 1 16 0,1-3 0 0,2 1-48 16,-1 0-16-16,-1-4 0 0,-1 0 0 0,0-2 96 15,1-2 32-15,-1-1 0 0,1-2 0 0,-1 2 144 0,-1 1 0 16,-1-4 0-16,-1 4 0 0,-3-2 0 0,0 6 0 16,-5 9 0-16,0 0 0 0,4-9 128 0,-4 9 48 15,0 0 16-15,0 0 0 0,0 0 176 0,-5 12 32 16,-4 2 16-16,1-1 0 0,-1 6 112 0,1 1 32 0,-1 4 0 16,-1 1 0-16,-1-3 0 0,2 4 0 0,0-1 0 15,2-1 0-15,2 1-176 0,0 0-48 0,0-4 0 0,0-2 0 16,-3 1-336-16,4-2 144 0,0 0-144 15,1-1 0-15,2-2 0 0,0-2 0 0,-2-3 0 0,2 1-192 32,1-11-1472-32,1 11-272 0,3-1-64 0,1-3-16 15,-5-7-1520-15,12 6-304 0</inkml:trace>
  <inkml:trace contextRef="#ctx0" brushRef="#br0" timeOffset="196157.36">7153 15888 11967 0,'0'-12'528'0,"0"12"112"16,2-9-512-16,0 0-128 0,-2 9 0 0,8-8 0 16,1 1 6272-16,2 2 1232 0,1 0 240 0,-2 0 64 0,-2 1-5696 0,2-1-1120 15,2 2-224-15,0 2-64 16,1-1-512-16,1 1-192 0,2 0 144 0,2-2-144 16,1 1-1984-16,4-1-464 0,1 2-112 0,4-1 0 0</inkml:trace>
  <inkml:trace contextRef="#ctx0" brushRef="#br0" timeOffset="196488.59">7814 15555 26255 0,'0'0'1152'0,"3"-13"256"0,0 1-1120 0,-2 1-288 0,0-1 0 0,-1 0 0 0,-1 1 1632 0,0 0 272 15,-2 1 48-15,2 2 16 0,-2 1-352 0,2 0-64 0,-2 0-16 0,1 3 0 16,2 4-896-16,0 0-192 0,0 0-48 0,0 0 0 15,0 0-80-15,-8 0 0 0,8 0-16 0,-9 9 0 16,0 0 80-16,1 4 0 0,0 4 16 0,-2 2 0 16,-5 0 192-16,2 5 48 0,1 2 0 0,-1 1 0 15,0 0 64-15,2 5 0 0,-1 0 16 0,1 1 0 16,2 2-240-16,1 0-48 0,-1-5-16 0,4 2 0 16,0-4-224-16,0 1-64 0,1-2 0 0,0 1 0 15,1-6-128-15,1-1 0 0,-2 1 0 0,0-5 128 16,-1-3-336-16,-1-2-80 0,1-6-16 0,0 1 0 15,0-1-1104 1,1 2-208-16,0 1-48 0,0-2-16 0,4-7-528 16,0 0-96-16,-9 1-32 0,9-1 0 0,-9-8-1696 15,2-3-320-15,-1-8-80 0,2 2-16 0</inkml:trace>
  <inkml:trace contextRef="#ctx0" brushRef="#br0" timeOffset="196789.17">7502 15877 27759 0,'0'0'1216'0,"0"-10"272"0,0 1-1184 0,2 1-304 0,1 1 0 0,-3 7 0 0,5-6 2208 0,-5 6 384 16,9-4 80-16,3 1 16 0,2-1-704 0,1 2-128 15,-4-1-16-15,4 2-16 0,-1 1-896 0,2-3-176 16,-1 1-48-16,2-2 0 0,0 0-128 0,1-1-48 16,1-2 0-16,-1 1 0 0,-1-1-144 0,1-2-16 15,-1-3-16-15,1 2 0 0,1-3-224 0,0 1-128 16,-1-2 160-16,1 1-160 0,-1 1 144 0,-1 0-144 16,-2 0 128-16,1 2-128 0,-2-2 128 0,-1 2-128 15,-2 1 128-15,-11 9-128 0,8-7 0 0,-8 7 0 16,0 0 0-16,0 0 0 0,0 0 208 0,0 0-32 0,0 0-16 0,0 0 0 15,-3 17 144-15,-2 0 16 0,-2-3 16 0,-2 5 0 16,-2 0-144-16,1 3-16 0,1 1-16 16,0-1 0-16,1-3-160 0,2 0 0 15,-1 0 0-15,2 1 128 0,0-2-128 0,1-1 0 16,0-3 0-16,3-1-176 16,1-1-1232-16,0-12-256 0,5 10-64 0,0 1 0 15,2 2-2112-15,1-7-448 0,3-3-64 0,9-3-32 0</inkml:trace>
  <inkml:trace contextRef="#ctx0" brushRef="#br0" timeOffset="197421.3">8186 15748 19343 0,'0'0'1728'0,"0"0"-1392"0,0-10-336 0,0 10 0 15,0 0 4560-15,0 0 848 0,-1-7 160 0,1 7 48 0,0 0-2768 0,-8-1-544 16,0 1-128-16,-1 3 0 0,0 0-832 16,-2 5-144-16,0 3-48 0,-2 0 0 0,-3 1-640 0,2 0-128 15,1 0-16-15,1-1-16 0,1 0-160 0,4 2-48 16,-1-3 0-16,1 2 0 0,2-2-144 0,0 1 0 15,5-11 0-15,0 0 0 0,-3 9 0 0,3-9 0 16,0 0 0-16,3 10 0 0,-3-10-128 0,0 0-64 16,8 7-16-16,-8-7 0 15,11 5-192-15,1-4-48 0,0-2 0 0,0 0 0 0,-2-4 64 0,2-1 16 16,-2-1 0-16,1-3 0 0,-2 1 80 0,0-2 16 16,0 0 0-16,0 1 0 0,-1-1 64 0,1 1 16 15,-1-3 0-15,0 1 0 0,0 0 192 0,-2 2 0 16,-1 1-160-16,-5 9 160 0,4-9 0 0,-4 9 0 15,0 0 0-15,0 0 0 0,0 0 0 0,0 0 288 16,0 0-48-16,0 0-16 0,0 0-16 0,0 0 0 16,-1 11 0-16,-2 1 0 0,1 0-48 0,-1-2-16 0,3-10 0 0,-3 13 0 15,2 0-16-15,0-1-128 16,1-12 192-16,1 12-64 0,2-2-128 0,-3-10 128 0,4 13-128 0,-4-13 128 16,5 8-128-16,-5-8 160 0,0 0-160 0,9 7 160 15,-9-7-160-15,0 0 0 0,10 0 144 0,-10 0-144 16,13-6 0-16,1 1 0 0,-3-1 0 0,0-1 0 15,-3-1 0-15,1-1 0 0,1-1 0 0,1-1 0 16,-1 1 0-16,0 0-160 0,-1-2 160 0,-1 1-160 16,0 1 160-16,-3 3 0 0,-5 7 0 0,0 0-128 15,0 0 128-15,0 0 0 0,0 0 0 0,0 0 0 16,0 0 384-16,0 12 0 0,-1 0 0 0,0 0 0 16,1-12-16-16,0 13 0 0,0-2 0 0,1 1 0 0,-1-12-128 15,3 12-32-15,-3-12 0 0,5 12 0 0,-5-12-80 0,9 9 0 16,-9-9-128-16,10 6 192 0,1-1-192 0,-1-2 176 15,1-4-176-15,-1-2 160 0,1 2-160 16,-1-4 0-16,0-2 0 0,1 1 128 0,-1-4-128 0,1 1 0 16,-1-1 0-16,-1 1 0 0,-2-4 0 0,1 2 0 15,-2-6-192-15,2 3 192 0,-2 0-144 0,1-1 144 16,0 1 0-16,-1 0 0 0,1-1-160 0,-1 2 160 16,2-4-128-16,-2 2 128 0,0-1-224 0,-1 3 32 15,0 1 16-15,-5 12 0 16,4-11-976-16,-4 11-192 0,9-4-32 0,-9 4-13616 15,0 0-2736-15</inkml:trace>
  <inkml:trace contextRef="#ctx0" brushRef="#br0" timeOffset="201521.96">2927 16963 17503 0,'0'-10'1552'0,"0"-2"-1232"0,-1 2-320 0,1-1 0 15,2-1 4384-15,1 2 816 0,-2 1 176 0,2-1 16 16,-2-1-3600-16,-1 2-736 0,0 2-144 0,0 7-16 16,0 0 112-16,-3-7 16 0,3 7 16 0,0 0 0 15,-6-4-336-15,-2 2-80 0,8 2-16 0,-8 3 0 16,-2 4-208-16,-2 2-32 0,-2 0-16 0,-3 5 0 15,0 3-160-15,0 4-16 0,-1 2-16 0,6-4 0 16,-1 2-16-16,0 1 0 0,1 0 0 0,2 1 0 16,1 1-144-16,5-1 0 0,0-2 0 15,2 1 0-15,2-3 0 0,4-1-272 0,4-1 32 0,6 4 16 16,1-7-2112 0,3-4-416-16,2-2-96 0,0-4-16 0,3-1-144 0,1-5-48 15,2 0 0-15,-9 2-6176 0,2-7-1248 0</inkml:trace>
  <inkml:trace contextRef="#ctx0" brushRef="#br0" timeOffset="202255.57">3147 17122 2751 0,'11'-23'128'0,"-7"14"16"0,-3 0-144 16,0-1 0-16,0 0 0 0,-3 0 0 0,-3-1 6416 0,-2 1 1264 16,1 2 240-16,-1 3 48 0,-1-2-4320 15,-1 2-848-15,0 1-176 0,0 3-48 0,-2 1-864 0,1 1-176 16,0 2-48-16,-1 1 0 0,1 2-704 0,-1 1-144 16,1 2-16-16,-2 1-16 0,2 3-400 0,1-2-80 15,-1 0 0-15,4 4-128 0,1-5 128 0,1 2-128 16,1-2 0-16,3 2 0 0,-2-3 0 0,3 0 0 0,-1-9 0 0,4 7 0 15,-4-7-224-15,5 6 0 16,-5-6 0-16,12 7 0 16,-1-3-256-16,1-4-48 0,0-4-16 0,-3 1 0 0,1-3 112 0,2-1 32 15,1-3 0-15,2-2 0 0,-2-2 64 0,2-3 16 16,2-2 0-16,8-5 0 16,0-4-224-16,-3 6-32 0,-1-1-16 0,-3 3 0 15,-5 2 112-15,0 4 32 0,-4 3 0 0,-1 2 0 0,-8 9 448 0,0 0 0 16,0 0 0-16,0 0 0 0,0 0 496 0,0 0 192 0,7 13 32 0,-4 3 16 15,-1 1 192-15,-2 2 32 0,-2 1 16 0,0 2 0 16,-2 0-240-16,0 0-48 0,0-1-16 0,3-1 0 16,-2-1-256-16,1-3-48 0,0 1-16 0,1-3 0 15,0-2-192-15,1-2-32 0,1 1-128 0,-1-11 192 16,0 0-64-16,0 0-128 0,0 0 176 0,0 0-176 0,0 0 0 16,0 0 0-16,10-5 0 0,0-3 0 0,-3-3 0 15,1 0 0-15,-1-4-192 0,1 0 192 16,1-2-256-16,0-2 64 0,-1 0 0 0,1-1 0 0,3 1-64 15,-1-1-16-15,1 1 0 0,-2 2 0 0,1 2 48 0,-3 4 16 16,-1 1 0-16,0 4 0 0,-7 6 208 16,0 0-144-16,0 0 144 0,0 0-128 15,0 0 128-15,12 8 144 0,-6 2-16 0,1-1-128 16,-3 4 352-16,-2 2-32 0,1 0-16 0,-2 2 0 0,0 2-112 0,3-1 0 16,-1-1-16-16,0-4 0 0,-2 0-176 0,2-1 0 15,-1-2 144-15,1-1-144 0,-3-9 0 0,5 9 0 16,-5-9 0-16,8 7 0 0,-8-7 0 0,0 0 0 15,12 2 0-15,-12-2-192 0,11 0-16 0,0-2-16 16,-1-3 0-16,1-2 0 0,0-2-128 0,1 0-32 16,1-4 0-16,0-3 0 15,0-2-192-15,1-2-32 0,2 1-16 0,0-1 0 16,-2 3-80-16,-1-1-32 0,-1 2 0 0,-2 3 0 0,-3 4 272 0,-7 9 48 0,6-6 16 0,-6 6 0 16,0 0 400-16,0 0 144 15,0 0 0-15,0 0 0 0,0 14 576 0,-1-1 112 0,0 4 32 0,-1-1 0 16,0 1-288-16,1-1-64 0,-2 0-16 0,2 0 0 15,1 1-320-15,1-4-176 0,-1 0 192 0,3-1-192 16,-1-2 0-16,2 0 0 0,0-2 0 16,-4-8-192-16,0 0-1408 15,9 8-256-15,1 0-64 0,0-2-16 16,-1 0-608-16,2-3-112 0,0-4-32 0,-11 1 0 0,9-1-992 0,-1-6-208 16</inkml:trace>
  <inkml:trace contextRef="#ctx0" brushRef="#br0" timeOffset="202657.12">3876 17034 13823 0,'8'-12'1216'0,"-8"12"-960"0,0 0-256 0,5-8 0 0,-5 8 3152 0,0 0 592 15,0 0 112-15,0 0 32 0,0 0-752 0,4 13-160 16,-1 0-32-16,-3 2 0 0,-2 1-752 0,2 4-144 16,0 0-48-16,-1 2 0 0,-2-3-944 0,2 5-192 15,2 1-32-15,-1-1-16 0,-1 1-400 0,1 1-80 16,0-1-16-16,-1 0 0 0,-1-2-192 0,1-1-128 16,0-5 128-16,-1-2-128 0,0-1 128 0,-1 0-128 15,-1-5 128-15,4-9-128 0,0 0 0 0,0 0 0 0,-5 11 0 0,5-11 0 16,0 0-256-16,0 0-64 15,0 0 0-15,-6-7-16 16,0-2-240-16,1 0-64 0,1-1 0 0,2-3 0 16,-1-4-224-16,2-3-48 0,1 1-16 0,0-2 0 15,0-3 224-15,1-2 64 0,0-1 0 0,3-3 0 0,0 1 192 0,3 2 32 16,-1 1 16-16,2 0 0 0,1-1 400 0,0 3 0 0,2 0 0 16,0 5 176-16,2 2 272 0,-1 1 48 0,0 2 16 0,0 2 0 15,1-1 0-15,0 5 0 0,0 2 0 0,1 0 0 16,-1 3-160-16,0 1-32 0,-1 2 0 15,-12 0 0-15,12 5-192 0,-3 3-128 0,-3 1 160 0,0 3-160 16,-3 1 272-16,0 4-32 0,-3 3-16 0,-3 1 0 16,0 1-64-16,-4 0-16 0,-1 0 0 0,0-1 0 15,-1 0-16-15,-1-3-128 0,-1 3 192 0,2-3-64 0,0-1-128 16,1-1 0-16,1-3 144 0,0-3-144 16,7-10-1040-1,-5 9-288-15,5-9-48 0,0 0-16 0,0 0-2000 0,0 0-384 0</inkml:trace>
  <inkml:trace contextRef="#ctx0" brushRef="#br0" timeOffset="202924.22">4220 16919 35711 0,'0'0'1584'0,"0"0"320"0,0 0-1520 0,-1 14-384 0,1-1 0 0,0 3 0 0,0 0 1824 0,0 1 288 16,-1 2 64-16,-1 1 16 0,1 1-384 0,0-2-80 15,-1-1 0-15,2 1-16 0,2-4-688 0,0 0-128 16,1-2-16-16,-1-2-16 0,-2-11-448 0,2 11-96 15,-2-11 0-15,0 0-16 0,0 0-112 0,0 0 0 0,0 0-16 0,0 0 0 16,0 0-16-16,0 0 0 0,0 0 0 0,9-7 0 16,-3-2-160-16,2 0 160 0,0-1-160 0,1-1 160 15,-2-5-160-15,2 0 0 0,1-5 0 0,2 1 0 16,0-1-240-16,1 2-80 16,-2-3 0-16,4 2-16 15,-1 2-1168-15,0 1-224 0,0 2-64 0,-1 5 0 16,-2 2-1872-16,0 4-384 0,-11 4-80 0</inkml:trace>
  <inkml:trace contextRef="#ctx0" brushRef="#br0" timeOffset="203181.08">4426 17141 15663 0,'0'0'1392'0,"0"0"-1120"0,0 0-272 0,0 0 0 15,0 0 4144-15,0 0 768 0,0 0 144 0,0 0 48 0,0 0-2000 16,11 0-400-16,-2-6-80 0,2 4 0 0,2-5-1136 16,0 2-208-16,-1-4-64 0,1-2 0 0,0 0-688 15,2-1-144-15,-1 0-16 0,0-1-16 0,-1-2-224 0,2-2-128 16,0 2 160-16,0 2-160 0,-2 0 0 0,-3 0 0 15,-1-2 0-15,-1 4 0 0,-4 2-144 0,-4 9 144 16,0 0-208-16,0 0 80 0,0 0 128 0,0 0 0 16,0 0 128-16,0 0-128 0,-10 10 368 0,0 2 0 15,0 1 0-15,0 0 0 0,2 0-48 0,-1 2-16 16,1-1 0-16,3 0 0 0,1 1-176 0,1-1-128 16,0-1 192-16,2-1-192 0,2-2 0 0,2 1 0 15,1-2 0-15,1-1-144 16,-5-8-1264-16,12 5-240 0,1-3-48 15,3 2-16-15,1 1-2496 0,2-3-496 0</inkml:trace>
  <inkml:trace contextRef="#ctx0" brushRef="#br0" timeOffset="203524.31">4959 16918 14735 0,'2'-12'640'0,"-4"4"160"0,-3 0-640 0,1 3-160 0,-1 1 0 0,1-1 0 16,4 5 5792-16,-8-5 1120 0,-1 1 240 0,9 4 32 15,-10 0-4368-15,-1 0-896 0,1 1-160 0,-1 0-32 16,1 1-704-16,0 0-144 0,-2 2-32 0,1 1 0 15,1 2-464-15,2 1-112 0,2-2-16 0,-1 3 0 16,1 3-256-16,2-4 128 0,4-8-128 0,-4 12 0 16,1-2 128-16,3-10-128 0,0 11 0 0,1-1 0 15,-1-10 0-15,7 10 0 0,-7-10 0 0,12 10 0 0,-2-1 0 0,3-3 0 16,3-2 0-16,-1 3 0 0,1-1 0 0,-2 1 0 16,-1-3 0-16,2 1 0 15,-2-1 0-15,0 2 0 0,-1-2 0 0,-2 1 0 16,-10-5 0-16,11 6 0 0,-11-6 0 0,9 7 0 0,-3 1 0 15,-6-8 0-15,0 0 0 0,-1 9 0 0,-2 0 0 16,-2-1 0-16,-1 0 0 0,-2-1 0 0,-3-2 0 0,1 0 160 16,-2 2-160-16,-1-2 128 0,0 0-128 15,-1 0 0-15,-1-1 0 0,0 0 0 16,-2-1-976-16,5 2-240 0,3-1-32 16,9-4-16-16,-8 4-2112 0,8-4-416 0,0 0-96 0</inkml:trace>
  <inkml:trace contextRef="#ctx0" brushRef="#br0" timeOffset="203866.39">5137 16914 11967 0,'10'-11'528'0,"-3"6"112"0,-2-1-512 0,-5 6-128 0,0 0 0 0,0 0 0 0,4-8 6032 0,-4 8 1184 0,0 0 224 0,0 0 48 16,0 0-4496-16,-5-3-912 0,-3-1-176 0,0 4-48 16,-1 0-1024-16,0 2-192 0,-2 3-64 15,1 1 0-15,-1 1-208 0,1-1-48 0,-1 1-16 0,2 1 0 16,3-1-48-16,-1 0 0 0,-2 2 0 0,4 0 0 15,5-9-96-15,-5 12-32 0,1 0 0 0,4-12 0 16,-3 10-128-16,3 1 0 0,0-11 144 0,4 10-144 16,-4-10 0-16,8 12 0 0,0-2 0 0,2-1 128 15,1-2-128-15,-1-1 0 0,0 0 0 0,2 0 0 16,1 1 0-16,-1-2 0 0,0 0 0 0,1 0-128 16,-3 2 128-16,-1-3 0 0,-9-4-144 0,11 7 144 15,-11-7 0-15,6 10 0 0,-6-10 0 0,0 0 0 0,0 0-176 16,-1 11 176-16,-3 0-128 0,-2-5 128 0,-4 1-128 0,0-2 128 15,0 0-128-15,-2 2 128 0,-1-5 0 0,0 2 0 16,0 0 0-16,1-1 0 0,0-1-384 0,2 0 16 16,1-2 0-16,9 0 0 15,0 0-1840-15,0 0-368 0,0 0-80 0,0 0-10032 16,0 0-2016-16</inkml:trace>
  <inkml:trace contextRef="#ctx0" brushRef="#br0" timeOffset="204325.8">5371 16924 15663 0,'0'0'1392'16,"-8"3"-1120"-16,1 2-272 0,-2 3 0 0,-1 0 6192 0,1 2 1168 0,0 2 256 16,0 1 32-16,0 0-4704 0,0 1-928 0,-2 1-192 0,4 0-32 15,-3-2-784-15,4 0-160 0,1 0-16 0,1-1-16 16,0 0-576-16,3-2-112 0,1-10-128 0,0 11 176 16,0-11-176-16,0 0 0 0,0 0 0 0,6 9-176 31,-6-9-336-31,9 4-80 0,-9-4-16 0,11-2 0 15,-1 0-432-15,0-3-96 0,1-3-16 0,1-3 0 16,-2 0 112-16,1-1 16 0,-4-1 0 0,1 0 0 16,1 1 224-16,-1-1 48 0,-1-3 16 0,-1 2 0 0,1 0 400 0,-2 1 80 0,1 2 0 0,-2-2 16 15,-1 3 528-15,1-1 96 0,-4 11 32 0,0 0 0 16,0 0 496-16,0 0 112 0,0 0 0 0,0 0 16 16,0 0-80-16,0 0-32 0,0 0 0 0,5 11 0 0,-1-1-240 15,0 3-48-15,0 0-16 0,0 0 0 0,-2 0-112 16,2 2 0-16,0-1-16 0,1 0 0 0,1-1-240 0,-1-1-32 15,-5-12-16-15,5 12 0 0,1-2-64 16,0-2-16-16,-6-8 0 0,0 0 0 0,0 0 48 0,0 0 0 16,4 8 0-16,-4-8 0 0,0 0 16 15,0 0 16-15,0 0 0 0,0 0 0 0,0 0 48 0,0 0 16 16,0 0 0-16,2-9 0 0,0 0-112 0,0-1-32 16,1 0 0-16,-1 0 0 0,1-3-128 0,2 0 0 15,0-2 0-15,3 0 0 0,3-4-208 16,0 0-32-16,2-2 0 0,2 0 0 15,2 0-992-15,1 2-208 0,0-5-32 0,0 5-16 16,-1-1-1104-16,-1 6-224 0,-2 3-32 0,-2 3-16304 0</inkml:trace>
  <inkml:trace contextRef="#ctx0" brushRef="#br0" timeOffset="204507.49">5851 16845 40031 0,'0'0'1776'0,"0"0"352"0,0 0-1696 0,0 0-432 0,0 0 0 0,0 0 0 15,0 0 1008-15,0 0 112 0,0 0 32 0,0 0 0 16,0 0-960-16,0 0-192 0,4 10 0 0,-1 2-13072 16,-5-2-2608-16</inkml:trace>
  <inkml:trace contextRef="#ctx0" brushRef="#br0" timeOffset="204669.62">5854 17035 28559 0,'0'0'2544'0,"0"0"-2032"0,0 0-512 0,0 0 0 0,0 0 4032 15,0 0 704-15,-2 12 128 0,2-12 48 0,0 0-2480 0,0 0-512 16,0 0-80-16,0 0-32 0,3 9-1024 0,-3-9-208 16,0 0-32-16,0 0-16 15,0 0-848-15,0 0-192 0,5 9-16 0,0 0-15344 16,3 1-3056-16</inkml:trace>
  <inkml:trace contextRef="#ctx0" brushRef="#br0" timeOffset="205510.23">6691 16847 26543 0,'4'-14'1168'0,"-4"14"256"0,3-12-1136 16,3 2-288-16,-1-2 0 0,0 0 0 0,-1 1 1056 0,0 0 160 0,0-1 16 16,0 3 16-16,-2 0 144 0,-2 9 16 15,0 0 16-15,0-10 0 0,-1 2-384 0,1 8-80 0,0 0 0 0,0 0-16 16,-9-5 16-16,0 3 16 0,0 2 0 16,-2 4 0-16,-2 3-240 0,-4 3-48 0,-2 5-16 0,-2 4 0 15,-1 6-32-15,0 1-16 0,-1 0 0 0,3 3 0 16,0 1-32-16,2 0 0 0,2-3 0 0,4 2 0 15,5 1-176-15,1-3-32 0,4-2-16 0,4-3 0 0,4-1-224 16,4-4-144-16,2-4 192 0,2-1-192 16,0-2 128-16,3-2-128 0,2-3 0 0,0-1 0 0,2-4 0 15,2-1 0-15,4-2 0 0,0-2-144 0,-1-3 16 16,0 0 0-16,-1-1 0 0,-2 0 0 16,-1-1-192-16,-2-4-48 0,-3-1 0 0,-1-1 0 0,-3 1 48 15,-2-2 16-15,-1-2 0 0,-4 1 0 16,-2 0 48-16,-1-2 16 0,-5-1 0 0,0 1 0 0,-4-1 240 0,0 1-144 15,-2-3 144-15,-1 4-128 16,-1 2 128-16,-2 3-192 0,-3-3 192 0,2 4-192 0,-1 3 192 0,1 2 0 16,-1 1 0-16,1 3-128 0,-3 1-48 0,0 1 0 15,5 2 0-15,-1 4 0 16,0 0-1584-16,3 3-320 0,1 2-64 0,2 1-10272 16,-2 2-2064-16</inkml:trace>
  <inkml:trace contextRef="#ctx0" brushRef="#br0" timeOffset="205756.66">6650 17040 34271 0,'-2'-10'1520'0,"2"10"304"0,0 0-1456 0,0 0-368 0,0 0 0 15,0 0 0-15,0 0 2064 0,0 0 352 16,0 0 64-16,2 13 16 0,1-1-544 0,1 1-96 15,0 0-32-15,1 0 0 0,0 0-944 0,0 0-192 0,-5-13-48 0,9 14 0 16,-1 0-416-16,0 1-96 0,0-2 0 0,1-3-128 16,0-1 0-16,0-1 0 0,-9-8 0 0,11 7 0 15,-11-7-2240 1,11 6-336-16,-1 1-80 0,-1-2-17920 0</inkml:trace>
  <inkml:trace contextRef="#ctx0" brushRef="#br0" timeOffset="206131.25">6826 16440 34847 0,'0'0'1536'0,"0"0"320"0,0 0-1472 0,0 0-384 16,0 0 0-16,0 0 0 0,0 0 1760 0,0 0 288 15,0 0 48-15,0 0 16 0,0 0-528 0,0 0-112 16,-9 6 0-16,4 2-16 0,0 1-768 0,1 1-160 16,-1 0-16-16,1 1-16 0,1-1 64 0,-1 1 16 15,0-1 0-15,2-2 0 0,2-8-288 0,0 0-48 16,-2 13-16-16,1-5 0 0,1-8-96 0,0 0-128 16,0 0 176-16,0 0-176 0,0 0 160 0,0 0-160 15,0 0 128-15,10 6-128 0,-10-6 0 0,12 3 0 0,-1-3 0 16,-2-3 0-16,-9 3 0 0,10-5 0 0,-2-1-160 0,-8 6 160 15,8-8-192-15,-8 8 192 0,6-8-208 0,-6 8 80 16,0 0-80-16,0 0-16 0,2-13 0 0,-2 13 0 16,0 0-288-1,0 0-64-15,0 0-16 0,0 0 0 0,0 0-1856 0,0 0-368 16,0 0-80-16,0 0-16080 0</inkml:trace>
  <inkml:trace contextRef="#ctx0" brushRef="#br0" timeOffset="206385.91">7211 16858 7359 0,'0'0'656'0,"12"-4"-528"16,-2 1-128-16,0 1 0 0,2-2 8000 0,1 0 1584 16,0 0 304-16,2-1 64 0,-1 1-6528 0,0-2-1312 15,-1 1-256-15,0 3-48 0,0-4-752 0,0 5-160 16,-1-3-16-16,1 3-16 0,-1 1-672 0,1-1-192 15,-1-1 0-15,-1 2 0 0,-11 0 0 0,12 2 0 16,-12-2 0-16,11 2-128 16,-11-2-1040-16,10 4-208 0,-10-4-32 0,0 0-16 15,0 0-1264-15,1 11-240 0,-3 0-48 0,-5 0-16 16,-3-1-1296-16,-3-2-256 0</inkml:trace>
  <inkml:trace contextRef="#ctx0" brushRef="#br0" timeOffset="206527.08">7224 16967 9215 0,'0'0'400'0,"0"0"96"0,0 0-496 0,0 0 0 15,0 0 0-15,0 0 0 0,0 0 6784 0,0 0 1280 0,0 0 240 0,0 0 48 16,0 0-5328-16,8 8-1056 0,-8-8-224 0,14 5-32 0,0-2-864 16,2-2-160-16,0-1-48 0,1 0 0 0,1-1-640 15,0 1 0-15,2-1 0 0,1-1 0 16,-1 0-1776-16,3 0-272 0,1 1-64 0,2 0-16 16,-1-2-1936-16,0-1-384 0</inkml:trace>
  <inkml:trace contextRef="#ctx0" brushRef="#br0" timeOffset="206865.85">7830 16808 13823 0,'0'0'608'0,"0"0"128"0,0 0-592 0,0 0-144 15,0 0 0-15,0 0 0 0,0 0 5552 0,0 0 1072 16,-9-2 224-16,0 4 32 0,0 2-3824 0,0 3-768 0,-2-1-160 0,-1 6-16 16,-1 2-800-16,-1-1-160 0,-2 2-16 15,2 0-16-15,1 1-256 0,1 2-48 0,2 0-16 0,1 1 0 16,2-1-368-16,2 0-80 0,1-1-16 15,3 0 0-15,3-1-208 0,4-2-128 0,0-1 128 0,2 0-128 16,0 0 0-16,2-3 144 0,3-2-144 16,2-1 0-16,-1-2 128 0,2-1-128 0,-1-1 0 0,2 0 0 15,0-3 0-15,1-1 0 0,1-1 0 0,-1-1 0 16,-2-2 0-16,-1-2-144 0,1 1 144 0,-1-5 0 16,0 0-144-16,-2-3 144 0,-3 0-160 0,-1-1 160 15,-1-2-192-15,-3 0 192 0,-1 0-208 0,-1-2 80 16,-3-1 128-16,0-1-160 0,-1 1 160 0,-3 3-160 15,-4 2 160-15,-1 0 0 0,0 0 0 0,-2 0 0 16,1 2 0-16,-1 1 0 0,0 2 0 0,-1 2 0 16,-2 2-144-16,-1 0 144 0,1 1-160 0,0 3 160 15,-1 2-1680 1,1 1-240-16,-3 4-64 0,0 0-19648 0</inkml:trace>
  <inkml:trace contextRef="#ctx0" brushRef="#br0" timeOffset="207652.01">6232 17613 41295 0,'0'0'1824'0,"0"0"384"0,0 0-1760 0,0 0-448 0,0 0 0 0,0 0 0 16,0 0 1824-16,-2 11 288 0,-3 0 48 0,0 0 16 0,0-1-704 0,0 1-144 16,-2 1-32-16,2 2 0 0,0 2-752 0,1-2-160 15,0-1-16-15,1 0-16 0,1-2-160 0,-1-1-16 16,0 1-16-16,3-11 0 0,0 0-32 0,0 0 0 15,0 0 0-15,0 0 0 0,0 0-128 0,0 0 0 16,0 0 0-16,0 0 0 0,0 0 0 0,0 0 0 16,0 0 0-16,0 0-176 0,6-11-16 0,0 0-16 15,1-4 0-15,0-2 0 16,4-1-176-16,-1 0-48 0,1 1 0 0,1 0 0 16,-1 0-112-1,0-3-32-15,-2 3 0 0,0 0 0 0,0 4 208 0,0 3 48 0,-1 1 0 0,-1 2 0 0,-7 7 320 0,0 0-144 0,0 0 144 0,0 0 0 16,0 0 224-16,0 0 160 0,10 8 16 15,-2 0 16-15,-8-8-48 0,6 12-16 0,1-1 0 16,-1 1 0-16,1 0-192 0,1 0-32 0,1-1-128 0,-1-2 192 16,-2 5-192-16,2 0 0 0,1-1 128 0,0-1-128 15,-1-1 0-15,2 2 0 0,2-2 0 0,-1-1 0 16,-11-10 0-16,10 9 0 0,-1-2 0 0,-9-7 0 16,9 9 0-16,-9-9 0 0,0 0 0 0,0 0 0 15,0 0 0-15,0 0 0 0,3 12 0 0,-3-12 0 16,0 0 0-16,0 0 0 0,-9 10 0 0,0-3 0 15,-2-2 0-15,-1-2 128 0,-2-1-128 16,1-1 0-16,0 1 0 0,-1 0 0 0,-3 1 128 0,-1 0-128 16,-2-3 0-16,-1 2 0 0,0 1 128 0,2-1-128 0,-1-2 0 15,3 2 0-15,2 0-144 0,2 1 144 16,-1 0-960-16,4 0-112 16,1-3-16-16,9 0 0 0,0 0-1600 0,0 0-320 0,0 0-64 15,0 0-9760-15,0 0-1952 0</inkml:trace>
  <inkml:trace contextRef="#ctx0" brushRef="#br0" timeOffset="208362.11">6636 17704 37199 0,'1'-11'1648'0,"-1"11"336"0,0 0-1584 0,0 0-400 16,0 0 0-16,0 0 0 0,0 0 1952 0,0 0 304 15,-4 13 64-15,0 4 16 0,0 3-464 0,-1-1-80 0,1 1-32 0,3 2 0 16,0 3-896-16,-1-2-176 0,-1 5-48 0,1-2 0 15,1-3-256-15,1 1-48 16,-1-1-16-16,1-1 0 0,0-1-176 0,0-2-144 0,0-4 192 0,-2 0-192 16,1-6 144-16,1-9-144 0,0 0 0 0,-3 7 144 15,3-7-144-15,0 0 192 0,0 0-192 0,0 0 192 16,0 0-192-16,-5-6 128 0,1-1-128 0,2-2 128 16,-4-1-128-16,4-2 0 0,1-1 0 0,1-3-176 15,-2-3-80-15,2-1 0 0,2 1-16 0,1-3 0 31,3-3-192-31,0 0-48 0,1-1 0 0,3 1 0 16,3-1 64-16,0 0 16 0,0 0 0 0,-1 3 0 0,1 2 32 0,0 1 0 16,0 2 0-16,0 4 0 0,-1 2 112 0,0 3 32 0,-2 2 0 0,0 2 0 15,0 1-48-15,-10 4 0 0,11 0 0 0,-11 0 0 0,0 0 64 16,11 5 16-16,-11-5 0 0,6 9 0 0,-6-9 224 16,5 11 0-16,-5-11 0 0,0 13 0 0,0 0 192 15,-2 0 64-15,-2-1 32 0,0 1 0 0,0 1 0 16,0 0 0-16,0-1 0 0,0 0 0 0,-1-3-32 0,1-1-16 15,2 2 0-15,2-11 0 0,-4 12-48 0,4-12 0 16,0 0 0-16,0 0 0 0,0 12-48 0,0-12-16 16,0 0 0-16,0 0 0 0,0 0 64 0,12 6 0 15,-1-6 0-15,1-2 0 0,0-2-192 16,1-3 160-16,0-2-160 0,1 1 160 0,2-3-160 16,2-1 0-16,0-1 0 0,-1-1 0 0,0-2 0 0,0 0 0 15,0-1 0-15,0 0 0 0,0 0 0 0,-3 2-176 16,-2-1 176-16,-2 3-128 0,-3-3-32 0,-2 5 0 15,-2 2 0-15,-3 9 0 0,0-10 160 0,0 10 0 16,0 0 0-16,0 0 0 0,-9-1 192 0,0 2 0 0,-2 2 16 0,-1 2 0 16,1 3 80-16,-1 4 16 0,0-2 0 0,2 3 0 15,1 0-32-15,0 0 0 0,1 0 0 16,1 0 0-16,1 1-16 0,0-3 0 0,3 0 0 0,0 0 0 16,3 4-256-16,3-2 0 0,-3-13 128 0,5 13-128 15,-1-1 0-15,1-2 160 0,-5-10-160 16,10 10 128-16,1-3-128 0,0-3 160 0,1 1-160 0,1-1 160 15,0-4-160-15,0 0 0 0,0-1 0 0,2-1 0 16,-1 1-192-16,2 0-32 0,-2-2 0 0,0 1 0 16,-1-1-1504-1,2 0-320-15,0 1-48 0,1 2-16 0,-2 0-2368 16,1 1-496-16</inkml:trace>
  <inkml:trace contextRef="#ctx0" brushRef="#br0" timeOffset="208784.1">7236 17732 22111 0,'1'-18'976'0,"0"10"208"0,1 2-944 0,-1 1-240 0,1 1 0 0,-2 4 0 16,0 0 5600-16,11-2 1072 0,-2 0 224 0,1-1 32 16,2 2-4112-16,1-2-832 0,2 2-176 0,3 1-16 15,0-3-1216-15,3 3-224 0,1 2-48 0,0-1-16 16,-2 0-288-16,2 2 0 0,0-3 0 0,0 1 0 16,0 1-816-16,1-1-208 0,-3-2-64 0,0 4 0 15,-3 3-2896-15,-3 1-592 0</inkml:trace>
  <inkml:trace contextRef="#ctx0" brushRef="#br0" timeOffset="208944.09">7311 17820 38239 0,'-8'-5'1696'0,"8"5"352"0,-3-4-1648 0,3 4-400 0,0 0 0 0,0 0 0 0,0 0 1344 0,0 0 192 16,5-6 48-16,3 1 0 0,3 4-528 0,1-2-96 15,4 3-32-15,3 0 0 0,2-1-784 0,1 0-144 0,0 3 0 0,3 1 0 31,1-6-1264-31,0 3-160 0,0 3-48 0,-1-2 0 16,0 2-1888-16,-3-2-384 0,-1-1-80 0</inkml:trace>
  <inkml:trace contextRef="#ctx0" brushRef="#br0" timeOffset="209440.23">7858 17691 35711 0,'-3'-12'1584'0,"3"12"320"0,0 0-1520 0,0 0-384 0,0 0 0 0,0 0 0 16,0 0 2096-16,0 0 336 0,0 0 80 0,-1 12 16 15,1-12-608-15,-4 15-128 0,-3-2-32 0,2-1 0 16,0 0-704-16,0 1-144 0,-1-4-16 0,6-9-16 16,-4 14-464-16,0-1-96 0,2-1 0 0,1 0-16 15,1-12-304-15,-2 10 128 0,2-10-128 0,0 0 0 16,0 0 0-16,0 0 0 0,0 0 0 0,0 0 0 16,0 0 0-16,0 0-192 0,0 0 16 0,5-4 16 0,1-3-112 0,-1-3-32 15,0 0 0-15,2-2 0 16,-1-1-144-1,2-1-48-15,2-2 0 0,0-1 0 0,0-2-160 0,0 1-48 0,0-1 0 16,0 1 0-16,0 2 32 0,1 1 0 0,-3 3 0 0,-2 3 0 16,-2 2 496-16,-4 7 176 0,0 0 0 0,0 0-144 0,0 0 624 0,0 0 128 15,0 0 32-15,0 0 0 0,8 8 0 0,-2 0 0 16,-6-8 0-16,7 13 0 0,-2 1-304 0,2-5-48 16,-7-9-16-16,7 15 0 0,-1 0-112 0,0 1-32 15,1-3 0-15,1 1 0 0,-1 1-128 0,3-2 0 16,-1 0 0-16,1-1 0 0,0-2 0 0,0-1 0 15,-3-1 0-15,1 0 0 0,1 0 0 0,-1-2 0 0,-8-6 0 16,0 0-176-16,0 0-80 0,7 9 0 0,-7-9-16 0,0 0 0 31,0 0-144-31,-3 11-32 0,-3-5 0 0,-4-1 0 0,-1 1 128 0,-4-2 32 0,0-2 0 16,-2 0 0-16,0-1 288 0,-1 1 0 0,-3-2 0 0,1-2 0 16,1 4-240-16,0-2 16 0,1 0 0 15,4 0 0 1,1 0-1312-16,2 0-256 0,0 2-48 0,1-2-16 15,10 0-2144-15,0 0-432 0,0 0-96 0,0 0-16 0</inkml:trace>
  <inkml:trace contextRef="#ctx0" brushRef="#br0" timeOffset="209677.36">8283 17447 23951 0,'5'-9'1056'0,"-5"9"224"0,4-7-1024 0,-4 7-256 0,0 0 0 0,0 0 0 0,0 0 4416 0,0 0 816 15,0 0 160-15,0 0 48 0,0 0-3376 0,5 13-656 16,-3 0-144-16,0 6-32 0,-4 1-480 0,1 3-112 16,0-1 0-16,-2 4-16 0,1-1-128 0,-2-1-32 15,-3 0 0-15,2-1 0 0,0-3-208 0,1 1-64 16,0-2 0-16,0 0 0 0,-1-5-192 0,1-1 144 16,1-1-144-16,3-12 128 15,-1 11-704-15,1-11-128 0,3 11-48 0,-3-11 0 16,4 8-2384-16,-4-8-464 0,7 6-112 0</inkml:trace>
  <inkml:trace contextRef="#ctx0" brushRef="#br0" timeOffset="210106.96">8439 17560 35471 0,'-4'-10'1568'0,"4"10"336"0,0 0-1520 0,0 0-384 0,0 0 0 0,0 0 0 15,0 0 1984-15,-9 8 320 0,-2 1 64 0,1-1 0 16,0 1-576-16,-1 4-112 0,-1 1-16 0,2 2-16 15,0-3-624-15,-1-1-112 0,1-1-16 0,1 5-16 16,2 1-336-16,2 0-64 0,0-1-16 0,2-2 0 16,2 0-336-16,2 1-128 0,3-1 0 0,1-1 144 15,-5-13-144-15,11 12 0 0,-1-1 0 0,2-3 0 16,0 0 0-16,2-3 0 0,0-5 0 0,2 0-176 16,1-1 16-16,1 1 0 0,-1-4 0 0,1-1 0 15,-1 1-144-15,1-1-16 0,1-1-16 0,-2-1 0 16,-3-2 0-16,0-1 0 0,2-1 0 0,-2-1 0 15,1-1 0-15,-2-3 0 0,-2 2 0 0,-1-4 0 0,-4 2 80 16,1 0 0-16,-2 2 16 0,-1 1 0 0,-2 1 240 16,-2 3 0-16,0 9-160 0,0 0 160 0,-2-9 0 0,2 9 0 15,0 0 0-15,-9-4 0 0,-2 4 288 0,1 3-32 16,-2 2 0-16,0 3 0 0,1 1 64 0,0 0 16 16,2-1 0-16,0 5 0 0,2 0 16 0,2 3 0 15,0-2 0-15,2 0 0 0,2 1-160 0,2-1-16 16,3 0-16-16,0-1 0 0,-4-13-160 0,7 16 0 15,0-4 0-15,5-1 0 16,3-3-384-16,0-1-128 0,2-2 0 0,1-2-16 16,1 0-2352-16,0-1-480 15,1-2-96-15</inkml:trace>
  <inkml:trace contextRef="#ctx0" brushRef="#br0" timeOffset="210265.51">8989 17640 40831 0,'0'0'1808'0,"0"0"368"0,8-7-1728 0,1 1-448 16,0-1 0-16,3 3 0 0,0 1 1312 0,-1 1 176 0,0 0 48 0,1 0 0 16,1 2-272-16,0 0-48 0,1-1-16 0,0 1 0 15,1 0-896-15,0 1-176 0,1-1-128 0,0 3 144 16,-3 0-1152-16,-2 0-224 0,1 1-48 0,-3 4-13056 16,-1 6-2592-16</inkml:trace>
  <inkml:trace contextRef="#ctx0" brushRef="#br0" timeOffset="210448.52">8962 17781 11055 0,'0'0'976'0,"0"0"-784"15,0 0-192-15,0 0 0 0,0 0 5760 0,0 0 1088 16,8-6 240-16,-8 6 32 0,11-3-4448 0,1 0-896 16,1 0-176-16,1 1-48 0,2 2-832 0,1 0-160 15,1-2-48-15,1 2 0 0,-1-2-368 0,1 2-144 16,1-1 0-16,1-1 144 15,-3 1-1056-15,3 1-224 0,0 0-32 0,0 1-16 16,1-1-1824-16,1-1-352 0,1 1-80 0</inkml:trace>
  <inkml:trace contextRef="#ctx0" brushRef="#br0" timeOffset="210798.66">9631 17650 20271 0,'0'0'1792'0,"0"0"-1424"0,-4-10-368 0,0-1 0 15,-1 6 3840-15,5 5 688 0,0 0 144 0,-8-6 16 16,-1-1-2080-16,-2 6-432 0,1 4-64 0,-2 0-32 15,0 1-720-15,1 3-144 0,-3 1-16 0,1 3-16 16,-1 0-224-16,-2 2-32 0,0 0-16 0,1 4 0 16,2-2-208-16,1 2-64 0,1 2 0 0,0-1 0 15,2 0-336-15,3-1-80 0,0 1-16 0,4 2 0 16,0-4-208-16,5-1 0 0,2 1 128 0,2-3-128 16,1-4 0-16,2 1 0 0,3-2 0 0,1 0 0 15,2-3 0-15,2-1 0 0,2-2-160 0,2-2 160 16,3 0-128-16,0-2 128 0,-1-2-128 0,1 0 128 15,-1-2-224-15,-1 1 32 0,1-3 16 0,-4-3 0 0,-1-2-112 16,-2-1-32-16,-4 0 0 0,-2-2 0 16,-3 0-64-16,-3-2 0 0,-5 0-16 0,-1 1 0 0,-3-3 144 0,-2 3 16 15,-5 3 16-15,-2 2 0 0,-1-3 224 0,-4 3 208 16,-2 0-32-16,0 3-16 0,-2 0 96 0,3 1 32 16,-1-2 0-16,1 3 0 0,-2 3-288 0,3 2 0 15,2-1 0-15,3 3 0 16,1-1-272-16,3 1-176 0,9 0-16 0,-8 9-14816 15,2 1-2960-15</inkml:trace>
  <inkml:trace contextRef="#ctx0" brushRef="#br0" timeOffset="-211157.31">14633 1051 2751 0,'0'0'256'0,"0"0"-256"15,0 0 0-15,-3-5 0 0,-1-1 5600 0,2 0 1072 16,-3 1 224-16,2 0 32 0,3 5-4752 0,0 0-960 16,0 0-192-16,0 0-48 0,0 0 352 0,0 0 64 15,0 0 16-15,0 12 0 0,1 3-512 0,1 2-80 0,-1 4-32 0,3 5 0 16,0 4 240-16,0 2 32 0,1 3 16 0,3 1 0 15,2 1-320-15,1 1-64 0,0-2-16 0,1 1 0 16,-2-2-416-16,1-1-64 0,-2-2-32 0,0 0 0 16,0-8-160-16,0 0 0 0,0-3 0 15,-2-4 128-15,1-3 32 0,-2-4 0 0,0-1 0 0,-1-2 0 0,-5-7-32 16,0 0 0-16,0 0 0 0,0 0 0 16,0 0 48-16,0 0 0 0,5-4 0 0,-1-5 0 0,1 0 48 15,-1-3 16-15,-1-1 0 0,-1-3 0 16,2-1-112-16,0-2 0 0,0-2-128 0,1-5 192 0,-1-1-192 15,1-2 0-15,2 0 0 0,1 1 0 0,-1-1 0 16,1 2 0-16,1-1 0 0,1 1 0 16,-1-2-128-16,0 3 128 0,0 6 0 0,0 1 0 0,0 5-144 0,-1 2 144 15,-1 4 0-15,-1 3-144 0,-6 5 144 0,8 0-160 16,-2 4 160-16,1 5-160 16,-2 4 160-16,0 4 0 0,1 2-144 0,-1 5 144 15,0 4 0-15,0 2 0 0,0 0 0 0,1 0 0 0,0 0 0 0,1 0 0 16,0-1 0-16,1 0 0 0,0-2 0 0,0-3 0 0,2-5 128 15,-1-1-128-15,1-1 0 0,-3-1 0 16,1-6 0-16,-1 1 128 0,-1-3-128 0,1-3 0 0,-7-5 0 16,8 1 128-16,-8-1 16 0,7-1 0 15,0-2 0-15,-1-2 0 0,1-1 112 0,0-4 32 0,-1 0 0 0,1-3 0 16,-2-1-48-16,3-3-16 0,1-3 0 16,0-1 0-16,-1-2-224 0,0-2 0 15,-1-4 0-15,0 3 0 0,1 0 0 0,-1-1 0 16,1-1 0-16,0 0 0 0,-1-1-288 0,-2 2 0 15,0 2 0-15,-1 0 0 16,-1 3-848-16,-1 2-160 0,0 2-48 0,-1 3 0 16,-2 0-1216-16,-2 3-240 0,0 3-48 0</inkml:trace>
  <inkml:trace contextRef="#ctx0" brushRef="#br0" timeOffset="-210880.03">14338 942 26719 0,'-18'-13'2368'0,"8"9"-1888"0,-2 1-480 0,3 2 0 0,9 1 3488 0,0 0 608 0,0 0 112 0,0 0 16 0,0 0-2688 0,14-1-560 16,2-2-96-16,3 3-32 0,3-1-144 0,5-1-48 15,1 1 0-15,3 0 0 0,2 1-384 0,4 0-80 16,-2 0 0-16,4 1-16 0,1 0-176 0,-2 1 0 16,-1-2 0-16,2 1 0 15,1 0-1712-15,4 2-368 0,2 1-80 0,0 0-17008 0</inkml:trace>
  <inkml:trace contextRef="#ctx0" brushRef="#br0" timeOffset="-210713.36">15323 998 8287 0,'0'0'736'0,"0"0"-592"0,0 0-144 0,0 0 0 0,0 0 7264 0,0 0 1424 0,9-3 272 0,1 1 64 16,1-2-6560-16,0 0-1312 0,1 0-272 0,1 1-48 15,1-3-160-15,2 2-32 0,1 1 0 0,3-1 0 16,-1-1-512-16,1 0-128 0,-2 0 0 0,0 1 0 31,2 0-2080-31,-2 1-448 0,-1-1-96 0,-1 2-15216 0</inkml:trace>
  <inkml:trace contextRef="#ctx0" brushRef="#br0" timeOffset="-210356.04">15268 647 25791 0,'0'0'1152'0,"-12"-4"224"0,-1-1-1104 0,1 1-272 15,2 3 0-15,1 1 0 0,-2 2 3456 0,2 1 640 16,9-3 128-16,-12 7 32 0,1-1-2016 0,0 3-384 15,1 4-96-15,1-4-16 0,-2-1-848 0,1 3-192 16,-1 0-16-16,2 1-16 0,3 0-320 0,-1 0-64 16,3-2-16-16,4-10 0 0,-2 9-272 0,2-9 0 15,0 12 128-15,0-12-128 0,0 0 0 0,6 8 0 16,-6-8 0-16,11 6 0 0,-2-2 0 0,-9-4 0 16,12 3 0-16,-1-3 0 0,1-3 0 0,0-2 0 15,-2-2-160-15,2 2 160 0,-2 1-128 0,1-2 128 16,-1-1-160-16,-1 1 160 0,-3-3-160 0,0 2 160 0,-6 7-160 0,7-6 160 15,-2-4-144-15,-5 10 144 16,0 0-128-16,0-7 128 0,0 7-144 0,-1-8 144 16,1 8-160-16,-4-7 160 0,-2 1-320 0,0 1 16 0,-1-1 16 15,7 6 0 1,0 0-992-16,0 0-192 0,-10 4-32 0,10-4-11952 16,0 0-2400-16</inkml:trace>
  <inkml:trace contextRef="#ctx0" brushRef="#br0" timeOffset="-208261.15">15611 1733 5519 0,'0'0'496'0,"0"0"-496"16,0 0 0-16,1-6 0 0,-1-3 4288 0,-1-2 752 0,-3-1 144 15,2 5 48-15,2-4-2928 0,0 2-576 0,-1-1-112 16,1 0-16-16,0 3-80 0,-1 0-16 0,0 1 0 0,-1 0 0 16,1 1-240-16,1 5-48 0,0 0-16 0,-5-2 0 15,0-1-144-15,-3 6-32 0,0 0 0 0,-1 5 0 16,0 4-320-16,-3-2-80 0,-4 4-16 0,2 2 0 16,-2 4-176-16,1 3-48 0,-1 1 0 0,2-1 0 15,-1 0-128-15,4-4-48 16,3-3 0-16,4 2 0 0,0-1-208 0,4-1 0 0,4-2 0 0,2-2 0 15,2-2-912-15,4-2-128 16,2-2-32-16,3-3 0 0,3-4-1040 16,3-1-224-16,3-1-32 0,12-5-16 0,-4 0-544 0,-7-1-96 15,-4 0-32-15,-3-4 0 0,1-3 1104 0,-2-1 224 0,-4 0 32 0,0 0 16 16,-4 0 608-16,-3 5 128 0,-1-2 32 0,-2 1 0 0,-1 0 2464 0,-2 0 496 16,2 3 112-16,0-3 16 0,-3 2 640 0,-2 2 144 15,1 9 32-15,0 0 0 0,-5-4-624 0,5 4-112 16,-8 0-16-16,0 3-16 0,-2 2-832 0,-1 5-176 15,1 3-16-15,1 0-16 0,-2 0-512 0,2 3-96 16,0-3-32-16,4-5 0 0,0 2-288 0,1 2-48 16,1-3-16-16,2 0 0 15,1-1-192-15,1-1 0 0,-1-7 0 0,0 0 0 0,0 0-256 0,0 0-32 16,8 4-16-16,1-4 0 16,-1 0-304-16,1 0-64 0,0-4-16 0,0-2 0 15,1 0 272-15,-3-2 48 0,4-1 16 0,-1-1 0 0,-2-2 192 0,1 0 160 16,0-4-208-16,-1 2 80 0,3 1 128 0,-1-3-192 0,0 2 192 0,1 1-192 15,-1-1 192-15,1 2 0 16,-2 2 0-16,0 3-128 0,0-1 128 0,-1 4 144 0,-8 4-16 0,8 2-128 16,-2 3 544-16,-1 3 0 15,1 2 0-15,-2 3 0 0,-2 0 32 0,-2 4 0 0,1-1 0 16,-1 2 0-16,0 0-192 0,0 1-16 0,-1-5-16 0,1 0 0 16,0 3-144-16,0-5-16 0,0 0-16 0,1-3 0 0,1-3-176 15,-2-6 128-15,0 0-128 0,0 0 128 16,0 0-128-16,0 0 0 0,0 0 0 0,0 0 128 15,0 0-128-15,8 0 0 0,-1-1 0 0,0-4 0 0,-1-3 0 16,2-1 0-16,1-2 0 0,1 0 0 0,-3 0-144 16,2-2 144-16,3-2 0 0,-1-1 0 0,-1 0-192 15,0 1 64-15,0 0 128 0,-1 2-208 0,0-1 208 16,-1 3-192-16,0 2 192 0,-1 4-192 16,1-1 192-16,-1 3 0 0,-7 3-160 0,0 0 160 0,0 0 0 0,4 5 0 15,0 2 0-15,-2 1 0 0,-1 2 0 16,1 2 128-16,-1-1 0 0,0 1 0 0,1 0-128 15,-1 0 160-15,0-5-160 0,1 3 160 0,-1-3-160 0,1 1 0 16,1-1 0-16,-3-7 0 0,7 6 0 0,0-3 0 16,-7-3 0-16,0 0 0 0,8 0 0 0,-1-1-176 15,-1-2 176-15,1-1-192 0,-2 0 16 0,2-2 0 16,-1-4 0-16,1 1 0 0,-2 0 32 0,1 0 0 0,-1-3 0 16,2 2 0-16,-2 0 144 0,0-1-160 15,1 2 160-15,-1 1-160 0,-1 0 160 0,0 3 0 16,-4 5-144-16,0 0 144 0,0 0 0 0,0 0-176 15,0 0 176-15,2 8-128 0,0 2 128 0,-2 2 0 16,0-3 0-16,0 4 0 0,1 2 0 0,0-1 0 16,-1-1 128-16,3 0-128 0,1-3 0 0,1 1 0 0,0-2 0 15,2 0 0-15,1-2-192 0,-1-5-48 0,-7-2-16 16,9 4 0 0,1-4-416-16,-1 0-96 0,0 0 0 0,0-2-16 15,0-2-112-15,0-3 0 0,-1-2-16 0,0 1 0 16,1 0-16-16,0-1 0 0,-1 0 0 0,0-4 0 0,-2 0 480 0,1 0 112 0,-1 0 16 15,1 1 0-15,-1-1 320 0,1 0 0 0,-1 0 128 16,0 1-128-16,0 2 608 0,-2 2 32 0,0 2 16 0,-4 6 0 0,0 0 432 16,0 0 96-16,0 0 16 0,0 0 0 15,0 0-176-15,3 11-16 0,-3 4-16 0,0 2 0 16,0 2-240-16,0 3-48 0,-2 3-16 0,1-1 0 16,-2 0-352-16,1 1-64 0,-1 0-16 15,2 2 0-15,1 2-256 0,0 1 128 0,0-1-128 0,0-2 0 0,0-2 128 16,1 0-128-16,-1-2 0 0,0-2 0 0,0-3 0 15,0-1 0-15,-1-4-176 0,0-1 176 16,-1-3-576-16,1-3 0 16,1-6 0-16,0 0 0 0,0 0-1024 0,0 0-224 0,0 0-32 15,0 0-16-15,0 0-1264 0,-1-9-240 0,1 0-48 0</inkml:trace>
  <inkml:trace contextRef="#ctx0" brushRef="#br0" timeOffset="-208027.5">16504 1703 9215 0,'0'0'400'0,"0"0"96"0,-5-6-496 0,3 1 0 16,2 1 0-16,0 4 0 0,4-7 6256 0,-4 7 1152 0,7-4 224 0,0 2 48 16,1-2-5408-16,3 1-1088 0,0 2-224 0,3-1-32 15,-1 0-352-15,1 1-64 0,2-1 0 0,-1 1-16 16,1 0-304-16,-1 1-64 0,1 0-128 0,-2 1 192 16,-1 0-192-16,-1 3 0 0,-1 1 0 0,-2 2 0 15,-3-1 144-15,0 1-144 0,-3 1 128 0,0 2-128 16,-3 2 144-16,-1 1-144 0,-2 1 160 0,-3 1-160 15,-4-2 336-15,0-2-16 0,-3 1-16 0,0 1 0 16,0-1-32-16,-1 0 0 0,-1-2 0 16,1 0 0-16,3 0-272 0,0-3-144 0,-1 1 16 0,2-1-19776 15</inkml:trace>
  <inkml:trace contextRef="#ctx0" brushRef="#br0" timeOffset="-207503.95">17289 1315 35071 0,'0'0'1552'0,"-2"-5"320"0,0-3-1488 0,2 0-384 0,0 0 0 0,0 0 0 16,-2 3 960-16,2 0 112 0,0 5 16 0,0 0 16 15,8-4 496-15,3 0 80 0,0-1 32 0,2 3 0 0,3 2-672 0,2 2-128 16,4-1-16-16,2-1-16 0,1 1-352 0,2-1-64 16,3-1-16-16,3 2 0 0,1 2-96 0,3 1-32 15,2-2 0-15,2 0 0 0,-1-2-112 0,1 0-16 16,-2 0-16-16,-1 1 0 0,-1 0-176 15,0 1 0-15,-3-1 0 0,0 0 128 0,-2-1-400 0,0 0-96 16,-2-1-16-16,-3 1 0 16,0 1-1552-1,-1 1-320-15,1-1-64 0,-3 0-16 0,-3-1-480 0,1 0-112 0,-2 0-16 16,-4 0-7760-16,-6-4-1568 0</inkml:trace>
  <inkml:trace contextRef="#ctx0" brushRef="#br0" timeOffset="-207247.48">18259 1196 31839 0,'0'0'1408'0,"0"0"304"0,-6-1-1376 0,6 1-336 15,0 0 0-15,0 0 0 0,0 0 1728 0,0 0 288 16,0 0 48-16,0 0 16 0,0 0-592 0,0 0-112 16,0 0-32-16,0 0 0 0,0 0-432 0,0 0-80 15,8 5-32-15,1-1 0 0,2 0-480 0,-1 0-80 16,2 1-32-16,1-2 0 0,-1 0-208 0,1 1 0 16,0-1 0-16,0 0 0 0,-1-2 0 0,-2 2 0 0,0-1 0 15,-1 1 0-15,-1 2 0 0,0 1 0 0,-1-2 0 0,-7-4 0 16,4 7 128-16,-4-7-128 0,1 8 0 0,-2 0 0 15,-3 2 320-15,-2-4-48 0,0 2 0 0,-2 0 0 16,-1 1 16-16,0-1 0 0,-4 0 0 0,1 0 0 16,0 1-288-16,1 0 0 0,-1-1-208 0,3 1 80 15,2 0-2992 1,3 1-592-16</inkml:trace>
  <inkml:trace contextRef="#ctx0" brushRef="#br0" timeOffset="-206727.72">19624 1180 31791 0,'0'0'1408'0,"-4"-6"288"0,-2-1-1360 0,1 0-336 16,1-1 0-16,-1 0 0 0,-1-1 880 0,-1 1 96 15,-1 0 32-15,0 2 0 0,1 0 544 0,-3 3 112 16,1 0 32-16,-1 0 0 0,-1 3-480 0,1 3-80 16,-2-3-32-16,1 3 0 0,-1 0-432 0,-1 1-96 0,0 0 0 0,-2 0-16 15,2 1-208-15,0 2-32 16,0-1-16-16,2 1 0 0,0-3-128 0,2 2-32 0,1 1 0 0,2-1 0 15,-1 1-144-15,5-1 0 0,0 1 0 0,1-1 0 16,1 1 0-16,1 1 0 0,2-2 128 0,3 1-128 16,2 1 0-16,3-2 0 0,0-1 0 0,4 2 128 15,0-1-128-15,1 1 0 0,2 1 0 0,0-3 0 16,-1-1 0-16,2 0 0 0,-2 0-144 0,-2 1 144 0,-2 1 0 16,-1 2 0-16,0-2 0 0,-3 0 0 15,-3 1 0-15,0-1 0 0,-6-6 0 0,2 8 0 0,-2 1 0 0,-4 1 0 16,-2 3 0-16,-2-3 0 0,-1 0 144 0,-3 0-16 15,-1-2 0-15,-3 0 0 0,1 1 64 0,-2-1 0 16,-1 0 0-16,-2 1 0 0,-1-5-192 0,0 0 128 16,-1 0-128-16,0-2 128 0,-1 0-128 15,2 0-272-15,1 1 64 0,2-3 16 16,2 0-1488-16,2-3-304 0,1-1-48 16,2 0-16-16,2 1-1808 0,4-4-368 15,4 0-80-15</inkml:trace>
  <inkml:trace contextRef="#ctx0" brushRef="#br0" timeOffset="-206509.36">19620 1041 12895 0,'14'-13'1152'0,"-7"6"-928"16,-2 1-224-16,1-1 0 0,1 2 3408 0,-1 0 640 15,-6 5 128-15,0 0 32 0,0 0-1936 0,9 3-384 16,-9-3-80-16,6 10-16 0,-2 2 96 0,-2 1 16 0,-1 2 0 16,-2 5 0-16,1 1-496 0,-1 0-80 15,-2 3-32-15,-1 1 0 0,0 3-528 0,0 0-128 0,1 1 0 0,-3-2-16 16,1 1-224-16,0-1-32 0,1 0-16 0,0 0 0 15,0-4-224-15,0-1-128 0,2-1 160 16,-1-3-160-16,2-2 0 0,-1-3-192 0,1-1 16 0,1-2 0 31,0 1-1984-31,0-5-400 0,0-6-64 0,0 0-10368 0,0 0-2048 0</inkml:trace>
  <inkml:trace contextRef="#ctx0" brushRef="#br0" timeOffset="-206107.27">19573 1307 11967 0,'-8'-11'1072'0,"5"8"-864"0,-1-3-208 0,2 2 0 0,2 4 5872 0,0 0 1120 16,0 0 240-16,0 0 32 0,0 0-5088 0,0 0-1008 15,0 0-208-15,9-2-32 0,0 4 352 0,1-2 80 16,1 2 16-16,1-2 0 0,1 0-672 0,0 0-144 16,2-2-32-16,4 2 0 0,-1 0-224 0,0 0-48 15,2-2-16-15,0 1 0 0,1-3-112 0,2-2 0 16,-1 0-128-16,1-1 192 0,-1 3-192 0,0 1 0 15,1 0 128-15,-3-4-128 0,0 1 0 0,-4-1 0 16,-2 1 0-16,-1 2 0 0,-1-3-240 0,-2 1-32 0,-2 2-16 0,-1 0 0 16,-2-1-32-16,-5 5 0 15,0 0 0-15,0 0 0 0,0 0 320 0,0 0-160 16,-8 1 160-16,-2 3-128 0,-3 1 128 0,-2 4 0 16,1-1 160-16,-3 4-160 0,-1 2 384 0,-1 3 0 15,1 2-16-15,1-3 0 0,2 0-112 0,0 0 0 16,3-2-16-16,3 0 0 0,2 1-240 0,1-1 176 0,4 0-176 15,2-3 160-15,4-2-160 0,2-1 0 16,2-2-192-16,2 0 192 0,3-1-512 16,2 0 32-16,-1-5 0 0,3 0 0 0,4 0-1152 15,0-4-224-15,-2 3-64 0,2-1 0 0,0-1-832 0,1 1-192 16,-1-2-16-16,0-1-16 16,-2-4-992-16,2 0-208 0</inkml:trace>
  <inkml:trace contextRef="#ctx0" brushRef="#br0" timeOffset="-205007.17">20294 1287 3679 0,'11'-14'160'0,"-5"7"32"0,-1 1-192 0,0-1 0 0,-1-2 0 0,-1 0 0 0,-3-1 6448 15,0 2 1232-15,0-1 256 0,-2 5 64 16,-2-1-4608-16,-2 2-896 0,1 3-192 0,-2-1-48 0,-2 2-608 16,-1 2-128-16,-3 2-32 0,-1 4 0 0,-1 3-480 0,-1 1-112 15,-1 2 0-15,0 1-16 0,-1-2-240 0,1 1-64 16,0 0 0-16,1 1 0 0,3 1-256 0,3 1-64 16,4-1-16-16,-1-2 0 0,3-2-240 0,3-3 0 15,1-1 0-15,1 0 0 0,2-2-304 0,1-1 0 16,2 0 0-16,2-4 0 15,0-2-176-15,1-1-32 0,-1 0-16 0,1-5 0 16,1 2-48-16,1 0-16 0,0-2 0 0,0-2 0 16,-1-1 48-16,1 0 16 0,-2-2 0 0,1 0 0 15,-2-1 16-15,1 0 16 0,-1 1 0 0,1 0 0 0,-1-2 176 0,0 4 16 16,-2-3 16-16,0 2 0 0,-1 2 288 0,-3-1-160 16,1 2 160-16,0 1-128 0,-2 1 128 0,-1 5 0 0,0 0 0 0,0 0 0 15,0 0 0-15,0 0 144 16,0 0-16-16,0 0-128 0,0 7 304 0,0 3-48 15,-1 0-16-15,1-1 0 0,1-1-112 0,0 1-128 0,2 1 176 16,1 1-176-16,1-2 0 0,3 0 0 16,0 0 0-16,3 0 0 0,4 1 0 0,3-4 0 0,-1-1 0 15,2 0 0-15,2-5 0 0,1 2 0 0,1-2-240 0,-3-2 80 16,0 0-32-16,-2-2-16 0,0-1 0 0,-1 0 0 16,-1-1 208-16,0-2-192 0,1-1 192 15,-3 0-192-15,-1 0 192 0,-1 0 0 0,0-4 0 0,-1 1-144 0,-2 0-32 16,1 1 0-16,-3-1 0 0,0 2 0 0,-6 0 0 15,-1 4 0-15,-1-2 0 0,-3 2 0 0,-3 0 176 0,0 5 256 16,-4 2-64-16,-1 3-16 0,-2 0 512 0,-2 3 96 16,0 2 32-16,-1 3 0 0,2-1 0 0,0 2 0 15,-1 0 0-15,2 0 0 0,1 0-352 0,2 1-64 16,2-1-16-16,2 0 0 0,2-3-256 0,4-1-128 16,1-9 0-16,4 8 128 0,2-2-320 0,2-2-64 15,0 0 0-15,2-4-16 16,2-1-224-16,0-4-32 0,1-3-16 0,1 0 0 15,2 2-32-15,-2-2 0 0,1 0 0 0,-1-4 0 16,-1 1 128-16,1-3 32 16,1-1 0-16,-2 0 0 0,0-1 192 0,1-3 32 0,0 0 16 0,1-2 0 0,-1-3 176 0,2 1-192 15,-1-3 192-15,-2 0-192 0,2 0 192 0,-2 1 0 16,-1 1 0-16,-2 5 0 0,0 1 0 0,-2 2 0 16,-4 4 0-16,-1 3 0 0,-3 3 384 0,0 6 0 15,0 0 0-15,-7 1 0 0,-1 4 192 0,-2 4 32 16,-2 7 16-16,1 3 0 0,-3 4-16 0,1 3 0 15,0-2 0-15,2 3 0 0,0 0-208 0,2-4-32 16,1 1-16-16,3-1 0 0,1 1-224 0,3-2-128 0,2-1 160 0,3-3-160 16,1-2 0-16,3-3 0 0,0-1 0 15,1-2 0-15,0-2 0 0,2-2-192 16,2 2 192-16,0-4-208 0,1-7-112 0,2 1 0 0,1 0-16 0,0-3 0 31,0-1-80-31,-1-2-16 0,1 0 0 0,0-1 0 0,-1-4 32 0,1-3 0 16,-3 2 0-16,-1 1 0 0,0 1 16 0,-1 0 0 15,-3 1 0-15,-1 0 0 0,-1 1 160 0,-2 2 32 0,-3 2 16 0,-2 6 0 16,0 0 368-16,0 0 64 0,0 0 0 0,0 0 16 0,-5 6 432 0,0 1 96 16,0 2 16-16,-2 4 0 0,2 0-176 0,0 0-48 15,0 0 0-15,1 0 0 0,1-1-368 0,0 2-80 16,2 0-16-16,2-2 0 0,1-2-128 0,2 0 0 16,-2-3 0-16,2 0 0 0,1-1 0 0,1 1 0 15,0-1-176-15,3-2 176 0,0-1-336 0,3-6 16 16,-1-1 0-16,0-2 0 15,1 1-80-15,0-2-16 0,0-1 0 0,-1-1 0 0,0-1 128 0,-1-2 32 16,1-1 0-16,-2 0 0 0,-3 0 80 0,2 0 32 16,0-1 0-16,0-1 0 0,-2-2 144 0,2 4 0 15,-1 2 0-15,-1 1 0 0,-1 4 0 0,-1 1 176 16,-4 5-48-16,0 0 0 0,0 0 288 0,3 8 48 16,-2 2 16-16,-1 2 0 0,-1 6 208 0,-2 0 32 15,-1 0 16-15,-1 5 0 0,-1 4-192 0,-1 3-32 16,-1 0-16-16,0 3 0 0,2-1-176 0,-1 3-16 0,-1-3-16 15,1 2 0-15,-1-4-160 0,1-1-128 16,1 1 144-16,-1-2-144 0,1-5 0 0,-1-1 0 0,1-2 0 16,2 0 0-1,1-6-912-15,2 2-288 0,0-6-48 0,1-1-16 16,1-1-1856-16,-1-8-368 0,0 0-80 0</inkml:trace>
  <inkml:trace contextRef="#ctx0" brushRef="#br0" timeOffset="-204658.14">22017 1025 23039 0,'3'-22'1024'0,"-2"13"192"0,-1-3-960 0,1 2-256 0,2-3 0 0,0 2 0 0,-1-2 4480 0,1-4 832 16,1 4 192-16,-3 0 16 0,-2 0-4304 0,-1 3-848 16,1-1-176-16,-1 2-48 0,-2-4 176 0,-2 4 16 15,1 1 16-15,-1 3 0 0,-2 4-128 0,-3-2-32 16,0 3 0-16,-1 3 0 0,2 1 96 0,-2 1 16 15,-3 0 0-15,1 4 0 0,-2 6 208 0,2 3 32 16,-2 1 16-16,2 4 0 0,0 1-112 0,1 4-32 16,-2 3 0-16,2 3 0 0,0 0-176 15,3 2-48-15,1 1 0 0,0 2 0 0,0-3-32 0,-2 1-16 16,1-1 0-16,1-3 0 0,1 0-144 0,0-1 192 16,1-6-192-16,2 0 192 0,-1-2-192 0,-1-2 160 15,-1 0-160-15,2-1 160 0,-1-4-160 0,2-1-192 16,-1-3 32-16,-2 2 16 15,1-3-1168-15,2-2-224 0,1 0-64 0,4-10 0 16,0 0-912-16,0 0-192 0,0 0-48 0,0 0-9104 16,0 0-1840-16</inkml:trace>
  <inkml:trace contextRef="#ctx0" brushRef="#br0" timeOffset="-204315.66">21579 1283 17503 0,'0'0'768'0,"0"0"176"0,0 0-752 0,0 0-192 0,0 0 0 0,0 0 0 15,9 0 4528-15,2 0 864 0,-1 0 176 0,1 0 48 0,0 0-3248 16,2 0-656-16,0-2-128 0,2 1-32 16,2-1-528-16,1 0-96 0,-1-2-32 0,1 0 0 0,2-1-352 0,1-3-80 15,-1 0-16-15,3 0 0 0,-1-2-192 0,-1-1-32 16,2 1-16-16,0-3 0 0,1 1-80 0,1-1-128 16,1-1 176-16,-1-3-176 0,-1-3 128 15,0 2-128-15,-1 1 0 0,-2 0 0 0,-4-1 0 0,-3 3 0 16,-2 4 0-16,-1 3 0 0,-5 1 0 15,-1 2 0-15,-5 5 128 0,0 0-128 0,0 0 288 0,0 0 0 16,0 0 0-16,-2 12 0 0,-4 1 112 0,1 3 32 16,-3 6 0-16,-2 0 0 0,0 0-64 0,-2 0-16 15,-1 2 0-15,0 0 0 0,-2 1-144 0,2 1-16 16,4-1-16-16,0-1 0 0,0-2-176 0,1-3 0 16,3 0 0-16,0-3 128 0,1 0-320 15,3 0-80-15,1-5-16 0,2 0 0 16,1-2-1776-16,2-4-368 0,5 0-64 0,2-1 0 15,1-1-2240-15,3-3-432 0</inkml:trace>
  <inkml:trace contextRef="#ctx0" brushRef="#br0" timeOffset="-203622.2">22296 1268 15663 0,'4'-15'688'0,"-1"9"144"0,-2-4-656 0,2 0-176 0,-1 4 0 0,1-2 0 16,-2 0 5728-16,-1 3 1120 0,-1 0 208 0,1 5 48 16,0 0-4144-16,0 0-832 0,0 0-160 0,0 0-48 15,-8 2-688-15,-1 5-144 0,-2 1-16 0,0 3-16 16,-1 1-480-16,0 1-80 0,1 2-32 0,0-2 0 15,1-2-240-15,-1 1-48 0,3-1-16 0,3 0 0 0,1 1-160 0,2-2 0 16,-1 0 0-16,2 0 0 0,2-4 0 0,2 1-144 16,-3-7 144-16,5 5-208 15,1-1-176-15,1 0-48 0,1-1 0 0,0-3 0 16,-1-4-128-16,3-1-16 0,3-2-16 0,-2 0 0 16,0 1 80-16,0-3 0 0,0 0 16 0,1-2 0 31,1 0 0-31,0-2 0 0,0-3 0 0,0 2 0 0,-2 0 144 0,0 4 32 0,-2 1 0 0,-1 0 0 0,-2 1 320 0,0 1 0 15,-6 7-144-15,0 0 144 0,0 0 304 0,0 0 112 16,0 0 32-16,0 0 0 0,0 0 224 16,-6 10 48-16,-1 1 16 0,0 2 0 0,1 2-160 0,0 0-16 15,1 1-16-15,1 1 0 0,2-3-256 0,0 1-48 16,4-1-16-16,0-1 0 0,2-1-224 0,1-1 0 16,2 0 0-16,2-2 0 0,0-4 0 0,3 0 0 15,0-2 0-15,1 0 0 0,1-2 0 0,2-1 0 16,-1-1-144-16,1-2 144 0,1-1-192 0,-2-2 192 15,1-2-208-15,1 0 80 0,-3 1-16 0,-1-2 0 16,-1-1 0-16,0 1 0 0,1 1 144 0,-1-2-208 0,-3-1 80 0,0 2 128 16,0-3-224-16,-1 3 80 0,-3 0 16 0,0 2 0 15,-1-2 128-15,0 3 0 0,-4 6-144 0,0 0 144 16,1-7 0-16,-1 7 0 0,0 0 0 0,0 0 0 16,0 0 0-16,0 0 128 0,0 0-128 0,0 0 192 15,-3 7-192-15,-1-1 0 0,4-6 0 0,-6 9 128 16,0-1-128-16,1 3 0 0,1 0 0 0,1-3 0 0,2 1 0 15,0 2 0-15,1-1 0 0,0 2 0 0,1 0 0 16,1-1 0-16,1 3 0 0,1-5 0 0,1 1 0 16,2 0 0-16,-1-3 128 0,1 1-128 0,1-2 0 0,-1 1 128 15,2-3-128-15,2-2 128 0,-1-2-128 0,3 0 192 16,-1-1-192-16,0-2 192 0,0 0-192 16,-1-3 0-16,1 0 0 0,-2-2 0 0,0-1 0 15,0-2 0-15,0-2 0 0,0 0 128 0,-1-1 16 0,-1 1 0 16,-3 0 0-16,0-3 0 0,-1 2 16 0,-2-4 0 15,1-1 0-15,-2 0 0 0,1-1-32 0,-4-2 0 16,2 1 0-16,0 2 0 0,0 1-128 0,0-1 0 16,0 2 0-16,0 2 128 0,-1 0-128 0,0 5 0 15,-1-2 0-15,2 3-176 16,-1 1-1648-16,2 3-336 0,-1 5-64 0</inkml:trace>
  <inkml:trace contextRef="#ctx0" brushRef="#br0" timeOffset="-203175.26">23721 1008 26719 0,'0'0'1184'15,"-5"0"240"-15,-2-4-1136 0,2 3-288 0,5 1 0 0,0 0 0 0,12 1 3472 0,-4 3 640 16,-8-4 128-16,0 0 32 0,0 0-3552 0,-7 7-720 0,1-1 0 0,-2 1-240 31,0-2-2320-31,0-1-448 0</inkml:trace>
  <inkml:trace contextRef="#ctx0" brushRef="#br0" timeOffset="-203023.75">23526 1217 26719 0,'0'0'1184'0,"0"0"240"0,0 0-1136 0,0 0-288 0,0 0 0 0,2 8 0 16,1 1 3120-16,-1-1 560 0,-2-8 112 0,0 0 32 15,4 6-2256-15,-4-6-448 0,4 7-96 0,-4-7 0 16,5 5-640-16,2-1-128 0,-7-4-32 0,13 2-13424 16,5 5-2688-16</inkml:trace>
  <inkml:trace contextRef="#ctx0" brushRef="#br0" timeOffset="-202220.47">24356 1102 18431 0,'0'0'816'0,"0"0"160"0,0 0-784 0,0 0-192 0,-3 3 0 0,3-3 0 15,0 0 3744-15,6 12 704 0,-5 2 144 0,-2 0 16 16,-2 5-1856-16,-2-1-384 0,1 0-80 0,-3 2-16 16,2 0-992-16,0 0-208 0,0 0-48 0,0-4 0 0,1 0-432 0,0-2-80 15,0-4-32-15,0-1 0 0,-1 1-208 0,1-2-32 16,4-8-16-16,0 0 0 0,0 0-32 0,0 0-16 16,0 0 0-16,0 0 0 0,0 0-176 0,0 0 0 15,0 0 0-15,1-9 0 0,0 1 0 0,1-1-176 16,0-2 48-16,2 0 0 0,0-2-32 0,3-2 0 15,-1 0 0-15,2-2 0 0,1-3 160 0,2 2-208 16,0-2 80-16,1 3 128 0,2 1-176 0,-1 1 176 16,-1 3-128-16,0 1 128 0,-2 2-144 0,1 2 144 15,-2 3-160-15,1 3 160 0,-10 1 0 0,9 4 0 16,-2 4 0-16,-3 2 0 0,-2 3 384 0,-2 3-16 16,-1 2-16-16,-1 1 0 0,-2 1 96 0,0-2 0 15,0 1 16-15,0-3 0 0,0 1-80 0,-1-4-32 16,0-3 0-16,2-1 0 0,2 0-160 0,1 0-48 15,0-9 0-15,0 0 0 0,0 0-16 0,0 0 0 16,0 0 0-16,0 0 0 0,0 0-128 0,0 0 0 16,0 0 0-16,0 0 0 0,0-7 0 0,2-2 0 0,2-1 0 15,1-1 0-15,2 1-128 0,2-2 128 0,0-1-160 16,2-1 160-16,2-7-208 0,1 2 48 16,0 0 16-16,2 1 0 0,1-2-48 0,0 2 0 0,0 3 0 0,0 0 0 15,0 2 48-15,1 3 0 0,-2 2 0 0,-2 1 0 16,-1 4 144-16,-3 1-192 0,1 2 192 0,-3 3-192 0,-1 3 192 15,0 1 0-15,-3 2 0 0,0 1 128 16,-2 2-128-16,0 1 144 0,-2 2-144 16,1-2 160-16,0-3-160 0,-1 2 0 0,-1-1 0 0,0 0 0 15,1 2-560-15,0-4-192 16,0-1-32-16,2-2-16 0,0 2-1344 16,0-3-272-16,-2-5-48 0,0 0-10480 0,0 0-2096 0</inkml:trace>
  <inkml:trace contextRef="#ctx0" brushRef="#br0" timeOffset="-201897.08">24833 832 20271 0,'-1'-13'896'0,"0"8"192"0,-2 0-880 0,-1-2-208 16,-1 0 0-16,1-3 0 0,-1 4 3712 0,2-1 688 15,-1 1 144-15,2 3 16 0,2 3-2304 0,0 0-464 16,-7 3-80-16,1-1-32 0,-1 1-816 0,1 2-160 15,-1-1-48-15,1 1 0 0,0 2-256 0,1 1-48 16,0 0-16-16,0-1 0 0,-1 1-96 0,3-3-32 16,-3 1 0-16,6-6 0 0,0 0-208 0,0 9 0 15,0-9 0-15,0 0 0 0,0 0 0 0,7 6 0 16,-7-6 0-16,8 4 0 0,-1-1-176 0,-7-3 176 16,8 0-160-16,-1-3 160 0,-1 1-144 0,1-2 144 15,-2-2-128-15,-5 6 128 0,4-5 0 0,-4 5 0 0,4-8 0 0,-2 2-128 16,0-1 128-16,-2 1-192 0,-2-1 192 0,1 2-192 15,1 5-144-15,0 0-48 0,0 0 0 0,0 0 0 32,0 0-1088-32,0 0-208 0,-6-4-48 0,6 4-16 0,0 0-1088 0,0 0-224 0,-6-4-32 15</inkml:trace>
  <inkml:trace contextRef="#ctx0" brushRef="#br0" timeOffset="-201399.46">25443 673 16575 0,'0'0'736'0,"0"0"160"0,0 0-720 0,2-4-176 0,-2-1 0 0,0 3 0 0,-3 0 3584 0,3 2 672 15,-1-4 144-15,1 4 16 0,-3-1-1856 0,3 1-368 16,-2-1-80-16,2 1 0 0,-4 0-832 0,4 0-176 15,0 0-16-15,-7 0-16 0,2 0-288 0,1 0-48 16,4 0-16-16,0 0 0 0,0 0-144 0,-5 0-48 16,0 1 0-16,5-1 0 0,0 0-240 0,0 0-48 15,0 0-16-15,0 0 0 0,0 0-224 0,0 0 0 16,-6 3 0-16,6-3 0 0,0 0 128 0,0 0-128 16,-5 2 0-16,5-2 144 0,-5 3-16 0,5-3 0 0,0 0 0 0,0 0 0 15,-5 1 32-15,5-1 0 0,0 0 0 0,0 0 0 16,-7 3 0-16,7-3 0 0,0 0 0 0,0 0 0 15,0 0-32-15,0 0-128 0,-5 0 192 0,0 2-64 16,-2 4-128-16,1 0 160 0,-2 1-160 0,-1-1 160 16,-2 5 0-16,0 0 0 0,-2 4 0 0,-3 2 0 15,-1 2 64-15,-1 5 16 0,-2 4 0 0,1 0 0 16,-2 2-32-16,0 1 0 0,1 3 0 0,2 0 0 0,1-2-208 16,3-2 176-16,2 2-176 0,0-4 160 15,4 0-160-15,2-4 0 0,1 0 0 0,2-2 0 16,3-1 0-16,1-5 0 0,2-1 0 0,2-2 0 0,3 0-192 0,1-2-80 15,0-3-16-15,3-2 0 16,1-1-1600-16,1-1-320 0,1 0-64 16,0 0-16-16,4 3-1776 0,-1-4-352 0,-1 0-80 15</inkml:trace>
  <inkml:trace contextRef="#ctx0" brushRef="#br0" timeOffset="-200883.08">25596 857 23039 0,'0'0'2048'16,"0"0"-1648"-16,-3-4-400 0,3 4 0 0,0 0 3024 0,0 0 528 15,-6 5 96-15,-2 3 32 0,0 4-1136 0,-1 4-240 16,0 2-32-16,-3 3-16 0,-1 1-528 0,0 3-128 16,3-3 0-16,-1 0-16 0,-1-1-816 0,2 1-144 0,0-1-48 0,0-4 0 15,1 0-336-15,2 0-80 0,0-2-16 0,2-2 0 16,-2 0-144-16,3-3 160 0,4-10-160 0,0 0 160 15,-2 6-160-15,2-6 0 0,0 0 0 0,0 0 0 16,0 0-192-16,0 0 0 0,6-6-16 0,1-1 0 16,-1 1-144-16,2-4-32 0,0 0 0 0,1-2 0 0,2-1 80 0,0-1 16 15,0-2 0-15,-1-2 0 0,1-2 160 0,-1 0 128 16,0 1-192-16,0 2 192 0,-1 3 0 16,-2 2 0-16,1 2 0 0,0-3 0 15,-1 4 0-15,-2 2 0 0,-3 2 0 0,-2 5 144 0,0 0 144 0,0 0 32 16,0 0 0-16,0 0 0 0,7 6-112 0,-1 2-16 15,1 1 0-15,0 2 0 0,0 2-192 0,1 1 0 16,0-1 0-16,1 0 0 16,-1-2 0-16,1 0 0 0,1 0 0 0,1 2 0 15,-1-3 0-15,1 1 0 0,-2-1 0 0,0-1 0 0,3 2 0 0,-2-2 0 16,-1-1 0-16,-2 0 0 0,-3-2 0 0,-4-6 0 16,0 0 0-16,0 0 0 0,0 0 0 0,-4 7 0 15,-1-2 0-15,-2-1 0 0,-2 1 0 0,-4-4 0 16,-1 2 0-16,-2-1 0 0,0 1 0 0,-1 0 0 15,-2-1 0-15,2 1 0 0,-1-2 0 0,-1 2 0 16,5-2-128-16,-2-1 128 16,1 0-832-16,-1 0-96 0,0 0-32 0,3 0 0 15,0 0-1728-15,3 0-368 0,1-3-64 16</inkml:trace>
  <inkml:trace contextRef="#ctx0" brushRef="#br0" timeOffset="-200490.09">25944 804 21183 0,'4'-12'1888'0,"-3"9"-1504"0,-1 3-384 0,0 0 0 16,0 0 3888-16,0 0 704 0,0 0 144 0,0 0 16 15,0 0-2336-15,3 11-480 0,-2 2-80 0,0-3-32 16,-1 6-304-16,-2 1-64 0,-1 1-16 0,1 3 0 0,-1 2-688 0,0 1-144 16,1 2-32-16,-2 0 0 0,1-1-304 0,2-2-64 15,0 1-16-15,-1-2 0 0,1-4-192 0,1 0 176 16,-1-5-176-16,2-1 160 0,0 0-160 0,1-2 192 15,-1-1-192-15,-1-9 192 0,0 0-192 0,0 0 0 16,0 0 144-16,0 0-144 0,0 0 0 0,0 0 0 16,5-3 0-16,0 0 0 0,2-4 0 0,-1 0 0 15,1-3-128-15,-2 0 128 0,3-2-176 0,0-1 176 16,0-1-208-16,1-2 80 0,1-1 0 0,2 0 0 16,-3 2 0-16,0 2 0 0,-1-2 128 0,0 6 0 15,-3 4-144-15,-1 2 144 0,-4 3 0 0,0 0 0 16,0 0 0-16,0 0 0 0,3 8 0 0,-1 3 0 15,1 2 192-15,-2 0-64 0,0 2-128 0,1 0 160 16,-1-1-160-16,-1 0 160 0,1 1-160 0,1-2 0 0,0 0 0 16,1 0 0-1,1-1-544-15,1-2-144 0,1-2-16 0,2-2-16 16,1 0-1616-16,4 0-320 0,0 2-64 0,2-7-10592 16,-1-1-2112-16</inkml:trace>
  <inkml:trace contextRef="#ctx0" brushRef="#br0" timeOffset="-200285.61">26512 892 10127 0,'0'0'896'0,"0"-7"-704"0,-2-4-192 0,0 6 0 16,0 0 6032-16,1 3 1184 0,-2 0 224 0,0 0 48 15,3 2-4160-15,0 0-832 0,-5 4-160 0,1 3-32 16,-2-2-752-16,0 6-144 0,4-2-16 0,-2 0-16 16,-1 2-832-16,2 4-160 0,1-1-48 0,-1 3 0 15,0 1-336-15,2 2 0 0,-2-3 0 0,2 6 128 16,1-3-128-16,0-3 0 0,0-3 0 0,0 1 0 15,0-2-1024-15,1-3-128 0,-1 0-32 0,2-2 0 16,-1 1-1376-16,0-2-256 0,-1-1-64 0,0-6-15232 16</inkml:trace>
  <inkml:trace contextRef="#ctx0" brushRef="#br0" timeOffset="-200134.99">26411 1068 20271 0,'-3'-6'1792'0,"0"2"-1424"15,2-3-368-15,1 2 0 0,0 5 3936 0,3-6 720 16,1-1 144-16,1 2 16 0,0 1-2848 0,2 1-576 15,0-2-112-15,3 1-32 0,-1 0-496 0,0 2-112 16,0-1 0-16,3 1-16 0,-1-1-624 0,2 0-128 16,2-1-32-16,-1 2 0 15,6-1-3072-15,-2 2-608 0</inkml:trace>
  <inkml:trace contextRef="#ctx0" brushRef="#br0" timeOffset="-199644.25">26900 900 12895 0,'-15'-12'1152'0,"9"9"-928"0,-3 4-224 0,-1 3 0 16,3 1 6208-16,-2 5 1216 0,-2-1 224 0,-1 6 48 16,2-2-4640-16,-2 1-944 0,0 4-176 0,1 1-32 15,-2 3-480-15,1-3-80 0,2 0-32 0,0 2 0 16,4-3-912-16,-1-4-176 0,2 0-32 0,3 0-16 16,0-3-176-16,1-2 0 0,1-9 0 0,0 0 0 15,0 0-192-15,0 0 0 0,0 0-16 0,0 0 0 16,0 0-496-16,9-1-112 0,0 0-16 0,0-2 0 15,0-2-240-15,2-2-48 0,-1-3-16 0,1 1 0 16,-1-2 288-16,3-4 48 0,-1-1 16 0,0-2 0 0,2 0 528 0,0-1 128 16,1 0 128-16,-2 2-208 0,-2-1 208 0,-3 6 192 15,0 0-48-15,0 2 0 0,0-1 496 0,-2 2 80 16,-1 3 32-16,1 0 0 0,-1 1 144 16,-5 5 48-16,0 0 0 0,0 0 0 0,0 0-432 0,8 0-96 15,0 3-16-15,-8-3 0 0,7 4-208 0,0 1-32 16,-1 1-16-16,0 1 0 0,-1 1-144 0,0-2 0 0,-1 1 0 0,1 2 128 15,0 1-128-15,1 2 0 16,-1 0 0-16,1 1 0 0,2 1 0 0,0-1 0 16,0 0 0-16,0 0 0 0,1-3 0 0,-1 1 0 15,-1-2 0-15,0-1 0 0,-1 1 0 0,0-1 0 16,-1 0 0-16,-1-3 0 0,-4-5-176 0,0 0 176 16,0 0-128-16,0 0 128 0,-3 5 0 0,-1 2-128 15,-2-4 128-15,-2 0 0 0,-2 1 0 0,-2 0 0 0,0-1 0 0,-1-1 0 16,-1 1 0-16,-2 0 0 0,0-1 0 15,1 1 0-15,-6-2 0 0,0 1 0 0,0-2-160 16,3 1 160 0,1 1-640-16,1-2 0 0,2 2-16 0,2-2 0 15,2 0-2864-15,2-2-560 0,8 2-112 0</inkml:trace>
  <inkml:trace contextRef="#ctx0" brushRef="#br0" timeOffset="-199408.62">27172 810 33455 0,'5'-21'1472'0,"-2"15"320"0,1-5-1424 0,0 5-368 0,1 1 0 0,-1 1 0 0,-2 0 2208 0,2-1 368 16,-4 5 80-16,0 0 16 0,0 0-720 0,0 0-144 15,0 0-16-15,0 0-16 0,6 11-704 0,-3 4-144 16,0 0-32-16,-2 2 0 0,1 4-496 0,-1 1-96 16,-1-2-32-16,0 1 0 0,-3 3-272 0,2 1 160 15,0 3-160-15,-1-2 128 0,1-3-128 0,0 1 0 16,-2-2 0-16,2 0 128 0,0-2-128 0,1-4 0 15,0-2 0-15,0 1 0 16,0-4-1248-16,1-2-288 0,0-3-48 0,2-1-13456 16,-3-5-2704-16</inkml:trace>
  <inkml:trace contextRef="#ctx0" brushRef="#br0" timeOffset="-198970.2">27507 881 16575 0,'-8'-8'1472'0,"0"1"-1168"0,1 5-304 16,-2 0 0-16,-1 4 5984 0,0-1 1136 0,-2 3 240 16,-1 4 32-16,-4 2-4432 0,2 2-880 0,3-3-176 0,-1 4-48 15,-1 1-832-15,0 3-192 0,0 0-16 0,2 2-16 16,2-1-560-16,1-1-112 0,1 1-128 0,0 0 176 16,3-1-176-16,2 1 0 0,3-3 0 0,2 0 0 15,0-4 0-15,2-1 0 0,3 1 0 0,2-2 0 0,0 0 0 0,3-3 0 16,-1-3 0-16,2-2 0 0,-1 1-240 0,3-2 80 15,0-3 16-15,3 0 0 0,-1-2-48 16,0 0-16-16,0-1 0 0,0-1 0 16,-4-1-48-16,0-1 0 0,0-3 0 0,2-2 0 0,-1-2-16 0,-1-2-16 15,0-3 0-15,0 2 0 0,-1 0 64 0,0 0 16 16,-2 3 0-16,-2 2 0 0,-3 0 208 0,-1 0 0 16,-3 5 0-16,-1-1 0 15,-2 3 0-15,-5 3 0 0,3 2 208 0,-4 2-64 0,-2 1 192 0,0 3 48 16,-2 1 0-16,-1 3 0 0,0 4-128 0,0 0 0 15,0 3-16-15,-2 6 0 0,2-3-240 0,4 2 144 16,1 1-144-16,4 0 128 0,3-6-128 16,2 1 0-16,2-2 0 0,4 2 128 0,0-3-128 0,4-3 128 15,-1 1-128-15,3-2 128 0,2-1-128 0,2 0 0 16,0-1 0-16,1 0 0 16,-1-4-912-16,0-2-112 0,0-1-32 0,1-1 0 15,1 4-2336-15,2-3-448 0,0-2-112 0</inkml:trace>
  <inkml:trace contextRef="#ctx0" brushRef="#br0" timeOffset="-198720.6">28082 835 9215 0,'0'0'400'0,"0"-7"96"0,-1-4-496 0,-2 2 0 0,1 2 0 0,-1 2 0 15,0 0 7104-15,3 5 1344 0,0 0 256 0,0 0 48 16,-5 2-5440-16,5-2-1088 0,-5 7-224 0,0 2-32 15,1 1-912-15,0 5-176 0,-1 0-48 0,-1 5 0 0,1-3-432 0,-1 2-80 16,-3 5-32-16,2-3 0 0,2 3-288 16,0 3 128-16,-1-4-128 0,1 0 0 0,3 1 128 0,-1-5-128 15,0-2 0-15,2-2 0 0,0 0 0 0,1-4 0 16,0-2 0-16,-2-2-192 16,2-7-1488-16,0 0-304 0,0 0-48 0,0 0-12080 15,0 0-2416-15</inkml:trace>
  <inkml:trace contextRef="#ctx0" brushRef="#br0" timeOffset="-198553.93">27871 933 20271 0,'0'0'1792'0,"0"0"-1424"16,0 0-368-16,0 0 0 0,0 0 5632 0,10 0 1072 16,3 2 208-16,3-2 32 0,1 2-4576 0,0-1-896 15,-5 0-192-15,2 2-48 0,4-2-592 0,3 2-112 16,0-1-16-16,4 0-16 0,2 0-496 0,2 0 0 15,-2-2 0-15,3 0-22848 0</inkml:trace>
  <inkml:trace contextRef="#ctx0" brushRef="#br0" timeOffset="-197785.13">28678 1002 30863 0,'0'-16'1360'0,"1"8"304"0,3-1-1344 0,-7-2-320 16,-4 1 0-16,1 4 0 0,6-5 2048 0,0 4 352 15,2-1 64-15,-4 1 16 0,2 7-272 0,0 0-48 0,0 0-16 0,-5-1 0 16,-3 2-896-16,-1 3-176 0,-1 3-48 0,-6 6 0 16,-2 2-480-16,0 4-96 0,-2 3-32 0,2-1 0 15,0-2-192-15,1-1-32 0,0 1-16 0,2-2 0 16,2-2-176-16,0 0 0 0,2-4 144 0,3-3-144 16,3-1 0-16,1-2 0 0,4-5 0 0,0 0 0 15,0 0-192-15,0 0-64 0,0 0-16 0,0 0 0 16,0 0-400-1,4-4-80-15,-1-2-16 0,4-4 0 0,2 0 96 0,2-2 16 0,0-1 0 0,4-2 0 0,-1-5 272 0,3 2 48 16,1-2 16-16,0-1 0 16,-1-2 128-16,2 1 16 0,-5 5 16 0,0 0 0 15,1 0 160-15,-2 1 0 0,0 3 0 0,-2 3-128 0,0 1 128 16,-2 2 144-16,-2 3-16 0,-1 2-128 0,-6 2 608 0,0 0 16 16,0 0 0-16,0 0 0 0,0 0 80 0,1 11 32 15,1 2 0-15,-4-1 0 0,2 2-336 0,0 3-64 16,0-2-16-16,2 0 0 0,0 2-192 0,1 0-128 15,1 0 128-15,1 0-128 0,0 1 0 0,0-3 0 16,1-4 0-16,-2 0 128 0,-1 1-128 0,1-2 0 16,0 0 0-16,0 1 0 0,-1-3 0 0,-2 0 0 15,0-1 0-15,-1 0 0 0,0-1 0 0,-2 2 0 16,-2-1 0-16,-1-1 0 0,-1 0 0 0,0-1 0 0,-2 0 0 16,0-2 0-16,-1 0 0 0,0-1 0 0,0-1 0 15,-2 2 0-15,1-1-176 0,0 1 0 0,-2-2 0 0,1 0 0 31,1-1-240-31,1 0-48 0,0 0-16 0,-2 2 0 16,0 0-1552-16,-1-2-304 0,1-1-64 0,4-3-17328 0</inkml:trace>
  <inkml:trace contextRef="#ctx0" brushRef="#br0" timeOffset="-196994.17">28979 958 25791 0,'0'0'2304'0,"0"0"-1856"0,-8-3-448 0,3 3 0 0,5 0 3584 0,-5 6 608 15,0 2 128-15,1 4 32 0,-2 4-1984 0,3 2-384 16,-3 0-64-16,1 4-32 0,-1 3-736 0,0 1-128 16,2 0-48-16,1 2 0 0,-3-2-576 0,2 0-112 15,1 0-32-15,-1-1 0 0,0-1-112 0,1 0-16 16,-1-2-128-16,2-1 192 0,-1-3-192 0,-2-1 144 16,1-3-144-16,0-1 128 0,1-2 0 0,-1-3-128 15,0-3 192-15,4-5-64 0,0 0-128 0,0 0 160 16,0 0-160-16,0 0 160 0,0 0-160 0,0 0 0 15,-5-5 0-15,1-2-176 0,0-1-64 0,3 1-16 16,0-5 0-16,1-1 0 16,0-3-192-16,1-2-32 0,3-3-16 0,0 0 0 15,1-1-112-15,0-2-32 0,3-3 0 0,1-2 0 16,2-1 32-16,-1 2 0 0,2-2 0 0,2 2 0 16,3 0 240-16,0 0 48 0,0 6 16 15,-1 1 0-15,-5 0 304 0,4 5 0 0,2 1 0 16,0 5 0-16,-4-2-144 0,0 4-32 0,0 2 0 0,1 4 0 0,-2 0 176 0,-3 2 0 15,1 0 0-15,-2 4 0 0,-2 0 0 0,0 1 0 0,-2 3 0 0,0-1 0 16,-4 4 208-16,0-2-16 0,-3 1-16 0,-1 3 0 16,-2 2 80-16,-1-1 32 0,3 2 0 0,-2 1 0 0,-2-2-48 0,2 0-16 15,-5-4 0-15,5 1 0 0,3 0-96 16,0-2 0-16,-1-1-128 0,4-9 192 0,0 0-192 0,0 0 0 16,0 0 128-16,0 0-128 0,0 0 0 0,0 0 128 15,7 6-128-15,2-4 0 0,0 1 0 0,0-6 0 16,2-1 0-16,-3-2 0 0,1-1 0 0,1 1 0 15,-1-3 0-15,2-3 0 0,0-2 0 16,1-2 0-16,1-1 0 0,3 1-160 0,-2-3 160 0,2-1-192 16,1 2 192-16,1-4-192 0,-4-2 192 15,-3 9-128-15,-3 0 128 0,-2 4-128 0,-3 3 128 0,-3-3 0 0,-2 5 0 16,-1 3 0-16,-4-1 320 0,-3 4-16 16,-2 4 0-16,-1 4 0 0,-3 1 112 0,1 4 32 15,-2 2 0-15,1 2 0 0,2 1-192 0,1 1-16 0,1 1-16 16,5 1 0-16,2 0-224 0,2 0 0 15,3-1 0-15,3-1 0 0,2-1 0 0,1-8 0 16,1-1 0-16,2 1 0 16,2-3-448-16,1 0 0 0,1-3 16 0,2-2 0 15,0 0-1232-15,2-1-256 0,1-2-64 0,7-1 0 16,-2-4-1040-16,-5 2-224 0,-1-4-32 0,2-1-7216 0,-2 0-1456 16</inkml:trace>
  <inkml:trace contextRef="#ctx0" brushRef="#br0" timeOffset="-196736.91">29671 671 11967 0,'-5'-16'528'0,"1"11"112"0,-1-2-512 0,-2 1-128 0,1-1 0 0,-1 3 0 0,1-1 4768 16,2 3 928-16,4 2 176 0,0 0 32 0,0 0-2816 0,0 0-560 15,0 0-112-15,0 0-32 0,0 0-1200 0,0 0-240 16,3 11-48-16,0 1-16 0,4 0-224 0,-3 1-32 16,1 4-16-16,0 2 0 0,1 0-96 0,-3 0-32 15,1 3 0-15,-1 4 0 0,0 2 160 0,-2 4 16 16,-2-2 16-16,-2 4 0 0,0 1-160 0,1 2-16 15,0-1-16-15,0-2 0 0,-2-1-288 0,1-4-48 16,2-2-16-16,-2-4 0 0,0 1-128 0,0-5 128 16,2-2-128-16,-1-2 128 0,0-4-272 0,0-1-64 15,2-10-16-15,0 0 0 16,0 0-1472-16,0 0-288 0,2 7-64 0,2-3-16 16,3-2-2400-16,1-5-464 0</inkml:trace>
  <inkml:trace contextRef="#ctx0" brushRef="#br0" timeOffset="-196568.76">29944 856 20271 0,'1'-7'1792'15,"2"1"-1424"-15,-1 1-368 0,5 1 0 0,1 1 5152 0,1 2 960 0,0-1 192 0,0 0 32 16,3-1-4048-16,1 1-816 0,0 0-176 0,1 2-16 16,-1 0-544-16,0 0-96 0,2 2-32 0,-1-1 0 15,0-1-608-15,1 1 0 0,-2-1 0 0,0 3 0 16,0-1-2608-1,-2 4-480-15,1-2-112 0</inkml:trace>
  <inkml:trace contextRef="#ctx0" brushRef="#br0" timeOffset="-196411.69">30018 942 33983 0,'-10'-5'1504'0,"7"3"304"0,3 2-1440 0,0 0-368 0,0 0 0 0,0 0 0 0,8-2 704 0,0 0 64 15,0 1 0-15,2 0 16 0,2 1-144 0,1 0-48 16,2-3 0-16,4 2 0 15,-1-2-1296-15,3 1-256 0,1-1-48 0,1 0-9904 16,7 0-1984-16</inkml:trace>
  <inkml:trace contextRef="#ctx0" brushRef="#br0" timeOffset="-196080.11">30734 673 29423 0,'9'-9'1296'0,"-9"9"288"0,0 0-1264 0,0 0-320 0,1-6 0 0,-1 6 0 0,-2-3 2240 0,2 3 384 0,0 0 64 0,0 0 32 16,0 0-512-16,-7 3-96 15,-3 2-32-15,-3 1 0 0,-6 5-800 0,-1 2-144 0,-3 4-48 0,-1 0 0 16,-5 2-304-16,0 3-64 16,1 2-16-16,0 1 0 0,2-2-192 0,3 1-64 0,6-3 0 0,2 1 0 15,2 0-272-15,3 0-176 0,2 0 192 0,3-1-192 16,2 0 0-16,3-7 0 0,3 2 0 16,2-2 0-16,3 1 0 0,4-5 0 0,1 0 0 0,4-3 0 15,2-2-128-15,3-1-48 0,1-3 0 0,0-1 0 16,2-2-112-16,0-2-32 0,-1 0 0 0,8-8 0 15,-9 3 32-15,1-3 0 0,-1-3 0 0,-1 0 0 0,-1-2 80 0,-1-1 16 16,-2 0 0-16,-1-4 0 0,-3 2 192 0,-1-1-144 16,-1 0 144-16,-2-1-128 0,-2 0 128 15,-3 1 0-15,-2 0 0 0,-2 2 0 0,-1 1 0 16,-1-1-160-16,0 2 16 0,-3 2 0 16,-1 0-288-16,-2 1-48 15,-1 0-16-15,-1 1 0 0,-1 2-2192 0,-1-2-432 0,2 3-80 16</inkml:trace>
  <inkml:trace contextRef="#ctx0" brushRef="#br0" timeOffset="-195799.44">30618 839 26719 0,'0'0'2368'0,"0"0"-1888"15,-4 6-480-15,4-6 0 0,8 11 3712 0,0-3 640 16,-2 2 128-16,-2 2 16 0,-1 1-1520 0,0-1-304 0,4 6-64 16,-2-3-16-16,-2-3-1376 0,-2 4-256 0,3 1-64 0,0 2-16 15,0 1-560-15,-2-4-96 0,0-1-32 0,0 2 0 16,2-1 320 0,0-2 48-16,-1-3 16 0,2-2 0 15,2-3-896-15,-2-1-192 0,-5-5-16 0,5 3-16 16,-5-3-432-16,0 0-96 0,0 0-16 0,6-1 0 15,0-1-1296-15,0-1-272 0,1-5-48 0,-1 0-16 0,1-3-2096 0,-1 0-432 16</inkml:trace>
  <inkml:trace contextRef="#ctx0" brushRef="#br0" timeOffset="-195451.65">30953 448 23039 0,'0'0'2048'0,"0"-7"-1648"0,0 2-400 0,0 5 0 0,0-4 4016 0,0 4 720 15,1-2 128-15,-1 2 48 0,1-4-2608 0,-1 4-512 16,0 0-96-16,0 0-32 0,0 0-304 0,0 0-64 16,0 0-16-16,0 0 0 0,0 0-752 0,0 0-144 15,0 0-48-15,0 0 0 0,0 0-64 0,-5 6-16 16,1 1 0-16,0-1 0 0,2-1-64 0,2-5-32 16,0 0 0-16,-4 8 0 0,0-1-160 0,1-3 0 15,3-4 0-15,0 0 128 0,0 0-128 0,0 0 0 0,0 0 0 0,0 0 0 16,0 0 0-16,0 0 0 15,7 4 0-15,1-3 0 0,-8-1 0 0,5-3 0 16,1-2 0-16,1 1 0 0,-2 0 0 0,0-1 0 16,1 1 0-16,-4-1 0 0,-2-2 0 0,0 1 0 15,0-2 0-15,-1 0 0 0,-3 2 128 0,0 0-128 16,4 6 0-16,-5-5 128 0,0-1-128 0,-2-1 0 0,3 1 0 16,0 3 0-16,4 3 0 0,0 0-272 0,-5-3 32 0,-1 1 16 31,0 1-2592-31,6 1-512 0,0 0-96 0</inkml:trace>
  <inkml:trace contextRef="#ctx0" brushRef="#br0" timeOffset="-195183.26">31130 784 44175 0,'0'0'1952'0,"0"0"416"0,0 0-1904 0,0 0-464 16,0 0 0-16,0 0 0 0,0 0 1488 0,13 1 208 16,5 1 32-16,-6-2 16 0,-12 0-256 0,0 0-48 15,0 0-16-15,9-3 0 0,4-1-976 0,-1 3-192 16,-3 0-32-16,3-1-16 0,2 0-208 0,-1-1 0 16,0-1 0-16,4 2 0 0,4-1 0 0,-4 0-128 15,-8 1-16-15,0-1 0 16,0-1-1360-16,2 0-272 0,-1 0-48 0,2 2-16 15,0 3-2592-15,0 2-528 0</inkml:trace>
  <inkml:trace contextRef="#ctx0" brushRef="#br0" timeOffset="-194567.09">31692 565 25791 0,'0'0'2304'0,"0"0"-1856"0,0 0-448 0,0 0 0 0,0 0 3872 0,0 0 672 16,0 0 144-16,0 0 32 0,0 0-2224 0,-1 9-448 16,1 4-96-16,0-2-16 0,-2-1-576 0,1 3-112 15,0 4-32-15,-3 1 0 0,-1 6-640 0,-2-1-128 16,-1 1-16-16,-1 2-16 0,0 4-208 0,0 0-32 15,0-2-16-15,1 4 0 0,0 0-160 0,0-4 192 16,1-1-192-16,0-2 192 0,2-2-192 0,1-3 160 16,1-7-160-16,1 0 160 0,0-3-160 0,1-2 0 15,0-1 144-15,1-7-144 0,0 0 128 0,0 0-128 16,0 0 160-16,0 0-160 0,0 0 0 0,4-4 128 16,2-3-128-16,2-3 0 0,0-2 0 15,1 0 0-15,-1 2 0 0,0-2 0 0,1-2 0 0,1 1-160 16,1-4 160-16,2-1-128 0,0 1 128 0,1 0-128 15,2 0 128-15,1-3-128 0,2-2 128 0,1 1-128 0,-6 7 128 16,-1 0-128-16,-1 1 128 0,-2 3-128 0,-2 4 128 0,0 1-128 16,0-1 128-16,-3 3 0 0,-5 3-144 0,0 0 144 15,0 0 0-15,0 0 0 16,-1 7 0-16,-2 5 0 0,-2 5 0 0,-2 3 0 0,1 2 0 0,-1 4 0 16,-1-8 0-16,5 4 0 0,0 0 0 15,0 1 0-15,1-1 0 0,0-1 0 0,1-3 0 0,4-1 0 16,1-3 0-16,1-1 0 0,1-1 128 0,2-4-128 15,1-3 192-15,0 0-32 0,2-2-16 0,2-1 0 16,1-4 0-16,1-1 0 0,-1-1 0 0,2-2 0 16,-2-3-144-16,2-3 192 0,-1 0-192 0,1-2 192 15,-3-3-192-15,0-1 128 0,0-1-128 0,1 0 128 0,-2-2-128 16,1-1 0-16,0-2 0 0,0 2 0 0,-1 1 0 16,-2 0 0-16,-1 2 0 0,-1-1-176 15,-2 1-448-15,-3-1-80 0,0 1-32 0,-2 2 0 16,1 2-1776-16,-2 1-368 0,-2 0-64 15</inkml:trace>
  <inkml:trace contextRef="#ctx0" brushRef="#br0" timeOffset="-194352.16">31622 499 19343 0,'-16'-13'1728'0,"11"7"-1392"16,1 0-336-16,1 1 0 0,1 1 6032 0,2 4 1136 0,0 0 240 0,0 0 32 15,0 0-5008-15,0 0-1024 0,0 0-192 0,6-6-32 16,5 3-432-16,0 0-96 0,1 0-16 0,4 3 0 16,1 0-448-16,1 2-192 15,-1-1 128-15,4 0-128 16,2 1-688-16,2 0-208 0,-4-2-64 0,1 1 0 16,1 1-1728-16,1 2-368 0,1-2-64 0,-1 2-15728 0</inkml:trace>
  <inkml:trace contextRef="#ctx0" brushRef="#br0" timeOffset="-194177.81">32307 503 25343 0,'0'0'1120'0,"8"-2"224"0,3-2-1072 0,2 3-272 0,-2 0 0 0,1-1 0 15,-1 0 2176-15,-2 0 368 0,1 0 80 0,1-1 0 16,-2-1 128-16,0 2 32 0,0 2 0 0,0-4 0 0,0 1-1184 0,-1-3-224 16,1 2-48-16,-1 1-16 0,0-2-912 0,0 0-176 15,-1 0-32-15,1-1-16 0,-3 1-176 0,-1 1-176 16,-1-2 48-16,-2 0 0 15,-1 6-2416-15,0 0-464 0,0 0-112 0,0 0-15856 0</inkml:trace>
  <inkml:trace contextRef="#ctx0" brushRef="#br0" timeOffset="-193848.43">32220 323 11055 0,'0'0'480'0,"1"-10"112"16,-2 0-464-16,0 1-128 0,-2 1 0 0,1 4 0 0,0-1 6608 0,2 5 1312 15,-5-1 256-15,0-2 48 0,-2 3-4832 0,1 0-960 16,-2 3-192-16,0 1-32 0,2-2-1072 0,-1 1-224 16,-1 2-32-16,0 0-16 0,1 0-448 0,0 1-96 0,1 1 0 0,0 1-16 15,2 0-304-15,1-3 128 0,0 3-128 0,3-8 0 16,-1 7 144-16,1-7-144 0,0 0 0 0,0 0 144 15,4 6-144-15,1-2 128 0,0 1-128 0,2-1 128 16,0-2-128-16,1-1 0 0,-1-1 0 0,2 0 0 16,0-1 0-16,-1-1 0 0,-2 0 0 0,2-1 0 15,-3-1 0-15,-5 4 0 0,0 0 0 0,6-4 0 16,-6 4 0-16,0 0 0 0,0 0 0 0,0 0 0 16,-2-6-1136-16,2 6-96 15,0 0-32-15,0 0-13744 0,-8 1-2752 0</inkml:trace>
  <inkml:trace contextRef="#ctx0" brushRef="#br0" timeOffset="-191433.54">19432 2704 20271 0,'0'0'1792'0,"0"-5"-1424"0,-1-3-368 0,-1 1 0 16,0-2 2544-16,0-1 432 0,2 0 96 0,0 0 0 15,0-1-720-15,2 2-160 0,0 0-16 0,-2 0-16 16,2 1-304-16,-1 1-48 0,-1 2-16 0,0 5 0 0,0 0-528 0,0 0-112 15,-5-1-32-15,-2 1 0 0,-1 4-304 0,-1 4-64 16,-1 3-16-16,-3 5 0 0,-2 2-368 0,-2 4-80 16,1 6-16-16,-3 0 0 0,-2 4-112 0,3-1-32 15,1-1 0-15,3-1 0 0,0-2-128 0,4-2 0 16,4-2 144-16,2-1-144 0,4-5 0 0,3 0 0 16,2-2 0-16,4-2-128 15,3-2-784-15,2-4-160 0,3-3-16 0,2-1-16 16,2-3-480-16,2-3-80 0,3-1-32 0,0-3 0 15,-3-2-448-15,-1-1-96 0,0-1 0 0,1 0-16 16,-1-6 976-16,-1 0 208 0,-2 0 48 0,1 0 0 16,-2-5 144-16,-1 1 48 0,0-5 0 0,-3 2 0 0,-1-2 832 0,-1 2 160 15,-2 1 32-15,0 0 16 0,-4 3 1008 0,-1 3 208 16,-1 2 48-16,-1 4 0 0,-3 0 320 0,-1 4 80 16,1 7 16-16,0 0 0 0,-7 0-336 0,-1 3-64 15,-1 3-16-15,0 3 0 0,-1 4-688 0,-1 0-144 16,2 4-16-16,-1 3-16 0,-4-2-176 0,3 2-48 15,0-1 0-15,2 1 0 0,1-1-176 0,2 1-32 0,2-3-16 16,0 0 0-16,1-5-160 0,1-2 0 0,-1-2 0 16,3-2 0-16,0-6 0 0,0 0 0 15,0 0 0-15,0 0 0 0,0 0-192 0,8 3 0 0,1-3-16 16,0-3 0-16,-1-1 0 0,1-2 0 0,0-3 0 0,2-2 0 16,-1 1 208-16,3-4 0 0,0-1-160 15,2-2 160-15,-1-2 0 0,3-2 0 0,0 1-144 16,0 1 144-16,0-1 0 0,1 3 0 0,0 3-128 0,1 1 128 15,-3 0 0-15,0 2 0 0,-2 4 0 0,-1 3 0 0,-2 2 0 16,-3 4 0-16,-8-2 0 0,6 5 0 0,-6-5 256 16,3 10 64-16,-3 5 16 0,-1 2 0 0,-3 3 96 0,0 3 16 15,-3 1 0-15,1 0 0 0,-1 2-64 0,-1-1-16 16,1-2 0-16,0-2 0 0,1-3-192 0,-1-1-48 16,2-2 0-16,1-1 0 0,1-5-128 0,2 0 0 15,0-1 0-15,1-8 0 0,0 0 0 0,0 0 0 16,0 0 0-16,0 0 0 0,0 0-144 0,9 0 144 15,0-3-192-15,0 0 192 0,0-3-192 0,0-2 192 16,2-1-192-16,0-2 192 0,1-2-208 0,1-2 64 16,0 0 16-16,3-1 0 0,-2-4-32 0,1 3 0 15,-2-2 0-15,0 2 0 0,-2 1 160 0,1 3-208 0,-3 3 80 0,2 2 128 16,-5 1-176-16,1 5 176 16,-7 2-128-16,0 0 128 0,0 0 0 0,0 0 0 0,0 0 0 0,4 8 0 15,-3 3 0-15,-1 0 144 16,0 2-16-16,-1 1-128 0,-1 2 160 0,1 0-160 15,0-1 128-15,-1 0-128 0,1-4 0 0,1 0 0 0,0-2 128 16,1 0-128-16,2-1 0 0,0-2 0 0,1 1 0 0,-4-7-176 16,0 0-16-16,7 1 0 0,1-2 0 0,0-1 0 15,1 0-16-15,2-2-16 0,-1-1 0 0,0-3 0 16,1-1 32-16,1-3 0 0,-1-1 0 0,2-1 0 16,2-1-96-16,-1-2-16 0,0-1 0 0,2 0 0 15,0-3-16-15,-1 1 0 0,0 1 0 0,-1 1 0 16,-1 2 320-16,0 3 0 0,-1 1 0 0,-3 4 0 15,-3 3 0-15,-6 5 0 0,0 0 0 0,0 0 0 0,0 0 144 16,2 11 96-16,-4 2 16 0,0 2 0 16,-1 2 32-16,1 2 16 0,-1-1 0 0,2 1 0 0,-1 1-176 0,2-3-128 15,2 0 144-15,0-2-144 0,4 2 0 0,-1-2 0 16,0-4 0-16,1-1 0 16,1-4-256-16,1-1-32 0,1-2-16 0,1-2 0 15,1-1-368-15,1-1-80 0,1-2-16 0,-2-2 0 16,0-1-32-16,0-2-16 0,3-3 0 0,-1 0 0 15,0-1 288-15,0-1 48 0,-2-3 16 16,1-1 0-16,-1 3 144 0,0-6 48 0,0 1 0 0,-1 1 0 0,2-1 272 0,-3 4 0 16,-1 3 0-16,0 0 0 0,-1 6 128 0,1 0 64 0,-8 6 32 15,0 0 0-15,0 0 352 0,2 11 64 0,-2 2 0 16,-3 3 16-16,-1 4 80 0,-1 5 16 16,-2 4 0-16,1 2 0 0,-1 2-304 0,1 2-48 15,-1-2-16-15,1 0 0 0,-1 0-256 0,2-2-128 16,-2 1 0-16,2-2 128 0,0 0-128 0,0-2 0 15,1-3 144-15,-1-5-144 0,1-1 0 0,0-2 128 0,0-3-128 0,3-2 0 16,-2-4 0-16,2-1 0 16,1-7 0-16,0 0 128 0,0 0-128 0,0 0-192 0,0 0 64 0,0 0 0 31,-2-7-320-31,1-2-48 0,0-2-16 0,1 0 0 16,1-2 64-16,2-2 16 0,-1-3 0 0,1-1 0 0,1-4 192 0,1 0 48 0,0-2 0 0,2-2 0 15,-1-3 32-15,1-2 16 0,1-1 0 0,1 0 0 16,1-4 144-16,1 4-128 0,0 0 128 0,2 3-128 15,0 1 128-15,2 3 0 0,0 1 0 0,1 3 0 16,-2 5 0-16,2 0 0 0,0 4 0 0,-2 3 0 0,0 1 128 16,1 2 64-16,-2 3 16 0,0 2 0 0,-1 2-64 0,-2 2-16 15,-1 2 0-15,-4 4 0 0,1 4 32 0,-4 1 0 16,-3 0 0-16,-3 5 0 0,-1 3 0 0,-3 2 0 16,-3 2 0-16,0 1 0 0,-2 2-16 0,-2-2 0 15,1-1 0-15,0-2 0 0,1-2-144 0,1 0 0 16,3-3 144-16,0 0-144 15,1-1-1776-15,3-2-416 0,1-4-96 0,2-3-15696 0</inkml:trace>
  <inkml:trace contextRef="#ctx0" brushRef="#br0" timeOffset="-191132.47">20999 2583 28559 0,'0'0'2544'0,"0"0"-2032"16,-4 3-512-16,4-3 0 0,-3 6 3392 0,1 2 576 15,-2 5 112-15,1 3 16 0,-1-3-1968 0,1 4-400 16,-1 1-64-16,0 3-32 0,0 0-512 0,-1 1-96 0,1 1-32 0,1-3 0 16,2-3-576-16,-1 0-112 0,2-4-32 0,0-3 0 15,2 1-80-15,-2-2-32 0,0-9 0 0,0 0 0 16,0 0 32-16,0 0 0 0,0 0 0 0,0 0 0 16,0 0 0-16,0 0 0 0,8 0 0 0,-2-3 0 15,-1-1-64-15,1-3 0 0,-1-1 0 0,1-3 0 16,-1-2-128-16,5-1 0 0,-3 2 0 0,3-1 0 0,-1-1 0 0,1 0 0 15,1-1 0-15,0 1 0 0,0-1-208 0,0 1-32 16,1 0 0-16,2-1 0 16,-2 4-1168-16,-1 2-224 0,-2 3-48 0,-1 4-16 15,-8 2-2016-15,6 2-416 0,-2 4-80 0,-3 3-13424 16</inkml:trace>
  <inkml:trace contextRef="#ctx0" brushRef="#br0" timeOffset="-190881.87">21098 2895 17503 0,'0'0'1552'0,"0"0"-1232"16,0 0-320-16,0 0 0 0,0 0 5376 0,0 0 1024 15,7-4 208-15,-1-1 48 0,2-3-4288 0,0 0-832 16,1-1-192-16,1-1-16 0,2-1-464 0,0-1-96 16,-1 2 0-16,3-6-16 0,-1-1-432 0,1-1-96 0,2 0-16 0,-2 1 0 15,0-3-208-15,1 3 0 16,-1-1 0-16,-1 2 0 0,-3 1 0 0,0 2 0 0,-3 2 0 0,0 5 0 16,-3-3 0-16,-4 9 0 0,0 0 0 0,0 0 0 15,0 0 0-15,-8 9 128 0,-1 1-128 0,0 3 0 16,0 2 208-16,-2 3-48 15,1-2-16-15,1 2 0 0,-1-1-144 0,4 0 0 0,2-6 0 0,1 4 128 16,1 0-128-16,1-2 0 0,2 0-192 16,1-2 192-1,2-2-1408-15,2-1-144 0,0-4-48 0,6 1 0 16,3-1-2384-16,1-3-496 0</inkml:trace>
  <inkml:trace contextRef="#ctx0" brushRef="#br0" timeOffset="-190549.25">21673 2635 35711 0,'5'-11'1584'0,"-5"11"320"0,3-7-1520 0,-2 1-384 0,-1 6 0 0,1-6 0 16,-1 1 2112-16,0 5 336 0,-3-5 80 0,-1 2 16 16,-2 3-736-16,0 0-144 0,-2 0-16 0,2 2-16 0,-1-1-848 0,-1 2-160 15,-1 1-48-15,0 1 0 0,-1 1-352 0,-1 3-80 16,-1-1-16-16,2 0 0 0,-2-3-128 0,3 4 0 16,1-1 0-16,2 1 0 0,1 0 0 0,2 1 0 15,0-3 0-15,2 1 0 0,1-8 0 0,1 8 0 16,-1-8-144-16,6 9 144 0,-1-1 0 0,1-2-128 15,2 0 128-15,1-1 0 0,2 1-160 0,0-2 160 16,1 2-128-16,0-1 128 0,1-1-128 0,1 1 128 16,-2-5-128-16,0 4 128 0,-1 0 0 0,1 1 0 15,0 0 0-15,-2 0-128 0,1-1 128 0,-2 1 0 16,-3-3 0-16,-6-2 0 0,6 9 0 0,-4-1 0 16,-1 0 0-16,-3-2 0 0,-5-1 0 0,-2 1 192 15,-1-1-64-15,-2 1 0 0,0 2-128 0,1-3 144 16,-2 0-144-16,0-1 160 15,-1-1-880-15,4-2-176 0,1-1-48 0,2 0 0 16,7 0-2464-16,0 0-496 0</inkml:trace>
  <inkml:trace contextRef="#ctx0" brushRef="#br0" timeOffset="-190197.82">22016 2539 26719 0,'-1'-7'2368'0,"3"1"-1888"0,2 1-480 0,-4 5 0 16,0 0 4224-16,0 0 736 0,1-6 160 0,-1 6 16 15,0 0-2768-15,-2-2-576 0,-2-3-96 0,4 5-32 16,-5 0-816-16,-2 2-160 0,-2 1-48 0,1 1 0 0,0-2-400 0,-1 4-96 16,-2 0-16-16,0 2 0 15,1 2-128-15,1-1 0 0,-1 2 0 0,1 1 0 0,0-1 0 0,3-1 0 16,-1 0 0-16,2 0 0 0,1-2 0 0,1 1 0 16,2 0 0-16,1 2 0 0,0-11 0 0,3 6 0 15,1 2-144-15,1-1 144 0,0-1 0 0,3-1 0 16,0 1-128-16,2-1 128 0,1-3 0 0,-1 2 0 15,0-2-128-15,3 0 128 0,0 0 0 0,-1 0 0 16,0 2 0-16,0-1 0 0,-1-1 0 0,-3 1 0 16,-8-3 0-16,0 0 0 0,7 6 0 0,-3 1 0 15,-4-7 0-15,-3 10 0 0,-1 1 0 0,-2-1 0 16,-4 1 0-16,-1-1 144 0,-4 1-144 0,1-1 0 16,0 0 0-16,-1-3 128 0,0-1-128 0,0 1-256 15,2 0 64-15,3-1 16 16,1-2-1584-16,1 0-320 0,1 0-64 0,7-4-16 15,0 0-2368-15,0 0-464 0</inkml:trace>
  <inkml:trace contextRef="#ctx0" brushRef="#br0" timeOffset="-189959.28">22240 2626 41807 0,'0'0'1856'0,"0"0"384"0,0 0-1792 0,0 0-448 0,0 0 0 0,0 0 0 15,-5 4 1728-15,0 1 272 0,-2 2 48 0,1-1 16 16,-2 2-688-16,1 1-144 0,1 2-16 0,-1-1-16 15,2 3-624-15,1 0-128 0,0-1-32 0,3 0 0 16,0-2-416-16,2-1 128 0,2-1-128 0,0 0 0 0,3-1 0 0,0-1 0 16,1-1-144-16,1-1 144 0,1-1-336 0,0-3 32 15,-3-2 16-15,3 0 0 16,3 1-128-16,0-2-32 0,0-1 0 0,-3 1 0 16,-3-3-288-16,1-3-64 0,2 1-16 0,-1 1 0 15,0-2-1232-15,-1 0-240 0,2-1-48 0,1-1-10848 16,-1-2-2160-16</inkml:trace>
  <inkml:trace contextRef="#ctx0" brushRef="#br0" timeOffset="-189697.93">22543 2562 19343 0,'0'0'1728'0,"0"0"-1392"0,0 0-336 0,0 0 0 0,0 0 4640 0,0 0 864 16,0 0 160-16,1 10 32 0,-2 0-3616 0,1 2-736 16,0 1-128-16,-2 2-48 0,-2 1 480 0,2 1 80 15,-1 0 32-15,1 0 0 0,-1-2-848 0,2 1-160 16,1-2-48-16,1 1 0 0,0-3-288 0,1 2-64 15,0-5-16-15,1 0 0 0,-3-9-112 0,0 0-32 16,0 0 0-16,0 0 0 0,6 4 0 0,-6-4 0 0,8 0 0 0,0-1 0 16,0-3 64-16,1-3 16 0,0-2 0 0,-1 0 0 15,0-1-272-15,1-1 0 0,0-1 0 0,1-1 0 16,2-2 0-16,1-1 0 0,0 1 0 0,0-1 0 16,2-4 0-16,-1 1 0 0,3-1 0 0,0 2 0 15,0 0 0-15,1 1 0 0,1 1-160 0,1 2 160 31,-2-1-2000-31,1 4-288 0,-1 2-48 0</inkml:trace>
  <inkml:trace contextRef="#ctx0" brushRef="#br0" timeOffset="-189015">23217 2478 14735 0,'0'0'1312'0,"0"0"-1056"0,0 0-256 0,0 0 0 0,0 0 7600 0,0 0 1456 15,0 0 288-15,0 0 64 0,-6 1-7424 0,6-1-1504 16,0 0-288-16,0 0-64 0,0 0 208 0,0 0 48 16,-5 5 16-16,5-5 0 15,-2 8-1488-15,-1 1-320 0,0-1-48 0,1 0-16 16,2 1-1504-16,0 1-304 0,-2 1-64 0,0 0-16 16,-2 0-1104-16,-1 1-208 0,-2-1-64 0,-1 1 0 15,1 0 3408-15,-1-2 688 0,-1 2 128 0,-2 0 16 0,1-2 3232 0,-1 2 640 16,1 0 128-16,2-1 16 0,2 0-160 0,0 1-32 0,1-3-16 15,1 2 0-15,-1-1-1088 0,2-1-224 0,1-2-32 0,0 1-16 16,2-8-880-16,2 9-176 0,-1-2-48 0,-1-7 0 16,0 0-656-16,0 0-192 15,0 0 0-15,8 5-14496 0,4 0-2960 0</inkml:trace>
  <inkml:trace contextRef="#ctx0" brushRef="#br0" timeOffset="-188228.06">27885 566 28799 0,'0'0'1280'0,"0"0"256"0,-6 0-1232 0,-2 3-304 16,-1 4 0-16,-2 2 0 0,0 4 336 0,-2 4 16 15,-3 5 0-15,-4 8 0 0,-2 4 432 0,-5 11 96 16,-6 5 16-16,-2 7 0 0,-4 6 144 0,-3 1 48 16,0 0 0-16,-3-1 0 0,-2-3-528 0,-1-4-112 15,1-1 0-15,2-4-16 0,4-4-112 0,2-4-32 16,1-3 0-16,3 0 0 16,3-4-1376-16,5-3-256 0,3-5-64 0,5-3-16 0</inkml:trace>
  <inkml:trace contextRef="#ctx0" brushRef="#br0" timeOffset="-187827.49">29611 774 15663 0,'-14'-13'688'0,"7"9"144"0,0 1-656 0,-2 3-176 0,-2 3 0 16,-2 2 0-16,-1 1 5024 0,-3 4 976 15,-3 4 192-15,-5 7 32 0,-3 1-4352 0,-6 9-864 0,-4 11-176 0,-6 6-48 16,-7 6 192-16,-4 4 48 0,-4 2 0 0,1-2 0 16,0-4-512-16,2-1-112 15,6-3-16-15,3 0 0 16,4-3-640-16,5-1-144 0,5-3-32 0,6-3-12944 0,6-4-2576 15</inkml:trace>
  <inkml:trace contextRef="#ctx0" brushRef="#br0" timeOffset="-187310.61">31405 441 12895 0,'-15'-6'576'0,"7"2"112"0,-1 1-560 0,0-1-128 0,-2 2 0 0,1-4 0 16,-1 4 4352-16,2 1 832 16,0-1 160-16,0 2 32 0,0 2-3072 0,0-1-640 15,-1 3-112-15,0 1-16 0,-2 3-432 0,-2 4-80 16,-3 3 0-16,-5 5-16 0,-6 6-192 0,-4 4-48 16,-6 4 0-16,-5 5 0 0,-6 3-192 0,-4 6-64 0,0 3 0 0,-2 2 0 15,-2 2-256-15,-2 0-48 0,0-1-16 0,3-2 0 16,3-1-192-16,2-4 0 0,12-9 0 0,1 1 0 15,0 6-3264-15,2-5-608 16</inkml:trace>
  <inkml:trace contextRef="#ctx0" brushRef="#br0" timeOffset="-185057.92">24297 2527 22111 0,'0'-6'1968'0,"0"-1"-1584"15,0-1-384-15,0 2 0 0,0 1 2576 0,0-1 432 0,0 6 96 0,0 0 16 16,0 0-1136-16,0 0-208 0,0 0-48 0,0 0-16 16,0 0-512-16,-4 11-112 0,1 2 0 0,0 5-16 15,-1 4-608-15,0 4-112 0,-1 4-32 0,2 3 0 16,1 1 128-16,-1 0 0 0,2-2 16 0,-2 2 0 15,3-1-80-15,1-3-32 0,1-2 0 0,0-3 0 16,0 0-192-16,0-2-32 0,1-4-128 0,0-1 192 16,-1-6-48-16,1-2-16 0,-1-2 0 0,1-2 0 15,-3-6 0-15,0 0 0 0,0 0 0 0,0 0 0 0,0 0-128 16,0 0 192-16,0 0-192 0,6-3 192 0,1-3-64 0,0-1 0 16,-1-4 0-16,1-1 0 0,-2-1-128 0,3-1 0 15,-1 1 0-15,3-5 128 0,0-3-128 0,2-3 0 16,2-3 0-16,-1 1 0 0,3-4-256 15,1-1 80-15,1 1 16 0,0 0 0 0,3 0-32 0,-1 2-16 16,-2 5 0-16,-1 1 0 0,-4 2 32 0,-1 7 16 16,-3 4 0-16,-1 4 0 0,-8 5 160 0,0 0-192 15,0 0 192-15,0 0-192 0,3 10 192 0,-1 6 0 16,-4 3 0-16,-1 5 0 0,0-2 176 0,0 3-48 16,-1-2 0-16,2 3 0 0,-2 2 32 0,1-1 0 0,2 0 0 15,0-2 0-15,2-4-160 0,2-3 0 16,-1-1 144-16,2-1-144 0,1-3 128 0,1-4-128 15,-1-1 160-15,1-2-160 0,2 1 176 0,0-6-176 16,0 1 192-16,0-4-192 0,-1 1 224 0,1-3-64 16,0-1-16-16,0-2 0 0,1-1 48 0,-1-1 16 15,0-1 0-15,1-2 0 0,0 0-32 0,0-4-16 0,0-1 0 16,0-2 0-16,2 0-160 0,-2-2 192 0,0 0-192 16,0-1 192-16,0-2-192 0,0 1 0 0,2-1 0 0,-2 1 0 15,-1 1 0-15,1 4-192 0,-3-1 32 0,1 2 16 16,-2-1-1120-1,0 2-208-15,-1 2-64 0,1 1 0 0,-2 3-2176 0,0-1-432 0</inkml:trace>
  <inkml:trace contextRef="#ctx0" brushRef="#br0" timeOffset="-184809.94">24111 2358 10127 0,'0'0'448'0,"0"-4"96"0,-1-1-544 0,1 5 0 15,0 0 0-15,6-4 0 0,5 2 7648 0,2 1 1424 16,2 0 272-16,5-3 64 0,3 1-7536 0,-1-1-1504 16,3 2-368-16,1-1 0 0,2 2 0 0,0 0 0 15,2-1 128-15,3 1-128 16,1 0-1744-16,1 1-400 0,2 0-80 0,0 2-15136 0</inkml:trace>
  <inkml:trace contextRef="#ctx0" brushRef="#br0" timeOffset="-184676.95">24913 2343 27647 0,'0'0'2448'0,"4"-2"-1952"0,1-5-496 0,0 5 0 16,-5 2 1984-16,11 0 288 0,-1-3 64 0,0 2 16 15,1-2-1264-15,-3-1-256 0,-1 2-64 0,3 0 0 16,-1-3-528-16,0 4-112 0,1-4-128 0,1 3 176 31,-1-2-2784-31,-1 3-544 0</inkml:trace>
  <inkml:trace contextRef="#ctx0" brushRef="#br0" timeOffset="-184340.46">24905 2054 12895 0,'-9'-10'576'0,"9"10"112"0,-5-4-560 0,-1 0-128 0,1 0 0 16,-1 1 0-16,-1-1 5200 0,-1 2 1008 0,0-1 208 0,-1 2 48 0,-1 1-3344 0,-2 0-672 15,-2 1-128-15,1 2-16 0,0 1-896 0,0 1-192 0,0 3-16 16,0-1-16-16,1 0-480 0,0 1-80 16,2 0-32-16,1 1 0 0,-2-3-272 0,5 1-64 15,0-2-16-15,6-5 0 0,0 0-240 0,0 0 176 0,0 0-176 16,0 0 160-16,0 0-160 0,0 0 0 0,8 5 0 15,0-1 0-15,1-1 0 0,-1-2 0 16,0-1 0-16,1-1 0 0,0 1-176 0,0-4 176 16,0 1-128-16,-1 1 128 0,0-1 0 0,-8 3-160 15,5-5 160-15,0 1 0 0,1 1-192 0,-6 3 192 0,0 0-192 16,0 0 192-16,2-6-304 0,-2 6 48 0,0-7 16 16,0 7 0-1,0 0-1296-15,0 0-256 0,0 0-48 0,0 0-11904 0,0 0-2384 0</inkml:trace>
  <inkml:trace contextRef="#ctx0" brushRef="#br0" timeOffset="-184032.7">25485 2547 48719 0,'0'0'2160'0,"0"0"448"0,0 0-2096 0,0 0-512 16,0 0 0-16,0 0 0 0,0 0 768 0,8-2 32 16,-2 0 16-16,1 2 0 0,1-3 80 0,0 3 32 15,1 0 0-15,1 0 0 0,2-2-688 0,1 2-240 16,1 1 144-16,2 0-144 15,0 2-608-15,0-3-208 0,1 1-32 0,0 2-16 16,-1 1-2064-16,-2 1-400 0,-2-3-96 0</inkml:trace>
  <inkml:trace contextRef="#ctx0" brushRef="#br0" timeOffset="-183860.59">25404 2699 25791 0,'0'0'2304'0,"0"0"-1856"0,0 0-448 0,0 0 0 15,0 0 3648-15,0 0 624 0,0 0 128 0,8 0 16 16,1 0-2992-16,2 0-592 0,0 0-128 0,4 0-32 16,2-1-384-16,0 0-80 0,0-1-16 0,2 2 0 15,1 0-928-15,2 0-192 16,0 0-32-16,3 0-11760 0,2 0-2336 0</inkml:trace>
  <inkml:trace contextRef="#ctx0" brushRef="#br0" timeOffset="-183708.63">26016 2682 23039 0,'0'0'2048'0,"0"0"-1648"0,0 0-400 0,9-1 0 0,0 1 4160 0,0 0 768 15,1 1 128-15,1-1 48 0,-3-1-2864 0,2-2-560 16,1 2-112-16,0 0-32 0,2-2-912 0,2 2-192 16,0-2-48-16,1 1 0 15,1 0-1040-15,0-3-224 0,0 4-32 0,1-2-16 16,0 3-3040-16,1-1-624 0</inkml:trace>
  <inkml:trace contextRef="#ctx0" brushRef="#br0" timeOffset="-183360.72">26549 2526 25791 0,'-9'-8'1152'0,"9"8"224"0,0 0-1104 0,0 0-272 0,-2-1 0 0,2 1 0 15,0 0 3840-15,0 0 704 0,0 0 128 0,0 0 48 16,0 0-2112-16,-2 8-432 0,1 1-64 0,-3 0-32 16,1 4-992-16,2-3-208 0,-1 3-48 0,1-4 0 0,-1 3-448 0,2 1-112 15,0-2-16-15,0 0 0 0,-2 0-256 16,4-2 128-16,-1-1-128 0,0 1 0 0,-1-9 176 0,0 0-176 16,1 4 160-16,-1-4-160 0,0 0 144 0,0 0-144 15,0 0 128-15,0 0-128 0,0 0 128 0,0 0-128 16,0 0 128-16,0 0-128 0,0 0 128 0,6 6-128 15,-6-6 0-15,0 0 128 0,0 0-128 0,0 0 0 16,0 0 144-16,0 0-144 0,7 2 0 0,3-2 128 16,-10 0-128-16,9 0 0 0,-9 0 0 0,9-3 0 15,-1-1 0-15,-1-1 0 16,0 1-448-16,-2 1-144 0,2-2-48 0,-2 1 0 16,0 0-2176-16,0 0-432 0,2 1-80 0</inkml:trace>
  <inkml:trace contextRef="#ctx0" brushRef="#br0" timeOffset="-182325.67">26507 2629 7359 0,'0'0'656'0,"0"0"-528"16,3-7-128-16,1 1 0 0,-2-2 4064 0,5 3 784 16,1-2 144-16,-1 3 48 0,-7 4-2272 0,0 0-448 0,0 0-80 0,0 0-32 15,0 0-64-15,0 0-16 0,8 3 0 0,-1 2 0 16,-7-5-560-16,4 9-112 0,-2 0-32 0,0 3 0 15,-1 1-272-15,-1 3-64 0,-3-3-16 0,1 1 0 16,-1 2-400-16,1 0-80 0,-1-2-16 0,-1 0 0 16,-1 3-272-16,1-1-64 0,1-2-16 0,-1-2 0 15,0-3-224-15,-1-1 144 0,5-8-144 0,-2 9 128 16,2-9-128-16,0 0 128 0,0 0-128 0,0 0 128 0,0 0-128 0,0 0 0 16,0 0 0-16,0 0 0 0,0 0 0 15,1-7 0-15,0 1-176 0,2-6 176 16,1 0-240-16,1 1 48 0,0-4 0 0,2 0 0 0,1-2 0 0,2-1 0 15,2-2 0-15,-2-2 0 0,3 1 48 0,1 0 16 16,2-4 0-16,0 3 0 0,1 3 128 0,1 0-128 16,0 4 128-16,0 2-128 0,-1 1 128 0,0 3 0 15,-2 2-144-15,-1 2 144 0,-1 1 0 0,0 3 0 16,-2 1-144-16,-2 2 144 0,-1 2 0 0,-2 3 256 16,-1 1-64-16,-1 3 0 0,-1 2 128 0,-3 4 0 15,-3 2 16-15,1 3 0 0,-4-1-48 16,2 1-16-16,-2 1 0 0,1 0 0 0,-2-3-80 15,2 1 0-15,1-1-16 0,1-2 0 0,1-1-176 0,1-3 128 16,-2-2-128-16,0-2 128 0,3-2-128 0,0-8 0 16,0 0 144-16,0 0-144 0,0 0 0 0,0 0 128 15,6 4-128-15,-6-4 0 0,6-1 0 0,1-2 0 16,-1-3 0-16,2-2 0 0,0-1 0 0,1-2 0 0,0 0 0 0,1-2 0 16,1 1 0-16,1-5 0 0,2 0 0 15,0 1 0-15,1-2-144 0,-1 1 144 0,0 0-160 0,2 0 160 16,0 3 0-16,-2 1-144 0,-4 2 144 15,1 4 0-15,-1-1 0 0,1 3-160 0,-4 1 160 16,1 2 0-16,0 1 0 0,-1 2-128 0,-1 5 128 0,1 1 0 16,-2 4 0-16,-1-1 144 0,-2 3-16 0,1 2 0 15,-2-1-128-15,1 2 160 0,-2-1-160 0,0 1 160 16,-2 1-160-16,1-5 0 0,1 1 0 0,0-2 0 16,0 2-384-16,0-5-176 15,1-1-16-15,-1-7-16 0,0 0-1600 0,0 0-320 0,3 6-64 0,-3-6-11488 16,0 0-2288-16</inkml:trace>
  <inkml:trace contextRef="#ctx0" brushRef="#br0" timeOffset="-181989.09">27129 2270 37375 0,'-10'-7'1664'0,"10"7"320"0,-2-6-1584 0,1 1-400 0,0 1 0 0,1 4 0 0,0 0 1600 0,0 0 256 16,-3-2 32-16,3 2 16 0,0 0-368 0,0 0-64 16,-6 5 0-16,0 1-16 0,0 1-816 0,1-2-176 15,-1 3-16-15,1 0-16 0,0 0-96 0,1-1-16 0,0 0 0 16,2 1 0-16,-2 0-160 0,1-1-32 0,2 0-128 0,1-1 192 16,0-6-192-16,0 0 0 15,0 0 128-15,4 6-128 0,1-4 0 0,1 2 0 16,1-1 0-16,-1-1 0 0,2-4 0 0,0 0-160 0,0 0 160 0,2-2-128 15,-1 1 128-15,-1-2 0 16,-4 0 0-16,1 0 0 0,1-1 0 0,-1 1 0 0,-1-1 0 0,-2 2 0 16,-2 4-128-16,2-7 0 15,-2 7 0-15,0-6 0 16,-2-2-384-16,2 1-80 0,0 7-16 0,0 0 0 16,0 0-2080-16,-2-5-400 0,-1 1-96 0</inkml:trace>
  <inkml:trace contextRef="#ctx0" brushRef="#br0" timeOffset="-181379.63">27903 2337 35871 0,'2'-14'1600'0,"0"8"320"0,1-3-1536 0,2 0-384 0,-1 0 0 0,3 0 0 0,-2 2 1456 0,0 1 208 16,-1 1 64-16,-3-1 0 0,1 1-128 0,-2 5-32 16,-2-4 0-16,2 4 0 0,-4-1-512 0,-1 1-96 15,-1 4-32-15,-4 2 0 0,-3 5-352 0,-2-1-64 16,-5 3 0-16,-3 7-16 0,-5 1-160 0,-2 5-16 16,-1 6-16-16,-3 0 0 0,-2 3-16 0,1 0 0 15,2 3 0-15,4 1 0 0,3-1-48 0,4-2-16 16,2-2 0-16,6-1 0 0,4-1-224 0,3-2 0 15,3-1 128-15,3-4-128 0,1-4 0 0,4-3-240 16,1-1 48-16,3-4 16 16,2-1-992-16,3-3-208 0,3-3-32 0,0-1-16 15,1-3-1232-15,1-2-240 0,-2-2-48 0,0 2-10144 0,3-6-2016 0</inkml:trace>
  <inkml:trace contextRef="#ctx0" brushRef="#br0" timeOffset="-180968.66">28149 2398 17503 0,'-10'-18'768'0,"8"14"176"0,2 4-752 0,0 0-192 0,0 0 0 0,0 0 0 16,0 0 5952-16,-5 1 1152 0,-1 2 224 0,0 3 48 15,-1 2-4496-15,-2 4-912 0,0 4-176 0,0 1-48 16,-1 2-528-16,-1 3-128 0,1 2 0 0,-2 3-16 16,0 2-560-16,2-2-96 0,-1 3-32 0,4-8 0 15,-1 0-176-15,-1-2-32 0,1 1-16 0,1-3 0 16,1 0-160-16,1 1 160 0,-1-4-160 0,2 2 160 0,2-5-160 15,0-4 160-15,2-8-160 0,0 0 160 0,0 0-160 16,0 0 0-16,0 0 0 0,0 0 0 0,0 0 0 0,0 0 0 16,0 0 0-16,7-4 0 0,0-3 0 0,2-2 0 15,0-2 0-15,1-3 0 0,2 1 0 0,2-2 0 16,2-2 0-16,1-3-176 0,0-1 176 0,-3 6-192 16,1-2 192-16,-2 1-192 0,0 2 192 0,0 0-128 15,-3 2 128-15,0 3-128 0,-2 1 128 0,-1 3 0 16,-2 1 0-16,-5 4 0 0,0 0 0 0,0 0 0 15,0 0 0-15,-1 13 0 0,-3 2 160 0,-1 0-32 16,-2-2-128-16,1 2 192 0,-1 2-192 0,1 0 176 16,-1 2-176-16,0-3 160 0,1 1-160 0,1 0 0 0,0-2 0 0,1-1 0 15,0 2 0-15,2-2 0 16,1 0 0-16,1-4 0 16,0-3-1088-16,0-7-80 0,3 7-32 0,2 1 0 15,1 3-2400-15,1-1-496 0,1-4-80 0</inkml:trace>
  <inkml:trace contextRef="#ctx0" brushRef="#br0" timeOffset="-180642.99">28253 2794 7359 0,'0'-5'656'0,"0"0"-528"0,0 5-128 0,1-6 0 15,2-2 8304-15,2 1 1616 0,2 1 336 0,-1 0 64 16,1 1-7264-16,0-1-1456 0,4 0-304 0,1 1-48 16,-2 1-400-16,4 0-80 0,-2 2 0 0,1 1-16 0,0-2-400 0,1 2-80 15,1 1-16-15,0 0 0 0,1 0-16 0,-2 1-16 16,-2 0 0-16,2 1 0 0,-2 0-96 0,-3 2 0 15,0 0-128-15,-9-4 192 0,7 5-64 0,-7-5 0 16,0 0-128-16,0 9 192 0,-1 2 16 0,-2-1 0 16,-3 2 0-16,-2-2 0 0,-1 1-16 0,-1-2 0 15,0 0 0-15,1 1 0 0,0 0-64 0,1 0 0 16,3-2-128-16,0-2 192 0,-1 1-192 0,4-3 128 16,2-4-128-16,-3 5 0 0,3-5 128 0,-1 5-128 15,1-5 0-15,0 0 0 0,0 0 128 0,0 0-128 16,5 5 0-16,3 2 0 0,2-4 0 0,2 0 0 15,0-3 0-15,-1 0 0 0,3 0 0 0,-1-3-208 16,-2 0 64-16,4-2 16 16,0-1-1056-16,1 0-208 0,1-1-32 0,2-2-16 15,0 0-2768-15,-1-1-544 0</inkml:trace>
  <inkml:trace contextRef="#ctx0" brushRef="#br0" timeOffset="-180473.12">28884 2605 17503 0,'0'0'1552'0,"0"0"-1232"0,1-3-320 0,-1 3 0 15,5-4 5872-15,1 1 1104 0,0 0 240 16,1-1 32-16,0 2-4896 0,1-1-992 0,0 1-192 0,0 0-32 16,2-3-240-16,1 3-32 0,1-1-16 0,1 0 0 15,5-2-640-15,0 0-208 0,0 0 128 0,-1-1-128 32,2 1-768-32,-1-1-224 0,-1-3-32 0,1 1-16 0,2 0-2608 0,0 0-528 0</inkml:trace>
  <inkml:trace contextRef="#ctx0" brushRef="#br0" timeOffset="-180041.6">29459 2190 37263 0,'0'0'1648'0,"-3"-6"336"0,3 6-1584 0,0 0-400 15,0 0 0-15,0 0 0 0,0 0 1664 16,0 0 256-16,0 0 64 0,-8 4 0 0,3 0-128 0,0 5 0 16,-2 2-16-16,0 3 0 0,0 4-848 0,-1 3-160 15,-1 3-48-15,-1-1 0 0,-2 1-320 0,0 2-64 16,0 2-16-16,1 2 0 0,2-2-128 0,0 0-16 15,1-4-16-15,0-1 0 0,1-1-96 0,1 1 0 16,1-1-128-16,-1-3 192 0,1-2 0 0,1-1-16 16,2-3 0-16,-1-1 0 0,0-2-176 0,2-1 0 15,0 0 0-15,2-5 0 0,-1-4 0 0,0 0 0 16,0 0 144-16,0 0-144 0,0 0 0 0,0 0 0 16,0 0 0-16,7-2 0 0,-1-4 128 0,2 0-128 15,0-2 160-15,1-1-160 0,1-3 0 0,2 1-128 16,1-4-16-16,3 1 0 0,1-2 144 0,2 2-208 15,2-2 80-15,0 2 128 0,-1 1-192 0,-1 1 192 0,-1 2-160 0,-3 2 160 16,-4 1 0-16,-1 3 0 0,-3 3-128 16,-7 1 128-16,7-1 0 0,-7 1 0 15,0 0 0-15,0 0 0 0,4 9 160 0,-2 0-32 16,0 4 0-16,-2 1 0 0,-2-2-128 0,0 4 0 0,-1 1 144 16,1 0-144-16,-1 0 0 0,-1 0 0 0,-1 1 0 0,1-4 128 15,1 1-128-15,2-1 0 0,-2-5 0 16,2 1 0-1,-1 1-416-15,0-3-96 0,6 0-32 0,0-2 0 0,-4-6-1152 0,7 7-224 16,0-2-64-16,3-1-13152 0,-1-2-2640 0</inkml:trace>
  <inkml:trace contextRef="#ctx0" brushRef="#br0" timeOffset="-179839.03">29813 2654 44751 0,'0'0'1984'0,"0"0"400"0,0 0-1904 0,0 0-480 0,0 0 0 0,0 0 0 0,0 0 1360 0,0 0 176 15,-1 7 48-15,0 4 0 0,-3-2-192 0,1 1-48 16,3 1 0-16,-1 1 0 0,0-2-768 0,-2 0-176 16,0 2-16-16,1 0-16 0,-1 0-368 0,1-1 0 15,-1 1 0-15,0 1 0 0,1-1 0 0,2-4 0 16,0-2 0-16,0 1 0 16,1-1-912-16,-1-6-112 0,0 0 0 0,3 6-16 15,1 0-2464-15,-4-6-480 0,0 0-112 0</inkml:trace>
  <inkml:trace contextRef="#ctx0" brushRef="#br0" timeOffset="-179479.89">30150 1956 38703 0,'1'-10'1712'0,"-1"10"352"0,0 0-1648 0,0 0-416 0,0 0 0 0,0 0 0 15,0 0 1344-15,0 0 192 0,0 0 48 0,11 6 0 16,-1 2-384-16,2 3-80 0,-1-1-16 0,1 4 0 0,1 1-128 0,0 2-16 16,-1 2-16-16,1 2 0 0,1 2-320 0,1 4-64 15,-2 1-16-15,0-3 0 0,0 2-80 0,-1 1-16 16,-2-1 0-16,-1 2 0 0,0-3-128 0,0 3-48 16,-2 2 0-16,-1 1 0 0,-2 2-272 0,-1 0 160 15,-2 5-160-15,-2-2 128 0,-2-1-128 0,-2 2 0 16,-1-1 0-16,-2-1 0 0,-1-1 0 0,-1-1 0 15,1 0 128-15,0-3-128 0,1-4 0 0,-1-3 0 16,1 0 0-16,1 1 128 0,-3-2-128 0,1-3 0 16,0-1 0-16,1-1 0 0,1-2 0 0,-1-3 0 15,0-1 128-15,-1-1-128 0,-2-1 0 0,2-3 0 16,-1 0 0-16,1-1 128 16,0-3-1312-16,1 1-272 0,1 0-48 0,1 0-22320 0</inkml:trace>
  <inkml:trace contextRef="#ctx0" brushRef="#br0" timeOffset="-168716.89">26228 3505 16575 0,'-5'-17'1472'0,"4"11"-1168"0,-2-1-304 0,2 0 0 16,-1 2 3328-16,1-1 592 0,1 6 128 0,0 0 32 16,1-5-1968-16,-1 5-384 0,0 0-64 0,0 0-32 15,0 0-160-15,0 0-48 0,0 0 0 0,0 0 0 0,0 0-624 0,7 11-128 16,-2 4-32-16,0-2 0 0,-1 0-176 0,0-2-32 16,1 2-16-16,-2-1 0 0,1-1-96 15,0-1 0-15,0-1-16 0,0-2 0 0,-4-7 80 0,5 6 32 16,-5-6 0-16,0 0 0 0,8 3 192 0,1-3 32 15,1-3 16-15,1-2 0 0,-1-3-144 0,3-4-16 16,2-1-16-16,1-2 0 0,1-4-256 0,3 0-48 16,0-2-16-16,2-1 0 0,1-2-160 0,2 0 0 15,0-2 0-15,-1-4 0 0,1-2 0 0,0 1 0 0,0 1 0 16,0 0 0-16,-2 4 0 0,-1 3-320 16,-2-1 48-16,-2 5 16 15,-2 4-1728-15,-2 5-352 0,0 5-64 0,1 1-18512 0</inkml:trace>
  <inkml:trace contextRef="#ctx0" brushRef="#br0" timeOffset="-164409.72">14844 4488 11055 0,'0'0'976'0,"0"0"-784"16,0 0-192-16,0 0 0 0,4-10 2368 0,-1 0 448 0,2-1 64 0,-1 4 32 16,1 3-320-16,2 0-64 0,0-1-16 0,1 0 0 15,-3 0-128-15,2-1-16 0,-1 4-16 0,-6 2 0 16,11-7-432-16,-11 7-96 0,0 0-16 0,0 0 0 16,0 0-528-16,0 0-96 0,0 0-32 0,0 0 0 15,0 0-224-15,-11 8-48 0,0-1-16 0,-2 2 0 16,0 1-416-16,-4-1-96 0,-3 4-16 0,1-3 0 15,-1 0-192-15,2 0-144 0,-1 3 192 0,-1-1-192 16,0 3 128-16,1-1-128 0,0-1 0 16,2 0 0-16,0 0 0 0,3-1 0 0,1-1 0 0,3-3 0 0,0-1 0 15,10-7 0-15,-6 6 0 0,6-6 0 0,0 0 0 0,0 0 0 16,0 0-192-16,0 0 192 0,0 0-224 0,13 4 48 16,1-2 16-16,5-4 0 0,-1 0 160 15,-3-1-192-15,2-1 192 0,4 1-192 0,3-3 192 16,-1 1 0-16,3-2 0 0,0 5-128 0,0 0 128 0,0 4 0 15,-2 2 0-15,-2-1 0 0,-1 4 0 0,-3-1 0 16,-2 4 0-16,-3 1 0 0,-3 2 0 0,-1 3 0 16,1 1 0-16,-5 3 0 0,-3-1 0 0,0 2 0 15,-4 1 0-15,0 0 176 0,-3-1 0 0,-3 0 0 16,-3 0 0-16,0 0 0 0,-4 0 0 0,0-4 0 16,-4-1 0-16,-2 0 0 0,-3-3-32 0,-2-1 0 15,-2 0 0-15,0-1 0 0,-2 1-16 0,-2-3-128 16,1 0 192-16,1 0-64 0,1 1-128 0,-2-4 0 0,0 1 0 15,1-6 0 1,1-1-672-16,2 0-160 0,5-1-48 0,5-2 0 16,1-1-1872-16,7-2-384 0,5-6-80 0</inkml:trace>
  <inkml:trace contextRef="#ctx0" brushRef="#br0" timeOffset="-164159.05">15273 4478 12895 0,'7'-16'1152'0,"-6"12"-928"0,-1 4-224 0,0 0 0 0,0 0 5504 16,0 0 1072-16,0 0 208 0,0 0 32 0,0 0-3680 16,0 0-720-16,1 12-160 0,-1 1-16 0,-2 4-448 0,-1 4-96 15,0 2-16-15,-1 6 0 0,-2 3-864 0,-1 4-176 16,0 0-48-16,-1 1 0 0,-1 0-272 0,1 0-48 16,1-2-16-16,1-1 0 0,-1-1-256 0,2-5 128 15,0 0-128-15,2-5 0 0,1-3 0 0,-1-1 0 16,0 1-160-16,1-3 160 15,-1-4-1376 1,1-3-160-16,0-2-16 0,1 1-16 0,1-2-1264 0,0-7-256 0,0 0-48 0,0 0-9408 16,0 0-1888-16</inkml:trace>
  <inkml:trace contextRef="#ctx0" brushRef="#br0" timeOffset="-163731.14">15042 4787 36687 0,'-10'0'1616'0,"10"0"352"0,0 0-1584 0,0 0-384 15,0 0 0-15,0 0 0 0,0 0 1104 0,10 2 144 0,1 1 32 0,2-2 0 16,1-1-112-16,0-1-16 0,3-1 0 16,2 0 0-16,0-3-496 0,3 2-96 0,3-2-32 0,1 0 0 15,-1-2-192-15,0-1-32 0,1 0-16 0,1 1 0 16,-2-1-144-16,1 1-16 0,-2 2-128 0,-4 1 192 16,0 3-48-16,-4 0-16 0,-3 3 0 0,-3 3 0 15,-2 4 0-15,-3 1 0 0,-2 4 0 0,-3 3 0 16,-3 4 448-16,-2 1 96 0,-4 1 16 0,-2 1 0 15,2-2-272-15,0-1-48 0,0-2-16 0,0 0 0 16,0-2-224-16,0 0-128 16,1-4 160-16,1-2-160 0,2-4 128 0,1-1-128 15,0 1 0-15,4-7 0 0,0 0 0 0,0 0 0 0,0 0 0 0,0 0 0 16,0 0 0-16,0 0 0 0,3-7 0 0,1 0-160 0,0-8 160 16,2 1-208-16,2 0 80 0,1-2 128 0,1-1-192 15,1-1 192-15,1-2-160 0,-1 2 160 0,1 0 0 0,0 2-144 16,-2 3 144-16,-1 3 0 0,1-2 0 0,-4 5 0 15,-1 2 0-15,-5 5-128 0,0 0 128 0,0 0 0 16,5 7 0-16,-2 3 0 0,-2-1 0 0,1 3 0 16,-1 1 0-16,2 3 0 0,-1-2 0 15,1 2 0-15,1-2 0 0,1 0 0 16,1-3-1184-16,2-1-304 0,1-3-64 0,3-2-16 16,2 0-2720-16,0-2-560 0</inkml:trace>
  <inkml:trace contextRef="#ctx0" brushRef="#br0" timeOffset="-163303.66">15877 4568 19343 0,'2'-17'1728'0,"0"10"-1392"15,-1 1-336-15,-1 0 0 0,0 6 3808 0,0 0 688 16,0 0 144-16,0 0 32 0,0 0-1520 0,0 0-288 16,0 0-64-16,0 12-16 0,-3 2-928 0,-1 6-176 0,-1 1-32 0,-1 4-16 15,-2 3-816-15,-1 2-176 0,-2 0-16 0,3 2-16 16,2-3-336-16,1-1-64 0,1-2-16 0,1 0 0 15,2-1-192-15,1 0 0 16,1-6 0-16,3-1 0 0,0-3 0 0,3-4 0 0,-1-1 0 0,2-3 0 0,1-1-224 0,0-2 64 16,2-1 16-16,-1 0 0 0,0-3 0 0,1-1 0 15,1-4 0-15,-1 1 0 0,0-2 144 0,-1 0 0 16,1-2-144-16,-1-1 144 16,0-2 0-16,1 1 0 0,-1 0 0 0,1-3 0 0,0 0-160 15,-1-3 160-15,-3 2 0 0,1 1-144 0,-1-2 144 0,-2 3 0 16,0 3 0-16,-2 3 0 0,-3 6 0 15,0 0 0-15,0 0 0 0,0 0 0 0,-7 2 0 0,1 4 144 16,-2 1 0-16,1 4 0 0,1 1-144 16,-1 1 0-16,2 1 0 0,0 2 0 0,0-2 128 0,2 0 0 15,2-2 0-15,1 1 0 0,2 0-128 0,2 0-144 16,2-1 144-16,0-2-208 0,2-2 208 0,1-1-144 16,0-2 144-16,2 0-128 15,-1 0-256-15,0-1-64 0,1-2 0 0,1-1 0 16,-1-1-1280-16,0-1-256 0,-1-2-48 0,1 3-16 15,0-1-1584-15,-2-2-320 0,-2-3-64 0,-2-1-16 0</inkml:trace>
  <inkml:trace contextRef="#ctx0" brushRef="#br0" timeOffset="-163122">15789 4814 21183 0,'0'0'1888'0,"0"0"-1504"0,0 0-384 0,0 0 0 15,0 0 3616-15,0 0 656 0,0 0 128 0,12-1 16 16,1-1-3504-16,3 1-704 0,1-3-208 0,4 1 0 0,2 1 0 0,2-1 0 16,1-1 0-16,3 0 0 15,2 1-1728-15,1-1-320 0,2 1-80 0,-2-4-12240 16</inkml:trace>
  <inkml:trace contextRef="#ctx0" brushRef="#br0" timeOffset="-162863.25">16648 4489 19343 0,'0'0'1728'0,"0"0"-1392"16,0 0-336-16,0 0 0 0,0 0 5504 0,0 0 1024 16,0 9 192-16,0 2 64 0,-2-1-3984 0,1 2-800 15,-1 1-144-15,1 4-48 0,-2 1-576 0,-1 3-112 16,2 1-32-16,-2 3 0 0,0 1-624 0,-1 4-128 15,-2 4-16-15,1-3-16 0,-2 2-144 0,1-2-32 16,0 0 0-16,0-1 0 0,1-3-128 0,-1-1 0 16,1-3 0-16,-1 1 128 0,0-2-128 0,1-3 0 15,2-2 0-15,0-1 0 16,2-2-800-16,0-2-96 0,1-3 0 0,1-1-16 16,0-8-1968-16,0 0-400 0,9 4-80 0</inkml:trace>
  <inkml:trace contextRef="#ctx0" brushRef="#br0" timeOffset="-162639.12">17011 4600 26719 0,'0'0'2368'0,"0"0"-1888"0,0 0-480 0,0 0 0 16,0 0 4384-16,0 0 784 0,0 0 144 0,0 0 48 0,0 0-3744 0,0 0-736 15,0 0-160-15,1 8-16 16,-1 0-704-16,0 0 0 0,0-1 0 0,2 1 0 16,-1-1-3312-16,0 1-640 0,-1 2-128 15</inkml:trace>
  <inkml:trace contextRef="#ctx0" brushRef="#br0" timeOffset="-162501.93">16993 4823 3679 0,'0'0'320'0,"-4"4"-320"0,-1 0 0 15,1 1 0-15,4-5 8912 0,-3 7 1712 0,3-7 352 0,-1 7 64 0,-2 0-7584 0,0-1-1536 16,3-6-288-16,0 0-64 0,0 0-448 0,0 0-96 16,0 0 0-16,0 0-16 0,0 0-848 0,0 0-160 15,0 0 0-15,8 6-15616 16,1-2-3088-16</inkml:trace>
  <inkml:trace contextRef="#ctx0" brushRef="#br0" timeOffset="-159411.23">17960 4541 15663 0,'-1'-15'688'0,"1"10"144"16,0 5-656-16,0-6-176 0,0 6 0 0,2-4 0 0,0-2 5264 0,0 1 1024 15,-2 3 208-15,0 0 32 0,0-1-3680 0,0 3-736 16,0 0-160-16,0 0-32 0,0 0-800 0,0 0-160 15,2 8-48-15,-1 4 0 0,-1 6-304 0,0 3-64 16,-1 2-16-16,-1 6 0 0,1 4-112 0,0 2-32 16,-2 1 0-16,0 3 0 0,-1 1-80 0,-1-4-32 15,1 2 0-15,-1-2 0 0,-1 0-112 0,-1-6-32 16,3 1 0-16,-1-2 0 0,-2-3-128 0,4-3 128 16,-3-1-128-16,4-2 128 0,-3-3-128 0,1-3 0 0,1-1 0 0,-1-4 128 15,3-1-128-15,-2-1 0 16,3-7 0-16,0 0 0 15,0 0-896-15,0 0-48 0,0 0-16 0,-1-10 0 16,2-1-784-16,4-4-176 0,1-2-16 0,1-1-16 16,3 1-2176-16,0-6-432 0</inkml:trace>
  <inkml:trace contextRef="#ctx0" brushRef="#br0" timeOffset="-159106.1">17986 4515 12895 0,'-8'-10'1152'0,"4"6"-928"0,-1-1-224 0,1 0 0 0,3-1 5296 0,0 2 1008 16,1 4 208-16,0 0 32 0,-2-5-3728 0,2 5-768 15,0-5-128-15,0 5-48 0,6-3-624 0,3-2-128 16,1 4-32-16,3-2 0 0,1 2-592 0,2 0-128 16,2-1-32-16,2 2 0 0,1 0-16 0,0 0 0 15,1-2 0-15,0 4 0 0,-1-2-80 0,-2 3-32 16,0 1 0-16,-1-3 0 0,-2 4-80 0,-2-1 0 16,0 2-128-16,-1 1 192 0,-5-1-32 15,-1 1-16-15,-4 1 0 0,-1 1 0 0,-4 2 272 0,0 1 48 16,-3 2 16-16,-1 2 0 0,-1 0-96 0,-4 0 0 15,-1 0-16-15,-1 2 0 0,0-2-208 0,-1 2-32 16,0 0-128-16,-1-1 192 0,2-1-16 16,0-1-16-16,2 1 0 0,-2 0 0 0,-1-2-352 0,1 0-64 15,2-1 0-15,0 0-16 16,3 0-2048-16,3 1-416 0,1 0-80 0,3-1-18464 0</inkml:trace>
  <inkml:trace contextRef="#ctx0" brushRef="#br0" timeOffset="-158924.33">18330 4946 46127 0,'0'0'2048'0,"0"0"416"0,0 0-1968 0,0 0-496 0,0 10 0 0,0 0 0 15,0 0 1152-15,-1-3 128 0,1 3 16 0,0-1 16 16,-1 1-176-16,-2-1-48 0,2 0 0 0,1 2 0 16,0 3-816-16,0-3-272 0,0-1 160 0,1 0-160 15,0 0 0-15,1-1 0 0,-2-9 0 0,4 7 0 16,-4-7-1104-16,0 0-112 0,7 4 0 0,3 2-16 15,0-5-1952-15,2 1-384 0,-1 1-80 0,0-7 0 0</inkml:trace>
  <inkml:trace contextRef="#ctx0" brushRef="#br0" timeOffset="-158742.53">18646 4798 40191 0,'0'0'1792'0,"0"0"352"0,0 0-1712 0,4-5-432 0,1 0 0 0,1 0 0 0,1 2 1856 0,1-2 272 16,-2 1 64-16,3 1 16 0,2 1-752 0,-1-1-160 15,1 2-16-15,0-2-16 0,2 1-752 0,0-1-128 16,1 0-48-16,0 2 0 0,0 1-336 0,2-3 0 16,0 2 0-16,-1 2 0 15,1-1-1232-15,-3 0-272 0,0-1-48 0,-1 0-16 16,-2 2-1648-16,0 3-336 0</inkml:trace>
  <inkml:trace contextRef="#ctx0" brushRef="#br0" timeOffset="-158593.43">18771 4887 22111 0,'0'0'1968'16,"0"0"-1584"-16,0 0-384 0,0 0 0 0,0 0 4480 0,0 0 800 0,0 0 160 0,0 0 48 15,0 0-3312-15,8 3-672 0,2-3-128 0,2 0-32 16,4 0-768-16,-1-3-176 0,3 0-16 0,2-1-16 16,1-1-1488-16,1 0-288 15,3-2-64-15</inkml:trace>
  <inkml:trace contextRef="#ctx0" brushRef="#br0" timeOffset="-158003.34">19491 4635 30527 0,'-2'-8'1344'0,"2"8"288"0,0-5-1312 0,2 0-320 16,-4-1 0-16,1 0 0 0,0 4 2160 0,1-1 352 0,0 0 80 0,-2 2 16 16,2 1-240-16,-4 3-32 0,1 2-16 0,-3 3 0 15,-2 2-912-15,-1 5-192 0,-4 2-48 0,-1 3 0 16,0 4-400-16,-3 2-64 0,1 1-32 0,2 3 0 15,-1 0-176-15,2 0-48 0,4-2 0 0,3-5 0 16,0-2-256-16,4-1-48 0,2-5-16 0,1 0 0 16,3-2-128-16,1-2 0 0,4 0 0 0,1-2 0 15,1-4 0-15,2-2 0 0,3-3 0 0,1-3 0 0,1-1-192 0,3-1 48 16,-1-4 0-16,-1-2 0 0,1 1-64 16,-2-2-16-16,-1 0 0 0,0-2 0 0,-2-3 64 0,0-2 16 15,-5-2 0-15,2 0 0 0,-2 0 144 0,1 2-128 16,-3-6 128-16,-2 3-128 0,-1-2 128 0,-1 2 0 15,-2 1 0-15,-2 3 0 0,-3 0-144 0,-1 2 0 16,-2 3 0-16,-2 2 0 16,-1 5-304-16,0-1-48 0,1 5-16 0,-1 1 0 15,-2 2-1536-15,2 1-304 0,2 5-64 16,1-1-11648-16,1 5-2320 0</inkml:trace>
  <inkml:trace contextRef="#ctx0" brushRef="#br0" timeOffset="-157839.87">19755 4876 14735 0,'0'0'1312'0,"-2"10"-1056"16,-4-3-256-16,1 3 0 0,3-1 7392 0,-1 0 1424 0,0-1 272 15,2-1 64-15,0 3-6592 0,1-10-1344 0,0 0-256 0,0 0-48 16,0 0-688-16,0 0-224 0,0 0 128 0,8 1-128 31,-1-1-2240-31,5 0-512 0,5-1-112 0,-1-5-16976 0</inkml:trace>
  <inkml:trace contextRef="#ctx0" brushRef="#br0" timeOffset="-157615.67">20073 4592 3679 0,'-1'-11'320'0,"2"0"-320"0,1 2 0 0,-1 2 0 0,0 1 7696 0,2-1 1472 16,-2 1 304-16,-1 6 48 0,0 0-5584 0,0 0-1120 16,0 0-208-16,0 0-48 0,0 0-896 0,0 0-160 15,4 10-32-15,-1 2-16 0,-2 1-672 0,-2 4-128 16,-2 3-16-16,-1 2-16 0,-1 3-272 0,-2 2-48 15,0-1-16-15,-3 1 0 0,3 1-160 0,-1-1-128 16,0-2 144-16,1 0-144 0,2-1 0 0,0-1 0 16,1-5 0-16,0-1 0 15,0-2-672-15,2 0-176 0,0-1-48 0,2-3 0 16,0-11-1200-16,0 0-240 0,4 6-48 0,-4-6-11792 16,7 4-2352-16</inkml:trace>
  <inkml:trace contextRef="#ctx0" brushRef="#br0" timeOffset="-157224.77">20331 4536 40767 0,'0'0'1808'0,"0"0"368"0,0 0-1728 0,0 0-448 16,0 0 0-16,0 0 0 0,0 0 1616 0,0 0 240 0,-3 9 64 16,-1 3 0-16,-2 2-384 0,1 3-80 0,-1 3-16 0,0 3 0 15,-1 3-736-15,0-1-128 0,-1 3-48 0,2-1 0 16,1 0-208-16,1-1-32 0,1-2-16 0,3-1 0 15,1 1-144-15,2-3-128 0,2-4 144 0,2-3-144 16,-1-1 0-16,2-5 0 0,2-2 0 0,1 1 0 16,1-2 0-16,-1-2 0 0,1-2 0 0,1-1 0 15,0-3-128-15,0-1 128 0,2 1 0 0,-1-4 0 16,-1 1-224-16,1-4 64 0,-1 0 16 0,0 0 0 16,-2-3 144-16,-1-1-192 0,-1 1 192 15,0 0-192-15,-1-1 192 0,-1 1 0 16,-2 0 0-16,-1 1 0 0,-1 3 0 0,-2 3 0 0,-1 6 0 0,0 0 0 15,-5-6 0-15,-2 4 256 0,-2 2-64 0,-1 5-16 0,-2 2-48 0,-1 0 0 16,-2 4 0-16,1 1 0 0,0 1-128 16,1-2 0-16,0 2 0 0,1 2 0 0,2-1 0 15,2 0 0-15,1-1 0 0,2-1-176 16,0-1-976-16,1-2-208 0,1 0-48 16,5 0 0-16,4 0-2144 0,1 0-432 0,0-4-96 15</inkml:trace>
  <inkml:trace contextRef="#ctx0" brushRef="#br0" timeOffset="-156675.37">20729 4879 47519 0,'0'0'2112'0,"0"0"416"0,0 0-2016 0,-3 7-512 16,3-7 0-16,0 0 0 0,0 0 1216 0,-1 5 128 15,1-5 48-15,0 0 0 0,0 0-176 0,0 0-16 16,0 0-16-16,0 0 0 0,0 0-720 0,0 0-144 0,7-4-16 0,-1 0-16 15,-1-1-144-15,2-2-16 0,-2-2-128 0,0 0 192 16,2-1-192-16,1-2 128 0,-2-1-128 0,1-2 0 16,-1 0 0-16,2-3 128 0,0-1-128 0,1-2 0 15,0-2 0-15,0-3 0 0,0 2 0 0,2-3 0 16,-1-2 0-16,1 3 0 0,-2 2 0 16,0 1-160-16,-1 4 160 0,-3 2 0 0,-1 3-144 0,-1 2 144 15,0 3 0-15,1 3 0 0,-4 6-144 0,0 0 144 16,0 0 0-16,0 0 0 0,0 11 0 0,0-1 0 15,0 3 0-15,2 2 0 0,-2 0 0 0,0 2 0 16,0 2 0-16,1-1 0 0,0 0 0 0,2-1 0 0,1 0 0 16,2-4 0-16,1 1 0 0,1-3 0 0,-2-3 0 15,3-2-128-15,2-1 128 0,0-2 0 0,0-2-256 0,-1-2 64 16,2-2 16-16,0-1 0 0,0 1-16 0,-2-7-16 16,0 1 0-16,1-1 0 0,-1-2 32 0,1-1 16 15,0 0 0-15,1-3 0 0,-1-1 32 0,0 0 0 16,1 1 0-16,0-1 0 0,-1-2 128 0,1 2-128 0,-1 2 128 0,-2 2-128 15,-3 1 128-15,1 3 0 16,-2 1 0-16,-1 5 0 0,-4 3 0 0,0 0 128 16,0 0-128-16,0 0 176 0,0 0 48 0,1 7 16 15,-1 5 0-15,-2 2 0 0,-2 3-96 0,-1 0-16 16,-1 4 0-16,-2 2 0 0,-1 1-128 0,-1 2 0 0,-1 4 0 16,2-2 128-16,2 0-128 0,-1 0 0 0,1-1 0 15,2-1 0-15,0-3 0 0,1-1 0 0,0-2 0 0,3-2 0 31,1-1-1040-31,0-3-96 0,0-2-16 0,2-1 0 16,2-8-1696-16,3 0-352 0,-1 0-64 0,2-5-16832 0</inkml:trace>
  <inkml:trace contextRef="#ctx0" brushRef="#br0" timeOffset="-156442.08">21490 4463 26719 0,'0'0'2368'0,"0"0"-1888"0,-3-1-480 0,3 1 0 0,0 0 4560 0,0 0 816 15,0 0 176-15,0 0 16 0,-4 13-3216 0,0-1-656 16,0-1-128-16,-1 5-32 0,1 1-528 0,0 1-112 16,0 2-32-16,-1 2 0 0,-1-1-512 0,1 4-96 15,0-1-32-15,0 1 0 0,1-1-224 0,0 3 144 16,0-4-144-16,0 0 128 0,0-4-128 0,0-1 0 16,-1-3 0-16,1-1 0 0,2-2 0 0,-1-2-176 15,-1-1 48-15,4-9 0 16,0 0-1616-16,0 0-320 0,0 0-64 0,0 0-13184 15,0 0-2640-15</inkml:trace>
  <inkml:trace contextRef="#ctx0" brushRef="#br0" timeOffset="-156139.54">21541 4389 25791 0,'-4'-13'2304'0,"4"9"-1856"15,0-3-448-15,2 2 0 0,-1 1 3472 0,3 0 608 0,1-1 112 0,3 1 32 16,1 0-2480-16,-1 0-480 0,-2 2-112 15,2-2 0-15,1 1-128 0,1 2-32 0,0 0 0 0,3-1 0 16,0 1-560-16,1 0-112 0,2-2-32 0,1 2 0 16,1 1-160-16,0 0-128 0,-1 1 192 0,-1 0-192 15,0 2 304-15,-2 1-48 0,-4 0-16 0,2 0 0 16,-1 2 128-16,-4 1 16 0,0-1 16 0,-2 1 0 16,-2 1 0-16,-3 1 0 0,-3 1 0 0,-1 2 0 15,-1 0 80-15,-4 3 16 0,-3 0 0 0,-1 0 0 16,-2 0-208-16,-2 0-32 0,-3 0-16 0,0-1 0 15,2 2-240-15,0-2 176 0,0 0-176 0,1 1 160 16,0-4-160-16,1 1 0 0,1-3 0 16,0 0 0-16,2-1-576 0,1 0-160 15,2-1-32-15,1-2 0 0,2 1-2928 0,2-2-592 0</inkml:trace>
  <inkml:trace contextRef="#ctx0" brushRef="#br0" timeOffset="-154784.49">21917 4832 10127 0,'0'0'896'0,"0"0"-704"0,-9-2-192 0,0-4 0 16,1 1 3648-16,1 0 688 0,2-2 144 15,1 1 16-15,-1-1-2432 0,2 1-480 0,1-2-112 0,0 1 0 16,2-2 320-16,2 2 64 0,-1 0 0 0,2-3 16 16,0 2-320-16,1 0-64 0,-1 0-16 0,0 2 0 0,-1-4-160 0,2 4-32 15,0-3-16-15,-1 4 0 0,-3-3-288 0,0 8-48 16,0 0-16-16,0 0 0 15,-3-7-288-15,3 7-64 0,-5-4-16 0,0 3 0 16,-3 2-128-16,-1 6-32 0,-2 1 0 0,-1 2 0 0,-2 4-224 0,-2 1-160 16,0 2 192-16,0 1-192 0,2 2 128 0,1-1-128 15,2 2 0-15,2-4 0 0,0-1 0 0,4-2 0 16,2-2 0-16,3 1 0 0,3 1 0 16,1-5 0-16,1-1 0 0,3-3 0 0,-1-1-288 0,4-3 32 15,1-1 16-15,1-1 0 0,1-3-128 0,2-1-16 16,-2-2-16-16,3-2 0 0,-1-2 16 0,-1-2 16 15,2 0 0-15,0 0 0 0,-3-2 80 0,1 1 16 16,-2-1 0-16,0 1 0 0,0 1 272 0,-4 4 0 16,-1 1-128-16,-2 2 128 0,0 0 0 0,-6 6 0 15,0 0 0-15,0 0 0 0,0 0 384 0,0 0-32 16,0 0 0-16,0 0 0 0,5 8 96 0,-1 3 0 0,-2 0 16 0,1 1 0 16,-2 1-192-16,2 2-32 0,-1-5-16 0,2 2 0 15,0-2-224-15,0 2 176 0,1 1-176 0,1-3 160 16,-1-1-160-16,1 1 0 0,1-5 0 0,-1 1 0 31,1 2-512-31,1-3-96 0,2 1-16 0,-1-4 0 16,-1-1-1744-16,1 2-336 0,2 0-80 0</inkml:trace>
  <inkml:trace contextRef="#ctx0" brushRef="#br0" timeOffset="-153289.05">17761 5948 8287 0,'0'0'368'0,"-2"-5"80"0,-3-4-448 0,1 2 0 0,0 1 0 0,2-1 0 0,2 3 7360 0,0 4 1408 16,0 0 256-16,0 0 64 0,0 0-5248 0,0 0-1072 16,0 0-208-16,0 0-32 0,0 0-1008 0,7 0-208 15,3 3-32-15,-1 2-16 0,1 2-624 0,1 3-128 16,-1 3-32-16,0 1 0 0,2 1-224 0,1 0-64 16,0 0 0-16,0 0 0 0,0 2-192 0,2 2 0 15,-2-1 128-15,1-1-128 0,0-3 0 0,-2-1 0 16,-3 2 0-16,0-1 0 15,0-1-192-15,-2-1-16 0,1-1-16 0,0-4 0 16,-2-1-1296-16,-6-6-256 0,0 0-48 0,9 6-16 16,-1-1-2128-16,-1 0-448 0,-7-5-64 0</inkml:trace>
  <inkml:trace contextRef="#ctx0" brushRef="#br0" timeOffset="-153043.83">18094 5841 42559 0,'0'0'1888'0,"0"0"384"0,-6 0-1824 0,1 0-448 0,-1 3 0 0,1-2 0 16,-1 3 1648-16,-4 1 224 0,1 2 48 0,-1 2 16 0,-2 3-384 16,-1 1-80-16,0 2 0 0,-1 4-16 0,-3 1-848 0,0 3-160 15,-3 1-48-15,2-1 0 0,-3 0-208 0,0 0-64 16,-1 1 0-16,0 1 0 0,1-1-128 0,-1 1 0 16,1-1 144-16,2-3-144 0,-1-3 0 0,2-1 0 15,2-2 0-15,2 0-192 16,1-2-656-16,1-1-144 0,2-2-32 0,2-2 0 15,8-8-2128-15,0 0-432 0,0 0-96 16</inkml:trace>
  <inkml:trace contextRef="#ctx0" brushRef="#br0" timeOffset="-152854.08">18149 6129 49471 0,'0'0'2192'0,"0"0"448"0,0 8-2112 0,-1 0-528 15,1 0 0-15,-3 1 0 0,2 1 960 0,-2 3 64 16,1 0 32-16,-2 0 0 0,-2 4-160 0,1-1-16 16,0 2-16-16,0 1 0 0,0-1-544 0,1-1-96 15,0-2-32-15,0 1 0 0,1-2-192 0,1-1-192 16,-1 0 48-16,2-3 0 16,-1-3-1536-16,2-7-304 0,0 0-64 0,6 7-13472 0,0-1-2688 0</inkml:trace>
  <inkml:trace contextRef="#ctx0" brushRef="#br0" timeOffset="-152371.33">18794 6049 18431 0,'-18'-10'816'0,"10"6"160"0,0 3-784 0,3 2-192 16,4-1 0-16,1 0 0 0,-1-1 6992 0,1 1 1360 16,0 0 272-16,0 0 48 0,0 0-5552 0,0 0-1120 0,0 0-208 0,0 0-64 15,14 1-1088-15,-1 1-208 0,0-4-48 0,3 1-16 16,-3-3-368-16,1 3 144 0,2-2-144 0,1 3 0 15,-2-4 0-15,1 2 0 0,-2 1 0 0,2-1 0 16,-2-2 0-16,-2 2 0 0,0-1-240 0,-3 2 80 16,1-2-1312-16,-1 2-272 0,-9 1-48 0,0 0-13984 15,0 0-2784-15</inkml:trace>
  <inkml:trace contextRef="#ctx0" brushRef="#br0" timeOffset="-152205.29">18800 6110 28559 0,'-11'-4'1264'0,"11"4"272"0,0 0-1232 0,0 0-304 0,0 0 0 0,0 0 0 0,0 0 3856 0,0 0 720 16,8 1 144-16,1 1 16 0,2-2-2864 0,0 0-576 15,2 0-112-15,3-2-32 0,1 1-912 0,2-3-240 16,4 0 0-16,0 1-14720 16,3 2-2976-16</inkml:trace>
  <inkml:trace contextRef="#ctx0" brushRef="#br0" timeOffset="-151569.87">19575 5780 20271 0,'-1'-5'1792'0,"0"0"-1424"16,1-1-368-16,1 1 0 0,0-1 4592 0,-1 6 848 0,2-6 160 0,-2 2 32 16,0 1-2592-16,0 0-528 15,0 2-96-15,-2-1-32 0,2 2-768 0,0 0-144 0,0 0-48 0,0 9 0 16,-1 3-672-16,-3 3-144 0,0 1-32 0,-1 5 0 15,-2 0-96-15,1 3-32 0,-1 4 0 0,-3 9 0 16,0-3-256-16,-1-3-48 0,1-2-16 0,1-1 0 16,1 0-128-16,0-1 0 0,0-2 0 0,2-2-176 15,-1 0 176-15,1-3 192 0,2-1-32 0,-2-1-16 0,3-4-144 0,0 2-192 16,0-3 32-16,1-4 16 0,0-1 144 0,2 0 0 16,0-2 0-16,0-6 0 15,0 7-688-15,0-7-96 16,4 5-32-16,2-2 0 0,-6-3-1616 0,6 0-336 0,3-2-64 0</inkml:trace>
  <inkml:trace contextRef="#ctx0" brushRef="#br0" timeOffset="-142442.65">22311 5620 18431 0,'-14'-8'816'0,"9"8"160"0,-3-3-784 16,1 1-192-16,0 0 0 0,2-3 0 0,1 4 5856 0,4 1 1120 15,0 0 240-15,0 0 32 0,0 0-4304 0,0 0-848 16,0 0-176-16,6-4-48 0,1 1-1152 0,2-1-224 15,3 0-48-15,2 0-16 0,2 2-128 0,5-1-32 16,2 1 0-16,5-1 0 0,2 2-80 0,7-3 0 16,1 1-16-16,-1-1 0 0,0 2-176 0,1-1 192 0,0-1-192 0,1 0 192 15,0 0-192-15,3 2 0 0,1-1 144 0,0 1-144 16,-1 0 0-16,-2-2 0 0,1 2 0 16,-5 2 0-16,-2-4-176 0,-3 1-96 0,-2 1-32 0,-3 0 0 31,-4 1-2032-31,-2 2-416 0,-1 1-64 0,-3-2-11456 0,-2-2-2272 0</inkml:trace>
  <inkml:trace contextRef="#ctx0" brushRef="#br0" timeOffset="-142173.92">23256 5429 25791 0,'0'0'1152'0,"0"0"224"0,0 0-1104 0,-9-1-272 0,2 0 0 0,7 1 0 0,0 0 5008 0,0 0 944 15,0 0 192-15,0 0 48 0,0 0-3776 0,0 0-752 16,0 0-160-16,0 0-32 0,0 0-1024 0,0 0-192 15,0 0-64-15,0 0 0 0,0 0-192 0,5 6 0 16,3 1 0-16,3-1 0 0,2-4 0 0,0 3 0 16,1 0 0-16,-1-1 0 0,0-2 0 0,-1 1 0 15,-2 0 0-15,1-2 0 0,-2 2 0 0,-1 1 0 16,-8-4 0-16,6 5 0 0,-6-5 0 0,0 0 0 16,0 0 0-16,0 9 0 0,-3 1 176 0,0 1-176 15,-1-2 192-15,-4 1-192 0,-1 1 224 0,-3 2-64 16,0-3-16-16,1 3 0 0,-3-2-144 0,3-1 0 15,-1 2 0-15,3-4 0 16,1 1-2656-16,2 0-464 0</inkml:trace>
  <inkml:trace contextRef="#ctx0" brushRef="#br0" timeOffset="-141449.09">24423 4621 35423 0,'-2'-13'1568'0,"2"13"320"0,0-7-1504 16,2 2-384-16,-2 0 0 0,1-2 0 0,0 4 2080 0,-1 0 352 16,0 0 64-16,0 1 0 0,0 2-512 0,0 0-128 15,0 0 0-15,0 0-16 0,1 6-864 0,-1 6-160 0,-1 0-48 16,-1 10 0-16,-2 4-192 0,-2 3-64 0,0 2 0 0,-2 2 0 16,0 3-192-16,-1 1-64 0,-1-4 0 0,-1 1 0 15,2-1-96-15,-1-3-32 0,1-1 0 0,1-5 0 16,0-1-128-16,3-4 0 0,-2 1 144 0,2-5-144 15,2 0 128-15,-1-6-128 0,1 0 160 0,0-1-160 0,3-8 0 16,0 0 0-16,0 0 0 16,0 0 0-16,0 0 0 0,0 0 0 0,0 0 0 0,0 0 0 15,0 0 0-15,1-8 0 0,3-3 0 0,0 0 0 16,1-4-160-16,2 0-32 0,2-2 0 0,1-3 0 0,2-1 192 0,2-2-192 16,2-2 192-16,0 0-192 0,-2 2 192 15,3 1-128-15,1 1 128 0,1 4-128 0,-3 3 320 0,0 2 80 16,-3 4 16-16,0 1 0 0,-2 5-288 0,-2 2 0 15,-1 1 0-15,-2 4 0 0,-1 2 128 0,-2 3-128 16,-3 2 0-16,-1 5 0 0,-2 0 0 0,-1 3 0 16,-1 2 0-16,0-1 0 0,-2-2 0 0,-1 1 128 15,0-2-128-15,2 0 160 0,-1-1-160 0,2 0 0 16,1-1 0-16,2-2 0 16,-1-1-320-16,3-4-112 15,1 0-16-15,2-1 0 0,-3-8-1120 0,5 7-224 0,3-3-64 0,1-2 0 16,2-1-2128-16,2-2-432 0,0-1-96 0</inkml:trace>
  <inkml:trace contextRef="#ctx0" brushRef="#br0" timeOffset="-141263.95">24831 4946 12895 0,'0'0'1152'0,"0"0"-928"0,-6 3-224 16,1 5 0-16,0-1 6544 0,1 1 1264 16,-1-1 256-16,0 3 64 0,-2 0-4560 0,-1 3-912 0,0-2-176 15,2 2-48-15,-1 0-1040 0,1 1-224 0,1 0-32 0,-1 1-16 16,1-4-768-16,1 1-160 0,2 1-16 0,0-2-16 15,1-1-160-15,1 2 0 0,0-2 0 0,1-3 0 16,-1-7-1264-16,0 0-128 0,6 5-16 0,-1 0-16 16,3-2-1600-16,-2-2-320 0,2 0-64 0,1 1-15488 15</inkml:trace>
  <inkml:trace contextRef="#ctx0" brushRef="#br0" timeOffset="-141053.99">25042 4860 19343 0,'0'0'1728'0,"0"0"-1392"0,0 0-336 0,0 0 0 0,0 0 6848 0,0 0 1312 16,0 0 256-16,0 0 48 0,6-4-5840 0,1 1-1152 15,1-1-256-15,1 2-32 0,1-1-464 0,2 0-80 16,0-1-32-16,1 2 0 0,0-1-480 0,2 2-128 16,2 0 0-16,0-3 0 0,-1 1 0 0,1 3 0 15,-3-3 0-15,-1 2-192 16,-1 1-1008-16,-2 0-208 0,0 0-32 0,0 1-16 15,0 2-2448-15,-2-3-512 0,-8 0-80 0</inkml:trace>
  <inkml:trace contextRef="#ctx0" brushRef="#br0" timeOffset="-140880.2">25003 4982 27647 0,'0'0'2448'0,"0"0"-1952"15,0 0-496-15,0 0 0 0,0 0 3856 0,0 0 688 0,0 0 128 0,0 0 16 16,0 0-2576-16,0 0-528 15,10 5-112-15,3-1 0 0,1-1-1040 0,3-2-208 0,-1 0-32 0,2-2-16 16,2 0-48-16,2 0-128 0,2-1 192 0,-1 1-64 31,-1-2-2048-31,3 1-400 0,1-1-96 0,-1-1-17744 0</inkml:trace>
  <inkml:trace contextRef="#ctx0" brushRef="#br0" timeOffset="-140342.25">25692 4622 31327 0,'0'0'2784'0,"0"0"-2224"16,0 0-560-16,0 0 0 0,0 0 4224 0,0 0 752 15,0 0 144-15,0 0 16 0,0 0-2928 0,0 0-592 16,0 0-112-16,3 12-32 0,-2 1-832 0,1 4-192 16,-2 0-16-16,0 4-16 0,-2 1-144 0,1 4-16 15,-2-1-16-15,1 3 0 0,-1 2-112 0,-1 0 0 16,-1 0-128-16,1-1 192 0,0-3-192 0,0-1 0 0,-1-3 128 0,1-1-128 16,-1 1 0-16,0-2 128 0,0-3-128 0,-1-3 0 15,1-1 144-15,1-3-144 0,-1 0 128 16,1-3-128-16,0 0 128 0,2-1-128 0,2-6 0 0,0 0 128 15,0 0-128-15,0 0 0 0,0 0 0 0,0 0 128 16,0 0-128-16,0 0 0 0,0 0 0 0,0 0 0 0,2-7 0 0,2-4 0 16,1-3 0-16,2 2 0 0,2-1 0 15,3-1 0-15,2-2 0 0,4 0 0 0,3-3-176 0,0-1 176 16,0-1-128-16,1 1 128 0,0 0 0 16,-2 3-160-16,-3 3 160 0,-2 2 0 0,-3 3-128 15,0 2 128-15,-3 3 0 0,-1 2 0 0,-2 1 0 0,-6 1-128 16,5 3 128-16,-1 4 0 0,-1 2 0 15,-2 2 0-15,1 2 0 0,-1 1 0 0,-2-1 144 16,-1 3-144-16,0 1 128 0,-1-2-128 16,-1 1 0-16,2 2 0 0,0-2 0 0,2 5 0 0,-1-6-192 0,1 1-128 15,1-2-32-15,3 1 0 16,-1-2-800-16,1-4-176 0,1-1-16 0,3-2-16 16,1 1-1936-16,-1-6-384 0,1 0-80 0,-1 1-15680 15</inkml:trace>
  <inkml:trace contextRef="#ctx0" brushRef="#br0" timeOffset="-139792.29">26283 5043 21183 0,'5'-9'944'0,"-4"5"192"0,-1-3-912 0,-1 3-224 0,1 4 0 0,1-7 0 16,2 2 5680-16,-3-2 1088 0,-3 3 208 16,3 4 64-16,0 0-4208 0,-5-3-832 0,-1-1-160 15,-2 1-48-15,0 4-896 0,-1 2-192 0,-3 1-48 0,0 0 0 16,-1 0-272-16,0 2-64 0,-1 1-16 0,-2-1 0 15,-1 2-112-15,3 1 0 0,1 3-16 0,1 0 0 16,2-6-176-16,3 2 0 0,4-2 0 0,0 1 0 16,0 2-160-16,2-4 160 0,-2 2 0 0,2-2-144 15,1-5-16-15,0 0 0 0,3 7 0 0,3-4 0 0,2 1-144 0,0-1-16 16,1 0-16-16,1-3 0 16,2 0 0-16,-1-3 0 0,-2-1 0 0,1 1 0 15,1 0 96-15,-1-3 32 0,-1 2 0 0,-1-1 0 0,0 0 208 0,0-1 0 16,-2-2-160-16,1 0 160 0,-2 0 0 15,1 3 0-15,1 0 0 0,-2 1 0 0,-4-4 0 0,2 3 0 16,-3 5 0-16,0 0 0 0,0 0 272 0,0 0-16 16,0 0-16-16,0 0 0 0,0 0 80 0,0 0 0 15,0 0 16-15,0 0 0 0,0 0-128 0,0 0-16 16,0 0-16-16,0 0 0 0,0 0-176 0,0 0 0 16,0 0 144-16,-1 7-144 0,1 3 0 15,0-1 0-15,-2 1 0 0,2 2 128 0,2 1-128 0,-1-1 0 16,2 1 0-16,-1 1 0 0,1 3 0 0,1 1 0 15,0 1 0-15,-2-1 0 0,0 0 0 0,0 2 0 16,2-1 0-16,-3 1 0 0,-2-1 0 0,0-1 0 16,-1 2 0-16,-1-2 0 0,-4-1 0 0,1 0 0 15,-2-4 0-15,-1 2 0 0,-2 0 0 0,-2-3 0 16,-1 0 0-16,-2-2 128 0,-2-3-128 0,1-2 128 16,-4 0-128-16,1-1 128 0,4 0 0 0,-1 1 0 15,-2-2 0-15,2-1 0 0,6 0-128 0,-4-2 0 16,1-3 0-16,0 0 128 15,1 1-704-15,1-1-128 0,1-1-16 0,4 0-16 16,-4-3-2784-16,5-1-544 0</inkml:trace>
  <inkml:trace contextRef="#ctx0" brushRef="#br0" timeOffset="-135336.31">24316 6135 23951 0,'-2'-11'1056'0,"1"7"224"0,1-1-1024 0,-1 0-256 16,-1-3 0-16,1 1 0 0,-1 5 4608 0,2 2 880 15,-4-1 160-15,-2-2 48 0,-1-1-2768 0,0 1-560 16,-1 3-96-16,-1 0-32 0,-3 0-1280 0,1 0-256 16,-4 4-48-16,0 0-16 0,-1 0-256 0,-2 1-64 15,-2-2-16-15,2 4 0 0,-2 0-96 0,0 0-16 0,0 1 0 0,2 1 0 16,1 0-192-16,-1-3 0 0,2 1 0 0,2 1 0 16,0 0 0-16,1-1 0 0,3 1 0 0,1-1 0 15,2-3 0-15,2 1 0 0,1 0 0 0,4-5 0 16,0 0 0-16,0 0 0 0,2 8 0 0,3 0-160 15,1-2 160-15,3 1 0 0,2-2-144 0,1 0 144 0,3 0 0 16,2-2 0-16,1 1 0 0,2-3 0 16,1 2 0-16,0-1 0 0,-2 1 0 0,1 1 0 15,-1-3 0-15,1 3 0 0,-3 3 0 0,0-1 0 16,-4 2 0-16,-1 2 0 0,-3-2 0 0,-1 3 0 0,-1 0 0 0,-1 3 0 16,-4-3 0-16,-2 2 0 15,-2-1 0-15,-2 1 0 0,-2-1 128 0,-1 1-128 0,-4 0 256 16,-1 0-16-16,-1 0-16 0,-2-1 0 0,-5-3-16 15,-1 0 0-15,-1 0 0 0,-1-1 0 0,-3-3-80 0,0-1 0 16,-2-1-128-16,2 1 192 0,1-1-192 16,1 0 128-16,-2-3-128 0,1 0 0 0,1-3 0 0,5 1 0 15,-1-2 0-15,3-1 0 16,3-3-256-16,2 0-160 0,3 2-32 0,3-5 0 16,2 1-960-16,4 1-208 15,4-3-48-15,3 0 0 0,5 0-1984 0,5 2-416 0,3 1-80 16</inkml:trace>
  <inkml:trace contextRef="#ctx0" brushRef="#br0" timeOffset="-135151.36">24374 6415 40367 0,'0'0'1792'0,"0"0"368"0,0 0-1728 0,0 0-432 0,4 9 0 0,-1-1 0 16,-1 1 1984-16,1 0 320 0,-2 2 64 0,1-1 16 15,-2 4-752-15,0 1-160 16,-3-2-16-16,2 1-16 0,-1 0-880 0,1-1-176 0,1 0-48 0,0-1 0 15,-1-1-336-15,0 0 0 0,1 1 0 0,0-4 128 32,0 0-944-32,0-8-176 0,0 8-32 0,1-1-16 0,1 1-2624 0,4-1-528 0,-6-7-96 0</inkml:trace>
  <inkml:trace contextRef="#ctx0" brushRef="#br0" timeOffset="-134943.7">24838 6285 26719 0,'0'0'2368'0,"0"0"-1888"16,0 0-480-16,0 0 0 0,0 0 5616 0,0 0 1024 15,0 0 208-15,0 0 32 0,0 0-4576 0,10-3-928 16,0 0-176-16,-1 2-48 0,2-3-768 0,-1 1-176 16,2 1-16-16,1 1-16 0,-2-1-176 0,4 1 0 15,-1-2 0-15,-1 3 0 16,-4 0-1408-16,2 0-176 0,-2-1-16 0,1 2-16 15,-1 2-2592-15,-9-3-512 0</inkml:trace>
  <inkml:trace contextRef="#ctx0" brushRef="#br0" timeOffset="-134761.48">24777 6404 17503 0,'-8'3'1552'0,"2"0"-1232"15,1-2-320-15,5-1 0 0,0 0 5536 0,0 0 1056 0,0 0 192 16,0 0 64-16,0 0-4544 0,0 0-896 0,10 6-176 15,2-3-32-15,2 1-704 0,2-1-144 0,-1-2-32 0,2-1 0 16,2-1-320-16,0-2 0 0,2-1 0 0,0 1 0 16,-2-2-672-1,1 1-208-15,2-1-32 0,2 0-12624 0,0 1-2528 0</inkml:trace>
  <inkml:trace contextRef="#ctx0" brushRef="#br0" timeOffset="-134267.66">25635 6218 9215 0,'0'0'400'0,"-4"-5"96"0,-2 0-496 0,0-1 0 0,1 2 0 0,0 1 0 0,0 0 9072 0,-2-2 1712 15,-1 1 352-15,1 1 64 0,-3 1-7664 0,1 0-1520 16,-1 1-304-16,1 1-64 0,1 0-1008 0,-3 1-208 15,-2 1-48-15,-1 0 0 0,0 1-176 0,-2-1-32 16,0 2-16-16,1 0 0 0,-1 1-160 0,1-1 0 16,-1 2 0-16,2-1 128 0,-2 1-128 0,2 3 0 15,1-2 0-15,1-1 0 0,1 0 0 0,2 0 0 16,1 1 0-16,2 1 0 0,1-1 0 0,2 0 0 0,3-7 0 0,0 8 0 16,1 0-160-16,3-1 160 0,0 2 0 0,3-2-144 15,2 1 144-15,1-2 0 16,2 1 0-16,0 2-128 0,1-2 128 0,1-1 0 0,2-1 0 0,1 0 0 15,0 2 0-15,0-3 0 0,0 1 0 0,-2 2 0 16,0-1 0-16,-2 2 0 0,0 0 0 0,0 0 0 16,0-2 0-16,-2 1 0 0,-1-1 0 0,-1 1 0 15,-1 1 0-15,-2-2 0 0,-3 1 0 0,-3-7 0 0,2 7 0 16,0 1 0-16,-2 0 0 0,-2-1 0 0,-2-1 128 16,-1-2-128-16,-1 1 128 0,-2 0-128 15,-1 2 128-15,-2-1-128 0,1 0 160 0,-2-2-160 0,0-1 0 0,-2 0 128 16,-2-2-128-16,1 1 0 0,-2-1 0 0,2 0 0 15,0 1-192-15,-1-2 192 16,0-2-960-16,3-2-96 0,3 0-16 0,2 2 0 16,8 2-1680-1,0 0-352-15,0 0-64 0,5-5-10784 0,2-2-2176 0</inkml:trace>
  <inkml:trace contextRef="#ctx0" brushRef="#br0" timeOffset="-133756.34">25921 6445 3679 0,'0'0'160'0,"0"0"32"0,0 0-192 0,0 0 0 16,0 0 0-16,0 0 0 0,0 0 8608 0,0 0 1680 16,0 0 336-16,0 0 64 0,0 0-6592 0,-6 1-1328 15,1 0-256-15,-3 2-48 0,-3-2-1248 0,0 3-256 16,-1 2-64-16,1 0 0 0,-4 1-416 0,1 0-96 16,0 2 0-16,-1 1-16 0,1-4-192 0,2 2-48 15,-1 0 0-15,4-3 0 0,3 2-128 0,0-1 0 16,1 1 0-16,5-7 0 0,-1 7 0 0,1-7 0 0,0 0-192 0,0 0 192 15,5 8-256-15,2-1 80 0,0-3 16 0,1 0 0 16,1-2-64-16,0-1-16 0,2-1 0 0,-1 0 0 16,-1-1 96-16,2-1 16 0,1-2 0 0,-2 0 0 15,-1 1 128-15,2 0-128 16,-2 1 128-16,1-2-128 0,-2-3 128 0,0 1 0 0,-2-1 0 0,1 4 0 16,-7 3 0-16,0 0 0 0,0 0 160 0,0 0-160 15,6-6 336-15,-6 6-16 0,0 0-16 16,0 0 0-16,0 0 16 0,0 0 16 0,0 0 0 0,0 0 0 15,6 7-112-15,-1 1-32 0,-1 2 0 0,-2 0 0 0,1 1-192 0,-1-1 176 16,1-1-176-16,0 2 160 0,-2 2-160 0,2 3 0 16,0 1 0-16,-1-1 0 0,-1 1 0 0,0 0 0 15,2 3 0-15,0 3 0 0,-2 1 0 0,0-1 0 16,-1-2 0-16,-1-1 0 0,-2-2 0 0,2-1 0 16,-2-1 0-16,-1-1 0 0,-1 1 0 0,-1-2 0 15,-1-1 0-15,-1-2 0 0,-1-2 128 0,-1 0-128 16,-4-1 0-16,0-2 128 0,1 1-128 0,0-2 0 15,-1-2 144-15,0-2-144 0,-2-1 0 0,0-1 144 16,-2-3-144-16,3-1 0 0,-1 1 0 0,0 0 0 0,1-3 0 16,0 1-192-1,0-5-960-15,2 2-192 0,1-1-48 0,0-1-14768 16,2 0-2960-16</inkml:trace>
  <inkml:trace contextRef="#ctx0" brushRef="#br0" timeOffset="-130830.77">26682 4848 14735 0,'0'0'640'0,"0"0"160"0,-7-1-640 0,2-1-160 0,5 2 0 0,0 0 0 16,0 0 7040-16,0 0 1360 0,0 0 288 0,0 0 48 0,0 0-5920 15,9 0-1200-15,2 0-224 0,0 0-48 0,4 0-464 0,2 0-96 16,1 2-16-16,2-1 0 0,-1-1-480 0,3 0-96 16,0 0-32-16,1 0 0 0,-1-1-160 0,0-2 0 15,0 0 0-15,-2 2 0 0,-2 0 0 0,-1-2 0 16,0 2 0-16,-3-2-176 16,-1 2-1104-16,-1 0-240 0,-3 1-32 0,0 0-16 15,-1 0-1872-15,-8 0-368 16,0 0-80-16</inkml:trace>
  <inkml:trace contextRef="#ctx0" brushRef="#br0" timeOffset="-130622.55">26696 5012 26719 0,'0'0'1184'0,"0"0"240"16,0 0-1136-16,0 0-288 0,0 0 0 0,0 0 0 0,0 0 4096 0,0 0 768 16,7 4 160-16,1-1 32 0,-8-3-2752 0,11 1-528 15,1 0-112-15,2-1-32 0,1 0-736 0,2 0-128 16,0 0-48-16,2 0 0 0,2 0-368 0,-1 0-80 15,-2-2-16-15,1 2 0 0,1-3-128 0,-2 2-128 16,0-1 144-16,-1 1-144 0,0-5 0 0,-1 2 0 16,0 0 0-16,-2 0 0 15,-1 0-1504-15,0 1-192 0,0 1-32 0,0 0-16 16,-2 4-2144-16,-1-1-416 0,-1 2-96 0</inkml:trace>
  <inkml:trace contextRef="#ctx0" brushRef="#br0" timeOffset="-128456.65">27684 4691 13823 0,'0'0'1216'0,"0"0"-960"0,-7-2-256 0,0-1 0 0,2-1 5344 0,1 2 1024 16,0-1 208-16,0-2 32 0,2 0-3680 0,2 2-752 16,1-1-128-16,3 1-48 0,-2-2-320 0,2-1-64 15,-1-1-16-15,2 2 0 0,2-4-960 0,3 2-208 16,3 1-48-16,4-1 0 0,5-1-224 0,3 2-160 16,0 1 192-16,0 0-192 0,-1-1 128 0,1 2-128 15,1 3 0-15,-2 1 0 0,-1 0 0 0,-2 3 0 16,-3-3 0-16,-1 1 0 0,-1 3 128 0,-3 0-128 15,-1 0 0-15,-5 2 0 0,0-1 0 0,-3 1 0 16,-4-6 128-16,0 8-128 0,0 2 192 0,-4-2 0 16,-1 2-16-16,-2-1 0 0,-1 0 192 0,0 1 32 15,-3 0 16-15,-2-1 0 0,0 0-224 0,0 0-64 16,-2 2 0-16,0-1 0 0,-1-3-128 0,0 1 192 0,-1-1-192 16,3 1 192-16,1-3-192 0,0 2 0 0,1-1 144 0,2 1-144 15,1 0 0-15,1-4 0 0,1 1 0 0,2 0 128 16,5-4-128-16,0 0 0 0,0 0 0 0,0 0 128 15,0 0-128-15,0 0 0 0,0 0 0 0,4 8 0 16,3 0 0-16,-1 1 128 0,5-2-128 0,0-4 128 16,2 1-128-16,2 0 0 0,0 0 0 0,2 1 0 15,1-1 0-15,1 2 0 0,-2 0 0 0,-2 2 0 16,1 1 0-16,-2 1 128 0,-1 1-128 0,0 1 128 16,-3-2-128-16,-3 3 0 0,0-1-128 0,-3 1 128 15,-2-1 0-15,-2-3 0 0,-2 1 0 16,-2 3 128-16,-1-1 144 0,-3 0 48 0,-4-2 0 0,-1 0 0 0,-1 2-160 15,-2-1-32-15,-2-1 0 0,1-3 0 0,-4-1 0 16,0-1 0-16,-2 2 0 0,1-3 0 16,-2 0-128-16,1 0 0 0,-2-4 0 0,3 1 0 15,-1 0 0-15,1 0 0 0,1-2 0 0,2-1 0 0,1-2 0 0,1 0 0 16,2 0 0-16,4-3-176 16,2 0-896-16,2-3-176 0,4 3-32 0,5-3-16 15,3 0-1584-15,4 0-320 0,4-1-64 0,5-2-17280 0</inkml:trace>
  <inkml:trace contextRef="#ctx0" brushRef="#br0" timeOffset="-128071.87">28382 4750 38015 0,'0'0'1680'0,"0"0"352"0,5-6-1632 15,-1-1-400-15,-4 7 0 0,3-7 0 0,-3 7 1584 0,0 0 224 0,-3-6 48 16,3 6 16-16,-6-4 192 0,0 3 48 0,0 2 0 0,-2 2 0 15,-2 2-1104-15,-2 1-224 0,-1 1-32 0,0 2-16 16,0 1-240-16,0 1-48 0,0-1-16 0,2 1 0 16,2-1-208-16,3 1-32 0,-1-1-16 0,3-1 0 15,2-1-176-15,0 0 0 0,2-8 0 0,0 8 128 0,0-8-128 0,7 7 0 16,1 0 0-16,2-3 0 0,2 0-128 0,2-2 128 16,2 1-160-16,2-2 160 0,0-2 0 0,2-2-144 15,-1-1 144-15,1 1 0 0,1-3-144 16,-2 1 144-16,-2 0-160 0,-1 1 160 0,-2-4-192 0,-1 2 192 15,-2-1-208-15,-3 1 80 0,-2-2 128 0,1 0-160 16,-4 0 160-16,0 0-160 0,-2 1 160 0,-1 0 0 16,-1 0 0-16,-3 0 0 0,-1 0-144 15,-2 1 144-15,0-1-160 0,-3 1 160 0,0-1-320 0,-2 2 48 16,1 0 0-16,-4 1 0 16,-2 0-720-16,0 1-144 0,0 1-16 0,0 2-16 15,0 1-688-15,2 0-144 16,-1 2-32-16,2 2 0 0,1 0-1552 0,2 0-320 0,1 2-64 15</inkml:trace>
  <inkml:trace contextRef="#ctx0" brushRef="#br0" timeOffset="-127679.72">28358 4912 11967 0,'0'0'1072'0,"10"2"-864"0,-3-2-208 0,1-2 0 16,0-4 3424-16,1 0 640 15,-2 2 128-15,1 0 32 0,-3 2-1152 0,-5 2-240 0,4-7-32 0,-4 7-16 16,0 0-608-16,0 0-112 0,0 0-16 0,0 0-16 15,0 0-384-15,-7 1-80 0,-2 5-16 0,-1-3 0 16,-2 4-496-16,-1 1-96 0,-2 1-32 0,0 1 0 16,-1 2-288-16,-1 1-64 0,0 1-16 0,3-1 0 15,1-1-192-15,2 3-48 0,1-2 0 0,1-2 0 0,2 0-128 0,2-2-48 16,3-1 0-16,0 0 0 0,4-1-144 0,0 0 0 16,-2-7 0-16,5 8 0 15,3-2 0-15,3 1 0 0,2-2 0 16,2-1 0-16,1-2 0 0,2 1-144 0,0 0 144 0,2-2 0 0,0-1-128 0,0-1 128 15,1-2 0-15,0 0 0 16,-3 3-192-16,-1-1 64 0,-1-1 128 0,-2-2-208 0,-2-3 16 0,0 1 16 16,-2-1 0-16,-1-2 0 15,-2 0-16-15,-2-2-16 0,-1 1 0 0,-1 0 0 16,-3-1 16-16,-2 1 0 0,0 1 0 0,-2-3 0 0,-1-3 0 0,-2 5 0 16,-2-2 0-16,-1 3 0 0,-2 0-128 0,-1-1-32 15,-2 1 0-15,1 1 0 16,0 1-816-16,-1 2-176 0,0 1-16 0,0 0-16 15,1-1-1184-15,2 0-256 0,2 1-32 0,1 1-9456 16,9 3-1904-16</inkml:trace>
  <inkml:trace contextRef="#ctx0" brushRef="#br0" timeOffset="-127087.16">29005 4803 7359 0,'17'-7'656'0,"-9"3"-528"0,-3-1-128 0,-1-1 0 16,-1 0 5040-16,-1-1 976 0,3 1 192 0,-5 6 32 16,0 0-3040-16,0 0-592 0,0-7-128 0,-2 2-32 15,-2-1-144-15,-1-1-48 0,-2 2 0 0,-2 1 0 16,1 1-912-16,-2 2-192 0,-3 0-48 0,-2-1 0 0,1 2-400 0,-3 2-64 16,-1 0-32-16,-2 3 0 15,-1 2-224-15,1 0-32 0,-3-1-16 0,3 2 0 0,3 1-80 0,-2 0-32 16,2-1 0-16,0 1 0 0,4 0-224 0,2 0 0 15,2-1 128-15,2 0-128 0,2-2 0 16,5-6 0-16,0 8 0 0,1 0-160 0,-1-8-96 0,5 7 0 16,5-2-16-16,-1 0 0 0,1-1-48 0,0-1 0 15,2-2 0-15,1 0 0 0,0-1 64 0,2-1 16 16,-1-2 0-16,0 1 0 0,2-1 0 16,-2-1 0-16,1-1 0 0,2 1 0 0,-2-2 96 0,1-1 16 15,-3 0 0-15,0 0 0 0,0-1 128 0,0 0 0 16,-4 0 0-16,2 0 0 0,-1 1 0 0,-2 0 0 15,-3 2 128-15,-5 5-128 0,0 0 400 0,0 0 16 16,0 0 0-16,0 0 0 0,0 0 144 0,0 0 16 16,0 0 16-16,1 9 0 0,-1 3-112 0,-1 2-32 15,0-1 0-15,-1 4 0 0,0 3-128 0,-1-2-48 0,-1 3 0 0,0 0 0 16,-1-1-80-16,0 3-32 16,0-1 0-16,1-1 0 0,1-4-160 0,1 1 192 0,-2-1-192 0,2 1 192 15,0-2-192-15,1-2 0 16,-2-1 0-16,2-1 128 0,-1-2-128 0,2-1 0 0,-1-2 144 15,0 1-144-15,1-8 0 0,-2 6 128 0,1 1-128 0,1-7 0 16,0 0 0-16,0 0 0 0,0 0 0 0,0 0 128 16,0 0-128-16,0 0 0 0,0 0 0 0,0 0 0 15,0 0 0-15,0 0 0 0,0 0-176 0,0 0 176 16,0 0-528-16,0 0-16 0,0 0 0 0,0 0 0 16,0 0-1120-16,0 0-208 0,0 0-48 0,0 0-13568 15,0 0-2688-15</inkml:trace>
  <inkml:trace contextRef="#ctx0" brushRef="#br0" timeOffset="-126430.35">29433 5145 37775 0,'0'0'1664'0,"0"0"368"0,0 0-1632 0,0 0-400 16,0 0 0-16,0 0 0 0,0 0 2112 0,0 0 352 15,0 0 64-15,-4 5 16 0,4-5-528 0,-5 7-96 16,1 1-32-16,0-2 0 0,-1 1-1008 0,2-3-208 16,-1 1-32-16,4-5-16 0,0 0-480 0,-1 8-144 15,1-8 0-15,0 0 0 16,0 0-272-16,0 0-176 0,0 0-16 0,0 0-16 15,0 0-1408-15,6 6-288 0,-6-6-48 0,11 4-12544 0,0-1-2512 0</inkml:trace>
  <inkml:trace contextRef="#ctx0" brushRef="#br0" timeOffset="-125961.29">29716 4927 46879 0,'0'0'2080'0,"0"0"416"0,-3-4-1984 0,3 4-512 0,0 0 0 0,0 0 0 0,1-3 832 16,-1 3 80-16,6-4 16 0,0-2 0 0,2 1 288 0,4 3 64 16,-1-4 16-16,5 5 0 0,1-2-800 0,-1 1-176 15,1 1-16-15,1 1-16 0,0 0-80 0,2 0-16 16,-2 0 0-16,1 0 0 0,1 2-48 0,-3 2-16 16,0-1 0-16,-3 1 0 0,-2-1-128 0,-2 1 0 15,-2 0 0-15,-1 2 128 0,-1 0 0 0,-2 2-128 16,-3 0 192-16,-2 1-64 0,-1-1 16 0,-2 2 0 15,-3-1 0-15,-2 3 0 0,-1 0-144 0,-2 2 160 0,-3 2-160 16,0 1 160-16,-2-4-160 0,0-2 0 16,0 2 0-16,0 2 128 0,0-1-128 0,0 0 0 0,-1 1 0 15,1-2 128-15,0-1-128 0,1-2 0 16,1 0 0-16,2 0 128 0,1-1-128 0,1-3 0 0,4 1 0 16,0-3 0-16,7-4 0 0,0 0 0 15,-5 5 0-15,5-5 0 0,0 0 0 0,0 0 0 0,0 0 0 0,0 0 0 16,8 4 0-16,1-2 0 15,0 0 0-15,1-2 0 0,3-2 0 0,2 1 0 16,2-2 0-16,-3 1 0 0,2-2 0 0,1 0 0 16,2-1 0-16,2 2 0 0,0-3-192 0,0 2 192 0,1 1-192 0,0-1 192 15,-1-1-320-15,1 1 64 0,0-1 16 0,1 2 0 16,-3 1-912 0,1-2-192-16,1 1-48 0,-1-3 0 0,-1 0-1168 15,-1 1-224-15,-2 1-48 0,0 0-17584 0</inkml:trace>
  <inkml:trace contextRef="#ctx0" brushRef="#br0" timeOffset="-125588.35">30288 4930 33167 0,'0'0'2944'0,"0"0"-2352"0,-3-3-464 0,3 3-128 0,0 0 2832 0,0 0 560 16,0 0 96-16,0 0 32 0,0 0-1632 0,0 0-320 15,0 0-64-15,0 0-16 0,7-1-512 0,1 1-96 16,-2 0-32-16,3-4 0 0,2 3-464 0,1-2-80 15,1-1-32-15,2 0 0 0,5-2-32 0,1 1-16 16,1-1 0-16,0 0 0 0,-1-1-96 0,0 1 0 0,-2-1-128 0,1 2 192 16,-3 3-192-16,0-4 128 15,-2 2-128-15,-4 2 0 0,-3-2 160 0,-2 3-160 16,1-1 160-16,-1 2-160 0,-6 0 208 16,0 0-48-16,7 2-16 0,-7-2 0 0,0 0 32 0,5 7 0 15,-5-7 0-15,2 10 0 0,0 0-48 0,-2 4 0 0,-3 1 0 16,1 0 0-16,-2 1-128 0,-2 1 0 0,1-1 144 15,-1 0-144-15,-2 7 0 0,0 0 0 0,0-2 0 0,0 0 0 16,1-2 0-16,0 1 0 0,2 2 0 16,0-4 128-16,-1 1-128 0,1-2 0 0,0 0 0 0,1-7 0 15,0 2-240-15,2-5 48 0,-1 1 0 0,0 0 0 16,-1-1-640 0,1-1-128-16,-1-3-32 0,4-3 0 0,0 0-1104 15,0 0-208-15,-6 4-64 0,6-4-12320 0,0 0-2464 0</inkml:trace>
  <inkml:trace contextRef="#ctx0" brushRef="#br0" timeOffset="-125376.73">30340 5106 20271 0,'-4'-4'1792'0,"2"0"-1424"0,-1-2-368 0,3-1 0 0,0 7 4560 0,0 0 848 16,0 0 160-16,0 0 48 0,4-5-2608 0,-4 5-528 16,4-5-112-16,2 2 0 0,2-1-928 0,1 2-176 15,0-1-48-15,4 2 0 0,3 1-656 0,2 0-144 16,2 1-32-16,2 0 0 0,-1-2-160 0,2 1-32 15,0 0-16-15,-1 1 0 0,0 1-176 0,0-1 128 16,0 0-128-16,0 0 128 16,-2-2-560-16,-1-1-112 0,1-1-32 0,0 2 0 15,-1 2-2752-15,-1-1-576 0</inkml:trace>
  <inkml:trace contextRef="#ctx0" brushRef="#br0" timeOffset="-124447.42">31057 4556 12831 0,'5'-11'576'0,"-5"11"112"0,0 0-560 0,6-6-128 16,-4-2 0-16,2-1 0 0,1-4 2848 0,1 2 544 0,-1 1 96 0,0 1 32 15,1 0-96-15,1 1-16 16,0 1 0-16,-1 2 0 0,2-1-816 0,1 2-160 0,-9 4-48 0,8-3 0 15,-8 3-720-15,0 0-128 16,10 0-48-16,-10 0 0 0,0 0-544 0,8 11-112 0,0 0-32 0,-3 5 0 16,-5-3-304-16,0 5-64 15,-1 3-16-15,-2 1 0 0,-3 2-176 0,-1 0-48 16,1 3 0-16,-2-1 0 0,0-2-192 0,0 0 144 0,2-3-144 0,0-3 128 16,1-2-128-16,0-1 0 0,-2-2 0 0,5-2 0 31,1-2-640-31,1-9-192 0,0 0-64 0,0 0 0 0,0 0-2240 15,7 2-464-15,1-3-96 0</inkml:trace>
  <inkml:trace contextRef="#ctx0" brushRef="#br0" timeOffset="-124185.64">31343 4573 27647 0,'0'0'2448'16,"0"0"-1952"-16,-6-5-496 0,1 2 0 0,0 0 4128 0,0 3 736 15,-3 2 128-15,0-1 48 0,0 2-2336 0,-1 0-464 16,-1 4-80-16,-1-3-32 0,1 0-1104 0,-3 2-208 15,-1 2-48-15,1 1-16 0,-1 3-384 0,3-3-80 16,0 2-16-16,1-1 0 0,1 0-272 0,2 0 160 16,5-1-160-16,0 0 128 0,1 2-128 0,2-1 0 15,3 0 0-15,1 0 0 0,2-3 0 0,2 0 0 16,2-1-160-16,-1-1 160 0,3 0-128 0,0-1 128 16,0-1 0-16,3 1-144 0,-2-2-32 0,3 0 0 15,-1-4 0-15,3 2 0 16,1-3-768-16,-1-1-144 0,0-2-48 0,0 0 0 15,-1-2-1168-15,-1 0-224 0,2 0-48 0,-1-2-11328 16,1 0-2272-16</inkml:trace>
  <inkml:trace contextRef="#ctx0" brushRef="#br0" timeOffset="-123860.53">31632 4440 40079 0,'-8'-2'880'0,"0"1"176"0,2 0 32 0,-1-2 64 0,0 2-928 0,1-3-224 0,6 4 0 0,0 0 0 16,-6 0 1616-16,6 0 288 0,0 0 48 0,0 0 16 15,0 0-656-15,0 0-128 0,0 0-32 0,-3 8 0 16,3 0-640-16,2 1-144 0,-1 0-32 0,3 0 0 16,1-1-64-16,0-2-16 0,2 1 0 0,-1 2 0 15,3 1-128-15,-1 2-128 0,0 0 144 0,1 1-144 16,0-4 0-16,2 3 128 0,-2 0-128 0,0-1 0 16,0 1 0-16,-1 1 0 0,-2-1 128 0,0 0-128 15,-1-2 0-15,-1 3 128 0,0-3-128 0,-4 1 0 0,-3-1 192 16,-1-1-64-16,0-1-128 0,-2 0 192 0,-2 0-48 0,-1-2-16 15,-2 1 0-15,0-2 0 0,-2-1-128 16,1 0 128-16,-1 0-128 0,-3 0 128 0,-1-2-128 16,0 1 0-16,0 0 0 0,0 0 0 15,2-3-720-15,0 2-128 0,2-2-32 0,3 0 0 16,1 0-1760-16,2 0-368 0,7 0-64 0,0 0-16928 16</inkml:trace>
  <inkml:trace contextRef="#ctx0" brushRef="#br0" timeOffset="-123536.03">32047 4521 24879 0,'4'-12'1088'0,"-4"12"256"0,0 0-1088 0,3-4-256 16,-3 4 0-16,0 0 0 0,6-3 4816 0,-6 3 912 15,0 0 176-15,0 0 48 0,0 0-3248 0,0 0-640 0,0 0-128 0,-3 6-16 16,-1 3-864-16,-1 2-160 0,-3 2-48 0,-2 3 0 15,-2 1-400-15,-2 4-96 0,-2 2-16 0,-1 3 0 16,-2 2-336-16,-4 8 0 0,2 0 0 0,2 0-192 16,1 1 448-16,1-5 64 0,1-1 32 0,2 1 0 15,-1-4-352-15,1 1 0 0,-2-5 0 0,2-1 128 16,1-2-128-16,1-2 0 0,1-2 0 0,0-1 128 16,1 0-128-16,1-5 0 0,1 1 0 0,0-5 0 0,0-1 0 15,3-3 0-15,5-3 0 0,0 0-128 16,-7 2-640-16,7-2-112 15,0 0-16-15,0 0-16 0,0 0-1472 0,0 0-304 16,0 0-48-16,0 0-11936 0,7-2-2400 0</inkml:trace>
  <inkml:trace contextRef="#ctx0" brushRef="#br0" timeOffset="-122007.11">31961 4922 11967 0,'0'0'1072'0,"-2"-5"-864"0,1-2-208 16,0 1 0-16,1-1 6720 0,0 2 1280 0,1 0 272 0,-1 5 48 16,0 0-4848-16,0 0-976 0,0 0-192 0,0 0-32 15,0 0-784-15,0 0-144 0,0 0-48 0,3 9 0 0,-1 3-656 0,1 1-144 16,-1-1-32-16,0 1 0 0,-1 0-176 0,0 1-32 16,1 4-16-16,-2-1 0 0,0 0-112 0,-2-1-128 15,1 1 176-15,0 0-176 16,-1 0 128-16,1-3-128 0,0 4 0 0,1-3 0 0,-1-4 0 0,-1 0 0 15,2-1 0-15,0-3 0 0,0 2 0 16,2-4-176-16,-2 0 32 0,0-5 0 16,0 0-1136-16,0 0-240 0,6 2-32 0,3 0-16 15,0-4-2160-15,0-1-432 0,2 0-96 0</inkml:trace>
  <inkml:trace contextRef="#ctx0" brushRef="#br0" timeOffset="-121291.54">32274 5064 16575 0,'-3'-13'736'0,"2"8"160"0,-1-2-720 0,2 1-176 15,0-2 0-15,-1 2 0 0,0-1 5824 0,1 7 1152 16,-4-4 208-16,0 2 48 0,-1-5-4112 0,-1 3-832 16,0 2-176-16,-1 0-16 0,-2 4-944 0,0-1-176 15,-1 0-32-15,-2-1-16 0,-1 1-368 0,0 2-80 16,2-2-16-16,-2 5 0 0,-2-3-176 0,-1 4-32 16,-1 2-16-16,0-1 0 0,0 0-112 0,2 1 0 15,-1 3-128-15,2-3 192 0,-1 1-192 0,4 1 0 16,1-2 0-16,5 0 0 0,0 0 0 0,4 0 0 15,2 2-144-15,3-2 144 0,2-2-272 0,5 3 32 0,2-4 16 16,3 1 0-16,2-3-96 0,4-1 0 0,1 0-16 0,1 0 0 16,-2-3 0-16,3 0 0 0,1 0 0 0,0-2 0 15,0-2 160-15,0-1 48 0,-1-1 0 0,-2-1 0 16,0 1 128-16,-3-1-160 0,0-1 160 0,-3 1-160 16,-1-4 160-16,-3 1 0 0,0 1 0 0,-3-1 0 0,-2 0 0 15,-3 3 0-15,0 2 0 0,-1 0 0 0,0-1 160 16,-1-1-32-16,-3-1-128 0,-2 6 192 0,2 2 64 15,0 0 16-15,0 0 0 0,-3-4 0 0,-3 1-64 16,1 3-16-16,-1 1 0 16,-1 1 0-16,-1 2-48 0,-2-1-16 0,-2 7 0 0,-1-3 0 0,0 1-128 15,1 1 192-15,2-1-192 0,1 1 192 0,-2 3-192 0,3 1 0 16,5-2 0-16,0-1 0 0,2-1 0 0,3 0 0 16,2 2 0-16,3-5-176 0,-1-1-16 0,3-1 0 15,-1-1 0-15,3-2 0 0,0 1-128 0,1-2-16 16,-1-2-16-16,0 0 0 0,2-2 48 0,0 0 16 15,-1-1 0-15,0 1 0 0,0-3 128 0,-1 1 32 16,0-2 0-16,-2-1 0 0,-1 0 128 0,-1 1 0 16,1 0 0-16,-1 0-128 0,-1 0 128 0,0 0 0 15,-3 2 0-15,0 1 0 0,0-3 192 0,-1 1-16 0,0 2-16 0,-2 5 0 16,0 0 144-16,0 0 16 0,0 0 16 0,0 0 0 16,0 0-64-16,0 0-16 15,0 0 0-15,-4 4 0 0,0 1-64 0,1 3 0 0,1-1-16 16,-1 2 0-16,0 0-176 0,2 3 192 0,0 1-192 15,1-2 192-15,1 5-192 0,0 1 0 0,1 1 144 0,-1 2-144 16,2-1 0-16,-2 2 128 0,-2-4-128 0,-1 3 0 16,4-1 0-16,-2 1 0 0,0-2 0 0,0 0 128 15,-2 1-128-15,0-3 0 0,-1 0 0 0,0-2 0 16,-1 0 128-16,1-3-128 0,-3 0 160 16,1-3-160-16,-1-2 192 0,-2-1-64 0,-1-1-128 0,0 0 192 15,-1 0-192-15,0-1 176 0,0 0-176 0,-2-1 160 16,0-4-160-16,-1-1 0 0,-3-3 0 0,-1 1 0 31,-1 3-832-31,0-4-160 0,1 0-32 0,1-1-15104 0,-6-3-3008 0</inkml:trace>
  <inkml:trace contextRef="#ctx0" brushRef="#br0" timeOffset="-120382.83">26581 6467 7359 0,'0'0'656'0,"-3"-5"-528"0,-3-2-128 0,1 2 0 0,-1 0 5632 0,0 1 1088 15,4 0 208-15,-2-1 48 0,4 5-3136 0,0 0-640 16,0 0-128-16,0 0-32 0,0-5-736 0,0 5-128 16,0 0-48-16,6-3 0 0,2-2-976 0,1 3-192 15,0-1-32-15,2 0-16 0,-2 0-336 0,4 1-80 16,3 0-16-16,-1 1 0 0,2-1-288 0,0 2-64 15,2-2-128-15,-1 2 192 0,-1 0-192 0,1 0 0 16,-1 0 0-16,0 0 0 16,-1-1-304-16,-1 1-96 0,0 0-32 0,-2 0 0 15,-2 0-1168-15,0 0-224 0,-2 0-48 0,-1 3-16 16,-2-1-2336-16,-6-2-480 0,3 7-96 0</inkml:trace>
  <inkml:trace contextRef="#ctx0" brushRef="#br0" timeOffset="-120173.04">26588 6557 36575 0,'-20'3'1616'0,"13"-2"336"0,-2-1-1568 0,1 0-384 16,1 0 0-16,7 0 0 0,-5 4 1872 0,5-4 304 16,0 0 48-16,0 0 16 0,0 0-304 0,0 0-48 0,0 0-16 0,0 0 0 15,0 0-928-15,12 4-192 0,2 1-48 0,-1-2 0 16,1-2-320-16,5-1-80 0,2-1-16 0,2 1 0 16,0 0-288-16,4 0 160 0,-1 0-160 0,0 0 128 15,0-3-128-15,0 3 0 0,-1 0 0 0,-2 0 0 16,-2 0-1104-16,-2 0-160 0,0-1-16 15,-2 2-16-15,0 2-1904 0,-2-1-368 16,0 2-80-16</inkml:trace>
  <inkml:trace contextRef="#ctx0" brushRef="#br0" timeOffset="-109152.86">27609 6202 26719 0,'0'-13'2368'0,"0"13"-1888"16,-1-6-480-16,-1-1 0 0,1 1 4112 0,1 6 736 16,5-4 144-16,-5 4 16 0,0 0-2752 0,0 0-544 15,1-1-112-15,-1 1-32 0,0 0-320 0,0 0-64 16,0 10-16-16,-1 2 0 0,-3 3-528 0,0 2-96 16,-1 3-32-16,-1 2 0 0,-4 3-16 0,-1 0-16 15,2 2 0-15,-1 0 0 0,0 2-480 0,1-3 0 16,1 3 0-16,0-4 0 0,0-2 0 0,1-3 0 15,0-2 0-15,2 0 0 32,1-5-320-32,1 0-144 0,2-1-48 0,1-2 0 0,1-2-1536 0,3-1-320 0,3 0-64 0,1-1-20192 15</inkml:trace>
  <inkml:trace contextRef="#ctx0" brushRef="#br0" timeOffset="-108986.73">27754 6510 50847 0,'0'0'1120'0,"-6"0"224"0,0 1 64 0,-1 2 16 0,2-2-1136 0,0 1-288 0,-3 0 0 0,3 1 0 0,0-1 880 0,5-2 112 16,-6 2 32-16,6-2 0 0,0 0-208 0,0 0-48 16,0 0 0-16,0 0 0 15,0 0-1584-15,0 0-320 0,8 2-64 0,3-2-16 16,2-1-1808-16,2-2-368 0,4 1-80 0</inkml:trace>
  <inkml:trace contextRef="#ctx0" brushRef="#br0" timeOffset="-107586.02">28159 6256 8287 0,'0'0'736'0,"0"0"-592"16,-7 4-144-16,1-3 0 0,-2-1 5136 0,3 1 1008 15,0-1 192-15,-1 0 32 0,6 0-2608 0,-5-1-528 16,0-2-96-16,5 3-32 0,0 0-1040 0,0 0-208 16,0 0-32-16,0 0-16 0,0 0-720 0,0 0-160 15,0 0-32-15,5-6 0 0,-1-1-400 0,4 1-96 16,2-2-16-16,3 2 0 0,2-2-144 0,-2 0-48 0,2-1 0 0,5 1 0 16,2 1-192-16,2 0 128 15,0 1-128-15,3 1 0 0,-1 0 0 0,-2 0 0 0,-1 3 0 0,-3 0 0 16,0-1 0-16,-3 2 0 0,-3 1 0 0,-1 0 0 15,-1 0 0-15,-3 0 128 0,-9 0-128 0,0 0 0 16,8 3 0-16,-8-3 128 0,0 0-128 0,0 0 0 16,0 0 192-16,0 0-48 0,0 0-16 0,0 10 0 0,-4-6 32 15,0 4 0-15,-1 0 0 0,-2-1 0 0,-2 0-160 16,0-1 0-16,0 1 144 0,-1-1-144 0,-2 1 0 0,0 1 144 16,2-2-144-16,-1 1 0 0,1-1 0 0,1 1 0 15,1-2 0-15,0 0 0 0,0 0 0 16,2-1 0-16,1 0 0 0,5-4 0 0,0 0 0 15,-6 2 0-15,6-2 0 0,-5 2 0 0,5-2 128 16,0 0-128-16,0 0 0 0,0 0 0 0,0 0 0 0,0 0 0 16,0 0 0-16,0 0 0 0,0 0 0 0,0 0 0 15,0 0 0-15,0 0 0 0,0 0 0 0,0 0 0 16,0 0 0-16,0 0 0 0,0 0 128 0,0 0-128 16,0 0 0-16,0 0 0 0,0 0 0 0,0 0 0 15,0 0 0-15,0 0 0 0,0 0 0 0,0 0 0 16,0 0 0-16,0 0 0 0,0 0 0 0,0 0 0 15,0 0 0-15,0 0 0 0,0 0 0 0,0 0 0 16,0 0 0-16,0 0 0 0,0 0 0 0,0 0 0 16,0 0 0-16,0 0 0 0,0 0 0 0,0 0 0 15,0 0 0-15,0 0 0 0,0 0 0 0,0 0 0 0,0 0 0 16,0 0 0-16,0 0 0 0,0 0 0 0,0 0 0 0,0 0 0 31,0 0-704-31,0 0-192 0,0 0-32 0,0 0-15152 0,0 0-3040 0</inkml:trace>
  <inkml:trace contextRef="#ctx0" brushRef="#br0" timeOffset="-106822.79">28147 6290 30527 0,'0'0'1344'0,"-8"0"288"0,-1-2-1312 0,1 2-320 0,2-1 0 0,6 1 0 0,-7-1 2048 0,7 1 352 16,0 0 64-16,0 0 16 0,0 0-624 0,0 0-112 15,0 0-16-15,0 0-16 0,0 0-816 0,0 0-176 16,8-4-16-16,3 0-16 0,2 0-48 0,1-1-16 15,0-2 0-15,3 0 0 0,2-1-304 0,0 0-48 16,5 0-16-16,0-1 0 0,2 2-128 0,-1 1-128 16,1-1 144-16,-2 3-144 0,-2 2 128 0,-2-1-128 15,-2 2 0-15,-3 1 144 0,-2-4-144 0,-1 3 0 16,-3 1 0-16,-1 1 128 0,-8-1 48 0,0 0 0 16,0 0 0-16,0 0 0 0,5 7 208 0,-2 0 64 15,-2 2 0-15,-1 3 0 0,-1 1 0 0,-2 2 0 16,-2 2 0-16,-1 1 0 0,-4 1-176 0,1 1-16 15,-2 2-16-15,-1 2 0 0,-1 0-80 0,-1 1-16 16,-2 1 0-16,0-1 0 0,-1 1-144 0,2-3 128 16,0 1-128-16,1-2 128 0,1-2-128 0,0-1 0 15,-1 2 144-15,2-4-144 0,0-3 0 0,3 1 0 16,0-2 0-16,2 1 128 0,2-2-128 0,1 0 0 16,0-2 0-16,0-1 0 0,0-2-256 0,4-7 0 0,0 0-16 0,0 0 0 31,0 0-1360-31,0 0-272 0,0 0-48 0,0 0-16 15,0 0-2224-15,0 0-448 0</inkml:trace>
  <inkml:trace contextRef="#ctx0" brushRef="#br0" timeOffset="-106590.48">28151 6530 23951 0,'-13'-10'2128'0,"9"8"-1696"0,-1-2-432 0,1 1 0 0,4 3 5248 0,0 0 960 15,0 0 192-15,0 0 32 0,0 0-4048 0,0 0-800 16,0 0-176-16,7-4-16 0,3 1-400 0,2-3-80 15,2 2-16-15,0 2 0 0,2-1-576 0,4-1-128 16,1 2-32-16,3 0 0 0,2 1-32 0,2 0 0 16,-1-2 0-16,-1 1 0 0,-1 2-128 0,0-3 0 15,-2 2 0-15,-1-1 0 0,-2 1 0 0,-1-3 0 16,0 2 0-16,-4 2 0 16,0-3-848-16,-2 3-208 0,-2-1-32 0,1 1-16 15,0 0-2416-15,-2-2-464 0</inkml:trace>
  <inkml:trace contextRef="#ctx0" brushRef="#br0" timeOffset="-104672.29">28764 6316 9215 0,'0'0'400'16,"-3"-2"96"-16,-3 0-496 0,3-2 0 0,3 4 0 0,0 0 0 0,0 0 8480 0,0 0 1600 15,0-5 320-15,1-2 64 0,1 1-7088 0,2-1-1424 16,-2 2-288-16,5-2-48 0,1 1-976 0,3-1-208 15,4-2-48-15,3 3 0 0,0-1-384 0,4 2 0 16,3 0 128-16,1 1-128 0,0 0 0 0,-1 3 0 16,-4-1 0-16,1 1 0 0,-1 0 0 0,0 1 0 15,-4 2 0-15,-3 0 0 0,-2 0 0 0,-2 2 0 0,-2 1 0 0,-1-1 0 16,-7-4 0-16,0 0 0 16,0 0 0-16,-2 8 0 0,1 0 224 0,-3 2-32 15,-1-3-16-15,-2 1 0 0,-2-2 16 0,0 2 16 16,0 1 0-16,-3-1 0 0,-1 0-80 0,0-2-128 15,0 1 176-15,1 1-176 0,1-2 144 0,-1 1-144 16,-1-1 0-16,1 1 144 0,0-1-144 0,2-2 0 16,0 1 0-16,0 2 0 0,3-1 0 0,1-2 0 0,3 2 0 0,3-6 0 15,0 0 0-15,0 0 0 0,0 0 0 0,2 6 0 16,-2-6 0-16,8 7 0 0,1 0 0 0,3-3 0 16,2 2 0-16,2-1 0 0,2 0 0 15,0-2 0-15,2-1 0 0,2 1 0 0,-2-1 0 0,-1 1 0 16,1 0 0-16,-2-1 0 0,-1 1 0 0,-1 1 0 0,-1-2 0 15,-2 2 0-15,-2 2 0 0,-4-1 0 0,-1 0 0 16,-2 3 0-16,-3 0 0 0,0 2 0 0,-2-2 208 16,-3 1 16-16,-4 0 0 0,-1 2 0 0,-3-2 96 15,-1 1 0-15,-2 1 16 0,-2-2 0 16,-6-2-144-16,1 0-48 0,1 0 0 0,-1-1 0 0,-4 1-144 0,1-1 0 16,1-5 144-16,-1 2-144 0,0 0 0 15,0-2 0-15,2-1 0 0,-1 0 128 16,5-1-496-16,3 1-80 0,5 0-32 0,1 0 0 15,3-4-1312-15,1 1-272 0,6 3-48 0,0-6-13552 16,6-5-2704-16</inkml:trace>
  <inkml:trace contextRef="#ctx0" brushRef="#br0" timeOffset="-104321.54">29335 6217 31327 0,'0'0'2784'0,"0"0"-2224"16,0 0-560-16,5-3 0 0,2-2 3136 0,0 2 528 15,3 1 112-15,-1-1 0 0,0 0-1664 0,1 3-320 16,3-3-80-16,0 1-16 0,3 1-832 0,2-2-160 16,1 1-48-16,0 0 0 0,-1-1-336 0,3 0-80 0,-1 0-16 0,-1 2 0 15,1-4-96-15,-2 0 0 16,-1-1-128-16,0 0 192 0,-4 2-64 0,1-1-128 0,-1 3 176 0,-1 0-176 16,-3-1 256-16,-9 3-64 0,0 0-16 0,0 0 0 15,0 0 96-15,0 0 32 0,6 12 0 0,-4-2 0 16,-1 3 16-16,-2 2 0 0,-3 2 0 0,0 2 0 15,0 1-128-15,-1 2-32 0,0 0 0 0,-2 3 0 16,0-2-16-16,-3 0 0 0,1 0 0 0,0-2 0 0,0 4-144 16,3-1-144-16,-2 0 144 0,1-2-208 0,2-2 208 0,0-2 0 15,1-3 0-15,-1 2 0 0,1-1-272 16,-1-4 32-16,-1 1 16 0,2-1 0 16,2-3-992-16,1-3-208 15,-2-1-48-15,3-5 0 0,0 8-1856 0,0-3-384 0,0-5-80 0,0 0-15696 0</inkml:trace>
  <inkml:trace contextRef="#ctx0" brushRef="#br0" timeOffset="-103795.58">29446 6376 19343 0,'-5'-3'1728'0,"1"-1"-1392"16,0-1-336-16,2 2 0 0,2 3 5680 0,0 0 1056 16,0 0 224-16,0 0 32 0,0 0-4368 0,7 0-864 15,1-1-176-15,1 1-48 0,4 1-576 0,1-1-112 16,3 0-16-16,1 0-16 0,2-1-496 0,1 0-80 15,-2 0-32-15,4-2 0 0,0 0-80 0,-1 2-128 16,-2-3 176-16,1-1-176 0,1 1 128 0,-1-4-128 16,0 0 0-16,-1 0 0 0,3 2 128 0,-1-3-128 15,-4 0 0-15,3-3 0 0,-2 0 128 0,2 2-128 16,-1-3 0-16,-1 2 0 0,-4 1 0 0,0-2 0 0,0 2 0 16,-1 3 0-16,-4-1 128 0,0 5-128 0,1 0 0 0,-4 0 0 15,-7 3 128-15,0 0-128 0,0 0 192 0,0 0-192 0,0 0 400 0,-5 7-16 16,-5 2-16-16,1-1 0 0,-1 1-112 15,0 4 0-15,-4 3-16 0,0 2 0 16,1 4-64-16,-1-2-16 0,-1 2 0 0,2 0 0 0,-1 8-160 16,1-4 128-16,1 0-128 0,4-3 128 0,3 1-128 15,1-3 0-15,3-2 0 0,1 0 0 0,4-6 0 0,1 0 0 16,-5-13 0-16,9 10 0 0,2-2 0 16,2-3 0-16,4-1 0 0,-2-1 0 0,2-2-192 0,0-1 192 15,1-1-192-15,2-2 192 0,-4 0-224 0,1 0 80 16,-2-4 16-16,2 0 0 0,0 0 128 0,1 0-160 15,1 1 160-15,-1-2-160 0,1-4 160 0,0-1 0 16,-5 0-144-16,-2-1 144 0,-2 5 0 16,-2-2 0-16,-3 5 0 0,0-1 0 0,-5 7 0 0,0 0 0 15,0 0 0-15,0 0 0 0,0 0 192 0,-9-1-32 16,-1 1-16-16,-1 2 0 0,-3 5-16 0,-1-1-128 16,-1 4 192-16,2-1-64 0,-5 5-128 0,2-4 0 15,2 1 0-15,0-1 0 0,-2-1 0 0,3 1 0 16,4 1 0-16,2 0 0 15,1-3-1200-15,5 1-272 0,0-2-48 0,5 1-16 16,3 0-2176-16,4-1-432 0,-3 0-80 0</inkml:trace>
  <inkml:trace contextRef="#ctx0" brushRef="#br0" timeOffset="-103415.8">31078 5707 38751 0,'0'0'1728'0,"0"-5"336"0,0 0-1648 0,0 1-416 15,-1-2 0-15,1 6 0 0,0 0 1760 0,0 0 272 16,0 0 48-16,0 0 16 0,0 0-144 0,0 0-32 16,0 0 0-16,2 8 0 0,0 3-960 0,-4 4-192 15,0 0-32-15,-2 4-16 0,-3 3-256 0,-1 2-48 16,1-1-16-16,-2 2 0 0,-3 0-224 0,1-2-48 16,0-1-128-16,0 1 192 0,1-1-192 0,1-1 128 0,0-2-128 0,-2 3 0 15,1-5 0-15,2-1 0 0,0-3 0 0,1-3 0 31,2-2-400-31,0-1-176 0,5-7-48 0,-3 5 0 16,3-5-1296-16,0 0-272 0,0 5-48 0,0-5-12880 16,0 0-2576-16</inkml:trace>
  <inkml:trace contextRef="#ctx0" brushRef="#br0" timeOffset="-103187.49">31168 5884 34031 0,'0'0'1504'0,"0"0"320"0,-3-4-1456 0,1 2-368 0,-3-2 0 0,1 4 0 16,-2-3 2800-16,0 3 480 0,-2 3 112 0,-1-2 0 15,-1 4-1120-15,-2-1-224 0,0 0-64 0,-1 3 0 16,0 1-960-16,0-1-208 0,1 2-48 0,3 1 0 16,1 0-416-16,2 2-96 0,1-2 0 0,2 1-16 15,3-4-240-15,3 1 0 0,0 1 0 0,4-1 0 16,2-1 0-16,2-1-160 0,2-1 32 0,1-1 0 16,2-2-608-1,0-2-112-15,3-2-32 0,-1 2 0 0,8-4-816 0,-1 2-160 0,0-5-48 0,-2 1 0 16,1-2-1920-16,-2-1-384 0,-1-5-80 0,-2-1-12112 15</inkml:trace>
  <inkml:trace contextRef="#ctx0" brushRef="#br0" timeOffset="-102917.4">31473 5784 28095 0,'0'0'1248'0,"-4"-4"256"0,-1-3-1200 15,0 4-304-15,-2-1 0 0,2-2 0 0,0 4 3120 0,0-2 560 16,1 1 112-16,0 3 32 0,4 0-1552 0,-7 2-304 16,3-2-64-16,4 0-16 0,-4 2-784 0,4-2-144 15,-5 5-48-15,0 1 0 0,2 0-496 0,2 2-96 16,0 0-32-16,-1 1 0 0,1-1-160 0,1 2-128 15,1 1 144-15,2 0-144 0,0 1 0 0,-1-2 0 0,2 1 0 0,0-1 0 16,0-1 0-16,1 2 128 0,-1-1-128 0,1 1 0 16,-1-1 0-16,0-2 176 0,-1 0-176 0,-1 1 160 15,0 1-16-15,-1-2 0 0,-1 1 0 0,-1-1 0 16,1-8 64-16,-7 7 16 16,1-2 0-16,-1 1 0 0,-1 2-32 0,-1-1 0 0,-1-1 0 0,-1 1 0 15,1-1-192-15,-1 0 176 0,1-3-176 0,0 0 160 16,0 0-160-16,1-2 0 0,0 3-192 0,3-4 192 31,0 0-1600-31,6 0-208 0,0 0-48 0,0 0-13504 0,0 0-2688 0</inkml:trace>
  <inkml:trace contextRef="#ctx0" brushRef="#br0" timeOffset="-102668.29">31706 5862 11055 0,'0'0'480'0,"0"0"112"0,0 0-464 0,0 0-128 0,-2 8 0 0,-1 0 0 0,1 1 8368 0,-1 0 1648 16,-1 0 336-16,-1 4 64 0,-3 4-6960 0,-1 1-1376 16,-2 2-288-16,-2 1-48 0,-1 0-1040 0,-3 3-224 15,-1 0-32-15,-2 3-16 0,1 2-48 0,-2-2-16 16,-1 2 0-16,4-6 0 0,-2 2-240 0,-1 0-128 16,0 0 160-16,2 0-160 0,0-1 192 0,2 0-48 15,2-3-16-15,-3 3 0 0,2-1-256 0,3-4-64 16,2-3-16-16,2-3 0 15,3-1-880-15,1-5-192 0,-1-1-16 0,6-6-16 16,0 5-2848-16,0-5-576 0</inkml:trace>
  <inkml:trace contextRef="#ctx0" brushRef="#br0" timeOffset="-102427.78">31682 6162 18431 0,'2'-16'816'0,"-2"12"160"0,0-5-784 0,0 4-192 0,4 0 0 0,-4 5 0 0,0 0 5584 15,0 0 1072-15,0 0 224 0,0 0 32 0,0 0-4096 0,0 0-832 16,0 0-176-16,3 12-16 0,-3 2-640 0,-3 0-112 16,1 2-16-16,-2 1-16 0,-2 4-416 0,-1 1-80 15,-3 1 0-15,0 2-16 16,-2-1-128-16,-1-2-32 0,0-1 0 0,2 1 0 0,0 0-160 0,2-3-48 16,-1 1 0-16,-1-4 0 0,3-1-128 0,0-2 0 15,2-1 0-15,1-1 0 16,1-5-704-16,4-6-160 0,-3 5-32 0,3-5-16 15,0 0-1840-15,0 0-384 0,0 0-64 0,11 0-17392 16</inkml:trace>
  <inkml:trace contextRef="#ctx0" brushRef="#br0" timeOffset="-101681.02">31950 6303 20271 0,'0'0'1792'15,"2"-5"-1424"-15,-1-2-368 0,-1 2 0 0,-3 0 4672 0,2-1 880 16,1 6 160-16,0 0 48 0,-3-4-3088 0,1 2-624 15,-4-1-112-15,1 2-16 0,0 1-432 0,-1 0-80 16,-4 1 0-16,0 2-16 0,0-1-752 0,-4 1-160 16,-1 4-32-16,-2-1 0 0,-3 2-128 0,1 0-16 0,-2 0-16 0,1 1 0 15,-4 4-96-15,1 0 0 0,4-1-16 0,2 1 0 16,1-3-176-16,2 3 0 0,4-4 0 0,2 2 0 16,2-4 0-16,3 3 0 0,1-1-160 0,5-2 160 15,2 1-336-15,3-1 16 0,0-1 16 0,5 0 0 16,2-4-208-1,5 1-32-15,2-2-16 0,3 0 0 0,-4-1-16 16,1 0 0-16,1-1 0 0,2-2 0 0,1 0 144 0,2-3 32 16,-1 0 0-16,0-1 0 0,1-1 144 0,0 1 16 0,0-2 16 0,-1-3 0 15,1 0 224-15,-5 0 0 0,1 1 0 0,0-1 0 0,0 0 0 0,-6 3 0 16,-2 0 0-16,-5 1 0 0,-4 3 528 0,-1-2 0 16,-2 2 0-16,-4 2 0 0,0-3 176 0,-1 1 16 15,-2 1 16-15,1 0 0 0,-5 1-288 16,-2 2-64-16,0 0-16 0,-1 1 0 0,-3 0-192 0,-4 2-48 15,1 4 0-15,-1-1 0 0,-1 3-128 0,0 1 128 16,4-1-128-16,1 2 128 0,2-4-128 0,-1 2 0 16,0 1 144-16,3-1-144 0,3 0 0 0,2 2 0 15,0-2 0-15,1 0 0 0,1 0 0 0,2 0 0 16,1-2 0-16,1 0-128 0,2-3 128 0,4 3-128 16,0-4 128-16,2 0-128 0,1-1-64 0,2-1 0 15,0-1 0-15,4-1 0 0,-1 0-16 0,-1-1-16 16,1-3 0-16,-3 0 0 0,1-2 48 0,-1-1 16 0,0 2 0 15,0-3 0-15,-2 0 160 0,-2 1 0 16,0 0-144-16,0 1 144 0,-2 0 0 0,-2 2 0 0,-1 3 0 16,-4 3 0-16,2-7 0 0,-2 7 160 0,0 0-32 15,0 0-128-15,0 0 384 0,0 0-16 16,0 0-16-16,0 0 0 0,0 0-80 0,0 0-16 0,0 0 0 16,0 0 0-16,-1 8-96 0,0 1-32 0,-3 3 0 15,1 0 0-15,-3-2-128 0,3 5 160 0,2 0-160 16,0 1 160-16,-3 2-160 0,4 3 0 0,2-4 0 0,0 4 128 15,-2 0-128-15,-2 0 0 0,1-2 0 0,0 5 0 16,-2-4 0-16,0 3 0 0,-2-3 0 0,0 0 0 0,-2 0 0 16,0-1 0-16,0-2 0 0,1-1 0 15,-1-2 0-15,-1 0 128 0,-2-1-128 0,-1-1 0 16,1-1 144-16,-3-2-144 0,3-3 160 0,-4 1-160 0,3-2 176 0,-2 0-176 16,-2-1 192-16,1-3-192 0,2 1 128 0,1-1-128 15,-1-2 0-15,-4-1 0 0,3 0 0 0,-3-2 0 16,1-1-160-16,-1-1 160 15,6 0-1376-15,-2-1-160 0,2 1-16 0,-1-2-22064 0</inkml:trace>
  <inkml:trace contextRef="#ctx0" brushRef="#br0" timeOffset="-98097.87">15114 2350 11055 0,'-12'1'976'0,"7"-2"-784"0,-3-2-192 0,0 1 0 16,1-2 3456-16,-1 1 640 0,-1 1 128 0,2-2 16 15,1-4-2464-15,2 3-496 0,-2-1-112 0,4 4-16 16,2 2 272-16,0 0 48 0,0 0 16 0,0 0 0 16,4-4-416-16,1-1-96 0,3 1-16 0,2 1 0 15,2 1-224-15,4 0-48 0,2 2-16 0,3-1 0 16,2 0-256-16,5-2-48 0,2 2-16 0,2-1 0 0,2 0-112 0,3-1-32 16,2-1 0-16,5 0 0 0,3 3-32 15,2 0-16-15,1 1 0 0,1-3 0 0,0 1-160 0,1-2 0 16,1 1 0-16,-1 0 128 0,-1 1-128 0,-2-1 128 15,-1 2-128-15,-3 0 128 0,-2-1-128 16,-1 0 0-16,-1-1 0 0,-4 2 128 0,-1-2-128 0,-3 2 0 16,-1-2 144-16,-2 1-144 0,-3 0 0 0,-2 0 0 15,-3 2 0-15,-1 0 0 0,-3-3 0 0,-2 1-320 16,-3 0 64-16,-3 2 16 16,-2 0-384-16,-8 0-80 0,0 0 0 0,0 0-16 15,0 0-1824-15,-1 8-352 0,-4-3-80 0</inkml:trace>
  <inkml:trace contextRef="#ctx0" brushRef="#br0" timeOffset="-97156.58">14622 5686 12895 0,'0'0'1152'0,"0"0"-928"0,-10-1-224 0,10 1 0 16,-8-4 4128-16,8 4 784 0,-9-3 144 0,9 3 48 16,-4-6-3216-16,4 6-640 0,0 0-128 0,0 0-32 0,0 0 160 15,0 0 32-15,0 0 0 0,12-4 0 0,-12 4-480 0,16 0-96 16,1-1 0-16,1 1-16 0,0 0-64 0,-2 1-16 15,2-1 0-15,4 0 0 0,3 0-32 0,4 0-16 16,2 0 0-16,4 1 0 0,3 2-112 0,2-3 0 16,2 2-16-16,0 0 0 0,2 0-144 0,2-2-32 15,1 0 0-15,1 0 0 0,3 0-128 0,2 2-128 16,3-2 192-16,26 1-192 0,-9 0 128 0,-7 2-128 16,-10-3 0-16,-2 0 0 0,0-3 128 0,-5 2-128 0,-2 0 0 15,-2-1 0-15,-2 0 144 0,-2 0-144 16,0 1 0-16,-3 0 144 0,-5-2-144 0,1 1 0 15,-5-1 0-15,-3 2 0 0,-5-1 0 0,-3 1 0 16,-2 0 0-16,-3-1 0 0,-3 0 0 0,-1-1 128 16,-9 3-128-16,10-2 0 0,-10 2 128 0,0 0-128 0,0 0 0 0,9-4 128 15,-9 4-128-15,0 0 128 16,0 0-128-16,0 0 128 0,0 0-128 0,0 0 160 16,0 0-160-16,0 0 160 0,0 0-160 0,0 0 0 0,0 0 144 15,0 0-144-15,0 0 0 0,0 0 0 0,0 0 0 0,0 0 0 16,0 0 0-16,0 0-128 0,0 0 128 15,0 0-128 1,0 0-368-16,0 0-64 0,0 0-16 0,0 0 0 16,0 0-2240-16,0 0-464 0,0 0-96 0,0 0-14704 0</inkml:trace>
  <inkml:trace contextRef="#ctx0" brushRef="#br0" timeOffset="-95265.8">29163 3514 28911 0,'-3'-12'1280'0,"2"10"256"0,1 2-1216 0,0 0-320 16,0 0 0-16,0 0 0 0,0 0 1280 0,0 0 208 15,0 0 48-15,0 0 0 0,0 0 160 0,0 0 32 16,0 0 16-16,0 0 0 0,0 0-400 0,0 0-96 16,3 9-16-16,-1 3 0 0,-1-5-448 0,2 4-80 15,0-1-32-15,-2-1 0 0,0 3-128 0,1-3-32 16,-2 0 0-16,1 1 0 0,-1-10-144 0,0 0-48 15,0 11 0-15,1 0 0 0,-1-3-80 0,0-8-32 0,1 9 0 0,-1-9 0 16,0 0-16-16,0 0-16 16,0 0 0-16,0 0 0 0,0 0 64 0,0 0 16 15,0 0 0-15,8-3 0 0,1 0-16 0,1-3 0 16,-1-3 0-16,2 0 0 0,2-3-112 0,3 0-128 16,1-1 176-16,3-4-176 0,2 2 144 0,3-5-144 15,1-1 0-15,2-1 144 0,1 2 112 0,0 0 0 16,-1-3 16-16,-2 1 0 0,-1-3-432 0,-3 5-96 0,-1 3 0 0,-4 0-16 15,-1 4 96-15,-2 1 32 0,-2 2 0 0,-3 3 0 16,-1 2-752 0,-2 1-128-16,-6 4-48 0,0 0 0 0,0 0-1264 0,8 1-256 15,1 2-48-15,-2 1-16880 0</inkml:trace>
  <inkml:trace contextRef="#ctx0" brushRef="#br0" timeOffset="-82363.16">7517 13783 21183 0,'0'0'1888'0,"0"0"-1504"0,-5-1-384 0,5 1 0 0,0 0 4128 16,0 0 752-16,0 0 160 0,0 0 16 0,0 0-2816 0,0 0-576 15,0 0-128-15,0 0 0 0,1 8 32 0,1 0 16 16,0 1 0-16,0 0 0 15,-2-9-784-15,3 11-160 0,1 0-16 0,-1-4-16 16,-3-7-240-16,4 8-48 0,1-1-16 0,-5-7 0 0,0 0-128 0,0 0-32 16,7 8 0-16,-7-8 0 0,0 0-144 15,5 7 192-15,-5-7-192 0,0 0 192 0,0 0-192 0,0 0 160 16,0 0-160-16,9 0 160 0,-9 0-32 0,9-3-128 16,-1-1 192-16,1-1-64 0,0-3 0 0,0-1 0 15,2-4 0-15,0 0 0 0,2-1-128 0,2-3 0 16,-1-2 0-16,2 1 0 0,-1-5 0 15,2 1 0-15,0-2 0 0,2 1 0 0,-1-1-192 0,1 2 48 16,0 1 0-16,-1-1 0 0,-1 2-112 0,-4 3-32 16,0 3 0-16,4-4 0 15,-3 6-672-15,-3 2-144 0,-4 2-32 0,-7 8 0 16,8-8-1232-16,-8 8-256 0,11-1-64 16,-11 1-16912-16</inkml:trace>
  <inkml:trace contextRef="#ctx0" brushRef="#br0" timeOffset="-74151.77">5805 10240 29599 0,'15'1'1312'0,"-3"1"272"16,2 0-1264-16,4 1-320 0,3-1 0 0,4 1 0 0,0-3 0 0,2 0 0 0,0-1-208 0,5-1 80 15,1 1 128-15,7-1 0 0,3-1 0 0,5 2 128 16,1-1 144-16,6 1 48 0,2 0 0 0,1 1 0 15,-2-3 16-15,4 0 16 0,-1 0 0 0,2 0 0 16,1 2-96-16,6-3 0 0,3 1-16 0,-2 3 0 16,-4-5-96-16,1 0-16 0,2-2 0 0,1 1 0 15,0 0-128-15,4 0 0 0,3-1 144 0,0 1-144 16,-5-1 0-16,0 0 0 0,-1-3 0 0,2 3 0 16,1-1-160-16,1 1-48 0,-1 1-16 0,-4-1 0 15,-7-1-224 1,-4 2-64-16,-2-1 0 0,-2 2 0 0,-3 1 0 15,-3 2 0-15,-4 2 0 0,-1 0 0 0,-1 0 32 0,-7 1 0 0,-4 2 0 16,-3-1 0-16,-7 2-160 0,-3-1-48 16,-3-1 0-16,-1 2 0 0,-3 0-384 0,1 0-80 0,-4 1 0 15</inkml:trace>
  <inkml:trace contextRef="#ctx0" brushRef="#br0" timeOffset="-54593.61">9649 9201 3679 0,'-7'4'320'0,"-1"-4"-320"16,2 0 0-16,1 0 0 0,5 0 9792 0,0 0 1904 15,0 0 368-15,0 0 80 0,0 0-8752 0,0 0-1728 16,0 0-368-16,0 0-64 0,0 0-416 0,9-3-96 15,-1 1-16-15,0 0 0 0,2-2-464 0,0 2-112 0,3-1 0 0,-1 1-128 16,0-2 128-16,0 2-128 0,-1 2 0 0,1 0 0 16,1-1 0-16,0 0 0 0,-1-2 0 0,0 2 0 31,-1-2-592-31,1 2-128 0,-3 0-32 0,0-1 0 0,-9 2-1136 16,9 2-224-16,-1-1-64 0,-8-1 0 15,4 6-1552-15,-4-6-320 0,0 0-64 0</inkml:trace>
  <inkml:trace contextRef="#ctx0" brushRef="#br0" timeOffset="-54397.51">9638 9370 18431 0,'-7'-2'1632'0,"-1"2"-1312"0,0 2-320 0,0-2 0 0,2 3 4816 0,0 1 896 16,1-4 176-16,5 0 48 0,0 0-3184 0,0 0-624 16,0 0-128-16,0 0-16 0,0 0-896 0,0 0-192 15,0 0-16-15,0 0-16 0,9 1-512 0,0 1-96 16,2-2-32-16,-1 0 0 0,1 0-64 0,-1-2-16 15,1 1 0-15,-1 1 0 0,4-4-144 0,-1 1 0 0,0 1 0 0,0 0 0 32,0 0-448-32,1-1-160 0,-1 1-32 0,0 0-16 15,0 2-2704-15,0 0-544 0</inkml:trace>
  <inkml:trace contextRef="#ctx0" brushRef="#br0" timeOffset="-52280.08">10380 8681 12895 0,'0'0'1152'0,"0"0"-928"0,0 0-224 0,-5-2 0 16,5 2 5920-16,0 0 1136 0,-5-2 240 0,5 2 32 16,0 0-4400-16,0 0-880 0,0 0-192 0,0 0-16 15,0 0-816-15,0 8-144 0,1-1-48 0,3 5 0 16,1 1-352-16,2 4-80 0,-1 4-16 15,-1 1 0-15,1 0 32 0,-1 2 0 0,0 3 0 0,0-3 0 16,1-1-160-16,-1-1-16 0,-1-1-16 0,1-3 0 0,-1-2-96 16,1-2 0-16,-1 1-128 0,1-6 192 0,-1 1-192 0,0-3 144 15,0-1-144-15,-4-6 128 0,0 0-128 0,0 0 0 16,0 0 144-16,0 0-144 0,0 0 0 0,0 0 0 16,0 0 0-16,0 0 0 0,6-4 0 0,0-1 0 15,-1-1 0-15,0-2 0 0,-1-1 0 0,0-4 0 16,0-2 0-16,1-2-128 0,0-2-64 0,2-3 0 15,-2-2 0-15,3 1 0 0,0-1 48 16,1 2 0-16,0 0 0 0,0 4 0 0,-1-1 144 0,-2 4-160 16,1 0 160-16,-1 5-160 0,0 2 160 0,0 2-128 15,1 1 128-15,-7 5-128 0,0 0 128 0,6 5 0 16,1-1 0-16,-1 2-128 0,2 2 128 0,0 1 0 16,-2 2 0-16,1 2 0 0,1 2 160 0,-2 3-32 15,-1 1-128-15,1-4 192 0,0 4-64 0,1-1 0 16,2-1-128-16,-3 0 192 0,-1-4-192 0,1 0 128 15,0-1-128-15,2-3 0 0,-3-3 128 0,0-1-128 16,-1 3 0-16,-4-8 144 0,7 3-144 0,-1 1 128 16,-6-4-128-16,7 0 128 0,-7 0-128 0,0 0 192 0,6 1-192 15,1-2 192-15,-1-3-48 0,0 1 0 16,-1-5 0-16,0 2 0 0,0-3-144 0,2-2 192 0,-2-2-192 0,2 0 192 16,-1-4-192-16,1 0 0 0,-1-1 0 0,1 0 128 15,-1-2-128-15,1 2 0 0,-3 1 0 0,1 0 0 16,0 4 0-16,-1 0 0 0,0 0-192 15,-2 1 192-15,2 3-880 16,0-3-48-16,-2 2-16 0,-1 2 0 0,0 2-1264 0,1-1-256 16,-2 1-48-16,1-3-17360 0</inkml:trace>
  <inkml:trace contextRef="#ctx0" brushRef="#br0" timeOffset="-51962.58">10262 8619 9215 0,'-7'-1'816'0,"-1"1"-656"16,-1-2-160-16,1-1 0 0,0-1 6048 0,1 0 1184 15,0 0 224-15,2 2 48 0,2 0-5008 0,3 2-992 16,0 0-208-16,0 0-32 0,0 0-192 0,0 0-48 16,11-1 0-16,-1-2 0 0,2 2-624 0,1 0-128 15,0-1-16-15,1 1-16 0,1-3-240 0,2 2 128 0,0-2-128 16,1 1 0-16,3 1-224 0,1-2-144 16,1-2-16-16,5 0-16 15,2 1-3056-15,-2-1-592 0</inkml:trace>
  <inkml:trace contextRef="#ctx0" brushRef="#br0" timeOffset="-51775.91">10929 8488 13823 0,'0'0'1216'0,"0"0"-960"0,0 0-256 0,0 0 0 0,9 0 5712 0,2-2 1104 16,-2 1 224-16,0 0 32 16,1-2-4384-16,1 1-864 0,0-4-176 0,3 5-48 0,-3-3-688 0,4 2-144 15,-1-2-16-15,2 1-16 0,-1-2-608 16,2 1-128-16,0 1 0 0,1-1 0 15,2 2-2048-15,-1 1-336 0,0 2-80 0,-1 0-16224 16</inkml:trace>
  <inkml:trace contextRef="#ctx0" brushRef="#br0" timeOffset="-51100.87">10852 8410 27647 0,'0'0'2448'0,"0"0"-1952"0,-4-3-496 0,4 3 0 0,0 0 2784 0,0 0 464 16,-2-4 80-16,0 0 32 0,1 0-1632 0,1 4-320 15,-3-2-64-15,3 2 0 0,0 0-288 0,0 0-48 16,0 0-16-16,0 0 0 0,0 0-544 0,0 0-96 16,0 0-32-16,0 0 0 0,-5 0 64 0,0 2 16 15,0 0 0-15,-2 1 0 0,1 1-80 0,-1 2 0 16,-1 0-16-16,3 2 0 0,-1-2-112 0,0 1-32 16,6-7 0-16,-3 5 0 0,0 0-160 0,3-5 0 0,0 0 144 0,0 0-144 15,0 0 0-15,0 0 0 0,0 0 0 0,0 0 128 16,0 0-128-16,0 0 0 0,0 0 0 0,9-4-128 15,0-2 128-15,0-1 0 0,-1 1-144 0,-1-1 144 16,-1 1-160-16,-1-1 160 0,1 0-208 0,-3-1 80 16,1 1-48-16,-1 1 0 0,-2-1 0 0,-1 1 0 15,-1-1-208-15,-2 2-32 0,2 0-16 0,1 5 0 16,0 0-1616 0,0 0-320-16,0 0-64 0,0 0-17184 0</inkml:trace>
  <inkml:trace contextRef="#ctx0" brushRef="#br0" timeOffset="-50786.38">11228 8808 26719 0,'-3'-1'2368'0,"-1"1"-1888"15,4 0-480-15,0 0 0 0,-3 1 4160 0,0 5 752 16,-1-2 144-16,-2 2 16 0,3 2-2432 0,-1 2-480 0,-3 5-112 16,2-2 0-16,0 4-1024 0,-1 2-208 15,0-2-48-15,1 0 0 0,1 0-480 0,-1-1-96 0,2-2-32 0,0 2 0 16,1-3-160-16,-2-3 0 0,3-1-192 0,-1-1 192 31,2-8-1616-31,0 0-208 0,0 0-32 0,0 0-13424 0,0 0-2672 0</inkml:trace>
  <inkml:trace contextRef="#ctx0" brushRef="#br0" timeOffset="-50616.12">11251 8655 36111 0,'-13'0'1600'0,"9"0"320"16,4 0-1536-16,0 0-384 0,0 0 0 0,0 0 0 0,0 0 272 0,3 10-16 16,-2 1-16-16,2 0 0 15,3 1-1344-15,2 2-272 0,1 2-48 0,-1-2-13568 0</inkml:trace>
  <inkml:trace contextRef="#ctx0" brushRef="#br0" timeOffset="-49419.11">11478 8828 30463 0,'0'0'1344'0,"0"0"288"0,0-8-1312 0,0 2-320 0,0-1 0 0,0 7 0 0,-4-5 2272 0,4 5 384 16,-4-4 80-16,0 1 16 0,-1 2-752 0,-3 2-144 16,3 1-16-16,-3 2-16 0,-1 2-608 0,-1 1-128 0,-1 2-32 0,1 1 0 15,-1 2-336-15,1 1-64 0,-2 1-16 16,2 1 0-16,1-2-304 0,1 0-64 0,0 0-16 15,1 0 0-15,3-1-256 0,2-2 0 0,-1-1 0 0,3 0 0 16,0-9-160-16,4 7-32 0,1-2-16 0,1-1 0 16,-1 0-304-16,1-3-64 15,2-1-16-15,0 0 0 0,1-1-176 0,0-2-48 16,0-1 0-16,2-1 0 16,-2-1 112-16,1-2 0 0,1 1 16 0,-1-3 0 0,2-2 176 15,-2-1 16-15,-1-1 16 0,1-1 0 0,-4 1 208 0,3-2 32 0,-1 1 16 0,0-2 0 0,0 0 224 0,0 1 0 16,-2 2 0-16,1 1 0 0,-2 1 0 0,-1 2 0 15,0-1 0-15,0 5 0 0,-4 6 192 0,0 0 16 16,0 0 16-16,0 0 0 0,0 0 432 0,0 0 96 16,0 0 16-16,0 0 0 0,-4 4-176 0,-2 3-16 15,1 3-16-15,0 0 0 0,0 2-288 0,0 1-48 16,1 0-16-16,0 1 0 0,0 0-208 0,1 2 0 16,1 1 0-16,2-1 0 0,0-3 0 0,1 0 0 15,2-3 0-15,0 1 0 0,1-2 0 0,2 0-160 16,-1-3 160-16,1 0-128 0,-6-6 0 0,8 4 0 15,0-2 0-15,1 1 0 0,0-3 0 0,0-3 0 16,-1 1 0-16,0-2 0 0,0-2-16 0,0 1 0 16,1-1 0-16,0-2 0 0,0 0-32 0,0 0 0 15,-1-1 0-15,0-1 0 0,0-1-16 0,-2 1 0 16,1-2 0-16,-2 2 0 0,1-1 64 0,0 1 0 16,-3 1 0-16,1 0 0 0,-1 1 128 0,-2 1 0 15,-1 7 0-15,0 0 0 0,0 0 0 0,-2-6 128 16,-2 2-128-16,4 4 176 0,-7 0 48 0,1 2 16 0,-1 2 0 15,2 1 0-15,0 1-48 0,0 0 0 0,-2 2 0 0,2 2 0 16,0 2-192-16,1 1 176 0,0 2-176 16,1 0 160-16,1-2-160 0,2 2 0 0,1 0-160 0,2-2 160 15,2-1-144-15,1 0 144 0,2-2-128 0,2 1 128 16,2-2-128-16,0-3 128 0,0 1-128 0,1-6 128 16,0 0-128-16,1-1 128 0,-1-2-128 0,0-2 128 0,2 1-240 15,-2-3 48-15,0 1 0 0,0-2 0 0,1-1-48 16,-1-1 0-16,-1-1 0 0,-2-2 0 0,1 3 80 15,-4-4 16-15,0 1 0 0,-1 0 0 16,0 1 144-16,-2 0 0 0,-2 2 0 0,2 1 0 16,-3 0 0-16,-1 2 192 0,0 6-32 0,0 0-16 0,-4-3 160 0,4 3 16 15,-6 0 16-15,-1 0 0 0,0 0 112 0,-1 3 32 16,0 1 0-16,0 2 0 0,0-1-128 0,1 3-32 16,-1 0 0-16,1 1 0 0,1-2-192 0,0-1-128 15,0 2 160-15,2 0-160 0,1 0 0 0,1-2 0 16,1 1 0-16,1-7 0 0,0 0-128 0,2 6-32 15,-2-6 0-15,0 0 0 16,5 7-240-16,1-3-48 0,-6-4-16 0,7 1 0 16,0-1-64-16,-1-1-16 0,1-2 0 0,-1 1 0 0,1-2 160 0,-1-2 16 15,2 4 16-15,-1-5 0 0,-2-2 48 0,0 1 16 16,0 0 0-16,2 1 0 0,-1-2 144 0,0 1 144 16,-1 0-208-16,0 1 80 0,-1 1 128 0,-4 6 0 0,0 0 128 0,0 0-128 15,0 0 128-15,0 0-128 0,0 0 160 0,0 0-160 16,0 0 576-16,-3 6 0 0,1 2 16 0,-1 1 0 15,1 2-176-15,0-2-32 0,2-1-16 0,0 0 0 16,0-1-192-16,2 1-48 0,0 0 0 0,1-1 0 16,1 0-128-16,-4-7 0 0,8 4 0 0,-1-1 0 15,1-2 0-15,1-1 0 0,0-1 0 0,2-2 0 16,-1-3 0-16,-1 1 0 0,-1-2 0 0,0 2 0 16,1-4-160-16,-1 0 160 0,0-2 0 0,1-1-144 0,-1-1 144 15,0-1 0-15,-1 0 0 0,0-2-128 16,1-1 128-16,0 0 0 0,-2 0 0 0,-1 0 0 0,2-1 0 15,-2 1 0-15,-1 1 0 0,-1 3 0 16,-2 4 0-16,-2 3 0 0,-1 0 128 0,2 6-128 0,-5-1 336 0,-1 1 0 16,-2 0 0-16,-1 3 0 0,-1 3 288 0,0 5 48 15,0-2 16-15,-1 5 0 0,3-1-224 0,1 3-32 16,-3 0-16-16,4 0 0 0,-2 3-160 16,2-1-16-16,2 2-16 0,2-2 0 0,0 0-224 0,2 0 0 15,0-1 0-15,2-1 0 0,4 0 0 0,0-2-192 16,-2 0 48-16,1-1 0 15,2 0-928-15,1-2-176 0,1 0-32 0,0 0-16 16,1-1-2096-16,-1-2-400 0,7 5-96 16,-3-2-16-16</inkml:trace>
  <inkml:trace contextRef="#ctx0" brushRef="#br0" timeOffset="-48935.91">10215 9426 35935 0,'-9'-2'3200'0,"-1"-2"-2560"0,1 0-512 0,1 1-128 0,2-2 2976 0,2 1 576 16,0 0 112-16,1 0 32 0,3 4-1808 0,0 0-352 16,0 0-80-16,11-3-16 0,-2-1-720 0,4 1-144 15,3-1-16-15,3 3-16 0,3 1-352 0,6 0-192 16,3 0 192-16,6 0-192 0,2 1 256 0,6 0-48 16,4 1-16-16,4-1 0 0,2 0-32 0,2 2-16 15,2-2 0-15,1 1 0 0,1-2-144 0,4-2 0 16,4 1 144-16,2-2-144 0,0 2 0 0,0 1 0 15,-2 0 0-15,1-1 0 0,1-2 128 0,-2 1-128 16,3-1 128-16,-5 0-128 0,-4 1 0 0,-3-2 0 16,-5 1 0-16,-3 2 0 0,-3-3 0 0,-3 1 0 15,-6-1 0-15,0 2 176 0,-3-1-176 0,-3 1 0 16,-1 0 0-16,-5 1 0 0,-1 1-192 0,-7-1 48 0,0-2 0 16,-4 2 0-16,-1 0-32 0,-2 1 0 15,-2 1 0-15,-5-1 0 16,-6 0-752-16,0 0-160 0,0 0-16 0,0 0-16 15,0 0-1200-15,0 0-240 0,0 0-64 0,0 0 0 0</inkml:trace>
  <inkml:trace contextRef="#ctx0" brushRef="#br0" timeOffset="-48481.07">10498 9917 3679 0,'0'0'320'0,"0"0"-320"0,0 0 0 0,0 0 0 16,0 0 1920-16,0 0 320 0</inkml:trace>
  <inkml:trace contextRef="#ctx0" brushRef="#br0" timeOffset="-47832.01">10385 9893 32655 0,'0'0'1440'0,"0"0"304"0,0 0-1392 0,0-6-352 16,0-2 0-16,0 1 0 0,0 7 2064 0,0 0 352 15,0 0 64-15,0 0 16 0,0 0-160 0,0 0-32 16,0 0 0-16,0 0 0 0,0 0-1008 0,0 0-208 16,6 12-32-16,-2 0-16 0,-2 6-416 0,1 0-96 0,-1 7-16 15,0-1 0-15,-1 3-208 0,0 3-48 16,2 1-16-16,-1 0 0 0,0-1-80 0,-1-1-16 0,-2-1 0 0,1-4 0 15,0-3-144-15,1-3 0 0,0 1 144 16,1-6-144-16,-1-2 0 0,-1 1 0 0,0-4 0 0,0-8 128 16,0 0-128-16,0 0 0 0,0 0 0 0,0 0 0 15,0 0-192-15,0 0 64 0,0 0 0 0,0 0 0 16,0 0-80-16,4-8-16 0,0-4 0 16,-2 1 0-16,2-2 48 0,2-3 16 0,-1-4 0 0,1-2 0 15,1-2 160-15,-1-3-160 0,2 1 160 0,1 2-160 16,0-4 160-16,2 3-128 0,-1 2 128 0,1 1-128 15,-1 4 128-15,-2 1-128 0,0 4 128 0,0 2-128 0,-2 3 128 16,-6 8 0-16,0 0 0 0,0 0 0 0,0 0 0 0,8 8 0 16,-2 3 0-16,0 2 128 0,-2 4 288 0,-1 2 64 15,1 2 16-15,0 2 0 0,0 5-496 0,1-1 0 16,1 1 0-16,0-5 0 0,-1 1 0 0,2-4 176 16,1-1-176-16,0-6 160 0,-2-2-160 15,3 1 160-15,-1-5-160 0,0-1 160 0,-2-1-160 0,1-2 0 16,1-2-160-16,0-1 160 0,-2-1 0 0,2-2 0 15,0 1 0-15,0-3 0 0,-1-2 0 0,2-1 0 16,-1-1 0-16,0-1 0 0,-1-2 0 16,-1 0 0-16,1-1 0 0,-2-2 0 0,0-2 0 0,0 0 0 15,1-4 0-15,-1 1-144 0,0 2-48 0,0 0 0 16,-1-2 0-16,0 1 0 16,0 0-800-16,0 1-160 0,0 1-48 0,0 3 0 15,0 2-1472-15,-2 0-288 0,-1 2-64 16,-1 3-16848-16</inkml:trace>
  <inkml:trace contextRef="#ctx0" brushRef="#br0" timeOffset="-47574.81">10216 9880 6447 0,'0'0'576'0,"0"0"-576"0,-5 0 0 0,5 0 0 16,0 0 9296-16,0 0 1760 0,0 0 336 0,8-2 80 16,1-1-8464-16,1 2-1680 0,2-1-352 0,1 1-64 0,0-2-256 0,3 1-48 15,-1-2-16-15,2 0 0 0,3-1-432 0,-1 1-160 16,1 0 0-16,-1 0 144 0,2-1-144 0,1 0 0 16,-1-1-160-16,0 4 160 15,1-1-1664-15,0 3-224 0,-1-1-48 0,1 0-12608 16,2 1-2528-16</inkml:trace>
  <inkml:trace contextRef="#ctx0" brushRef="#br0" timeOffset="-47385.86">10840 9799 38927 0,'0'0'1728'0,"0"0"352"0,0 0-1664 0,0 0-416 15,0 0 0-15,0 0 0 0,8-4 1104 0,-1 1 144 16,-1-1 32-16,2-2 0 0,-1 2-256 0,2-1-64 15,0 0 0-15,0 0 0 0,3-2-832 0,-2 2-128 16,-2 2-128-16,0-2 128 16,-2 1-2256-16,-6 4-352 0,6-4-64 0,-1-1-15376 0</inkml:trace>
  <inkml:trace contextRef="#ctx0" brushRef="#br0" timeOffset="-47049.93">10743 9553 15663 0,'-13'0'1392'0,"7"0"-1120"0,0 0-272 15,1 0 0-15,-2 0 6080 0,2 1 1168 0,0-1 240 0,-1 2 32 16,6-2-4832-16,-5 3-960 0,0 1-192 0,0 2-32 0,-2-1-240 16,3 1-48-16,0-2-16 0,2 4 0 0,-1 2-720 0,1-2-144 15,0 0-16-15,2 1-16 0,2 3-304 0,-2-4 160 16,1-2-160-16,-1-6 128 0,3 8-128 0,-3-8 0 15,0 0 0-15,0 0 128 0,7 8-128 0,1-4 0 16,0 0 0-16,-1-3 0 0,2-2 0 0,-1-1 0 16,-1 0 0-16,0-2 0 0,-1-3 0 0,1 2 0 15,-1 0 0-15,1 0 0 0,-3-2-224 0,0 1 80 16,-2-2 16-16,0 1 0 0,-1 2-16 0,-1-3 0 16,0 1 0-16,-1 0 0 0,-2 1-48 0,0-1-16 15,1 0 0-15,-2 2 0 16,-1 0-272-16,1 2-48 0,4 3-16 0,0 0 0 15,0 0-1664-15,0 0-336 0,-9-3-64 0,2 3-17008 0</inkml:trace>
  <inkml:trace contextRef="#ctx0" brushRef="#br0" timeOffset="-46161.89">11027 10153 8287 0,'0'0'368'0,"0"0"80"0,0 0-448 0,0 0 0 0,0 0 0 0,0 0 0 0,0 0 8016 0,0 0 1520 16,0 0 320-16,0 0 48 0,5 10-6176 0,0 0-1232 16,0 2-240-16,-1 3-48 0,2 0-928 0,-1 2-192 15,-1-2-48-15,-2 0 0 0,0 1-528 0,-1-2-96 16,-1-1-32-16,0-1 0 0,0-3-96 0,-1 0-32 15,-1 0 0-15,1-2 0 0,1-7-80 0,0 0-32 0,0 0 0 0,0 0 0 16,0 0-144-16,0 0 128 16,0 0-128-16,0 0 128 0,0 0-128 0,0 0 0 15,0 0 0-15,0 0 128 0,-4-5-128 0,2 1 0 0,-1-3 0 0,3 7 0 16,-3-5 0-16,3-2 0 0,2-2 0 0,0-2 0 16,1-4 0-16,1 0 0 0,1-1 0 0,0 0 0 15,3 1 0-15,1-2 0 0,-1 1 0 0,1 2-176 16,1 1-320-1,1 1-64-15,-1 0-16 0,1 3 0 0,1 0-688 16,-2 2-144-16,0 2-16 0,2 3-16 0,-1-1-2016 0,-1 3-416 16,-1 4-80-16</inkml:trace>
  <inkml:trace contextRef="#ctx0" brushRef="#br0" timeOffset="-45259.46">11269 10305 31791 0,'0'0'1408'0,"0"0"288"0,0 0-1360 0,0 0-336 0,0 0 0 0,0 0 0 0,0 0 1792 0,0 0 272 16,8 0 64-16,0-2 16 0,0-2-608 0,1 0-112 15,-1-3-16-15,0 2-16 0,-1-2-592 0,1 1-112 16,-1-2-32-16,1 0 0 0,-1 1-320 0,0-1-64 16,-2-4-16-16,0 2 0 0,1-4-112 0,-1 3-16 15,0-1-128-15,0 0 192 0,-1 1-192 0,-1 0 128 16,-2-1-128-16,0 3 0 0,-1 3 144 0,0-1-144 16,0 7 128-16,0 0-128 0,0 0 256 0,0 0-16 15,0 0-16-15,-6 0 0 0,-2 4 192 0,0 0 32 16,0 4 16-16,3 0 0 0,-3 2-144 0,0 3-48 15,1-1 0-15,-1 1 0 0,1 1-272 0,2 1 0 16,0-1 128-16,1 0-128 0,1 1 0 0,2-1 0 16,1-1 0-16,1 0 0 0,3 0-272 0,3-1-16 15,2-2 0-15,0 1 0 16,1-5-512-16,4 1-96 0,0-5-32 0,0 0 0 16,2-2 16-16,1-2 0 0,1 0 0 0,0-2 0 0,-2-3 400 0,0-2 96 0,1 0 16 15,-2-1 0-15,2-1 96 0,0-2 32 0,-1 0 0 16,-1-1 0-16,-2-2-16 0,2-1 0 0,-2-1 0 0,-1 1 0 15,-2 0 112-15,-2 1 32 0,-2 2 0 0,-2 4 0 16,-1-2 144-16,-2 4 144 0,-2 2-16 0,1 6-128 0,-7-3 912 16,-2 3 80-16,-1 1 16 0,-1 3 0 15,1 3 144-15,-2 0 16 0,0 3 16 0,1 3 0 0,-1-3-368 0,1 3-80 16,1 0-16-16,1 0 0 0,1 0-336 0,3 0-80 16,0-1-16-16,1-2 0 0,1 0-288 15,3-1 0-15,1-2 0 0,-1-7 0 0,4 8 0 0,-4-8-176 16,6 7 176-16,1-3-208 0,-7-4-32 15,10 4 0-15,-1-4 0 0,0 0 0 16,0-3-16-16,-1 0 0 0,-2 0 0 0,2-1 0 0,0-2 0 0,0 1 0 16,1-4 0-16,0 1 0 0,-1-1-48 15,0 0-16-15,-1-1 0 0,0-1 0 0,-1 2 128 0,0 0 0 16,-1 0 16-16,-1 2 0 0,-4 7 176 0,0 0 0 16,0 0 0-16,0 0 0 0,0 0 0 0,0 0 272 0,0 0-32 15,-4 11-16-15,-1-4 304 0,-1 4 64 16,1 1 16-16,0 1 0 0,1-4-208 0,2 1-32 15,0 1-16-15,2-1 0 0,3-1-208 0,1 2-144 16,0-5 192-16,2 2-192 0,2-3 0 0,2 0 0 0,2-1 0 0,1-1 0 16,2-2 0-16,-2-1 0 15,0-1 0-15,0-2-144 0,-2-1 144 0,4-1-128 16,-2-1 128-16,0-1-128 0,0 1-48 0,1-3 0 16,-2-2 0-16,-2 1 0 0,2-5-16 0,-3 1 0 0,-1 0 0 15,0-6 0-15,1 3 16 0,-3-5 0 0,1 1 0 0,0-2 0 16,-1 0 176-16,-2 3-160 0,0-4 160 15,-2 5-160-15,1-2 160 0,-3 5 0 0,-3-1 0 0,1 3 0 16,-2 2 192-16,-1 2-16 0,0 2-16 16,-1 3 0-16,1 1 320 0,0 2 64 0,5 2 16 0,-7 3 0 15,1 1 16-15,-1 2 0 0,1 4 0 0,-2-1 0 16,1 4-160-16,2 1-32 0,0 2 0 0,1 2 0 16,2 0-48-16,0 0-16 0,2 2 0 0,4 1 0 15,-1 0-320-15,1 1 0 0,1-1 0 0,0 0 0 16,0-3 176-16,1 0 64 0,0-4 16 0,1 0 0 15,2-3-256-15,-3 0 144 0,-1-2-144 0,1 0 128 0,1-1-128 16,0-2-176-16,-2-1 48 0,-5-5 0 16,7 6-992-16,-1-1-192 0,-1-1-32 0,2 1-14752 15,-1-1-2944-15</inkml:trace>
  <inkml:trace contextRef="#ctx0" brushRef="#br0" timeOffset="-31545.54">12336 8386 29087 0,'0'0'1280'0,"-5"-3"272"0,-2 1-1232 0,2 1-320 15,5 1 0-15,0 0 0 0,-4 0 1760 0,4 0 288 16,0 0 64-16,0 0 16 0,0 0-352 0,0 0-80 16,0 0-16-16,0 0 0 0,0 0-688 0,0 0-144 15,0 0-16-15,0 0-16 0,0 0-320 0,0 0-64 16,0 0-16-16,1 6 0 0,-1-6-32 0,0 0-16 15,0 0 0-15,0 0 0 0,0 0 16 0,0 0 0 16,0 0 0-16,0 0 0 0,8 7 0 0,-8-7 0 16,0 0 0-16,0 0 0 0,9 0-16 0,0 0 0 0,-1-4 0 0,0-2 0 15,0-1-144-15,0-4-32 0,2 0 0 0,2-3 0 16,-2-2-192-16,3-4 144 0,2-2-144 0,-1 0 128 16,-1-1-128-16,4 0 0 0,1-6 0 0,0 2 0 15,-1 0 0-15,-1 0 0 0,1-1-224 0,0 3 80 16,-1 3-896-16,-3 4-176 15,0 2-48-15,-2 3 0 0,0 3-1632 16,-2 3-336-16,0 0-64 0</inkml:trace>
  <inkml:trace contextRef="#ctx0" brushRef="#br0" timeOffset="-30573.24">14256 7910 10943 0,'0'0'480'0,"0"0"96"0,0 0-448 0</inkml:trace>
  <inkml:trace contextRef="#ctx0" brushRef="#br0" timeOffset="-29964.86">14732 7777 30399 0,'0'0'2704'0,"0"0"-2160"0,0 0-544 0,0 0 0 16,-1-6 3344-16,1 6 560 0,-3-5 128 0,0 2 0 0,0 0-2688 0,-1 1-560 15,-2 0-96-15,1 2-32 0,0-4 368 0,0 2 64 16,-2-1 0-16,1 2 16 0,-2 2-528 0,0 2-128 16,-1-1 0-16,1 2-16 0,-2-1-272 0,-2 1-160 15,2 0 192-15,-3 1-192 0,-2 3 128 0,2 0-128 16,-2 0 0-16,-1-1 0 0,0 0 0 0,2-1 0 16,1 1 0-16,0 1 0 0,1 0 0 0,0-1 0 15,2 0 0-15,2-1 0 0,3 1 0 0,5-7 0 16,-4 6 0-16,4-6 0 0,0 0-176 0,3 7 176 15,2-1-192-15,1 2 192 0,2 0-176 0,1 0 176 16,3-2-160-16,2 1 160 0,3-3-128 0,0 1 128 0,1 2 0 16,2 0-144-16,0 0 144 0,0-1 0 0,1 1 0 15,0 1 0-15,-1 0 0 0,-2-1 0 0,-1 4 0 16,-1-1 0-16,-2 1 0 0,0 0 0 0,-2 1 0 16,-2 1 0-16,-2 0 0 0,-3 2 0 0,-3-4 0 15,-1 2 0-15,-2 3 176 0,-3 1 16 0,-4-3 0 16,-1 1 0-16,-3-1 144 0,0-1 48 0,-3-1 0 0,-2 1 0 15,-1 0-16-15,-1 0 0 0,-2 0 0 16,-1 0 0-16,-1-4-176 0,-1 0-48 0,-2-1 0 0,-1 0 0 16,-3-2-144-16,0 0 0 0,0-2 144 15,1-2-144-15,1-1 0 0,-1-1-160 0,2-1 16 0,0-1 0 16,3-2-752-16,2 1-128 16,2-1-48-16,3-2 0 0,4 0-752 0,4 1-160 0,2-1-16 0,5-4-16 15,2 0-2208-15,4-3-432 0</inkml:trace>
  <inkml:trace contextRef="#ctx0" brushRef="#br0" timeOffset="-29731.85">14907 7867 31391 0,'0'0'1392'0,"0"0"272"0,0 0-1328 0,0 0-336 16,8 0 0-16,-1 2 0 0,-7-2 2240 0,0 0 368 15,7 3 80-15,-2 4 0 0,0 1-432 0,-1 1-80 16,-1 1-32-16,-2 6 0 0,0 0-928 0,1 2-192 15,-2 1-48-15,0 4 0 0,0 1-528 0,-2 4-96 16,0-1-32-16,1 0 0 0,-1-3-192 0,0 2-128 16,-1-4 160-16,-1 2-160 0,-1 0 0 0,0 1 0 0,1-1 0 0,1-3 0 31,-1-2-768-31,0-2-240 0,0-1-48 0,2-2-16 16,-1-2-1264-16,2-2-256 0,0-2-48 0,-1-1-10560 0,2-7-2112 0</inkml:trace>
  <inkml:trace contextRef="#ctx0" brushRef="#br0" timeOffset="-29221.58">14771 8106 35935 0,'0'0'3200'0,"0"0"-2560"0,0 0-512 0,0 0-128 0,0 0 1648 0,0 0 304 16,0 0 64-16,11 1 16 0,0 0-1120 0,2 2-208 15,2-3-64-15,0 0 0 0,4 0-288 0,0 0-64 16,2 1-16-16,1-1 0 0,2-1-128 0,0-3-16 15,1 1-128-15,0 3 192 0,1 0-192 0,0-3 0 16,0 0 0-16,-1-1 0 0,-2-1 0 0,1 0 0 16,-1-2 0-16,-2 2 0 0,-5 1 0 0,-2-1 144 15,0 3-144-15,-2 0 128 0,-4-1 0 0,-8 3-128 16,0 0 192-16,0 0-64 0,0 0 384 0,1 9 80 16,-2 1 16-16,-4 1 0 0,-3 1-96 0,-2 1 0 0,-5 1-16 15,1 2 0-15,0 1-64 0,-2 0-16 16,-1 1 0-16,3 0 0 0,1-1-192 0,1 0-32 15,1-2-16-15,2-2 0 0,4-2-176 0,0 0 0 0,1-2 0 16,3 0 0-16,1-9 0 0,0 5 0 0,0-5-160 16,0 0 160-16,0 0-208 0,0 0 48 15,6 3 16-15,3 0 0 0,-1-5-48 0,1 0 0 0,0-2 0 16,0-3 0-16,1-1 48 0,0-1 0 16,0-3 0-16,1 2 0 0,-1-2 144 0,2 2-128 15,0-1 128-15,-2 1-128 0,-1-4 128 0,-1 2 0 0,1 3 0 16,-1 1 0-16,0 2 0 0,-2 2 0 0,-6 4 0 0,0 0 0 15,0 0 0-15,0 0 0 0,0 0 128 16,0 0-128-16,4 10 512 0,0 0 16 0,-1 3 16 0,0 1 0 16,-1-1-544-16,1-2 0 0,-1 1-240 0,2 1 80 15,0-3 160-15,0 1-208 0,0-2 80 0,1-1 128 16,2-3-1728-16,1-1-208 0,-1-3-48 0,2 1-16 16,2-2-1296-16,2-2-256 0,-1 0-48 15,-1-1-13008-15</inkml:trace>
  <inkml:trace contextRef="#ctx0" brushRef="#br0" timeOffset="-28774.77">15684 7870 11055 0,'2'-15'480'0,"-2"15"112"0,0-6-464 0,0 6-128 0,0 0 0 0,0 0 0 0,0 0 6400 0,0 0 1280 16,0 0 240-16,0 0 48 0,-6 5-4496 0,-1 2-896 16,1 2-176-16,-2 4-32 0,-1 1-1088 0,0 4-192 15,0 3-64-15,-1 3 0 0,-1 1-512 0,2 1-128 16,-2-2 0-16,2 4-16 0,1 0-176 0,2 0-48 15,0-2 0-15,3-1 0 0,0-2-144 0,3-1 0 16,1-2 0-16,2-1 128 0,2 0-128 0,-1-2 0 16,1 0 0-16,0-6 0 0,2 0-192 0,1-2 192 15,0-1-192-15,2-3 192 0,0 0-240 0,1-2 80 0,-1-3 16 0,1-2 0 16,0-1-16-16,1-1 0 0,0-2 0 0,-2 0 0 16,1-3 32-16,-1 0 0 0,1-2 0 0,-1-1 0 15,-1-1 128-15,2 0 0 0,-1 0-144 0,0 0 144 16,-3-1 0-16,1 1 0 0,0 0 0 0,-2 1 0 15,-2 0 0-15,0 3 0 0,0 0 0 0,-1 3 0 16,-3 0 0-16,0 6 0 0,0 0 0 0,0 0 128 16,0 0 96-16,0 0 16 0,0 0 0 0,-8 4 0 0,-1 2-48 15,1-3 0-15,0 4 0 0,0 1 0 0,0 0-64 0,3 2-128 16,1 0 176-16,0 4-176 16,2-4 0-16,0 2 0 0,1-1 0 0,2 1 0 0,1 0 0 0,2 0 0 15,2-2 0-15,1 0 0 16,-1-2 0-16,2 0 0 0,-2-1 0 0,2-2 0 0,0 0-240 0,1-2 48 15,0 1 16-15,2-4 0 16,-1-3-1104-16,1-1-240 0,-1-1-32 0,0 0-16 16,1-1-1248-16,-1 3-240 0,1 0-48 0,-5-4-14800 15</inkml:trace>
  <inkml:trace contextRef="#ctx0" brushRef="#br0" timeOffset="-28570.47">15469 8050 25791 0,'0'0'2304'0,"0"0"-1856"16,0 0-448-16,0 0 0 0,0 0 4288 0,0 0 752 15,7 4 144-15,1-3 48 0,3-1-3792 0,0 1-752 16,2 1-160-16,3-2-16 0,2 0-224 0,3 0-32 16,1-2-16-16,1 1 0 0,-1 0-240 0,1 1 0 0,1-3 0 0,2-1 0 31,1 0-992-31,-1 0-192 0,0-1-32 0,0 0-12032 0,2-2-2416 0</inkml:trace>
  <inkml:trace contextRef="#ctx0" brushRef="#br0" timeOffset="-28157.09">16162 7927 41871 0,'0'0'1856'0,"0"0"384"0,0 0-1792 0,0 0-448 0,0 0 0 0,9 0 0 0,-1-1 1120 0,0 0 144 15,0-1 16-15,1 1 16 0,0 1 176 0,3-3 16 16,-1 2 16-16,4 1 0 0,-1-1-848 0,2 1-160 16,-1 0-48-16,1 0 0 0,-3 1-224 0,0 0-48 15,0 2-16-15,-2-3 0 0,-2 0-160 0,-1 3 192 16,-8-3-192-16,9 5 192 0,-4 0-64 0,-5-5-128 16,4 8 192-16,-2 1-64 0,-2-3 96 0,-1 4 16 15,-3 1 0-15,-1 2 0 0,-1 2-32 0,-4 0 0 16,-1 1 0-16,-1 1 0 0,0 3-64 0,-1-4-16 15,-1 4 0-15,-1-3 0 0,1 0 0 0,1-1-128 16,0-3 192-16,-1 0-64 0,2 1-128 0,2-1 0 16,-1 0 144-16,2 0-144 0,0-1 0 0,2 0 144 15,2-5-144-15,3 1 0 0,-2-1 128 0,4-7-128 16,0 0 0-16,0 0 0 0,0 0 128 0,2 8-128 16,6-2 0-16,0 1 0 0,0-6 0 0,2 0 0 0,2-1 0 15,1-1 0-15,1 0 0 0,2-3 0 0,1 1 0 0,1-3 0 16,2-1 0-16,0-1 0 0,1-1-192 15,2 0 192 1,-1 0-880-16,1 0-80 0,2 0 0 0,1 2-16 16,1-5-1584-16,2 2-320 0,1 2-64 0</inkml:trace>
  <inkml:trace contextRef="#ctx0" brushRef="#br0" timeOffset="-27785.78">16916 8017 40319 0,'0'0'1792'0,"0"0"352"0,-5-2-1712 0,5 2-432 0,-6 0 0 0,6 0 0 0,-6-3 1920 0,-1 2 320 15,1 2 48-15,-2-1 16 0,0 1-720 0,-2 2-144 16,-3-1-32-16,1 2 0 0,0 2-624 0,0-3-128 16,1 4-16-16,-1 0-16 0,-1-2-304 0,0 1-48 15,0 1-16-15,-1 1 0 0,0-2-128 0,4 2-128 16,1 0 144-16,0-2-144 0,1 1 0 0,1-2 128 16,2-2-128-16,0 2 0 0,1 3 0 0,2 1 0 15,0 0 0-15,2-9 0 0,0 0 0 0,2 9 0 16,0-2 0-16,2 0 0 0,3 1 0 0,0 0 0 15,5 0 0-15,1-2 0 0,0 0 0 0,0-3-128 16,0 0 128-16,2 1 0 0,0 3 0 0,1-1 0 16,-2 1 0-16,1-1 0 0,-4-2 0 0,1 0 0 15,-2 0 0-15,1 2 0 0,-2 0 0 0,-1 0 0 16,-2-2 0-16,-2 1 0 0,-1 2 160 0,-3-7-160 16,0 6 160-16,-1 2-160 0,-5-1 208 0,1-1-48 0,0-1-16 15,-3 3 0-15,-1 0-144 0,-1 1 0 0,-1-1 144 16,1 0-144-16,-5-2 0 0,1 1 0 15,-3 1 0-15,-1-2 0 16,0 1-592-16,-3-1-144 0,-5 2-32 0,-2 1-15968 0,-2-2-3200 16</inkml:trace>
  <inkml:trace contextRef="#ctx0" brushRef="#br0" timeOffset="-27352.79">14684 8823 38703 0,'-9'0'3440'0,"0"-1"-2752"16,-1-1-560-16,3 2-128 0,0-4 2736 0,2 2 512 16,2-4 96-16,1 3 32 0,2 3-1904 0,0 0-384 15,1-6-80-15,-1 6-16 0,6-4-560 0,2 1-112 16,3-1-32-16,3 0 0 0,4 1-128 0,6 2-32 15,3-2 0-15,7-1 0 0,4 3 112 0,2 0 16 16,6 1 0-16,1-3 0 0,1-1-64 0,3 2 0 0,4-2 0 0,3 1 0 16,5 2-192-16,1-1 144 15,4 2-144-15,-1 0 128 0,1-1-128 0,0 0 128 16,1 0-128-16,4 1 128 0,3 1-128 0,-3 0 0 16,-4 0 0-16,-3 2 128 0,-2-2-128 0,-3 1 0 15,1-2 0-15,-5 1 128 0,-2 2-128 0,-3 0 0 16,-2 3 144-16,-4-5-144 0,-4 0 0 0,-4 1 128 0,-4 0-128 15,-4-2 0-15,-3 2 0 0,-2-1 144 0,-4 0-144 0,-2-1 0 16,0 0 128-16,-2 0-128 0,-3-1 0 16,-1 1 0-16,-3 1 128 0,-2 2-128 0,-1-2 0 0,-7-1 0 15,0 0 0-15,0 0 0 0,0 0 0 0,0 0-144 16,0 0-432 0,0 0-96-16,-7 1-16 0,1 1-16272 0,-2 0-3248 15</inkml:trace>
  <inkml:trace contextRef="#ctx0" brushRef="#br0" timeOffset="-26555.17">17493 8141 47279 0,'0'0'2096'0,"0"0"432"0,0 0-2016 0,0 0-512 0,0 0 0 0,0 0 0 16,0 0 1200-16,0 0 144 0,0 0 16 0,0 0 16 15,0 0-256-15,0 0-48 0,0 0-16 0,0 0 0 16,0 0-736-16,0 0-128 0,0 0-48 0,0 0 0 16,0 0-144-16,0 0 0 0,0 0 0 0,0 0 0 15,0 0-624-15,0 0-96 0,0 0-32 0,0 0 0 16,0 0-1424-16,0 0-304 0,0 0-48 0,4 8-11872 15,-4-8-2384-15</inkml:trace>
  <inkml:trace contextRef="#ctx0" brushRef="#br0" timeOffset="-26350.21">17462 8287 43935 0,'0'0'1952'0,"0"0"400"0,0 0-1888 0,-5 7-464 0,1-1 0 0,0 1 0 0,0-1 2032 16,0-1 304-16,0 2 64 0,4-7 16 0,0 0-992 0,-1 8-192 16,1-8-32-16,-1 7-16 0,1-7-784 0,0 10-144 15,0-10-48-15,0 0 0 0,0 0-208 0,0 0 0 16,0 0 0-16,0 0 0 16,0 0-416-16,0 0-128 0,0 0-32 0,0 0 0 15,0 0-2432-15,0 0-512 0</inkml:trace>
  <inkml:trace contextRef="#ctx0" brushRef="#br0" timeOffset="-25515.21">18681 8045 25791 0,'-8'-7'1152'0,"6"3"224"0,-1-1-1104 0,0 1-272 15,3 4 0-15,0 0 0 0,0 0 4144 0,0 0 768 16,0 0 144-16,0 0 48 0,0 0-2496 0,0 0-496 16,0 0-112-16,-1 8-16 0,-2 2-928 0,1 3-192 15,-2 6-32-15,-1-1-16 0,-1 4-384 0,1 1-80 16,-1 2-16-16,-1 3 0 0,1-4-80 0,-1 4 0 16,1-1-16-16,-1 0 0 0,1 1-240 0,-1-2 176 15,1-3-176-15,-1 0 160 0,2-3-160 0,0-1 0 16,-1-4 0-16,1 0 128 0,1-2-128 0,0-2 0 0,0 1 0 15,2-4 0-15,2-8-352 0,0 0 0 0,0 0 0 0,0 0 0 32,0 0-1248-32,0 0-240 0,0 0-48 0,0 0-16 15,-4-7-944-15,1 0-192 0,2-4-32 0,-2-2-15408 0</inkml:trace>
  <inkml:trace contextRef="#ctx0" brushRef="#br0" timeOffset="-25184.99">18470 7912 39855 0,'-12'-7'1760'0,"12"7"368"0,-1-5-1696 0,1 5-432 0,-2-5 0 0,2 5 0 0,0 0 1536 0,0 0 208 16,6-4 48-1,1 0 16-15,4-1-224 0,1 2-48 0,1-2-16 0,2 1 0 0,5 0-800 0,3 1-144 16,1 1-48-16,3-1 0 0,1-1-192 0,0-1-32 16,0 1-16-16,0 1 0 0,0 3-160 15,0 0-128-15,2 0 192 0,-1 2-192 0,-3-1 128 0,-1 2-128 16,-3 1 0-16,-1 1 0 0,-3 0 0 0,-2 2 0 15,-3-1 128-15,-3 2-128 0,-2 0 0 0,-4 0 128 16,-3 2-128-16,-2-1 0 0,-3 3 320 0,-2 0-64 16,-4-2 0-16,0 3 0 0,-3-1 0 0,0 2 0 15,-3 0 0-15,1 1 0 0,-4-2-256 0,1 0 160 16,-3 0-160-16,2-1 128 0,-1-1 0 0,-1 1 0 16,0-2 0-16,-1-2 0 0,1 0-128 0,1-1-176 15,-1-2 48-15,2 1 0 16,1 4-816-16,1-4-144 0,2 2-48 0,2 0 0 15,1 0-2064-15,3-1-400 0,2 1-96 16</inkml:trace>
  <inkml:trace contextRef="#ctx0" brushRef="#br0" timeOffset="-24784.21">18899 8339 29487 0,'0'0'2624'0,"0"0"-2112"0,0 0-512 0,0 0 0 16,0 0 4032-16,0 0 704 0,0 0 144 0,0 0 32 0,0 0-2400 15,0 0-464-15,10 4-112 0,1-1-16 16,-4-2-1024-16,4 2-192 0,-1-3-64 0,1 0 0 0,-4 1-352 0,3 0-80 16,-1 1-16-16,0-2 0 0,0 2-192 0,0-2 0 15,0 0 128-15,-9 0-128 0,0 0 0 0,8 4 128 16,-8-4-128-16,0 0 0 0,4 8 160 0,1 0-160 16,-1-2 160-16,-1 2-160 0,-3 1 192 0,-4 2-48 15,0-1-16-15,-3 2 0 0,0-1 80 0,-3 1 16 16,0-1 0-16,-2 2 0 0,1 0-224 0,-1 1 0 15,-1-1 0-15,0 0 128 0,0 0-128 0,1-1 0 16,2-2 0-16,0 1 0 0,3-1 0 16,0-1 0-16,2-1 0 0,1-1 0 0,4-7 0 15,0 0 0-15,0 0 0 0,0 0 0 0,0 0 0 0,3 7 0 16,2 0 0-16,0-2 0 0,-5-5 0 0,9 1 0 16,2-1 0-16,0 0 0 0,1 2 0 0,0-2 0 15,-1-2 0-15,4 1 0 0,0-4 0 0,1 0 0 16,0-2 0-16,1 2 0 0,1 0-144 0,1 0-32 15,0-1 0-15,2 1 0 16,-1-1-896-16,3-1-176 0,-3-1-32 0,3 0-16 16,1 1-1760-16,1 0-336 0,1-3-80 0,0 1-16896 0</inkml:trace>
  <inkml:trace contextRef="#ctx0" brushRef="#br0" timeOffset="-24547.29">19554 8257 10127 0,'-3'-9'448'0,"0"5"96"0,3 4-544 0,0 0 0 0,3-4 0 0,0 1 0 0,-3 3 8400 0,6-3 1584 16,-6 3 304-16,9-3 64 0,0 0-6816 0,-1 2-1360 15,-8 1-256-15,11 0-64 0,1-3-960 0,0 1-192 16,2 1-48-16,-1 1 0 0,2 0-384 0,0 0-80 16,1 0 0-16,-3-3-16 0,1 2-176 0,1-1 0 15,-4 0 144-15,2 0-144 0,-1 2 0 0,0 2 0 16,-2-1-160-16,-1 0 160 15,1-1-1216-15,-10 0-128 0,0 0-16 0,7 3-16 16,3 3-2272-16,-5 0-448 0,-5-6-80 0</inkml:trace>
  <inkml:trace contextRef="#ctx0" brushRef="#br0" timeOffset="-24352.75">19604 8326 45039 0,'0'0'1984'0,"0"0"432"0,-4-1-1936 0,4 1-480 15,0 0 0-15,0 0 0 0,0 0 1360 0,0 0 176 16,0 0 48-16,0 0 0 0,0 0-432 0,0 0-96 16,11-1-16-16,-1-1 0 0,3 2-672 0,0-1-144 15,3 0-32-15,-1-1 0 0,1 0-192 0,1-1 0 16,1-1 0-16,0 2 0 16,-1 2-992-16,3-3-288 0,1 2-64 0,1-1-21856 0</inkml:trace>
  <inkml:trace contextRef="#ctx0" brushRef="#br0" timeOffset="-23766.68">20338 8004 40607 0,'0'0'1792'0,"0"0"384"0,0 0-1744 0,13-1-432 0,9-1 0 0,-4 2 0 16,-18 0 1376-16,0 0 192 0,0 0 32 0,0 0 16 0,0 0 80 0,4 11 16 15,-4 2 0-15,-1 3 0 16,-2 1-528-16,-2 2-96 0,0 1-32 0,-3 2 0 0,0 3-656 0,1 1-128 16,-4 1-16-16,2-2-16 15,0 0-48-15,-2-1 0 0,2 1 0 0,0 0 0 0,1 0-192 0,-1-3 0 16,3-3 128-16,-1 0-128 0,2-2 0 0,0-3 0 15,0-2 0-15,2-2 0 16,2-2-1200-16,-1-2-128 0,2-6-16 0,0 0-16 16,0 0-3056-16,0 0-592 0</inkml:trace>
  <inkml:trace contextRef="#ctx0" brushRef="#br0" timeOffset="-23568.97">20449 8400 25791 0,'-9'-1'2304'0,"5"2"-1856"0,-3-1-448 0,2 3 0 0,0 1 4320 0,0 1 768 15,-1 0 160-15,2 1 16 0,1 0-3280 0,-1 1-640 16,-2-3-144-16,6-4-32 0,0 0-656 0,0 0-128 16,0 0-16-16,0 0-16 15,4 7-2464-15,3-1-480 0,3-3-96 0</inkml:trace>
  <inkml:trace contextRef="#ctx0" brushRef="#br0" timeOffset="-23232.75">20878 8064 35007 0,'1'-8'3120'0,"-1"4"-2496"0,-1 0-496 0,1 4-128 15,0 0 3184-15,4-3 608 0,-4 3 128 0,0 0 32 0,0 0-2000 0,0 0-400 16,0 0-80-16,0 0 0 0,0 0-640 0,0 0-112 16,0 0-16-16,0 0-16 0,0 0-368 0,-2 6-64 15,-2 4 0-15,-1 4-16 0,-1-4-64 16,-3 3-16-16,-1 0 0 0,1 1 0 0,0 2-160 0,1-3 128 15,1 0-128-15,1-1 128 0,2-3-128 0,2 1 0 16,1-1 0-16,2 1 128 0,1 0-128 0,2-3 0 16,2-1 0-16,1-1 0 0,2-1 0 0,2-1 0 15,1-2 0-15,1-1 0 0,0-1-160 0,1 1 160 16,0-3 0-16,1-1-144 0,-2-1 144 0,0-1 0 16,-3-1-144-16,1 1 144 0,-1-2 0 0,1 1 0 15,-1 1 0-15,-1-2 0 0,0-4-128 0,-1 2 128 16,-3 1 0-16,-1-1 0 0,-1 0 0 0,-2 2 0 15,-1 0 0-15,0 1 0 0,0-5-176 0,-1 1 176 16,-3 1-128-16,0 2 128 0,-1 0-224 0,-3 2 32 16,-1 1 16-16,-2-1 0 15,0 1-352-15,-1 1-80 0,-1 2-16 0,-1 2 0 16,-1 1-896-16,0 3-176 0,-1 1-32 0,0 3-16 16,1 1-1696-16,0 0-336 0,2 0-64 0,1 2-13936 0</inkml:trace>
  <inkml:trace contextRef="#ctx0" brushRef="#br0" timeOffset="-22882.74">21017 8270 7359 0,'0'0'320'0,"0"0"80"0,2-9-400 0,-1 2 0 0,-1 7 0 0,0 0 0 0,1-6 7488 0,0-1 1424 16,-1 7 288-16,0 0 48 0,0 0-5424 0,-6-1-1088 16,-2 1-224-16,-1 1-32 0,0 3-992 0,-3 3-192 15,-1 2-32-15,0 3-16 0,-1-2-496 0,-2 3-112 16,-2 1 0-16,1 2-16 0,1 1-176 0,3-3-48 15,0 1 0-15,3-1 0 0,2-1-224 0,1 1-48 16,3-3-128-16,2 1 192 0,2-5-192 0,2 4 0 16,2-3 0-16,2-2 0 0,0-1 0 0,1-1 0 15,3 0 0-15,2-1 0 0,1-2-160 0,1 0 160 16,2-1-128-16,-2 0 128 0,0-2-160 0,1-2 160 16,-2 0-192-16,-1 0 192 0,-1-1-192 0,0 0 64 15,-1-3 128-15,-1 0-208 0,-1-1 208 0,-1 1 0 16,-2-2-160-16,1 1 160 0,0-3-160 0,-4 0 160 15,0-1-208-15,-1 0 80 0,1 0-144 0,0 3-32 16,-4-3 0-16,1 2 0 16,0-2-656-16,-2 1-144 0,-1 1-32 0,0 4 0 15,4 7-1104-15,0 0-208 0,-6-6-48 0,-1 3-17792 0</inkml:trace>
  <inkml:trace contextRef="#ctx0" brushRef="#br0" timeOffset="-22343.49">21222 8442 19343 0,'0'0'1728'0,"0"0"-1392"0,0 0-336 0,0 0 0 0,0 0 5888 0,0 0 1088 15,8-1 240-15,-2-2 32 0,1 1-4160 0,-1-4-832 16,0 1-160-16,0-1-48 0,1-2-960 0,-1 0-192 16,-1-1-32-16,2-2-16 0,-1-2-464 0,1 2-112 15,-3-2-16-15,1 0 0 0,0 0-80 0,0-3-32 16,1 2 0-16,-1-2 0 0,1-4-144 0,1 2 0 15,-3 0 144-15,2-2-144 0,1 1 0 0,-1-2 0 16,-2-1 0-16,1 1 0 16,-1 1 0-16,-1 3 0 0,1 0 0 0,-2 6 128 0,0 0-128 0,-1 3 0 15,0 2 0-15,-1 6 0 0,0 0 0 0,0 0 0 16,0 0 0-16,0 0 0 0,-2 8 144 0,2 2-144 16,0 2 192-16,0 1-192 0,0 0 0 0,2 1 0 15,1 2 0-15,1-3-144 0,1 0 144 0,2 0 0 16,0-1 0-16,3-2 0 0,1-1 0 0,0 1 0 0,-1-4 0 15,2-2 0-15,1-1 0 0,0-2-128 16,-1-2 128-16,-1-1 0 0,1 0 0 0,1-1 0 0,0-3 0 0,0-1 0 16,0-2 0-16,-1 0-128 0,0-2 128 0,0 1 0 15,-2-2 0-15,2-1-128 0,1-1 128 16,-2-2 0-16,0 1 0 0,1-2-160 16,-1 0 160-16,1 2 0 0,-1 2 0 0,-2 3-128 0,-2 2 128 0,-1-1 0 15,-2 4 0-15,-4 5 0 0,0 0 0 0,0 0 0 16,0 0 0-16,0 0 0 0,0 0 0 0,0 0 0 15,-3 10 128-15,-1 3-128 0,-1 1 0 16,0 3 144-16,-1 2-144 0,1 2 0 0,0-2 0 0,0-1 0 16,1 2 0-16,0-1 0 0,0 1 0 0,1 0 0 15,1-4 0-15,1 4-144 0,1-3 144 16,1-1-208-16,-1-3-880 16,1-2-160-16,0 1-32 0,2-1-16 0,1-5-1776 0,1 1-336 0,2-1-80 0,-1-3-16288 15</inkml:trace>
  <inkml:trace contextRef="#ctx0" brushRef="#br0" timeOffset="-22098.96">21961 8001 22111 0,'0'0'1968'0,"0"0"-1584"15,0 0-384-15,0 0 0 0,-1-5 5376 0,1 5 1008 16,0 0 192-16,0 0 32 0,0 0-3728 0,0 0-736 16,0 0-160-16,-1 9-16 0,-1 2-880 0,1 2-160 15,-2 1-32-15,1 4-16 0,0-1-512 0,1 3-112 16,-2 1 0-16,1-2-16 0,-1 1-112 0,2 0-128 15,-2 0 176-15,2 0-176 0,0-1 128 0,1 1-128 16,0-3 0-16,-2-1 0 0,1-2 0 0,1-2 0 16,0-2 0-16,0 1 0 0,0-4 0 0,1 0-176 15,-1-7 176-15,0 0-208 16,0 0-624-16,0 0-128 0,0 0-32 0,0 0 0 16,0 0-688-16,0 0-144 0,6-7-32 0,-1 0 0 15,0-3-1376-15,2 0-288 0,-3-4-48 0</inkml:trace>
  <inkml:trace contextRef="#ctx0" brushRef="#br0" timeOffset="-21782">21922 7915 34895 0,'-7'-14'1536'0,"5"9"336"0,-2 0-1488 15,3-1-384-15,-1 1 0 0,2 5 0 0,0 0 2400 0,0 0 416 0,0 0 64 0,0 0 32 16,0 0-896-16,7-4-176 0,-1 2-48 16,4 0 0-16,-1 2-896 0,1 2-176 0,4-1-32 0,2 0-16 15,1 2-352-15,3-2-64 0,-1 2 0 0,1 1-16 16,1 1-96-16,-1 0-16 0,1 0 0 0,0 2 0 15,0-3 32-15,0 1 0 0,-2 0 0 0,0 0 0 0,-2 2 0 0,-2 0 0 16,-2-1 0-16,-2-1 0 0,-5 0-32 16,1 2-128-16,-7-7 192 0,5 7-64 0,-1-1 0 0,-2 2 0 15,-2 1 0-15,-2 0 0 16,-2 0 0-16,-3 3 0 0,-2-3 0 0,-1 3 0 0,-6 3-128 0,-1 0 128 16,-1-2-128-16,0 0 128 0,0-1-128 0,-1-3 0 15,0-1 0-15,0-1 0 0,1 3 0 16,3-1 0-16,-1 0-192 0,2-1 192 15,1-3-1088-15,0 0-112 0,-2 2-16 0,5 0 0 16,6 2-2048-16,0 2-432 0,-1-1-80 0,3-1-16240 0</inkml:trace>
  <inkml:trace contextRef="#ctx0" brushRef="#br0" timeOffset="-21415.42">22487 8176 42095 0,'0'0'1856'0,"0"0"400"0,0 0-1808 0,0 0-448 15,0 0 0-15,0 0 0 0,0 0 2032 0,0 0 304 16,0 0 64-16,-6 2 16 0,0-1-800 0,-3 1-144 16,-3 1-48-16,-2 4 0 0,-2-1-816 0,0 3-160 15,-2 3-48-15,0-2 0 0,1 2-192 0,1-3-32 0,1 3-16 16,2 1 0-16,-1-1-160 0,4-1 0 0,2 1 0 0,2 0 0 16,0-2 0-16,4-1 0 0,2 1 0 0,1-3-176 15,0 1 176-15,3-1-192 0,2 1 192 0,0-5-192 16,-1 0 32-16,4 0 0 0,1-2 0 0,0 2 0 15,2-7 0-15,1 1 0 0,0-1 0 0,0-1 0 0,3-2 160 0,0 0-160 16,1 0 160-16,2-3-160 0,0 1 160 0,-1 1-192 16,-1 1 192-16,-1 1-192 0,-3-1 192 0,0 2 0 15,-1 1 0-15,-2 1 0 0,-2 2 304 16,0 1 80-16,-8 0 32 0,8 4 0 0,0-3-240 0,-8-1-48 16,0 0-128-16,6 8 192 0,-1-1 16 0,2 1 0 15,-2-2 0-15,2 1 0 16,-2 0-208-16,0 1 128 0,0-1-128 0,0-1 0 0,1 1 0 15,-1 1 0-15,0-2 0 0,2 1 0 16,-1-3-752-16,1 1-144 0,-1 3-16 0,1-2-15792 16,1 1-3168-16</inkml:trace>
  <inkml:trace contextRef="#ctx0" brushRef="#br0" timeOffset="-19369.16">18617 9653 32127 0,'0'0'1424'0,"0"-6"304"0,3-2-1392 0,-3-2-336 0,1 0 0 0,0 3 0 15,1-1 2128-15,-4 0 368 0,2-1 64 0,-1 1 0 16,0 1-448-16,-2 2-112 0,0-1-16 0,0 2 0 15,-3 0-752-15,-1 1-144 0,0 1-48 0,-1 0 0 0,-1 1-416 0,0 1-96 16,0 0-16-16,0 1 0 16,0 1-224-16,-3 0-48 0,-1 1-16 0,-2 1 0 0,1 0-224 0,0 1 128 15,-1 1-128-15,2 2 0 0,-1-1 0 0,1-2 0 16,1 2 0-16,2 0 0 0,1 3 0 0,1-3 0 16,0 0 0-16,2-1 0 0,-1 3 128 15,2-3-128-15,5-6 0 0,-3 6 0 0,3 2 0 0,3 0 0 16,1-2 0-16,1 1 0 0,1-2-176 0,4 0 176 15,0-1-160-15,3-1 160 0,3-2 0 0,1 0 0 16,1-1 0-16,1 2 0 0,1-1 0 0,1 0 0 0,0-1 0 16,1 0 0-16,0 3 128 0,0-2-128 15,-1 4 144-15,-1-2-144 0,-3 1 0 0,-3 1 0 16,-1 2 0-16,-3-1 0 0,0 1 0 0,-4-1 128 16,-6-6-128-16,3 8 0 0,-3 1 144 0,-3-1-16 0,-2-1 0 15,-2-1 0-15,-2 2 128 0,-1 1 32 0,-3-1 0 16,-2 1 0-16,-2-1-80 0,0 0-16 15,1-2 0-15,-3 1 0 0,0 1-192 0,-1-5 144 16,1 1-144-16,-1 2 128 0,-1-5-128 0,2 0 0 0,-1 0 0 0,2 2 0 16,0-3 0-16,-1 0-256 15,1 1 64-15,2-2 16 16,2-2-1280-16,5 2-256 0,9 1-48 0,0 0-14064 0,0 0-2816 0</inkml:trace>
  <inkml:trace contextRef="#ctx0" brushRef="#br0" timeOffset="-18997.32">18789 9821 19343 0,'0'0'1728'0,"0"0"-1392"0,0 0-336 0,0 0 0 0,8-3 5792 15,1 0 1088-15,-1 0 224 0,-2 1 32 0,4 0-4448 0,-1 0-880 16,0 2-176-16,1 0-32 0,-1-1-624 0,2 1-112 16,-2-3-32-16,1 2 0 0,0 1-512 0,0 0-128 15,0-2 0-15,-1 2-16 0,-9 0 16 0,0 0 0 16,10 6 0-16,-4-4 0 0,-6-2 32 0,0 0 16 15,7 7 0-15,-3-1 0 0,-4-6 96 0,0 9 32 16,-3-1 0-16,-1 0 0 0,-1 1-48 0,-2 2 0 16,-1-4 0-16,-1 2 0 0,0 2-144 0,-1-1-48 15,-3 2 0-15,0 1 0 0,1-1-128 0,0 0 0 16,2-2 0-16,1 0 0 0,0 0 0 0,1-1 0 16,1 1 0-16,3-3 112 0,2 0-112 0,2-7 0 15,0 10 0-15,0-10 0 0,0 0 0 0,4 6 0 0,0 1 0 16,-4-7 0-16,6 6 0 0,2-3 0 15,0-1 0-15,2 1-160 0,1-2 160 0,0-1-192 16,0 0 192-16,0-1-192 16,4 0-448-16,-2-2-112 0,-1 0-16 0,1 2 0 15,0-3-688-15,1 2-144 0,2-5-16 0,-1 1-16 16,1-2-2400-16,-2 0-496 0,2 0-80 0</inkml:trace>
  <inkml:trace contextRef="#ctx0" brushRef="#br0" timeOffset="-18799.58">19191 9922 13823 0,'0'0'608'0,"0"0"128"0,0 0-592 0,0 0-144 0,0 0 0 0,0 0 0 15,0 0 7088-15,0 0 1376 0,1 9 288 0,0 0 48 16,-1 2-5472-16,0-2-1104 0,0 1-224 0,0 1-32 16,-1 2-912-16,1-3-176 0,0 0-48 0,0 1 0 0,0 1-544 0,0-3-112 15,0 0-32-15,0 0 0 0,1-3-144 0,2 4-192 16,-3-10 32-16,4 6 16 16,-4-6-1536-16,0 0-304 0,0 0-64 0,10 4-16 15,2-1-2160-15,0-2-416 0</inkml:trace>
  <inkml:trace contextRef="#ctx0" brushRef="#br0" timeOffset="-18426.82">19515 9844 23039 0,'-1'-6'2048'0,"1"3"-1648"16,-3-4-400-16,3 0 0 0,0 2 5088 0,0 0 928 16,-1 0 192-16,1 5 48 0,0 0-3488 0,-4-4-688 15,4 4-144-15,-4-3-16 0,0 2-816 0,0 1-144 16,1-4-48-16,3 4 0 0,-7 1-416 0,2 2-96 15,-2-2-16-15,1 2 0 0,-1 0-208 0,2-2-48 16,0 0-128-16,1 2 192 0,4-3-192 0,-5 5 0 16,-2-1 0-16,7-4 0 0,0 0 0 0,0 0 0 0,0 0 0 0,0 9 0 15,2 0 0-15,-2-9 0 0,0 0 0 0,5 8 0 16,-5-8 0-16,8 6 0 0,-1 0 0 0,1-1 0 16,0 0 0-16,1-1 0 0,2 0 0 0,-1-1 0 15,0-1 0-15,1-1 0 0,1 2 0 0,-1 0 0 16,2-1 0-16,-2 2 0 0,-3 0 0 0,-1 0 0 15,1 0 0-15,0 0 0 0,-8-4 0 0,7 5 0 16,-7-5 0-16,0 0 0 0,5 7 0 0,-5-7 0 0,2 7 128 0,0 0-128 16,-2-7 0-16,-3 9 0 0,1-2 160 15,-2-1-160-15,-2 1 160 0,-1-2-160 0,-3 1 128 0,1 1-128 16,-1-2 0-16,-1 2 0 0,0-5 176 0,-1 2-176 16,0 0 192-16,1 0-192 0,-1 0 0 0,1 0 0 15,2-3-160-15,1 0 160 16,2-1-928-1,6 0-64-15,0 0-16 0,0 0 0 0,0 0-1536 0,0 0-304 0,2-6-64 0,4-1-11440 16,3 2-2288-16</inkml:trace>
  <inkml:trace contextRef="#ctx0" brushRef="#br0" timeOffset="-18181.48">19900 9660 46367 0,'0'0'2048'0,"5"-5"432"0,-5 5-1984 0,8-6-496 15,2 2 0-15,1 1 0 0,-1 0 1360 0,1-2 176 16,-2 3 48-16,0-1 0 0,1 0-160 0,2 0-16 16,-1 2-16-16,0 0 0 0,1-1-816 0,2 2-144 15,-1-1-48-15,0 0 0 0,0 1-240 0,1 0-144 16,-3 0 160-16,1 0-160 0,0-3 0 0,-1 3 0 16,1 0 0-16,0 0 0 0,0 0-208 0,-2 0 64 0,-10 0 16 0,9 0 0 31,-1 0-944-31,-8 0-176 0,0 0-32 0,0 0-16 15,0 0-1616-15,0 0-320 0,1 8-64 0,-3 2-17120 0</inkml:trace>
  <inkml:trace contextRef="#ctx0" brushRef="#br0" timeOffset="-18012.42">19978 9769 17503 0,'-14'-4'768'0,"14"4"176"0,0 0-752 0,0 0-192 0,0 0 0 0,0 0 0 0,0 0 5952 0,0 0 1168 15,0 0 240-15,8 4 32 0,-1 0-4496 16,3-1-896-16,0-2-176 0,2 0-32 0,1-1-832 0,1 0-176 15,0 0-16-15,2-1-16 0,1 0-416 0,0 0-80 16,0-2 0-16,-1 2-16 0,2-1-240 0,0 2 0 16,0-1 128-16,2 1-128 15,-2 0-2144-15,0 1-480 0</inkml:trace>
  <inkml:trace contextRef="#ctx0" brushRef="#br0" timeOffset="-17335.76">21223 9455 26719 0,'0'0'1184'0,"-2"-5"240"0,-2-4-1136 0,0 1-288 0,1 1 0 0,-1 1 0 0,0-1 4096 0,-1 2 768 15,-1 0 160-15,-1 0 32 0,1 0-2752 0,-2 1-528 16,0 1-112-16,-4-1-32 0,0 3-736 0,1 1-160 16,-1 1-32-16,-1 2 0 0,-1-1-256 0,-1 2-64 15,-2 3-16-15,0-2 0 0,0 2-112 0,0-1 0 16,-1 2-16-16,1-2 0 0,0 1-48 0,4-1-16 16,2 1 0-16,-1-1 0 0,1 1-176 0,4-1 0 15,0 2 144-15,3-1-144 0,2-1 0 0,2-6 128 16,0 0-128-16,2 9 0 0,2-1 0 0,1 1 0 15,0-2 0-15,3-1 0 0,3 1 0 0,0 1 144 16,3-2-144-16,-1 3 0 0,1-2 0 16,2 1 0-16,-2 1 0 0,2 0 0 0,-1 1 0 0,1-3 0 0,-2 1 0 15,2 1 0-15,-1 0 0 0,1-1 0 16,-2 2 0-16,-1 1 0 0,-1-2 0 0,-1 0 0 0,-4-2 0 16,0 0 0-16,-2 1 144 0,-1 0-144 0,-4-8 0 0,-1 9 144 15,-3 0-144-15,1-1 160 0,-2-3-160 16,-3 2 160-16,-1-1-16 0,-1 1 0 0,-2-2 0 0,-1-1 0 15,-1-1-144-15,-2-1 128 0,-2-1-128 16,-2 1 128-16,1-1-128 0,-2-1 0 0,-3 0 0 16,-1-1 0-16,1-1 0 0,-1-1 0 0,1-3-160 0,4 2 160 15,1 1-784-15,4 0-64 16,2 0-16-16,4-1 0 0,3 0-976 0,4-2-192 16,2-1-32-16,5 4-16 0,4 0-2096 0,5 0-432 15,5-1-64-15,4 0-32 0</inkml:trace>
  <inkml:trace contextRef="#ctx0" brushRef="#br0" timeOffset="-17129.38">21344 9715 45327 0,'0'0'2000'0,"0"0"432"0,0 0-1952 0,0 0-480 0,7 6 0 0,-3-1 0 0,-4-5 1584 0,2 8 208 16,1-3 64-16,0 4 0 0,-3-1-336 0,0 4-64 15,0-3-16-15,0 0 0 0,-2 3-896 0,2-2-176 16,-1 2-48-16,-2 3 0 0,1-5-176 0,-2 0-144 15,0 1 192-15,0 1-192 0,0-3 128 0,0 0-128 16,0-1 0-16,3-1 0 0,-1 3-128 0,-1-4-144 16,-1 1-32-16,4-7 0 15,0 0-672-15,-3 6-144 0,-1-1-32 0,4-5 0 16,-2 6-1792-16,2-6-352 0,0 6-80 0</inkml:trace>
  <inkml:trace contextRef="#ctx0" brushRef="#br0" timeOffset="-14980.44">21906 9438 35007 0,'0'0'3120'0,"0"0"-2496"0,0 0-496 0,0 0-128 16,7-1 3376-16,-1-2 656 0,1-1 128 0,1 2 16 0,0 0-2480 0,1 0-496 15,1-1-112-15,3 1 0 0,0-1-704 0,0 0-128 16,0 1-16-16,2-1-16 0,-2 2-224 0,2 1 0 16,0-3 0-16,-1 2 0 15,-1 0-672-15,0 1-80 0,1 1-16 0,-2 0 0 16,-3 2-1232-16,0-2-256 0,0 4-48 0,1-2-11680 16,-4 1-2336-16</inkml:trace>
  <inkml:trace contextRef="#ctx0" brushRef="#br0" timeOffset="-14793.55">21922 9559 22111 0,'0'0'1968'0,"-7"3"-1584"16,1-2-384-16,1 2 0 0,5-3 4240 0,0 0 768 15,0 0 160-15,0 0 16 0,0 0-3008 0,0 0-592 16,0 0-128-16,0 0-32 0,10 1-560 0,2 1-112 16,1-1-32-16,3 1 0 0,-1-2-528 0,3 0-192 15,2 0 144-15,1 0-144 0,2-3-240 0,1 0-128 16,-2 0-16-16,1-1-16 15,2 2-2544-15,0-2-496 0,2-1-96 0</inkml:trace>
  <inkml:trace contextRef="#ctx0" brushRef="#br0" timeOffset="-14485.04">22836 9205 11055 0,'0'0'480'0,"-1"-4"112"0,1 4-464 0,0 0-128 0,-3-3 0 0,2-3 0 0,-2 3 7840 0,3 3 1552 15,0 0 304-15,0 0 64 0,0 0-6240 0,0 0-1264 16,0 0-240-16,-1 11-48 0,-2 2-992 0,1 1-192 16,-1 0-32-16,-2 6-16 0,-2 1-288 0,1 4-48 15,-2 3-16-15,0 2 0 0,0 1-160 0,0 1-32 16,1-1-16-16,-1 0 0 0,1 2-176 0,1-3 160 15,1-3-160-15,-1 2 160 0,2-6-160 0,0-2 0 16,1-1 0-16,-1-3 0 0,1-4 0 0,2-1 0 16,-1-2 0-16,1-2 0 15,2 1-576-15,-1-9-64 0,0 6 0 0,0-6 0 16,0 0-1312-16,0 0-272 0,7 7-48 0,-1-6-12896 16,2-2-2560-16</inkml:trace>
  <inkml:trace contextRef="#ctx0" brushRef="#br0" timeOffset="-14077.56">23279 9323 22751 0,'0'0'1008'0,"0"0"208"0,0 0-976 0,-4-2-240 16,4 2 0-16,0 0 0 0,-2-5 0 0,2 5-256 15,0 0 48-15,0 0-9712 0</inkml:trace>
  <inkml:trace contextRef="#ctx0" brushRef="#br0" timeOffset="-13314.3">23144 9768 23951 0,'-13'-10'1056'0,"7"7"224"0,1 0-1024 0,0-1-256 16,1-1 0-16,1 1 0 0,3 4 4800 0,0 0 896 15,0 0 176-15,0 0 32 0,0 0-3232 0,0 0-656 16,0 0-128-16,0 0-32 0,0 0-944 0,0 0-192 16,0 0-32-16,0 0-16 0,0 0-224 0,0 0-32 0,0 0-16 0,0 0 0 15,0 0-32-15,0 0-16 0,0 0 0 0,-4 6 0 16,1-1-112-16,3-5-32 0,-6 5 0 0,1-2 0 15,0 1-64-15,0-1-16 0,-2 1 0 0,1-2 0 16,0-2-128-16,0 0 192 0,-2-2-192 0,0 2 192 16,2 0-192-16,-2 0 0 0,3 0 0 0,0-1 128 0,5 1-128 15,0 0 0-15,-4-5 0 0,4 5 0 0,-3-5 0 0,3 5 0 16,0 0 0-16,3-7 0 0,-1 1 0 0,2 0 0 16,3 0 0-16,0 1 0 0,1-1 0 0,0 2 0 15,1-5 0-15,2 3 0 16,0 3 0-16,1 1 0 0,-1-1 0 0,-1 0 0 0,-1 2 0 0,0 1 0 15,-9 0 176-15,8 1-48 0,0-1-128 0,-8 0 0 16,0 0 0-16,0 0 0 0,8 7 0 0,-2-2 0 16,-6-5-128-16,0 0 128 0,4 8 0 0,-4-8 0 15,0 0 0-15,0 8 0 0,-1 0 0 0,0-1 0 16,-2 0 0-16,3-7 128 0,-4 6-128 0,4-6 0 16,0 0 0-16,-5 3 0 15,-2 1-368-15,2-3-64 0,5-1-16 0,0 0 0 16,0 0-1904-16,0 0-384 0,0 0-80 15</inkml:trace>
  <inkml:trace contextRef="#ctx0" brushRef="#br0" timeOffset="-11926.46">23612 9330 40719 0,'-16'-9'1792'0,"11"6"384"0,0 2-1728 16,5 1-448-16,20-4 0 0,-1 3 0 0,-9-1 1088 0,-10 2 128 15,0 0 16-15,0 0 16 0,8-5 96 0,-2 1 0 16,1 2 16-16,2 0 0 0,2-2-816 0,0 2-160 16,0-2-48-16,2 1 0 0,0-3-144 0,1 2-16 15,0 0-16-15,1 0 0 0,-1-1-160 0,2 0 160 16,-1 1-160-16,1 0 160 0,0 0-160 0,-1 1 0 16,0 3 144-16,-4 0-144 0,-1-4 160 0,-1 4-32 0,-9 0-128 0,7 4 192 15,-7-4 160-15,0 0 32 16,7 7 0-16,-2-1 0 0,-2 3 32 0,-2 3 16 0,-1 1 0 0,-1 2 0 15,0-1-128-15,-1 3-32 0,1 1 0 0,-2 2 0 16,-1 2-96-16,-1 0-32 16,-1 0 0-16,0 0 0 0,1-1-144 0,0-1 0 0,0-2 144 0,0 0-144 15,-2 2 0-15,1-2 128 0,0-1-128 16,1 0 0-16,-1-3 0 0,0 2 0 0,2-2 0 0,-1-1 0 16,0-2 0-16,1-2-160 0,0-1 16 0,0-2 0 31,-1 1-304-31,5-7-48 0,0 0-16 0,0 0 0 0,-5 6-1280 15,5-6-272-15,0 0-48 0,0 0-16 0,0 0-1808 16,0 0-352-16,0 0-80 0</inkml:trace>
  <inkml:trace contextRef="#ctx0" brushRef="#br0" timeOffset="-11707.05">23682 9548 12895 0,'-18'-7'576'0,"10"5"112"0,0-1-560 0,-1-1-128 0,2-1 0 0,7 5 0 0,-5-4 7712 0,5 4 1504 15,0 0 320-15,0 0 48 0,0 0-6464 0,0 0-1296 16,7-4-256-16,1 1-48 0,1 1-816 0,1 1-144 15,2-1-48-15,2 2 0 0,3 0-256 0,0-1-48 16,1 0-16-16,2-1 0 0,1 1-192 0,1 0 144 16,0-2-144-16,2 0 128 0,-2 1-128 0,1-1 0 15,2 2 0-15,0-3 0 16,1 3-1120-16,0-1-208 0,0 2-32 0,1-2-16 16,2 1-2352-16,-2 1-480 0</inkml:trace>
  <inkml:trace contextRef="#ctx0" brushRef="#br0" timeOffset="-10455.75">24574 9309 43647 0,'-17'-4'1936'0,"9"3"400"0,-1-2-1872 0,2 1-464 0,7 2 0 0,0 0 0 16,-6-4 1136-16,2 1 128 0,-1-2 16 0,1 2 16 15,2 1-16-15,1-2-16 0,1 4 0 0,0 0 0 16,0 0-880-16,5-5-192 0,2-1-16 0,2 2-16 16,3-1-160-16,0 1 0 0,2-1 0 0,2 4 128 0,-1-4-128 15,2 3 0-15,0-2 0 0,0 3 0 0,0 0 0 0,-1 1 0 16,-2 0 0-16,0 0 0 0,-2 0 0 0,-2 0 0 15,0 1 0-15,-4 2 0 0,-6-3 0 0,0 0 0 16,0 0 0-16,7 5 0 0,-2 1 160 0,-5-6-160 16,0 0 192-16,-1 7-192 0,-2 2 256 0,-1-1-48 15,-1 0-16-15,-2 1 0 16,-2-3 0-16,-1 4 0 0,-2-1 0 0,0-2 0 0,-2 0-32 0,0 0-16 16,-2-1 0-16,2 1 0 0,-1 0-16 0,1 0 0 15,0 1 0-15,1-2 0 0,1-1 0 16,1 1-128-16,2-1 192 0,1 1-64 15,2-2-128-15,6-4 128 0,-4 6-128 0,4-6 128 0,0 0-128 0,0 0 0 16,0 0 0-16,0 0 128 0,5 7-128 0,3 1 0 16,2-1 0-16,3-1 0 0,2-1 0 0,0 2 0 0,2-3 0 15,2 1 0-15,-2 0 0 0,0 2 0 16,1-1 0-16,-1 3 0 0,0-1 0 16,-2 0 0-16,-2 0 0 0,-1 0 0 0,-1 1 0 0,-1 0 0 0,-2 0 0 15,-3 0 0-15,2 3 0 0,-4-4 0 16,-1 0 0-16,-2-1 128 0,-2 4 16 0,-1-2 0 15,-3-1 0-15,0 0 0 0,-3-1 48 0,0 3 16 0,-2-1 0 0,-2-1 0 16,-1-3-80-16,-2 0-128 0,-1-2 176 16,-1 0-176-16,-2 1 144 0,-1-1-144 0,1-2 0 0,-3-1 144 15,1-1-96-15,0 1-48 0,0-4 0 16,1 1 0-16,2 1 0 0,0-2 0 0,4 0 0 16,-1-1-160-1,2 0-512-15,2-2-96 0,3 1-32 0,2-1 0 16,3 1-1440-16,4-1-304 0,3 1-48 0,6-4-12416 0,2 0-2480 0</inkml:trace>
  <inkml:trace contextRef="#ctx0" brushRef="#br0" timeOffset="-10020.19">25013 9261 46367 0,'0'0'2048'0,"0"0"432"0,0 0-1984 0,0 0-496 0,0 0 0 0,0 0 0 0,0 0 1296 0,0 0 176 15,0 0 16-15,0 0 16 0,0 0-176 0,0 0-48 16,0 0 0-16,9-1 0 0,3-1-1040 0,2 1-240 16,2 0 0-16,1-1 0 0,1 2 0 0,0-2 0 15,2 0 0-15,0 1 128 0,0-3-128 0,1 2 192 16,-1 0-64-16,-2-3 0 0,-1 0-128 0,0 1-240 16,-1 0 64-16,-2 0 16 0,-1-1 160 0,-1 2 0 15,-2-2 0-15,-1 4 0 0,-1-2 0 0,-8 3 0 0,0 0 0 0,0 0 0 16,0 0 192-16,0 0 128 15,0 0 32-15,5 7 0 0,-1 2-128 0,-2-1-32 16,-2 2 0-16,0 2 0 0,0 0-32 0,-2 2-16 16,-2 3 0-16,-1 0 0 0,-1 4-144 0,-1 1 0 0,1 1 144 15,-1 3-144-15,0-1 0 0,1 1-208 0,1 0 16 16,0-1 16-16,-2 0 176 0,1-2 0 0,0-1 0 0,1-1 0 16,0-2 0-16,1-2 176 0,0-4-48 0,0 0 0 15,-1-2-128-15,1-2 0 0,0-2 0 0,4-7 0 16,-3 9-176-16,0-4-16 0,3-5 0 15,0 0 0-15,0 0-816 0,-6 4-160 16,6-4-48-16,0 0 0 0,0 0-912 16,0 0-192-16,-7-1-48 0,7 1 0 0,-6-5-1424 0,1-3-304 15,0 0-48-15</inkml:trace>
  <inkml:trace contextRef="#ctx0" brushRef="#br0" timeOffset="-9473.62">25086 9458 14735 0,'0'0'1312'0,"-6"-4"-1056"0,-2 0-256 0,1 4 0 0,1-4 5088 0,6 4 960 16,0 0 192-16,0 0 32 0,0 0-3248 0,0 0-656 15,0 0-128-15,0 0-16 0,0 0-880 0,8 5-192 16,2-1-16-16,3 0-16 0,1 0-592 0,5 0-112 16,1 0-32-16,1-2 0 0,3 1-176 0,1-2-32 15,-1 2-16-15,0-3 0 0,-1 0-32 0,1-4-128 16,1 1 192-16,-2 1-64 0,0-2-128 0,0 0 160 16,0-3-160-16,1 1 160 0,-2-1-160 0,0-3 0 15,-1 0 144-15,0 0-144 0,1-1 0 0,0-1 0 16,-1-1 0-16,0 1 0 0,0-1 0 0,-5 1 0 0,1 1-176 15,-1-1 176-15,0 0 0 0,-3 2 0 0,-3 1-128 16,-1 1 128-16,-2 0 0 0,-2 3 0 0,-4 0 0 16,-1 5 0-16,0 0 256 0,0 0 64 0,0 0 0 0,0 0 0 15,0 0 192-15,-7 2 32 0,-3 3 16 16,1 2 0-16,0 1-176 0,-1 2-48 0,-1 5 0 16,0 0 0-16,-1 1-80 0,1 1-32 0,-2 2 0 0,2 1 0 15,0 2-96-15,3-1 0 0,2-2-128 0,2 1 192 16,1 0-192-16,3-2 0 0,2 1 0 0,2-3 0 15,1 1 0-15,3-3 0 0,1-1 0 0,2-1 0 0,2-3 0 0,2-2 0 16,-1-1 0-16,3-1 0 0,1-2 0 16,1-2 0-16,0-1 0 0,-1-1 0 0,1 0 0 0,-1-1 0 15,0-3-128-15,2 0 128 16,-3 0 0-16,0-2 0 0,-3 1 0 0,0-2 0 0,-1 0-272 0,3-1 48 16,-3-1 16-16,0 0 0 0,-1-1 208 0,-3 3-192 15,-1 1 192-15,-2-2-192 0,-1 3 192 0,-2 1 0 16,-3 5 0-16,0 0 0 15,-4-4 0-15,-1 2 160 0,-3 2-32 0,-1 3 0 0,-1 1 128 0,-2 1 0 16,-3 2 16-16,1 2 0 0,-3 2-80 0,0 2-32 16,0 0 0-16,3 2 0 0,1-2-160 0,1 1 0 0,3 1 144 15,1-2-144-15,2-2 0 0,1 1 0 16,1-2 0-16,2 0 0 16,2-3-1360-16,3 1-192 0,5 0-48 0,1-1-22592 0</inkml:trace>
  <inkml:trace contextRef="#ctx0" brushRef="#br0" timeOffset="-8157.15">26784 8895 6447 0,'0'0'576'0,"-2"-4"-576"16,-2 0 0-16,2-4 0 0,-1 1 6240 0,-1 0 1136 15,3 1 240-15,-2 4 32 0,1-2-4432 0,-1 1-880 0,3 3-176 0,0 0-48 16,0 0-400-16,0 0-96 16,-4 0-16-16,4 0 0 0,0 0-512 0,0 0-128 0,0 0 0 0,-2 7-16 15,-1 2-224-15,0 3-32 0,-1 3-16 16,-1 1 0-16,-1 1-192 0,-1 4-32 0,-1 0-16 0,-1 1 0 16,0 0-224-16,0 0-32 0,1 0-16 0,2-1 0 15,-1-3-160-15,1 1 0 0,0-1 0 0,3-5 128 16,-1-3-128-16,2-1-256 0,1-1 64 0,1-8 16 15,3 8-1808-15,-3-8-352 16,6 4-80-16,2 0-16 0,1-3-1984 0,0-2-384 16</inkml:trace>
  <inkml:trace contextRef="#ctx0" brushRef="#br0" timeOffset="-7920.41">26862 8999 11967 0,'0'0'1072'0,"-2"-7"-864"0,1 0-208 0,-1 1 0 0,0 0 5552 0,2 6 1056 15,-1-7 224-15,-3 1 32 0,1 1-3584 0,3 5-720 16,-3-4-128-16,-1 1-48 0,-2 0-688 0,1 5-144 15,-1 2-16-15,-1 1-16 0,-1 1-624 0,-1 2-128 16,0 3-32-16,0-1 0 0,-1 3-192 0,-1 0-32 16,1 0-16-16,-1 3 0 0,3-3-192 0,2-1-48 15,1-1 0-15,1 0 0 0,0-2-256 0,3-3 160 16,1-6-160-16,1 9 128 0,1-1-128 0,2 0 0 16,2-3 0-16,0-1-176 0,2-1 176 0,1-2-128 15,1-2 128-15,2 0-128 16,3-2-256-16,0 0-32 0,1-3-16 0,1 1 0 15,1-2-688-15,2 1-144 0,0-2-16 0,1 1-16 16,0-2-944-16,1 1-192 0,2-2-48 0,-3-1-10768 0,-2 2-2144 0</inkml:trace>
  <inkml:trace contextRef="#ctx0" brushRef="#br0" timeOffset="-7574.48">27206 8831 17503 0,'0'0'768'0,"-1"-4"176"0,-2-3-752 0,0 2-192 0,1 0 0 0,-2 2 0 15,1-3 4736-15,1 3 896 0,2 3 192 0,0 0 48 16,-4-4-2768-16,4 4-544 0,-3-2-128 0,3 2 0 16,0 0-992-16,0 0-192 0,-5 5-32 0,5-5-16 0,0 0-496 15,-3 8-80-15,1 1-32 0,0 0 0 0,2 0-288 0,2 4-64 16,-1 1-16-16,2 2 0 0,1 0-224 0,0 1 176 16,2 0-176-16,2 1 160 0,0 0-160 0,1 2 0 15,0-1 0-15,0 1 0 0,1-1 0 16,0 2 0-16,-4-1 0 0,1-1 0 0,-2 2 0 15,-3-3 0-15,0 1 128 0,-2-1-128 0,-3-4 0 0,-1 2 0 16,-1-3 144-16,0-3-144 0,-3 3 160 16,0-2-32-16,-1-2-128 0,-1 0 192 0,-2-1-64 0,-1 0-128 15,-3-3 176-15,1 1-176 16,-1-2 144-16,-2 3-144 0,-1-2 0 0,1-1 144 0,0 0-144 0,0 0-256 16,-2 1 64-16,1-1 16 15,-1 1-768-15,0-1-144 0,0-1-48 0,1 1 0 16,4-1-1600-16,3 1-320 0,0-4-64 0</inkml:trace>
  <inkml:trace contextRef="#ctx0" brushRef="#br0" timeOffset="-7297.56">27575 9056 27647 0,'0'0'2448'0,"0"0"-1952"0,6-4-496 0,-6 4 0 16,0 0 3728-16,0 0 656 0,0 0 128 0,0 0 32 15,0 0-1824-15,4 9-352 0,-1 1-80 0,-3 1-16 0,-1 4-992 0,-3 2-192 16,-1 1-32-16,-2 1-16 0,-1 2-528 16,0 0-96-16,-1 1-32 0,-1 4 0 0,-1-2-144 0,1 2-48 15,0 0 0-15,-1 0 0 0,1-1-192 0,1 0 128 16,-1-3-128-16,3 1 0 0,-1-2 0 0,0 0 128 16,-1-4-128-16,1 0 0 0,1 0 0 0,1-6 0 15,-1 0 0-15,1-1 0 16,-1-1-576-16,2-2-48 0,1-2-16 0,4-5 0 15,0 0-1024-15,0 0-224 0,0 0-32 0,0 0-16 16,0 0-2480-16,0 0-480 0</inkml:trace>
  <inkml:trace contextRef="#ctx0" brushRef="#br0" timeOffset="-7049.59">27677 9304 28559 0,'2'-9'1264'0,"-2"9"272"16,0 0-1232-16,0 0-304 0,0 0 0 0,0 0 0 0,0 0 3744 0,0 0 688 15,0 0 144-15,0 0 32 0,0 0-2048 0,-1 10-416 0,0 1-80 0,-2 0-16 16,-1 1-1024-16,-1 2-192 16,1 3-64-16,0-1 0 0,-1 2-384 0,0 1-96 0,1-2-16 0,0-1 0 15,-1 1-272-15,-1 0 0 0,2-2 0 0,1-1 0 16,-1-1 0-16,0-3 0 0,0 2 0 0,1 0 0 16,1-4 0-16,0-2 0 0,2-6 0 0,-2 8 0 31,2-8-576-31,0 0-128 0,0 0-32 0,0 0 0 0,0 0-560 15,0 0-112-15,0 0-32 0,6 5 0 0,3-2-2944 16,-1-2-592-16</inkml:trace>
  <inkml:trace contextRef="#ctx0" brushRef="#br0" timeOffset="-6268.61">28040 9400 34895 0,'2'-9'1536'0,"-2"5"336"0,0 4-1488 0,0 0-384 16,0 0 0-16,0 0 0 0,0-4 2432 0,0 4 432 15,-2-3 80-15,2 3 0 0,-4-3-912 0,-1 0-192 16,1 2-48-16,-1 0 0 0,-1-1-912 0,-4 2-192 16,1 0-48-16,-1 3 0 0,-3 1-192 0,-3 1-32 15,-1 0-16-15,-1 2 0 0,-2 1-144 0,1 0-16 16,-2 1-16-16,0 2 0 0,2 2-80 0,-1-2-16 16,1 1 0-16,2-1 0 0,1 2-272 0,2 0-64 15,1 0-16-15,1-3 0 0,3 0 224 0,1-2 0 16,1 1 0-16,2-1 0 0,4 1 0 0,2-1 0 0,3 0 0 0,1-1 0 15,0 0-256-15,3-2 0 16,3-1 0-16,0 0 0 0,2-1 0 0,2-3-16 16,3 1 0-16,2-1 0 0,1-3-48 0,2-1 0 15,2 0 0-15,1 0 0 0,-3 1 0 0,3-4-16 0,0-1 0 16,-1 0 0-16,-1-1 208 0,-2 1 128 16,-1-2-160-16,-2 2 160 0,-3 3 0 0,0-2 0 0,-2-2 0 0,-1 5 0 15,-1-3 0-15,-3 0 0 0,-1 2 0 0,-3 1 0 16,-1-3 384-16,-4 7-16 0,0 0-16 0,0 0 0 15,0 0 96-15,0 0 0 0,0 0 16 0,0 0 0 0,-5-2-144 16,-1 1-16-16,0 1-16 0,-2 1 0 0,-1 1-128 0,0 2-32 16,0 0 0-16,1 1 0 0,-1 1-128 15,0 0 0-15,1 1 0 0,-3 2 128 0,2 0-128 16,3-3 0-16,2 1 0 0,1 1 0 16,0 1 0-16,3-9 0 0,0 0 0 0,0 0 0 0,4 6-128 0,2 1 128 15,-6-7-160-15,9 7 160 0,-1-4-256 16,1 0 32-16,0-2 16 0,1-1 0 0,-1 0-48 0,2-1 0 15,-1 0 0-15,1-1 0 0,-1-3 64 16,-1 1 0-16,0 2 0 0,-1-2 0 0,3-3 0 0,-2 1 16 16,-3 1 0-16,2-1 0 0,-1 0 176 0,-2-1 0 15,-1 3-144-15,-2-2 144 0,1 2 0 0,-3 4 0 16,0 0 0-16,0 0 0 0,0 0 288 0,0 0 32 16,0 0 0-16,0 0 0 0,0 0 64 0,0 0 0 15,0 0 16-15,0 0 0 0,0 0-144 0,0 0-16 0,0 0-16 0,1 9 0 16,-1-2-224-16,0 3 0 15,0 2 0-15,0 1 0 0,0 0 0 0,0 4 320 16,2 1-32-16,-2 2-16 0,-2 0-272 0,2 0 0 16,2 1-208-16,-1 1 80 0,0 1 128 0,-1 1 0 0,0-1 0 15,0 0 0-15,-1 0 0 0,0-3 0 16,1 0 0-16,-3-1 0 0,-2-2 0 0,-2-2 0 0,-2 0 0 16,0-4 128-16,-4 1 48 0,-1-3 16 0,-2-1 0 0,0-4 0 15,1 0 0-15,-1-2 0 0,0 1 0 0,1-3 0 16,-1-3-192-16,-1 2 0 0,0-1 144 0,0-5-144 15,0 1 0-15,0-1 0 0,2-1 0 0,-5-1 0 32,3-3-512-32,5 6-64 0,1-1 0 0,-1 1-16 0,2 1-1840 15,3-1-352-15,3 1-80 0</inkml:trace>
  <inkml:trace contextRef="#ctx0" brushRef="#br0" timeOffset="24869.59">22028 10864 30751 0,'-15'-5'1360'0,"9"3"288"0,-3-2-1328 0,-1 1-320 16,3 2 0-16,1-3 0 0,6 4 1728 0,0 0 256 0,0 0 64 16,0 0 16-16,0 0-464 0,0 0-112 15,0 0-16-15,11-4 0 0,1 3-832 0,2-1-192 16,2 0-16-16,3 0-16 0,3 2 32 0,3 0 16 0,0-2 0 16,4 2 0-16,-1 0-48 0,6 0-16 0,3-1 0 0,0 1 0 15,1 0-128-15,0-2-16 0,1 4-16 0,-1-2 0 16,-4 0-240-16,1-2 128 0,-1 2-128 0,-1 0 0 15,-3 0 0-15,0 0 0 0,-2 0 0 0,-2-1 0 16,0 0-1248 0,0-1-144-16,-1 0-16 0,0 0-16 0,-3 0-1248 0,0-1-240 0,-1 1-48 15,-3 0-13520-15</inkml:trace>
  <inkml:trace contextRef="#ctx0" brushRef="#br0" timeOffset="25133.08">22839 10681 31679 0,'-15'-4'1408'0,"10"4"272"15,-2 0-1344-15,2 0-336 0,5 0 0 0,0 0 0 0,0 0 1888 0,0 0 304 16,0 0 64-16,0 0 16 0,0 0-800 0,0 0-176 16,0 0-16-16,0 0-16 0,0 0-752 0,0 0-160 15,0 0-32-15,5 8 0 0,2 1-160 0,-1 0-32 16,4-3-128-16,-1 0 192 0,1 0-192 0,2-1 144 16,0-1-144-16,-1 1 128 0,1 1-128 0,0-1 128 15,1 0-128-15,0 0 128 0,-1-1-128 0,1 1 0 16,-3 1 0-16,-1-1 0 0,0-1 0 0,-1 1 128 0,-1 0-128 15,-2 0 0-15,-5-5 160 0,3 7-160 16,-3-7 192-16,-2 8-192 0,-2-2 240 0,-1 3-64 0,-1-2-16 16,-1 3 0-16,-3-2 208 0,-2 0 32 0,-1-2 16 15,0 1 0-15,-2 1-224 0,2-2-32 0,0-3-16 0,2 1 0 32,0 0-1312-32,3 1-272 0,8-5-48 0</inkml:trace>
  <inkml:trace contextRef="#ctx0" brushRef="#br0" timeOffset="27152.27">23880 10750 21183 0,'0'0'944'0,"1"-7"192"0,1-1-912 0,0 1-224 0,0-1 0 0,0-1 0 0,2 1 3120 0,-1 1 576 15,1 1 112-15,-2-2 32 0,0 1-1664 0,-1 1-320 16,0-1-64-16,-2 2 0 0,0 1-416 0,-1 0-80 15,0 0-16-15,-2-1 0 0,-1 1-192 0,-3 2-64 16,-1 0 0-16,-2 2 0 0,0 2-352 0,-3 0-80 16,-1 1-16-16,-1 1 0 0,1 1-256 0,-1 0-64 15,-1-1-16-15,0 1 0 0,1 2-240 0,1-1 144 16,-1 0-144-16,0 0 128 0,2 3-128 0,2-1 0 16,1-1 0-16,1-1 128 0,3-1-128 15,0 1 0-15,2-1 0 0,5-5 0 0,0 0 0 0,0 0-144 16,1 8 144-16,1-1 0 0,-2-7-176 0,5 8 176 15,3-1-160-15,1-1 160 0,1 1-128 0,3-1 128 16,0-2 0-16,3 0-144 0,2 0 144 0,2 0 0 16,1 0 0-16,2 0 0 0,2-3 0 0,0 2 0 15,-2-1 0-15,2 0 0 0,0 3 0 0,-2-4 0 16,-2 2 0-16,0 2 0 0,-3 0 0 0,-2 2 128 0,-5 2-128 16,-2-3 0-16,-2 1 160 0,-2 1-32 0,-5 1-128 15,-1 0 192-15,-4 1 64 0,-3-2 0 0,-3 0 0 0,0 1 0 16,-4 0 80-16,0 0 32 0,-2 2 0 0,0-2 0 15,-1 1-128-15,-2-3-32 0,-1-1 0 16,0 1 0-16,0 1-208 0,1-2 144 0,-1 1-144 0,0-2 128 16,0-1-128-16,0-1 0 0,2-1 0 15,-1-2 0-15,0 0 0 0,2 0-176 0,1-1 16 16,3 0 0-16,2-2-944 0,3-1-192 0,4 1-48 16,5 3 0-16,2-6-1968 0,6-1-400 15,7 1-64-15,2-1-14976 0</inkml:trace>
  <inkml:trace contextRef="#ctx0" brushRef="#br0" timeOffset="27944.62">24206 10975 17503 0,'-12'-2'768'0,"8"0"176"0,-1 2-752 0,4-5-192 0,-3 4 0 0,4 1 0 15,0 0 5264-15,0 0 1024 0,0 0 208 0,0 0 32 16,0 0-3680-16,7-4-736 0,0 0-160 0,-7 4-32 0,7-3-848 0,1 1-176 16,0 1-48-16,-2-2 0 0,2 0-464 0,1 2-80 15,0 0-32-15,-1 1 0 16,1-2-128-16,-9 2-16 0,11 2-128 0,-11-2 192 0,0 0-32 0,7 2-16 15,-7-2 0-15,0 0 0 16,0 0-16-16,7 7 0 0,-7-7 0 0,2 9 0 0,-2-3 160 0,-2 5 32 16,-2-3 0-16,-1 1 0 15,-3 1-64-15,0 1 0 0,-1-1 0 0,-1 1 0 0,-1-1-64 0,2 0 0 16,0 0-16-16,0-3 0 16,1 1-176-16,1 0 128 0,0-1-128 0,1-1 128 15,2-2-128-15,4-4 0 0,0 0 0 0,0 0 128 0,-3 6-128 16,3-6 0-16,0 0 0 0,0 0 0 0,5 8 0 0,0-2 0 0,-5-6 0 15,10 3 0-15,0 1 0 0,-1-1 0 16,0-2 0-16,1 1 0 0,2-2 0 0,1 0 0 16,-1 0 0-16,1-2 0 0,1 1-144 0,0 1-16 0,-1-4 0 0,2 1 0 31,-1 1-208-31,2-2-32 0,-1 1-16 0,0-1 0 16,-2 0-1184-16,1 1-224 0,0-3-48 0,0 2-16 15,-1-1-576-15,0 1-112 0,0 0-32 0,0-1 0 16,-3 0 624-16,-2 1 112 0,-3 0 16 0,-5 4 16 15,4-5 448-15,-4 5 96 0,0 0 16 0,3-5 0 0,-3 5 2272 0,0 0 464 0,0 0 80 0,0 0 32 16,0 0 864-16,0 0 160 0,0 0 32 0,0 0 16 16,0 0-608-16,0 0-128 0,0 0-32 0,-4 8 0 15,1-1-688-15,2 2-144 0,-2 2-16 16,2-3-16-16,-2 0-560 0,2 1-96 0,0 2-32 0,1-1 0 0,1 0-320 16,0 0 128-16,1 0-128 0,0-3 0 15,1 1-352-15,-3-8-144 0,5 7-16 0,-5-7-16 16,7 5-1616-16,0-1-320 15,3-2-64-15,0-2-16 0,0-2-2112 0,1-1-416 16</inkml:trace>
  <inkml:trace contextRef="#ctx0" brushRef="#br0" timeOffset="28345.95">24857 10956 9215 0,'2'-15'816'0,"0"9"-656"0,-2-1-160 0,0-2 0 0,0 1 5472 0,0 2 1056 0,0-1 224 0,0 7 32 0,0-6-3008 0,0 6-624 16,0 0-112-16,0 0-32 0,-3-7-960 0,3 7-208 15,0 0-48-15,0 0 0 0,-5 0-848 0,5 0-176 16,-7 0-48-16,1 0 0 0,6 0-352 0,-8 4-80 16,0 1-16-16,0 2 0 0,0-2-144 0,2 0-128 15,-1 1 192-15,1-1-192 0,1 1 128 0,-1-2-128 16,1 1 0-16,5-5 0 0,-5 7 0 0,5-7 0 16,0 0 0-16,-3 7 0 0,3-7 0 0,0 7 0 0,2 1 0 0,0-1 0 15,-2-7 0-15,6 7-144 16,0 1 144-16,1-1 0 0,-2-1 0 0,1 1-128 15,2-3 128-15,0 1 0 0,0 0 0 0,0-1 0 16,-1 0 0-16,3 1 0 0,-3 0 0 0,1 1 0 16,0-1 0-16,0-1 0 0,0 1 0 0,-1 0 0 0,0 0 0 15,-7-5 128-15,0 0-128 0,4 7 144 0,-4-7-144 0,3 8 160 16,-1 1 32-16,-2-3 0 0,0-6 0 0,-2 8 0 16,-2-1 16-16,-2-1 16 0,0 1 0 0,-2 2 0 15,0-4-48-15,0 2-16 0,-1-1 0 0,0 1 0 16,-1-2-160-16,1-1 0 0,-1-2 144 0,1 1-144 15,0 1 0-15,0-4 0 0,1 0 0 0,0 0 0 16,1 0-928-16,0-3-208 0,7 3-32 0,0 0-16 16,0 0-3008-16,5-6-608 0</inkml:trace>
  <inkml:trace contextRef="#ctx0" brushRef="#br0" timeOffset="28760.97">25342 10725 44463 0,'0'0'1968'0,"-6"-1"400"0,1 1-1888 15,5 0-480-15,0 0 0 0,0 0 0 0,-4-2 1472 0,3 4 208 16,1-2 48-16,0 0 0 0,0 0-640 0,0 0-128 0,0 0-32 15,0 0 0-15,9 6-576 0,2 1-112 0,0-2-32 16,0-1 0-16,2 1 176 0,0-1 48 0,0 0 0 16,0 0 0-16,-1-2-432 0,1 2-304 0,0-2 48 15,0 0 16-15,0 1 240 0,0-3 0 0,-4 1 0 0,1 2 0 16,-1-1 0-16,-9-2 0 0,10 2 0 16,-1 0 0-16,-9-2 0 0,0 0 0 0,6 4 128 0,-6-4-128 15,0 0 0-15,0 0 160 0,0 0-160 0,-1 7 128 16,-2-1 160-16,-1 3 32 0,-2 0 0 0,-3 2 0 0,0 1-176 0,-3-1-16 15,-2 1-128-15,1 0 192 0,0 1-192 0,-1 0 144 16,0-4-144-16,1 1 128 0,1 1-128 16,2-2 0-16,1 0 0 0,1 3 0 0,0-6-208 15,4 2-128-15,4 0-32 0,2-1 0 16,0 0-2240-16,5 0-448 16,3-6-80-16</inkml:trace>
  <inkml:trace contextRef="#ctx0" brushRef="#br0" timeOffset="29386.66">26499 10496 21183 0,'0'-6'1888'0,"-1"1"-1504"0,0-3-384 0,-1 2 0 0,0-1 4496 16,1 1 832-16,-2 0 176 0,-1 1 16 15,0 1-2480-15,-1 0-496 0,0 1-112 0,-2-1 0 0,-2 0-1088 0,-1 1-224 16,-2 1-32-16,-2 0-16 0,-1 0-432 0,1 2-96 15,-3-2-16 1,-1 4 0-16,-3 0-240 0,1-2-48 0,1 2-16 0,-1-1 0 0,-1 3-64 0,3 2-16 16,1-3 0-16,1 2 0 0,1-1-144 0,3 1 0 15,0 2 0-15,3-1 128 0,1 1-128 16,3-2 0-16,1 0 0 0,4-5 0 0,-1 9 0 0,2 2 0 16,1-1 0-16,3-1 0 0,1 0 0 0,3 1 0 15,3 1 0-15,2-2 0 0,0 2 0 0,2-1 0 16,3 1 0-16,0-1 0 0,1-1 0 0,-1 2 0 15,0 0 0-15,-1 1 0 0,0 0 0 0,0 0 0 16,-1 2 0-16,-1 0 0 0,0-3 0 0,-2 2 0 16,-1 0 0-16,-1 0 0 0,-3-1 0 0,-1-1 0 15,-3 0 0-15,-1-1 0 0,-2 1 0 0,-2 0 0 16,-1-3 0-16,-3 1 0 0,-1 3 128 0,-2-3-128 0,0-1 128 0,-2 0-128 16,-3 0 160-16,-1-1-160 15,0-1 192-15,-3 0-192 0,-2-3 176 0,-2-1-176 16,-2 0 160-16,0-2-160 0,-3-2 0 0,0-2 128 15,1 2-128-15,-1-3 0 0,0-1 0 0,0 1-240 0,3-1 48 16,4-1 16 0,4 1-848-16,1-1-192 0,1 1-16 0,5-1-16 15,5-1-928-15,2 0-192 0,1 1-48 0,5 1 0 16,6 1-976-16,5 0-192 0,3 1-32 0,3 1-16 16,5 3-336-16,3-1-64 0</inkml:trace>
  <inkml:trace contextRef="#ctx0" brushRef="#br0" timeOffset="29902.81">26686 10776 11967 0,'25'-4'528'0,"-15"4"112"0,2 1-512 0,-2-1-128 0,-1 0 0 16,0 3 0-16,-9-3 6080 0,8 1 1200 0,-8-1 224 0,0 0 48 0,0 0-4096 0,0 0-832 16,0 0-176-16,0 0-16 0,0 0-832 0,0 0-144 15,-8 5-48-15,-2 1 0 0,-3 0-672 0,1 2-144 16,0-4-16-16,-2 2-16 0,-2 2-272 0,1 0-48 16,1 0-16-16,0 0 0 0,3-1-224 0,0 4 144 15,3-3-144-15,1 1 128 0,0-3-128 0,5 1 0 16,2-1 0-16,1 1 0 0,-1-7-144 0,4 5 144 15,-4-5-192-15,8 4 192 0,1-1-240 0,1-1 64 16,2 1 16-16,2-2 0 0,-1 0-32 0,0-1-16 16,0-1 0-16,0 0 0 0,-1 0 80 0,0-2 128 15,-2-2-208-15,2-1 80 0,0 1 128 0,-3 1 0 16,-1-5 0-16,-1 3-128 0,3-1 128 0,-5 2 0 16,-3-2 0-16,5 2 0 0,3 1 0 0,2 2 0 15,-5-2 0-15,-7 4 128 0,-9-3 64 0,2 1 0 16,7 2 16-16,0 0 0 0,0 0 48 0,0 0 16 0,0 0 0 0,0 0 0 15,0 0-96-15,-5 5-32 0,2 1 0 16,1 1 0-16,0-2-144 0,0 4 0 0,-2 0 0 16,2 2 0-16,5 3 0 0,-3-1 0 0,0 1 0 0,0 1 0 15,7 4 0-15,-2-2 0 0,0 3 0 0,3-2 0 16,4 3 0-16,-1 0 0 0,-2 0 0 0,-1 0 0 16,-1-1 0-16,-2 0 0 0,-1 0 0 15,-2 3 0-15,0 0 0 0,-1-4 0 0,0-1 0 0,-3-5 0 16,-3 0 0-16,-1-1 0 0,1-3 0 15,-1-1 0-15,-2 0 176 0,-1-3-48 0,-2-3-128 0,0 1 192 16,-3 0-192-16,0-2 0 0,-3-2 0 0,2-1 0 16,-2-2 0-16,0 0 0 0,-2 1 144 0,0-3-144 15,-1 1 0-15,3-1 0 0,2-2 0 0,0 0 0 16,1-1 0-16,1 1 0 0,-1 0-192 0,1-1 192 16,1 0-1440-16,3 0-160 15,2 1-48-15,1 1-14064 0,0-2-2816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7T22:26:51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75 4607 0 0,'0'0'354'0'0,"-7"-4"-220"0"0,-6-1 3016 0 0,-2 1-1 0 0,1 0 0 0 0,0 0 1 0 0,-20-1-1 0 0,25 4 4195 0 0,20 3-6044 0 0,24 1-1667 0 0,-2-3 582 0 0,-1-2 0 0 0,52-9 0 0 0,-10 1-115 0 0,381-20 43 0 0,-364 31-964 0 0,-30 3-3575 0 0,-50-4 2486 0 0,-1 0-275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7T22:26:51.8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14743 0 0,'1'1'10195'0'0,"7"2"-5886"0"0,9 5-3949 0 0,30 9 0 0 0,97 27-35 0 0,-118-29-303 0 0,-25-15-14 0 0,-1 1 0 0 0,1-1 0 0 0,-1 1 0 0 0,1-1 0 0 0,-1 1 0 0 0,1 0 1 0 0,-1-1-1 0 0,0 1 0 0 0,1-1 0 0 0,-1 1 0 0 0,0 0 0 0 0,0-1 0 0 0,1 1 0 0 0,-1 0 1 0 0,0 0-1 0 0,0-1 0 0 0,0 1 0 0 0,0 0 0 0 0,0-1 0 0 0,0 1 0 0 0,0 1 0 0 0,-3 13 131 0 0,0-11-103 0 0,1 0 1 0 0,-1 0-1 0 0,0-1 0 0 0,0 1 1 0 0,0-1-1 0 0,0 1 0 0 0,-1-1 0 0 0,0 0 1 0 0,-6 4-1 0 0,-40 21 173 0 0,31-19-157 0 0,-60 29-295 0 0,46-25-9251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7T22:26:52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11 109 18799 0 0,'0'0'862'0'0,"-2"0"-18"0"0,-6-1 4818 0 0,13 5-5359 0 0,15 12 311 0 0,0 1 0 0 0,-1 1 0 0 0,-1 1 0 0 0,17 22 0 0 0,-34-39-598 0 0,65 98 787 0 0,-65-98-724 0 0,3 5 1315 0 0,27-70-1333 0 0,-6 11-35 0 0,54-104-754 0 0,-52 96-1273 0 0,-26 58 1302 0 0,-8 9-5213 0 0,1 2 3900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7T22:26:53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335 13 15751 0 0,'0'0'720'0'0,"-14"-7"264"0"0,10 6-775 0 0,1 0 0 0 0,-1 0 0 0 0,0 0-1 0 0,0 0 1 0 0,-1 1 0 0 0,1 0 0 0 0,0 0-1 0 0,0 0 1 0 0,0 0 0 0 0,0 0 0 0 0,0 1 0 0 0,0 0-1 0 0,0 0 1 0 0,0 0 0 0 0,0 0 0 0 0,1 1-1 0 0,-1-1 1 0 0,-4 3 0 0 0,-9 6 1605 0 0,1 0 0 0 0,-25 19 0 0 0,26-17-1354 0 0,-7 4 65 0 0,-46 37 746 0 0,59-45-1134 0 0,1 0 1 0 0,0 0 0 0 0,1 1 0 0 0,0 0 0 0 0,-9 15 0 0 0,15-22-131 0 0,0 0 1 0 0,0 1-1 0 0,0-1 0 0 0,0 0 0 0 0,0 1 1 0 0,1-1-1 0 0,-1 1 0 0 0,1 2 0 0 0,1 9-65 0 0,2-10 6 0 0,-1-3 17 0 0,0 1-25 0 0,-1 0-1 0 0,1 0 1 0 0,0 0 0 0 0,1 0-1 0 0,-1 0 1 0 0,0-1 0 0 0,0 1-1 0 0,1-1 1 0 0,-1 0 0 0 0,1 0-1 0 0,-1 0 1 0 0,1 0 0 0 0,-1 0-1 0 0,1 0 1 0 0,0 0 0 0 0,-1-1-1 0 0,1 0 1 0 0,0 1 0 0 0,3-1-1 0 0,5 0-344 0 0,0 0-1 0 0,0-1 0 0 0,16-3 1 0 0,-14 2-23 0 0,1-2 1 0 0,-1 1-1 0 0,1-2 1 0 0,-1 0-1 0 0,-1-1 1 0 0,1 0-1 0 0,20-14 1 0 0,-28 17 374 0 0,0 0 0 0 0,0-1 1 0 0,0 0-1 0 0,-1 0 0 0 0,0 0 0 0 0,0-1 1 0 0,0 0-1 0 0,0 1 0 0 0,-1-1 0 0 0,1-1 1 0 0,-1 1-1 0 0,0 0 0 0 0,-1-1 0 0 0,0 1 0 0 0,1-1 1 0 0,-2 0-1 0 0,1 0 0 0 0,-1 0 0 0 0,0 0 1 0 0,1-8-1 0 0,-2 14 85 0 0,0-1-1 0 0,0 0 1 0 0,0 1 0 0 0,0-1 0 0 0,0 0 0 0 0,0 1-1 0 0,-1-1 1 0 0,1 1 0 0 0,0-1 0 0 0,0 0 0 0 0,0 1-1 0 0,-1-1 1 0 0,1 1 0 0 0,0-1 0 0 0,0 1-1 0 0,-1-1 1 0 0,0 0 0 0 0,1 1 22 0 0,0-1 0 0 0,-1 1 0 0 0,1 0 0 0 0,0 0 0 0 0,-1 0-1 0 0,1 0 1 0 0,0 0 0 0 0,-1 0 0 0 0,1-1 0 0 0,0 1 0 0 0,-1 0 0 0 0,1 0 0 0 0,0 0 0 0 0,-1 0 0 0 0,1 0 0 0 0,0 0-1 0 0,-1 0 1 0 0,1 1 0 0 0,0-1 0 0 0,-1 0 0 0 0,1 0 0 0 0,0 0 0 0 0,-1 0 0 0 0,0 1 27 0 0,-1 0 1 0 0,1 0-1 0 0,0 0 0 0 0,-1 0 1 0 0,1 0-1 0 0,0 0 0 0 0,0 0 1 0 0,0 0-1 0 0,0 0 1 0 0,0 0-1 0 0,0 1 0 0 0,0-1 1 0 0,0 2-1 0 0,0-1-61 0 0,0 0-1 0 0,0 0 1 0 0,1 0 0 0 0,-1 1-1 0 0,1-1 1 0 0,-1 0 0 0 0,1 0-1 0 0,0 0 1 0 0,0 0 0 0 0,0 0-1 0 0,0 0 1 0 0,0 1 0 0 0,1-1-1 0 0,-1 0 1 0 0,1 0-1 0 0,-1 0 1 0 0,2 2 0 0 0,0 0-25 0 0,-1-1 0 0 0,1 1 0 0 0,1-1 0 0 0,-1 0 0 0 0,0 1 0 0 0,1-1 0 0 0,0-1 0 0 0,5 6 0 0 0,0-2-164 0 0,1 1 1 0 0,0-2 0 0 0,1 1-1 0 0,-1-1 1 0 0,21 7 0 0 0,-10-5-903 0 0,1-1 1 0 0,0-1 0 0 0,21 2-1 0 0,-32-5 316 0 0,-1-2-1 0 0,1 1 0 0 0,0-1 1 0 0,-1-1-1 0 0,1 0 1 0 0,-1 0-1 0 0,1-1 1 0 0,-1 0-1 0 0,11-4 1 0 0,-16 4 374 0 0,-1 0 1 0 0,1 0-1 0 0,-1 0 1 0 0,0-1-1 0 0,1 1 1 0 0,-1-1-1 0 0,0 1 1 0 0,-1-1-1 0 0,1 0 1 0 0,0-1-1 0 0,-1 1 1 0 0,0 0-1 0 0,1-1 1 0 0,-1 1-1 0 0,-1-1 1 0 0,1 0-1 0 0,0 1 1 0 0,-1-1-1 0 0,0 0 1 0 0,0 0-1 0 0,0 0 1 0 0,0-7-1 0 0,0 1 361 0 0,0 0 1 0 0,-1 0-1 0 0,-1-13 0 0 0,-7-25 14041 0 0,5 56-11313 0 0,2-3-2318 0 0,0-1 0 0 0,0 1 1 0 0,0-1-1 0 0,0 1 0 0 0,1-1 0 0 0,0 1 0 0 0,0-1 0 0 0,0 1 0 0 0,1-1 0 0 0,0 1 1 0 0,1 7-1 0 0,4 5 356 0 0,12 29 0 0 0,-1-2-77 0 0,6 22-468 0 0,19 71 119 0 0,-30-95-624 0 0,-12-41 144 0 0,-3-2-1713 0 0,3 1 1811 0 0,-1 0-1 0 0,1-1 0 0 0,-1 1 0 0 0,1 0 0 0 0,-1-1 0 0 0,1 1 1 0 0,-1-1-1 0 0,1 1 0 0 0,-1 0 0 0 0,1-1 0 0 0,0 1 0 0 0,-1-1 1 0 0,1 0-1 0 0,0 1 0 0 0,-1-1 0 0 0,1 1 0 0 0,0-1 0 0 0,0 1 1 0 0,-1-2-1 0 0,-4-15-1066 0 0,5 16 939 0 0,-2-13-1186 0 0,0 1 0 0 0,0-24 0 0 0,2 24 348 0 0,-1-1 1 0 0,0 1-1 0 0,-3-13 1 0 0,-3-6-790 0 0,-23-81-1158 0 0,22 91 3867 0 0,-14-26 1 0 0,0 0 8735 0 0,24 47-9442 0 0,-1 0 0 0 0,1 0-1 0 0,0 0 1 0 0,0 0 0 0 0,0 0 0 0 0,0 1 0 0 0,0-1 0 0 0,-1 1-1 0 0,1-1 1 0 0,0 1 0 0 0,0-1 0 0 0,3 1 0 0 0,18 0 90 0 0,0 1 0 0 0,39 6 1 0 0,-20-2-145 0 0,-37-4-135 0 0,69 8-416 0 0,-63-7 331 0 0,0 1 1 0 0,0 0-1 0 0,0 1 1 0 0,13 5-1 0 0,-23-8 76 0 0,0-1-1 0 0,0 1 0 0 0,0-1 1 0 0,0 1-1 0 0,-1-1 1 0 0,1 1-1 0 0,0-1 0 0 0,-1 1 1 0 0,1 0-1 0 0,0-1 1 0 0,-1 1-1 0 0,1 0 0 0 0,-1 0 1 0 0,1-1-1 0 0,-1 1 1 0 0,1 0-1 0 0,-1 0 0 0 0,1 0 1 0 0,-1 0-1 0 0,0 0 1 0 0,0 0-1 0 0,1-1 1 0 0,-1 1-1 0 0,0 0 0 0 0,0 0 1 0 0,0 0-1 0 0,0 0 1 0 0,0 0-1 0 0,0 0 0 0 0,0 0 1 0 0,0 0-1 0 0,-1 0 1 0 0,1 0-1 0 0,0 0 0 0 0,-1 0 1 0 0,1-1-1 0 0,-1 2 1 0 0,-1 2 28 0 0,1-1 0 0 0,-1 0 1 0 0,-1 1-1 0 0,1-1 0 0 0,0 0 1 0 0,-1 0-1 0 0,-3 3 0 0 0,-3 1 113 0 0,0 1 1 0 0,-1-1-1 0 0,0-1 1 0 0,-1 1-1 0 0,1-2 0 0 0,-1 0 1 0 0,0 0-1 0 0,-14 4 0 0 0,14-6-712 0 0,-1 0 0 0 0,1-1 0 0 0,-1 0 0 0 0,-20 0 1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7T22:26:54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1 9671 0 0,'-1'1'440'0'0,"-23"16"-106"0"0,-11 12 2638 0 0,12-8 3501 0 0,8-5-2975 0 0,-19 22-416 0 0,31-34-2900 0 0,1-1 0 0 0,-1 1 0 0 0,1 1 0 0 0,0-1 0 0 0,0 0 0 0 0,0 0 0 0 0,1 1 0 0 0,-3 6 0 0 0,4-10-179 0 0,0 0-1 0 0,0 0 0 0 0,0 0 0 0 0,0 0 0 0 0,-1 0 1 0 0,1 0-1 0 0,0-1 0 0 0,0 1 0 0 0,1 0 0 0 0,-1 0 0 0 0,0 0 1 0 0,0 0-1 0 0,0 0 0 0 0,1 0 0 0 0,-1-1 0 0 0,0 1 1 0 0,1 0-1 0 0,-1 0 0 0 0,0 0 0 0 0,1-1 0 0 0,-1 1 1 0 0,1 0-1 0 0,0-1 0 0 0,-1 1 0 0 0,1 0 0 0 0,-1-1 1 0 0,1 1-1 0 0,0-1 0 0 0,0 2 0 0 0,2-1-53 0 0,1 2-47 0 0,1 0-1 0 0,0 0 1 0 0,0-1-1 0 0,0 0 0 0 0,0 0 1 0 0,0 0-1 0 0,0-1 1 0 0,0 0-1 0 0,1 0 1 0 0,-1 0-1 0 0,0-1 1 0 0,1 1-1 0 0,10-2 1 0 0,-7 1-114 0 0,1-1 0 0 0,-1 0 0 0 0,1-1-1 0 0,-1 0 1 0 0,0-1 0 0 0,0 0 0 0 0,11-5 0 0 0,-18 7 171 0 0,0-1 0 0 0,0-1 0 0 0,0 1-1 0 0,0 0 1 0 0,-1 0 0 0 0,1-1 0 0 0,-1 1 0 0 0,1-1 0 0 0,-1 1 0 0 0,0-1-1 0 0,0 0 1 0 0,0 0 0 0 0,0-4 0 0 0,0 4 33 0 0,0 0 8 0 0,0 2 0 0 0,-1-1 0 0 0,1 1 0 0 0,-1 0 0 0 0,0-1 0 0 0,0 1 0 0 0,0-1 0 0 0,0 1 0 0 0,0-1 0 0 0,0 1 0 0 0,0 0 0 0 0,0-1 0 0 0,0 1 0 0 0,0-1 0 0 0,-1 1 0 0 0,1 0 0 0 0,-1-1 0 0 0,1 1 0 0 0,-1 0 0 0 0,-1-3 0 0 0,0 1-150 0 0,0-1 0 0 0,-1 0 0 0 0,1 1 0 0 0,-1-1 0 0 0,0 1 0 0 0,0 0 0 0 0,0 0 0 0 0,-1 0 0 0 0,1 0 0 0 0,-1 1 0 0 0,1-1 0 0 0,-1 1 0 0 0,-7-4 0 0 0,1 2-407 0 0,-1 0-1 0 0,1 1 0 0 0,-1-1 1 0 0,-14-1-1 0 0,16 4-818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07T22:26:54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72 19727 0 0,'-1'0'53'0'0,"1"0"1"0"0,0 0-1 0 0,0 0 0 0 0,-1 1 0 0 0,1-1 0 0 0,0 0 1 0 0,0 0-1 0 0,-1 0 0 0 0,1 1 0 0 0,0-1 1 0 0,0 0-1 0 0,0 0 0 0 0,-1 1 0 0 0,1-1 0 0 0,0 0 1 0 0,0 0-1 0 0,0 1 0 0 0,0-1 0 0 0,0 0 0 0 0,0 1 1 0 0,0-1-1 0 0,0 0 0 0 0,-1 1 0 0 0,1-1 0 0 0,0 0 1 0 0,0 1-1 0 0,0-1 0 0 0,0 0 0 0 0,1 0 0 0 0,-1 1 1 0 0,0-1-1 0 0,0 0 0 0 0,0 1 0 0 0,0-1 1 0 0,0 0-1 0 0,0 1 0 0 0,0-1 0 0 0,1 0 0 0 0,-1 0 1 0 0,0 1-1 0 0,0-1 0 0 0,0 0 0 0 0,0 0 0 0 0,1 1 1 0 0,-1-1-1 0 0,0 0 0 0 0,17 10 173 0 0,-8-5 274 0 0,-2 2-35 0 0,1 0 1 0 0,-1 0 0 0 0,0 0-1 0 0,0 1 1 0 0,-1 0 0 0 0,0 0-1 0 0,5 10 1 0 0,-3-2 46 0 0,0-1-1 0 0,-1 2 1 0 0,6 19 0 0 0,-12-33-372 0 0,0-1 0 0 0,-1 0 0 0 0,1 1 1 0 0,-1 0-1 0 0,1-1 0 0 0,-1 1 0 0 0,0-1 0 0 0,0 1 1 0 0,0-1-1 0 0,-1 1 0 0 0,0 3 0 0 0,1-5-121 0 0,0-1-1 0 0,0 0 0 0 0,-1 1 1 0 0,1-1-1 0 0,0 0 0 0 0,-1 1 1 0 0,1-1-1 0 0,0 0 0 0 0,-1 0 1 0 0,1 1-1 0 0,-1-1 1 0 0,1 0-1 0 0,0 0 0 0 0,-1 0 1 0 0,1 1-1 0 0,-1-1 0 0 0,1 0 1 0 0,-1 0-1 0 0,1 0 0 0 0,0 0 1 0 0,-1 0-1 0 0,1 0 0 0 0,-1 0 1 0 0,1 0-1 0 0,-1 0 0 0 0,1 0 1 0 0,-1 0-1 0 0,1 0 0 0 0,0-1 1 0 0,-1 1-1 0 0,1 0 0 0 0,-1 0 1 0 0,1 0-1 0 0,0 0 0 0 0,-1-1 1 0 0,1 1-1 0 0,0 0 0 0 0,-1-1 1 0 0,1 1-1 0 0,0 0 1 0 0,-1 0-1 0 0,1-1 0 0 0,-1 0 1 0 0,-12-12 307 0 0,10 10-309 0 0,1-1 0 0 0,-1 1 0 0 0,1-1 0 0 0,0 0 0 0 0,0 0 0 0 0,0 0 0 0 0,0-1 0 0 0,1 1 0 0 0,-1 0 1 0 0,1 0-1 0 0,0-1 0 0 0,1 1 0 0 0,-1-1 0 0 0,1 1 0 0 0,0-1 0 0 0,0 1 0 0 0,0-1 0 0 0,1 1 0 0 0,-1-1 0 0 0,1 1 1 0 0,0 0-1 0 0,2-6 0 0 0,0 3-20 0 0,0-1 0 0 0,1 1 1 0 0,0 0-1 0 0,0 1 0 0 0,1-1 1 0 0,0 1-1 0 0,0-1 1 0 0,0 1-1 0 0,1 1 0 0 0,0-1 1 0 0,10-6-1 0 0,0 1-48 0 0,0 1-1 0 0,1 1 1 0 0,25-11 0 0 0,23-5-3539 0 0,-57 22 2736 0 0,16-7-9073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8-07T22:28:19.158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22175 12146 13823 0,'-13'-5'608'0,"2"3"128"0,-3 2-592 0,0 0-144 0,-1 0 0 0,1 0 0 15,0 0 4384-15,-1 2 848 0,1 2 160 0,1-4 48 16,4 1-2272-16,1 0-448 0,0 1-96 0,8-2 0 15,-6 0-816-15,6 0-144 0,0 0-48 0,0 0 0 16,0 0-448-16,0 0-80 0,0 0-32 0,0 0 0 16,14 2-448-16,0 0-96 0,2-2 0 0,1 2-16 15,4 1-192-15,1-2-48 0,3 0 0 0,1-1 0 0,0-1-128 16,3 0-128-16,1-3 192 0,2 1-192 16,3 1 144-16,1-1-144 0,1 2 0 0,1-3 144 0,-3 1-144 15,1 1 0-15,-4-2 0 0,1 1 0 16,-2 0 0-16,-2 1 0 0,-2-2 0 0,-2 1 0 15,-2 1-768-15,0 2-96 0,-3-3-16 0,1 2 0 16,-1-2-1040-16,-8 3-224 0,-2-2-32 0,0 0-16 16,1 1-1552-16,-1 0-304 0,-2 1-64 15,-8 0-16-15</inkml:trace>
  <inkml:trace contextRef="#ctx0" brushRef="#br0" timeOffset="285.04">22780 12060 34271 0,'0'0'1520'0,"-11"-1"304"0,2-1-1456 0,9 2-368 16,-8 0 0-16,8 0 0 0,0 0 2144 0,0 0 352 15,0 0 80-15,0 0 16 0,0 0-736 0,0 0-128 16,0 0-48-16,0 0 0 0,0 0-864 0,0 0-176 16,10 8-48-16,-1-1 0 0,2-1-208 0,-3-3-64 0,-8-3 0 15,12 4 0-15,1-3-144 0,-1 2-48 0,2-1 0 0,2 1 0 16,1-2-128-16,1 0 0 16,0 1 0-16,0-1 128 0,-1 2-128 0,0-3 0 0,0 0 0 15,-1 1 0-15,-2 2 0 0,-1-1 0 0,-2 1 0 0,-2 1 0 16,-3-2 0-16,-6-2 0 0,6 6 0 0,-6-6 0 15,0 0 128-15,0 0-128 0,0 0 128 0,-4 7-128 16,-3 1 256-16,-1-1-48 0,-1-1 0 0,-1 1 0 16,-1-2-16-16,0 1 0 0,-4 1 0 0,1 0 0 15,0 0-192-15,-2 1 128 0,0 0-128 0,-1 0 0 16,0 0-400-16,3 1-176 0,0-3-48 0,2 2 0 16,-1 1-2256-16,3-1-448 0</inkml:trace>
  <inkml:trace contextRef="#ctx0" brushRef="#br0" timeOffset="1120.77">23583 12126 4607 0,'-3'-6'400'0,"-1"-2"-400"0,-2-1 0 0,1 0 0 0,1 0 6272 0,0 0 1184 15,1-2 224-15,2 3 64 0,-2 2-4032 0,3 1-816 16,0 5-144-16,0 0-48 0,0 0-976 0,0 0-208 16,0 0-48-16,0 0 0 0,0 0-464 0,0 0-112 15,3 10 0-15,2 2-16 0,0 3-176 0,1 4-48 16,-2 2 0-16,-2 2 0 0,2 2-224 0,1 2-48 15,0 3-16-15,1-1 0 0,-2 0-176 0,-1-3-16 16,1-2-16-16,0 1 0 0,-1-3-160 0,0-3 0 16,-1-4 144-16,1 1-144 0,-2-2 0 15,0-1 144-15,1-2-144 0,-1-2 0 0,0-1 128 0,-1-8-128 0,0 0 0 0,0 0 0 16,0 0 0-16,0 0 0 0,0 0 0 0,0 0 0 16,0 0-128-16,0 0 128 0,0 0 0 0,0-8-144 15,0 0 0-15,0-1 0 16,0-4 0-16,2-2 0 0,0 0 0 0,2-5 0 0,0-1 0 0,1-2 0 15,2-4 144-15,2-1-160 0,-1 2 160 0,0 1-160 16,-1 1 160-16,1 3 0 0,0 4 0 0,1 4-128 16,-1 1 128-16,0 4 0 0,-2 4 0 0,-6 4 0 15,0 0 0-15,8 0 0 0,-8 0 128 0,7 7-128 16,-1 1 256-16,1 5-32 0,-1 2 0 0,1 1 0 0,-2 2-96 16,0 0 0-16,0 3-128 0,1-4 192 0,-4 4-192 0,2 0 128 15,0-3-128-15,0 0 0 0,0-2 0 0,0-2 0 16,0-1 0-16,0-1 0 15,-1-3-512-15,1-1-192 0,-4-8-32 0,6 8-16 16,-1-2-1152-16,-5-6-224 0,0 0-48 0,9 3-16 16,-1 0-1952-16,1-3-384 15</inkml:trace>
  <inkml:trace contextRef="#ctx0" brushRef="#br0" timeOffset="1695.15">23943 12428 13823 0,'0'0'1216'0,"0"0"-960"0,-4-2-256 0,4 2 0 16,0 0 5712-16,0 0 1104 0,0 0 224 0,0 0 32 0,0 0-4016 0,0 0-816 15,0 0-144-15,6-5-48 0,1 1-768 0,1 0-176 16,0 0-16-16,1 2-16 0,0 0-576 0,-1 1-112 16,2-1-32-16,0 0 0 0,1 2-160 0,-1 0-48 15,1 0 0-15,-2 0 0 0,0 0-144 0,-1 2 192 16,0-1-192-16,-2 1 192 0,-6-2-64 0,0 0 0 16,4 6 0-16,-4-6 0 0,3 6 176 0,-1 1 16 15,-3-1 16-15,-3 2 0 0,0 0 0 0,-1 2 0 16,-2-2 0-16,0 3 0 0,-1-1-96 0,-1 2-32 15,-2-1 0-15,2 1 0 0,0-1-80 0,1 0 0 16,0-2-128-16,2 1 192 0,-1-1-192 0,3 0 0 16,0-1 0-16,4-8 0 0,0 0 0 0,0 7 0 15,0-7 0-15,0 0 0 0,6 7 0 0,0-2 0 16,1-1 0-16,1 1 0 0,2-5 0 0,-1 2-128 16,0-2 128-16,2-2 0 0,0 0-272 0,1-1 48 15,1 2 16-15,2-3 0 16,-2-3-1008-16,0 2-192 0,1 0-32 0,3 0-16 15,1-2-1792-15,0 1-352 0,1-1-80 0</inkml:trace>
  <inkml:trace contextRef="#ctx0" brushRef="#br0" timeOffset="1864.08">24322 12460 25791 0,'0'0'2304'0,"0"0"-1856"0,0 0-448 0,-4 7 0 0,4-7 4368 16,-2 9 784-16,-1 0 160 0,2 0 16 15,-1 0-2912-15,1 2-592 0,0 0-112 0,0 1-32 0,1 0-848 0,1-2-192 16,0 3-16-16,2-2-16 0,-1-1-464 0,1-1-144 15,0-1 0-15,0 0 0 16,1-2-896-16,2 0-304 0,-6-6-48 0,6 4-16 16,3-2-2416-16,-1 0-480 15,1-2-112-15</inkml:trace>
  <inkml:trace contextRef="#ctx0" brushRef="#br0" timeOffset="2287.54">24615 12261 25791 0,'-2'-4'2304'0,"-1"1"-1856"0,-1 1-448 0,4 2 0 16,0 0 4480-16,0 0 784 0,-6-2 176 0,1 2 16 0,-1 0-2880 0,6 0-576 15,-5 2-112-15,0 0-32 0,-2 2-1008 0,2 0-208 16,0 1-32-16,0-1-16 0,0 1-256 0,-1 1-48 0,0 0-16 0,-1 1 0 16,1-1-80-16,1 1-32 15,1-1 0-15,0 1 0 0,0-1-160 0,4-6 128 16,-1 8-128-16,1-8 128 0,0 8-128 0,0-8 0 0,1 8 0 0,-1-8 0 15,6 9 0-15,1-4 0 0,-1-1 0 16,4 0 0-16,0 0 0 0,-1-2 0 0,2 2 0 0,0-1 0 16,2 1 0-16,0 0 0 0,0-2 0 15,0 1 0-15,2 0 0 0,-2-1 0 0,-1 1 0 0,-1-1 0 0,1 2 0 16,-3-2 0-16,-1 0 0 0,0 2 0 16,-2-1 0-16,-6-3 0 0,0 0 0 0,6 5 0 15,-1 0 144-15,-5-5-144 0,0 0 160 0,1 8-160 16,-2-2 192-16,-1 2-48 0,2-8-16 0,-2 7 0 0,-3 1-128 0,-1-2 192 15,1 1-192-15,-3-1 192 0,-1 1-192 0,-1 2 128 16,-2-3-128 0,-1 0 128-16,0 0-128 0,-1-1 0 0,-2-1 0 0,-1 1 0 0,3 1 0 15,1-1-256-15,0-3 64 0,1 1 16 16,1 0-736-16,2-2-160 0,3-1-16 0,6 0-16 16,0 0-1296-16,0 0-256 0,0 0-48 0,2-7-11328 15,5 0-2272-15</inkml:trace>
  <inkml:trace contextRef="#ctx0" brushRef="#br0" timeOffset="2551.37">25129 12151 45439 0,'0'0'2016'0,"0"0"416"0,0 0-1952 0,9 0-480 16,0 2 0-16,1-1 0 0,-3 0 1984 0,2 2 320 0,-1-3 48 0,1 0 16 15,1 1-1008-15,0 0-192 0,0-1-32 16,0 2-16-16,-1-1-800 0,1 0-144 0,-1-1-48 16,0 0 0-16,0 0 0 0,1 0 0 0,-1 0 0 0,0 2 0 15,1-1-128-15,-2 0 0 0,0 0 0 0,-2 1 0 16,-6-2-400 0,7 1-112-16,1 0-32 0,-2 1 0 0,-6-2-720 0,0 0-144 0,0 0-16 0,7 4-16 15,-2-2-2656-15,0 1-512 0</inkml:trace>
  <inkml:trace contextRef="#ctx0" brushRef="#br0" timeOffset="2779.12">25119 12304 11055 0,'0'0'976'0,"0"0"-784"16,0 0-192-16,0 0 0 0,0 0 7376 0,0 0 1440 0,0 0 272 0,0 0 64 0,8 4-5728 0,1-2-1152 15,1 0-224-15,2-1-64 0,1 3-608 0,0-4-128 16,0 1-32-16,1-1 0 0,2-1-784 0,0 1-176 15,1-3-16-15,-3 1-16 0,0 0 80 0,1-3 16 16,-1 0 0-16,0 2 0 0,-1-2-320 0,0 1 0 16,0-1 0-16,-1 0 0 0,-1 1 0 0,-2-1 0 15,-2-1 0-15,1 4 0 16,-1-3-592-16,-1 1-176 0,0 0-48 0,-6 4 0 16,6-6-2352-16,-6 6-480 0</inkml:trace>
  <inkml:trace contextRef="#ctx0" brushRef="#br0" timeOffset="4130.03">26346 12392 4607 0,'0'0'400'0,"0"0"-400"15,0 0 0-15,0 0 0 0,-6-2 2496 0,2-3 400 16,2 3 96-16,-3 2 16 0,-6-5-2160 0,3 1-416 0,7 3-96 16,1 1-16-16,0 0 0 0,0 0-16 15,0 0 0-15,0 0 0 0,0 0-304 0,0 0 0 16,7-3 0-16,-7 3 0 0,5-5 0 0,-5 5 0 0,0 0 0 0,0 0 0 16,0 0 176-16,0 0-32 0,0 0 0 15,0 0 0-15,0 0 336 0,0 0 64 0,0 0 16 0,0 0 0 16,0 0 16-16,0 0 16 0,0 0 0 0,0 0 0 15,0 0-304-15,0 0-64 0,0 0-16 0,0 0 0 16,0 0-208-16,0 0 0 0,0 0 128 0,0 0-128 16,0 0 0-16,0 0 176 0,0 0-176 0,0 0 160 15,0 0 32-15,0 0 16 0,0 0 0 0,0 0 0 16,0 0 32-16,0 0 0 0,0 0 0 0,0 0 0 16,0 0-80-16,0 0-16 0,0 0 0 0,0 0 0 15,0 0-144-15,0 0 192 0,0 0-192 0,0 0 192 16,0 0-192-16,0 0 0 0,0 0 0 0,0 0 128 15,0 0-128-15,0 0 0 0,0 0 0 0,0 0 0 16,0 0 0-16,0 0 0 0,-2-6 0 0,2 6 0 0,0 0 0 0,0 0 0 16,0 0 0-16,0 0 0 0,0 0 0 0,0 0 0 15,0 0 0-15,0 0 0 0,-3-8 0 0,3 8 0 16,0 0 0-16,0 0 0 0,-7-4 0 0,7 4 128 16,0 0-128-16,0 0 0 0,0 0 0 0,0 0 0 15,0 0 0-15,0 0 0 0,0 0 0 0,0 0-144 16,0 0 144-16,0 0-160 0,-1-9-32 0,1 9-16 15,0 0 0-15,0 0 0 0,0 0 208 0,0 0 0 16,0 0-160-16,0 0 160 0,0 0 0 0,0 0 0 16,1-8 0-16,-1 8 0 0,0 0 0 0,0 0 0 15,-1-8 0-15,1 8 0 0,0 0 0 0,0 0 0 16,0 0 0-16,0 0 0 0,0 0 0 0,0-8-144 16,0 8 144-16,0 0 0 0,0 0-224 0,0 0 64 15,-3-6 16-15,3 6 0 0,0 0-32 0,0 0 0 16,0 0 0-16,0 0 0 15,0 0-288-15,0 0-64 0,0 0-16 0,0 0 0 16,0 0-128-16,0 0-32 0,0 0 0 0,0 0 0 0,0 0 256 0,0 0 32 16,0-7 16-16,0 7 0 0,0 0 80 0,0 0 0 0,0 0 16 0,0 0 0 15,0 0 128-15,0 0 32 0,0 0 0 0,0 0 0 16,0 0 144-16,0 0 0 0,0 0 0 0,0 0 0 16,-1-8 144-16,1 8-144 0,0 0 192 0,0 0-192 15,2-6 0-15,-2 6 0 0,0 0 0 0,4-7 0 16,-4 7 0-16,0 0-256 0,0 0 80 0,0 0 16 15,6-4-80-15,-6 4-16 0,5-5 0 0,-5 5 0 16,0 0-80-16,0 0-32 0,0 0 0 0,0 0 0 16,5-4-48-1,-5 4-16-15,0 0 0 0,0 0-3344 0,0 0-656 0</inkml:trace>
  <inkml:trace contextRef="#ctx0" brushRef="#br0" timeOffset="6681.13">26407 11957 31791 0,'0'0'1408'0,"0"0"288"0,-8-4-1360 0,0 0-336 0,2 2 0 0,-1-1 0 16,2 2 2288-16,1-3 384 0,4 4 80 0,-4 0 0 0,-1 0-192 0,0 0-64 15,5 0 0-15,-6 1 0 0,1 2-1088 16,1-3-240-16,-2 2-32 0,1 2-16 16,-3 3-416-16,0-3-64 0,0 1-32 0,-2 1 0 15,-1 0-240-15,1 3-48 0,-2-2-16 0,-2 4 0 0,-1-1-144 0,1 2-32 16,-2 0 0-16,1 1 0 0,-2 1-128 0,1-1 128 15,1 2-128-15,0 0 128 0,0-2-128 16,3 0 128-16,1 0-128 0,2-1 128 16,0-2-80-16,0-2-48 0,2 0 0 0,2 1 0 0,0-2 0 0,2-1 0 15,3-6 0-15,-1 7 0 0,1-7 0 0,0 0 0 16,0 0 0-16,0 0 0 0,0 0 0 0,0 0 0 16,7 5 0-16,2 0 0 0,3-3 0 0,1-1 0 0,1-2 0 15,3-1 0-15,1 2 0 0,3-2 0 16,1-1 0-16,0 2 0 0,2-4 0 0,-1 1 0 15,-1 1 0-15,-1 0 0 0,0 1 0 0,-3-1 0 0,1-1 0 16,-2 4 0-16,-2-4 0 0,1 2 0 0,-3-1 0 16,0 2 0-16,-1 1 0 0,-2-1 0 0,1-1 0 15,-2 2 0-15,-2 0-320 0,-7 0 0 16,7 0 0-16,-7 0 0 16,0 0-944-16,0 0-192 0,0 0-32 0,0 0-16 15,6 0-2352-15,-6 0-480 0,0 0-80 0</inkml:trace>
  <inkml:trace contextRef="#ctx0" brushRef="#br0" timeOffset="6950.99">26282 12017 21183 0,'-11'-9'1888'0,"7"6"-1504"0,0-1-384 0,0 2 0 0,4 2 6096 15,0 0 1152-15,0 0 240 0,0 0 32 0,0 0-4720 0,0 0-944 16,0 0-192-16,10 4-48 0,-1 3-672 0,0 5-144 15,-1-1-32-15,-1 4 0 0,1 2-320 0,0 4-64 16,0 3 0-16,-2 2-16 16,-2 4-368-16,2 0 0 0,0 0 0 0,-2 0 0 0,0-2 224 0,0-2-32 15,-2-1 0-15,0-1 0 0,-2-4-192 0,1-1 0 16,2-2 0-16,-2-2 0 0,-1-2 0 16,0 0 0-16,0-4 0 0,1 1 0 15,-1-3-752-15,0-7-192 0,0 0-32 0,0 0-16 16,9 2-2016-16,2-4-416 0,1 0-80 0,1-5-16 0</inkml:trace>
  <inkml:trace contextRef="#ctx0" brushRef="#br0" timeOffset="7498.7">26536 12026 20271 0,'0'0'896'0,"-3"-6"192"0,2-1-880 15,1 1-208-15,1-1 0 0,2 0 0 0,2 2 7184 0,2 0 1392 16,-2-1 288-16,3 2 48 0,1 0-6096 0,0 0-1216 0,3-1-240 0,2-2-48 15,2 1-880-15,3 2-176 0,2-2-48 0,1 3 0 16,0-3-16-16,2 2-16 0,-2 2 0 0,0 0 0 16,-1 1-176-16,-3 1 0 0,-2 0 0 0,-2 0 0 15,-2 0 0-15,-2 3 0 0,0-2 0 0,-3 2 128 16,-7-3-128-16,7 4 0 0,-2 1 144 0,-1 0-144 16,-4-5 0-16,1 9 128 0,-2-2-128 0,-2 0 0 0,-1 1 0 0,1 0 128 15,-3 0-128-15,0 1 96 0,-2 0-96 0,-2 0 0 16,-3 0 0-16,0 3 0 0,-1-4 0 0,0 1 0 15,0 0 0-15,1-2 0 0,0 1 0 0,0-1 0 16,0 0 0-16,2-1 0 0,2 1 0 0,1 1 0 16,0-2 0-16,2 1 0 0,1-2 0 0,5-5 0 15,-6 4 0-15,6-4 0 0,0 0 0 0,0 0 0 16,0 0 0-16,6 6 0 0,0 0 0 0,2 0 0 16,2-3 0-16,4 1 0 15,-3-2 0-15,4 1 0 0,0 0 0 0,1-1 0 0,0 1 0 0,-1-1 0 16,0 1 0-16,-1 2 0 0,0-1 0 0,1 0 0 15,-2 1 0-15,0-1 0 0,0 3 0 0,-2-1 0 0,0 2 0 16,-2 0 0-16,-1 0 0 0,0-1 0 16,-2 1 0-16,-1 0 0 0,-1 1 0 0,-1 0 0 0,-1 2 0 15,0-1 0-15,-1 1 0 0,0-2 0 0,-2 0 0 0,-2-1 0 16,0 0 0-16,-3-1 0 16,1 3 0-16,0-3 0 0,-3 0 0 0,0-1 0 15,-2 1 0-15,-1-2 0 0,0 0 0 0,-2 1 0 0,-2-3 0 0,-2 1 0 16,-2 0 0-16,-2-2 0 0,0 0 0 15,0 1 0-15,-1-3 0 0,2 1 0 0,2 0 0 0,1-1 0 16,3-2-512 0,2-1-112-16,3 1-16 0,3-2 0 15,3-2-1472-15,4-1-320 0,2-1-48 0,7-4-12816 0,6 0-2560 0</inkml:trace>
  <inkml:trace contextRef="#ctx0" brushRef="#br0" timeOffset="7982.53">27438 12000 4607 0,'1'-8'400'0,"5"2"-400"0,-1-1 0 0,0-1 0 16,2-1 8416-16,0 3 1600 0,2-3 320 0,-1 2 64 0,-3 1-6576 15,1-1-1328-15,-6 7-256 0,0 0-48 0,1-5-640 0,-1 5-128 16,-1-3-16-16,1 3-16 0,-6-5-576 0,0 4-112 16,-3-2-32-16,0 2 0 0,-2 2-336 0,-2 2-64 15,-2-2-16-15,-2 2 0 0,-2 2-128 0,0 1-128 16,-2 2 192-16,-1 1-192 0,1 2 128 0,1-2-128 15,2 1 0-15,1 1 0 0,2-2 0 0,2 1 0 16,2 1 0-16,2-1 0 0,1-1 0 0,3-1 0 16,1 0 0-16,1-2 0 0,3-6 0 0,0 8-144 15,0-8 144-15,0 0-192 0,6 7 48 0,0-5 0 16,2 2 0-16,1-2 0 0,2-2 144 0,0-2-208 0,1 0 80 0,1-2 128 16,1-3-176-16,3 1 176 0,0-2-128 15,0 1 128-15,0 1 0 0,0-1 0 0,-1 1 0 0,-3 1-128 16,-3 1 128-16,-1 1 0 15,0 2 0-15,-2 1 0 0,-7 0 128 0,7 4 16 0,-2 3 0 0,0 0 0 16,-2 1 64-16,-1 2 16 16,-1 2 0-16,1 2 0 0,-1 1-64 0,0 0-16 0,-1 1 0 15,0 2 0-15,-1-1-96 0,1 1-48 0,0 1 0 0,-1-1 0 16,-1 0 0-16,1-1 0 0,0 0 0 0,0 0 0 16,-1-3 0-16,1-1 0 0,0-1 0 0,1-1 0 15,-2-2 0-15,1 0 0 0,1-9 0 0,-3 8 0 0,2-2 0 16,1-6 0-16,0 0 0 0,-2 7 0 15,2-7-432-15,0 0-80 0,0 0 0 0,0 0-16 16,0 0-1216-16,0 0-240 0,3 5-64 0,3-1-13632 16,0-4-2720-16</inkml:trace>
  <inkml:trace contextRef="#ctx0" brushRef="#br0" timeOffset="8557.52">27837 12421 22111 0,'0'0'1968'0,"0"0"-1584"0,0 0-384 0,0 0 0 0,0 0 6784 0,0 0 1280 16,0 0 256-16,0 0 64 0,0 0-5504 0,0 0-1104 15,3 8-224-15,-1-2-32 0,-2-6-944 0,0 0-176 16,-1 8-32-16,0 0-16 0,-2-1-256 0,0-2-96 16,3-5 0-16,0 0 0 0,-2 6 0 0,2-6 0 15,-3 7 0-15,3-7 0 0,0 0 0 0,0 0 0 16,0 0 0-16,0 0 0 0,0 0 0 0,0 0-160 16,0 6 160-16,0-6-192 15,0 0-1584-15,5 6-320 0,2-1-64 0</inkml:trace>
  <inkml:trace contextRef="#ctx0" brushRef="#br0" timeOffset="9134.39">28607 12145 40943 0,'0'0'1808'0,"-3"-6"384"0,0 0-1744 0,4-2-448 0,3 2 0 0,-3-1 0 0,-1-2 1424 0,-1 1 208 15,-3 0 32-15,2-1 16 0,-1-1-128 16,-1 1-16-16,0-2-16 0,-1 1 0 0,-3 1-880 0,2-2-160 15,-2 3-32-15,-3 2-16 0,1 1-144 0,0-1-32 16,-3 5 0-16,-3-1 0 0,-4 0-64 0,1 4 0 16,-2 1-16-16,-1 3 0 0,0-1-176 0,-2 4 160 15,-2 1-160-15,1 2 160 0,2 1-160 0,2 0 0 16,4 0 144-16,3 0-144 0,1 2 0 0,2-2 0 16,3-3 0-16,4 3 0 0,2-4 0 0,2 2-192 0,1-3 32 15,2-1 0-15,1 1-80 0,1-1-16 0,3-1 0 0,1-3 0 16,1-1 128-16,2 0 128 15,0-2-208-15,-1-2 80 0,2 0 128 0,2 1 0 0,-1-3 0 16,1 0 0-16,0-3 0 0,1 1 0 16,-1-1 0-16,1 1 0 0,0-1 0 0,-2 3 0 0,0-2 0 15,-2 2 128-15,-3 1 0 0,-1 3 16 0,-8 0 0 16,8 0 0-16,-8 0 208 0,0 0 32 0,6 7 16 0,0-1 0 16,-2 3 48-16,-2 3 16 15,-1 4 0-15,-1-1 0 0,0 4-208 0,-2 1-64 0,-2 5 0 0,0-3 0 16,1 2-192-16,1-2 144 0,-1 0-144 0,-1-2 128 0,0-1-128 15,0 0 0-15,2-1 0 0,-1-4 128 0,1 2-128 16,0-3 0-16,2-1-192 0,0-1 192 16,0-3-1136-1,2-1-96-15,-2-7-32 0,0 0 0 0,5 6-2800 0,1-2-560 0</inkml:trace>
  <inkml:trace contextRef="#ctx0" brushRef="#br0" timeOffset="9616.98">28769 12108 32255 0,'0'0'2864'0,"0"-5"-2288"0,0-2-576 0,3 1 0 0,2-1 4256 0,1 2 736 15,4-4 160-15,-1 1 32 0,1 3-3120 0,-1-1-608 16,3 0-128-16,0 4-32 0,3-3-528 0,1 1-128 16,-2 0 0-16,1 1-16 0,2 0-416 0,0 2-80 0,-2-1 0 15,1 2-128-15,0 0 128 0,-3 2-128 16,-3-2 0-16,-1 3 0 0,2 1 144 0,-11-4-144 15,6 1 0-15,-6-1 144 0,0 0-144 0,0 0 0 16,4 8 144-16,-3-2-144 0,-1-6 0 0,-4 8 128 16,-1 0-128-16,-3 0 0 0,1-2 0 0,-3 2 0 0,1 0 0 0,-1 0 128 15,-2 0-128-15,2 1 0 0,-1-3 0 16,2 2 0-16,0 1 0 0,0-5 0 0,0 1 0 16,1 2 0-16,1-2 0 0,2 0 0 15,0 0 0-15,5-5 0 0,0 0 0 0,0 0 0 0,0 0 0 0,0 10 0 16,4-4 0-16,1 1 0 0,0-1 0 0,2-1 0 15,1 2 0-15,2 1-160 0,3-2 160 0,0 2-208 16,0 0 208-16,2 1 0 0,0-1 0 0,1 2 0 0,-1-2 0 16,0 1 0-16,0 2 0 0,-1-1-144 15,-7 2 144-15,4-4 0 0,-2 1 0 0,-1 1 0 0,-8-10 144 16,2 13-144-16,2 0 192 0,-2 0-192 0,1-4 128 16,-4 2-128-16,-4-1 0 0,-2-1 0 0,1 2 128 0,-3-3-128 15,-4-1 0-15,0 3 80 0,1-3-80 16,-2 1 0-16,-5-3 0 0,1 1 0 0,1-2 0 15,0 1 0-15,-1-1 0 0,0 0 0 0,-1-2 0 0,3-2 0 16,-4 3 0-16,2-3 0 16,1 0-368-16,-2 0-64 0,4-3-16 0,2 3-16752 15,2 0-3344-15</inkml:trace>
  <inkml:trace contextRef="#ctx0" brushRef="#br0" timeOffset="10066.53">29684 11553 36863 0,'0'0'1632'0,"0"0"336"0,0 0-1584 0,0 0-384 0,9-1 0 0,-1 1 0 0,-8 0 4224 0,0 0 768 16,0 0 160-16,0 0 32 0,0 6-3504 0,2 3-688 15,-1 4-144-15,-1 4-16 0,0 1-560 0,1 5-96 16,1-1-32-16,-2 3 0 0,-2-2-96 0,2 2-48 16,-1 0 0-16,0-2 0 0,-1-1 0 0,1-4 0 15,1 1 0-15,0-2 0 0,-1-3 0 0,2-1 0 16,0 1 0-16,1-2 0 0,-2-2 0 0,1 0 0 16,2-1 0-16,-1-3 0 15,-2-6-640-15,0 0-112 0,0 0-16 0,0 0-16 16,8 2-1904-16,0-2-384 0,1-3-80 0,-1-1-18640 0</inkml:trace>
  <inkml:trace contextRef="#ctx0" brushRef="#br0" timeOffset="10298.87">29864 11692 19343 0,'0'0'1728'0,"0"0"-1392"0,-5-5-336 0,5 5 0 16,0 0 6608-16,0 0 1264 0,-6-5 240 0,6 5 48 16,-8-1-5024-16,0 1-992 0,0 0-208 0,0 2-32 15,2 2-880-15,-2 3-192 0,-1-1-16 0,0 5-16 16,-2-2-528-16,1 2-96 0,-2 2-32 0,2 1 0 15,-1 0-96-15,2 0-48 0,0-1 0 0,1-1 0 0,3 0 0 0,1-1 0 16,3 1 0-16,1-1 0 16,1-5 0-16,3 2 0 0,2 0 0 0,2-2 0 0,1 1 0 0,3-3 0 15,2-2 0-15,2 1 0 0,2-2-128 0,3-1-32 16,1 0 0-16,3-1 0 16,1-2-800-16,2-1-176 0,-2 0-16 0,0-1-16 15,0-3-1472-15,1 1-304 0,1-2-48 16,-1-2-11264-16,-1 2-2256 0</inkml:trace>
  <inkml:trace contextRef="#ctx0" brushRef="#br0" timeOffset="10590.67">30165 11623 16575 0,'0'0'736'0,"0"0"160"0,-9-4-720 0,1 0-176 15,3 0 0-15,5 4 0 0,-5-3 5696 0,5 3 1120 16,-8-3 224-16,2 2 32 0,6 1-4016 0,0 0-816 0,0 0-144 0,0 0-48 16,0 0-816-16,0 0-160 0,0 0-48 0,0 0 0 15,0 0-448-15,2 7-112 0,-2-7-16 0,3 11 0 16,0-2-192-16,2-1-32 15,1 4-16-15,1-3 0 0,-2 2-208 0,4 1 144 0,0-1-144 0,0 0 128 16,-3 1 48-16,1 1 0 0,1-1 0 0,1 1 0 16,-2-1-176-16,-2-2 0 15,0-1 0-15,-2-1 0 0,-2 1 0 0,1 0 0 0,-1-1 0 16,-1 0 0-16,-1 0 192 0,-5 0 16 0,1-1 0 16,-1 1 0-16,-4-1-80 0,-1-1-128 0,-1-1 176 0,-1 1-176 15,0 0 128-15,-3-1-128 0,-5-1 0 16,2-1 0-16,1 0 0 0,1-1-176 0,-2-1 32 0,4 2 0 15,0 0-1424 1,5-1-288-16,2 3-48 0,8-5-13840 0,0 0-2752 0</inkml:trace>
  <inkml:trace contextRef="#ctx0" brushRef="#br0" timeOffset="10872.93">30417 11695 30399 0,'0'0'2704'15,"0"0"-2160"-15,0 0-544 0,0 9 0 0,3 1 4624 0,-2 4 816 16,0 1 176-16,1 2 16 0,-4 0-3264 0,1 3-640 16,-2-1-144-16,1 5-32 0,-2-3-720 0,1 2-128 15,-1 3-48-15,-1 0 0 0,0 1-464 0,0 2-192 16,-1-1 176-16,0 0-48 0,-2 2-128 0,-1-4 0 16,-1 0 0-16,0 2 0 0,1-2 0 0,0 0 0 0,-1-1 0 15,-1-3 0-15,3-1 0 0,1-2 0 16,-1-4 0-16,0-1 0 0,1 0 0 0,2-3 0 15,1 0 0-15,-1-3 0 0,-1-1 0 0,2-3 0 16,4-4 0-16,0 0 0 16,0 0-656-16,0 0-80 0,0 0-16 0,0 0 0 15,0 0-2128-15,1-8-416 0,4-4-96 0,0-1-18176 0</inkml:trace>
  <inkml:trace contextRef="#ctx0" brushRef="#br0" timeOffset="11122.99">30448 12046 36911 0,'0'0'1632'0,"0"0"352"0,0 0-1600 0,0 0-384 0,0 0 0 0,0 0 0 16,0 0 2432-16,0 0 384 0,0 0 96 0,3 9 16 0,-2 1-976 0,1 1-192 16,-2 0-32-16,1 0-16 0,-1 2-768 0,0 1-160 15,1 3-16-15,0-1-16 0,2 1-368 0,-2 2-80 16,1 0-16-16,-1 0 0 0,-1-1-96 0,1 2 0 16,-1-1-16-16,2 0 0 0,-2-2-176 15,1-2 160-15,-2-4-160 0,1 2 160 0,0 0-160 0,0-4 0 16,-3-1 0-16,3-8 0 0,-1 8 0 0,1-8 0 15,-3 6 0-15,3-6 0 16,0 0-1024-16,0 0-144 0,-3 7-32 0,3-7 0 16,-1 6-2448-16,1-6-480 0,7 5-96 0</inkml:trace>
  <inkml:trace contextRef="#ctx0" brushRef="#br0" timeOffset="12067.98">30895 12206 25791 0,'0'0'1152'0,"0"0"224"0,2-5-1104 0,0 0-272 16,1-1 0-16,-3 6 0 0,0 0 4608 0,0 0 848 15,0-5 176-15,-1 1 48 0,-1-2-2928 0,2 6-576 0,-4-6-112 16,-1 3-16-16,-1-1-1024 0,1 0-208 0,-1 1-48 0,0 2 0 16,-5 0-336-16,2 1-80 0,0 1-16 0,-3-1 0 15,-1 0-128-15,-1 4-16 0,-2-3-16 0,-1 3 0 16,0 1-176-16,1 2 128 0,-3-1-128 0,0 3 128 15,-2 0-128-15,0-1 192 0,1 3-192 16,0-2 192-16,-1 3-192 0,2-2 0 0,3 2 0 16,0-3 0-16,2 1 0 0,-1 1 0 0,5-2 0 0,2 1 0 15,1-1-208-15,4 1 80 0,0-4 128 0,3-6-208 0,4 9-80 16,2 0-16-16,2-1 0 0,4 0 0 0,2 0 48 0,2-2 16 16,2-2 0-16,3 1 0 0,1-1 240 0,0 0 0 15,0-1 0-15,2-1 0 0,-2-2-256 0,0 0 64 16,-1-1 0-16,-1 0 0 0,-1-2 192 0,-1 1-192 15,1-2 192-15,-2 0-192 0,0 0 48 0,0 1 16 16,-2-3 0-16,0 1 0 0,-2-2 128 0,0 2 0 16,-2 0 0-16,1-3-128 15,-1 1 128-15,-2 1 0 0,-1-2 0 0,-3 1 0 0,0 1 0 16,-1 1 0-16,-2-2 0 0,1 3 0 0,0-5 128 0,-3 9-128 16,0 0 160-16,-2-6-160 0,1-1 192 0,1 7-48 15,-3-5-16-15,3 5 0 0,-5-3 0 0,5 3-128 16,-6-5 192-16,-1 4-64 0,1 1-128 0,-2 0 0 15,0 0 144-15,0 2-144 0,0 2 0 0,-1 0 0 16,0 1 0-16,0 3 0 0,0-3 0 0,1 3 0 16,2 0 0-16,0 0 0 0,1 0 0 0,3-2 0 0,2-6 0 0,-2 8-128 15,2 1-112-15,2 0-16 0,-2-9 0 0,3 7 0 32,4-2-160-32,1 0-32 0,1-1-16 0,1 0 0 15,1-3 0-15,-1 1 0 0,2-2 0 0,1 0 0 0,0-2 80 0,0 0 32 0,-1-1 0 16,-1 1 0-16,3-2 160 0,-3-2 16 15,0 1 16-15,-2-1 0 0,-1-1 160 0,-1 1 0 0,1-1-144 0,-3-1 144 16,-3 2 0-16,0-1 0 0,4 1 0 0,-4-1 0 16,-3-1 0-16,0 2 0 0,1 6 0 0,0-7 0 15,-2 1 192-15,2 6-32 0,-4-5-16 0,2 1 0 0,2 4 112 0,0 0 32 16,0 0 0-16,0 0 0 0,0 0 64 16,0 0 16-16,0 0 0 0,-7 1 0 0,7-1-16 15,-5 3 0-15,-1 1 0 0,0 1 0 0,4 1-96 0,-1 2 0 16,1-1-16-16,-1-1 0 0,2 5-32 15,-1-1 0-15,2 0 0 0,0 2 0 0,2 1-80 0,0 0 0 16,2 3-128-16,1-2 192 0,2-1-32 0,-1 3-16 16,1 2 0-16,1 0 0 0,1 2 16 0,0 1 0 15,-1-2 0-15,0 5 0 0,-1-5-160 0,0 2 160 16,-1 0-160-16,-2 1 160 0,-1 0-160 0,-2 2 0 16,1-1 144-16,-1-2-144 0,-5 1 0 0,0 2 144 15,0-5-144-15,-2 2 0 0,-1-2 192 0,-2-2-64 16,-1-3 0-16,-2-1-128 0,1 0 256 0,-2-3-64 15,-1-1-16-15,0-2 0 0,-2-2-48 0,0-2-128 16,5-2 192-16,-2 0-64 0,-2-2-80 0,0-1-48 16,-2-2 0-16,0-2 0 0,-2 0 0 0,1-2 0 15,0-1 0-15,-4-4 0 0,1-1 0 0,0-1 0 0,2 1 0 16,2 1 0-16,1-2-192 0,6 5 64 16,-1 1 128-16,2-3-208 0,0 2-48 0,0-1 0 0,-2 1 0 15,5-1 0 1,2 1-1264-16,0 1-256 0,-1 2-48 0,1 1-21920 0</inkml:trace>
  <inkml:trace contextRef="#ctx0" brushRef="#br0" timeOffset="18767.18">14706 13154 38127 0,'-10'-4'1680'0,"3"0"368"0,-1-3-1648 0,2 4-400 0,6 3 0 0,-7-7 0 0,-1 1 704 0,0-1 64 15,-2 2 16-15,1 2 0 0,0 1 672 0,-2 0 128 16,0 1 16-16,-4 1 16 0,-2 0-656 0,0 4-128 15,-1 0-16-15,5 0-16 0,-3 0-208 0,1 1-32 0,-2 0-16 0,0 2 0 16,-4-1-160-16,3-1-16 16,1 2-16-16,1 1 0 0,-1-1-160 0,3 3-48 15,1-4 0-15,1 2 0 0,3-2-16 0,0 0 0 16,1 0 0-16,3-1 0 0,1 1-128 0,4-6 0 16,0 0 0-16,0 0 128 0,0 0-128 0,3 9 0 15,2-1 0-15,1-2 0 0,3 1 0 0,2-2 0 16,1 0 0-16,2-2 0 0,3 1 0 0,1-1 0 15,2 1 128-15,1 2-128 0,-2 0 0 0,2 1 0 0,0-1 0 16,0 2 0-16,0 1 0 0,-1 0 0 0,-1 0 0 16,-2 2 0-16,0 0 0 0,-2 3 0 15,0-3 0-15,-2 1 0 0,0 0 0 0,-2-1 128 0,0 1-128 0,-2 0 0 16,-1 0 144-16,-3-3-144 0,-1 1 160 0,-3 1-160 16,-3 0 320-16,-2 0-16 0,-4-1-16 0,0 1 0 0,-2-1 96 15,-2 3 32-15,-1-2 0 16,0 0 0-16,-4-2-128 0,-1 1-32 0,-3-1 0 0,0-3 0 15,-1-1-128-15,-2 1-128 0,-1-2 144 0,2-2-144 0,-2-2 0 16,2-1 0-16,-1-2 0 0,-7-1 0 16,4-1-272-16,3-1-160 0,2-4-16 15,4 1-16-15,3 0-880 0,4-1-160 16,2-2-32-16,5 4-16 0,2 0-3040 0,4-1-592 0</inkml:trace>
  <inkml:trace contextRef="#ctx0" brushRef="#br0" timeOffset="19050.5">15018 13051 23039 0,'-7'-8'1024'0,"4"4"192"0,-1 1-960 0,4 3-256 16,0 0 0-16,0 0 0 0,0 0 4880 0,0 0 944 15,0 0 176-15,0 0 32 0,0 0-3312 0,0 0-672 16,-1 10-128-16,1 0-16 0,-1 2-896 0,2 6-176 0,0-1-48 0,2 4 0 15,0 0-336-15,-1 3-64 0,-2 4 0 16,3 0-16-16,0 2-160 0,-1 3-16 16,-1-3-16-16,2 0 0 0,0 0-176 0,-1-3 0 0,0-2 0 15,-1-1 0-15,0-1 0 0,0-5 0 0,1 1 0 16,-1-4 128-16,0 0-320 0,-1-2-64 0,0-4 0 0,0-1-16 16,-1-2-1120-16,1-6-208 15,0 0-64-15,0 0 0 0,0 8-1520 16,0-8-304-16,0 0-64 0</inkml:trace>
  <inkml:trace contextRef="#ctx0" brushRef="#br0" timeOffset="19546.22">14821 13404 24879 0,'0'0'2208'0,"0"0"-1760"16,0 0-448-16,0 0 0 0,0 0 3952 0,7 3 704 16,3-2 144-16,0 2 16 0,3-3-3072 0,0 0-608 15,4 0-128-15,3 0-32 0,0-3 48 0,3 0 0 16,0 2 0-16,3-4 0 0,0 0-448 0,0-1-96 15,0 1-16-15,2-1 0 0,-1-1-144 0,1-1-16 16,0 1-16-16,0-1 0 0,-5 1-112 0,1 1-32 16,-2 0 0-16,-1 3 0 0,-3 0-144 0,-4 3 160 15,-1 0-160-15,-1 3 160 0,-4 3-160 0,-3-1 192 16,-2 3-192-16,-3 3 192 0,-2 2 128 0,-2-2 48 16,-2 2 0-16,-2 0 0 0,-1 0-48 0,0 0-16 15,0-1 0-15,0 0 0 0,-1-2-304 0,3 0 128 16,-1-1-128-16,1 0 0 0,2-4 0 0,5-5 0 0,0 0 0 15,0 0 0-15,0 0 0 0,0 0 0 0,0 0-208 16,0 0 80-16,0 0-96 0,0 0-16 0,0 0 0 16,0 0 0-16,0 0-16 0,0 0-16 0,0 0 0 0,8-4 0 15,0 0 80-15,1-5 0 0,0 0 16 0,1-2 0 16,2-2 0-16,0 0 0 0,0-1 0 0,1 0 0 16,0-1 48-16,-2 2 0 0,1 2 0 0,-2 1 0 15,-2 3 128-15,-1 1 0 0,1 4 0 0,-2 3-128 16,-6-1 128-16,8 7 192 0,-1-1-32 0,-1 5-16 15,-1-2 272-15,0 2 48 0,-1 2 16 16,2 1 0-16,-2 0-208 0,1 0-32 0,0 1-16 0,1-2 0 0,1 0-224 16,1 0 0-16,0-3 0 0,1 1 0 15,0-2-432-15,1-3-128 0,-1-2-16 16,2 0-16-16,2-1-1120 0,0-2-208 16,0-2-64-16,0-2 0 0,1 0-1792 0,1-2-352 15,-2-1-80-15</inkml:trace>
  <inkml:trace contextRef="#ctx0" brushRef="#br0" timeOffset="19940.7">15912 13034 30687 0,'0'0'1360'0,"0"0"288"0,-1-7-1328 0,-2 3-320 0,2 1 0 0,1 3 0 0,0 0 2944 0,0 0 528 16,-4 6 112-16,-3 1 0 0,2 3-1472 0,0 3-288 16,-2 1-64-16,1 5-16 0,-2 1-608 0,0 3-128 15,2-1-32-15,-1 3 0 0,1-2-304 0,-1 3-64 16,3 1-16-16,2 1 0 0,0-2-288 0,2-1-64 15,2-1-16-15,0-1 0 0,2-4-224 0,3-2 0 16,-1 0 0-16,3-4 0 0,-1 0 0 0,2-1 0 0,2 0 0 0,0-6 0 16,0 1 0-16,1-2 0 0,0 0 0 15,1-2-160-15,0-5 32 0,1 1 0 16,0 1 0-16,2-3 0 0,0-2-192 0,0-3-48 16,-1 1 0-16,0-4 0 0,0 1-16 15,0-2 0-15,0-1 0 0,-1 0 0 16,-2-1 0-16,-1-3 0 0,-1 2 0 0,-2 1 0 15,0-2 144-15,-4 3 32 0,-1 3 0 0,-1 2 0 0,-2 2 208 0,-1 6 0 0,0 0 0 0,0 0 0 0,0 0 192 0,-7 7 64 16,2 5 32-16,-3-1 0 0,1 2 160 0,-3 0 48 16,5 2 0-16,-1 1 0 0,-2 0-240 0,3-1-32 15,1 0-16-15,2-1 0 0,2-2-208 0,2 1 0 16,0 0 0-16,2-3 0 0,1-1 0 0,3 2 0 16,3-2-128-16,-2-1 128 0,0-2-384 0,0 1 16 15,0-3 16-15,0-1 0 16,-1 0-1392-16,1 0-288 0,-1-2-48 15,0-1-12320-15,0-1-2480 0</inkml:trace>
  <inkml:trace contextRef="#ctx0" brushRef="#br0" timeOffset="20190.66">15708 13254 43887 0,'0'0'1936'0,"0"0"416"0,0 0-1888 0,0 0-464 0,11 0 0 0,1 0 0 15,1 0 544-15,1 0 16 0,3-1 0 0,0 0 0 16,1 1 272-16,0-3 48 0,5 0 16 0,1 2 0 16,2-4-704-16,4 1-192 0,2-1 0 0,-1-1 128 15,2 1-1312-15,0 0-256 0,3 1-48 0,-2 2-12208 16,-3-4-2432-16</inkml:trace>
  <inkml:trace contextRef="#ctx0" brushRef="#br0" timeOffset="20661.14">16505 13090 24879 0,'0'0'2208'0,"0"0"-1760"16,-4-1-448-16,4 1 0 0,0 0 5184 0,0 0 960 15,0 0 192-15,0 0 48 0,8-2-4080 0,1 1-800 16,-1 1-160-16,2 0-48 0,3 0-368 0,2-3-80 16,-1 3-16-16,2 0 0 0,-1 0-528 0,2 0-112 15,-1 0-32-15,0 3 0 0,-1-3-160 0,1 3 0 16,-2 1 144-16,-1-2-144 0,-1 3 128 0,-2 1-128 16,0 0 160-16,-3 1-160 0,0 0 224 0,-1 3-48 15,0-4-16-15,-2 3 0 0,-3 0 16 0,-1 3 0 16,0-3 0-16,-3 3 0 0,-1 1 0 0,-1 1 0 15,0 2 0-15,-2 1 0 0,-2 1-176 0,0 3 160 0,-1-1-160 16,-2-1 160-16,-1 1-160 0,0-1 0 16,0-2 0-16,0 1 128 0,-2 1-128 0,2-2 0 15,0-2 0-15,0 0 0 0,0-2 0 0,3 0 0 0,-1-2 0 16,2-1 0-16,3-1 0 0,1-2 0 0,-1 0 0 0,6-7 0 16,-2 7 0-16,2-7 128 0,0 6-128 0,0-6 112 15,0 0-112-15,5 7 0 0,2-2 0 0,0-1 0 16,2-3 0-16,3-1 0 0,1 0 0 0,2-1 0 15,0-2 0-15,2-1 0 0,1-1 0 0,1 0 0 0,0-2 0 16,2 1 0-16,0-1 0 0,0 2 0 0,0 0 0 16,1 0-128-16,1 1 128 0,-2-3 0 15,-1 3 0-15,-2 0 0 0,0 2 0 0,-2-1 0 16,-2 2-464-16,1-1 16 0,-2 2 0 0,-2 0 0 16,0 2-1088-16,-1 0-192 0,-2 4-64 0,-1-1-21808 15</inkml:trace>
  <inkml:trace contextRef="#ctx0" brushRef="#br0" timeOffset="21181.55">14651 14021 38703 0,'-21'-5'3440'0,"-3"1"-2752"16,-4 0-560-16,11 1-128 0,0-3 3072 0,3 0 592 15,2 1 112-15,0 1 32 0,2-1-2528 0,0 0-496 0,2 1-96 16,3 1-32-16,5 3-160 0,0 0-48 16,0 0 0-16,0 0 0 0,0 0-160 0,0 0-32 15,10 0-16-15,3 0 0 0,1-2-48 0,5 0-16 16,1 1 0-16,4 0 0 0,2 1-176 0,4-3 0 0,5 2 144 0,6-2-144 15,4 1 144-15,6-2-144 0,4 1 192 16,2 1-192-16,2 0 0 0,2-2 0 0,0 2 0 16,5 0 0-16,1-1 192 0,4 0 0 15,2 0-16-15,-1 1 0 0,-3 2-304 0,0 0-64 0,-1-2-16 0,1 1 0 16,1 1 336-16,-2 0 64 0,-2 0 0 0,-3-1 16 16,-4 1-208-16,-3-3-288 0,-4 3 64 0,-3-1 16 0,0-2 336 15,-3 1 64-15,0 2 0 0,-2 0 16 0,-3 0-144 16,-3 2-64-16,-2-2 0 0,-3 2 0 0,-3-2 0 0,-3 1 0 15,-2 0 0-15,-2 2 0 0,-2-3 0 16,-1 1 0-16,-1-1 0 0,0 1 0 0,-2 1 0 0,-2-1 0 16,0 0 0-16,-1 2 0 0,0-3 0 0,-1 0 0 15,-1 1 0-15,-2 1 0 0,0-2 0 16,-3 0 0-16,-7 0 0 0,8 0 0 0,-8 0 0 0,0 0 0 16,0 0 0-16,0 0-160 15,0 0-928-15,0 0-176 0,0 0-32 0,0 0-23536 0</inkml:trace>
  <inkml:trace contextRef="#ctx0" brushRef="#br0" timeOffset="21728.83">17380 13192 49119 0,'0'0'2176'0,"0"0"448"0,0 0-2096 0,0 0-528 0,0 0 0 0,0 0 0 0,0 0 1440 0,0 0 176 16,0 0 48-16,0 0 0 0,0 0-512 0,0 0-112 16,0 0-16-16,0 0 0 0,-1 6-768 0,1-6-256 0,0 0 128 0,-2 7-48 15,-2-2-80-15,4-5 0 0,0 0 0 0,0 0 0 16,0 0 0-16,-1 6 0 15,1-6 0-15,0 0 0 16,0 0-1376-16,1 8-224 0,2 0-32 0,0 0-14832 16,0 0-2976-16</inkml:trace>
  <inkml:trace contextRef="#ctx0" brushRef="#br0" timeOffset="21902.36">17409 13434 4607 0,'0'0'400'0,"0"0"-400"0,-6 4 0 0,6-4 0 0,0 0 10208 16,0 0 1952-16,-1 7 400 0,1-7 80 0,0 0-8832 15,-1 9-1760-15,1-9-368 0,0 6-64 0,0-6-608 0,0 0-128 16,0 0-32-16,0 0 0 0,0 0-672 0,0 0-128 16,0 0-48-16,1 8 0 0,-1-8 0 0,0 0 0 15,0 0 0-15,0 0 0 0,5 7-128 0,-5-7-32 16,0 0 0-16,0 0 0 16,0 0-2432-16,0 0-480 0</inkml:trace>
  <inkml:trace contextRef="#ctx0" brushRef="#br0" timeOffset="29321.42">17961 13531 14735 0,'0'0'640'0,"0"0"160"0,-1-4-640 0,0-2-160 0,1 6 0 0,0 0 0 16,0 0 6080-16,0 0 1200 0,0 0 224 0,0 0 48 16,0 0-4544-16,0 0-896 0,0 0-192 0,0 0-48 15,0 10-768-15,0 0-144 0,1 2-48 0,2 1 0 16,-1 1-400-16,1 3-96 0,-2-1-16 0,0 2 0 16,2 0-32-16,-2-1-16 0,1-1 0 0,-1-1 0 0,0 0-192 0,1-2-32 15,-2-3-128-15,0 1 192 0,-2-5-192 0,2-6 144 16,0 0-144-16,0 0 128 0,0 0-128 0,0 0 128 15,0 0-128-15,0 0 128 0,0 0-128 0,0 0 0 16,0 0 0-16,4-6-176 0,0-6 176 0,1 0-192 16,2-5 192-16,1-1-192 0,1-4 64 0,0 0 0 15,1-4 0-15,2 0 0 0,1-1-64 0,1 0-16 16,2-3 0-16,-2 3 0 0,2 1 48 0,0 1 16 16,-1 1 0-16,1 4 0 0,-2 3 144 0,1 1 0 15,-2 7-144-15,-2 2 144 0,0 5 0 0,-3 3 0 16,-2 6 0-16,1 3 0 0,-2 6 224 0,0 1-32 15,0 5-16-15,-1 5 0 0,-1 0 64 0,-2 7 16 16,-1 5 0-16,2 3 0 0,0 3-64 0,-1 3 0 16,-1 5 0-16,0 1 0 0,0-2-192 0,0 1 176 15,2-6-176-15,-1 0 160 0,-1-1-160 0,0-3 0 16,0 1 144-16,0-2-144 0,0-3 0 0,-1-1 144 0,-1 1-144 16,1-7 0-16,1 0 0 0,0-4 0 0,1-2 0 15,-1-3 0 1,0-5-1136-16,2-4-224 0,-1-1-48 0,4-2-16 15,0-2-2000-15,2-3-400 0,1 0-80 0</inkml:trace>
  <inkml:trace contextRef="#ctx0" brushRef="#br0" timeOffset="29799.11">18604 14282 31503 0,'0'0'1392'0,"0"0"288"0,-3-7-1344 0,1-1-336 0,-1 0 0 16,2 1 0-16,0-1 2352 0,-2 0 400 15,2 1 64-15,-1 1 32 0,0-1-608 0,0 1-128 16,0 1-32-16,2 5 0 0,-4-3-720 0,4 3-144 16,-8 0-16-16,2 1-16 0,-2 3-336 0,0 1-64 0,0 2-16 0,0 3 0 15,1-1-336-15,-3 3-80 0,3 4-16 0,-3-2 0 16,1 3-144-16,0 1-16 0,0-1-16 0,4 4 0 15,0-1-160-15,1-2 160 0,0-2-160 0,3-2 160 16,1-1-160-16,2-1 0 0,3-2 0 0,3-2 0 16,0-1 0-16,1-1 0 0,-1-1 0 0,2-2 0 15,1-2 0-15,3-1-176 0,0 0 176 0,2-1-192 16,-2-2-336-16,2-1-80 16,0-1-16-16,-1 0 0 0,1-2-1232 15,2 2-256-15,2 0-64 0,-1-2-13008 0,1 0-2608 0</inkml:trace>
  <inkml:trace contextRef="#ctx0" brushRef="#br0" timeOffset="30944.29">19068 13683 14735 0,'0'0'1312'0,"0"0"-1056"16,0 0-256-16,0 0 0 0,0 0 6192 0,0 0 1168 15,0 0 256-15,7-4 32 0,-1-1-5232 0,2 4-1056 16,1 1-208-16,0-3-32 0,2-1 208 0,2 2 32 16,0-1 16-16,1 2 0 0,0-1-928 0,3 1-192 0,0 0-48 0,2 1 0 15,-1-2-208-15,0 2 0 16,0 0 0-16,-1 0 0 0,0 2 0 0,0-1-336 0,0 0 48 0,0 1 16 31,-3-1-1488-31,-1 2-288 0,-1-2-64 0,4 4-16 16,-4 2-1392-16,-3-1-256 0,-4 1-64 0</inkml:trace>
  <inkml:trace contextRef="#ctx0" brushRef="#br0" timeOffset="31142.02">19183 13813 33343 0,'0'0'1472'0,"-7"3"320"0,0 0-1440 0,0-2-352 0,1-2 0 0,6 1 0 0,0 0 2048 0,0 0 320 16,0 0 80-16,0 0 16 0,0 0-816 0,0 0-176 15,10 0-16-15,2 0-16 0,2 0-560 0,0 0-112 16,5-2-32-16,0 2 0 0,1 0-224 0,-1-2-64 15,2 0 0-15,0 0 0 0,0-1-192 0,1 1-64 16,-1 0 0-16,8 0 0 0,-6-2-192 0,-1 1 0 16,-1 3 0-16,-3-2-160 15,-2-1-1088-15,0 3-224 0,-2-1-32 16,-4 1-16-16,1 0-2160 0,-1 0-432 0</inkml:trace>
  <inkml:trace contextRef="#ctx0" brushRef="#br0" timeOffset="33252.31">20165 13205 34431 0,'0'0'1536'0,"0"0"304"0,0 0-1472 0,-2-6-368 0,2 1 0 0,2 0 0 15,-2 5 1776-15,0 0 272 0,2-5 64 0,-2 5 16 16,0 0-528-16,0 0-128 0,0 0 0 0,0 0-16 15,7 8-608-15,1 2-112 0,-2 4-32 0,1 9 0 16,-1 0-176-16,2 6-32 16,-2 5-16-16,0 2 0 0,0-2-16 0,-1 1 0 0,1-1 0 0,-1 0 0 15,-1-1-80-15,0-1-32 0,0-4 0 0,-1-2 0 16,0 0-160-16,0-7-16 0,-1-2-16 0,1-2 0 0,0-2 160 16,-1-3 16-16,-1-1 16 0,-1-9 0 0,0 0-352 0,0 0 0 15,0 0 0-15,0 0 0 0,0 0-128 0,0 0-112 16,0 0-16-16,0 0 0 0,0 0 400 0,3-8 80 15,0-1 16-15,-1-3 0 0,1-2-416 0,-1 0-80 16,0-3 0-16,0-3-16 0,1-1 272 0,0-1 0 16,0-1 0-16,3-2 0 0,0 0 0 0,1 0 0 15,1-1 0-15,-1 2-160 0,1-4 160 0,0 5 0 16,0 1 0-16,0 2 0 0,-1 4 0 16,0 5 0-16,-2 0 0 0,0 5-128 0,-5 6 128 0,0 0 0 15,0 0 0-15,7 6 0 0,-1 5 0 0,1 3 0 16,0 6 0-16,-1 0 128 0,-1 6-128 0,2 1 0 15,-1-1 0-15,2-2 128 0,0 4-128 0,1-1 0 16,-1-1 0-16,1-2 0 0,0-3 0 0,2-2 0 16,-2-2 0-16,-1-3 128 0,-1-2-128 0,2-1 0 15,-1-2 0-15,0-4 0 0,1-1 0 0,-1-3 0 16,0-1 0-16,0-1 0 0,0 1 0 0,-1-3 0 16,1-2 0-16,0-2 0 0,-1 0 0 0,0-2 0 0,1-2 0 0,0 1 0 15,-2-6 0-15,1 0 128 0,-3-1-128 0,1-1 0 16,0 0 0-16,1-2 0 0,-1 0 0 0,0-1 0 15,0 1 0-15,-1-3-128 0,0-2 128 0,0 0-192 32,0 0-496-32,0 2-96 0,-2-1-32 0,1 2 0 0,0 3-960 15,-2 3-192-15,0-2-32 0,-1 6-12304 0,0 0-2464 0</inkml:trace>
  <inkml:trace contextRef="#ctx0" brushRef="#br0" timeOffset="33498.99">20038 13136 10127 0,'0'0'896'0,"0"0"-704"16,-9-7-192-16,4 3 0 0,5 4 7872 0,0 0 1536 15,0 0 304-15,0 0 64 0,0 0-7280 0,9-5-1472 16,1 0-272-16,3-1-64 0,2 1-96 0,-2 3-16 15,4-1 0-15,4-1 0 0,2 2-576 0,2-1 0 16,2 2 0-16,2-2 0 16,1 0-1168-16,0 2-256 0,2 0-48 0,1 1-16 15,1 1-2672-15,-1 0-544 0</inkml:trace>
  <inkml:trace contextRef="#ctx0" brushRef="#br0" timeOffset="33636.76">20700 13108 34383 0,'0'0'1520'0,"0"0"320"0,0 0-1472 0,0 0-368 0,0 0 0 0,11-1 0 15,-1-2 1680-15,1 1 272 0,-2-1 48 0,-1 0 16 16,1 1-448-16,1 1-96 0,1-6 0 0,-2 3-16 16,1 1-1200-16,1-2-256 0,-1 1 0 0,0 2 0 15,1-1-3584-15,-2 2-704 0</inkml:trace>
  <inkml:trace contextRef="#ctx0" brushRef="#br0" timeOffset="33954">20577 12815 23951 0,'0'0'2128'0,"-6"-4"-1696"0,1 1-432 0,5 3 0 0,0 0 3632 0,0 0 640 16,-5 0 128-16,5 0 16 0,-5 4-1952 16,1 3-400-16,-1 1-80 0,1-1 0 0,0 6-832 0,-1 0-144 15,1 0-48-15,1 2 0 0,-1-2-464 16,2 0-112-16,2 0 0 0,0 0-16 0,1-5-208 0,0 1-32 15,-1-9-128-15,4 8 192 0,-4-8-192 0,5 6 128 16,-5-6-128-16,8 3 0 0,0 1 0 0,0-2 0 16,0-3 0-16,-1 0 0 0,1-1 0 0,1-3 0 15,-1 0-160-15,0-1 160 0,0-2-144 0,0 0 144 0,-1 0-160 0,0-1 160 16,-1 0-304-16,0 0 48 16,-4-2 0-16,1 3 0 0,-3-3-112 0,0 3-16 0,-1 0 0 15,-2 3 0 1,3 5-368-16,0 0-80 0,-7-4 0 0,1 4-16 15,-2-4-1264-15,2 5-256 0,-2 2-64 0,3 3-9840 0,-3 2-1968 0</inkml:trace>
  <inkml:trace contextRef="#ctx0" brushRef="#br0" timeOffset="34232.33">20992 13472 31327 0,'0'0'2784'0,"0"0"-2224"15,0 0-560-15,0 0 0 0,0 9 3248 0,0 0 528 16,-1-1 128-16,1 2 0 0,-1 5-1664 0,0-1-320 16,1 0-80-16,0 1-16 0,0 2-928 0,0 0-176 15,0 0-32-15,-2 0-16 0,2-2-480 0,0 1-192 16,0-2 176-16,0-1-176 0,0-1 0 0,0-3 0 15,0-2 0-15,0-7 0 16,0 0-1536-16,0 0-208 0,0 0-48 0,0 0 0 16,4 4-2688-16,-4-4-560 0</inkml:trace>
  <inkml:trace contextRef="#ctx0" brushRef="#br0" timeOffset="34378.53">21041 13258 37439 0,'0'0'1664'0,"0"0"320"0,-7-1-1584 0,2 1-400 0,1 0 0 16,4 0 0-16,0 0 256 0,0 0-16 0,0 9-16 0,3 3 0 31,-2 2-944-31,4 2-192 0,2 1-48 0,1 2-9792 0,-1 2-1952 0</inkml:trace>
  <inkml:trace contextRef="#ctx0" brushRef="#br0" timeOffset="35650.91">21333 13593 13823 0,'0'0'1216'0,"2"-6"-960"0,-3-4-256 0,1 3 0 0,-1 0 4160 0,-1-3 800 15,0-2 160-15,-1 4 16 0,1 3-2400 0,-2 0-496 16,-2 0-80-16,0 1-32 0,1 4-304 0,-2 0-64 16,-1 0-16-16,-1 4 0 0,-2 1-576 0,-1 3-112 15,-1 1-32-15,1 2 0 0,-2 2-224 0,-1 2-48 16,2-1-16-16,2 0 0 0,0 1-336 0,5-1-64 15,-1 1-16-15,2-2 0 0,1-2-320 0,1 0 0 0,3-1 0 16,3-1 0-16,-2-2-192 0,-1-7 0 16,4 6 0-16,3 0 0 15,1-4-192-15,-1 1-64 0,2-2 0 0,1-1 0 16,-1 0 0-16,0-1 0 0,1-3 0 0,1-1 0 0,0-2 128 0,1-1 32 16,-1 0 0-16,-2-1 0 0,1 0 96 0,1-4 0 0,-1-1 16 15,-1-1 0-15,0 0 176 0,0-3-160 0,1 1 160 0,-1 0-160 16,-2-3 160-16,3-2 0 15,-3 1 0-15,1 2 0 0,0 2 0 0,-3 0 0 0,2 1 0 16,-2 3 128-16,0 1 0 0,-1 3 16 0,-1 3 0 0,-3 6 0 16,0 0 176-16,0 0 16 0,0 0 16 0,0 0 0 15,0 0-64-15,0 0-16 0,-3 9 0 0,-1 4 0 16,0 4-144-16,0 1-128 0,-1 0 192 0,1 2-192 16,0 2 144-16,0 0-144 0,1 0 0 0,1 0 144 15,2-1-144-15,2-1 0 0,0-2 0 0,3-1 0 16,1-1 0-16,0-2 0 0,1-2-128 0,0-2 128 15,1-2-192-15,1-1 16 0,1-1 16 0,-1-2 0 16,1-3-112-16,-1-1-32 0,2-1 0 0,-1 0 0 0,1-2 16 16,-1-1 0-16,2 0 0 0,-2-5 0 0,2 0 32 15,-2-1 0-15,-1-2 0 0,1 0 0 0,-3 2 80 0,0-1 32 16,-2-1 0-16,-1 1 0 0,-1-2 144 0,-1 1 0 16,0 0 0-16,-1 0 0 0,0 2 0 0,-1 0 0 15,0 1 128-15,-1 1-128 0,-2 2 208 0,3 6-16 16,0 0-16-16,0 0 0 0,-5-2 80 0,5 2 0 15,-8 4 16-15,2 1 0 0,0 0-144 0,0 3-128 16,-1 1 192-16,2 3-192 0,0 1 0 0,0 1 0 16,1 1 0-16,0 0 0 0,1 2 0 0,1-1 0 15,0 1 0-15,2-2-144 0,2-2 144 0,0 1 0 16,1-1 0-16,2-2 0 0,6 0-160 0,-2-2 160 0,0-3-192 16,1 0 192-16,1-3-288 0,2 0 48 15,-2-3 16-15,2 3 0 0,2-7 32 0,-1 1 16 16,2-1 0-16,1 0 0 0,-2-1 176 0,2-1 0 0,0-1 0 15,2-2-128-15,-2-1 128 0,-1-1 0 16,1 1 0-16,-1-3 128 0,-3 1-128 0,0 0 0 0,-2 2 128 0,-2-2-128 16,-1 2 144-16,-2 0-144 0,-1 3 192 0,-2-2-192 15,-3 2 304-15,0 0-48 0,-1 1-16 0,-2 1 0 16,-2 2 144-16,0 1 48 0,-2-1 0 0,-1 2 0 0,0 2-160 16,-1 2-16-16,-1 0-16 0,-1 3 0 15,0 1-240-15,-1 1 144 0,0 1-144 0,0 3 128 0,3-3-128 0,0 2 128 16,0-1-128-16,1-1 128 0,2 2-128 15,0-3 0-15,3 1 0 0,1-2 0 0,1 0-128 0,1-7 128 16,1 8-160-16,-1-8 160 0,0 0-320 0,5 6 16 16,-5-6 16-16,7 4 0 15,-7-4-224-15,8 2-64 0,0-2 0 16,-1-2 0-16,1 1 64 0,0-2 16 0,0-1 0 0,0-1 0 16,0 0 240-16,-1-2 64 0,0 1 0 0,1-2 0 0,0-1 48 15,-2 1 16-15,1-4 0 0,-1 2 0 0,-1-2 128 0,-1 3-160 16,0 0 160-16,-1 1-160 0,-1 3 160 0,-2 5 0 15,0 0 0-15,0 0 0 0,0 0 128 0,0 0 64 16,0 0 16-16,0 0 0 0,-4 8 48 0,1 2 0 16,-1 2 0-16,0 0 0 0,0-1-32 0,1 1 0 15,2 1 0-15,1-1 0 0,1 0-224 0,2-2 128 16,1-2-128-16,1 0 0 0,1 0 0 0,2-2 0 16,1-1 0-16,2-1 0 0,-1-2 0 0,2-2 0 15,1-2 0-15,1 0-160 0,1-2 160 0,0-3 0 0,2 3 0 16,-2-2 0-16,-2-3 0 0,1-2 0 0,0-1 0 0,1-1 0 15,-2-2 0-15,0-2 0 0,0-3 0 16,-3-1 0-16,1-1 0 0,-2-1 0 16,1-2 0-16,-1-1 0 0,0 0 0 0,-1-1 0 0,1-1 0 0,-2 3 0 15,-2 1 0-15,0 0 0 0,-2 2 0 16,0 6 128-16,-2 5 224 0,-2 1 48 0,-2 4 16 0,-1 2 0 16,-1 3 240-16,-2 2 48 0,-2 4 16 0,1 3 0 15,-1 2-192-15,-1 5-32 0,-1 3-16 16,0 2 0-16,-2 3-224 0,1-1-64 0,0 2 0 0,2-1 0 15,1 1-48-15,2-1-16 0,2-1 0 0,1 0 0 0,1-1-128 16,2 0 0-16,1-3 0 0,3 2 128 0,1 0-128 16,3-2 0-16,0-3-192 0,1 1 192 15,1 0-1184-15,0 1-112 0,0-4-32 0,0 0 0 16,0 0-1296-16,1 0-256 0,-1 1-48 0,-3 1-15904 0</inkml:trace>
  <inkml:trace contextRef="#ctx0" brushRef="#br0" timeOffset="36005.46">20414 14165 47743 0,'-21'-3'2112'0,"13"1"448"0,0 1-2048 0,3 0-512 16,5 1 0-16,0 0 0 0,0 0 352 0,10-4-32 0,2 0 0 0,5 0 0 16,3 1 784-16,3-2 160 0,4 1 16 0,5-1 16 15,2 0-720-15,3 1-160 0,5 0-32 0,5 1 0 16,4-3 64-16,2 1 0 0,5 3 0 0,-1 0 0 16,0 0-192-16,1 1-48 0,0 0 0 0,2 1 0 15,3 1-208-15,0 0 0 0,-2 3 128 0,0-4-128 0,-2 3 0 16,-3 1 0-16,-4-3 128 0,-4 0-128 0,-2-1 0 15,-3 0 0-15,-1 0 0 0,-5 2 0 0,-3 0-256 16,-4-2 16-16,-4 0 0 0,-6 0 0 16,-2 2-656-16,-3-1-144 0,-5-1-32 15,-2 1 0-15,-8-1-1920 0,0 0-384 0</inkml:trace>
  <inkml:trace contextRef="#ctx0" brushRef="#br0" timeOffset="36785.12">20564 14611 42559 0,'0'0'1888'0,"0"0"384"0,0 0-1824 0,0 0-448 16,2-4 0-16,-2 4 0 0,0 0 1328 0,0 0 160 15,0 0 48-15,0 0 0 0,0 0-272 0,9 11-48 16,-1 3-16-16,-1 4 0 0,-1 6-560 0,-1 2-96 16,-1 1-32-16,1 2 0 0,-1 5-176 0,2 1-32 15,0 0-16-15,-1 1 0 0,-1-5-80 0,1-1-16 16,1-3 0-16,0-3 0 0,-3-3-192 0,1-2 176 15,0-2-176-15,-2-3 160 0,1-2-160 0,-2-4 128 16,0-2-128-16,-1-6 128 0,0 0-128 0,0 0 0 16,0 0 0-16,0 0 0 0,0 0-176 0,0 0 48 15,4-6 0-15,2-1 0 0,-3 0 128 0,3-4-128 16,-2-2 128-16,1 0-128 0,0-3 128 0,0-2 0 16,2-4-144-16,-1-1 144 0,1-2 0 0,1-1-176 15,-2 0 176-15,2 1-128 0,1 1 128 0,0 4 0 16,-1 0 0-16,0 6-128 0,-2 5 128 0,0-1 0 15,-6 10 0-15,0 0 0 0,0 0 0 0,6 6 144 16,1 1-16-16,-2 5-128 0,0 4 240 0,-2 2-64 0,1 3-16 0,-1 1 0 16,1 2-32-16,2-4 0 0,-1 3 0 15,1-6 0-15,1-1-128 0,1-1 0 0,0-3 0 0,1-2-176 16,0-1 176-16,0-4 0 0,-1-1-144 0,1-1 144 16,1-1 0-16,2-3-176 0,-3-3 176 0,0-1-128 15,0 1 128-15,2-2 0 0,-1-5 0 0,-1 3-128 16,-1-2 128-16,1-2 0 0,0-1 0 0,-1-3 0 0,-1 0 0 15,1-1 0-15,-1-2 0 0,1 0 0 0,-1 1 0 0,-1-5 0 16,1 3 0-16,-2 0 0 0,0 3 0 16,0-1-128-16,-1 1 0 0,0 2 0 15,0 2-960-15,-1 3-176 16,-2-2-32-16,0 4-16 0,-1 3-992 0,0 5-192 16,0 0-32-16,-4-6-10992 0,4 6-2208 15</inkml:trace>
  <inkml:trace contextRef="#ctx0" brushRef="#br0" timeOffset="37018.67">20419 14544 46767 0,'0'0'2064'0,"0"0"432"0,0 0-1984 0,0 0-512 15,0 0 0-15,0 0 0 0,0 0 704 0,0 0 64 16,10 3 0-16,1-3 0 0,0 0 224 0,5 0 48 0,2 0 16 0,1 2 0 15,0-1-592-15,3-1-112 16,2-1-32-16,2 1 0 0,0 1-320 0,1 0 0 16,2 1 0-16,0-4 0 15,-1 2-720-15,1 0-224 0,0 2-32 0,-2-1-16 16,0 0-1824-16,1 5-352 0,0-1-80 0,1 0-16112 0</inkml:trace>
  <inkml:trace contextRef="#ctx0" brushRef="#br0" timeOffset="37171.26">21124 14588 17503 0,'0'0'1552'0,"0"0"-1232"0,0 0-320 0,0 0 0 16,0 0 4192-16,5-4 784 0,1-3 144 0,0 2 48 16,1 0-3024-16,0 1-608 0,1 0-112 0,3 0-16 0,-1 0-448 0,1 0-96 15,-1 1-16-15,0 0 0 0,1-4-720 0,-2 4-128 16,1-1 0-16,0 0 0 16,-1 1-2176-16,-2-1-336 0,0-1-80 0,-2 1-8880 15,-5 4-1776-15</inkml:trace>
  <inkml:trace contextRef="#ctx0" brushRef="#br0" timeOffset="37470.03">21039 14306 38879 0,'-17'-1'1728'0,"10"1"336"0,-3 0-1648 0,1 0-416 0,2 1 0 0,0-1 0 0,-1 3 1696 15,2 1 256-15,-2 1 48 0,1 0 16 0,2 2-464 0,0 2-80 16,2-3-32-16,2 4 0 0,0-1-864 0,1-2-192 15,1 4-16-15,0-3-16 0,1 1-352 0,-2-9 128 16,0 0-128-16,6 9 0 0,-1-1 0 0,-5-8 0 16,7 6 0-16,-1-2 0 0,-6-4 0 0,10 3 0 0,-3-1 0 0,2-4 0 15,1-1 0-15,-4-1 0 0,2 0-176 0,0-1 176 16,0-1 0-16,-1-2-144 0,-1 0 144 0,-1-1 0 16,0 0-160-16,-1-2 160 0,0 1-192 0,-2-1 192 15,1 1-288-15,0-2 48 0,-2 2 16 0,-1-1 0 16,-1 1-224-16,1 2-64 15,0 0 0-15,0 8 0 0,0 0-1168 0,0 0-240 0,0 0-64 0,0 0 0 16,-7 4-1504-16,1 3-304 16</inkml:trace>
  <inkml:trace contextRef="#ctx0" brushRef="#br0" timeOffset="37834.94">21200 14898 9215 0,'0'0'400'0,"0"0"96"15,0 0-496-15,0 0 0 0,0 0 0 0,0 0 0 0,0 0 8576 0,0 0 1632 16,0 0 320-16,0 0 64 0,0 11-7072 0,1 0-1424 16,0 4-288-16,1 0-48 0,-1 4-752 0,0-2-160 15,-1 2-16-15,2-3-16 0,0 1-544 0,-1 0-96 0,1-2-32 0,-1 0 0 16,-1-2 0-16,1-3 0 0,1-1 0 0,-1-1 0 15,-1-8-144-15,0 0 128 0,0 0-128 16,0 0 128-16,0 0-128 0,0 0 0 0,0 0 0 0,0 0 128 16,0 0-128-16,0 0 0 0,7-4 0 0,-1-4 0 15,1-1 0-15,-1 0 0 0,1-1 0 0,0-5 0 16,1 1 0-16,1 0-224 0,0-5 48 0,2 1 16 16,-2-1-48-16,0-1-16 0,0-1 0 15,-1 3 0 1,0 0-864-16,0 1-160 0,0 1-32 0,-2 3-16 15,-1 3-1056-15,2-1-208 0,-1 5-32 0,-6 6-16 0,0 0-1872 16,0 0-368-16,0 0-80 0,0 0 0 0</inkml:trace>
  <inkml:trace contextRef="#ctx0" brushRef="#br0" timeOffset="38686.17">21404 15061 30863 0,'0'0'1360'0,"0"0"304"0,0 0-1344 0,0 0-320 0,0 0 0 0,0 0 0 0,11-2 1904 0,-1-2 304 15,-1-2 64-15,1 0 16 0,-1-1-480 0,0 0-80 16,0-3-32-16,0 3 0 0,0-5-672 0,0 1-128 15,0 0-16-15,1-2-16 0,-1 0-400 0,0 0-80 16,0-3 0-16,-1 3-16 0,-2 0-192 0,-1 1-48 16,-1 3 0-16,-1 0 0 0,-2 1 0 0,-1 8-128 15,0 0 192-15,0 0-64 0,0 0 256 0,-6 1 32 16,-3 3 16-16,0 3 0 0,-1 5-144 0,1 1-32 16,0-2 0-16,1 5 0 0,1 1-256 0,-1-1 128 15,0-2-128-15,3 2 0 0,1-2 0 0,1 0 0 16,4-1 0-16,1-1 0 0,0-2-208 15,2 0-112-15,4-3 0 0,1 0-16 16,2-2-544-16,0-1-96 0,4-1-32 0,-1-2 0 16,0-1-256-16,1-1-48 0,-1-2-16 0,2-1 0 15,-2 0 272-15,0-1 48 0,2 0 16 0,-2-2 0 0,-1-1 576 0,2 1 112 0,-2-3 32 16,0 1 0-16,0-1 272 0,-1-1 0 0,-2 0 0 16,-1-1 0-16,0 2 176 0,-1-3 32 0,-3 2 16 0,-1 2 0 15,-1 0 416-15,-3 1 64 0,-1 2 32 0,1 6 0 16,-6-3 336-16,1 2 64 0,-3 1 16 0,0 2 0 15,-2 3-368-15,0 2-64 0,-2 2-16 0,1 1 0 16,1 1-384-16,1 1-96 0,0-1-16 16,1 1 0-16,0-1-208 0,2-1 0 0,2 0 128 0,0 0-128 0,1-3 0 0,2 0 0 15,1-7 0-15,0 8 0 0,0-8-256 0,2 6 48 16,-2-6 16-16,0 0 0 16,6 5-256-16,0-1-32 0,-6-4-16 15,8 2 0-15,0-2-64 0,0-2-16 16,1-2 0-16,-1 1 0 0,-1-1 80 0,1-3 16 15,0-2 0-15,1 1 0 0,-1-1 32 0,0-1 16 0,0-2 0 0,0 0 0 0,-2-1 240 16,-1 0 64-16,0 0 0 0,-1 0 0 0,0 3 128 0,-1-1 0 16,-2 3 128-16,-1 8-128 0,0 0 480 0,0 0 32 15,0 0 0-15,-6 3 0 0,-1 2 192 0,-1 3 32 16,1 4 16-16,0 1 0 0,0 1-320 0,2 0-64 16,0 1-16-16,1-1 0 0,2 0-160 0,0-1-16 15,2-2-16-15,0 1 0 0,3-5-160 0,1 3 0 16,1-3 0-16,1 0 0 0,2-2 0 0,1-4-176 15,1 2 48-15,0 0 0 0,2-6-64 0,-1 2 0 16,1-2 0-16,0-1 0 0,0-1 192 0,-2 1-192 0,2-4 192 0,-2 0-192 16,1 1 192-16,-1-5 0 15,-1-1 0-15,0 1 0 0,0-4 0 0,1 0 144 0,-1-4-144 16,-1-2 0-16,-1 0 128 0,1-2-128 16,0-2 0-16,0 0 0 0,1 0 144 0,-1 1-144 15,-2 3 0-15,-3-1 144 0,0 3 80 0,-2 0 16 0,0 5 0 16,-1 3 0-16,-1 3 272 0,0 4 48 0,1 5 16 15,0 0 0-15,-8 2 128 0,0 5 48 0,-1 3 0 0,0 6 0 16,-1 2-288-16,1 3-48 0,0 2-16 0,1 1 0 16,2 2-128-16,1 1-16 0,1 2-16 0,2 1 0 0,2-5-112 0,2 0 0 15,0-2-128-15,2-3 192 0,2-1-192 0,-1-1 0 16,1-2 0-16,1-2 0 16,-1-1-176-16,2-2-80 0,0-2 0 0,0-2-16 15,0-2-1120-15,1 0-208 0,2-1-64 0,2 1-20928 16</inkml:trace>
  <inkml:trace contextRef="#ctx0" brushRef="#br0" timeOffset="39271.36">22754 14065 19343 0,'0'0'848'0,"0"0"192"0,-4-5-832 0,0 0-208 16,1-1 0-16,2 1 0 0,1 5 6240 0,0 0 1200 16,0 0 240-16,0 0 64 0,0 0-4912 0,8-2-976 15,0 0-192-15,2 0-32 0,2-1-704 0,2 2-144 16,2-4-16-16,3 3-16 0,2 0-432 0,3 0-96 15,0 0-16-15,4-1 0 0,1 2-208 0,1 0 128 16,-3-1-128-16,2 2 0 0,-2-1 0 0,-1-2 0 16,0 3 0-16,-1-1 0 15,-2-2-1024-15,-2 0-80 0,-1 0-32 0,-2 0 0 16,-2-2-1248-16,-3 1-256 0,-2 4-48 0,0-1-16 16,-2 1-1392-16,-9 0-288 0,5-3-48 0</inkml:trace>
  <inkml:trace contextRef="#ctx0" brushRef="#br0" timeOffset="39523.57">23254 13918 33455 0,'0'0'1472'0,"0"0"320"0,-7 0-1424 0,0-3-368 0,1 3 0 0,0 0 0 16,6 0 2544-16,0 0 432 0,0 0 96 0,0 0 0 16,0 0-1136-16,0 0-224 0,0 0-48 0,0 0-16 0,0 0-736 15,0 0-144-15,0 0-16 0,0 0-16 16,8 5-416-16,0 1-96 0,0-2-16 0,1-1 0 0,0 1-208 0,-1 0 0 16,-8-4 128-16,10 4-128 0,-1 0 0 0,1 1 144 15,-3-2-144-15,1 1 128 0,-1 0-128 0,-7-4 128 16,6 5-128-16,1 0 128 0,-7-5 80 0,0 0 16 15,4 9 0-15,-3-2 0 0,-1-7 64 0,-3 6 16 16,-1 2 0-16,-1 0 0 0,-1 0-112 0,-2 1 0 16,-1 1-16-16,-2-1 0 0,1 3-176 0,-2-1 0 15,0-1 0-15,1-1 0 16,0 0-864-16,2-1-160 0,1 4-16 0,3-6-15216 16,-1 2-3024-16</inkml:trace>
  <inkml:trace contextRef="#ctx0" brushRef="#br0" timeOffset="40287.16">23801 13883 22111 0,'-6'-15'1968'0,"4"10"-1584"0,-1-4-384 0,1 2 0 0,0 2 4560 0,2 5 832 16,2-4 176-16,-2 4 16 0,0 0-3184 0,0 0-640 15,0 0-128-15,0 0-32 0,2 11-240 0,3 6-48 16,1 3-16-16,-1 8 0 0,-1 6-592 0,0 0-128 16,1 5-32-16,0 4 0 0,2 0-96 0,-1 1-32 15,2-2 0-15,0 1 0 0,-2-4-144 0,1-1-16 16,-1-3-16-16,1-4 0 0,-1-3-112 0,1-4 0 15,-1-3-128-15,0-2 192 0,-1-6-192 0,0-3 144 16,-1-2-144-16,-1-2 128 0,-3-6-128 0,0 0 0 16,0 0 0-16,0 0 0 0,0 0 0 0,0 0 0 15,4-6 0-15,-1-2 0 0,0-1 0 0,-2-2 0 16,2-4 0-16,0-2 0 0,-1-3-128 0,1-2 128 16,1-3 0-16,-2-2 0 0,4-2 0 0,0-1 0 0,1-2 0 15,-1-2 0-15,2-5 0 0,-2 2 0 0,2 3 0 16,0 3 0-16,0 2 0 0,-2 5 0 0,0 1 0 0,-1 8 0 15,-1 0-128-15,0 5 128 0,-2 1 0 16,-2 9 0-16,0 0 0 0,0 0 0 0,0 0 0 0,7 12 0 16,-1 3 0-16,-1 2 128 0,1 9-128 0,-2 0 128 15,0 4-128-15,-2 2 0 0,2 3 0 0,1-4 0 16,2-1 0-16,1 0 128 0,-1-1-128 0,3-3 0 16,-1-1 0-16,0-5 0 0,0-4 0 0,0-2 0 0,0-2 0 15,-1-3 0-15,-1-3 0 0,0-1 0 16,-7-5 0-16,9-2 128 0,-1-1-128 0,0-4 0 15,-1-2 0-15,-1-2 128 0,1-2-128 0,-1 0 0 0,1-4 128 0,1-1-128 16,1-1 0-16,0-2 128 0,-1-4-128 0,-1 0 0 16,1 0 0-16,0-1 0 0,0 0 0 0,-2-1 0 15,1 2 0-15,-2 2 0 0,-1 2 0 0,-1 1-176 16,1 2 176-16,-2 0-192 16,-1 3-656-16,1 2-144 0,-2 2-32 15,0 2 0-15,0 1-1472 0,0 8-288 0,-3-7-64 0</inkml:trace>
  <inkml:trace contextRef="#ctx0" brushRef="#br0" timeOffset="40548.73">23546 13802 30399 0,'-9'-7'2704'0,"9"7"-2160"0,-5-4-544 0,5 4 0 15,0 0 4640-15,0 0 816 0,8-2 176 0,2-1 16 16,5 2-4256-16,3-1-864 0,3 1-160 0,1 0-48 16,3-2 336-16,1 1 64 0,1 0 16 0,2 0 0 0,1 0-512 0,0 0-96 15,1-1-128-15,2 3 176 16,1 0-528 0,0 0-96-16,-2 0-32 0,2 0 0 0,-1 0-1952 0,0 0-384 0,3 0-64 0,-2 3-17856 15</inkml:trace>
  <inkml:trace contextRef="#ctx0" brushRef="#br0" timeOffset="40718.9">24386 13802 31327 0,'0'0'2784'0,"0"0"-2224"15,0 0-560-15,0 0 0 0,0 0 3264 0,5-5 560 16,0-1 96-16,2 4 32 0,1-2-2160 0,1 1-416 16,1-1-96-16,1 0 0 0,-1-1-800 0,2 1-160 15,1-2-16-15,0 1-16 16,-1 1-976-16,-1 0-192 0,1-3-32 0,-1 2-16 15,-1 1-1760-15,-1 0-336 0,-1 0-80 0,0-1-16 16,-3 0-1456-16,-5 5-288 0</inkml:trace>
  <inkml:trace contextRef="#ctx0" brushRef="#br0" timeOffset="41019.65">24399 13546 11055 0,'0'0'976'0,"-4"-2"-784"16,-2-2-192-16,-1-2 0 0,-2-1 6080 0,1 1 1152 0,2 5 256 15,-1-3 32-15,1 3-4256 0,0 1-864 0,0 1-160 0,-2 3-48 16,3 0-416-16,0 3-96 0,-1-1-16 16,0 1 0-16,-1 0-832 0,2 3-192 0,0-1-16 0,1-3-16 15,0 1-304-15,2-1-64 0,2-6-16 0,0 7 0 16,0-7-224-16,0 0 0 0,0 0 128 0,3 8-128 16,-3-8 0-16,0 0 0 0,7 3 0 0,-7-3 0 15,9 0 0-15,-1-1 0 0,0 1 0 0,0-4 0 16,-1-1 0-16,1 1 0 0,-1-2 0 0,-1-1-160 0,-1 1 160 0,1-2-192 15,-2-1 192-15,-1 2-192 16,0-2-16-16,-2 1-16 0,-1 2 0 0,0-1 0 16,-1 2-224-16,1 5-64 0,-4-4 0 0,4 4 0 15,0 0-1232-15,0 0-256 0,-6 3-48 0,-1 3-16 16,2-2-2288-16,-2 3-448 16</inkml:trace>
  <inkml:trace contextRef="#ctx0" brushRef="#br0" timeOffset="41422.17">24550 14254 13823 0,'0'0'1216'0,"0"0"-960"0,-5-5-256 0,1 1 0 15,4 4 6368-15,0 0 1232 0,0 0 240 0,0 0 48 16,0 0-4528-16,0 0-912 0,0 0-176 0,0 0-32 16,0 9-880-16,0 3-160 0,1 1-48 0,1 4 0 15,-1 0-496-15,2 4-96 0,-1 0-32 0,1-1 0 16,-2 0-144-16,2-1-48 0,-1-2 0 0,1-1 0 16,0-4-336-16,-1-3 128 0,1 0-128 0,-3-9 0 15,2 8 144-15,-2-8-144 0,0 0 192 0,0 0-192 16,0 0 208-16,0 0-64 0,0 0-16 0,0 0 0 0,0 0-128 15,0 0 0-15,6-5 0 0,-1-1 0 0,-1 0 0 0,0-1 0 16,-2-4 0-16,0-1 0 0,2 0 0 0,-1-1 0 16,0-1 0-16,1-2 0 0,0 1 0 0,2-1-176 15,1-4 48-15,1 3 0 16,0 2-672-16,-1 0-128 0,1-2-32 0,1 2 0 16,0 0-1248-16,2 2-256 0,3 4-48 15,-2 1-12144-15,-2 3-2416 0</inkml:trace>
  <inkml:trace contextRef="#ctx0" brushRef="#br0" timeOffset="42275.86">24767 14425 21183 0,'0'0'1888'0,"0"0"-1504"15,0 0-384-15,0 0 0 0,8-5 2928 0,-1-1 512 16,2 1 96-16,1-1 32 0,-3-2-1648 0,1 1-336 16,1 1-64-16,1-3-16 0,-3 0-288 0,1 0-48 15,0-1-16-15,1-1 0 0,-1 0-736 0,1 3-160 16,-1-5-16-16,0 2-16 0,0 0-32 0,-1 1 0 0,-1-1 0 0,-1 0 0 15,-1 1-16-15,0 4-16 16,-4 6 0-16,0 0 0 0,0 0 352 0,0 0 80 16,0 0 16-16,0 0 0 0,0 0-16 0,-7 6 0 0,-1 2 0 0,0 3 0 15,-1 0-256-15,1 4-48 0,-1 0-16 0,3 2 0 16,-1-2-144-16,2 0-128 0,1 2 192 0,2-1-192 16,0-2 0-16,2-1 0 0,2 0 0 0,0-3 0 15,1 1-240-15,2-2-48 0,2-2-16 0,0-1 0 16,2-3-288-1,2 1-64-15,-1-1-16 0,3-2 0 0,2-2 64 0,-1-2 16 16,2-1 0-16,1-1 0 0,0-2 304 0,1-1 64 0,0-1 16 0,-1 0 0 0,1-1 208 0,1-1 0 16,-1-2 0-16,0 0 0 0,-1 0 0 15,0-1 0-15,-3 1 160 0,1-4-160 16,-2 1 288-16,-3 6-32 0,-2-1 0 0,-3 4 0 0,-1-1 176 0,-4 8 16 16,0 0 16-16,-4-4 0 0,-2 1 432 0,-2 3 96 15,-3 4 16-15,-2 3 0 0,-1 2-368 0,0 1-80 16,-1 2-16-16,1 1 0 0,1 0-288 0,0 1-64 15,1-3-16-15,3 1 0 0,1-2-176 0,2 0 0 16,0 0 0-16,3-3 0 0,0 0 0 0,3-7 0 0,0 0 0 0,0 0 0 16,0 0-240-16,0 0 80 15,5 6 16-15,-5-6 0 0,0 0-48 0,9 3 0 0,0-2 0 0,1-1 0 16,-1-4 192-16,-1 0-128 0,1-1 128 0,1-1-128 16,0-2 128-16,2 1-208 15,-1-3 80-15,0 1 128 0,1-2-288 0,0 1 64 16,-2-2 16-16,1 1 0 0,-2 1 80 0,-1 0 128 0,-2 1-208 0,-1 2 80 15,-5 7 128-15,0 0 0 0,0 0 0 16,0 0 0-16,0 0 0 0,0 0 0 0,-1 8 192 16,0 1-64-16,-1 2 32 0,0 0 16 0,-1 1 0 15,2 0 0-15,1 1-176 0,1 0 0 0,2 0 144 0,-1-1-144 16,2-2 0-16,2-1 0 0,0 0 0 16,2-3 128-16,1-2-128 0,0-2-128 0,0-1 128 0,2-1-192 15,0-1 32-15,1 0 0 0,0-2 0 0,-2-1 0 0,1 0 32 16,-2-2 0-16,1-5 0 0,0 1 0 0,-1-3 128 15,0 0-208-15,0 0 80 0,-1-3 128 0,0-1 0 0,-1 0 0 16,2-2 0-16,2-3 0 0,-2-2-144 0,0-2 144 16,0-1 0-16,-1-2 0 0,3-1 0 0,-2 1 0 15,-2 3 0-15,0 2 0 0,-2 0 0 0,-2 3 0 16,-2 6 128-16,-1 2-128 0,-2 1 448 16,-2 4 0-16,-2 3 0 0,0 1 0 0,-3 5 160 0,0 4 32 15,-2 3 0-15,1 5 0 0,-2 0-256 0,0 7-32 16,2 3-16-16,-2 1 0 0,0 3-96 15,2 2-32-15,1 1 0 0,1-3 0 0,3 2 16 0,0 1 0 16,2-3 0-16,2 1 0 0,1-1-80 0,1 0-16 16,3-3 0-16,0-3 0 0,1-2-128 0,2-2 0 15,-1-2 0-15,2-4 0 0,1-2 0 0,0 1-176 16,3-3 48-16,0 0 0 16,1-3-1184-16,1-2-224 0,0 1-64 0,2-2-22160 0</inkml:trace>
  <inkml:trace contextRef="#ctx0" brushRef="#br0" timeOffset="43209.52">26077 13997 13823 0,'0'0'608'0,"-4"-4"128"0,0-2-592 0,2 3-144 16,2 3 0-16,0 0 0 0,0 0 7312 0,0 0 1440 0,0 0 272 0,0 0 64 16,0 0-6048-16,0 0-1216 0,0 0-240 0,6-4-48 15,3 2-656-15,0-2-128 0,0 1-32 0,3 2 0 16,1 0-368-16,2-1-80 0,1 1-16 0,1 1 0 16,3 0-256-16,1-1 160 0,1-3-160 0,0 4 128 0,0 0-128 0,0 0 0 15,-1 0-160-15,-1 0 160 16,-1 0-1488-16,-3 0-208 0,0 1-32 0,-2 3-16 15,-1 3-1840-15,-2-4-384 16,-5 0-64-16</inkml:trace>
  <inkml:trace contextRef="#ctx0" brushRef="#br0" timeOffset="43400.47">26168 14102 19343 0,'-15'-2'1728'0,"8"2"-1392"0,-2 0-336 0,1 0 0 0,2 0 5760 0,-1 0 1072 0,7 0 208 0,0 0 64 0,0 0-4896 0,0 0-976 16,0 0-192-16,0 0-32 0,0 0 176 0,0 0 32 15,10 2 16-15,2-1 0 0,1 0-656 0,3-1-144 16,1 0-32-16,-1 0 0 0,2-1-176 0,1-2-32 16,2 1-16-16,1-1 0 0,2 0-176 0,-2 1 0 15,0-1 0-15,0 1 0 16,-1-2-1024-16,0 0-272 0,-1 0-64 0,-1 1-14128 16,-1 3-2832-16</inkml:trace>
  <inkml:trace contextRef="#ctx0" brushRef="#br0" timeOffset="44951.34">27133 13634 10127 0,'0'0'448'0,"0"0"96"0,0 0-544 0,0 0 0 0,-5 2 0 0,5-2 0 16,0 0-384-16,0 0-176 16,0 0-32-16,0 0-16 0,0 0 608 0,0 0 192 0,0 0 0 0,-3-5 0 0,1 0 3376 0,0-2 672 15,0 1 144-15,0 0 32 0,1 1-384 0,-2-1-64 16,3 6 0-16,0 0-16 0,0 0-1504 0,0 0-288 16,0 0-64-16,0 0-16 0,0 0-736 0,0 0-128 15,0 0-48-15,-1 10 0 0,0 2-544 0,1 6-112 16,1 4-32-16,2 6 0 0,-1 2-80 0,4 4-16 15,0 2 0-15,1 1 0 0,0-4-80 0,1 0-32 0,1-4 0 16,0 1 0-16,1-5-112 0,-3-1-32 16,3-3 0-16,-1-4 0 0,-2-3-128 15,1-2 192-15,-1-1-192 0,-1-5 192 0,-6-6-64 0,0 0-128 0,7 3 192 0,-7-3-64 16,8-3 0-16,-2-1-128 16,-1 0 192-16,1-5-64 0,-2-1-128 0,-1-1 0 0,0-2 0 0,0-1 0 15,1-2 0-15,0-2 0 0,-2-3-144 16,2-2 144-16,1-3 0 0,2-2 0 0,-1-2 0 15,1-1 144-15,-1-3-144 0,2 0-144 0,1 0 144 16,0 2-208-16,1-1 208 0,-1 4 0 0,-3 5-160 0,2 3 160 16,-3 5 0-16,0 4-144 0,-1 5 144 15,-4 7 0-15,0 0 0 0,0 0 0 0,7 10 0 0,-1 6 0 16,0 2 0-16,-1 5 0 0,0 6 0 0,2 4 0 0,-1 3 0 16,1 3 0-16,0 2 0 0,3-5 0 0,0 1 128 15,0-5-128-15,2-3 0 0,0-3 0 0,-2-4 0 0,1-2 128 16,-1-6-128-16,-1 2 0 0,0-8 0 15,-1-1 0-15,0-1 0 0,-1-4 0 0,-1-2 0 0,1-2 0 16,-1-2 128-16,-1 0-128 0,1-3 0 0,-1-3 176 16,0-1-176-16,0 0 160 0,-1 0-160 0,0-4 192 15,1 0-192-15,0-3 192 0,1-3-192 0,-1-1 0 16,1-3 144-16,0 2-144 0,-3 1 0 0,1 1 0 16,2-3 0-16,-2 5 0 0,-2-3 0 15,2 2-192-15,-3 0 32 0,1 3 0 16,-4 3-1056-16,2 2-224 15,-2 5-32-15,-1-1-16 0,-1 1-1904 0,-1 2-368 0,0 0-80 0</inkml:trace>
  <inkml:trace contextRef="#ctx0" brushRef="#br0" timeOffset="45178.59">26943 13443 50111 0,'0'0'2224'0,"0"0"448"0,0 0-2144 0,0 0-528 0,0 0 0 0,9-1 0 16,1 0 192-16,2-2-192 0,1 0 192 0,3 2-192 0,2-2 592 15,1 1 16-15,4 1 0 0,1-1 0 0,0 1-432 0,2 1-176 16,1 0 128-16,2 0-128 16,1 0-640-16,-1 0-224 0,-2-1-32 0,3-1-16 15,0 5-2224-15,-1 0-448 0,-1-2-96 0</inkml:trace>
  <inkml:trace contextRef="#ctx0" brushRef="#br0" timeOffset="45328.38">27593 13412 13823 0,'0'0'1216'0,"0"0"-960"0,0 0-256 0,0 0 0 0,4-5 5936 0,-4 5 1136 15,8-2 224-15,1 1 64 0,0-2-4672 0,2 0-912 16,2 3-192-16,0-3-48 0,0 0-240 0,1 2-48 16,2-2-16-16,1 2 0 0,0 0-976 0,0 0-256 15,-2-1 0-15,0 0 0 16,-2 0-2016-16,-2 1-448 0,0 0-96 0,-5-1-17216 0</inkml:trace>
  <inkml:trace contextRef="#ctx0" brushRef="#br0" timeOffset="45636.2">27578 13188 28559 0,'-6'-4'2544'0,"2"1"-2032"16,0 1-512-16,4 2 0 0,-5-3 3072 0,1 2 528 0,4 1 112 15,0 0 0-15,-6 1-1344 0,-2 3-288 0,2 0-48 16,-1 0-16-16,0 2-800 0,1 3-176 0,-1 3-16 0,1-4-16 16,1 2-560-16,1 2-96 0,0-3-32 0,1 2 0 15,1-4-128-15,-1 3-48 0,2-4 0 0,1-6 0 16,0 0-144-16,0 0 0 0,0 0 144 0,4 7-144 16,-4-7 0-16,0 0 128 0,7 2-128 0,0 0 0 15,1-2 0-15,0-2 0 0,-1 0 0 0,0-2 0 0,0-2 0 0,-1 0 0 16,1-2 0-16,-2 0 0 0,0-1 0 0,-1 0-128 15,0 0 128-15,0 0 0 0,-2 1-272 0,1 1 16 16,-2 1 16-16,-1 6 0 16,0-8-928-16,0 3-192 0,0 5-48 0,0 0 0 15,0 0-1296-15,0 0-272 0,0 0-48 0</inkml:trace>
  <inkml:trace contextRef="#ctx0" brushRef="#br0" timeOffset="46008.31">27928 13850 44799 0,'-6'-10'1984'0,"6"10"416"0,0 0-1920 0,0 0-480 0,0 0 0 0,0 0 0 0,0 0 1344 0,0 0 192 16,-4 10 16-16,0 3 16 0,1 1-160 0,1 5-48 15,-1 0 0-15,2 2 0 0,1 0-832 0,0 1-160 16,1 2-48-16,0 0 0 0,1-2-192 0,0 1-128 15,1-3 128-15,1 1-128 0,-3-1 0 0,0-3 0 16,1-3 0-16,-1-2 0 16,0-2-864-16,1-3-192 0,-2-7-32 0,0 0-16 15,0 0-2560-15,0 0-512 0</inkml:trace>
  <inkml:trace contextRef="#ctx0" brushRef="#br0" timeOffset="46144.26">27999 13748 40031 0,'-11'-9'1776'0,"11"9"352"0,-4-4-1696 0,4 4-432 16,-4-2 0-16,4 2 0 0,0 0 368 0,0 0-16 15,0 0 0-15,0 0 0 16,0 0-1088-16,0 0-224 0,6 7-32 0,0 5-10640 16,1-3-2128-16</inkml:trace>
  <inkml:trace contextRef="#ctx0" brushRef="#br0" timeOffset="47352.23">28235 14000 11967 0,'1'-12'1072'0,"-1"8"-864"0,0-5-208 16,0 0 0-16,0 0 5184 0,1 0 976 0,1-2 208 0,-2 5 32 16,-3 1-3392-16,0-1-672 0,1 4-144 0,-2-2-16 0,-1 4-496 15,-2 1-80-15,-1 3-32 0,-1 1 0 0,-3 3-608 16,2 3-128-16,-2 2-32 0,0 1 0 0,-1 0-240 15,2-1-48-15,0 4-16 0,2 0 0 16,1 1-304-16,2-2-64 0,-1-2-128 0,3-1 192 0,2-1-192 0,0 0 0 16,2-3 0-16,2-1 0 0,-2-8-176 0,5 6 32 15,0-2 0-15,3-1 0 16,0-4-304-16,1-1-64 0,1-4-16 16,2-1 0-16,-1 1-32 0,2-3 0 0,0-2 0 15,1-2 0-15,-1-1 240 0,0 1 32 0,0-4 16 0,1-1 0 0,1-3 144 0,-2-3 128 16,1-2-192-16,0-2 192 0,1-2 0 0,-1 0 0 0,-1-2 0 15,-1 2 0-15,0 2 176 0,-2 2-16 16,-2 1 0-16,-3 5 0 0,0 5 240 0,-1 1 48 16,-2 7 16-16,-2-1 0 0,0 8 32 0,0 0 0 15,0 0 0-15,-7 8 0 0,-1-1-240 0,0 8-64 16,-1 3 0-16,0 3 0 0,0 4-192 0,0-1 176 16,1 5-176-16,2 0 160 0,0-2-160 0,2-1 0 15,1-1 0-15,3-3 128 0,1-1-128 0,3-1 0 0,1-1 0 0,0 1 0 16,2-6 0-16,2 0 0 15,-1-2 0-15,-1-1 0 0,1-4-256 0,1-1 64 0,2-1 0 16,-1-3 16-16,1-2-48 0,0-1-16 0,1-1 0 0,0-2 0 16,0 0 0-16,-1-4 0 0,0-1 0 0,-1 0 0 15,1 0-32-15,-1-2-16 0,1 1 0 0,-2-3 0 16,0-2 64-16,0-2 16 0,-1 2 0 0,0-1 0 16,-1-1 208-16,0 3-144 0,-2-3 144 0,-1 2-128 15,-1 4 128-15,-2-1 0 0,0 3 0 0,-2 2 128 16,-2 2 32-16,3 5 16 0,0 0 0 0,0 0 0 0,-8 3 16 0,1 2 16 15,-1 5 0-15,0 5 0 0,0-1-64 16,2 3-16-16,-1 3 0 0,2-1 0 0,0 1-128 16,1 1 0-16,1-2 0 0,3-1 0 0,2 1 0 0,0-2 0 15,1-2 0-15,2 0 0 0,3-2-192 0,1-2 48 16,0-2 0-16,1-2 0 0,5-3-176 0,-2-2-16 16,0-2-16-16,0 2 0 15,1-5-80-15,1-1-16 0,0-1 0 0,1 0 0 0,0-4 128 0,2 0 32 16,-1-2 0-16,0 2 0 0,-2-3 80 0,1 1 16 15,0-2 0-15,-2 1 0 0,-2-4 0 0,-2 2 16 0,-1-2 0 16,-1 3 0-16,-1 0 176 0,-4 1 0 16,0 3 0-16,-3 0 128 0,-1 4 192 0,1 5 32 0,-7-3 16 0,-1 2 0 15,-1 2 288-15,-1 3 64 16,-1 3 16-16,0 1 0 0,-1-1-160 0,0 1-16 0,1 0-16 0,0 0 0 16,2 2-320-16,2-2-64 0,2 1-16 15,0-1 0-15,0 0-144 0,2 0 0 16,3-8 0-16,-1 9 0 0,1-3 0 0,0-6 0 0,0 0 0 0,4 6-176 15,1-1-48-15,-5-5-16 0,8 0 0 0,0 0 0 32,1-2-176-32,-1 0-32 0,-8 2-16 0,7-4 0 15,1-1 16-15,0 1 0 0,0-3 0 0,0 2 0 0,0-1 80 0,1-1 32 0,-3-1 0 0,1 2 0 16,-2 2 128-16,0-3 16 0,-5 7 16 0,0 0 0 16,0 0 176-16,0 0 0 0,0 0 0 0,0 0 0 0,0 0 240 0,0 0 16 15,1 11 16-15,1-2 0 16,-2 0 0-16,1 0 0 0,0-1 0 0,2 0 0 0,1 1-272 15,1-1 160-15,2 1-160 0,0-3 128 0,1-2-128 0,1 0 0 16,2 0 0-16,1-1 0 16,2-3 0-16,0 0 0 0,2-2 0 0,0 0 0 0,-1-2-176 0,2-3 176 15,1 1-128-15,1-2 128 0,-2 0 0 16,0 0-128-16,-1-3 128 0,1-2 0 0,-1-2 0 0,-2 0 0 16,1-2 0-16,-2-2 0 0,-2-3 0 0,1-1 0 15,1-5 0-15,0 1 0 0,-1-3 0 0,0-1 0 16,1-3 0-16,0 1-128 0,0-2 128 0,-1 5 0 15,-5 3 0-15,0 3 0 0,-3 3 288 0,-3 6-16 16,-2 3 0-16,-3 4 0 0,-1 0 352 0,-3 7 64 16,-3 2 16-16,0 7 0 0,-2 5-64 0,-2 3 0 15,0 6 0-15,-1 4 0 0,0 3-256 0,-1 2-64 0,1 2-16 0,1 1 0 16,2-2 32-16,3 1 16 16,1-2 0-16,2 0 0 0,2-5-192 0,2-1-32 15,3-1-128-15,2-4 192 0,0 1-192 0,3-4 0 16,-1 0 0-16,2-1 0 0,-1-3 0 0,0-1-128 0,1-2 128 0,1 0-208 31,0-2-624-31,-1-1-112 0,-1-1-16 0,2 1-16 16,-1-2-1280-16,-1 2-256 0,-1-2-48 0</inkml:trace>
  <inkml:trace contextRef="#ctx0" brushRef="#br0" timeOffset="47785.46">27454 14448 35007 0,'0'0'3120'0,"0"0"-2496"15,-7 0-496-15,7 0-128 0,0 0 3536 0,0 0 688 16,0 0 144-16,0 0 32 0,0 0-2976 0,11-1-592 16,2 0-112-16,4-1-16 0,2 1-96 0,5 0-16 15,3 0 0-15,4-1 0 0,4 1-208 0,5-2-32 16,4-1-16-16,4 1 0 0,6 0 32 0,0-2 0 15,2 1 0-15,2 0 0 0,-1-1-240 0,3 1-128 16,3 1 128-16,2-1-128 0,1 0 0 0,0 0 0 0,-4 0 0 16,-5 2 0-16,-3-1 0 0,-5 1 0 15,-2 0 0-15,-4-2 128 0,-5 3-128 0,-4 0-160 0,-5 0 160 16,-4 1-208-16,-6-4-752 16,-5 2-128-16,-4 2-48 0,-10 0 0 0,0 0-1648 0,0 0-336 15,-10 4-64-15</inkml:trace>
  <inkml:trace contextRef="#ctx0" brushRef="#br0" timeOffset="48394.25">27748 14723 42335 0,'0'0'1872'0,"-2"-6"384"0,-1 1-1808 0,3 5-448 0,0 0 0 16,0 0 0-16,0 0 1488 0,0 0 208 0,0 0 32 0,0 0 16 16,-4 6 16-16,2 3 0 0,-1 2 0 0,0 3 0 15,1 2-928-15,-1 2-192 16,-1 3-48-16,2 2 0 0,-4 2-304 0,4 0-64 15,-1 1-16-15,1 0 0 0,0-4-64 0,1-1-16 16,0-1 0-16,1-3 0 0,0-2-128 0,0 0 0 0,0-2 0 0,1-4 0 16,0-1 0-16,-1-8 0 0,0 0 0 0,0 0 0 15,0 0 0-15,0 0 0 0,0 0-176 0,0 0 176 16,0 0-160-16,0 0 160 16,0 0-192-16,0 0 192 0,6-7-160 0,-1-2 160 0,0-3-128 0,1-1 128 15,1 0 0-15,2-5 0 0,0-3 0 0,2-2 0 16,2-1 0-16,1-2 0 0,2-1 0 0,1 1 0 15,1-4-128-15,0 2 0 0,0 2 0 0,1 3 0 16,-4 2 128-16,1 3 0 0,-2 4 0 0,-1 1 0 0,-4 6 0 0,-1 1 0 16,0 2 0-16,-8 4 0 0,0 0 0 0,0 0 192 15,8 7-64-15,0 2 0 0,0 3 64 16,-1 4 0-16,-1 0 16 0,-3 7 0 0,1 1-208 16,0 5 144-16,0 4-144 0,1 3 128 0,-1 3-128 0,0 0 0 15,0-1 0-15,-1 1 0 0,-1 2 0 16,0 2 0-16,-1-2 0 0,-1 1 0 0,-1-3 176 0,-1 2-48 15,1-3-128-15,1-2 192 0,-3-1-192 16,1-2-256-16,-2-2 48 0,0-5 16 0,1-2-112 0,1-5-16 16,-2-2 0-16,1-2 0 15,1-4-1536-15,2-2-304 0,1-1-64 0,2-3-16 16,-3-5-3360-16,0 0-672 0,0 0-144 0,0 0-32 0</inkml:trace>
  <inkml:trace contextRef="#ctx0" brushRef="#br0" timeOffset="48694.46">28340 15287 21183 0,'0'0'944'0,"5"-7"192"0,-1 2-912 16,0 0-224-16,-4 5 0 0,5-5 0 0,1 1 5312 0,-6 4 1024 0,0 0 208 0,0 0 48 16,0 0-3616-16,0 0-720 0,0 0-144 0,0 0-16 15,0 0-864-15,0 0-160 0,0 0-48 0,-6 9 0 16,0 1-464-16,-2 1-112 0,-1 0 0 0,-1 4-16 0,-1-2-176 0,1 0-16 15,-1 1-16-15,1 2 0 0,1-5-64 16,2 2-16-16,2 1 0 0,1-3 0 0,1 0-96 0,2-3-48 16,0-1 0-16,1-7 0 0,0 0 0 0,5 8 0 15,3-1 0-15,0-3 0 0,3-1 0 0,2 0 0 16,2 0 0-16,0-3 0 0,1-3 0 0,0 0 0 16,1 0 0-16,0-3 0 0,1 1-224 0,0-1-32 15,0-2-16-15,-1-1 0 16,2 0-1728-16,0-1-352 0,3 1-64 15</inkml:trace>
  <inkml:trace contextRef="#ctx0" brushRef="#br0" timeOffset="51503.22">26027 16212 17503 0,'0'0'768'15,"0"0"176"-15,-9 0-752 0,9 0-192 0,-9-4 0 0,9 4 0 0,-6-4 4416 0,6 4 864 16,0 0 160-16,0 0 48 0,0 0-2288 0,0 0-448 16,0 0-80-16,0 0-32 0,0 0-1168 0,10-3-256 0,1 0-32 15,2 2-16-15,2-1-544 0,2 2-112 0,-1-1-32 0,1 0 0 16,1-1-288-16,2 2-48 0,-1 0-16 0,1 0 0 15,-3 0-128-15,2-2 0 0,2 2 0 0,-1 0 0 32,-1 0-608-32,1-1-208 0,1-2-32 0,-2 3-16 15,-2 4-1808-15,1 1-352 0,2-2-80 0,-6-1-16048 0</inkml:trace>
  <inkml:trace contextRef="#ctx0" brushRef="#br0" timeOffset="51712.02">26117 16311 27647 0,'-17'0'1216'0,"7"0"256"0,0 0-1168 0,0 3-304 0,1-3 0 0,3 3 0 16,6-3 3872-16,0 0 720 0,0 0 144 0,0 0 16 15,0 0-2320-15,0 0-480 0,0 0-96 0,10 6 0 0,-10-6-1184 0,13 5-224 16,0-1-64-16,2 1 0 0,-1-3-224 0,2 0-160 16,-1-2 192-16,2 3-192 15,0-3 128-15,1 0-128 0,1-4 0 0,0 3 0 0,1-1 0 0,1 2 0 16,-1-2 0-16,1 1 0 15,-1-2-1728-15,1 2-288 0,2 1-64 0,1-2-12384 16,-2 1-2496-16</inkml:trace>
  <inkml:trace contextRef="#ctx0" brushRef="#br0" timeOffset="52713.75">26991 16261 5519 0,'0'0'496'0,"0"0"-496"0,-9-3 0 15,1-1 0-15,1 1 6304 0,1 0 1168 0,-1-3 224 0,2 4 48 16,5 2-4016-16,-5-2-800 0,5 2-176 0,0 0-16 15,0 0-560-15,0 0-128 0,0 0 0 0,0 0-16 16,0 0-928-16,0 0-176 16,0 0-32-16,0 0-16 0,12-4-400 0,1 4-80 0,0-2-16 0,0 1 0 15,-1-1-176-15,1 2-32 0,0 0-16 0,1-1 0 16,0 1-160-16,-1-3 0 0,2 3 144 0,0-1-144 16,2-2 0-16,0 1 0 0,-1 1 0 0,-1-1 128 15,0 1-128-15,-1 1 0 16,-1-4 0-16,0 3 0 15,-1-1-672-15,0 2-96 0,-2-1-32 0,-10 1 0 0,12 0-1952 16,-2 1-384-16,-10-1-64 0</inkml:trace>
  <inkml:trace contextRef="#ctx0" brushRef="#br0" timeOffset="53481.44">27618 16163 37951 0,'-4'-11'1680'15,"4"11"352"-15,0 0-1632 0,0 0-400 0,0 0 0 0,0 0 0 0,0 0 1840 0,0 0 272 0,0 0 64 16,0 0 16-16,0 0-640 0,0 0-128 16,-1 15-16-16,1-1-16 0,0 3-656 0,0 0-128 0,-2-1-32 15,4 2 0-15,-1 1-64 0,-1 1-32 16,0-1 0-16,0 0 0 0,0-1-224 0,-1 0-32 16,2-2-16-16,-1 0 0 0,-1-2-208 0,1-1 176 0,0-13-176 0,1 12 160 15,-1-12-160-15,0 0 128 16,0 0-128-16,0 0 128 0,0 0-128 0,0 0 128 0,0 11-128 0,0-11 128 15,0 0-128-15,0 0 0 0,0 0 0 0,0 0 0 16,0 0 0-16,0 0 0 16,0-10 0-16,3 0 0 0,-1-1 0 0,2-1 0 0,0 1 0 0,0-2 0 15,1-2 0-15,0 1-144 0,1-3 144 0,1 0 0 16,3-3-128-16,0 1 128 0,2 2 0 0,-1-1 0 16,-1 2-160-16,0 2 160 0,0 1-128 0,1 2 128 0,-2 1 0 15,0 3 0-15,-9 7 0 0,0 0-128 16,11-4 128-16,-11 4 0 0,0 0 0 0,10 2 0 0,-10-2 0 0,10 8 0 15,-3 2 128-15,-2 2-128 0,-5-12 0 0,5 18 144 16,-1-2-144-16,0-1 0 0,-1 0 192 0,-1 0-192 16,0 1 192-16,-1-1-192 15,2-3 128-15,-1 0-128 0,-2-12 0 0,4 13 0 0,-4-13 128 0,0 0-128 16,4 10 0-16,-4-10 0 0,0 0 128 0,0 0-128 16,0 0 0-16,0 0 0 0,0 0 0 0,0 0 0 15,0 0 0-15,0 0 0 0,12-1 0 0,-12 1 0 16,10-8 0-16,1 0 0 0,-4-2 0 15,1 0 0-15,-1 0 0 0,1-1 0 0,1-1-176 0,1-1 176 16,1-3-192-16,-1 2 192 0,0-2-208 0,1 2 64 16,1 0 16-16,-2 3 0 0,-3 3 128 0,0 1-128 15,-7 7 128-15,0 0-128 0,0 0 128 0,0 0 0 16,0 0 0-16,8 5-128 0,-8-5 128 0,5 10 0 16,-1 2 160-16,-1 0-160 0,0 1 192 0,-2 0-48 15,-1 0-16-15,1 2 0 0,0-2-128 0,2 2 0 16,1 0 0-16,0-3 128 0,0 0-128 0,0-2 0 0,-4-10 0 0,6 11-176 31,-6-11-896-31,8 9-176 0,-8-9-32 0,9 8-16 16,-9-8-1040-16,8 6-208 0,-8-6-32 0,9 7-11024 0,-9-7-2208 0</inkml:trace>
  <inkml:trace contextRef="#ctx0" brushRef="#br0" timeOffset="53880.7">28091 15946 33807 0,'0'0'1488'0,"0"0"320"16,-9-6-1440-16,1 1-368 0,0-1 0 0,1 4 0 0,0-1 2016 0,7 3 336 15,-8-1 64-15,0 1 16 0,1 0-352 0,-1 2-64 16,0 1-16-16,8-3 0 0,-8 8-912 0,0 0-176 15,1 1-32-15,-1 0-16 0,-1 1-336 0,2 1-64 16,1 2-16-16,2-3 0 0,0 3-240 0,1-4-48 16,3-9-16-16,-3 12 0 0,2-1-144 0,1-11 0 15,0 0 0-15,1 11 128 0,-1-11-128 0,0 0 0 16,4 7 0-16,-4-7 128 0,0 0-128 0,0 0 0 16,11 4 0-16,-11-4 0 0,12-1 0 0,-12 1 0 0,10-6 0 0,-2 2 0 15,0-3-128-15,-8 7 128 16,9-10-160-16,-3 4 160 0,-1-3-224 0,-5 9 48 0,7-9 16 15,-3 0 0-15,-1-2-80 0,-1 2-16 16,-2 9 0-16,0-9 0 0,-1-3-112 0,0 3-16 16,-1 1-16-16,2 8 0 15,0 0-944-15,0 0-176 0,-2-10-32 0,0 1-19952 0</inkml:trace>
  <inkml:trace contextRef="#ctx0" brushRef="#br0" timeOffset="55069.38">28567 15871 11967 0,'0'0'1072'0,"0"-8"-864"16,0-1-208-16,1 0 0 0,1 1 4224 0,-2 8 784 0,0-11 176 0,0 1 16 15,-2 2-2352-15,2 8-480 0,-2-8-80 0,0 2-32 16,1-1-320-16,1 7-64 0,0 0-16 0,0 0 0 16,-6-6-704-16,-1 2-160 0,-1 3-32 0,-1 3 0 15,0 2-128-15,-3 4-48 0,1 4 0 0,-2 2 0 16,-4 3-224-16,-2 4-48 15,0 5-16-15,-1-1 0 0,1 1-96 0,0 4-16 0,2 2 0 0,2 1 0 16,0-4-112-16,5 2-16 0,1 1-16 0,4-2 0 16,3 0-240-16,4-4 144 0,2 2-144 15,2-2 128-15,3 0-128 0,3-3 0 0,2-3 0 0,2 0 0 16,1-6-272-16,0-1 16 0,1 0 0 0,2-4 0 16,-1-2-1168-1,1-3-240-15,-2-1-32 0,0-3-16 0,1 0-592 16,-1-3-112-16,1-1-16 0,-2 0-16 0,-2-3-1376 15,-2-2-272-15,-2 0-48 0</inkml:trace>
  <inkml:trace contextRef="#ctx0" brushRef="#br0" timeOffset="55505.72">28717 15846 19343 0,'0'0'1728'16,"-5"-8"-1392"-16,0 2-336 0,-1-1 0 0,1 2 4896 0,5 5 912 15,0 0 176-15,0 0 32 0,0 0-3328 0,0 0-656 16,0 0-144-16,-2 18-32 0,0 0-768 0,2 2-144 15,0 0-48-15,2 3 0 0,-1 2-304 0,0 2-64 16,-1 2-16-16,3-2 0 0,-1 1-16 0,1-2-16 16,1-2 0-16,0 1 0 0,-2 0-208 0,2-5-32 15,0-4-16-15,-1 0 0 0,-2 0-96 0,-1-3-128 0,0-3 176 16,1-2-176-16,-1-8 192 0,0 0-192 16,0 0 192-16,0 0-192 0,0 0 160 0,0 0-160 0,0 0 128 0,0 0-128 15,0 0 0-15,0 0 128 16,0 0-128-16,0 0 0 0,4-13 0 0,0 3 0 15,0-2 128-15,1-1-128 0,2-4 0 0,1-1 0 16,0-1 0-16,1 1 0 0,-2 0 0 0,3 1-176 16,0-4 176-16,0 3-128 0,1 2 128 0,-1 2-128 15,-2-1 128-15,-1 4-128 0,-1 3 128 0,-6 8 0 0,0 0-144 0,0 0 144 16,0 0 0-16,11 1 0 0,-11-1 0 0,9 8 0 16,-3 2 0-16,-1 2 160 0,-2 3-160 0,0 0 160 15,1 3 0-15,-2-2 0 0,-2 1 0 0,0 1 0 16,2 1-160-16,-1-1 160 0,-1-1-160 0,2-2 160 15,1 1-160-15,0-2 0 0,-1-1 0 0,1-1 0 16,-1-1 0-16,2-1 0 0,-4-10 0 0,7 6 0 16,-7-6-1104-16,8 6-112 0,-8-6 0 15,11 2-16-15,1 0-1376 0,0-2-272 0,-2-2-48 0,2 0-17392 16</inkml:trace>
  <inkml:trace contextRef="#ctx0" brushRef="#br0" timeOffset="56067.11">29132 16218 33119 0,'0'0'1472'0,"-6"-6"288"0,1 0-1408 0,1-1-352 0,0 1 0 0,3-1 0 15,1 7 2448-15,0 0 432 0,0 0 64 0,4-6 32 16,0-1-896-16,-4 7-176 0,10-4-48 0,2-1 0 16,-3 1-992-16,3 2-208 0,0-1-32 0,-1-1-16 15,1 1-224-15,0 3-32 0,0-2-16 0,-2 1 0 0,-10 1-192 0,10 1-144 16,-10-1 192-16,11 4-192 16,-11-4 128-16,0 0-128 0,0 0 0 0,0 0 0 0,0 0 192 0,2 14-192 15,-3 0 192-15,-3-1-192 0,-4-1 352 0,-1 0-32 16,-1 1-16-16,-1 1 0 0,0-1 0 0,0 3 0 15,1-3 0-15,-1 0 0 0,0-1-112 16,0 1-32-16,5-3 0 0,0 2 0 0,1-3-160 16,5-9 0-16,0 0 0 0,0 0 128 0,-2 12-128 0,2-12 0 15,0 0 0-15,0 0 128 0,5 12-128 0,-5-12 160 16,9 6-160-16,-9-6 160 0,12 5-160 0,-1-2-192 0,1-3 32 16,0 0 16-16,-2-3-48 0,2 2-16 15,0-3 0-15,1 1 0 16,-1-2-976-16,1 0-192 0,2 0-32 0,2 0-16 15,0-2-1936-15,1-1-384 0,1 0-80 0</inkml:trace>
  <inkml:trace contextRef="#ctx0" brushRef="#br0" timeOffset="56233.34">29471 16271 37727 0,'0'0'1664'0,"0"0"352"0,0 0-1616 0,0 0-400 0,-6 8 0 0,2 0 0 16,4-8 2176-16,-5 14 368 0,0-4 64 0,1 3 16 15,3 0-1040-15,-1 1-208 0,2-14-32 0,-1 11-16 16,1 2-880-16,0-1-192 0,0-12-16 0,1 14-16 15,-1-14-224-15,3 13 0 0,-3-13 0 0,5 12-160 16,-5-12-1568-16,0 0-320 0,12 7-64 0,-2-3-16 16,-10-4-2160-16,12 1-416 0</inkml:trace>
  <inkml:trace contextRef="#ctx0" brushRef="#br0" timeOffset="56683.19">29807 16125 15663 0,'0'0'1392'16,"-3"-7"-1120"-16,1-2-272 0,0 3 0 0,2 6 5680 0,-1-7 1072 15,-2 2 224-15,3 5 32 0,0 0-4064 0,0 0-800 16,-6-3-160-16,6 3-48 0,-8 3-1008 0,8-3-208 16,-9 5-32-16,0 0-16 0,0-1-224 0,0 0-32 15,9-4-16-15,-11 9 0 0,2-2-64 0,3-1-16 16,6-6 0-16,-8 11 0 0,1-3-128 0,2 0-48 15,5-8 0-15,-5 7 0 0,5-7-144 0,0 0 128 16,-3 11-128-16,3-11 128 0,0 0-128 0,0 0 0 16,3 12 0-16,-3-12 0 0,5 10 0 0,-5-10 0 15,0 0 0-15,9 9 128 0,-1-1-128 0,1-4 0 16,-9-4 0-16,12 4 0 0,-2-2 0 0,2 2 0 0,0 1 0 0,-1-2 0 16,-11-3 0-16,15 3 0 0,-1-1 0 0,0 2 0 15,-1 0 0-15,-1 1 0 0,-12-5 0 0,12 9 0 16,-2-2 0-16,-10-7 0 0,10 5 0 0,-10-5 0 15,0 0 0-15,6 12 0 0,-6-12 0 0,4 13 0 16,-4-13 0-16,-1 10 0 0,-3 0 0 0,4-10 0 16,-7 10 144-16,-2-1-144 0,-4-2 160 0,1 0-160 0,1 0 160 15,-2-1-160-15,1-2 160 0,1 0-160 16,1 1 0-16,1-3 128 0,0 0-128 0,9-2 0 0,-11 3-128 0,11-3-80 16,0 0-16-16,0 0 0 15,0 0-2208-15,0 0-432 0,0 0-80 0</inkml:trace>
  <inkml:trace contextRef="#ctx0" brushRef="#br0" timeOffset="56869.37">30164 16161 39215 0,'0'-11'1728'0,"0"11"384"16,5-8-1696-16,2 0-416 0,1 3 0 0,1 0 0 0,0 1 1696 0,1 2 256 0,2-1 48 0,1 1 16 15,-1 2-880-15,1 0-176 0,0 0-48 0,0-1 0 16,1 1-784-16,1-3-128 0,-1 2 0 0,2 1 0 31,2 1-2112-31,0 2-288 0,-1 0-64 0,0 0-17072 0</inkml:trace>
  <inkml:trace contextRef="#ctx0" brushRef="#br0" timeOffset="57366.59">30717 15682 4607 0,'-4'-11'400'0,"0"1"-400"16,1 1 0-16,3 9 0 0,0 0 9216 0,0 0 1776 16,0 0 336-16,0 0 80 0,0 0-7712 0,0 0-1552 15,0 0-304-15,-1 13-64 0,-1 1-688 0,2 2-144 16,0 3-32-16,0 0 0 0,-2 3-400 0,2 4-64 15,0 4-32-15,0 2 0 0,-1 2-160 0,1 1-48 16,1-1 0-16,-1 0 0 0,0-2-208 0,-1-2 128 16,1-3-128-16,1-2 0 0,1-1 128 0,-1-4-128 15,0-3 0-15,-1-1 144 0,0-2-144 0,1-4 0 16,-1-10 144-16,2 11-144 0,-2-11 0 0,0 0 144 16,0 0-144-16,0 0 0 0,0 0 128 0,0 0-128 0,0 0 0 0,0 0 0 15,0 0 0-15,0 0 0 0,0 0 0 0,8-7 0 16,-2-1 0-16,2-2 0 0,1 0-128 0,1-1 128 15,1-1-176-15,1 1 176 0,-1-2-192 0,2 1 192 16,2-8-192-16,-2 6 192 0,-1 1-192 0,-3 3 192 16,1 0-128-16,-1 4 128 15,-9 6 0-15,0 0 0 0,0 0 0 0,0 0 0 16,0 0 0-16,0 0 0 0,0 0 0 0,11 6 0 0,-4 2 0 16,0 1 144-16,-7-9-144 0,5 13 160 0,0-1-160 0,-1 0 160 15,-1 1-160-15,0-3 0 0,0 2 0 0,1 2-176 16,0-2 176-16,1 0 0 0,-5-12 0 0,7 13-128 15,-2-5-480 1,-5-8-96-16,8 9 0 0,0-3-16 0,0 1-1168 16,0-1-224-16,-1 1-64 0,1-4 0 0,0 0-2432 15,-8-3-480-15,16 0-96 0,-2-3-32 0</inkml:trace>
  <inkml:trace contextRef="#ctx0" brushRef="#br0" timeOffset="57553.36">31160 16120 10127 0,'0'0'896'0,"0"0"-704"16,0 0-192-16,0 0 0 0,0 0 6848 0,0 0 1344 15,0 0 272-15,0 0 48 0,0 0-5248 0,0 0-1040 16,0 0-224-16,-1 10-32 0,-3 2-528 0,0-2-96 16,4-10-32-16,-3 16 0 0,0-2-784 0,0 1-144 15,-1-4-48-15,0 4 0 0,1-2-192 0,1 0-144 16,-1-1 192-16,3-2-192 0,0-10 0 0,2 10 0 16,-2-10 0-16,0 0-192 15,0 0-2048-15,6 11-416 0,1-2-80 0,-7-9-11536 16,10 4-2320-16</inkml:trace>
  <inkml:trace contextRef="#ctx0" brushRef="#br0" timeOffset="57938.22">31285 15523 25791 0,'-9'-16'1152'0,"7"9"224"0,0 2-1104 0,2 5-272 0,0 0 0 0,0 0 0 16,0 0 3952-16,0 0 720 0,0 0 160 0,0 0 32 0,13 8-2304 0,-1-1-464 15,-2 3-96-15,2 0-16 0,1 1-1024 0,0-1-192 16,0 2-64-16,2 1 0 0,-1 0-192 16,3 4-32-16,0 1-16 0,1 2 0 0,-2-2-208 0,3 4-32 15,1 2-16-15,1-2 0 0,-2 5-208 0,1-1 176 16,-3 2-176-16,-2 2 160 0,0 0-32 0,-3 2 0 15,-6-3 0-15,-2 4 0 0,-1-2-128 16,-3-4 0-16,-3 1 0 0,-1-1 0 0,-4 0 0 0,0-2 192 16,-1 0-32-16,-1-2 0 0,-2 1 32 0,0-3 0 15,1 0 0-15,-1-1 0 0,0-4-16 0,2 0 0 16,1-3 0-16,-2-1 0 0,1-2-176 0,-1-1 0 16,2-1 0-16,0 0 0 0,1-2 0 0,8-6 0 15,-6 8 0-15,6-8 0 16,-7 10-832-16,7-10-112 0,-4 8-16 0,4-8-15600 0,-2 12-3120 0</inkml:trace>
  <inkml:trace contextRef="#ctx0" brushRef="#br0" timeOffset="58595.65">27538 16839 39567 0,'0'0'1744'0,"-5"-7"368"0,0 1-1680 0,0 1-432 0,0-4 0 0,2 3 0 0,3 6 896 0,0 0 112 16,0 0 16-16,0 0 0 0,0 0 688 0,0 0 144 16,0 0 16-16,0 0 16 0,0 0-800 0,0 0-176 0,0 0-16 0,0 0-16 15,10-6-112-15,2 4 0 16,1-1-16-16,3 2 0 0,2-1-352 0,6 2-64 15,4-1-16-15,6 1 0 0,5 0-96 0,7 0-32 16,6-1 0-16,3 0 0 0,2-1-64 0,3 1-128 16,4 0 176-16,5 1-176 0,5 0 192 0,7 1-192 0,7 0 192 0,-2 2-192 15,-2-1 0-15,5 1 0 0,5 0 0 0,5 1 0 16,4 0 0-16,0-1 0 0,-1 3 0 0,5-2 0 16,6-2 0-16,-2 2 0 0,-7 0 0 0,-2 0 0 15,-2-2 0-15,-1 0 0 0,0-2 0 0,-6 0 0 16,-10 1 0-16,-4-1 0 0,-5-1 0 15,-4-1 0-15,-5 0 0 0,-3-1 0 0,-6 1 0 0,-7 0 0 16,-6 0 0-16,-6 0 0 0,-5 1 0 0,-4 1 0 16,-3-2 0-16,-6 0 0 0,-3 1 0 0,-2 0 0 15,-2 1 0-15,-12 0 0 0,0 0 0 0,10-3 0 16,-10 3 0-16,0 0 0 0,0 0 0 0,0 0 0 0,0 0 0 0,0 0 0 16,0 0 0-16,0 0 0 0,0 0 0 15,0 0-176-15,0 0 176 0,0 0-208 16,-2 9-416-16,2-9-80 0,0 0 0 0,-7 13-16 15,1-1-1680 1,-1 0-336-16,1-2-64 0</inkml:trace>
  <inkml:trace contextRef="#ctx0" brushRef="#br0" timeOffset="59259.44">28637 17041 39455 0,'-5'-11'1744'0,"4"4"368"0,-2-2-1696 0,3 9-416 0,-2-8 0 0,0 2 0 15,2 6 1440-15,0 0 208 0,0 0 32 0,0 0 16 16,0 0 240-16,0 0 48 0,0 0 16 0,0 0 0 0,0 0-1104 0,0 0-240 16,0 0-32-16,3 14-16 0,-2 2-64 0,2-2-16 15,-2-1 0-15,1 0 0 0,-4 1-224 0,4 0-48 16,-1-1-16-16,1-2 0 0,1 1-112 0,-3-12-128 15,4 12 176-15,0-2-176 0,-4-10 128 0,4 11-128 16,-4-11 0-16,0 0 0 0,0 0 0 0,0 0 0 16,8 6 0-16,-8-6 0 0,0 0 0 0,0 0 0 15,0 0 0-15,0 0 0 0,11-1 0 0,-11 1-144 16,11-3 144-16,-1-2-128 0,-2 0 128 0,0-2 0 16,0-2 0-16,0 0-128 0,-1-1 128 0,4-2 0 15,0 0 0-15,1 2-128 0,-1-3 128 0,-1 1 0 16,-1 0 0-16,2 2-128 0,-2-1 128 0,0 5 0 15,-9 6 0-15,10-5 0 0,-10 5 0 0,11-4 0 16,-11 4 0-16,0 0 0 0,0 0 144 0,11 5-144 0,-1 1 192 16,-4 4-192-16,-6-10 192 0,5 15-192 0,1 3 192 0,-4 2-192 15,1 0 192-15,-1 2-64 0,1 3 0 0,0 3-128 16,-2 1 192-16,2 2-192 0,-1 3 192 0,1 1-48 16,-1 3-144-16,2-1 0 0,-1-2 0 0,-1-3 0 15,1 0 0-15,-2-1 0 0,1-1 0 0,-1-1 0 16,0-3 0-16,-1-4 0 0,-1-3 0 0,1-2 0 15,1-1 0-15,-1-3 0 0,0 1 0 0,0-7 0 16,0-7-192-16,0 0 64 0,0 0 128 0,0 0-208 16,0 0-928-16,0 0-176 0,0 0-32 0,0 0-16 15,0 0-1616 1,9 1-320-16,3-2-64 0,2-4-17072 0</inkml:trace>
  <inkml:trace contextRef="#ctx0" brushRef="#br0" timeOffset="59535.25">29246 17504 27647 0,'0'0'2448'0,"0"0"-1952"0,0 0-496 0,0 0 0 0,0 0 3504 0,0 0 592 16,0 0 128-16,0 0 32 0,0 0-1536 0,0 0-304 15,0 0-64-15,0 0-16 0,0 0-1072 0,0 0-224 16,0 0-32-16,0 0-16 0,0 0-400 0,-5 13-80 16,1-1 0-16,-1 1-16 0,0-1-192 0,0 1-48 15,1-3 0-15,0 3 0 0,0-4-128 0,4-9-128 0,0 0 192 0,-4 14-192 16,0 0 128-16,3-5-128 15,1-9 0-15,0 0 0 0,0 0 0 0,0 0 0 0,6 12 0 0,2-4 0 16,-8-8 0-16,12 6 0 0,-3-2 0 0,1 0 0 16,1-7 0-16,0 1 0 15,4-2 0-15,-1 1 0 0,0 1 0 0,1-1-192 0,-1 0 48 0,0 1 16 32,0 0-576-32,-1 2-128 0,-2 0 0 0,0 0-16 15,-11 0-1664-15,11 3-336 0,-1 5-64 0</inkml:trace>
  <inkml:trace contextRef="#ctx0" brushRef="#br0" timeOffset="65705.91">23107 17921 38463 0,'-10'-13'1712'0,"4"3"336"0,0 0-1632 0,1 0-416 0,-2-3 0 0,3 3 0 16,2-2 1520-16,-1 4 208 0,0 2 64 0,3 6 0 15,0 0-16-15,0 0 0 0,0 0 0 0,0 0 0 16,0 0-944-16,0 0-192 0,0 0-48 0,0 0 0 16,3 9-272-16,0 4-48 0,-1 4-16 0,0 5 0 15,0 4-48-15,1 6-16 0,1 3 0 0,0 4 0 16,5 29 16-16,0-11 0 0,-1-9 0 0,-2-7 0 15,-1-6-80-15,2-4-128 0,-1-1 176 0,1-5-176 16,0-3 160-16,-2-2-160 0,-1-2 128 0,1-4-128 16,-4-1 128-16,2-4-128 0,-3-9 128 0,0 0-128 15,0 0 128-15,0 0-128 0,0 0 0 0,0 0 128 16,0 0-128-16,0 0 0 0,0 0 0 0,0 0 0 16,0 0-128-16,8-6 128 0,-3-5-160 0,0 4 160 15,0-6-144-15,0 1 144 0,1 0-128 0,-1-6 128 0,1 0-192 0,1-2 32 16,-2-6 16-16,2 0 0 0,0-1-48 15,3-3 0-15,-1-3 0 0,0 0 0 0,-3 1 0 0,3 4 0 16,-1 5 0-16,0 6 0 0,-3 3 64 16,-5 14 0-16,0 0 0 0,0 0 0 0,0 0 128 0,0 0 0 15,8 11 0-15,0 5 0 0,0 5 176 0,-2 1 64 16,0 2 16-16,0-1 0 0,1-1-64 16,-1 0 0-16,1 0 0 0,2 1 0 0,0-3-192 0,1 0 176 15,1-6-176-15,0 1 160 0,1-4-160 0,0-1 0 16,0-4 0-16,-3-1 128 0,1 1-128 0,-10-6 0 15,0 0 0-15,12 0 0 0,0-3 0 0,-12 3 0 16,9-5 128-16,-1-1-128 0,-8 6 0 0,7-9 0 0,-1 0 144 16,-2-1-144-16,-1-2 128 0,0-1-128 0,-2 0 160 15,2-1-160-15,-2-3 144 0,2-2-144 0,1 0 128 0,-2-5-128 16,4-2 0-16,-1-5 0 0,0-4 0 0,2-2 0 16,-1-2-160-16,1 1-16 15,-1 2 0-15,1-1 0 16,-2 4-592-16,0 3-128 0,-2 3-32 0,-1 8 0 15,0 1-992-15,-2 6-208 0,0 12-48 0,0 0-12080 0,-7-7-2416 0</inkml:trace>
  <inkml:trace contextRef="#ctx0" brushRef="#br0" timeOffset="65983.81">22820 17759 25791 0,'-9'-8'1152'0,"9"8"224"0,-6-4-1104 0,2-1-272 0,1-2 0 0,3 7 0 0,0 0 4544 0,0 0 832 16,0 0 192-16,12 0 16 0,-2 3-3280 0,2-1-640 16,0-2-144-16,2 2-32 0,3-1-768 0,1 1-144 15,1 0-48-15,3 0 0 0,0-2-352 0,3 2-176 16,1 0 160-16,1 1-160 0,2-2 0 0,-1 2 0 15,0-1 0-15,1 0 0 16,-2-2-1488-16,-1 2-192 0,-1 1-48 0,-1 0 0 16,3 0-2624-16,-1 1-544 0</inkml:trace>
  <inkml:trace contextRef="#ctx0" brushRef="#br0" timeOffset="66159.95">23575 17799 15663 0,'0'0'1392'0,"0"0"-1120"0,0-9-272 0,3 2 0 16,-1 1 5504-16,4-1 1056 0,-1 2 208 0,3 0 32 15,-1 1-4464-15,3-1-896 0,-1 1-176 0,1 0-48 16,2-1-240-16,0-1-48 0,1 3-16 0,0 0 0 16,0-4-736-16,-2 2-176 0,0 0 0 0,-1 2 0 15,-10 3-1184-15,11-5-224 0,-1 3-64 0,-10 2 0 16,8-2-1328-16,-8 2-272 0,0 0-48 0,0 0-12624 16</inkml:trace>
  <inkml:trace contextRef="#ctx0" brushRef="#br0" timeOffset="66490.53">23438 17451 23039 0,'0'0'1024'0,"-9"-5"192"0,-1 1-960 0,1 2-256 0,-1 4 0 0,10-2 0 0,0 0 4544 0,-9 6 848 16,0-1 176-16,1 2 48 15,1-1-2992-15,-1 2-576 0,1-1-128 0,7-7-32 0,-5 10-928 16,5-10-176-16,-7 12-32 0,7-12-16 0,0 0-352 0,0 12-64 15,0-12 0-15,0 0-16 0,0 0-144 0,8 9-32 16,1-3 0-16,-9-6 0 0,0 0-128 0,12 3 128 0,0-3-128 16,-2-1 128-16,1-5-128 0,-1 4 0 0,-1-5 0 0,0 2 0 15,1 0 0-15,-10 5 128 0,10-8-128 0,-2 2 128 16,-3-2-128-16,0 0 0 0,-1-1 0 0,-4 9 0 16,3-11 0-16,-3 11 0 0,-2-9 0 0,2 9 0 15,-3-9 0-15,0 1 0 16,3 8 144-16,-4-6-144 0,0 1 0 0,4 5 0 0,-5-6 0 0,5 6 0 15,-5-5-352-15,5 5 16 0,0 0 0 0,0 0 0 32,0 0-2432-32,0 0-496 0,0 0-80 0,-6 11-32 0</inkml:trace>
  <inkml:trace contextRef="#ctx0" brushRef="#br0" timeOffset="67506.77">23700 18376 15663 0,'0'0'1392'0,"0"-11"-1120"0,-2-1-272 0,0 2 0 16,2 3 5120-16,2-1 960 0,-1 2 192 0,-1 6 32 16,0 0-3296-16,0 0-640 0,0 0-144 0,0 0-32 15,0 0-656-15,0 0-128 0,10 5-16 0,-2 4-16 16,0 0-608-16,-1 4-128 0,-2 2-32 0,0-2 0 0,0 1-112 0,0 2-32 15,-1-3 0-15,-1 0 0 16,0-2-144-16,-2 1-16 0,0-3-16 0,0 2 0 0,-1-11-80 0,0 10-16 16,0-10 0-16,0 0 0 0,0 0-48 0,0 0-16 15,0 0 0-15,0 0 0 0,0 0-128 0,0 0 160 16,0 0-160-16,0 0 160 0,0 0-160 0,0 0 128 16,0 0-128-16,0 0 128 0,4-9-128 0,2 0 0 15,-4-2 0-15,2 1 128 0,0-2-128 0,0-1 0 16,0-1 0-16,2-2 0 0,1 1 0 0,1-4 0 15,0 2 0-15,1 0 0 0,1-1-256 0,-1 3 32 16,0-1 0-16,2 3 0 16,-1 2-960-16,1 4-192 0,-2 0-32 0,-9 7-16 15,0 0-1392-15,0 0-288 0,10 5-48 0,-2 3-10320 16,-1 3-2064-16</inkml:trace>
  <inkml:trace contextRef="#ctx0" brushRef="#br0" timeOffset="68363.02">23940 18461 5519 0,'0'0'240'0,"0"0"64"0,0 0-304 0,0 0 0 0,0 0 0 0,0 0 0 15,0 0 7200-15,12 5 1376 0,-2-3 288 0,1-4 48 16,-1-1-5904-16,1-1-1200 0,-1-3-224 0,2-1-48 16,-3 2-640-16,3-2-112 0,-1 0-16 0,1-4-16 15,-1 1-304-15,0-1-48 0,1-1-16 0,0 1 0 16,1 0-192-16,-1 1-64 0,-2-2 0 0,0 0 0 16,-1 0-128-16,-1 2 0 0,-8 11 144 0,4-9-144 15,-1 1 128-15,-3 8-128 0,0 0 160 0,0 0-160 16,0 0 448-16,-11 0-16 0,0 3 0 0,-1 3 0 0,-1 2 96 0,0 3 32 15,-1 2 0-15,0-2 0 0,1 2-160 0,2 2-16 16,0-1-16-16,3 2 0 0,2-1-176 0,1 1-16 16,2 0-16-16,3-5 0 0,3 2-160 0,1-1 0 15,-4-12 0-15,10 9 0 16,2 0-192-16,1-1-32 0,2-3 0 0,2 1 0 16,2-6-224-16,0 0-32 0,2-3-16 0,1 2 0 15,0-4-16-15,-2 1 0 0,0 0 0 0,-2-2 0 0,0 0 192 16,-2-2 16-16,-2-2 16 0,-1 1 0 0,0-1 160 0,-1 3 128 15,-2-5-192-15,-2 0 192 0,0-1 0 0,0 1 0 16,-3 1 0-16,-1 0 0 0,-2 2 128 0,-2 9 0 16,0-9-128-16,0 9 192 0,-2-8 160 0,2 8 32 15,0 0 0-15,0 0 0 0,-13-2 240 0,2 2 48 0,1 3 16 16,0 4 0-16,-1-1-288 0,1 2-48 16,-1 1-16-16,2 2 0 0,0 1-96 0,0-5-32 0,0 1 0 0,2 0 0 15,2 1-64-15,0-1-16 0,5-8 0 16,-5 10 0-16,5-10-128 0,0 0 0 0,0 0 0 0,0 0 0 15,0 11 0-15,0-11-176 0,0 0 48 0,0 0 0 16,7 5-224-16,-7-5-32 0,11 0-16 0,-1 0 0 31,-10 0-32-31,11-6 0 0,-2 0 0 0,-1 0 0 0,-1-3 48 0,1 0 0 0,-1-1 0 0,1 1 0 16,-1-1 112-16,1 2 16 0,-1-2 16 0,-1 2 0 16,0-1 240-16,-6 9-192 0,0 0 192 0,0 0-192 15,0 0 192-15,0 0 0 0,0 0 0 0,0 0 0 16,0 0 384-16,0 0 0 0,0 0 16 0,5 11 0 15,0 1-80-15,0-1-32 0,-5-11 0 0,8 13 0 16,0-2-288-16,2-1 128 0,2-1-128 0,-2-4 0 0,-10-5 0 16,15 6 0-16,-1-2 0 0,0-1 0 0,1-1 0 0,0-2 0 15,0-1 0-15,-1-1 0 0,0-2-144 0,1 0 144 16,-3-1-128-16,1 1 128 0,0-3-176 0,0 1 176 16,-3-5-208-16,0 2 80 0,1-1 128 15,-1-2-208-15,-2 0 80 0,0 2 128 0,0-2-192 0,0-1 192 16,-2-4-160-16,-1 1 160 0,1 2 0 0,-1-3 0 15,-1-8 0-15,-2 2 0 0,2-1 0 0,-1 2 0 16,-2 1 0-16,-1 0 0 0,-1-1 0 16,0 3 128-16,-2 4-128 0,0 5 0 0,-1 3 256 0,0 2-48 15,-1 1-16-15,5 4 0 0,-10 3 160 0,-2 5 32 16,-2 4 0-16,1 4 0 0,0 4-160 0,0 2-32 16,-3 6 0-16,3-4 0 0,0 0 64 0,1 1 0 15,0 1 0-15,2-2 0 0,1 1-64 0,4 0 0 0,1 0 0 16,1-3 0-16,2-1-192 0,1 0 0 0,1-2 0 0,3-2 0 15,1-1 0-15,2-1-256 0,1 0 48 0,-1-2 16 32,1-2-1216-32,3 0-256 0,-1-3-32 0,4 0-16 15,5-3-2256-15,2-3-464 0</inkml:trace>
  <inkml:trace contextRef="#ctx0" brushRef="#br0" timeOffset="68682.03">25344 18233 9215 0,'0'0'816'0,"-5"-4"-656"0,0 2-160 0,5 2 0 16,0 0 8208-16,0 0 1616 0,0 0 320 0,0 0 64 0,0 0-7168 0,0 0-1440 16,0 0-272-16,13 1-64 0,-13-1-352 0,14 0-64 15,-1 0-16-15,0 1 0 0,-1 3-624 0,0-4-208 16,-12 0 128-16,14 0-128 0,2 0 0 0,-2 0 0 16,-1 0-208-16,0-3 80 15,0 2-1408-15,-1 1-256 0,1 0-64 0,0 4-16 16,-1 1-2352-16,-2-1-480 0</inkml:trace>
  <inkml:trace contextRef="#ctx0" brushRef="#br0" timeOffset="68892.3">25356 18349 20271 0,'-17'1'1792'0,"8"2"-1424"0,1 0-368 0,8-3 0 0,-10-2 3712 0,2 1 688 0,1 0 128 0,7 1 16 15,0 0-1568-15,0 0-320 0,0 0-64 0,0 0-16 16,0 0-944-16,0 0-192 0,0 0-32 0,0 0-16 15,0 0-624-15,0 0-128 0,0 0-32 0,13 2 0 16,-1 1-336-16,1-3-64 0,0 0-16 0,0 0 0 16,-1-1-192-16,1-2 0 0,-3 0 0 0,3 2 0 15,0 1-576-15,1-3-176 16,0 2-16-16,0 0-16 0,1 0-1744 0,0 1-352 0,1 2-64 16</inkml:trace>
  <inkml:trace contextRef="#ctx0" brushRef="#br0" timeOffset="69613.75">26257 18431 6447 0,'-11'-2'576'0,"5"-2"-576"0,-3 1 0 16,0-2 0-16,0 4 5216 0,1-3 928 0,-1 0 192 0,2 1 48 15,7 3-2720-15,-8-1-528 0,8 1-128 0,0 0 0 16,-6-1-208-16,6 1-48 0,0 0 0 0,0 0 0 16,0 0-1248-16,0 0-256 0,0 0-48 0,0 0-16 15,0 0-416-15,13 0-96 0,-1-3-16 0,2 3 0 16,1 0-336-16,4-1-80 0,2 1-16 0,1 0 0 16,-1-2-96-16,2 1-128 0,-1 0 176 0,0-1-176 15,1 1 128-15,-3 1-128 0,0-4 0 0,-3 3 0 16,-3 0 0-16,1 1 0 0,-2 0 0 0,-2 0 0 15,-1-3 0-15,-10 3-192 0,10 0 48 0,-10 0 16 16,0 0-624 0,0 0-112-16,0 0-32 0,10 0 0 0,-10 0-1696 15,11 3-352-15,-3-3-64 0</inkml:trace>
  <inkml:trace contextRef="#ctx0" brushRef="#br0" timeOffset="70330.19">27239 18184 18431 0,'1'-19'816'0,"-1"10"160"0,1 1-784 0,2 1-192 0,-2 0 0 0,-1 7 0 16,0 0 5632-16,0 0 1088 0,0 0 224 0,0 0 32 15,0 0-3968-15,0 0-816 0,0 0-144 0,0 0-48 16,0 0-816-16,0 0-160 0,0 0-48 0,-5 9 0 0,-2-2-320 0,0 0-64 16,-3 1-16-16,1 1 0 0,-1 1-304 15,1 0-64-15,0 0-16 0,-1 0 0 0,3-4-16 0,-1 2-16 16,1 1 0-16,1-1 0 0,-1-2-160 0,7-6 0 15,-8 8 0-15,8-8 128 0,-5 11-128 0,5-11 0 16,0 0 0-16,0 0 0 0,2 9 0 0,-2-9 0 16,6 9 0-16,-1 0 0 0,-5-9 0 0,11 6 128 15,-1 0-128-15,2-2 128 0,2-2-128 0,2 1-176 16,-2-2 48-16,3 2 0 0,-1-1 128 0,1 0 0 16,1-1 0-16,0 2 0 0,-1-1 0 0,1 2 0 15,-1 3 0-15,0-4 0 0,-2 4 0 0,-2 0 0 16,-2 0 0-16,-1 1-128 0,-3 3 128 0,0-2 0 0,-2 1 0 15,-1 2 0-15,-1 0 0 0,-2-3 0 16,-2 2 0-16,-2 0 0 0,-1-2 0 0,-1 1 0 0,-2 1 128 16,0 2-128-16,-5-1 128 0,0-2-128 0,-1-1 160 15,0 2-160-15,-5-5 160 0,1 1-160 16,0-1 160-16,1-1-160 0,-1 1 128 0,3-4-128 0,0 2 0 0,-1-4 0 16,0 0 128-16,-1-4-128 0,2 3 0 15,1 0 0 1,0-5-672-16,1 1-224 0,1-1-64 0,1-2 0 15,0-1-1360-15,2 0-288 0,1-4-48 0,3 0-19120 16</inkml:trace>
  <inkml:trace contextRef="#ctx0" brushRef="#br0" timeOffset="70583.23">27124 18185 11967 0,'0'0'1072'0,"0"0"-864"0,0 0-208 0,0 0 0 0,0 0 7872 0,0 0 1536 16,13-4 320-16,1 1 48 0,2 2-6768 0,2-3-1344 15,0 0-256-15,5 3-64 0,-1 1-320 0,4 0-48 16,1-1-16-16,2 1 0 0,-2-2-448 0,2 1-112 16,0 1-16-16,-2 1 0 0,-1-3-160 0,-3 0-32 15,0 1-16-15,-1 1 0 0,-1 0-176 0,-2 0 0 16,-1 0 0-16,-1 0 0 0,-1 0 0 0,-2 1 0 16,1 1 0-16,-2-1 0 0,-3 0 0 0,-10-1 0 15,0 0-144-15,11 4 144 16,-11-4-784-16,0 0-48 0,0 0-16 0,0 0 0 15,0 0-1152-15,0 0-240 0,10 8-32 0,-10-8-19504 0</inkml:trace>
  <inkml:trace contextRef="#ctx0" brushRef="#br0" timeOffset="71674.34">27900 18546 21183 0,'0'0'944'0,"-8"1"192"0,1 1-912 0,7-2-224 0,0 0 0 0,0 0 0 0,0 0 7232 0,-6 6 1408 16,6-6 288-16,-7 7 48 0,7-7-6544 0,0 0-1296 15,-4 10-272-15,4-10-48 0,-2 10-512 0,2-10-112 16,-2 11 0-16,2-11-16 0,0 10-176 0,0-10-272 16,0 0 64-16,0 0 16 15,0 0-640-15,4 11-112 0,-4-11-16 0,0 0-16 16,0 0-976-16,0 0-192 0,12 8-32 0,-2-3-16 16,1-5-1920-16,-2-2-384 0</inkml:trace>
  <inkml:trace contextRef="#ctx0" brushRef="#br0" timeOffset="72078.39">28263 18221 23951 0,'0'0'1056'0,"0"0"224"0,-5-4-1024 0,5 4-256 0,0 0 0 0,0 0 0 16,-8 6 5120-16,2 1 960 0,1 4 192 0,-2 2 32 15,-2 3-3632-15,1-2-736 0,0 4-144 0,2 0-16 16,-1-1-832-16,3 2-176 0,2-1-16 0,-1 0-16 15,2 0-304-15,3 1-64 0,4-2-16 0,0-2 0 16,2 0-224-16,2-1-128 0,1 0 128 0,2-1-128 16,1 2 0-16,1-5 0 0,1-2 0 0,3 0 0 15,-1-3 0-15,0 0 0 0,2-2 0 0,-1 1 0 16,1-4-192-16,-1 0 0 0,0 0 0 0,-1 0 0 16,-1-6 192-16,0 1-128 0,-3-1 128 15,2-2-128-15,-3-1-160 0,0 0-32 0,-1-6 0 0,-1 6 0 16,0-3 112-16,-1-1 16 0,-1-2 0 0,-1-1 0 0,-3 0 64 15,-1 3 128-15,0 0-208 0,-1 3 80 0,-3 2 128 16,0 8 0-16,0 0 0 0,-5-9 0 0,-2 5 128 16,-1 4 64-16,-1 0 16 0,-1 1 0 0,-3 5 176 0,0 0 16 15,0 1 16-15,-2 3 0 0,1 3-176 16,1-1-48-16,0 1 0 0,1 0 0 0,0-1-192 0,3 1 0 16,0 0 0-16,4 0 0 0,2 0 0 0,2-1 0 15,0-1-128-15,1-11 128 16,2 13-1168-16,1-2-128 0,-3-11-32 0,8 11 0 15,2-1-2128-15,2-4-448 0,0-2-64 0</inkml:trace>
  <inkml:trace contextRef="#ctx0" brushRef="#br0" timeOffset="72456.32">28770 18294 31327 0,'0'0'1392'0,"-3"-5"272"15,0-3-1328-15,3 8-336 0,4-9 0 0,0 3 0 0,-4 6 3952 0,6-7 720 0,-1-2 128 0,-5 9 48 16,11-4-2704-16,1 2-544 0,1-1-96 0,1 0-32 16,0 1-928-16,3-1-192 0,2-1-32 0,0 3-16 15,1 1-176-15,-2 0-128 0,1 1 144 0,0 3-144 16,-4-1 128-16,0 1-128 0,-4 0 0 0,1 1 0 16,-12-5 224-16,9 8-48 0,-9-8-16 0,0 0 0 15,6 10-32-15,-6-10-128 0,0 13 192 0,-3 0-64 16,-1 0 80-16,-4-1 16 0,-4-2 0 0,1 1 0 0,-2-1-48 0,0 2-16 15,0 0 0-15,-2 1 0 0,1-2-160 16,1 1 192-16,-1 1-192 0,1 0 192 0,1 0-192 16,1-1 0-16,2-2 144 0,1 2-144 0,1 1 0 15,1-2 0-15,2 0 0 0,2 4 128 0,1-6-128 0,1-9 0 16,2 11 128-16,2 0-128 0,-4-11 0 0,8 12 0 16,1-3 0-16,3-1-128 0,1-2 128 0,4-2-208 15,2-1 80-15,3-2 128 16,3-1-736-16,1-3-32 0,0-1 0 0,4-1 0 15,-1 0-1792-15,2-3-352 0,2-2-80 16,-2-1-18576-16</inkml:trace>
  <inkml:trace contextRef="#ctx0" brushRef="#br0" timeOffset="72878.69">29542 18283 10127 0,'0'0'896'0,"2"-12"-704"0,-5-2-192 0,0-2 0 16,-1 3 6640-16,-1 2 1296 0,0 5 256 0,0-1 48 15,0-2-4944-15,-2 4-992 0,-2-1-192 0,1 3-32 16,0 0-352-16,-1 2-80 0,-1 1-16 0,-2 4 0 15,-1 1-752-15,-1 2-160 0,-3 0-16 0,0 3-16 16,-2 0-272-16,1 0-48 0,-1 1-16 0,0 1 0 16,2 1-192-16,2 1-32 0,0 0-128 0,4-1 192 15,2-1-192-15,2 0 0 0,1 0 0 0,3-3 0 16,3-9 0-16,-1 11-128 0,1-11 128 0,0 11-160 16,0-11-32-16,0 0-16 0,6 9 0 0,-6-9 0 15,11 5-112-15,-1-1 0 0,2-3-16 0,1 1 0 16,-1-4 80-16,2 1 0 0,0-4 16 0,2 1 0 15,1 0 80-15,1-5 16 0,0 0 0 0,1 0 0 16,-2 0 0-16,1-2 0 0,0 2 0 0,-1-1 0 16,-3-1 144-16,1 2-208 0,-2 0 80 0,-2 4 128 0,-11 5 0 0,11-4 0 15,-11 4 0-15,0 0 0 0,0 0 0 0,0 0 256 16,0 0 0-16,0 0-16 0,8 8 224 0,-8-8 48 16,4 13 16-16,-2 0 0 0,-1 0-208 0,-2 1-32 15,-3 0-16-15,2 1 0 0,0-1-128 0,1 2-16 16,-3 1-128-16,0 0 192 0,2-2-192 0,-1 0 128 15,-1-2-128-15,3 0 0 0,0 0 0 0,1 0 0 16,0-2 0-16,1-1 0 16,-1-10-688-16,4 10-176 0,-4-10-32 15,8 9-16-15,1-1-2208 0,4-3-432 0,2-1-96 0</inkml:trace>
  <inkml:trace contextRef="#ctx0" brushRef="#br0" timeOffset="73277.13">30162 18144 35295 0,'0'0'1568'0,"-7"-7"320"0,3-4-1504 0,1 2-384 0,1-3 0 0,1 4 0 0,-1-3 2144 0,2 3 352 16,0 8 80-16,0 0 16 0,4-8-448 0,-4 8-96 16,0 0 0-16,0 0-16 0,0 0-800 0,0 0-144 15,0 0-48-15,0 0 0 0,0 0-464 0,0 0-112 16,4 14-16-16,-3 1 0 0,1-1-144 0,-2 4-48 16,-2 5 0-16,0 0 0 0,-1-3-96 0,-1 3-32 15,-1 3 0-15,1-2 0 0,0-1-128 0,0-2 0 16,-1 1 0-16,1 0 128 0,0 0-128 0,2-1 0 15,-1-2 0-15,2-4 0 0,1-3 0 0,-2 1 0 16,0-1 0-16,1-2 0 0,1-10-208 0,0 11-32 16,0-11 0-16,0 0 0 15,0 0-1056-15,0 0-224 0,0 0-32 0,0 0-16 16,11 3-1520-16,1-3-304 0,-2-3-64 0,2-1-16304 0</inkml:trace>
  <inkml:trace contextRef="#ctx0" brushRef="#br0" timeOffset="74083.35">30417 18184 11055 0,'0'0'480'0,"0"0"112"0,0 0-464 0,-5-7-128 0,0 2 0 0,5 5 0 16,-6-3 7456-16,6 3 1472 0,-9 0 288 0,0 3 64 15,0 2-5808-15,-1-1-1168 0,-2 1-224 0,0 2-48 16,0 3-816-16,-1 2-176 0,-1 1-16 0,-2 1-16 16,1 2-416-16,0-1-80 0,1 1 0 0,1 1-16 15,0-4-208-15,3 1-32 0,0-1-16 0,4 1 0 16,1-4-240-16,-1 3 128 0,5 0-128 0,1-3 0 15,0-10 0-15,3 11 0 0,1 1 0 0,1-5 0 16,1 1 0-16,4 0 0 0,0-1 0 0,0-1-160 16,1-3 32-16,1-1 0 0,-1 0 0 0,2-2 0 15,2-2-64-15,0 0-16 0,0-1 0 0,0-3 0 16,2-1-48-16,-1 2 0 0,-3-4 0 0,1 0 0 16,1-4-80-16,0-3-32 0,0 2 0 0,-1-5 0 0,0 1 64 0,-1-1 16 15,0-2 0-15,0 0 0 0,-1-1 288 0,0-2-192 16,-4 2 192-16,2-1-160 0,1 3 160 0,-2-3 0 15,-4 3 0-15,1 3 0 0,0 4 192 0,-4 0-48 16,-2 3 0-16,-1 3 0 0,1 7 240 0,0 0 32 16,0 0 16-16,0 0 0 0,0 0-48 0,0 0-16 15,0 0 0-15,0 0 0 0,-5 8-112 0,1 2-32 16,1 5 0-16,-2 2 0 0,-3 1-64 0,0 1-16 16,2 0 0-16,-1 0 0 0,-1 2-144 15,3-1 160-15,0 3-160 0,2-2 160 0,3 1-160 0,2-4 0 0,-1 2 0 16,3-1 128-16,0 0-128 0,1-4 0 0,2 0 0 15,-1-2 0-15,2-2 0 0,0-1 0 0,-8-10 0 0,10 7 0 16,1-1 0-16,-1-5 0 0,-10-1 0 0,12 0 0 16,-12 0 0-16,10-1 0 15,1-5 0-15,-2 1 0 0,-1-1 0 0,-1-1 0 16,0-3 0-16,-1 1 0 0,1-3 0 0,-1 0 0 0,0-4 0 0,-1 2 0 16,1 1-160-16,1-3 160 0,1 1 0 15,0-1-144-15,-3-1 144 0,0 4 0 0,-1 4 0 0,-4 9 0 16,3-12 0-16,-3 12 0 0,0 0 0 0,0 0 0 15,0 0 0-15,0 0 0 0,0 0 0 0,0 0 0 16,0 0 0-16,-10 8 144 0,3 3-144 0,1-1 0 16,1 0 128-16,3 2-128 0,0 0 0 0,1 0 0 15,0 1 128-15,1-2-128 0,2 0 0 0,2 1 0 0,1 1 0 0,2 0 0 16,-1-3 0-16,4 1 0 0,-1-2 0 16,1-3 0-16,1 2 0 0,-1-2 0 0,0 0 0 15,1-2 0-15,1-3 0 0,1 0 0 0,-3 1 0 16,2-2 0-16,-1-3 0 0,0-1-144 0,-11 4 144 0,13-4 0 15,0-2 0-15,-1-2 0 0,-4-1 0 0,-1-3 0 16,0 0 0-16,-1-1 0 0,1-3 0 0,1 1 0 16,-2-2 0-16,2-1 0 0,-1-2 0 0,0-1 0 15,0 0 0-15,-1 1 0 0,1-3 0 0,-1 2 0 16,0 1 0-16,-2-3 0 0,-2 3 0 0,1 1 0 0,-3 2 0 16,0 3 0-16,0 1 0 0,0 1 0 15,1 3 0-15,-1 3 0 0,1-1-240 0,1-1 48 0,-2 8 0 0,4-6 0 31,1 1-1440-31,-5 5-288 0,10-7-48 0,1 2-21616 0</inkml:trace>
  <inkml:trace contextRef="#ctx0" brushRef="#br0" timeOffset="78948.2">22235 18019 20271 0,'0'0'1792'0,"-7"-1"-1424"0,-2-3-368 0,0 1 0 16,0 1 1232-16,-1-2 176 0,-2-3 48 0,-3 1 0 15,-1 2 320-15,-1-3 64 0,-2 2 16 0,0-1 0 16,-3-3-160-16,-3 1-32 0,-3 0 0 0,1-1 0 16,0 1-672-16,-2 1-144 0,-1 2-16 0,-1-3-16 15,-1-2-176-15,0 1-48 0,-3 0 0 0,-1-2 0 16,0-2-272-16,-3 0-64 0,-5 2-16 0,-3-3 0 15,-3 0 48-15,-2-1 16 0,-4-4 0 0,0 1 0 16,0 0 16-16,0-2 0 0,-2 1 0 0,0 0 0 0,-4-1 16 16,0-3 16-16,-3-3 0 0,2 0 0 15,0 0-64-15,3 0-16 0,1-1 0 0,1-1 0 0,2-2-80 16,3-1 0-16,0 2-16 0,4 3 0 0,2-2-176 16,3 2 0-16,2-2 0 0,4 3 128 15,3 2-128-15,2 1-192 0,2 2 32 0,4 6 16 16,2 6-1456-16,5 0-272 0,5 2-64 0,2 3-11376 15,2 0-2256-15</inkml:trace>
  <inkml:trace contextRef="#ctx0" brushRef="#br0" timeOffset="79465.28">20219 17122 13823 0,'0'0'608'0,"-4"-9"128"0,-2-3-592 0,-1 1-144 0,0-2 0 0,1 4 0 16,1 2 4256-16,0 3 816 0,0 0 176 0,5 4 16 16,-9-4-2704-16,-1 3-528 0,0 0-112 0,-2 3-32 0,-3 2-672 0,-1 3-144 15,0-3-32-15,-1 2 0 0,-1 1-160 0,0 2-48 16,0 1 0-16,-1-2 0 0,0-1-48 0,-1-1-16 16,3-1 0-16,3 1 0 0,1-1-288 0,3 0-64 15,-1 0-16-15,11-5 0 0,-10 3-176 0,10-3-32 16,0 0-16-16,0 0 0 0,0 0 16 0,0 0 0 15,0 0 0-15,0 0 0 0,0 0-192 0,0 0 0 16,13 4 144-16,1 0-144 16,2-2 0-16,1 1 0 0,0 1 0 0,1-2 0 0,-1 2 0 0,0 0 0 15,0 1 0-15,-2 1 0 0,1 0 0 0,1 3 0 16,1 0 0-16,0 2 0 0,-2-2 0 0,-2 3 0 16,1-1 0-16,-1 1 0 0,-1 1 0 0,-1 0 0 15,-2 2 0-15,1-1 0 0,-2 0 0 0,0-1-160 16,-1 2 160-16,0-1-160 15,-1-4-1952-15,3 3-400 0,0 2-80 0,0-1-17760 0</inkml:trace>
  <inkml:trace contextRef="#ctx0" brushRef="#br0" timeOffset="82023.28">13426 15992 24879 0,'-8'-25'2208'0,"1"11"-1760"0,-2-2-448 0,1 4 0 0,2 5 2176 0,2 1 336 15,4 6 80-15,0 0 16 0,0 0-1248 0,0 0-240 16,0 0-48-16,0 0-16 0,3 13-240 16,-1 3-48-16,2 2-16 0,0 3 0 0,0 7 16 0,2 0 16 15,2 5 0-15,-1-1 0 0,-1 6 48 0,0 1 16 16,0 4 0-16,2 0 0 0,0 0-272 0,-1-3-64 16,0 0-16-16,1-3 0 0,0-5-272 0,-1-2-48 15,0-4-16-15,0-4 0 0,-1-2-160 0,1-4 128 16,-2-3-128-16,0-3 128 0,-5-10 0 0,0 0-128 15,0 0 192-15,0 0-64 0,0 0 48 0,0 0 0 0,0 0 0 16,9-4 0-16,-1-6 112 0,-3-2 32 0,0-4 0 16,-2-2 0-16,1-3-176 0,1-1-16 0,0-5-128 15,1-1 192-15,-1-3-192 0,0-3 0 0,1-4-144 16,1 0 144-16,-2-5-288 0,2 2 32 0,2-2 16 16,0 5 0-16,-3 5 48 0,1 2 16 15,0 1 0-15,-2 9 0 0,-1 6 176 0,0 5 0 0,-4 10-144 16,0 0 144-16,0 0 0 0,0 0 0 0,3 8 128 0,3 4-128 15,-2 5 144-15,1 4-144 0,0 4 160 16,0 3-160-16,-1 3 352 0,1 3-32 0,1 3 0 0,0-1 0 16,2 1-128-16,0-5-48 0,0-4 0 0,1-1 0 15,1-1-144-15,1-4 128 0,-1-2-128 0,0-4 128 16,0-5 32-16,-3-1 0 0,1-5 0 0,-8-5 0 16,9 4-32-16,-9-4-128 0,0 0 192 0,12-3-64 0,-4-1-128 15,-2-2 192-15,0-3-192 0,-1-2 192 0,0-1-64 16,0-1 0-16,0-2 0 0,1-1 0 0,-2-4-128 15,-2 4 128-15,1-5-128 0,-1 0 128 0,2-4-128 16,0 0 0-16,-1 0 0 0,1-1 0 0,0 3-256 0,0-3 0 16,-3 1 16-16,1 0 0 15,0 3-1104-15,0 1-208 0,0 2-48 0,0 4-16 16,1 2-784-16,0 4-160 16,-3 9-16-16,-2-11-15984 0</inkml:trace>
  <inkml:trace contextRef="#ctx0" brushRef="#br0" timeOffset="82250.98">13312 15852 21183 0,'-6'-13'1888'0,"2"7"-1504"0,-1-1-384 0,2 2 0 15,3 5 4320-15,0 0 800 0,0 0 144 0,0 0 48 16,8-9-3776-16,2 3-768 0,3 0-128 0,2 0-48 15,2-1 176-15,1 2 16 0,1 0 16 0,4 1 0 16,3 0-608-16,0 1-192 0,0 1 128 0,1-1-128 31,2 2-1696-31,1 0-400 0,0-1-80 0,-2 0-15856 0</inkml:trace>
  <inkml:trace contextRef="#ctx0" brushRef="#br0" timeOffset="82368.33">13973 15744 19343 0,'0'0'1728'0,"4"-8"-1392"0,1 1-336 0,3 0 0 0,4 1 3472 15,1-2 624-15,0 1 128 0,0 2 32 0,0-1-2960 0,-1 0-592 16,-2 0-112-16,1 2-16 16,-1 4-1424-16,1 0-288 0,-11 0-48 0,0 0-16 0</inkml:trace>
  <inkml:trace contextRef="#ctx0" brushRef="#br0" timeOffset="82684.13">13935 15461 29423 0,'-13'-15'1296'0,"7"6"288"0,-2 1-1264 0,0 1-320 0,-1-1 0 0,1 5 0 0,8 3 1536 15,-6-2 240-15,-1 0 48 0,7 2 16 0,-8 4-80 0,8-4-16 0,-7 9 0 0,-1 4 0 16,-1 0-880-16,1-2-176 0,1 2-48 16,1 2 0-16,1 0 48 0,-1 0 0 0,2-3 0 0,4-12 0 15,-1 13-352-15,1 0-64 0,1-2-16 16,-1-11 0-16,0 0-112 0,7 12-16 0,-7-12-128 0,10 8 192 15,-10-8-48-15,13 4-16 0,-13-4 0 0,15 0 0 16,-2-1-128-16,0-2 0 0,-3-2 144 0,1-2-144 16,-3 1 0-16,-1-1 144 0,1-2-144 0,-1 1 0 15,-1 2 0-15,-1-2 0 0,-1-1-192 0,-4 9 48 16,4-12-112-16,-1 2-32 0,-1-1 0 0,0 2 0 16,-2 9-352-16,0 0-64 0,-2-9 0 15,2 9-16-15,0 0-1776 16,0 0-336-16,0 0-80 0,-3 10-14240 0</inkml:trace>
  <inkml:trace contextRef="#ctx0" brushRef="#br0" timeOffset="83231.48">14108 16469 11055 0,'0'0'976'0,"-2"-9"-784"0,0 0-192 0,-1 2 0 16,3 7 4944-16,0 0 944 0,-1-5 192 0,1 5 48 15,0 0-2832-15,0 0-560 0,0 0-112 0,0 0-32 16,0 12-1024-16,1 1-208 0,2 1-32 0,-2 2-16 0,0 1-224 0,1 1-64 15,-1 0 0-15,1 1 0 16,1-2-320-16,0-4-64 0,1 0 0 0,-2-2-16 0,-1 1-304 0,1-1-48 16,-2-11-16-16,0 0 0 0,2 10-64 0,-2-10-32 15,0 0 0-15,0 0 0 0,0 0 0 0,0 0 0 16,0 0 0-16,0 0 0 0,0 0 16 0,3-8 0 16,0-1 0-16,-1 0 0 0,1 1-176 0,1-4 128 15,0-1-128-15,1-1 128 0,0 0-128 0,2-2 0 16,-2 0 0-16,3-1 0 0,2 0-304 0,0 0 64 15,-2 2 16-15,1 1 0 16,-1-3-1056-16,3 4-192 0,-1-1-64 0,1 4 0 16,0 4-2032-16,0 0-400 0,-2 2-96 0</inkml:trace>
  <inkml:trace contextRef="#ctx0" brushRef="#br0" timeOffset="84068.25">14261 16607 13823 0,'0'0'1216'0,"0"0"-960"0,0 0-256 0,0 0 0 0,0 0 3520 0,0 0 640 16,0 9 144-16,0-9 32 0,0 0-1968 0,0 0-400 0,9 6-80 0,-9-6-16 15,14-3-272-15,-3-1-48 0,1-1-16 0,1-2 0 16,0-2-784-16,1 0-176 0,15-14 528 16,-16 10-848-16,1-2-48 0,1 1-16 0,-2 0 0 15,-1-1-192-15,-1 0 0 0,0 2 0 0,-3 1 0 16,-2 1 0-16,-2 1-256 0,-1 1 16 0,-3 9 16 16,0-7 64-16,0 7 16 0,0 0 0 0,0 0 0 15,-8 3 144-15,-1 0 0 0,0 3-144 0,-2 3 144 16,1 3 144-16,-1 1 112 0,2 3 0 0,0-1 16 0,1 4 224 0,2-4 32 15,-1 2 16-15,3 0 0 0,2 0-112 0,0-4-32 16,2 1 0-16,3-1 0 0,1 2-272 0,1-2-128 16,2-1 128-16,2-3-128 0,2 1 128 0,1-2-128 15,1-4 0-15,2 1 128 0,0-5-128 0,1 0 0 16,1 0-160-16,1-5 160 0,-1 0-208 16,0-3 48-16,0-1 16 0,0 0 0 0,-2-4-96 0,0 1-16 15,-1 0 0-15,-1-1 0 0,0 0-16 0,-1-1-16 16,-2-1 0-16,1 1 0 15,-1-2-208-15,1 2-32 0,-4 1-16 0,-3 3 0 16,-4 3 80-16,0 7 16 0,0 0 0 0,0 0 0 0,0 0 448 0,-10 0 0 16,0 1 0-16,-2 5 0 0,-1 1 352 0,0 5 64 15,0 2 16-15,1 2 0 0,0-4 144 0,2 1 48 0,-1 0 0 16,5 0 0-16,1-1-208 0,1-2-32 0,0-1-16 16,4-9 0-16,-3 13-240 0,2-2-128 0,1-11 160 15,0 0-160-15,0 0 144 0,0 0-144 0,0 0 128 0,0 0-128 16,9 5 0-16,-9-5 0 0,10-1 0 0,1-3 0 15,-2-2-160-15,1 0-16 0,1-2 0 16,-1 2 0 0,-1-4-192-16,-1 0-32 0,-1-2-16 0,1 1 0 15,-2-1-64-15,2 0-16 0,0 0 0 0,0 1 0 16,-3 0 48-16,0 3 16 0,-5 8 0 0,0 0 0 0,5-6 304 0,-5 6 128 0,0 0-128 0,0 0 128 16,0 0 0-16,0 0 256 0,0 0-48 0,0 0 0 15,4 13 112-15,-1-1 32 0,-1-2 0 0,1 0 0 16,0 1 80-16,0-2 16 0,1-1 0 0,3 1 0 15,-7-9-224-15,10 7-32 0,1-2-16 0,-1-1 0 16,1 0 64-16,0-4 16 0,1-3 0 0,1 2 0 16,1-2-16-16,1-2 0 0,-1-2 0 0,0 2 0 0,1-4-80 0,-1-1-16 15,1-4 0-15,-2 1 0 0,0-2-144 0,-2-1 128 16,-2 1-128-16,1-5 128 0,-3 3-128 0,1-5 0 16,-1-3 0-16,-2 0 0 0,0-2-192 0,0 0-32 15,1-2 0-15,-1 1 0 0,-3 1-16 0,1 1 0 16,0 3 0-16,-2 3 0 0,-4 3 240 0,-1 4-176 15,-1 4 176-15,5 9-160 0,-10-8 320 0,-1 5 64 16,0 6 16-16,-1 5 0 0,0 1 64 0,-1 4 16 16,-3 3 0-16,2 6 0 0,0 4 128 0,1 4 16 15,0-3 16-15,2 5 0 0,3-1-80 0,3 1-16 0,1-2 0 16,3-2 0-16,1-2-256 0,1 0-128 16,2-6 128-16,2-1-128 0,0-1 0 0,2-1 0 0,-1-5 0 15,4-3 0 1,0 0-1392-16,3-2-208 0,1-1-32 0,5 1-12576 0,1-1-2496 15</inkml:trace>
  <inkml:trace contextRef="#ctx0" brushRef="#br0" timeOffset="84285.56">15415 16096 25791 0,'3'-18'2304'0,"-1"9"-1856"0,1 2-448 0,-3 7 0 16,5-9 4480-16,2 3 816 0,1-1 144 0,2 2 48 15,0 0-3184-15,1 1-624 0,1-1-128 0,1 1-16 0,0-1-672 0,1 2-128 16,0 0-32-16,1 2 0 0,-1 1-528 0,2 0-176 16,-1-1 0-16,2 2 0 0,-1 2 0 0,1-1-192 15,-2 0 0-15,-1 0 0 16,-3 3-1616-16,0-2-320 16,-11-3-64-16,10 10-16 0,-2 3-1824 0,0-1-352 0</inkml:trace>
  <inkml:trace contextRef="#ctx0" brushRef="#br0" timeOffset="84434.95">15484 16216 6447 0,'-13'-9'576'16,"7"5"-576"-16,0 2 0 0,6 2 0 0,0 0 6320 0,0 0 1152 15,0 0 224-15,0 0 48 0,0 0-4736 0,0 0-944 16,0 0-192-16,0 0-32 0,0 0-640 0,14-3-128 0,-1 2-32 0,1 1 0 16,0 0-752-16,2-2-160 0,-2 2-128 0,4 2 192 31,1 0-1632-31,2 2-320 0,1 1-64 0,-1-1-16352 0</inkml:trace>
  <inkml:trace contextRef="#ctx0" brushRef="#br0" timeOffset="84613.39">15844 16215 17503 0,'0'0'768'0,"4"-11"176"0,-1 4-752 0,-3 7-192 16,7-6 0-16,4 0 0 0,2 1 5392 0,-1 0 1056 0,-1-1 208 15,4 1 32-15,0 1-4128 0,2 0-816 0,-1-1-160 16,1 0-48-16,0 2-784 0,1 2-176 0,0-2-16 15,1 2-16-15,-2 0-544 0,-2 1 0 0,1 0 0 0,1 1 0 16,0 0-1984 0,1 3-448-16,2 3-80 0</inkml:trace>
  <inkml:trace contextRef="#ctx0" brushRef="#br0" timeOffset="85535.61">16429 16062 21183 0,'2'-17'944'0,"-1"11"192"0,-1 1-912 0,0 5-224 0,0 0 0 0,0 0 0 0,0 0 4272 0,0 0 800 15,0 0 176-15,8 9 16 0,-8-9-2624 0,9 13-528 16,-1 0-96-16,-2 3-32 0,0-1-432 0,-4 3-80 16,2 2-32-16,0-2 0 0,0 1-704 0,0-1-144 15,0-1-16-15,0 1-16 0,-2-4-304 0,1 2-64 16,-1-3-16-16,1-4 0 0,-3-9-176 0,0 0 160 0,0 0-160 16,0 0 160-16,0 0-160 0,0 0 128 0,0 0-128 0,0 0 128 15,0 0-128-15,0 0 128 0,0 0-128 0,-3-6 128 16,2-4-128-16,-1 0 0 0,0 0 0 0,2-2 0 15,0-2 0-15,3-1-192 0,-1 1 32 0,1-3 16 16,1 0-144-16,1-3-32 0,2 3 0 16,1-2 0-1,-1 1-112-15,2-1-16 0,1 1-16 0,0 4 0 0,0 3 48 0,1 1 16 16,-3 2 0-16,-8 8 0 0,10-4 208 0,-10 4 32 0,0 0 16 0,11 7 0 16,-4 1 144-16,0 1 0 0,-2 2 160 0,0 0-160 15,1 1 432-15,-1 2-16 0,0-1 0 0,-1 1 0 16,0-2-96-16,0 2 0 0,0 1-16 0,1-1 0 15,-5-14-176-15,6 12-128 0,0-2 192 0,-6-10-192 16,0 0 144-16,6 12-144 0,-6-12 0 0,0 0 144 16,0 0-144-16,0 0 0 0,8 6 144 0,-8-6-144 0,0 0 0 15,0 0 128-15,0 0-128 0,10-6 0 0,-2-1 0 16,0-2 0-16,-1-2 0 0,-1-1 0 16,1 0 0-16,-1 0 0 0,1-3-128 0,-1 0 128 0,1 2-256 15,0 0 16-15,1-1 16 0,0 1 0 0,0 4 16 0,0 0 0 16,-8 9 0-16,9-7 0 0,-9 7 64 0,0 0 16 15,0 0 0-15,9 5 0 0,-9-5 128 0,8 13 0 16,-3-2 0-16,0 2 128 0,0 1 64 0,1 2 0 16,-2 1 16-16,-1 0 0 0,3 0-208 0,-1 1 144 15,0-4-144-15,2 2 128 0,-1-4-128 0,1-2-144 16,-1-1 144-16,1-1-208 16,-7-8-2272-16,10 7-448 0,-2-2-80 0,-8-5-17408 0</inkml:trace>
  <inkml:trace contextRef="#ctx0" brushRef="#br0" timeOffset="85893.42">16870 15746 20271 0,'0'0'1792'0,"-3"-8"-1424"0,1 1-368 0,-1 1 0 15,-1 2 3392-15,4 4 624 0,0 0 112 0,0 0 32 16,-6-5-1552-16,6 5-304 0,0 0-64 0,0 0-16 15,-9 5-880-15,9-5-192 0,-7 8-16 0,2-1-16 16,5-7-544-16,-5 11-96 0,5-11-32 0,0 0 0 16,-4 13-208-16,1-1-48 0,3-12-16 0,3 11 0 0,-3-11-48 0,5 11 0 15,-5-11 0-15,8 8 0 16,-8-8 16-16,10 2 0 0,-10-2 0 0,15 3 0 0,-4-1-144 0,1 0 160 16,0-4-160-16,-3 0 160 15,-1-3-160-15,0-1 0 0,-1 0 0 0,1-1 0 0,-1 1 0 0,1-1 0 16,-2 1 0-16,1-1 0 0,-2-3 0 15,-1 2 0-15,-2-1 0 0,-2 9 0 0,2-8-128 0,-2 8-16 16,-2-8 0-16,2 8 0 0,0 0-160 0,-4-6-16 16,1-2-16-16,3 8 0 15,0 0-816-15,0 0-144 0,-11 0-48 0,2 3-12368 16,9-3-2480-16</inkml:trace>
  <inkml:trace contextRef="#ctx0" brushRef="#br0" timeOffset="86602.39">17485 15693 18431 0,'0'0'816'0,"2"-9"160"0,-4-1-784 0,1-1-192 0,-1 1 0 0,0 5 0 16,2 5 3504-16,0 0 656 0,0 0 128 0,0 0 16 15,-10-4-2096-15,-3 8-416 0,-4 0-96 0,0 6-16 16,0 3-448-16,-4 8-80 0,-5 5-32 0,-1 5 0 16,-3 5 160-16,1 1 48 0,2 5 0 0,3 2 0 15,2 3-80-15,4-5-16 0,1-1 0 0,6-2 0 0,6-2-560 16,5 1-112-16,4 0-32 0,4-1 0 16,4-2-336-16,3 0-64 0,5-4 0 0,2-2-128 0,1-3 160 15,1-5-160-15,-1-3 128 0,2-2-128 0,-1-4 0 16,-1-5 0-16,1 0 0 0,-4-3-176 15,-1-2-752-15,-1-2-160 16,-2 0-16-16,-1 2-16 0,-1-2-2528 0,0-2-512 0</inkml:trace>
  <inkml:trace contextRef="#ctx0" brushRef="#br0" timeOffset="87421.78">17531 15850 35423 0,'0'0'1568'0,"0"0"320"0,0 0-1504 0,0 0-384 0,0 0 0 0,0 0 0 0,0 0 1296 0,-4 13 192 0,0 4 48 15,0 2 0-15,0 6 96 0,2 4 32 0,2 3 0 0,0 0 0 16,1-2-256-16,2 1-64 0,-1 3 0 0,4-4 0 16,-1-3-608-16,1-1-128 0,1 2-32 0,1-3 0 15,1-2-320-15,-1-5-80 0,-3-2-16 0,0-6 0 16,-5-10-160-16,8 8 192 0,-8-8-192 0,0 0 192 15,0 0-192-15,0 0 160 0,0 0-160 0,0 0 160 16,0 0-160-16,0 0 0 0,6-8 0 0,0-2 128 16,-1-4-128-16,-1-2 0 0,-2-1 0 0,1 0 0 15,0 0 0-15,0-1 0 0,3-2 0 0,-1 1 0 16,0-2-240-16,2 1 80 0,0 2 16 0,1 0 0 0,-1 0 16 16,-1 1 0-16,-1 2 0 0,2 2 0 15,-2 3 128-15,-5 10 0 0,4-9 0 0,-4 9-128 0,0 0 128 16,0 0 0-16,0 0 0 0,0 0-128 0,9 6 128 15,-1 3 0-15,-3 3 0 0,-1 4 0 0,-1-2 0 0,-1 2 0 16,1 2 160-16,0-2-160 0,-1 3 128 0,0 2-128 16,-4-4 0-16,5 0 144 0,1 0-144 0,0-2 0 15,0 1 0-15,0-2 0 0,1-1 0 0,0-2 0 16,1 1 0-16,1-2 0 16,-7-10-1104-16,10 10-256 0,1-2-48 0,1-2-16 15,-2-5-2176-15,0-1-432 0,-10 0-96 0</inkml:trace>
  <inkml:trace contextRef="#ctx0" brushRef="#br0" timeOffset="87900.36">17896 16242 18431 0,'0'0'816'0,"0"0"160"0,-2-6-784 0,2 6-192 0,0 0 0 0,1-7 0 15,-1 7 4992-15,4-6 944 0,0 1 192 0,1-2 32 0,-5 7-3168 0,10-5-640 16,1 0-128-16,2 1-32 0,1 0-1040 0,0 2-192 15,-1-1-64-15,2 1 0 0,-2 1-384 0,0-2-96 16,-1 3-16-16,-1 0 0 0,-11 0-272 0,11 3-128 16,-11-3 128-16,0 0-128 0,8 8 0 0,-8-8 128 15,0 0-128-15,2 14 0 0,-2 0 176 0,-2-1-48 16,-2 1-128-16,-2-1 192 0,0-2 64 0,-3 4 16 16,-2-1 0-16,1-1 0 15,2-3-16-15,-1 3 0 0,-1-2 0 0,0 1 0 0,0-3-48 0,4-1-16 16,6-8 0-16,0 0 0 0,-6 10-64 0,6-10-128 15,0 0 176-15,0 0-176 0,4 10 144 0,-4-10-144 16,11 7 0-16,-1-3 144 0,-10-4-144 0,14 2 0 16,2 0 0-16,0-2 0 0,-1-2 0 0,2 2-272 0,2-3 64 15,0 0 16 1,1-1-1360-16,-1 0-272 0,1-2-48 0,2 0-13696 0,1 0-2736 0</inkml:trace>
  <inkml:trace contextRef="#ctx0" brushRef="#br0" timeOffset="88071.65">18462 16185 23951 0,'0'-16'2128'0,"0"10"-1696"0,0 6-432 0,0 0 0 15,0 0 3888-15,5-5 688 0,-5 5 144 0,8-7 16 16,0 2-2368-16,2 1-464 0,2 1-112 0,1 2 0 16,1 0-720-16,1-1-144 0,-1 0-32 0,2 2 0 15,-2 0-896-15,0-2 0 0,1 0 0 0,-1 1 0 16,0 1-2448-16,1 3-368 0,-2 4-80 0,0-2-10272 15,-1-5-2048-15</inkml:trace>
  <inkml:trace contextRef="#ctx0" brushRef="#br0" timeOffset="88504.78">18814 15704 24879 0,'-1'-9'2208'0,"1"2"-1760"16,0 7-448-16,0 0 0 0,0 0 3616 0,0 0 640 15,0 0 128-15,0 0 32 0,0 0-1952 0,0 0-384 0,0 0-80 0,1 20-16 16,-1 5-592-16,-1 2-128 0,-1 0-32 0,1 5 0 16,-2 0-432-16,3 2-96 0,0 0 0 15,2 0-16-15,-1-3-304 0,0-1-48 16,2-4-16-16,1 0 0 0,0-5-176 0,1 0-144 0,-2-1 192 0,2-5-192 16,-1-2 144-16,1-2-144 0,-5-11 0 0,0 0 144 15,0 0-144-15,6 9 128 0,-6-9-128 0,0 0 128 16,0 0-128-16,0 0 128 0,0 0-128 0,0 0 128 15,0 0-128-15,0 0 0 0,10-7 144 0,-3-2-144 16,0-3 0-16,-1 1 0 0,1-2 0 0,1 1 0 16,-2-4 0-16,2 3 0 0,1-4 0 0,2 0-128 15,0 0-32-15,1-1 0 0,-1 3 0 0,-2 1 0 16,-1 3 160-16,-1 3-208 0,-7 8 80 0,0 0 128 16,8-5-128-16,-8 5 128 0,0 0 0 0,0 0 0 15,0 0 0-15,12 8 0 0,-2 2 0 0,-2 2 0 0,-3 1 0 16,1 0 0-16,-3 0 144 0,1 1-144 0,-1-1 0 15,1 2 0-15,0 0 0 0,1-1 128 16,0 0-128-16,0-1 0 0,1 1 0 0,-1-4-128 16,-5-10-912-16,6 11-176 0,-6-11-48 15,8 10 0-15,0-2-1824 0,-1 0-368 0,-1-2-80 16,-6-6-15792-16</inkml:trace>
  <inkml:trace contextRef="#ctx0" brushRef="#br0" timeOffset="88674.44">19240 16073 33119 0,'0'0'1472'0,"0"0"288"0,0 0-1408 0,0 0-352 0,0 0 0 0,0 0 0 0,0 0 2656 0,0 0 464 16,0 0 80-16,5 12 32 0,-1-1-1312 0,-4-11-256 16,3 13-48-16,0 0-16 0,-1 2-992 0,1-2-208 0,-1 0-32 0,2-1-16 15,-4-12-352-15,6 13 0 0,-3-2 0 0,4-2 0 32,-7-9-1008-32,0 0-272 0,10 7-48 0,-10-7-16 15,11 6-2144-15,-2-2-432 0,-9-4-96 0,13-1-16 0</inkml:trace>
  <inkml:trace contextRef="#ctx0" brushRef="#br0" timeOffset="89004.75">19311 15534 22111 0,'0'0'1968'0,"0"0"-1584"0,0 0-384 0,10-2 0 0,2 2 4752 0,0 2 880 16,1 1 160-16,0 2 32 15,2 2-3728-15,4-1-752 0,0 1-160 0,3 2-32 0,4 1-384 0,2 2-64 16,-2 1-32-16,2 3 0 16,1 3-16-16,1 1 0 0,-1 3 0 0,1 2 0 0,0 4-112 0,-3 1-32 15,-1 0 0-15,-2 2 0 0,-2 5-192 0,-4-1-64 16,-2 0 0-16,-5 0 0 0,-1 1-112 0,-5-4-16 16,-3 0-128-16,0 1 192 0,-4-4-192 15,-1 1 144-15,-3-2-144 0,-2 1 128 0,-2-1-128 0,0-3 0 16,-1-3 0-16,1-2 128 0,-2-1-128 0,2-4 0 15,-2-1 144-15,-1-1-144 0,-2-3 0 0,2-4 128 16,2 0-128-16,-1-2 0 0,2-1 0 0,0 0 0 16,10-4 0-16,-9 4 0 15,9-4-1472-15,-10 4-272 0,2 0-48 0,8-4-21184 0</inkml:trace>
  <inkml:trace contextRef="#ctx0" brushRef="#br0" timeOffset="89555.16">17784 16862 22111 0,'-4'-15'1968'0,"1"9"-1584"0,3 6-384 0,-2-7 0 0,-1 2 3968 0,3 5 720 0,0 0 144 15,0 0 32-15,0 0-1904 0,0 0-368 0,-2 12-80 0,0 1-16 16,2 0-1056-16,2 4-224 0,-1 4-32 0,0 1-16 15,1 0-512-15,0 3-96 0,1-1-32 0,1 1 0 16,1 0-256-16,0 0-48 0,0-2-16 0,1-3 0 16,-1-1-208-16,1 0 0 0,0-1 128 0,-1-1-128 15,0 0 0-15,0-4 0 0,-1-1 0 0,-4-12 0 32,3 11-448-32,-3-11-144 0,2 13-32 0,-2-13 0 15,0 0-816-15,0 0-160 0,0 0-48 0,0 0 0 16,-1 5-1248-16,1-5-256 0,0 0-48 0</inkml:trace>
  <inkml:trace contextRef="#ctx0" brushRef="#br0" timeOffset="89899.87">17827 16825 44975 0,'0'0'992'0,"-10"8"208"0,-3 4 32 0,0-2 32 0,-1 0-1008 0,3 2-256 0,-1 0 0 0,3 0 0 0,0 1 1088 0,1-2 192 16,1 1 16-16,2-3 16 0,0-1-672 0,5-8-144 15,-7 8-32-15,7-8 0 0,-6 6-224 0,6-6-48 16,0 0-16-16,0 0 0 0,0 0 48 0,0 0 16 16,0 0 0-16,0 0 0 0,0 0-48 0,0-11 0 15,3-2 0-15,-1-3 0 0,2 0-192 0,1 1 0 16,1-1 0-16,0-1 0 0,2-2 0 0,0 0 0 16,1 1 0-16,-1-1 0 0,1 2 0 0,0 2-128 15,1 2 128-15,-2 4 0 0,-1 0 0 0,-7 9-128 0,11-7 128 16,-11 7 0-16,0 0 0 0,0 0 144 0,11-1-16 0,-11 1 0 15,0 0 160-15,13 4 32 0,-1 0 0 0,-1 2 0 16,0 4-144-16,-2-3-32 0,0 3 0 0,1 0 0 16,2 2-144-16,0-1 0 0,0-1 0 0,-1-1 0 31,2 1-768-31,0-2-128 0,0 0-16 0,1 0-16 16,-1-1-2768-16,0-1-544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8-07T22:33:46.307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context xml:id="ctx1">
      <inkml:inkSource xml:id="inkSrc210">
        <inkml:traceFormat>
          <inkml:channel name="X" type="integer" max="25977" units="cm"/>
          <inkml:channel name="Y" type="integer" max="17318" units="cm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T" name="resolution" value="1" units="1/dev"/>
        </inkml:channelProperties>
      </inkml:inkSource>
      <inkml:timestamp xml:id="ts1" timeString="2023-08-07T22:38:57.018"/>
    </inkml:context>
  </inkml:definitions>
  <inkml:trace contextRef="#ctx0" brushRef="#br0">3752 483 8287 0,'0'0'368'0,"-3"-8"80"0,-3-2-448 0,-1-2 0 0,1-1 0 16,1 1 0-16,1 3 3328 0,1-1 592 0,-1-1 112 0,0 1 32 16,-2-2-1040-16,2 3-208 0,3 2-32 0,-1 2-16 15,0-1-800-15,0 0-176 0,2 6-16 0,0 0-16 16,0 0-320-16,0 0-64 0,0 0-16 0,0 10 0 16,0 1-144-16,-1 6-48 0,0 4 0 15,-2 7 0-15,1 4-464 0,-2 5-80 0,0 3-32 0,0 2 0 16,-1 1-288-16,-1-3-64 0,1 2-16 0,0-2 0 15,1-1-224-15,1-1 176 0,2-4-176 0,0-1 160 16,0-3-160-16,-1-2 0 0,1-4 0 0,1-5 0 0,1-2 0 16,2-6-304-16,-1-2 48 0,1-3 16 15,-3-6-1680-15,0 0-352 0,11 3-64 0,0-8-16 16,2-6-1392-16,2-6-288 0</inkml:trace>
  <inkml:trace contextRef="#ctx0" brushRef="#br0" timeOffset="204.52">3950 360 14735 0,'0'-17'640'0,"0"12"160"16,0 0-640-16,0 5-160 0,0 0 0 0,0 0 0 0,0 0 5872 0,0 0 1136 16,0 0 224-16,0 0 64 0,-2 10-4144 0,-1 2-816 15,0 3-160-15,2 3-48 0,0 3-1168 0,-2 5-224 16,-1 1-48-16,2 3-16 0,-1 4-288 0,0 1-64 16,1 2-16-16,-2-2 0 0,0-1-176 0,1-4-128 15,3 0 192-15,-1 0-192 0,0 0 0 0,0 0 0 0,1-2 0 0,0-2 0 31,0-2-496-31,0-3-208 0,1-2-32 0,1 0-16 16,-2-1-1136-16,2-5-224 0,-1 1-64 0,2-3 0 16,-2-4-1536-16,-1-7-320 0</inkml:trace>
  <inkml:trace contextRef="#ctx0" brushRef="#br0" timeOffset="957.83">3666 879 10127 0,'-23'-2'448'0,"15"3"96"0,-1 0-544 0,2 1 0 0,1 2 0 0,0-1 0 16,6-3 7488-16,0 0 1376 0,0 0 288 0,0 0 48 16,8 7-6320-16,3-2-1248 0,2 0-256 0,2-5-48 15,2 0-688-15,2-2-144 0,0-1-32 0,2-2 0 0,2-4-176 0,2-2-32 16,1-2-16-16,2 0 0 0,-1-2-112 0,3 0 0 16,0 0-128-16,3 0 192 0,-1-4-192 0,-1 2 0 15,-1-1 0-15,0 1 0 16,-1 0-176-16,-2 1-16 0,0 0-16 0,-4 3 0 15,-3 2-64-15,-3 1-16 0,-3 5 0 0,-2-1 0 0,-3 2 160 0,-1 3 128 16,-8 1-192-16,0 0 192 0,0 0 0 0,-3 9 0 16,-2 1 160-16,-3 3-32 0,-1 0 64 0,-4 3 0 15,0 2 16-15,-2 2 0 0,1 2-64 0,1-3-16 16,0 5 0-16,0-1 0 0,1 1-128 0,2 2 0 16,1-3 0-16,2 1 128 0,4-1-128 0,2-1 0 15,1-1 0-15,3-1 0 0,3-3 0 0,1 0-144 16,1-2 144-16,2 1-160 15,4 0-224-15,2-2-64 0,1-4 0 0,1 0 0 16,3-4-672-16,-1-1-144 0,1-1-16 0,1-4-16 16,-1-4-1008-16,1-4-208 0,0 2-48 0,1-7 0 15,0 0-80-15,-1-4-32 0,0-3 0 0,-1-1 0 16,0 1 1024-16,-2-3 208 0,-1 1 32 0,-1-1 16 0,-2-1 1392 0,-2-2 256 0,-3 3 64 16,-3 1 16-16,-2 1 1856 0,-3 4 368 0,0 4 80 0,-2 2 16 15,-3 2 16-15,-1 1 0 0,-2 2 0 16,-2 3 0-16,-1 3-448 0,-2 4-96 0,-2 1-16 15,0 3 0-15,-1 1-1072 0,0 3-208 0,-2 1-64 0,0 4 0 0,2 3-368 16,0 2-80-16,2 0 0 0,0 0-16 16,2 0-160-16,2-1-16 0,1 0-128 0,2 0 192 0,4-3-192 0,0 0 0 15,1-3 0-15,1-2 0 0,1 0-320 16,2-3 0-16,0-2 0 0,3-3 0 16,-1-1-384-16,2-1-64 0,0-1-32 0,1-4 0 15,0-2 0-15,2-1 0 0,0-2 0 0,1-2 0 16,0-4 128-16,0 0 32 0,1 0 0 15,-2-5 0-15,2-2 256 0,0-2 64 0,0-3 16 0,1 0 0 0,-1-1 304 16,0 3-160-16,0-3 160 0,-2 2-128 0,-1 1 128 0,-4 3 0 16,1 3 0-16,-2 4 0 0,-1 7 256 0,-4 6 48 15,0 0 0-15,0 0 0 0,0 0 560 0,0 0 112 16,0 0 32-16,-3 8 0 0,0 3-352 0,0 6-64 16,-3-1-16-16,2 5 0 0,2 0-400 0,-1 2-176 15,1 1 128-15,2 0-128 0,2 0 0 0,2 1 128 16,0-1-128-16,1-1 0 0,-1-5 0 0,3-3 0 15,-1 0 0-15,3-2 0 16,0 0-1296-16,2-5-192 0,2-3-48 0,0-3 0 16,3-2-1312-16,1-2-272 0,-1-6-48 0,-2-2-12832 0</inkml:trace>
  <inkml:trace contextRef="#ctx0" brushRef="#br0" timeOffset="1193.81">5053 376 11055 0,'0'0'480'0,"0"0"112"0,-5-5-464 0,0 2-128 0,5 3 0 16,0 0 0-16,0 0 7248 0,0 0 1440 0,-8 5 272 16,1 3 64-16,4 3-5952 0,-3 3-1184 0,1 2-240 0,2 3-48 15,2 5-768-15,1 0-128 0,-2 1-48 0,0 1 0 0,2 3-400 0,0 2-96 16,-1 2-16-16,1 1 0 0,3-4-144 0,-2-3 0 16,0 2 0-16,0-3 0 0,1 3 0 0,-1-1 0 15,-1 0 0-15,0-4-176 0,0-3-176 16,-1-1-32-16,-1-1-16 0,0-4 0 15,-1-2-1120-15,2-1-208 0,0-1-64 0,-1-2 0 16,2-9-1360-16,0 0-288 0,0 0-48 0</inkml:trace>
  <inkml:trace contextRef="#ctx0" brushRef="#br0" timeOffset="1355.06">4847 757 33167 0,'0'0'2944'0,"0"0"-2352"16,0 0-464-16,0 0-128 0,0 0 2240 0,0 0 416 0,5-4 96 0,2 0 0 15,2 1-1536-15,2 1-304 16,2-1-64-16,3-1-16 0,3 0-640 0,4-2-192 0,3-1 0 0,4-1 128 16,4-1-128-16,4 3 0 0,1-3-176 0,9 0-13504 15,8-2-2704-15</inkml:trace>
  <inkml:trace contextRef="#ctx0" brushRef="#br0" timeOffset="2156.9">6288 557 46191 0,'0'0'2048'0,"0"0"416"0,-7 2-1968 0,2 3-496 0,1 1 0 0,0 5 0 0,0-2 912 0,0 3 96 15,1 1 16-15,-1 2 0 0,0-3 0 0,1 1 16 16,2-1 0-16,1 0 0 0,1-1-720 0,2 0-128 15,-2-2-48-15,-1-9 0 0,0 0-144 0,0 0 0 16,5 6 0-16,-5-6 0 0,0 0 0 0,0 0 0 16,8 4-192-16,-8-4 192 0,0 0-256 0,4-5 80 15,-1-3 16-15,-1 0 0 0,-1 1 160 0,1-4-208 16,-1-1 80-16,-1 1 128 0,-3-2-192 0,1 0 192 16,-2-2-192-16,-1 1 192 0,0 0-160 0,-2 2 160 15,1 1 0-15,-1 2-144 0,-1 3 144 0,0-1 0 16,1 3 0-16,-1 3 0 0,-1 2 0 0,-2 6 176 15,-2 3-48-15,0 5 0 0,0 3 0 0,-1 4 0 16,-2 3 0-16,0 1 0 0,1 1 80 0,2 1 16 0,2 0 0 16,3-2 0-16,5 2-96 15,-1-1 0-15,1-1-128 0,4-1 192 0,5 0-192 0,0-3 0 0,1-1 0 16,2-3 0-16,1-1-288 0,1-4 0 0,-1-3 0 0,3-2 0 31,1-4-176-31,2-3-48 0,1-2 0 0,1-3 0 16,2-2-96-16,1-3-32 0,0-2 0 0,-1-1 0 0,3-1 96 15,-1-2 16-15,-1-2 0 0,-1-3 0 0,-1-2 304 0,0-1 64 0,2-3 16 16,-1-3 0-16,-2-1 144 0,1 0 0 0,-2 0 0 0,-1 3 0 16,-3-1 0-16,-3 3 0 0,-2 5 0 0,0 4 0 15,0 4 144-15,-4 4 16 0,-4 8 0 0,0 0 0 16,0 0 368-16,0 0 80 0,-4 6 16 0,0 3 0 16,-1 4-96-16,0 2-16 0,-1 4 0 0,1 3 0 0,0-3-320 15,1 2-192-15,0 1 192 0,2 2-192 0,-1-5 0 0,2 2 0 16,2 0 0-16,0-1 0 0,1-1 0 0,0-2 0 15,2-2 0-15,0-1 0 16,1-4-400-16,0 1-96 0,3-2-16 0,-1-5 0 16,1 0-128-16,-1-3-48 0,1-2 0 0,1-1 0 15,2-4 80-15,-1-1 16 0,1-1 0 0,-1-3 0 16,0-2 48-16,1-3 16 0,-3-2 0 0,2 1 0 0,1 0 256 0,0-1 48 16,0-2 16-16,0-1 0 15,0-1 208-15,-1 1 0 0,-2 2 0 0,1 0 0 0,-1 4 352 0,-1 2 64 16,-2 1 16-16,-1 4 0 0,-4 8 480 0,0 0 112 15,0 0 0-15,0 0 16 0,-3 7-80 0,-2 6-32 16,1 2 0-16,-2 5 0 0,-4 2-272 0,1 4-48 0,-1 2-16 16,1 2 0-16,1 1-272 0,0-1-48 15,0 4-16-15,2 0 0 0,-1 0-256 0,3-2 160 16,2-1-160-16,2-5 128 0,-2 2-128 0,1-2-192 16,1-7 32-16,0 1 16 15,1-3-1664-15,5 0-336 0,-1-4-64 0,3-4-16 16,1-4-2336-16,6-1-480 0</inkml:trace>
  <inkml:trace contextRef="#ctx0" brushRef="#br0" timeOffset="3066.44">7088 673 37375 0,'0'0'1664'0,"-1"-6"320"0,-2-3-1584 0,2 2-400 0,-2 1 0 0,3 6 0 0,-2-6 1744 0,2 6 272 15,0 0 48-15,0 0 16 0,0 0-416 0,0 0-96 16,-7 3-16-16,1 1 0 0,-2 4-832 0,2 2-160 15,-2 3-48-15,0 2 0 0,-1 3-208 0,-2 1-48 16,1 5-16-16,1-3 0 0,-2 0-240 16,3 1 128-16,2 1-128 0,1 1 0 0,1-2 0 0,1-1 0 15,1-2 0-15,2-1 0 0,1-1-352 0,3 0-16 16,-3-5 0-16,3-1 0 16,3-2-464-16,0-3-80 0,3-1-32 15,1-2 0-15,1-4-112 0,1-3-32 0,0-3 0 0,0-1 0 16,0-2 256-16,1-2 32 0,2-1 16 0,0-2 0 0,-2-4 352 0,2-3 80 15,-1 1 16-15,1-2 0 0,0-3 336 0,1 2 0 16,0-3 0-16,0-2 128 0,-2-3 192 0,3 0 16 0,-1 1 16 0,-1 2 0 16,-2 3 96-16,-2 2 0 0,-3 0 16 15,-2 5 0-15,-1 2 192 0,-1 4 48 16,-2 1 0-16,-2 4 0 0,-1 3 64 0,0 5 32 0,0 0 0 0,-6 5 0 16,-2 4-208-16,0 4-32 0,-1 2-16 0,-1 3 0 15,-2 3-304-15,0 2-64 0,0 2-16 16,2 1 0-16,0 1-160 0,0-1 0 15,1 2 0-15,3-2 0 0,1-1 0 0,1-1 0 0,1 1 0 0,3 0 0 16,4 0 0-16,0-2 0 0,1-1 0 0,3-2 0 16,1-4-272-16,2-2 64 0,0-1 16 0,2-5 0 15,0-2-48-15,0-2 0 0,0-1 0 0,3-5 0 16,1-1 112-16,1-4 128 0,2-2-208 0,-1 0 80 16,1-3 128-16,-1-2-192 0,2-1 192 0,0-6-192 15,-1-1-32-15,-1-1-16 0,1-5 0 0,-2 2 0 0,-2 2-16 16,-1-2 0-16,1 1 0 0,-2-1 0 0,-3 2 256 15,-2 3 0-15,-1 6 0 0,-4 0 0 0,-3 6 0 0,-1 9 0 16,-3-6 0-16,3 6 0 0,-5 1 496 0,-1 4 32 16,-2 3 16-16,-1 4 0 0,0 2-160 0,-1 3-16 15,1 1-16-15,0 2 0 0,-1 5-160 16,2-2-48-16,1 1 0 0,4-1 0 0,-1 1-144 0,2-2 128 16,2-3-128-16,3-2 128 0,0-1-128 0,2-2 0 15,3 2 0-15,-2-7 0 0,2 0 0 0,1-2 0 16,0-2 0-16,2-4 0 0,-1 0 0 15,2 1-144-15,1-5 144 0,0-1 0 0,0-2-256 0,1-2 48 16,1-3 16-16,4-3 0 0,-1-4-32 0,1 1 0 16,-2 0 0-16,1-3 0 0,-1-3 80 0,0-2 16 15,0-1 0-15,0-3 0 0,1 1-16 0,0-1 0 16,0 0 0-16,-2 3 0 0,-3 2 144 0,-3 3 0 16,-2 4 0-16,-1 2 0 0,-2 4 0 0,-2 2 0 15,-5 1 144-15,2 8-144 0,-4-5 464 0,4 5-16 16,0 0 0-16,0 0 0 0,-6 2-48 0,1 3-16 15,-1 2 0-15,3 1 0 0,-3 1-208 0,4 3-48 16,2-1-128-16,1 2 192 0,-1 2-192 0,3 0 0 0,3 2 0 0,1 0 0 16,0 0 0-16,3 1 0 0,-1 1 0 0,1 0 0 15,2 1 0-15,1-1 0 0,0 1 0 0,0-1 0 16,-1 0 0-16,-1-1 0 0,-3-5 0 0,-1 1 0 16,-2-1 0-16,-2 0 0 0,-1 0 0 0,0 2 0 15,-2-2 0-15,-2 0 0 0,1 0 0 0,-4-3 0 0,-3 2-288 16,-3 0 0-16,-3-2 0 0,0-1 0 15,-1-1-1584 1,-1 0-320-16,-5 0-64 0,-7 2-18224 0</inkml:trace>
  <inkml:trace contextRef="#ctx0" brushRef="#br0" timeOffset="3623.28">4264 1496 47519 0,'0'0'2112'0,"-6"-3"416"0,-2-1-2016 0,0 1-512 0,2-1 0 0,6 4 0 15,0 0 656-15,0 0 48 0,0 0 0 0,0 0 0 16,0 0 432-16,0 0 80 0,8-3 32 0,1 3 0 16,1-3-800-16,3 2-176 0,3 0-16 15,3-1-16-15,4-1 16 0,3 1 16 16,2 1 0-16,6 0 0 0,5-2-96 0,6 0-32 16,2 1 0-16,6 1 0 0,6 1 16 0,3-3 0 0,5 0 0 0,6 2 0 15,2-3-32-15,8 3-128 0,4-1 192 0,2 2-64 16,-1-3-128-16,6 1 0 0,6 1 144 15,3 0-144-15,0-1 0 0,2 1 128 0,-1-2-128 0,2 2 0 16,2 2 0-16,-4 1 128 0,-9-4-128 0,0 1 0 0,-20 1 0 16,3 1 128-16,3 1-128 0,-3 0 0 0,-5 0 0 15,-5-1 0-15,-4-1 0 0,-4 0 0 0,-6 0 0 16,0 0 0-16,-1-1 0 0,-2 2 0 0,-4 0 0 0,-4 1 0 16,-4-1 0-16,-4 1 0 0,-3-2 0 0,-4 0 0 15,0 3 0-15,-6-2-128 0,-4 2 128 0,-1 0 0 16,-1-2 0-16,-2 2 0 0,-1-1 0 0,2 2 0 15,-4-4 0-15,0 3 0 0,-3-1 0 0,-2 1 0 16,-6-3 0-16,0 0 0 0,8 1 0 0,-8-1-192 16,0 0 192-16,6 3-192 0,-6-3-80 0,0 0-32 15,0 0 0-15,0 0 0 16,0 0-1296-16,0 0-256 0,0 0-48 0,0 0-21392 0</inkml:trace>
  <inkml:trace contextRef="#ctx0" brushRef="#br0" timeOffset="15741.76">542 3203 42335 0,'0'0'1872'0,"0"0"384"0,0 0-1808 0,0 0-448 0,0 0 0 0,0 0 0 0,0 0 224 16,0 0-48-16,0 0-16 0,9-4 0 0,-2 1 240 0,3 0 48 15,2 1 16-15,0-1 0 0,4-1-464 0,-2 2 0 16,2-1 0-16,2 0 0 0,1 0 0 0,2 0 0 16,0 0 0-16,3 2 0 15,0-3-1104-15,9 0-272 0,2 0-48 0</inkml:trace>
  <inkml:trace contextRef="#ctx0" brushRef="#br0" timeOffset="16214.89">1282 3011 11055 0,'0'0'976'16,"-6"-1"-784"-16,1-1-192 0,5 2 0 0,0 0 7168 0,0 0 1408 0,0 0 256 0,0 0 64 15,-1 8-6272-15,1 3-1248 0,1 2-256 0,2 3-48 16,1 3-368-16,1 6-64 0,1-2 0 0,1 6-16 16,-1 3-224-16,2 3-32 0,0 2-16 0,1-2 0 15,-1-4-64-15,0-1-16 0,-2-2 0 0,1-3 0 16,-1-2-96-16,1-3-32 0,-2-3 0 0,0-2 0 0,-1 0-16 0,0-4-128 15,0-2 192-15,0-2-64 0,-4-7 32 0,0 0 0 16,0 0 0-16,0 0 0 0,0 0 32 16,6-5 16-16,0-1 0 0,-2 0 0 0,0-1-16 0,-1 0 0 15,0-2 0-15,0-2 0 0,1-3-192 0,-1-1 176 16,1-2-176-16,0-1 160 0,0-3-160 0,1-2 0 16,1-2 0-16,0-5 0 0,-2 0 0 0,1 0 0 15,-1 1 0-15,3 1 0 0,1-1-272 0,-1 3 16 16,0-1 0-16,-1 4 0 15,0 0-784-15,-1 3-160 0,1 5-16 0,1 2-16 16,-1 1-880-16,0 4-160 0,-1 3-32 16,3 5-16-16,3 5-832 0,-2 7-176 15,-1-2-16-15,0 5-6736 0,0 3-1344 0</inkml:trace>
  <inkml:trace contextRef="#ctx0" brushRef="#br0" timeOffset="17117.25">1774 3333 11055 0,'0'0'976'0,"7"-8"-784"15,-1-2-192-15,2-2 0 0,0-1 3568 0,1-1 656 16,-1-1 144-16,1 0 32 0,-2-1-1984 0,0 2-400 0,-1-3-80 16,-1 2-16-16,-1 4-320 0,-3-3-80 15,0 4-16-15,-3 4 0 0,-1-1-64 0,-2 2-16 0,-2 4 0 0,-3 2 0 16,-2 4-240-16,-1 3-48 0,0 6-16 0,-2 4 0 16,-4 5-640-16,1 3-128 0,1 1-32 0,0 3 0 15,0 1-48-15,3-2-16 0,1-2 0 0,2-1 0 16,2-1-256-16,1-3 128 0,3-2-128 0,1-3 0 0,3-1 0 15,0-3 0-15,2-3 0 16,2-1-192-16,1-2-320 16,-4-7-64-16,6 1-16 0,2-1 0 0,2-4-192 15,1-2-48-15,0-4 0 0,3 0 0 0,1-2 336 0,0-1 64 16,-2-2 16-16,1-1 0 0,-1-2 176 0,1-2 48 0,1-3 0 0,-1 0 0 0,-1 0 192 0,-1 0-176 16,-1-1 176-16,0 1-160 0,-1-1 160 0,-1 3 0 15,-1 3 0-15,-1 2 0 0,-3 2 0 0,0 2 0 16,-3 3 128-16,0 1-128 15,-1 8 304-15,0 0-16 0,0 0 0 0,0 0 0 0,-4 6 160 0,2 1 48 16,-1 3 0-16,-1 3 0 0,0 1-496 0,0 3 0 16,2 2 0-16,0 4 0 0,1 1 0 0,2 2 0 15,1-1 0-15,2-3 0 0,0-3-224 16,2-5 64-16,1 3 16 0,0-1 0 16,3-1-1776-16,1 0-336 0,2-2-80 0,0-3-16 15,0-1-496-15,2-2-96 0,0-6-32 0,0-1 0 16,-2-1 240-16,2-3 48 0,-2-1 16 15,2-5 0-15,-2-3 1440 0,-1 2 272 0,-1-8 64 0,-2 1 16 16,2 0 432-16,-3 0 96 0,-2-6 16 0,2 5 0 0,-1-6 1328 0,-1 1 272 16,-3 0 48-16,-2 0 16 0,0 5 1184 0,-1-2 240 15,-1 2 64-15,0 5 0 0,-1 2-176 0,1 5-16 0,0 0-16 0,1 7 0 16,0 0-560-16,0 0-128 0,0 0 0 16,-5 9-16-16,-1 4-752 0,2 4-160 0,0 5-32 0,2 3 0 15,1 1-336-15,1 2-80 0,1 0-16 0,0 2 0 16,0 1-224-16,2 2-48 0,1-2-16 0,0 2 0 0,0 0-240 15,0-1 0-15,0 1 0 0,0 1 0 0,-2-8 0 16,-1 4 0-16,2-4 0 0,0-1 0 16,-1-3 0-16,0-4-160 0,0-2 0 0,-2-3 0 0,0-4-144 0,0-1-16 15,0-8-16-15,0 0 0 16,0 0-144-16,0 0-32 0,0 0 0 0,-1-8 0 16,-2-3 16-16,1 0 0 15,0-4 0-15,0-2 0 0,-1-2 112 0,1-3 32 16,-1 1 0-16,0-4 0 0,1 0-32 0,0-3 0 0,0 0 0 0,1-2 0 0,1 0 192 0,1-1 16 15,-1 3 16-15,1-1 0 0,0-1 160 0,2 1 224 16,0 0-48-16,-1 3-16 0,2 3 544 0,0 3 96 16,1-1 32-16,2 3 0 0,-1 0-128 0,2-1 0 15,0 1-16-15,1 3 0 0,2-1-240 0,2 2-32 16,1 1-16-16,2-1 0 0,-1 1-240 0,0 4-160 16,-1 1 192-16,2 2-192 0,-1-1 128 0,-2 6-128 15,-1 2 0-15,0 2 0 0,-2 1 0 0,-3 2 0 0,-2 5 0 0,-3 3 0 16,0 5 0-16,-5-1 0 15,-2 7 128-15,-3-1-128 0,-2 4 0 0,-1 0 128 0,0 2-128 0,-1-1 0 16,1-3 128-16,-2-2-128 16,0-4 0-16,2 0 0 15,0-3-352-15,1-1-128 0,1-6-32 0,1 0 0 16,3 0-1696-16,3-4-352 0,2-6-64 0,0 0 0 0,0 0-1536 16,0 0-320-16</inkml:trace>
  <inkml:trace contextRef="#ctx0" brushRef="#br0" timeOffset="17601.55">2502 3149 11055 0,'13'-16'976'0,"-9"13"-784"0,-3-4-192 0,-1 7 0 16,0 0 4976-16,0 0 944 0,0 0 192 0,0 0 32 0,-6 7-2240 0,-2 2-448 16,-3 5-80-16,1 6-32 0,-3 0-1616 0,0 5-320 15,0 3-64-15,0-2 0 0,0 0-512 0,2-3-112 16,2-1-16-16,3-2 0 0,0-2-416 0,4-1-96 16,0-4 0-16,2-2-16 0,2-2-176 0,3-3-144 15,2-1 144-15,2 1-208 16,1-6-240-16,2 0-64 0,1-3 0 0,1-1 0 15,1-1-272-15,-1-2-64 0,-1 0-16 0,1-3 0 16,2 3 48-16,-3-5 16 0,-1 0 0 0,-2 0 0 16,-1-2-96-16,2-2 0 0,-4-2-16 0,1 0 0 15,-1-2-272-15,2 1-48 0,-1 1-16 0,0-1 0 16,1 2-288-16,-3 2-64 0,-1-1-16 0,2 3 0 16,-4-3 848-16,-2 3 160 0,-2 2 32 15,1 0 16-15,0 2 1216 0,1 3 240 0,-1 6 64 0,0 0 0 0,0 0 368 0,0 0 80 0,0 0 0 16,0 0 16-16,0 0-144 0,0 0-48 15,5 9 0-15,-1 2 0 0,-1 5-176 0,-1 1-32 16,0 5-16-16,-1 3 0 0,1 2-304 0,1 2-64 16,-2-2-16-16,1-1 0 0,-1-2-176 0,2-3-48 15,-3-3 0-15,0-1 0 0,1-1-160 0,0-3-48 0,-1-3 0 0,0-1 0 16,0-9-16-16,0 0-16 0,0 0 0 16,0 0 0-16,0 0-32 0,0 0-128 0,0 0 192 15,0 0-64-15,0 0-128 0,5-6 0 0,-1-2 144 0,0 0-144 16,0-1 0-16,0-2 128 0,1-2-128 0,0-1 0 15,2-4 0-15,1-3 0 0,1-2 0 0,1-1 0 16,3-3 0-16,2-2 0 0,-1-4 0 0,3 2 0 16,0 0-144-16,1 2 0 0,-1 4 0 0,3 2 0 15,1-1-2208-15,-2 5-432 16</inkml:trace>
  <inkml:trace contextRef="#ctx0" brushRef="#br0" timeOffset="18817.59">3575 3109 28559 0,'-8'-9'1264'0,"5"3"272"0,-1-2-1232 0,1 1-304 0,-3-2 0 0,1-2 0 16,1 3 4224-16,-2 2 800 0,-3 2 160 0,1-1 16 15,0 1-2960-15,0 1-576 0,3 2-128 0,-2 1-32 16,1 2-784-16,-3 4-144 0,1 3-48 0,-3 4 0 16,-2 8-240-16,-1 5-48 0,-2 5-16 0,2-1 0 15,0 3-224-15,1-1 176 0,2-2-176 0,3 1 160 0,2-2-160 0,2-3 0 16,4-2 0-16,1-3 0 0,2-4 0 0,2-3-304 16,3-2 48-16,4-3 16 15,-1-1-1296-15,2-3-272 0,2-1-48 16,3-4-16-16,4-4-720 0,3-1-144 15,1-3-16-15,1-1-16 0,3-1-496 0,-2-1-112 0,-2-4-16 0,1-2 0 16,-1-3 1328-16,-1-1 256 0,-5-4 48 0,-1 0 16 16,-2-1 1056-16,-4 0 224 0,-2-1 32 0,-1 1 16 0,1-1 1920 0,-2 4 384 15,-2 2 80-15,-1 6 16 16,-2-1 416-16,-3 4 96 0,-1 4 0 0,0 8 16 0,0 0 192 0,-8 2 48 16,-1 3 0-16,-1 4 0 0,-2 4-992 0,-1 1-192 15,0 5-32-15,0 3-16 0,0 4-752 0,0 0-160 16,1 1-32-16,1-1 0 0,4-1-192 0,0-1-64 0,3-4 0 0,2 0 0 15,0 0-320-15,4-6 0 16,0-1 0-16,2-1 0 16,1-2-256-16,3-6-128 0,0 0-32 0,1-1 0 15,0-2-928-15,2-2-176 0,-1-2-32 0,2-1-16 16,0 0 624-16,-1-2 128 0,2-4 32 0,-2 1 0 16,-1-1-160-16,1-2-16 0,-2-1-16 0,0 0 0 15,0-5 400-15,0 0 96 0,0-1 16 0,0 0 0 0,-2 1 336 0,1-3 128 0,1 1 0 0,0 1-144 16,-1 0 288-16,0 1 64 0,-2 0 16 0,1 2 0 15,-2 2 480-15,0 2 112 0,-2 2 16 0,2 1 0 16,-1 2 256-16,0 0 64 0,-4 7 16 0,0 0 0 16,0 0-256-16,0 0-48 0,8 4-16 0,-2 3 0 0,-1 3-80 15,-1 3-32-15,-3 3 0 0,1 4 0 0,-2 2-272 16,0 3-48-16,-2-2-16 0,1 3 0 16,0 0-112-16,0-1-32 0,1-2 0 0,0 0 0 0,0-3-256 15,0 0 160-15,1-4-160 0,0-3 128 0,-1-3-128 0,1-2 0 16,-1-8 0-16,0 0 0 0,0 0 0 15,0 0 0-15,0 0 0 0,0 0-176 0,0 0-32 0,0 0-16 16,0 0 0-16,8-4 0 0,0-3-64 0,0-2-16 16,-2-2 0-16,2-2 0 0,0-6 48 0,1-2 16 15,2-2 0-15,-1-2 0 0,2-1 112 0,1 0 128 16,0-4-208-16,1 4 80 0,1 3 128 0,-1 0 0 16,-1 6-144-16,-1 3 144 0,-3 4 0 0,-3 2 0 15,0 3 0-15,-6 5 0 0,0 0 0 0,3 7 256 16,0 6 0-16,-2 2-16 0,-1 3 176 0,-1 6 32 15,-2-1 16-15,1 0 0 0,-1 4-192 0,1-3-32 0,-1 1-16 0,2-1 0 16,-1-4-224-16,1 0 144 16,1-3-144-16,1-1 128 0,1-3-128 0,0-6 0 0,1 1 0 0,-3-8 0 15,0 0-320-15,5 5 0 0,-5-5 0 16,7 3 0 0,-1-6-176-16,3 0-16 0,0-3-16 0,-1-1 0 15,-1-3 80-15,1-1 32 0,2-4 0 0,-1 0 0 0,0-4 176 0,0-1 48 0,3-4 0 16,-1-1 0-16,-2 1 192 0,1-3 0 0,-1 1-160 15,2 2 160-15,-2 0 0 0,0 3 0 0,-1 4 0 0,-2 3 0 16,-1 1 0-16,-1 4 0 0,-1 2 0 0,-3 7 128 16,0 0 304-16,0 0 48 0,0 0 16 0,3 8 0 15,-2 1-48-15,-1 3-16 0,0 4 0 0,-1 2 0 16,-1 1-272-16,1 2-160 0,0 1 192 0,-1 2-192 16,1 2 0-16,1-2 0 0,1 2 0 0,1-3 0 0,-2-1 0 0,1-1 0 15,4-3 0-15,-1-2-144 16,-1 0-352-16,1-6-64 0,0-1-16 0,1-1 0 15,-1-3-1744-15,1 0-368 0,1 1-64 0,4-6 0 16,-1 0-1632-16,0-4-320 0</inkml:trace>
  <inkml:trace contextRef="#ctx0" brushRef="#br0" timeOffset="19292.32">4732 2985 4607 0,'6'-11'400'0,"-6"11"-400"0,0-4 0 0,-3 2 0 0,3 2 6896 0,0 0 1296 16,0 0 256-16,-1 6 48 0,-1 5-4416 0,0 3-880 15,-1 3-192-15,-1 4-16 0,-1 5-944 0,0 0-176 16,-2 4-32-16,1 1-16 0,-1 6-816 0,1 2-176 16,2 3-16-16,1-2-16 0,-3-5-368 0,2 1-80 15,0-3-16-15,1 0 0 0,1 0-336 0,-1-3 0 0,2 1 0 0,0 0 0 16,-2-6 0-16,0 1 0 16,1-3 0-16,-1-3 0 0,2-3 0 0,-2-3 0 0,1-1 0 15,-1-2 0-15,0-3 0 0,3-8 0 0,0 0 0 0,0 0-128 16,0 0-80-16,0 0-16 0,0 0 0 0,0 0 0 15,-1-10-128-15,0-1-32 0,0-5 0 0,1-1 0 16,0-5 16-16,0-1 0 0,1-2 0 0,0-3 0 16,0-2-144-16,2-1-48 15,0-3 0-15,-1-1 0 0,2-3 48 0,1-1 16 16,1 0 0-16,-1 1 0 0,0 2 304 0,0 3 192 0,3 0-208 0,1 5 80 16,0 0 128-16,2 4 0 0,-1 3 128 0,-1 3-128 0,0 2 304 0,2 3-16 15,-1 1 0-15,1 3 0 16,0-1 48-16,2 2 16 0,2 0 0 0,-1 3 0 0,0 1-160 15,2 2-16-15,-3 2-16 0,0 0 0 0,0 2 16 16,-1 2 0-16,-2 0 0 0,0 3 0 0,-1 4 80 0,-3 2 32 16,-2 3 0-16,-3 2 0 0,-1 3-64 0,-1 2-16 15,-4 2 0-15,-2 1 0 0,1 0-208 0,-2 1 176 16,-1-2-176-16,1 0 160 0,-1-2-160 0,0 0-256 16,0-4 64-16,1-2 16 15,0-4-880-15,2-1-176 0,-1-3-48 0,3-2 0 16,4-7-1168-16,0 0-240 0,0 0-64 0,0 0-10176 15,0 0-2048-15</inkml:trace>
  <inkml:trace contextRef="#ctx0" brushRef="#br0" timeOffset="19567.11">5002 2995 29775 0,'0'0'1312'0,"6"-6"288"0,-3 0-1280 0,-3 6-320 0,0 0 0 16,0 0 0-16,0 0 2816 0,0 0 496 0,7 11 96 0,0 2 32 15,-2 1-1024-15,-1 3-208 0,-2 3-32 0,1 2-16 16,-2 1-992-16,0 4-192 0,1-4-32 0,-1 3-16 15,2-2-416-15,-2-1-64 0,2-1-32 0,-1-2 0 16,1-5-208-16,-1 0-32 0,1-4-16 0,0 0 0 16,1-2-160-16,-1 0 192 0,-3-9-192 0,0 0 192 15,0 0-192-15,0 0 128 0,0 0-128 0,0 0 128 16,8-3-128-16,-1 0 0 0,-1-4 0 0,0-2 0 0,0-1 0 16,1-4 0-16,-1-1 0 0,2-2 0 0,1-3 0 0,0-1 0 15,2 1-160-15,-1-3 160 0,2 0-384 16,-1 0 0-16,1 2 16 0,0 1 0 15,1 2-1280-15,-1 3-256 0,-1 0-48 16,2 6-16-16,1 4-2496 0,-4 5-496 0</inkml:trace>
  <inkml:trace contextRef="#ctx0" brushRef="#br0" timeOffset="19859.66">5360 3270 14735 0,'0'0'1312'0,"0"0"-1056"15,0 0-256-15,0 0 0 0,0 0 3840 0,7-4 704 16,1 0 128-16,0 1 48 0,2-4-2608 0,0 1-528 15,0-5-112-15,2 1 0 0,0-2-432 0,1-2-80 16,-2-1 0-16,6-6-16 0,0 1-576 0,0-3-112 16,-1 3-32-16,-1-5 0 0,0 1-64 0,-2 2-16 15,-1 1 0-15,-5 3 0 0,1 5-16 0,-1 1 0 16,-5 3 0-16,0 4 0 0,-2 5 432 0,0 0 80 16,-8 1 0-16,-3 6 16 0,-2 4 464 0,-1 4 96 0,0 4 0 0,-2 5 16 15,-2 2-496-15,1 3-96 16,1-1-32-16,0 1 0 0,2 0-160 15,2-1-48-15,3 1 0 0,3-3 0 0,2-1-400 0,3-3 0 0,-1-2 128 16,4-4-128-16,0-1-864 0,2-3-208 0,3-3-32 0,0-3-16 16,4-2-1296-1,2-3-256-15,0-1-48 0,3-3-16 0,3-1-1216 0,1-6-240 16</inkml:trace>
  <inkml:trace contextRef="#ctx0" brushRef="#br0" timeOffset="20203.68">5954 2948 31215 0,'0'-10'1376'0,"-1"6"288"0,-3-1-1328 0,-1 1-336 0,-3 0 0 0,0 0 0 0,-1 3 3200 0,0-1 576 16,0 2 128-16,-1 0 0 0,0 0-1792 16,0 3-384-16,-2 1-64 0,-2 0 0 0,-2 0-768 0,-1 1-160 15,3 1-32-15,-1 1 0 0,2 0-272 0,2 0-64 16,-3 2-16-16,4 2 0 0,1-2-160 0,2 0-48 16,-2-1 0-16,3 0 0 0,1 0-144 0,1 10 160 15,4-18 0-15,1 9-160 0,2-1 0 0,2 0 0 0,1-2 0 16,2-1 0-16,1 2 0 15,3-2 0-15,2 0 0 0,2 1-192 0,0-3 192 0,1-1-192 0,-1 0 192 16,1 2-128-16,0 1 128 16,-1-1 0-16,0 2 0 0,-2 0 0 0,-1-1 0 15,-1 2 0-15,-3-1 0 0,-1 1 0 0,-2 2 0 0,-2-2 0 0,-1 2 0 16,-2 0 0-16,-2 0 0 0,-2 3 0 0,-1-2 128 16,-2 1 0-16,-1-1-128 0,-1 0 192 15,-1 1-64-15,-1-2-128 0,-1 0 0 0,2-2 0 0,-1-1 128 16,-3-1-272-16,0 2-64 0,-3-2-16 15,2-1 0 1,1-1-992-16,1-1-192 0,2-1-32 0,2 2-16 0,0-3-1568 16,8 0-320-16,0 0-64 0</inkml:trace>
  <inkml:trace contextRef="#ctx0" brushRef="#br0" timeOffset="20589.16">6264 2912 8287 0,'2'-5'736'0,"-1"-1"-592"0,-1 2-144 0,0 4 0 0,0 0 8784 0,0 0 1728 15,0 0 352-15,0 0 64 0,0 0-7360 0,0 0-1472 16,0 0-304-16,0 0-48 0,-10 0-816 0,-1 2-160 16,1 0-48-16,-2 4 0 0,0-3-464 0,0 1-80 15,2 2-32-15,-2 1 0 0,1 1-144 0,0 0 0 16,3 0 0-16,-1 0 128 0,0 1-128 0,3 0 0 16,0-3 0-16,1 2 0 0,0 0 0 0,4 0 0 15,2 0 0-15,0 0 0 0,1-1-192 0,0 3 192 16,2 0-160-16,3-2 160 0,0 0-192 0,3-1 192 15,0 1-208-15,3 0 80 0,-1 3 128 0,1-5 0 16,1 1-144-16,0-1 144 0,2-1 0 0,-2 1-144 16,-1-4 144-16,0 5 0 0,1-2-128 0,-3 0 128 15,0 2 0-15,-2-2 0 0,-1 0 0 0,-3 2 0 16,-3-1 0-16,0-1 0 0,-4 3 0 0,0 3 0 16,-1-2 0-16,-3 1 0 0,-3 1 0 0,-2-1 0 15,1 0 128-15,-2 3-128 0,-2-1 144 0,1-1-144 16,-2-2 128-16,1 0-128 0,0 0 0 0,1 0 0 0,0-2-144 0,1-1 144 31,1-2-496-31,1 1 16 0,1-1 0 0,1-3 0 16,8-1-1792-16,0 0-352 0,-7-1-80 0,7 1-11760 0,0 0-2336 15</inkml:trace>
  <inkml:trace contextRef="#ctx0" brushRef="#br0" timeOffset="20773.39">6496 2967 34207 0,'7'-10'1520'0,"-7"10"304"0,0 0-1456 0,0 0-368 0,0 0 0 0,0 0 0 16,5 8 2624-16,-1 4 448 0,-3-2 80 0,1 5 32 16,-2-1-1024-16,0 2-208 0,-2 2-32 0,1 0-16 15,0 2-1184-15,1-1-224 0,0 1-48 0,0-2-16 0,0 0-432 0,0 1 0 16,0-2 0-16,0 0 0 16,1-3-896-16,0-2-256 0,3-2-48 0,-1-2-16 15,-2 1-1920-15,2-2-384 0,2-4-64 0</inkml:trace>
  <inkml:trace contextRef="#ctx0" brushRef="#br0" timeOffset="21543.77">6622 2897 11967 0,'0'0'1072'0,"0"0"-864"0,0 0-208 0,0 0 0 0,0 0 5312 0,7 4 1024 16,4 0 208-16,-1 0 48 15,2 0-5776-15,1 1-1152 0,1 1-240 0,2-1-32 16,1 0 112-16,1 1 32 0,0-2 0 0,2 2 0 16,1-2 32-16,0-2 16 0,-3 1 0 0,0-1 0 0,1 1 1216 0,-4 0 240 15,-2 0 48-15,-1-3 16 0,0 2 832 0,-3-2 176 16,-9 0 16-16,8-2 16 0,-8 2-352 0,0 0-80 0,0 0-16 0,0 0 0 16,0 0-416-16,0 0-64 0,0 0-32 0,-4 4 0 15,-4 5-352-15,-1-1-80 0,-3 3-16 0,-1 0 0 16,-3 3-368-16,-1-3-80 0,0 7-16 0,-1-2 0 15,1 1-80-15,0 1 0 0,2 2-16 0,0-1 0 16,2-2-176-16,2-1 128 0,1-2-128 0,1 2 128 16,1-3-128-16,3 0 0 0,0-2 0 0,2-1 0 15,2-1-160-15,1-1-16 0,0-2 0 0,0-6 0 16,5 6-160-16,-5-6-48 0,8 4 0 0,0-3 0 16,1-2-112-16,3 1-16 15,1-4-16-15,0-2 0 0,1-1 16 0,2-3 16 16,0 0 0-16,0-2 0 0,3-2 160 0,0-2 16 0,1-2 16 0,1-1 0 0,0-2 112 15,-1 0 32-15,0-1 0 0,0 3 0 0,-5 4 160 0,1 3 0 16,-4 3 0-16,-3 2 0 0,-1 1 0 0,-3 2 176 16,-5 4-16-16,0 0 0 0,0 0 480 0,4 5 80 15,-2 3 32-15,0 2 0 0,-4 2-112 0,0 2-32 16,-1 0 0-16,-1 1 0 0,0 2-224 0,0 1-64 16,0 2 0-16,2-1 0 0,-1 1-176 0,3 0-144 15,1-1 192-15,1-2-192 0,-1 0 0 0,2-4 0 16,-1 0 0-16,1-2 0 15,1-2 0-15,0-2 0 0,0-1 0 0,1-1 0 0,1-1 0 0,1 0 0 0,1-4 0 0,0-2 0 16,-1-1 0-16,1-3 0 16,0 1-128-16,1-4 128 0,0-1 0 0,2-2 0 0,-1 0-160 15,1-5 160-15,-1-1-160 0,2-2 160 0,1-1-208 0,0-1 80 16,0 0 128-16,-1 1-192 0,-1 0 192 0,-2 4-192 16,2 2 192-16,-2 2 0 0,-1 2 0 0,-3 4 0 15,-2 1 0-15,-3 6 0 0,0 0 192 0,0 0-64 0,0 0 128 16,0 0 16-16,0 8 16 0,-2 1 0 15,1 3-80-15,1-2-16 0,0 2 0 0,1 3 0 0,2-1 16 16,1 1 0-16,1 1 0 0,3 0 0 0,1-1-48 0,3 1-16 16,-1 1 0-16,5-1 0 0,1-2-144 0,1-1 160 15,3-3-160-15,1 1 160 0,0-2-160 0,1-1 128 16,-2-2-128-16,2 1 128 0,0-2-80 0,2-4-48 16,0 2 0-16,1-2 0 0,1-1-208 0,2 0-48 15,0-1 0-15,1 0 0 16,0-1-1152-16,-2 1-256 0,-3-2-32 0,0 1-22400 15</inkml:trace>
  <inkml:trace contextRef="#ctx0" brushRef="#br0" timeOffset="22952.61">8513 3255 43071 0,'-13'-6'1920'0,"8"4"384"0,-1-3-1856 0,0-2-448 16,1-1 0-16,4 0 0 0,1 1 448 0,0-2 0 15,0-2 0-15,-2 1 0 0,2-3 128 0,2 1 32 16,-1 0 0-16,-1 0 0 0,-1-1 144 0,-1 0 16 15,1-1 16-15,0 2 0 0,1 3-96 0,-1 1-32 0,-3 2 0 0,-2 1 0 16,0 2-80-16,-1-1-32 16,0 1 0-16,-3 3 0 0,-1 2-128 0,-1 4-32 0,-1 6 0 0,-3 0 0 15,-1 6-208-15,0 2-48 16,-1 3-128-16,1 3 192 0,2 1-192 0,0 1 0 0,1 1 0 0,1-5 0 16,2 1 0-16,4-1 0 0,3-4 0 0,2-1 0 15,1-2 0-15,2-3-240 0,3-2 48 0,1-2 16 16,1-2-144-16,-1-2-48 0,-5-6 0 0,12 4 0 15,-1-2-32 1,2-1-16-16,0-1 0 0,2-3 0 0,-2-2-128 0,1-1-32 16,1-1 0-16,0-2 0 0,1 0 96 0,-2-2 16 15,0-2 0-15,1-1 0 0,-2-2 80 0,1-1 32 0,1-1 0 0,-2 0 0 16,-2 0 96-16,2-1 32 0,-2 1 0 0,-2 3 0 0,-1 2 224 16,-2-2 0-16,1 3-160 0,-2 2 160 0,-1 2 0 15,-4 8 0-15,0 0 0 0,0 0 0 0,0 0 0 16,-1 8 240-16,-2 1-64 0,0 4-16 0,-1 4 32 0,1 3 16 15,0 1 0-15,0 1 0 0,2 0-208 0,1-1 0 16,3 0 128-16,1-4-128 0,-1-2 0 16,4 0 0-16,0-2 0 0,2-3-160 15,2-1-288-15,2-2-64 0,0-5-16 0,3 1 0 16,-2-2-320-16,1-2-64 0,-1-2-16 0,2 1 0 16,1-5 176-16,0 1 48 0,1-5 0 0,-1 1 0 15,-2-3 192-15,-1-3 32 0,0-1 16 0,0-2 0 0,1-4 304 16,-1 1 160-16,0 0-160 0,1-3 160 0,-2 1 0 0,-2 0 240 0,1-2-32 15,-1 3 0-15,-2 2 48 0,-2 2 0 0,0 5 0 0,-3 2 0 16,-3 4 528-16,1 2 112 0,-2 6 32 16,0 0 0-16,0 0 224 0,0 0 64 0,-4 8 0 15,-2 6 0-15,1 4-400 0,-1 5-80 16,-2 3-16-16,0 4 0 0,0 4-320 0,0 3-64 0,1 2-16 0,-1 1 0 16,0-7-160-16,1 4-32 0,1-1-128 15,1 1 192-15,1-1-192 0,0 0 0 0,1-2 0 16,1-2 0-16,0-2-192 0,1-2-128 0,0-5-16 15,1-1-16-15,0-2-1376 16,1-3-288-16,0-3-48 0,2-2-16 0,1-6-1584 16,1-2-320-16,3-4-64 0</inkml:trace>
  <inkml:trace contextRef="#ctx0" brushRef="#br0" timeOffset="23599.34">9206 3084 11967 0,'-2'-12'528'0,"2"12"112"0,-5-4-512 0,-3 0-128 0,0 0 0 0,1 2 0 0,-3 0 6544 0,0 2 1280 16,0 4 256-16,-1 3 48 0,-1 3-5296 0,-1 2-1056 16,0 5-224-16,-1 4-32 0,0 1-752 0,1 2-128 15,1 2-48-15,1 1 0 0,4 2-368 0,0-2-80 16,3-2-16-16,3 0 0 0,2-3-128 0,3-1 0 16,1-6 0-16,2 1 0 0,1-3-272 0,1-3-48 15,3-2 0-15,-1-1 0 16,0-3-192-16,2-3-64 0,1-2 0 0,2-5 0 15,-1 2 64-15,2-2 0 0,-2-3 0 0,-1 0 0 0,-1-3 96 0,1-2 32 16,1-5 0-16,-1 0 0 0,-1-3 128 0,3-3 48 16,-1-2 0-16,1-2 0 0,-2-2 208 0,1-3 0 15,-1-3 0-15,0-1 0 0,-1 2 0 0,0 2 0 0,-1 4 0 16,0 0 0-16,-3 5 368 0,-1 3-48 16,-3 4 0-16,-2 3 0 0,-2 2 480 0,0 4 96 0,-1 9 0 15,0 0 16-15,0 0-112 0,0 0-32 0,-6 0 0 0,-1 5 0 16,-1 6-256-16,1 2-48 0,-3 1-16 15,3 8 0-15,-1 2-240 0,0 5-48 0,0 5-16 0,3-1 0 16,-2 3-144-16,2-1 160 0,1 0-160 0,2-1 160 16,0-1-160-16,2-4 0 0,0 0 0 0,3-1 128 15,1-8-128-15,1 0 0 0,2-3-160 0,1-3 160 16,1-2-224-16,1-3 48 0,0-2 16 0,2-2 0 16,0-3-16-16,1 0 0 0,1-2 0 15,2-3 0-15,0-3-32 0,1-1-16 0,0-3 0 0,-2-1 0 0,0-2 64 16,0-1 16-16,2-2 0 0,-1-3 0 0,-1-3 144 15,1-2 0-15,-2-3-144 0,2 1 144 0,-3 0 0 16,0-2 0-16,-1 3-144 0,-2 2 144 0,-2 2 0 0,-3 4 0 16,1 3 0-16,-5 5 0 0,-1 2 224 0,0 7 0 15,0 0 0-15,0 0 0 0,-9 4 288 0,0 1 64 16,-1 6 16-16,1 3 0 0,0 3-224 0,0 3-48 16,3-1-16-16,0 5 0 0,1-4-48 0,1 4-16 15,3-1 0-15,1 1 0 0,3 1-32 0,0-5 0 0,4 0 0 16,-1-2 0-16,2-2-208 0,3-3 176 0,0-3-176 15,2 2 160-15,1-5-160 0,0 0 0 0,3 0 0 16,-2-2 0-16,1-2 0 0,1-2 0 0,1-1-128 16,1 0 128-1,-1 0-1920-15,3 1-304 0,2 1-64 0</inkml:trace>
  <inkml:trace contextRef="#ctx0" brushRef="#br0" timeOffset="66584.67">2614 4324 7359 0,'0'0'320'0,"0"0"80"0,0 0-400 0,0 0 0 0,-7-3 0 0,2 2 0 0,0 1 4880 0,0 0 896 16,5 0 176-16,-4 0 48 0,4 0-3424 0,0 0-672 16,0 0-144-16,-3 9-32 0,-2 3-720 0,2 1-160 0,1 1-16 0,-1 3-16 15,-1 0-112-15,-1 2 0 16,-1 2-16-16,-1 3 0 0,1-1-112 0,-2 2 0 16,-1 0-16-16,1 0 0 0,1-1-240 0,1 0-32 15,-1-1-16-15,1 1 0 0,-3-2-144 0,2-1-128 16,2-2 192-16,0 0-192 0,-1-2 0 0,1-1-144 15,1-2-16-15,0-4 0 16,2-1-1488-16,0-1-288 0,2-8-64 0,0 0-16 16,2 6-992-16,-2-6-208 0,0 0-48 0</inkml:trace>
  <inkml:trace contextRef="#ctx0" brushRef="#br0" timeOffset="67252.63">2751 4594 19343 0,'-11'-6'848'0,"11"6"192"0,-5 0-832 0,5 0-208 0,-5-1 0 0,5 1 0 15,0 0 3904-15,0 0 720 0,0 0 160 0,0 0 16 0,0 0-2704 0,0 0-560 16,0 0-96-16,8-3-32 0,0 1-784 0,1 1-176 16,1-2-16-16,1-1-16 0,0 1-240 0,1 1-48 15,2-1-128-15,2 2 192 0,0-2-192 0,2 2 0 16,0 0-192-16,0-2 192 16,2 0-2880-16,2 3-448 0,2 0-112 0</inkml:trace>
  <inkml:trace contextRef="#ctx0" brushRef="#br0" timeOffset="67687.63">3188 4455 19343 0,'-20'-11'1728'0,"15"8"-1392"0,5 3-336 0,0 0 0 16,-3-3 5232-16,3 3 976 0,0 0 192 0,0 0 32 15,0-5-4752-15,0 5-944 0,0 0-192 0,9-1-32 16,2-6-64-16,1 5-16 0,-1-1 0 0,1 2 0 15,2-3-432-15,1 3 128 0,-2-2-128 0,1 3 0 0,0 0 0 16,1 0 0-16,-4-1 0 0,1 2 0 16,-1 2 0-16,-4-1 0 0,-7-2 0 0,10 4 0 15,-10-4 0-15,6 8 0 0,-1 0 128 0,-5 1-128 0,-2-1 176 0,-2 4 0 16,-1 1 0-16,-3 0 0 0,-1 1 112 0,-2 2 32 16,1-1 0-16,-2 3 0 0,0-1-112 15,-1 3-16-15,-1-2 0 0,0 0 0 0,-1 1-64 0,1-1-128 16,-2-2 176-16,1-1-176 0,0 0 176 15,2-2-176-15,0-2 160 0,1 2-160 0,1-2 128 0,0-1-128 16,2-1 0-16,1 1 0 0,2-4 0 0,2 1 0 16,4-7 0-16,0 0 0 0,0 0 0 0,0 0 0 15,4 6 0-15,2-1 0 0,1 1 0 0,2-5 0 16,3-1 0-16,2-1 0 0,2-2 0 16,1-1 0-16,1-1 0 0,1 0 0 0,1-2 0 0,1 1 0 15,0-1 0-15,1 0 0 0,1 1 0 0,-2 1 0 16,-1-2 0-16,-1 2 0 15,1 0-1104-15,1 0-112 0,-2-2-32 0,2 1 0 16,-1-1-1552-16,1 2-304 0,-1 0-64 0</inkml:trace>
  <inkml:trace contextRef="#ctx0" brushRef="#br0" timeOffset="67901.37">3791 4414 15663 0,'0'0'1392'0,"0"0"-1120"0,0 0-272 0,-5 5 0 0,-2-4 6768 0,7-1 1296 15,0 0 256-15,0 0 48 0,0 0-6208 0,0 0-1248 16,0 0-240-16,0 0-48 0,-1 7-624 0,1-7 0 16,0 0 0-16,4 10 0 15,3 2-3584-15,-1 1-704 0</inkml:trace>
  <inkml:trace contextRef="#ctx0" brushRef="#br0" timeOffset="68045.36">3820 4667 33167 0,'0'0'2944'0,"0"0"-2352"16,0 0-464-16,0 0-128 0,0 0 2320 0,0 0 448 16,0 0 96-16,0 0 16 0,0 0-1440 0,0 0-288 15,0 0-48-15,0 0-16 16,0 0-1344-16,0 0-256 0,0 0-64 0,10-2-19936 0</inkml:trace>
  <inkml:trace contextRef="#ctx0" brushRef="#br0" timeOffset="69786.42">4551 4513 20271 0,'-5'-8'896'0,"5"8"192"0,-1-7-880 0,-1 0-208 0,1 0 0 0,-1 1 0 16,-5-1 2928-16,3 2 528 0,0 1 128 0,0-1 0 15,0-1-1472-15,2 3-288 0,-2 0-64 0,4 3-16 16,-5 0-784-16,-2 3-144 0,-2 0-48 0,0 4 0 16,0 1-208-16,-3 2-48 0,-2 3-16 0,-2 3 0 15,-1 2-272-15,0 0-48 0,3 1-16 0,-1 0 0 16,2 1-160-16,2-1 0 0,-1-2 0 0,4-1 128 0,2-3-128 0,0-1 0 16,2-2 0-16,4-1 0 31,3-1-512-31,1-3-64 0,1-1-32 0,2-1 0 0,-7-3-320 15,9-1-64-15,1-3-16 0,2-2 0 0,1 0 336 0,1-3 64 0,1-4 16 0,-1 1 0 16,-1-2-32-16,0 1 0 0,-2-2 0 0,0 1 0 16,2-2 112-16,-1 2 0 0,0 0 16 0,0 1 0 0,-1-2 208 0,1 1 32 15,-2 3 16-15,0 0 0 0,-3 2 240 16,0 1 0-16,-2 3 0 0,-5 5 0 0,5-6 144 0,-5 6 80 16,0 0 16-16,0 0 0 0,0 0 464 0,0 0 112 15,0 0 16-15,2 9 0 0,-2 2-128 0,0 2-32 16,0-3 0-16,0 3 0 0,0 0-464 0,0 2-80 15,4-1-128-15,-1 2 176 0,1 1-176 0,3 1 0 16,-1-4 0-16,2 2 0 0,1-2 0 0,2 1-144 16,1-1 144-16,2-4-160 0,-1 1-128 0,1-2-32 15,-1-5 0-15,2 0 0 0,2 1 0 0,-2-4 0 16,0-1 0-16,0-1 0 0,2-6 176 0,-1 0 144 0,1-1-208 16,0-3 80-16,-3 1 128 0,0-4-208 0,1-1 80 0,-1 1 128 15,0-2-256-15,-1-1 64 0,-1 0 0 0,1 0 16 16,0 1 32-16,-4 0 0 0,-2-1 0 0,-3 4 0 15,1 2 144-15,-2 0 0 0,-2 0 0 0,-2 3 0 16,1 8 320-16,-6-3-16 0,-1 0 0 0,-3 3 0 16,0-3 272-16,0 6 48 0,-2-2 16 0,-1 4 0 15,-2 2-208-15,0 3-48 0,2 0 0 0,-3 1 0 16,-1 1-256-16,0 1-128 0,2 1 128 0,2 1-128 16,1-1 0-16,3 2 0 0,1-2 0 0,3 0 0 15,-1-1 0-15,4 0-176 0,1 1 176 0,1-4-192 16,2 0-240-16,2-1-48 0,1-2-16 0,3-3 0 15,1 0-208-15,2-2-32 0,-1-3-16 0,2-1 0 16,1-1 400-16,1-1 80 0,-1-5 16 0,0-2 0 0,0 1 64 0,0-2 0 16,0-2 16-16,2 0 0 0,-4-2 176 0,3-2-192 15,-1-1 192-15,1 0-192 0,-1-3 192 0,0 1 0 16,0 0-144-16,-1 0 144 0,1 3 0 0,-1-3 0 16,-3 0 0-16,-2 2 0 0,-1 3 0 0,-1 4 0 15,-1 3 0-15,-2 4 0 0,-2-2 384 0,0 7 128 16,0 0 48-16,-5 2 0 0,-3 3 176 0,1 1 32 15,-3 5 16-15,1 3 0 0,0 2-272 0,-1 1-48 16,-1 1-16-16,2 3 0 0,0 1-320 0,1 0-128 16,0 0 0-16,2 1 0 0,1-1 0 0,2 0 0 0,3-1 0 15,1-3 0-15,1-2 0 0,2-2 0 0,3-2 0 16,-1-2-160 0,-1-1-352-16,0-2-64 0,2-2 0 0,2-4-16 15,0-1 96-15,0-1 32 0,1-4 0 0,2-2 0 0,1-2 96 0,-1 0 32 16,0-1 0-16,1-2 0 0,0-4 64 0,0 1 16 0,-2-4 0 15,1 2 0-15,1 0 256 0,-1 0-192 0,-2 2 192 16,0 0-160-16,-1 2 160 0,-2 0 0 0,0 3 0 16,-2 2 128-16,-1 3 432 0,-4 5 80 0,0 0 32 0,0 0 0 15,0 0 304-15,0 0 64 0,1 10 16 0,-2 3 0 16,-3-2-336-16,2 3-64 0,-1 2-16 0,0 1 0 0,1 0-432 16,0 1-80-16,1-4-128 0,1 2 176 15,1-3-1440-15,2 0-272 0,4 0-64 0,-1 0-15040 16</inkml:trace>
  <inkml:trace contextRef="#ctx0" brushRef="#br0" timeOffset="69940.5">5392 4303 17503 0,'-13'1'1552'15,"13"-1"-1232"-15,-6 0-320 0,0 0 0 0,1 0 2928 0,5 0 528 16,-5 3 96-16,5-3 32 0,-3 5-2944 0,1 3-640 15,0 0 0-15,5 3 0 16,2 5-1120-16,2 1-112 0,-2 0-32 0</inkml:trace>
  <inkml:trace contextRef="#ctx0" brushRef="#br0" timeOffset="70328.84">5590 4498 11967 0,'0'0'1072'0,"0"0"-864"0,0 0-208 0,0-6 0 0,-1 1 3424 0,1 5 640 16,-4-3 128-16,-1 2 32 0,-3 1-1392 0,-1 2-272 0,-1 2-48 0,-5 5-16 16,1-1-656-16,-2 5-144 0,2 3-32 15,0 0 0-15,-2-2-832 0,4 0-160 0,0 1-32 0,2-1-16 16,1 0-432-16,2 1-64 0,3-4-128 0,1 0 176 16,0-2-176-16,2-1-224 0,1-8 48 0,0 0 16 15,0 0-544-15,5 5-96 0,1-4-32 16,3-1 0-16,2-1-64 0,-1-3 0 15,2-2-16-15,1-1 0 0,1-5 32 0,1 1 16 16,-2-3 0-16,1-1 0 0,0-1 192 0,0-1 32 0,1 0 16 0,1 0 0 16,-1 0 208-16,0 0 32 0,-1 0 16 0,-2 3 0 0,-2 0 192 0,-1 3 48 15,-2 2 0-15,-4 4 0 0,-3 5 256 0,0 0 48 16,0 0 16-16,-2 8 0 0,0 5 736 0,-4 0 160 16,0 3 16-16,-1 2 16 0,1 1-400 0,1 2-80 0,-1-1 0 15,3 2-16-15,0-1-432 0,2 1-192 16,1-5 160-16,1 3-160 0,2-4 0 0,0 0 0 15,3-4-176-15,0-3 176 16,2-3-1280-16,1 1-128 0,0-7-16 0,0 0-16 16,3 1-1568-16,-1-5-320 0,0-2-64 0</inkml:trace>
  <inkml:trace contextRef="#ctx0" brushRef="#br0" timeOffset="70771.36">5880 4382 6447 0,'4'-23'576'15,"0"-3"-576"-15,1-2 0 0,0 2 0 0,0-1 4112 0,-1 5 720 16,0 1 144-16,-1 7 16 0,-2 3-2192 0,-1 5-448 0,-1 0-96 15,1 6-16-15,0 0-512 0,0 0-128 0,-3 12 0 0,2 4-16 16,-1 5-624-16,1 1-128 0,0 1-32 0,1 3 0 16,0 3-272-16,0 2-48 0,0-3-16 0,0 0 0 15,0 1-336-15,1-1-128 0,0-1 0 0,2 0 0 16,-2-2 128-16,1 0-128 0,-1-3 0 0,2-1 144 16,-2-3-16-16,0-1-128 0,0 0 192 0,-1-4-64 15,0-1 0-15,0-1 0 0,0-3 0 0,0 0 0 16,0-8-128-16,0 0 128 0,0 0-128 0,0 0 128 0,0 0-128 0,0 0 0 15,0 0 144-15,0 0-144 0,0 0 0 0,3-8 128 16,0 0-128-16,-1-1 0 0,1-1 0 0,0 0 0 16,0-4 0-16,3 0 0 15,-1 1 0-15,1 0 0 0,1-1 0 0,1-1 0 0,-2 0 0 0,2-1 0 16,2 0 0-16,0 1 0 16,-1 2 0-16,1 1 0 0,2 0 0 0,-3 2 0 0,1 1 0 0,1 1 0 15,1 1 128-15,-2 2-128 0,2 1 128 0,0 2-128 16,-1 0 160-16,1 2-160 0,-2 0 208 0,-2 4-48 15,0 3-16-15,-1 2 0 0,-2-3 0 0,-1 4 0 16,-3 0 0-16,-1 4 0 0,-3 5 80 0,-2-1 16 16,-3 1 0-16,-1 1 0 0,-1-3-48 0,-2 2 0 15,2 1 0-15,-3-3 0 0,-2-1-64 0,1-1 0 16,1 1-128-16,0-3 192 0,-1-3-352 0,2-1-80 16,-1-1-16-16,1-1 0 15,2-2-1376-15,2-2-288 0,-1-2-48 0,1-2-16912 0</inkml:trace>
  <inkml:trace contextRef="#ctx0" brushRef="#br0" timeOffset="71383.5">6396 4363 19343 0,'0'0'1728'0,"0"0"-1392"0,0 0-336 0,0 0 0 16,0 0 4144-16,0 0 752 0,-4 5 160 0,2 4 16 15,-1 3-2512-15,-1 0-496 0,-1 2-96 0,-2 3-32 16,-2 1-816-16,-1 2-160 0,-2-1-48 0,0 3 0 0,1-3-432 15,0 0-96-15,1 0 0 0,2-1-16 0,1 0-368 0,2-1 0 16,0-3 0-16,1-1 0 0,1-2-224 0,2-2-112 16,1-1-32-16,0-8 0 15,0 0-464-15,5 5-112 0,2-2-16 0,1-2 0 16,1-5-192-16,2-1-32 0,3-3-16 0,0-3 0 16,0 0 64-16,1-1 16 0,0-5 0 0,1 0 0 15,-1-2 352-15,1-2 64 0,0 0 0 0,1-1 16 16,-3-2 432-16,-2 3 96 0,-2 2 16 0,-1 2 0 0,-1 2 144 0,-3 5 0 15,-1 2 0-15,-1 3 128 0,-3 5 128 0,0 0 48 16,0 0 0-16,0 0 0 0,-5 10 560 0,-1 3 112 16,0 3 32-16,-1 2 0 0,1-2-224 0,1 1-32 15,1 0-16-15,0 1 0 0,0 0-432 0,4-1-96 16,4 0-16-16,-2-1 0 0,1-4-192 0,2-1 0 0,2 0 0 0,-1-2 0 31,2 0-496-31,1-4 16 0,2-1 0 0,0-2 0 16,2-4-224-16,2-2-32 0,-1-2-16 0,1-1 0 15,-1-1-32-15,1-1-16 0,1-2 0 0,0-4 0 16,1 1 48-16,0-6 16 0,-2 0 0 0,2-3 0 16,-1 0 224-16,1-3 32 0,0-4 16 0,0-1 0 0,1-2 304 0,2 0 160 0,-1-1-160 0,-2 2 160 15,-3 1 0-15,-2 2 0 0,-1 3 128 0,-4 5-128 16,-3 5 848-16,-1 2 64 0,-2 4 16 0,-1 0 0 16,-1 4 672-16,1 6 128 0,0 0 16 0,0 0 16 15,-7 4-416-15,1 0-64 0,-2 2-32 0,0 5 0 0,0 2-672 16,1 4-144-16,-3 2-32 0,3 5 0 0,-2 0-208 15,1 5-64-15,0 1 0 0,0 1 0 0,0 1-128 0,0-2 192 16,2 0-192-16,-1 0 192 0,0 1-192 16,0-1-176-16,2-3 48 0,1-1 0 15,-1 0-352-15,1-5-64 0,0 1-16 16,0-5 0-16,0 0-1616 0,1-2-336 0,1-4-64 16,1-1-8768-16,-1-3-1760 0</inkml:trace>
  <inkml:trace contextRef="#ctx0" brushRef="#br0" timeOffset="71636.49">6710 4463 9215 0,'-4'-6'816'0,"4"6"-656"0,0 0-160 0,0 0 0 0,0 0 6144 0,0 0 1184 16,0 0 240-16,11 0 48 0,-2-2-5376 0,3 2-1072 16,1 0-208-16,-2 0-64 0,4 0 240 0,2 0 32 15,1 0 16-15,0 0 0 0,-1 0-384 0,0-2-80 16,-1 4-16-16,1-2 0 0,0 0-208 0,-2 2-48 15,1-2-16-15,-2 2 0 0,1 2-240 0,-4 1-32 16,0-2-16-16,-2 2 0 0,-1 2-144 0,-2 1 0 0,-1 1 0 0,-1 2 0 16,-2 0 0-16,-1 2 0 15,0 1 0-15,-1-1 0 0,-1-1 0 0,0 0-176 0,-1-2 48 16,2 1 0-16,-1-2-2096 16,1 0-400-16,1 0-96 0,1-2-16032 0</inkml:trace>
  <inkml:trace contextRef="#ctx0" brushRef="#br0" timeOffset="71771.78">7070 4346 28559 0,'0'0'2544'0,"0"0"-2032"15,0 0-512-15,0 0 0 0,0 0 1328 0,0 0 160 16,0 0 48-16,0 0 0 0,0 0-1264 0,4 6-272 16,2 2 0-16,4 3-10064 15,-1 0-2032-15</inkml:trace>
  <inkml:trace contextRef="#ctx0" brushRef="#br0" timeOffset="71964.3">7273 4470 21183 0,'-5'-8'944'0,"5"8"192"15,-2-3-912-15,-2 2-224 0,4 1 0 0,0 0 0 0,-7 1 4384 0,-1 2 832 16,1-2 160-16,-3 4 48 0,-1 3-2992 0,0 1-576 16,2 4-128-16,-1-2-32 0,-3 3-608 0,1 2-128 0,0 1-32 15,3 1 0-15,1 0-336 0,2 1-64 16,1-1-16-16,3 1 0 0,4-2-320 0,0-1-192 0,2-2 192 0,3-1-192 15,0-2 0-15,4-2 0 0,-1 0 0 0,3-2 0 32,2-5-608-32,4-1-176 0,3-2-48 0,7 0-14160 0,6-3-2848 0</inkml:trace>
  <inkml:trace contextRef="#ctx0" brushRef="#br0" timeOffset="73140.88">8135 4392 27647 0,'-9'-10'1216'0,"5"6"256"0,0 1-1168 0,-2-1-304 16,-1-3 0-16,-2 3 0 0,1 0 3936 0,-2 2 736 15,1 0 128-15,3 2 48 0,6 0-2608 0,-2 7-512 16,-6-1-96-16,-2 6-32 0,-6 1-736 0,-1 2-160 0,0-1-16 0,0-1-16 16,0 3-320-16,2 2-64 0,-1 1-16 0,0 1 0 15,2-1-272-15,1 0 160 0,2-1-160 0,1 5 128 16,2-2-128-16,4-1 0 16,3-3 0-16,1-2-176 15,3-4-688-15,2-2-144 0,1-2-16 0,3-2-16 16,2 0-592-16,3-5-112 0,6 0-32 0,-1-3 0 15,1-2-608-15,3-3-128 0,6 1-32 0,-2-4 0 0,-1-1-336 16,-2 1-80-16,-1-5-16 0,0-1 0 0,-3-3 1488 0,1 0 288 16,-2-1 64-16,-2 0 16 0,-3 0 1120 0,-2 1 416 0,-1 2-16 0,0 3 0 15,-5 2 1712-15,1 3 320 0,-3 1 80 0,-4 9 16 0,0 0 240 16,0 0 48-16,-3-2 16 0,-2 3 0 0,-2 4-752 0,1 3-160 16,-2 4-16-16,-2 1-16 15,-2 2-912-15,0 0-176 0,0 2-32 0,1 1-16 0,0 2-304 0,1-1-48 16,1 2-16-16,2-3 0 0,1 2-224 15,0-2-160-15,1-5 192 0,1 0-192 0,3-1 0 0,2-2 0 16,1-1 0-16,-1-2 0 0,-1-7-160 0,0 0-32 16,0 0-16-16,8 2 0 15,0-2-272-15,1-2-48 16,0-5-16-16,1-2 0 0,2-2 128 0,0-3 32 16,-2-4 0-16,3 0 0 0,1-4 96 0,2-2 32 0,0 1 0 0,2-2 0 0,0-1 16 15,2 1 16-15,-2 0 0 0,0 2 0 0,-1 1 224 0,0 5-144 16,0 0 144-16,-1 4-128 0,-4 2 128 0,-3 5 0 15,-3 3 0-15,-6 3 128 0,0 0 208 0,8 3 48 16,-8-3 16-16,3 12 0 0,-5 2 304 0,2 4 64 0,0 2 16 0,-2-1 0 16,-2 1-304-16,-1 1-64 15,-2 0-16-15,1 0 0 0,0-2-144 0,1 2-48 0,1-4 0 0,2 0 0 16,-1-2-208-16,2 0 144 16,1-3-144-16,0-2 128 0,0-1-128 0,0-2 0 0,0-7 0 0,0 0 128 15,0 0-128-15,0 0 0 0,0 0 0 0,9-2-176 16,-1-2 48-16,1 1 0 0,0-4 0 0,1-5 0 15,1-1-16-15,-1-2 0 0,2-1 0 0,0-4 0 16,1 3-48-16,0-2 0 0,-2-1 0 0,3 2 0 16,-3 0 192-16,1 1-208 0,-2 3 80 0,0 4 128 15,-3 0-160-15,-1 3 160 0,-6 7 0 0,0 0-144 0,0 0 144 0,0 0 0 16,0 0 0-16,0 0 0 0,2 11 128 0,-1 2 96 16,-2-3 32-16,1 3 0 15,-1-2-80-15,1 1-16 0,0-1 0 0,0 2 0 0,2 0-160 0,0 0 0 16,-1 0 144-16,2-3-144 0,-2-1 0 0,2-1 0 15,-1-2 0-15,2 1 0 0,-4-7 0 0,5 6 0 16,-5-6-128-16,0 0 128 0,8 1-256 0,0-1 16 16,0-2 16-16,-2 0 0 0,2-3 16 0,0 0 0 15,1-1 0-15,2-4 0 0,-4 0 32 0,5-6 16 16,1 2 0-16,0-2 0 0,-1 2 160 0,0-2-208 16,-1 1 80-16,4-1 128 0,-1 2-176 15,-1 1 176-15,-1 1-128 0,-4 3 128 0,-2 5 0 0,-6 4 0 16,0 0 0-16,0 0-128 0,0 0 128 0,-1 9 256 15,-2 4-64-15,-1 1-16 0,-1 2 160 0,-1 1 48 16,-2 0 0-16,1-1 0 0,1 1-224 0,1-1-32 0,-1 1-128 0,2 2 192 16,0-1-192-16,2-1 0 0,1 0 0 15,1-2 0-15,0-3-192 0,1 0-64 0,1-2-32 0,1 0 0 32,1-4-1952-32,1 1-384 0,2-4-64 0,1 0-32 15,1-3-1376-15,0-1-256 0</inkml:trace>
  <inkml:trace contextRef="#ctx0" brushRef="#br0" timeOffset="73568.92">9099 4389 8287 0,'-7'-4'736'0,"7"4"-592"0,0 0-144 0,-5 5 0 0,1 0 6320 0,0 3 1232 15,0 1 240-15,-1 4 48 0,-2 2-4464 0,1 0-896 16,-2 5-176-16,2-1-48 0,0 4-880 0,1 1-176 16,-1 0-48-16,0 3 0 0,0 3-528 0,1 0-112 15,-1 3-32-15,3-1 0 0,0 1-304 0,0-3-176 16,2-4 192-16,0-1-192 0,-2-2 128 0,1-2-128 15,-1-4 0-15,0-3 0 0,2-2 0 0,0-4 0 16,1-8-192-16,0 0 48 16,0 0-368-16,0 0-80 0,0 0-16 0,0 0 0 15,0 0-288-15,-3-6-48 0,0-5-16 0,1-1 0 16,-2-1 0-16,1-2 0 0,2-4 0 0,-2-1 0 16,3-4 112-16,3-1 16 0,-2-5 0 0,2 0 0 15,1-1-112-15,1 0-16 0,2-1 0 0,-1 0 0 16,-3 2 432-16,2 1 80 0,1 4 0 0,2 1 16 0,-1 2 752 0,-1 2 160 15,1 3 32-15,-1 1 0 0,2 3 816 0,0 3 160 16,-1-2 48-16,0 4 0 0,2 3-496 0,1 0-80 16,0 1-32-16,0 1 0 0,0 3-464 0,-1 2-80 15,-1 0-32-15,-1 2 0 0,1 0-48 0,0 1-16 0,-1 1 0 0,-2 1 0 16,-1 4-32-16,-2 2-16 0,0 1 0 16,-2 2 0-16,-2 1 0 0,1 1 0 15,-3 0 0-15,-2 2 0 0,-2 1-112 0,-1-3-128 0,2-1 176 0,-1-1-176 16,0-2 0-16,2-2-272 0,1-2 16 15,1 0 16-15,2-2-2304 16,2-1-464-16,0-7-80 0</inkml:trace>
  <inkml:trace contextRef="#ctx0" brushRef="#br0" timeOffset="73844.53">9292 4303 36287 0,'0'0'1600'0,"0"0"336"16,-6 6-1552-16,2 3-384 0,1 3 0 0,-1 4 0 0,1-2 1712 0,2 2 256 15,1-3 48-15,0 1 16 0,0 2-480 0,0 1-80 16,-2 0-32-16,4 0 0 0,-1 0-608 0,0-2-112 16,1 1-16-16,-1 1-16 0,0-4-192 0,1-3-48 15,-1 1 0-15,1-2 0 0,0-3-32 0,-2-6-16 16,0 0 0-16,0 0 0 0,0 0-80 0,0 0 0 16,0 0-16-16,0 0 0 0,0 0-64 0,0 0-16 15,6-6 0-15,1-2 0 0,-2 2-96 0,2-2-128 16,-2-3 176-16,1 1-176 0,1-3 0 0,-3 0 0 15,1-4 0-15,3 3 0 0,1-1-240 0,1 0-48 16,-1-1-16-16,4 0 0 16,0 1-1216-16,1 0-240 0,-1 2-48 0,0 3-16 15,0 3-2528-15,-4 3-496 0</inkml:trace>
  <inkml:trace contextRef="#ctx0" brushRef="#br0" timeOffset="74131.37">9435 4614 6447 0,'0'0'272'0,"0"0"80"0,0 0-352 0,0 0 0 0,0 0 0 15,9 0 0-15,0-3 5888 0,0 0 1120 0,3-1 224 0,0-1 32 16,0 0-4416-16,2-2-880 0,0-1-176 0,1-1-48 16,2-1-720-16,-2-1-128 0,1-2-48 0,-1-1 0 15,1-3-528-15,0 0-128 0,-2-1 0 0,-1 1-16 0,0 1 0 0,-2 4 0 16,-5 1 0-16,1 3 0 0,-7 8-48 0,0 0 0 16,0 0 0-16,0 0 0 0,-8 5 752 0,-3 4 144 15,-3 3 16-15,0 2 16 0,-2 2-96 0,2 1-32 16,1-2 0-16,1 4 0 0,0 0-336 15,2 0-64-15,2-2-16 0,1-1 0 0,2 0-384 0,3-2-128 16,-1-1 0-16,3-1 0 16,1-1-592-16,2-4-240 0,1 0-32 15,4 0-16-15,3-6-912 0,4 0-176 0,0-2-32 16,2 0-16-16,2-5-1184 0,-1 0-256 0,4-2-32 16,-2-2-6960-16,-1-2-1392 0</inkml:trace>
  <inkml:trace contextRef="#ctx0" brushRef="#br0" timeOffset="74446">9942 4406 2751 0,'14'-17'128'0,"-8"8"16"0,-4-2-144 15,2 2 0-15,-1 1 0 0,-1 2 0 0,1-1 7360 0,-3 7 1424 16,0 0 304-16,0 0 48 0,-5-4-5056 0,0 2-1008 16,-2 1-208-16,-1 2-48 0,0 0-1248 0,1 4-256 15,-2-2-48-15,-1 2-16 0,1 0-544 0,-1 2-128 16,-3-1 0-16,2 2-16 0,0 1-240 0,0 1-64 16,1-1 0-16,1-2 0 0,1 1-128 0,1-1-128 15,2-1 144-15,1 1-144 0,2 1 0 0,0-1 0 0,2 1 0 0,0-8 0 16,3 7 0-16,2-1-128 0,3 0 128 0,-2 0-160 15,2-1 160-15,0 0 0 0,1 1-144 0,0-1 144 16,0-1 0-16,1 0 0 0,-1 0 0 0,1 0 0 16,2 1 0-16,0 0 0 15,-2 0 0-15,0 0 0 0,0-1 0 0,-3 2 0 16,-7-6 0-16,7 6 0 0,-3 2 0 0,-4-8 0 0,0 9 0 0,-3-1 0 16,-1 1 0-16,-2-4 0 0,-2 2 0 0,-1 1 128 15,-2-1-128-15,1 0 128 0,1-2-128 0,-3-1 128 0,-1 0-272 0,0-1-64 16,1-2-16-16,1 0 0 15,0 0-1760-15,2-1-368 0,0 0-64 0,2-1-11728 16,7 1-2336-16</inkml:trace>
  <inkml:trace contextRef="#ctx0" brushRef="#br0" timeOffset="74825.32">10250 4330 11055 0,'0'0'480'0,"0"0"112"0,0 0-464 0,0 0-128 0,0 0 0 0,0 0 0 0,0 0 7936 0,0 0 1584 15,-4-4 304-15,0 3 64 0,4 1-6736 0,-5 1-1344 16,-2-1-272-16,1 3-48 0,-3 1-784 0,0 2-176 16,-3-2-16-16,0 1-16 0,-1 6-256 0,0-2-48 15,0 1-16-15,-1 1 0 0,1-1-176 0,1-2 0 16,0 1 0-16,3 0 0 0,1-2-144 0,2 1 144 16,-1 0 0-16,2-1 0 0,1 0-160 0,4-7 160 15,0 0-128-15,-3 6 128 0,3-6-256 0,3 7 48 0,1-1 0 0,0 1 0 16,-4-7-32-16,9 4 0 0,1-2 0 15,2 2 0-15,1 3 48 0,0-6 16 0,0 2 0 0,0-1 0 16,0 1 176-16,2 0-192 0,-4-1 192 0,1 1-192 16,-3-2 192-16,0 2 0 0,-1-1 0 0,-1 5-128 15,-1-4 128-15,1 2 0 0,-3 1 0 0,-2 1 0 16,0-1 0-16,-4 1 176 0,-2-1-176 0,-1 3 192 16,-1-2 48-16,-1 2 16 0,-1 0 0 0,0 0 0 15,-1 0-128-15,0-2-128 0,0 1 176 0,-3 1-176 0,-1-1 0 16,2-2-176-16,-1 1 0 0,3-2 0 15,1-2-1712-15,1-1-352 16,1 0-64-16,6-2 0 0,0 0-2176 0,0 0-416 0</inkml:trace>
  <inkml:trace contextRef="#ctx0" brushRef="#br0" timeOffset="75005.85">10352 4362 17503 0,'0'0'1552'0,"0"0"-1232"0,0 0-320 0,0 0 0 0,0 0 5168 0,1 11 976 15,0 1 192-15,0 1 32 0,-1 1-3520 0,0 2-704 16,0-2-144-16,0 2-16 0,-1 1-960 0,0-1-176 16,-2 1-32-16,1-1-16 0,0 1-560 0,1 0-112 15,0 0-128-15,-1-1 176 0,1-4-176 0,0-1-256 16,-1 0 64-16,1-2 16 16,1 0-2688-16,0-2-528 0,0-7-128 0</inkml:trace>
  <inkml:trace contextRef="#ctx0" brushRef="#br0" timeOffset="75615.66">10528 4356 7359 0,'7'0'656'0,"1"-1"-528"0,-8 1-128 0,9-1 0 15,2 1 3584-15,-2 1 704 0,-9-1 128 0,8 4 16 16,-8-4-944-16,0 0-192 0,5 6-32 0,0 2-16 0,-2 1-528 0,-2-1-96 15,-2 3-32-15,-2 0 0 0,-2 2-720 0,-2 0-144 16,0 0-16-16,-3 2-16 0,0 0-672 0,0 2-144 16,-1-2-32-16,2 2 0 0,0-2-448 0,1 0-80 15,2-2-32-15,-1 0 0 0,0 0-288 0,2-1 128 16,1-2-128-16,2-1 0 0,-1-2 0 0,3-7 0 16,0 0 0-16,0 7 0 0,0-7 0 0,0 0-144 15,0 0 16-15,0 0 0 0,0 0-128 0,0 0-32 16,9-3 0-16,0-3 0 0,2 0-32 0,-1-2-16 15,2-2 0-15,0-2 0 0,1-1 0 0,1 0 0 16,0-2 0-16,2 0 0 0,1-1 96 0,0 0 32 16,0 3 0-16,-1-2 0 0,-1 2 208 0,0 2 0 15,-4 2 0-15,-2 4-144 0,-2 2 144 0,-7 3 0 16,0 0 0-16,0 0 128 0,0 0 304 0,3 9 64 16,-2 2 16-16,-2 2 0 0,1-1-32 0,-2 1 0 15,0 1 0-15,0 0 0 0,1 2-240 0,0 0-48 16,1-2-16-16,1-1 0 0,-2-1-176 0,2 0 0 0,0-2 144 0,3-1-144 15,-1-2 0-15,-3-7 0 0,4 6 0 0,1 1 128 16,-5-7-128-16,7 2 0 0,-7-2 0 0,7 0 0 16,1-1 0-16,0-2 0 0,1-2 0 0,0-1 0 15,0-4 0-15,2 0 0 0,-1-3 0 0,1 0 128 16,-1-3-128-16,3-1 0 0,0 0 0 0,3-1 0 16,-1 0 0-16,2 0-160 0,0-1 160 0,-1 4 0 0,0 3 0 15,-3 3-128-15,-2 4 128 0,0 1 0 0,-3 0 0 16,-8 4 144-16,0 0-16 0,6 6 0 15,-1 1 176-15,1 1 16 0,-2 1 16 0,-1 1 0 0,0 3-160 16,0 3-48-16,1 1 0 0,-1-1 0 0,3 2-128 0,0 1 0 16,1 1 0-16,2 1 0 15,1 1-512-15,1-2-192 16,0-1-48-16,0 2 0 0,2-2-2912 0,-1 2-592 0</inkml:trace>
  <inkml:trace contextRef="#ctx0" brushRef="#br0" timeOffset="76489.89">2463 5699 11055 0,'0'0'480'0,"-4"-1"112"0,0-2-464 0,0 2-128 0,4 1 0 0,0 0 0 16,0 0 7264-16,0 0 1440 15,7-3 272-15,0-2 64 0,0 0-6240 0,2 2-1264 0,1-2-240 0,2 4-48 16,1-3-544-16,2 3-128 0,-2 1 0 0,0 0-16 16,-2 0-224-16,0 0-32 0,-2 1-16 0,-1 3 0 15,0-3-64-15,-1 4-16 0,-1-1 0 0,-1 3 0 16,-1 1 48-16,-3 2 0 0,-1 2 0 0,-1 1 0 15,-2 1 48-15,-2 4 16 0,-3-1 0 0,0 3 0 0,-1 1-80 16,-1 1-16-16,-2 1 0 0,-1-1 0 0,-3 3-80 0,1 0-16 16,-2-2 0-16,-2-2 0 15,1-1-128-15,-1-2 128 0,-2-2-128 0,1-1 128 0,2 0-128 16,1 0 128-16,1-2-128 0,2 1 128 0,4-3-128 0,0 0 0 16,3-4 144-16,1 1-144 0,6-8 128 0,0 0-128 15,-2 7 128-15,2-7-128 0,0 0 0 0,0 0 144 16,4 6-144-16,-4-6 0 0,10 4 0 0,2-1 0 15,0-3 0-15,2 0 0 0,3 0 0 0,1 0 0 16,0-1 0-16,2-2 0 0,0-2 0 0,0 0 0 16,3-2 0-16,1 2-144 15,-2 0-496-15,2-1-112 0,1 1-16 16,-1-3 0-16,1-2-1344 0,1-2-256 0,0 0-64 16,2-1-18784-16</inkml:trace>
  <inkml:trace contextRef="#ctx0" brushRef="#br0" timeOffset="76681.48">2905 5932 23951 0,'0'0'2128'0,"0"0"-1696"16,0 0-432-16,0 0 0 0,0 0 4352 0,0 0 800 15,0 0 160-15,0 0 16 0,0 0-3024 0,8 2-592 16,1-1-128-16,0-1-32 0,1 0-720 0,1-1-128 0,-1-2-48 0,2-1 0 16,1 0-480-16,0-1-176 0,1-1 0 0,2-1 144 15,2 1-1296-15,-1-1-256 0,0-1-48 0,4-1-12864 16,2 1-2576-16</inkml:trace>
  <inkml:trace contextRef="#ctx0" brushRef="#br0" timeOffset="77157.75">3300 5686 23951 0,'0'0'2128'0,"0"0"-1696"0,0 0-432 0,0 0 0 0,0 0 4384 0,6-5 800 15,1 0 144-15,1 1 48 0,1 1-3056 0,0 1-592 16,0-1-128-16,0 0-32 0,2 1-592 0,-1-1-112 15,0 1-32-15,2-1 0 0,0 3-368 16,0 0-80-16,-2-1 0 0,0 1-16 0,0 0-96 16,-1 1-16-16,-9-1 0 0,0 0 0 0,0 0-96 15,0 0-32-15,5 6 0 0,-5-6 0 0,0 8 64 0,-1 0 16 16,-2 0 0-16,-1 2 0 0,-1-2-32 0,-2 1-16 16,0 2 0-16,-1-1 0 0,-1 1-160 0,1 0 0 15,1-2 144-15,1 3-144 0,-2-3 128 0,0 0-128 16,0 2 160-16,2-3-160 0,-1 1 0 0,1-1 0 15,-1-1 0-15,3 0-160 0,2-1 160 0,0 1 0 0,1-1 0 16,1-6 0-16,0 8 0 0,0-8 0 0,4 8 0 16,1-1-128-16,0-1 128 0,2 1 0 0,-1-1-144 15,2 1 144-15,1-3 0 0,2 1 0 0,-1-3 0 0,3 2 0 16,2 0 0-16,-1 0-144 0,0 0 144 0,1 0 0 16,-2 0 0-16,0 0-128 0,-2 2 128 0,0-2 0 15,-1 3 0-15,-1 1 0 0,-2-1 0 0,-2 0 0 16,-1-2 0-16,-4-5 192 0,3 8-48 0,-2 0-16 15,-1 0-128-15,-1-1 0 0,-3 1 0 0,-1 1 0 16,-2-3 128-16,-1 1 0 0,-1 0 0 0,0-1 0 16,-1 1 0-16,-1 1 0 0,-1 0 0 0,1-2 0 15,-2-1-128-15,0-1 0 0,-2 0 0 0,1 1 0 0,0-1 0 16,0 0 0-16,1 0 0 0,2-1-176 16,0-1-400-16,2 0-64 0,1-2-32 0,8 0 0 15,-5 0-1264-15,5 0-256 0,0 0-48 0,0 0-12544 16,0 0-2496-16</inkml:trace>
  <inkml:trace contextRef="#ctx0" brushRef="#br0" timeOffset="77371.74">3920 5751 46879 0,'0'0'2080'0,"0"0"416"0,0 0-1984 0,0 0-512 15,0 0 0-15,0 0 0 0,0 0 816 0,0 0 64 16,0 0 16-16,0 0 0 0,-4 4-192 0,4-4-16 0,0 0-16 16,-4 7 0-16,4-7-672 0,-2 6 0 0,2 3-256 0,0-9 80 31,0 0-2960-31,-1 8-576 0,1 1-128 0</inkml:trace>
  <inkml:trace contextRef="#ctx0" brushRef="#br0" timeOffset="77507.19">3940 5983 9215 0,'0'0'400'0,"0"0"96"16,0 0-496-16,0 0 0 0,0 0 0 0,0 0 0 0,-3 7 7936 0,3-7 1504 0,0 0 288 0,0 0 64 15,0 0-6864-15,0 0-1392 0,0 0-256 0,0 0-64 16,0 0-1408-16,0 0-288 0,9 1-48 0,0-2-20640 0</inkml:trace>
  <inkml:trace contextRef="#ctx0" brushRef="#br0" timeOffset="77941.94">4527 5588 23951 0,'-7'-4'1056'0,"3"4"224"0,-1 2-1024 0,0 0-256 0,2 4 0 0,2 3 0 0,-2 2 4912 0,1 6 912 16,-4 2 192-16,1 3 48 0,-1 1-3824 0,0 5-752 16,2 0-144-16,-1 0-48 0,1-4-752 0,2 0-160 15,-1-1-16-15,2 1-16 0,1-5-352 0,-2 0 0 16,1-2 0-16,1-4 128 15,0-4-1360-15,0-9-272 0,0 0-48 0,0 0-12848 16,0 0-2576-16</inkml:trace>
  <inkml:trace contextRef="#ctx0" brushRef="#br0" timeOffset="78359.46">4675 5549 3679 0,'-4'-4'320'0,"4"4"-320"15,-2-4 0-15,2 4 0 0,0 0 6320 0,0 0 1184 16,2-5 240-16,-2 5 64 0,0 0-6080 0,7-1-1216 16,2 1-256-16,-1 1-32 0,-8-1 16 0,8 3 0 15,-8-3 0-15,7 5 0 0,0 0 80 0,-2 2 32 0,-5-7 0 0,4 8 0 16,-4-8 656-16,1 7 128 16,-2 1 16-16,1 0 16 0,-1 1 48 0,-2 0 16 0,-1-1 0 0,0 0 0 15,-1 0-416-15,0-2-96 16,0 1-16-16,-1-1 0 0,0 1-224 0,1 1-48 0,1-2-16 0,0 1 0 15,4-7-96-15,-3 6 0 0,3-6-16 0,-1 7 0 16,1 1-80-16,0-8-16 0,0 0 0 0,0 0 0 16,4 9-80-16,1 0-128 0,0-5 176 0,3 1-176 0,1 0 144 0,0 2-144 15,0-1 0-15,-1 3 144 0,0-5-144 0,0 1 0 16,0 3 0-16,0 0 0 16,-1 0 0-16,1 0 0 0,-1 1 0 0,-3-3 0 0,1 3 0 15,-4 1 128-15,-1-1-128 0,0 1 192 0,-1-1 256 0,-2 2 64 16,-2-1 16-16,-1-1 0 0,-2-1-48 0,0 0-16 15,-1 0 0-15,0 1 0 0,-2-3-272 0,2-2-48 16,0 1-16-16,0-1 0 16,0-1-512-16,0-2-128 0,-1 1 0 0,4-1-16 15,6-1-1456-15,0 0-272 0,0 0-64 0,0 0-11728 16,0 0-2336-16</inkml:trace>
  <inkml:trace contextRef="#ctx0" brushRef="#br0" timeOffset="78632.3">4989 5659 11055 0,'0'0'976'0,"0"0"-784"16,0 0-192-16,0 0 0 0,0 0 6080 0,0 0 1184 16,0 0 224-16,0 0 64 0,-1 9-3824 0,-2 1-752 15,1 3-160-15,-3 0-16 0,-5 4-1152 0,3 2-240 0,-1-1-32 0,0 1-16 16,-1 1-640-16,2-2-128 0,1 0-16 0,1 1-16 16,1-4-368-16,1 0-64 0,3-4 0 0,1 0-128 15,2-2 0-15,0-3 0 0,-3-6 0 0,6 6 0 16,2-4-192-16,0 0-32 0,0-2-16 0,2-2 0 31,3-2-240-31,-1-1-48 0,-2-3-16 0,1 1 0 16,-2-1-96-16,1 0-32 0,-1-4 0 0,-1 2 0 15,1-1-208-15,-2 1-32 0,-1-2-16 0,-2 0 0 16,0-1-944-16,0 0-192 0,0 0-48 0,-1 2 0 16,-3-1-592-16,0 1-128 0,-2 2-32 0</inkml:trace>
  <inkml:trace contextRef="#ctx0" brushRef="#br0" timeOffset="79075.56">5245 5334 33343 0,'0'0'1472'0,"0"0"320"0,0 0-1440 0,0 0-352 0,0 0 0 0,0 0 0 16,0 0 1760-16,0 0 288 16,4 5 48-16,1 4 16 0,-1 3-96 0,0 1-16 0,0 2 0 0,-2 3 0 15,1 1-752-15,-2 5-160 16,-1 3-16-16,0-1-16 0,0 4-432 0,0-4-96 15,0 3-16-15,2 1 0 0,-2 1-208 0,0 1-48 16,0-2-16-16,0-3 0 0,0 0-112 0,0-5 0 16,0-1-128-16,0-1 192 0,0-3-192 0,0-3 176 15,-2-1-176-15,2-4 160 0,-1-1-160 0,1-8 128 0,0 0-128 0,0 0 128 16,0 0-128-16,0 0 0 0,0 0 0 0,0 0 0 16,0 0-144-16,0 0-64 0,0 0-16 0,0 0 0 15,1-8-176 1,2-3-48-16,2-2 0 0,0 1 0 0,2-1-32 15,1-2-16-15,1 0 0 0,1-2 0 0,2 3 176 0,1-1 16 0,1 0 16 0,-1 0 0 0,-1 5 128 16,-2-2 32-16,0 4 0 0,-1 2 0 16,-1 2 128-16,-8 4-160 0,7 2 160 0,-7-2-160 0,0 0 160 15,4 10 0-15,-2 1 0 0,-2 2 0 0,-3 3 256 16,-2 1 64-16,0 1 32 0,-3 2 0 0,-3 1 32 0,1-2 0 16,-2-2 0-16,2 1 0 15,-1 2-240-15,2-4-144 0,1 0 192 0,1-3-192 16,0-2-448-16,2-1-192 0,1-3-32 0,1-1-16 15,3-6-1536-15,0 0-304 0,4 6-64 0,3-4-16 16,3-2-1376-16,1-2-288 0,0-2-48 0,1-4-16 0</inkml:trace>
  <inkml:trace contextRef="#ctx0" brushRef="#br0" timeOffset="79784.47">5614 5686 12895 0,'6'-8'1152'0,"2"-2"-928"0,-1 2-224 0,-2 3 0 16,-5 5 4576-16,0 0 864 0,0 0 192 0,0 0 16 15,0 0-1632-15,-5 6-336 0,-2 2-64 0,-2 4-16 16,-1 4-1680-16,-2 2-320 15,0-3-80-15,0 4-16 0,5-1-720 0,-3 0-144 16,0-1-16-16,1 0-16 0,0-1-352 0,2-2-64 16,3-2 0-16,2 1-16 0,-2-4-176 0,3 0 0 15,1-1 0-15,0-8-176 0,0 0-80 0,0 0-32 0,7 5 0 0,1-2 0 32,-8-3-256-32,0 0-48 0,12-4-16 0,0 0 0 15,-2-1 32-15,0-2 16 0,2-1 0 0,0-2 0 0,0-2 160 0,-1 0 16 0,2-1 16 0,0 0 0 16,1 0 128-16,-1-2 32 0,-2 0 0 15,2 2 0-15,-1-2 48 0,0 2 16 0,0 0 0 16,-2 5 0-16,0 0 144 0,-2 3 0 0,-1 2 0 0,-7 3 0 16,0 0 0-16,0 0 224 0,6 4-32 15,-1 3 0-15,-1 0 448 0,-1 4 96 0,0-3 16 0,-2 2 0 0,2 3-160 0,-2 0-16 16,0 0-16-16,0 0 0 16,-1 2-288-16,0-1-48 0,2-1-16 0,-1-1 0 0,2-2-208 0,-1-2 0 15,-2-8 128-15,4 6-128 0,-4-6 0 0,4 7 0 16,-4-7 0-16,0 0 0 0,7 4 0 0,-7-4 0 15,7-3 0-15,0 2 0 0,1-2 0 0,0-3 0 16,-1-1-144-16,1-1 144 0,1-2-192 0,0 0 192 16,1-1-208-16,1-2 80 0,1-1 0 0,0-1 0 15,0-3 0-15,1 1 0 0,-2-2 0 0,1 2 0 16,0 2 0-16,-2 2 0 0,-1 4 128 0,0 0 0 16,-1 1 0-16,-1 4-128 0,-7 4 128 15,0 0 0-15,0 0 160 0,0 0-160 0,6 7 448 0,-2 1 0 16,-2 1 0-16,-1 3 0 0,1 2-48 15,0 2-16-15,-2 1 0 0,0 1 0 0,0-4-160 0,0 2-32 16,1-1-16-16,0 0 0 0,-1-2-176 0,2-4 0 16,0 0 0-16,1 0 0 0,-2 0 0 0,-1-9 0 0,4 7 0 0,-4-7 0 15,0 0 0-15,0 0 0 16,0 0 0-16,0 0 0 0,7 0-304 0,-7 0 64 16,6-3 16-16,2-1 0 0,0-4-48 0,1 1-16 0,1-4 0 15,2 1 0-15,0-6 0 0,1 2 0 0,1-6 0 16,2 3 0-16,-1 0 32 0,2 2 16 0,0-2 0 0,-1 2 0 15,-2 4 240-15,1 0-192 0,-5 5 192 0,-1-1-192 16,0 5 192-16,-1 2 0 0,-8 0 0 0,0 0 160 0,0 0 336 0,4 9 64 16,-3-1 16-16,1 3 0 0,0 4-176 15,2 2-16-15,-2-3-16 0,-1 0 0 16,0 1-368-16,0 0 144 0,1 1-144 0,-1 1 0 16,0 0 0-16,2-4 0 0,0-1 0 0,-1-3-144 15,2 0-1136-15,-4-9-240 16,3 6-32-16,3-3-13536 0,6 1-2704 0</inkml:trace>
  <inkml:trace contextRef="#ctx0" brushRef="#br0" timeOffset="79952.17">6476 5570 37375 0,'0'0'1664'0,"-6"-1"320"0,0-3-1584 0,1 3-400 15,5 1 0-15,0 0 0 0,0 0 336 0,0 0-16 16,-3 7 0-16,3-7 0 15,0 0-1056-15,4 9-224 0,2 1-32 0,2 0-15136 0</inkml:trace>
  <inkml:trace contextRef="#ctx0" brushRef="#br0" timeOffset="80150.39">6702 5661 12895 0,'0'0'1152'0,"0"0"-928"15,0 0-224-15,0 0 0 0,-4-4 5344 0,4 4 1024 0,0 0 208 0,-7 3 32 16,-1-2-3280-16,-1 5-640 0,1 1-144 0,-3 4-32 15,0 1-848-15,-2 2-160 0,0 3-32 0,0-2-16 16,1 2-496-16,3 0-80 0,1 0-32 16,3 0 0-16,2 0-384 0,2-1-80 0,2-2 0 15,0-1-16-15,1-1-368 0,2-2 144 0,2 0-144 0,1-3 0 16,2 0 0-16,3-1 0 0,1-3 0 0,2-2 0 16,2-1-560-16,4-1-112 15,2-2-32-15,6-1 0 0,4-1-2288 0,7-3-464 0</inkml:trace>
  <inkml:trace contextRef="#ctx0" brushRef="#br0" timeOffset="81481.73">7266 5339 32255 0,'0'0'2864'0,"0"0"-2288"0,0 0-576 0,0 0 0 16,0 8 3072-16,6 3 496 0,7 2 96 0,-2 1 32 0,-10 2-1536 0,-4 1-304 15,-2 5-64-15,-3-1-16 0,-1 5-768 0,0 2-160 16,-3 2-16-16,2 2-16 0,1-1-432 0,1-1-96 16,-1 4-16-16,2-6 0 0,1 6-128 0,1-4-16 15,2-6-128-15,0-3 192 0,1-4-192 0,0-3 0 16,1-2 128-16,1-2-128 0,0-10 0 15,0 0 0-15,0 0 0 0,0 0 0 0,0 0 0 0,0 0-128 16,0 0 128-16,0 0-208 0,0 0-80 0,5-8-16 16,1-1 0-16,1-3 0 0,0 1-80 0,1-4 0 15,1-6-16-15,1 1 0 16,1-1-48-16,-1-1 0 0,2-1 0 0,1 1 0 16,0-1-16-16,0 1-16 0,0 3 0 15,0 4 0-15,-1 0 160 0,1 5 16 0,-3 2 16 0,-1 4 0 16,-2 0 48-16,-7 4 16 0,0 0 0 0,6 4 0 0,0 0 368 0,-2 5 80 15,-2 2 16-15,1 2 0 0,-2 0 208 0,0 2 64 16,-1 1 0-16,0 0 0 0,2-1-272 0,0 2-48 16,1-4-16-16,1 2 0 0,0-1-176 0,1-1 0 0,0-1 0 15,2-2 128-15,-1-1-128 16,2-2 0-16,0-3-160 0,0 0 160 0,1 0-336 0,0-3 16 16,0-2 16-16,1-1 0 0,1-3-16 0,-1 0-16 15,-1-2 0-15,1 2 0 0,-1 0 16 0,-2-3 0 16,0-2 0-16,1-2 0 0,0 3 64 0,-1-4 0 0,0 0 16 15,-1-2 0-15,1 0-16 0,-2-1 0 16,0 2 0-16,1-1 0 0,-1 1 64 0,0 2 16 0,-1 3 0 16,-1-1 0-16,-3 2 176 0,1 3-208 0,-1 5 80 0,0 0 128 15,0 0-192-15,0 0 192 0,0 0-160 0,0 0 160 16,-5 2 0-16,1 5 0 0,0 3 208 0,-1 2-64 16,-1 2 96-16,3 2 16 0,1 2 0 0,0-2 0 0,0 2-256 0,2-1 176 15,2-1-176-15,2-1 160 0,2 1-160 0,2-2 0 16,1-1 0-16,3-1 0 0,2-1-144 15,2-4 144-15,-2 0-192 0,2-3 192 0,2-2-336 0,0-2 32 16,2-1 16-16,1-1 0 0,-1-1 96 16,4 0 0-16,-2-3 16 0,0-3 0 0,-1 0 176 0,0-2-208 15,0-1 80-15,-2 3 128 16,1-5-272-16,-3 0 64 0,-1-1 16 0,-3 1 0 16,-3 0-208-1,-1 2-48-15,-2 0 0 0,-3 4 0 0,-4-1 256 0,-6 5 32 16,-1 2 16-16,-3 4 0 0,-1 0 864 0,-2 3 176 0,-2 1 48 0,0 3 0 0,-2 3 32 0,0 1 16 15,0 2 0-15,1-1 0 0,2 0-464 0,1-1-80 16,2 0-32-16,2 0 0 0,3-1-416 0,1-2 0 16,1-2 128-16,1-1-128 0,3-7-256 0,0 0-96 15,0 0-16-15,7 6 0 16,0-4-432-16,1-1-96 0,1-2 0 0,2-1-16 16,0 0-64-16,2-2-16 0,1-3 0 0,-1-3 0 15,-2-1 208-15,1 2 32 0,2-4 16 0,-1 2 0 16,2-1 64-16,-2-1 16 0,-3-2 0 0,-1 4 0 0,-1 0 400 0,-1 2 64 0,-2 1 32 15,-1 2 0-15,-2-1 288 0,-2 7 64 16,0 0 16-16,0 0 0 0,0 0 512 0,0 0 112 0,-5 6 0 0,0 1 16 16,2 1 48-16,1 1 0 0,-1 0 0 15,1 3 0-15,-1 0-288 0,2 2-48 0,1-1-16 0,1 0 0 16,2 0-352-16,2-4-64 0,0 1 0 0,3-3-128 16,0 0 0-16,1-2 0 0,2 0 0 15,5-3-144-15,0-2-64 0,-2-2-16 0,0 0 0 0,1-2 0 0,-1-1 80 16,0-2 16-16,1-1 0 0,-2 0 0 0,-1-1 128 15,-1-4 0-15,0-4 0 0,2 0 0 16,0-1 0-16,0-1-192 0,-1-5 192 0,2 3-192 0,-1-2 192 0,0-3-192 16,0-2 192-16,-1 2-192 0,1-2 192 0,0 0 0 15,-1 0 0-15,-2 1 0 16,-2 4 0-16,-3 3 0 0,-2 5 128 0,-2 3-128 0,-1 3 384 0,-1 4 0 16,1 5 0-16,0 0 0 0,-8 6 288 0,-1 3 64 15,-2 6 16-15,1 0 0 0,-2 6-336 0,0 4-64 16,-1 2-16-16,2 1 0 0,-1-2-48 0,1 0-16 15,1 1 0-15,1-2 0 0,1 1-272 0,2 0 160 16,2 2-160-16,2-4 128 0,1 0-384 16,1-6-64-16,0 0-32 0,1-1 0 15,1-1-2144-15,0-2-448 0,1-1-64 0,5 0-15536 16</inkml:trace>
  <inkml:trace contextRef="#ctx0" brushRef="#br0" timeOffset="81669.91">8186 5685 28559 0,'0'0'2544'0,"0"0"-2032"0,0 0-512 0,0 0 0 15,0 0 2848-15,8-5 480 0,2 1 80 16,1 1 32-16,-2-1-2512 0,3 2-496 0,1 0-112 0,2 0 0 16,4-1-320-16,3 0 0 0,2 1 128 0,3-1-128 15,-1 1 0-15,2 0-256 0,6-3 64 0,1 4 0 16,3-3-2928-16,-3 1-576 0</inkml:trace>
  <inkml:trace contextRef="#ctx0" brushRef="#br0" timeOffset="84449.62">2245 7159 20207 0,'0'0'896'0,"0"0"192"0,0 0-880 0,0 0-208 0,-5-2 0 0,1-1 0 0,4 3 2544 0,-4-3 464 15,0 0 80-15,4 3 32 0,0 0-128 0,0 0-32 16,-4-4 0-16,4 4 0 0,0 0-960 0,0 0-192 15,0-4-32-15,1-3-16 0,-1 7-832 0,4-5-160 16,0 0-48-16,3 0 0 0,2-1-480 0,1 1-112 16,3-1 0-16,3 2-128 0,-2-3 0 0,2 2 0 15,1 1 0-15,1-1 0 0,2 0 0 0,-1-1 0 16,0 1 0-16,-1 1 0 0,3 2 0 0,-3 2 0 16,-1 1 0-16,-4 2 0 0,-3-3 0 0,-2 2 0 15,-8-2 0-15,0 0 0 0,0 0 0 0,1 7 0 16,-1-7 0-16,-3 9 0 0,-3 1 160 0,0 1 32 15,-3-2 0-15,-2 1 0 0,-2 1 32 0,0-2 16 16,0 1 0-16,-1 1 0 0,-1-2-240 0,1 1 176 0,0-3-176 0,-1 2 160 16,2 1-160-16,2 1 0 15,0-5 144-15,2-2-144 0,1 1 0 0,3 1 0 0,2 0 0 16,3-6 128-16,0 0-128 0,0 0 0 0,0 0 0 16,0 0 0-16,0 0 0 0,0 0 0 0,0 0 0 15,10 7 0-15,0-2 0 0,2-1-128 0,1 0 128 0,2-3 0 16,1-1 0-16,1 0 0 0,0 0 0 15,1 1 0-15,-1 2 0 0,0 0 0 0,-1-1 0 16,-1 2 0-16,0 3 0 0,-3-1 0 0,-2 1 0 0,-2 2 0 16,0 2 0-16,-3 4 0 0,-1-1 0 0,-3 2 0 15,0-3 0-15,-3 1 0 0,-2 2 0 0,-1-1 176 16,-3 1 64-16,0 0 16 0,-4-2 0 0,-1 0 0 16,0-1-64-16,-1-1 0 0,-4-1 0 0,1 0 0 15,-2-3-48-15,0 1-16 0,-2 0 0 0,3-2 0 0,1-2-128 0,-2 0 0 16,0-3 0-16,1-1 0 15,2-1-1664-15,4-1-192 0,2-1-64 16,10 2-13312-16,-5-6-2688 0</inkml:trace>
  <inkml:trace contextRef="#ctx0" brushRef="#br0" timeOffset="84631.51">2746 7245 30399 0,'0'0'2704'0,"0"0"-2160"0,0 0-544 0,5-2 0 0,3-3 3712 0,-1 2 640 15,-7 3 128-15,11-3 32 0,-2 1-2896 0,3-1-576 16,0 0-112-16,-1-2-32 0,1 1-448 0,0 2-112 16,1-5-16-16,1 3 0 0,2-1-320 0,1 1 0 15,-2 2 0-15,2-4 0 16,0 2-2048-16,3 2-336 0,2 1-64 0,-1-1-17696 0</inkml:trace>
  <inkml:trace contextRef="#ctx0" brushRef="#br0" timeOffset="85012.64">3354 7018 28559 0,'0'0'1264'0,"0"0"272"0,0 0-1232 0,0 0-304 0,0 0 0 0,0 0 0 16,0 0 4272-16,0 0 784 0,-3 10 176 0,-1-3 16 0,0 1-2896 0,-1 0-592 16,-1 1-112-16,1-1-32 0,0 1-784 15,1 0-144-15,-3 2-48 0,1-1 0 0,-2 1-240 0,0-1-48 16,-1-1-16-16,0 3 0 0,0 0-128 0,1 1-16 15,-2-2-16-15,-1 1 0 0,1-1-176 0,-1 0 160 16,1 1-160-16,1 0 160 0,1-6-160 0,1 2 0 16,1 0 0-16,1-2 128 0,1 2-128 0,0-1 0 15,4-7 0-15,-4 6 0 0,4-6 0 0,0 0 0 16,0 0 0-16,0 0 0 0,0 0 0 0,0 0 0 16,5 7 0-16,2-2 0 0,1-2 0 0,-1-1 0 15,1 1 0-15,3-2 0 0,2-2 0 0,0 0-176 16,1-2 48-16,2 0 0 0,1 1 128 0,0-2 0 15,-3 0 0-15,3 1-128 0,1-2 128 0,-1 1-160 16,-1 0 160-16,-2 0-160 0,2 2-112 0,-1-1-32 16,1 1 0-16,-2 0 0 15,-1 2-176-15,-2 2-32 0,-1-1-16 0,-1-1 0 16,0-1-768-16,-1 1-160 0,-8 0-16 0,0 0-16 16,0 0-624-16,8 1-128 0,0 0-32 0,-2 0-10784 15,1-1-2176-15</inkml:trace>
  <inkml:trace contextRef="#ctx0" brushRef="#br0" timeOffset="85269.78">3450 6981 26719 0,'0'0'2368'0,"-4"-4"-1888"0,0 1-480 0,4 3 0 0,0 0 3632 0,0 0 624 16,0 0 128-16,0 0 32 0,0 0-1920 0,0 0-368 15,1 8-80-15,0 2 0 0,-1 3-608 0,2 2-112 16,-2 2-32-16,1 1 0 0,-1 2-656 0,1 2-144 15,1-1-32-15,-1 3 0 0,0 4-224 0,-1 2-48 16,0-2-16-16,0 4 0 0,0 0-176 0,0 1 0 16,-1-3 144-16,1-1-144 0,0-7 0 0,0-3 0 15,-1 2 0-15,1-1 128 0,0-1-128 16,0 1 0-16,-3-1 0 0,3-4-128 16,0-4-608-16,1 0-112 0,2-5-32 0,1 2 0 15,1-1-1808-15,3-3-352 0,2-2-80 0</inkml:trace>
  <inkml:trace contextRef="#ctx0" brushRef="#br0" timeOffset="85468.88">3936 6999 23039 0,'0'0'2048'0,"0"0"-1648"0,0 0-400 0,0 0 0 15,0 0 6400-15,0 0 1216 0,0 0 224 0,0 0 48 16,0 0-5712-16,0 0-1136 0,0 0-224 0,0 0-48 15,0 0-400-15,0 0-80 0,0 0-16 0,0 0 0 16,0 0-1456 0,0 0-288-16,0 0-64 0,4 9-13888 0,1 0-2752 0</inkml:trace>
  <inkml:trace contextRef="#ctx0" brushRef="#br0" timeOffset="85614.83">3958 7200 45439 0,'0'0'2016'0,"0"0"416"0,0 0-1952 0,-4 4-480 0,4-4 0 15,-5 6 0-15,4 3 1504 0,-2-1 208 0,-1-3 32 0,4-5 16 16,0 0-336-16,-2 7-64 0,2-7-16 0,0 0 0 0,0 0-928 0,0 0-192 16,0 0-32-16,0 8-16 15,0-8-624-15,1 6-112 0,0 2-16 16,-1-8-24288-16</inkml:trace>
  <inkml:trace contextRef="#ctx0" brushRef="#br0" timeOffset="88715.22">4847 6828 21183 0,'-5'-22'1888'0,"2"14"-1504"0,-2 0-384 0,3 1 0 0,-2-1 3840 0,1 2 704 16,3 6 144-16,0 0 32 0,0 0-2688 0,0 0-544 16,0 0-96-16,0 0-32 0,-8 6 80 0,2 5 16 15,-1 5 0-15,-1 4 0 0,2 2-880 0,-1 4-160 16,1 1-32-16,-1 7-16 0,3 0-96 0,0 3-16 16,2-1 0-16,-1-1 0 0,2-2-128 0,0-2-128 15,-1-2 192-15,2-1-192 0,2 1 0 0,0-3 0 16,1-6 0-16,-1-1 0 15,0-2-368-15,0 0-128 16,0-4-16-16,-1-1-16 0,-1 0-1392 0,1-6-256 0,-1-6-64 0,0 0-16 16,0 0-1392-16,0 0-288 0</inkml:trace>
  <inkml:trace contextRef="#ctx0" brushRef="#br0" timeOffset="89233.8">4448 7106 26719 0,'0'0'2368'0,"0"0"-1888"16,0 0-480-16,0 0 0 0,0 0 3680 0,0 0 640 15,0 0 128-15,8 4 32 0,1-4-3024 0,3-2-608 0,2-1-112 0,3 1-32 16,3-3 48-16,2 0 0 0,1-3 0 0,2-1 0 16,0-2-304-16,1 0-48 0,3-1-16 0,1-4 0 15,-2 1-208-15,1-4-48 0,0 2-128 0,-2 2 192 16,2 0-192-16,-4 2 128 0,-2 3-128 0,-1 2 0 15,0 3 0-15,-3 4 128 0,-5-1-128 0,0 5 0 16,-2 1 128-16,-2 5-128 0,-2 7 176 16,-1 1-176-16,-2 3 496 0,-4 4-16 0,-1 2 0 0,-1 3 0 0,-2-2-64 15,2 3-16-15,0 0 0 0,-2-1 0 0,1-3-208 16,0-1-64-16,2-1 0 0,-1-3 0 0,-2-1-128 16,2-6 128-16,0-1-128 0,-1-2 128 0,2-4-128 15,0-7 0-15,0 0 0 0,0 0 0 0,0 0 0 0,0 0 0 16,0 0 0-16,0 0 0 0,0 0-144 0,3-6-16 15,1-5 0-15,1-3 0 0,2-3-32 0,1-2 0 16,1-5 0-16,2 1 0 0,1-2 64 0,2 0 0 16,2 0 0-16,1 1 0 0,1-2 128 0,-1 2-128 15,0 3 128-15,-1 3-128 0,0 1 128 0,-2 3 0 16,0 3 0-16,-2 5-128 0,-3-1 128 0,-1 7 0 16,-8 0 0-16,6 4 0 0,0 5 160 0,-2 6 16 15,-3 1 0-15,-1 4 0 0,-1 2 16 0,-1 2 0 16,0-1 0-16,-2 3 0 0,0-2-192 0,1-1 0 0,-1-1 144 15,2 0-144-15,-1 3 0 0,0-6 0 16,2-1 0-16,0-5 0 16,0 0-864-16,1-1-144 0,-2-1-16 0,4-4-16 15,-2-7-1296-15,0 0-256 0,6 4-48 0,2-3-16 16,1-5-736-16,-1-1-128 0,1-3-48 0</inkml:trace>
  <inkml:trace contextRef="#ctx0" brushRef="#br0" timeOffset="89732.88">5439 7056 9215 0,'4'-15'400'0,"-4"15"96"0,3-8-496 0,-2 1 0 0,0 2 0 0,-1 5 0 15,0 0 6448-15,0 0 1184 0,0 0 240 0,2 8 64 16,-2 1-4384-16,0 4-864 0,-2 1-192 0,1 2-16 16,-2 0-816-16,1 2-176 0,-1 2-16 0,1 0-16 0,-1 1-560 0,0-3-96 15,2 2-32-15,0-2 0 0,-1-1-368 0,1-4-80 16,1 0 0-16,1-1-16 0,-1 0-144 0,2-4-32 16,-1-1 0-16,-1-7 0 15,0 0-128-15,0 0 160 0,0 0-160 0,0 0 160 0,0 0-160 0,8-2 0 16,-2-2 0-16,2 0 0 0,1-1 0 0,0-2 0 15,-1-4 0-15,1-1 0 0,2 0 0 0,1-1 0 16,-1-3 0-16,2 1-176 0,2-1 48 16,-1 0 0-16,3 1 0 0,0 0 0 15,-1 4 128-15,-1-2-128 0,-2 2 128 0,2 1-128 0,-2 2 128 0,-2 2 0 16,-2 0 0-16,-1 4 0 0,-8 2 0 0,0 0 0 16,0 0 0-16,0 0 0 0,0 0 144 0,4 9 16 15,-4 1 0-15,-1 2 0 0,-3 0 16 0,-1 2 0 16,-2 2 0-16,1-1 0 0,-2 2-48 0,0 0 0 15,2-2 0-15,-1 0 0 0,2 2-128 0,1-1 0 16,0-3 0-16,1-1 0 0,3-2 0 0,3-1 0 0,-2-2 0 16,3-1 0-16,-4-6-224 0,8 5 32 0,0-1 0 15,1-4 0-15,0-4-80 0,0 2-16 0,2-2 0 16,-1 1 0-16,-1-5 16 0,0 2 0 16,0-2 0-16,1 0 0 0,-3-2 272 0,3-1-160 15,-3 1 160-15,1 0-128 0,-1-2 128 0,-2 0 0 0,0-2 0 0,-1 1 0 16,-3 1 0-16,1 2 0 0,-2-1 0 0,0 1 0 15,-2-2 0-15,1 2 0 0,-2-2 0 0,1 1 0 16,-1 4-320 0,-2-1-64-16,-2 1-32 0,1 2 0 0,-2 0-976 0,3 1-192 15,5 4-32-15,-7-1-16 0,1-1-1024 0,6 2-208 16,0 0-32-16,0 0-15056 0</inkml:trace>
  <inkml:trace contextRef="#ctx0" brushRef="#br0" timeOffset="89983.84">6073 6849 15663 0,'0'0'688'0,"0"0"144"16,0 0-656-16,0 0-176 0,0 0 0 0,0 0 0 0,0 0 6832 0,0 0 1328 16,0 0 272-16,0 9 48 0,-2 2-5312 0,0 0-1056 15,-2 4-224-15,1 2-32 0,2 3-1008 0,-2 5-192 16,-2 1-32-16,1 2-16 0,2-2-400 0,-1 0-80 15,-2-1 0-15,1-1-128 0,0 4 160 0,1-5-160 16,-1-1 128-16,1-1-128 0,-1-1-240 0,0-2-128 16,1 0-16-16,1-1-16 15,-2-6-1232-15,1-1-240 0,2 1-48 0,1-4-16 16,2-1-1392-16,-2-6-288 0,0 0-48 0</inkml:trace>
  <inkml:trace contextRef="#ctx0" brushRef="#br0" timeOffset="90206.26">6319 6729 16575 0,'0'0'1472'0,"0"0"-1168"0,-1-8-304 0,1 8 0 0,0 0 6224 16,0 0 1200-16,0 0 224 0,0 0 48 0,0 0-4560 0,-7 5-928 15,2 5-176-15,0-1-48 0,-2 6-992 0,1 4-208 16,-2-1-32-16,1 7-16 0,0-1-400 0,-1 5-80 16,-1 1 0-16,1 0-16 0,1 0-240 0,1 0 0 15,-1-1 0-15,3-2 0 0,-2-1-192 0,1 0 192 16,1-2-192-16,1-3 192 15,-2 1-512-15,1 0 16 0,0-4 0 0,0-1 0 16,0-1-1184-16,0-3-240 0,3-1-64 0,-2-3 0 16,1-3-1632-16,2-6-336 0,0 0-64 0</inkml:trace>
  <inkml:trace contextRef="#ctx0" brushRef="#br0" timeOffset="91450.89">5830 7118 25791 0,'0'0'2304'16,"0"0"-1856"-16,0 0-448 0,4 9 0 0,1-3 3584 0,3 2 640 15,3 0 112-15,0-3 16 0,4 0-2880 0,2-1-592 16,1-2-112-16,0-1-32 0,0-2 112 0,3-1 32 0,1 0 0 0,1-2 0 16,0-3-336-16,3 2-64 0,0 0-16 0,2-4 0 15,-2-2-240-15,-2 1-48 0,2-2-16 0,1-1 0 16,-1-1-160-16,0-3 160 0,0-3-160 15,-1-1 160-15,-1-1-160 0,-2 0 0 0,-1 0 0 0,-1 1 0 16,-3 3 0-16,-3 2 0 16,-1 2 0-16,-4 2 0 0,-2 2 0 0,-2 2 0 0,-5 8 0 0,0 0 0 0,0 0 0 0,0 0 0 15,-3 6 0-15,-2 5 0 0,-3 2 192 16,-1 4-64-16,-1 2 0 0,-1 5 0 0,1-2-128 16,1 3 0-16,1 1 144 0,2-4-144 0,-1-1 0 0,3-2 0 15,0 0 0-15,4-3 0 0,-1 3 0 16,2-5 0-16,2 0 0 0,1-2 0 0,0-1 0 0,1-1 0 15,3-4-176-15,1 0 176 0,0 0-192 0,3-4 192 16,-2-1-208-16,2-2 80 0,0-3-48 0,-1 0 0 16,2-4 0-16,0 1 0 0,0 1-16 15,0-1-16-15,2 0 0 0,-1-3 0 0,-1-1 16 0,0 0 0 16,0-2 0-16,0 1 0 0,-1 1 32 16,0-2 16-16,-2-3 0 0,1 2 0 0,-4-1 144 0,1 4-128 15,-1 0 128-15,-2 2-128 0,-2 0 128 0,-2 2 0 16,-1 7 0-16,0 0 128 0,0 0 16 0,0 0 16 15,-5 0 0-15,-2 2 0 0,2 2 80 0,0 2 16 16,-2 3 0-16,2 2 0 0,0-1-128 0,1 3 0 0,0 2-128 16,1-1 192-16,-1 0-192 0,2 1 0 15,1-2 0-15,1 2 0 0,0 0 0 0,1 0-128 16,3-2 128-16,4 0 0 0,-1-1-224 0,4-3 64 16,1 0 16-16,1-2 0 0,4 1-176 0,-1-3-16 0,4-1-16 15,1-3 0-15,1-2 16 0,2-2 0 0,-1-1 0 16,0 2 0-16,2 0 80 0,-1-3 32 15,-2-3 0-15,0-1 0 0,-1-1 224 0,1-1 0 0,-4-2-160 0,-1 3 160 16,0-2 0-16,-1 0 0 0,-2-1 0 0,-2 0 0 16,-3 0 0-16,-1 3 128 0,-2 1-128 0,0 0 192 15,-2-3 64-15,-3 3 0 0,0 2 16 16,-1 7 0-16,-4-9 80 0,3 1 16 0,0 2 0 0,-2 0 0 16,-1 1-128-16,4 5-32 0,-3-5 0 0,3 5 0 0,-6-4-208 0,-1 4 0 15,1 0 0-15,-1 0 0 0,2 1 0 16,0 2-192-16,-2 1 192 0,1 2-208 0,-1 4 208 15,0-1-192-15,-1 1 192 0,1-2-192 0,1 1 192 16,1 2-176-16,-2-1 176 0,3 2-160 0,0-2 160 0,2 2-160 16,0 0 160-16,4-2-160 15,-1-1-400-15,3-1-80 0,2-1 0 0,1-2-16 16,-7-5-336-16,10 8-64 0,1-2-16 0,0-2 0 16,1-4 256-16,1 0 48 0,0 1 16 0,2-1 0 0,0-2 336 0,0-1 64 15,-2-2 16-15,1 2 0 0,0-2 336 0,1 0 0 16,-2-3 0-16,0 1 0 0,-3 1 0 0,2-2 0 15,-2 0 0-15,-1 0 0 0,2-1 0 0,-2 0 0 16,-1-2 192-16,0 0-64 0,-3-1 240 0,0 3 32 0,-1-1 16 16,-1 1 0-16,-1-2 224 0,-2 1 64 15,1 2 0-15,1 1 0 0,-2 0-64 0,-2 0 0 16,1 1 0-16,1 6 0 0,0 0-224 0,0 0-48 0,0 0-16 0,0 0 0 16,-9-2-96-16,1 2-32 0,0 4 0 0,1 4 0 15,-1-1-224-15,-1 3 144 16,-1 2-144-16,3 1 128 0,0-2-128 0,-1 1 0 0,2-1 0 15,1 2 0-15,1 0 0 0,4-2 0 0,-2 1 0 0,2-3 0 16,0-9-160-16,0 0 160 0,4 11-208 16,2-5 80-16,-6-6-80 0,6 7-16 0,1-3 0 0,0-3 0 15,2-2 32-15,2-2 16 0,-1-1 0 16,1-1 0-16,-2 0 16 0,0-4 0 0,3-1 0 0,-2 0 0 16,-1-2 0-16,3-1 0 0,-2-4 0 0,1 2 0 15,-1-6 0-15,2-1 0 0,0-2 0 0,2-2 0 16,2-1 0-16,1-3 0 0,-2-3 0 0,2 1 0 0,4-1 160 0,-3-1 0 15,-2-2 0-15,-2-1-128 0,-1 7 128 0,-2 1 0 16,-3 5 0-16,-2 1 0 0,-3 4 432 0,-1 2 16 16,0 7 0-16,-2 0 0 15,-4 7 368-15,4 3 80 0,-5 2 0 0,-3 3 16 0,-3 4-176 16,1 3-32-16,0 5-16 0,-2 4 0 0,-1 5-320 0,0 1-64 16,1 3-16-16,2 4 0 0,-1 2 32 0,2 0 16 15,1 1 0-15,2-1 0 0,0-1-112 0,4-1-32 16,1-3 0-16,2-2 0 0,1-3-64 15,2-4-128-15,0-3 176 0,1-2-176 16,3-2-464-16,1 0-208 0,4-5-32 0,3 2-21776 0</inkml:trace>
  <inkml:trace contextRef="#ctx0" brushRef="#br0" timeOffset="92128.35">7865 7180 45151 0,'0'0'2000'0,"0"0"416"0,0 0-1936 0,15 4-480 0,20 0 0 0,-8-1 0 0,-12-1 0 0,-5-3-256 16,0 0 16-16,1-2 16 0,-2 0 640 0,0-2 128 16,0-3 32-16,0 1 0 0,-1-1-128 0,1-1 0 15,0-2-16-15,1-2 0 0,-1-1-208 0,0-2-32 16,0 0-16-16,0-2 0 0,0-1-176 0,0-2 192 15,-1 0-192-15,1-1 192 0,0-4-192 0,-1 1 0 16,-1 0 0-16,-3-1-176 0,0 4 176 0,-1 4-128 16,0 5 128-16,-3 0-128 0,-1 2 128 0,-3 3-160 15,-1 6 160-15,-2 2-160 0,-1 4 160 16,-1 3 192-16,0 4-32 0,-3 2-16 0,-1 4-16 0,0 4 0 0,2 1 0 0,0 1 0 16,3 2-128-16,3 0 0 0,2 0 0 15,5-2 0-15,-1-2 0 0,3 1 0 0,2-5 0 16,2 0 0-16,1-1 0 0,2-7-256 15,1-1 48-15,1-2 0 16,-2 1-304-16,2-6-64 0,0 0-16 0,0-2 0 16,2-3-64-16,-2-2-16 0,-1-4 0 0,-1 0 0 15,0 2-96-15,-1-5-32 0,2 0 0 0,-2-3 0 16,-2 0 176-16,1-3 48 0,0 0 0 0,1-1 0 0,-3-3 576 0,1 3 0 0,0-2 0 0,-3 2 192 16,0 1 480-16,1 2 96 0,-2 4 32 0,-1 4 0 15,1 2 288-15,-4 7 48 0,0 0 16 0,0 0 0 16,0 0-320-16,0 0-64 0,8 8-16 0,0 1 0 15,0 2-192-15,0 2-48 0,-2 0 0 0,3 4 0 16,-1-2-288-16,1 2-64 0,2 1-16 0,-1 1 0 0,-1-1-144 0,3 0 0 16,0-1 0-16,1-1 0 15,-1-2-672-15,-1-1-112 0,1 2-32 16,1-5 0-16,0-2-2288 16,0 0-464-16,1-1-80 0</inkml:trace>
  <inkml:trace contextRef="#ctx0" brushRef="#br0" timeOffset="92313.98">8603 6844 20271 0,'-22'4'1792'0,"13"0"-1424"15,-3-2-368-15,0 3 0 0,-2 3 5552 0,0 3 1040 16,-3 2 192-16,0 5 64 0,0 2-4656 0,-1 2-912 16,-1 2-192-16,0 1-48 0,-1 0-208 0,2-2-32 15,0 0-16-15,1-2 0 0,3-1-560 0,1 1-224 16,2-3 176-16,3 1-176 15,2-5-1152-15,1 2-320 0,-1-6-64 0,4 2 0 16,2-3-3104-16,0-9-608 0</inkml:trace>
  <inkml:trace contextRef="#ctx0" brushRef="#br0" timeOffset="92758.28">8697 6811 6447 0,'0'0'576'0,"0"0"-576"0,0 0 0 0,-4 8 0 15,0 1 8592-15,2 2 1616 0,0-1 320 0,0 6 64 16,-2-2-7328-16,1 6-1456 0,1 0-288 0,0 5-64 0,1-1-480 0,0 2-80 16,-2-2-32-16,2 1 0 0,0 1-544 0,1 2-96 15,1-4-32-15,-1 1 0 0,0-1-192 0,1-5 0 16,0 1 128-16,-1-2-128 0,0 0 0 0,0-2 0 16,0-3 0-16,0-1 0 0,0-6 0 0,0-6 0 15,0 0 0-15,0 0-160 0,0 0-160 0,0 0-48 16,0 0 0-16,0 0 0 15,0 0-224-15,-3-4-48 0,0-3-16 0,0-3 0 16,2 1-32-16,-2-1 0 0,1-3 0 0,-1-2 0 16,2-1 128-16,1-4 32 0,0-2 0 0,1 0 0 0,2-2 144 15,-1 1 48-15,2-6 0 0,2 2 0 0,-3 1 336 16,4 0 0-16,-1-1-144 0,2 3 144 0,1 2-160 0,2 1 32 16,-1-2 0-16,1 5 0 0,2 4 288 15,0 2 64-15,-2 0 16 0,3 5 0 0,-5-3 112 0,1 5 32 16,1 1 0-16,-1 4 0 0,0 3-32 0,-2 1 0 0,-8-4 0 15,7 8 0-15,-3 2 96 0,-2 3 32 16,-2 1 0-16,-4 5 0 0,-1 2-32 0,-1 2-16 0,-2 1 0 0,-3 0 0 16,0 1-176-16,-2-1-16 0,-2-2-16 0,2-4 0 15,1 3-224-15,2-3 144 0,1-1-144 0,0-3 128 32,1-2-880-32,1-3-176 0,2-1-32 0,3 0-16 0,0 1-2896 0,5-2-576 15</inkml:trace>
  <inkml:trace contextRef="#ctx0" brushRef="#br0" timeOffset="93155.28">9182 6762 24879 0,'-6'2'2208'0,"-2"2"-1760"0,-1 1-448 0,-1 3 0 0,0 3 4640 0,-2 0 848 16,-1 2 160-16,-2 6 48 0,-4 2-3520 0,2 2-688 15,0 0-144-15,1 1-16 0,0-1-304 0,2 0-64 16,-1-1-16-16,2-1 0 0,3-2-544 0,2 1-96 15,3-6-32-15,0-1 0 0,2 0-272 0,3-2 0 16,1-2 0-16,-1-9-144 0,5 7-208 0,2 0-32 16,-7-7-16-16,6 5 0 15,-6-5-304-15,10 0-48 0,-1-4-16 0,0 2 0 16,0-5 192-16,1 2 48 0,1-2 0 0,-1-2 0 16,-1-2 80-16,2-2 32 0,-1-2 0 0,2 0 0 0,0-2 96 0,1 0 0 15,0-3 16-15,0 3 0 0,-5-2 176 0,1 2 128 16,0-3-192-16,0 4 192 0,-1 5 0 0,-2 0 0 0,0 5 0 15,-3 1 0-15,-3 5 176 0,0 0 80 0,0 0 32 16,0 0 0-16,0 0 288 0,-2 10 64 0,-2 3 16 0,0 1 0 16,-1 2-176-16,0 2-32 0,1 3-16 15,0 0 0-15,1-1-240 0,2-2-64 0,-2 0 0 16,2-1 0-16,1 0-128 0,1-1 0 0,2-3 0 0,1-2 0 31,1 0-1104-31,2-3-208 0,0-2-32 0,1-1-16 0,0 1-2576 16,2-3-512-16</inkml:trace>
  <inkml:trace contextRef="#ctx0" brushRef="#br0" timeOffset="93536.39">9340 6813 35935 0,'0'0'1600'0,"0"0"320"0,0 0-1536 0,0 0-384 0,0 0 0 0,-1 9 0 0,-2-2 2192 0,0 5 368 16,1 1 80-16,0 2 16 0,1 2-720 0,0 1-144 15,-1 1-16-15,1 2-16 0,-3 0-736 0,2 0-128 16,0 0-48-16,2-2 0 0,0 0-400 0,0-2-64 15,2 1-32-15,-1-4 0 0,0-2-208 0,2-3-144 16,-3-9 192-16,2 8-192 0,-2-8 144 0,4 6-144 16,0 0 0-16,-4-6 144 0,0 0-144 0,0 0 0 15,0 0 0-15,0 0 0 0,7-7 0 0,-2-1-176 16,2 0 176-16,-1-1-192 0,2-4 0 0,0-1-16 0,2-4 0 0,1-1 0 16,-1-3-64-16,3-1-16 15,1-3 0-15,1 0 0 16,0-2-96-16,2 2-32 0,2 3 0 0,-4 0 0 0,-3 7 144 0,-3 3 16 15,0 3 16-15,-2 5 0 0,-7 5 112 0,0 0 128 0,0 0-208 0,4 11 80 16,-4 2 400-16,-3 4 96 16,0 3 16-16,0 3 0 0,-3 0 48 0,2-1 16 0,0 0 0 15,1 3 0-15,3-3-240 0,-3 0-32 0,0-1-16 16,1-2 0-16,3-4-160 0,0-2 0 0,3-2-160 0,0-2 160 16,0-1-1440-1,1-1-192-15,3-1-32 0,1-5-16 0,4 0-1936 16,3-1-384-16,3-5-80 0</inkml:trace>
  <inkml:trace contextRef="#ctx0" brushRef="#br0" timeOffset="93871.11">9928 6736 15663 0,'0'0'1392'0,"-7"-4"-1120"0,-1 1-272 0,2 0 0 0,1 2 5376 0,-2 1 1024 16,-1 0 208-16,1 4 48 0,-4-3-4048 0,1 5-816 15,-2-4-144-15,2 5-48 0,-2 1-544 0,1-2-112 16,1 2-32-16,-2 1 0 0,0 1-304 0,2 1-64 15,1 1-16-15,1-3 0 0,0 1-144 0,3-2-16 16,1-2-16-16,2 1 0 0,-1 0-144 0,3-7-16 16,0 9-16-16,3-3 0 0,0 1-176 0,3-1 0 15,0 1 0-15,1-1 0 0,1 1-144 0,2-1 144 16,3 0 0-16,3-1 0 0,-1 1 0 0,2 1 0 16,-1-1 0-16,1 1 0 0,1-2 0 0,-1 0 0 15,-1 0 0-15,-2 1 0 0,-2 0 0 0,-1 1 0 0,1-1 0 16,-3 1 0-16,-9-7 0 0,7 10 0 0,-3-2 0 0,-3 1 144 15,-4 0 112-15,-2 2 0 0,-5-2 16 0,2-1 0 16,-1-3-32-16,-3 1-16 16,-2 2 0-16,-1-1 0 0,1-1-224 0,0 1 0 0,-2-3 128 0,2 0-128 31,-1-2-688-31,2 1-176 0,2-1-32 0,0 2-16 16,2-2-2096-16,1-2-432 0,2 0-80 0</inkml:trace>
  <inkml:trace contextRef="#ctx0" brushRef="#br0" timeOffset="94061.81">10097 6755 12895 0,'0'0'1152'0,"0"0"-928"0,-6 7-224 0,3 3 0 0,3 3 7280 0,1 3 1408 16,-3 1 272-16,-2 1 64 0,-1 4-6288 0,0-1-1264 16,1 2-256-16,1 0-64 0,0-3-528 0,3 3-112 15,0-5-32-15,-1 0 0 0,-2-1-480 0,2-3 0 16,2-2 0-16,1-1-160 15,-1-2-2384-15,2 0-464 0,2-1-112 0</inkml:trace>
  <inkml:trace contextRef="#ctx0" brushRef="#br0" timeOffset="94763.46">10462 6755 39279 0,'0'0'1728'0,"0"0"384"0,0 0-1696 0,0 0-416 0,0 0 0 0,-2 9 0 16,-5 0 1648-16,1 3 240 0,-5-3 48 0,1 6 16 0,-2-1-256 0,0 3-48 15,-1 1-16-15,2 0 0 16,-1 2-656-16,1 0-128 0,1-2-16 0,1 0-16 0,2-1-432 0,2-3-64 16,0-1-32-16,1 2 0 0,0-6-288 0,3 0 0 15,-1-1 0-15,2-8 0 0,0 0 0 0,0 0 0 16,0 0 0-16,0 0 0 0,7 4-192 0,-7-4-112 16,8 1-16-16,1-2 0 0,0-2-64 0,0-2 0 15,2-3-16-15,2 0 0 16,-3-4 80-16,3 1 32 0,1-2 0 0,1 0 0 0,0-4 128 0,1 1 32 15,0-1 0-15,-1 0 0 0,1 0 128 0,1 2 0 16,-3-1 0-16,-1 4-128 0,-1 3 128 16,-3 3 0-16,-2 2 0 0,-7 4 0 0,0 0 0 0,0 0 176 15,5 6-48-15,-1 2 0 0,-2 2 256 0,1 3 32 16,-2 3 16-16,-1 0 0 0,0 1-80 0,0 0-16 16,-1-2 0-16,2 1 0 0,1 0-176 0,0-1-32 15,1 2-128-15,1-4 192 0,1-4-192 0,-1 0 176 16,-4-9-176-16,4 7 160 0,-4-7-160 0,5 6 0 15,-5-6 0-15,0 0 0 0,0 0 0 0,8 2 0 16,0-5 0-16,-2-1 0 0,1-1 0 0,-1-3 0 16,1-1 0-16,-1-1 0 0,2-2-144 0,1-1 144 0,2-3-192 0,-1-1 192 15,-1-2-256-15,2-2 48 16,0 0 16-16,1-1 0 0,0 0 16 0,0 2 16 0,-2 1 0 16,-1 3 0-16,-1 2 160 0,-1 3 0 0,-1 3 0 15,1 2 0-15,-7 6 0 0,0 0 0 16,0 0 0-16,0 0 0 0,0 0 224 0,0 0-32 0,5 5 0 0,0 4 0 15,-1 3-32-15,0 1-16 0,0 3 0 16,0-2 0-16,0 2-144 0,-1-1 0 0,1 1 144 0,2 2-144 16,-1-1 0-16,1 0 0 0,1 0 0 0,2 0 128 15,-1 1-128-15,1-5 0 0,-1 0 0 0,0-2 0 16,-1-1-576-16,1-2-16 16,-8-8-16-16,8 4 0 0,-8-4-1376 15,8 2-256-15,-8-2-64 0,0 0-19120 0</inkml:trace>
  <inkml:trace contextRef="#ctx0" brushRef="#br0" timeOffset="94955.69">10194 6440 51263 0,'0'0'2272'0,"0"0"464"0,0 0-2192 0,0 0-544 0,0 0 0 0,0 0 0 16,8-2-368-16,-1 1-176 0,1-2-32 0,0 3-16 16,1 0-1600-16,2 3-320 0</inkml:trace>
  <inkml:trace contextRef="#ctx0" brushRef="#br0" timeOffset="95569.62">11821 6399 11055 0,'-5'-4'976'0,"1"-1"-784"16,0-1-192-16,1-1 0 0,2-1 5648 0,7 0 1088 0,7 2 224 0,-3-1 32 15,-10 7-4656-15,0-4-928 0,0 4-192 0,-4-6-48 16,0 2 144-16,4 4 32 0,-8-1 0 0,0 3 0 16,-1 2-448-16,-3 5-64 0,-3 4-32 0,-2 4 0 15,-3 4-224-15,-2 8-64 0,-3 4 0 0,-1 3 0 0,0 1-48 0,0 0-16 16,1 5 0-16,4-2 0 0,3 6-96 16,4-3-32-16,1-5 0 0,4 0 0 0,2-3-176 15,3-2-144-15,3-3 192 0,3-2-192 0,2-4 0 16,2-5-144-16,-3-2-16 0,4-4 0 15,2-4-1792-15,3-1-352 0,2-4-80 16,3-3-11760-16,3-3-2336 0</inkml:trace>
  <inkml:trace contextRef="#ctx0" brushRef="#br0" timeOffset="96336.87">12041 6401 9215 0,'0'0'816'0,"0"0"-656"0,0-7-160 0,0 7 0 0,-1-5 6960 0,1 5 1360 16,0 0 256-16,0 0 64 0,0 0-5456 0,0 0-1104 15,-4 12-224-15,0 4-32 0,-1 4-592 0,-2 4-112 16,-2 2-32-16,0 5 0 0,1 4-320 0,-1 3-64 15,-1 1 0-15,1 1-16 0,-1 1-272 0,3-3-48 16,-1-2-16-16,0-2 0 0,1-1-128 0,1-6-32 16,1-1 0-16,-1 0 0 0,1-5 112 0,1-3 16 15,0-2 0-15,2-2 0 0,-1-3-320 0,1-4 0 16,-1 0 0-16,3-7 0 0,0 0 208 0,0 0-16 16,0 0 0-16,0 0 0 0,0 0-192 0,0 0-256 15,0 0 48-15,1-8 16 0,1-1 192 0,0-1 0 16,1-2 0-16,1 0 0 0,0-1-304 0,1-1-16 0,0-2 0 0,2 1 0 15,0-2 320-15,4 0-128 0,1-3 128 16,1 0 0-16,0 1-144 0,1 1 144 0,0-1 0 0,-1 2-144 16,0 2 144-16,0 3 0 0,2 0 0 0,-1 3-128 15,0 1 128-15,-1 1 0 0,1 1 0 0,-1 5-128 0,0-2 128 16,-2 6 0-16,0-2 0 0,-2 5 0 16,0-2 0-16,-1 2 0 0,-3 2 0 0,0 4 128 0,-2-2-128 15,-1 3 0-15,0 3 0 0,-2 2 128 0,-2-1-128 0,0 1 0 16,-2 0 0-16,-1 1 0 0,0-2 0 15,1-2 0-15,-2 0 0 0,3-2 0 16,0 0-768-16,0-4-128 16,1 0-32-16,0-1 0 0,2-8-1888 0,0 0-368 15,3 6-80-15,-3-6-16368 0</inkml:trace>
  <inkml:trace contextRef="#ctx0" brushRef="#br0" timeOffset="96939.27">12336 6901 24879 0,'-12'0'2208'0,"12"0"-1760"16,-4-4-448-16,4 4 0 0,0 0 4592 0,0 0 832 15,0 0 160-15,8-2 48 0,-2-5-3584 0,1 3-704 16,1 0-128-16,2 2-48 0,2-1-224 0,1 0-48 0,0 2-16 0,1-1 0 15,2-1-496-15,0 2-112 0,-3-5-16 0,1 5 0 16,0 1-112-16,1-2-16 0,-1 2-128 0,-2 0 192 16,-2-2-64-16,-2 4 0 0,0 0-128 0,-8-2 192 15,0 0 0-15,0 0 0 0,0 0 0 0,0 0 0 16,0 0 48-16,0 0 0 0,0 0 0 0,0 0 0 16,-4 7-64-16,0 0-16 0,-1 1 0 0,-2 0 0 15,0-4-160-15,-1 3 128 0,-1-1-128 0,-1 1 128 0,1 0 0 0,0 0 0 16,0-2 0-16,0 2 0 15,0-1-128-15,0 1 0 0,-2-1 0 0,3-1-176 16,2 1 176-16,6-6 0 0,-7 1 0 0,7-1 0 0,0 0 0 0,0 0 0 16,-4 5 0-16,4-5 128 0,0 0-128 0,0 0 0 15,0 0 0-15,0 0-128 0,0 0 128 0,0 0 0 16,0 0-144-16,0 0 144 0,0 0 0 0,0 0 0 16,0 0 0-16,0 0 0 0,0 0 0 0,0 0 0 15,0 0 0-15,0 0 0 0,0 0 0 0,0 0 0 16,0 0 0-16,0 0 0 0,7-2 0 0,-7 2 0 0,0 0 0 0,0 0 0 15,5-4 0-15,-5 4 0 16,0 0 0-16,0 0 0 0,0 0 0 0,0 0 0 16,0 0 0-16,0 0 0 0,4-6 0 0,-4 6 0 15,0 0 0-15,0 0 0 0,0 0 0 0,0 0 0 0,0 0 0 0,0 0 0 16,0 0 0-16,0 0 0 16,4-5 0-16,-4 5 0 0,0 0 0 0,0 0 0 15,0 0 0-15,0 0 0 0,0 0-192 0,0 0 192 0,0 0-160 16,0 0 160-1,0 0-640-15,0 0-16 0,0 0-16 0,0 0 0 0,0 0-1520 0,0 0-304 16,0 0-64-16,0 0-18832 0</inkml:trace>
  <inkml:trace contextRef="#ctx0" brushRef="#br0" timeOffset="97415.92">12537 6854 16575 0,'0'0'736'16,"0"0"160"-16,0 0-720 0,0 0-176 0,0 0 0 0,0 0 0 0,0 0 5008 0,0 0 976 15,0 0 192-15,0 0 32 0,-6 4-3072 0,1-1-608 16,-1 1-128-16,-1 0-32 0,-1-1-832 0,2 3-160 15,-1 0-32-15,-1 1-16 0,-1-2-368 0,-1 4-80 16,-1 0-16-16,1 2 0 0,-2-2-320 0,1 1-64 16,-1 1-16-16,0-1 0 0,2-1-272 0,-1 2-48 15,1 0-16-15,-1 0 0 0,1-3-128 0,1-2 0 16,0 1 0-16,1-1 128 0,0 2-128 0,1 0 0 16,1-2 0-16,1 1 0 0,-2-3 0 0,7-4 128 0,0 0-128 0,0 0 0 15,0 0 0-15,0 0 0 0,0 0 0 0,0 0 0 16,0 0 0-16,0 0 0 0,0 0 0 0,11 2 0 15,2 1 0-15,1-2 0 0,2-1 0 0,1-1 0 16,0-2 0-16,1-1 0 0,1 1 0 0,2-1 0 16,0 0 0-16,1-3 0 0,2 2 0 15,-2 0 0-15,-3 0 0 0,1-1 0 0,-2 4-144 16,-2-2 144-16,-2 1-192 0,-1 1 0 0,-2-1 16 16,-2 2 0-16,-3-5-208 15,-6 6-32-15,0 0-16 0,0 0 0 0,0 0-1040 0,0 0-192 0,0 0-64 0,0 0 0 16,0 0-2176-16,-1-5-432 15,1 5-80-15</inkml:trace>
  <inkml:trace contextRef="#ctx0" brushRef="#br0" timeOffset="97667.28">12482 6870 19343 0,'0'0'1728'0,"0"0"-1392"0,0 0-336 0,0 0 0 0,0 0 4416 0,0 0 832 15,0 0 144-15,0 0 48 0,0 0-2656 0,0 0-528 16,0 0-96-16,9 1-32 0,-3 3-368 0,0 1-80 15,-1 3-16-15,-1-1 0 0,-2 3-624 0,1 2-128 16,-2 2-16-16,-1 2-16 0,-1 7-368 0,-2 1-80 16,-1-1-16-16,1 2 0 0,-3-4-224 0,4 0-32 15,-2-6-16-15,0 4 0 0,0-1-144 0,1 0 0 16,1-1 0-16,0-3 0 0,0-5 0 0,1-1 0 16,1-8-224-16,-2 8 80 15,2-8-1312-15,0 0-256 0,0 0-48 0,5 4-16 16,5-3-2160-16,-3-2-432 0,1-4-96 0</inkml:trace>
  <inkml:trace contextRef="#ctx0" brushRef="#br0" timeOffset="97869.72">12759 6685 35935 0,'0'0'3200'0,"0"0"-2560"0,0 0-512 0,0 0-128 15,0 0 3248-15,0 0 624 0,0 0 128 0,0 0 32 0,8-4-2192 0,0 0-432 16,3 1-96-16,0 2-16 0,2 1-880 15,0 0-176-15,0 0-48 0,2 0 0 0,0-1-192 0,1 1 0 16,0-2 0-16,-2 2 0 0,0 0-128 0,1 2-80 16,-1-2-16-16,-1-2 0 15,-1 1-1680-15,0-2-336 16,-1 6-64-16,-3-6-19824 0</inkml:trace>
  <inkml:trace contextRef="#ctx0" brushRef="#br0" timeOffset="98047.11">12774 6790 45327 0,'0'0'2000'0,"0"0"432"0,0 0-1952 0,0 0-480 15,0 0 0-15,0 0 0 0,0 0 912 0,0 0 96 16,0 0 16-16,10 4 0 0,2 0-320 0,1-1-64 16,0-2-16-16,1 0 0 0,1 1-496 0,2-1-128 0,0 2 0 15,2-3 0 1,1-4-1728-16,1 0-384 0,-1 0-64 0,-4-3-18416 0</inkml:trace>
  <inkml:trace contextRef="#ctx0" brushRef="#br0" timeOffset="98557.94">13351 6334 25791 0,'0'0'2304'0,"-5"-4"-1856"0,-1 0-448 0,6 4 0 0,0 0 4432 0,0 0 800 16,0 0 144-16,0 0 48 0,0 0-2800 0,0 0-544 15,0 0-112-15,-3 12-32 0,-1 1-864 0,2 1-176 16,-1 5-48-16,0 0 0 0,-1 5-400 0,0 2-64 16,-1 2-32-16,-1 4 0 0,-1-1-160 0,-1 2-16 15,1 3-16-15,-1-2 0 0,0 0-32 0,0 1-128 16,0-2 192-16,0-2-64 0,1-1 0 0,-1-4-128 15,1-4 192-15,1-2-64 0,-1-3-128 16,2-2 0-16,1-2 0 0,0-2 0 0,2-3 0 0,2-8 160 16,0 0-160-16,0 0 160 0,0 0-160 0,0 0 0 15,0 0 144-15,0 0-144 0,0 0 0 0,0 0 0 16,0-4 0-16,2-3 0 0,2-2 0 0,1 0 0 16,2-2 0-16,1 0 0 0,1-4-128 0,1-2 128 0,2-2-128 15,1-2 128-15,1-1 0 0,3 0-128 16,2-2 128-16,0 2 0 0,-1-1 0 0,1 0-128 15,-2 5 128-15,-2 3 0 0,0 4 0 0,-2 2 0 16,-3 1 0-16,-1 3 0 0,-1 2 0 0,-8 3 0 0,6 2 0 0,-6-2 0 16,4 6 0-16,-1 5 0 0,-2 3 0 0,-1 2 0 15,-2-3 0-15,-1 4 144 0,-1 3-144 0,-1 3 0 16,-4 0 128-16,2 1-128 0,1-1 0 0,1-1 0 0,-2-1 0 16,2 0 0-16,1-3 0 0,0 0 0 0,-1-2 0 15,1 0-144-15,1-3 16 0,2-2 0 16,2-1-1408-16,2-1-256 15,-3-9-64-15,5 8-14144 0,2-1-2816 0</inkml:trace>
  <inkml:trace contextRef="#ctx0" brushRef="#br0" timeOffset="98989.88">13552 6882 39279 0,'0'0'1728'0,"0"0"384"0,3-6-1696 15,-1 0-416-15,1 1 0 0,1-2 0 0,0 1 1344 0,1-1 192 0,0 2 48 0,-5 5 0 0,7-3-48 0,1 1-16 16,1-1 0-16,0 2 0 0,0-1-784 0,0 1-160 15,1 1-16-15,1-2-16 0,-1 0-176 0,1 2-48 0,-1 0 0 16,-1 0 0-16,0 0-80 0,-1-1-32 16,0 4 0-16,-8-3 0 0,0 0-16 0,0 0 0 15,0 0 0-15,0 0 0 0,0 0 0 0,0 0 0 16,0 0 0-16,0 0 0 0,3 9 0 0,-2-2-16 16,-1-7 0-16,-3 10 0 0,-2-3-176 0,-3 3 128 15,2-3-128-15,-1 1 128 0,2 0-128 0,-1 1 0 0,-1-4 0 0,1 3 128 16,-1 0-128-16,2-1 0 0,0-1 0 0,2 1 0 15,0-1 0-15,3-6 0 0,0 0 0 16,-1 8 0-16,1-8 0 0,3 8-192 0,1-2 64 0,1 1 128 16,-5-7-128-16,8 6 128 15,1 0 0-15,0-1 0 0,0-1-144 0,1 2 144 0,0-5-192 16,-3 5 192-16,4 0 0 0,-2 1-128 0,-1-3 128 0,0 1 0 16,-3 0 0-16,-5-5 128 0,0 0-128 0,5 9 192 15,-2-2-192-15,-3-7 0 0,1 6 0 0,-4 2 0 16,-1-1 0-16,-1-1 192 0,-1 1-16 0,-1-1-16 0,-1-1-160 15,1 1 128-15,-3-3-128 0,0 1 128 0,0 2-128 16,0-3 0-16,1 0 0 0,0 0 0 0,0-2-256 0,-1-1-16 16,-1-1-16-16,2-2 0 15,-1 0-1568-15,1 1-304 0,-1 1-64 0,-3-5-20304 16</inkml:trace>
  <inkml:trace contextRef="#ctx0" brushRef="#br0" timeOffset="99355.86">13815 5876 44575 0,'0'0'1984'0,"0"0"384"0,0 0-1888 0,8 6-480 15,1 0 0-15,2 2 0 0,1 1 704 0,1 3 32 16,2 2 16-16,1 2 0 0,0-3 336 0,2 3 64 15,1 0 0-15,2 4 16 0,-3-3-544 0,2 1-112 16,1 4-32-16,0 2 0 0,1 3-160 0,0 2-16 0,-1 1-16 16,-1 2 0-16,-2 4-16 0,-1 2 0 0,-2-1 0 0,1 2 0 15,-2 2-96-15,-2 1-32 0,-3-1 0 0,-1 1 0 16,-4 0-16-16,-1-1-128 0,-3 0 192 0,-2 1-64 16,-2 1 0-16,-1-6 0 0,-1 0 0 0,-2-1 0 15,-4 0 32-15,-1-1 0 0,-1-3 0 0,-2 1 0 16,0-4-32-16,2-6-128 0,0-1 192 0,1 0-64 15,2-3-128-15,1-4 128 0,-1 0-128 0,2-2 128 0,1-5-128 16,2 1 0-16,1-3 0 0,-1 1 0 16,1-3-528-16,1 0-96 15,0-1-16-15,4-3 0 0,0 0-1536 0,0 0-320 0,0 0-64 16</inkml:trace>
  <inkml:trace contextRef="#ctx0" brushRef="#br0" timeOffset="102295.46">2580 8548 40831 0,'0'0'1808'0,"0"0"368"0,0 0-1728 0,0 0-448 0,0-5 0 0,1-2 0 0,-1 7 928 0,4-6 96 16,-4 6 32-16,0 0 0 0,0 0 592 0,0 0 112 15,0 0 32-15,0 0 0 0,0 0-640 0,0 0-112 16,0 0-16-16,0 0-16 0,-6 2-432 0,-2 1-96 15,-1 3-16-15,-2 2 0 0,2 0-144 0,-1 1-48 16,-1 0 0-16,-2 4 0 0,-1 0-144 0,0 2-128 16,-2-2 192-16,0 1-192 0,-1 2 128 0,0-2-128 15,1 0 0-15,0-1 0 0,0-1 0 0,3 1 0 16,3 0 0-16,1-1 0 0,0-4 128 0,2-1-128 16,2 0 0-16,1 0 0 0,4-7 0 0,0 0 0 15,0 0 128-15,0 0-128 0,0 0 0 0,0 0 0 16,0 0 0-16,0 0 0 0,9 2 0 0,3-2 0 15,-1-2 0-15,5 0-144 0,2-3 144 0,2 4 0 16,1-6 0-16,1 2 0 0,-1 1 0 0,0 0 0 0,2 0 0 16,-2-2-128-16,-1-1 128 0,-1 1 0 0,-1 2 0 15,-1 1-128-15,0-3-32 0,0 2 0 16,-1-3 0-16,-2 2 0 16,-1 1-208-16,-2 1-32 0,-2 0-16 0,-1-1 0 15,-2 1-720-15,-6 3-144 0,7-3-16 0,-7 3-16 16,5-3-416-16,-5 3-64 0,0 0-32 0,5-3 0 15,0-1-2000-15,-1-1-400 0</inkml:trace>
  <inkml:trace contextRef="#ctx0" brushRef="#br0" timeOffset="102525.61">2645 8514 19343 0,'-10'-3'848'0,"10"3"192"0,-7-1-832 0,2 0-208 0,5 1 0 0,0 0 0 15,0 0 5536-15,0 0 1056 0,0 0 224 0,-3 6 32 0,3-6-4032 0,-2 11-832 16,1 2-144-16,-1 1-48 0,2 4-688 0,0 3-144 15,-2 0-16-15,0 4-16 0,1 2-448 0,-2 2-96 16,1 2 0-16,-1 2-16 0,1 1-144 0,-1 1-32 16,0 1 0-16,2-3 0 0,0-2-192 0,1-1 0 15,1-2 0-15,0-2 0 0,1-3 0 0,-1-2 0 16,0-4-176-16,1-3 176 16,2-1-1552-16,-1-4-192 0,3-1-48 15,1-3 0-15,7-1-2112 0,-3-6-416 0</inkml:trace>
  <inkml:trace contextRef="#ctx0" brushRef="#br0" timeOffset="102764.04">3053 8468 30399 0,'0'0'2704'0,"0"0"-2160"16,0 0-544-16,0 0 0 0,0 0 3952 0,0 0 672 15,0 9 144-15,-1 2 32 0,-2-1-2560 0,2 3-512 0,-2 3-112 0,1 3-16 16,-1 4-768-16,1 0-176 0,-1 3-16 0,-1-2-16 15,-1-1-400-15,1 3-80 0,-1 2-16 0,0 0 0 16,-1-2-128-16,1 2 128 0,1-2-128 0,0 0 128 16,2-3-128-16,-1 1 0 0,1-5 0 0,-1 0 0 15,2-2-128-15,-2-3-16 0,3-1 0 0,1-3 0 16,-2 1-1040-16,2-5-208 0,-1-6-32 0,0 0-16 16,6 8-1568-1,0-3-304-15,2-2-64 0,0-2-15728 0</inkml:trace>
  <inkml:trace contextRef="#ctx0" brushRef="#br0" timeOffset="103325.58">2770 8870 18431 0,'-18'0'816'0,"10"0"160"0,-1-2-784 0,1 1-192 0,2 0 0 0,6 1 0 0,-4-3 6352 0,4 3 1232 16,0 0 240-16,0 0 48 0,0 0-5760 0,0 0-1168 15,6-6-240-15,5 1-32 0,1-1-544 0,2 2-128 16,2-1 0-16,1 1 0 0,2 0-128 0,2-1-16 15,0 1 0-15,1-2 0 16,0 3-1616-16,0 0-320 0,0 2-64 0,2-3-17312 0</inkml:trace>
  <inkml:trace contextRef="#ctx0" brushRef="#br0" timeOffset="103642.42">3598 8488 32255 0,'-6'1'2864'0,"-1"-1"-2288"0,7 0-576 0,0 0 0 0,0 0 3008 0,0 0 512 16,0 0 80-16,0 0 32 16,0 0-4992-16,0 0-1008 0,0 0-192 0</inkml:trace>
  <inkml:trace contextRef="#ctx0" brushRef="#br0" timeOffset="103778.76">3632 8741 37775 0,'-6'1'3360'0,"-1"4"-2688"15,7-5-544-15,-5 4-128 0,5-4 2592 0,-4 7 480 16,0-1 112-16,4-6 16 0,0 0-1456 0,0 0-272 16,0 0-64-16,0 0-16 0,0 0-976 0,0 0-192 15,0 0-32-15,0 0-16 16,7 3-2528-16,4 1-496 0</inkml:trace>
  <inkml:trace contextRef="#ctx0" brushRef="#br0" timeOffset="104247.44">4427 8317 9215 0,'-5'-10'816'0,"5"10"-656"16,-2-7-160-16,2 7 0 0,0 0 5680 0,0 0 1104 15,-4-3 208-15,4 3 48 0,0 0-3856 0,0 0-784 16,-4 3-160-16,-1 5-16 0,2 4-240 0,-1 5-64 0,-2 2 0 0,-1 5 0 15,0 0-816-15,1 5-160 0,-2 1-48 0,2 3 0 16,-2-2-448-16,3-2-80 0,-1-2-32 0,2-2 0 16,2-2-336-16,2-3 144 0,-1-3-144 0,-1-2 0 15,2 0-992 1,2-2-304-16,-1-5-64 0,3-2-13840 0,-4-6-2768 0</inkml:trace>
  <inkml:trace contextRef="#ctx0" brushRef="#br0" timeOffset="104660.41">4508 8277 16575 0,'0'0'736'0,"0"0"160"0,0-6-720 0,0 0-176 0,0-1 0 0,0 7 0 0,0 0 2560 0,0 0 464 16,0 0 112-16,9-2 0 0,3-1-2272 0,1 1-464 16,0-2-80-16,0 4-32 0,2 2-288 0,-2 3 0 15,-2-1 0-15,1 2 0 0,-1-4 144 0,-2 2 32 16,-3 3 0-16,-1-4 0 0,-5-3 1440 0,3 8 304 15,-2 0 48-15,-2 0 16 0,-2-2 384 0,-1 2 64 16,-1 0 32-16,-1 3 0 0,-3-4-800 0,-2 5-176 16,-1-3-16-16,1 3-16 0,-1 0-560 0,0-1-96 15,0 0-32-15,2 1 0 0,1-5-288 0,1 3-64 16,2-3-16-16,0 1 0 0,1-1-208 0,5-7-64 0,0 0 0 16,0 0 0-16,0 0-128 0,0 0 0 0,5 6 0 0,2 1 0 15,1-3 0-15,2 0 0 0,2-1 0 16,2 3 0-16,1-2 0 0,-1-3 0 0,-1 2 0 0,0 0 0 15,0 3 0-15,-1 0 0 0,-2 2-144 0,-1 1 144 16,-1-2 0-16,-1 0 0 0,-1 1 0 0,-2 1 0 16,-3 3 0-16,-1-1 0 0,-1 0 0 0,-2 1 144 15,0-2 32-15,-4 0 0 0,-1-1 0 0,2 0 0 16,-3 1-48-16,-2 1-128 0,-2-3 192 0,1-1-64 16,1 1-128-16,0-4 0 0,1 1-192 0,1-1 192 15,1 0-2080 1,1 0-288-16,7-4-64 0,0 0-12736 0,0 0-2560 0</inkml:trace>
  <inkml:trace contextRef="#ctx0" brushRef="#br0" timeOffset="104910.62">4868 8399 35247 0,'0'0'1552'0,"0"0"336"0,0 0-1504 0,0 0-384 0,0 0 0 0,-1 9 0 0,-3 2 2544 0,0 2 432 16,-1 1 96-16,0 3 0 0,-1 1-1024 0,1 3-192 15,-1-3-64-15,2 1 0 0,0-2-976 0,2-2-208 16,2 2-32-16,2-2-16 0,0-4-416 0,2 0-144 15,1-2 0-15,3-3 144 0,0 0-144 0,0-4 0 16,0-2 0-16,0 0-176 0,-1 0-48 0,3-1-16 16,-3-2 0-16,1-2 0 0,-1-3-32 0,1-2-16 15,-2 1 0-15,1-2 0 0,-4 1 16 0,1-2 0 16,0-1 0-16,-1-1 0 16,-2-2-128-16,1-1-32 0,-1 0 0 0,0-1 0 15,0-3-1296-15,2-1-256 0,0 1-48 0,1-2-16 16,-1-2-1536-16,3-1-320 0,-1 0-64 0</inkml:trace>
  <inkml:trace contextRef="#ctx0" brushRef="#br0" timeOffset="106039.95">5069 8076 7359 0,'0'0'320'0,"0"0"80"0,0 0-400 0,0 0 0 0,0 0 0 0,0 0 0 15,0 0 7488-15,0 0 1424 0,0 0 288 16,8 6 48-16,-1 2-6096 0,0 0-1216 0,-7-8-240 0,5 13-48 16,0 1-176-16,-1 2-16 0,0 0-16 0,-1 5 0 15,-1 2-656-15,-2 3-128 0,0 1-16 0,0 5-16 16,-1 2-256-16,1 0-48 0,-1-1-16 0,1 0 0 15,0-2-128-15,0-1-32 0,0-2 0 0,0-5 0 0,0 1 0 16,0-5 0-16,-1-2 0 0,-1-3 0 16,1-2-16-16,1-3 0 0,0-9 0 0,0 0 0 0,0 0-128 0,0 0 0 15,0 0 0-15,0 0 0 0,0 0 0 0,0 0-272 16,0 0 64-16,0 0 16 0,0-6-96 0,3-2-16 16,-1-2 0-16,2-4 0 0,3 0-16 0,0-2 0 15,3-2 0-15,0 0 0 0,2-2 64 16,2 0 0-16,2-3 0 0,2 4 0 0,0 1 112 0,-1 1 144 15,-1 1-208-15,-1 2 80 0,2 2 128 0,-1 2 0 16,-2 2-144-16,-1 1 144 0,0 5 0 16,-1-1 0-16,-1 3 0 0,-4 3 0 0,-7-3 0 15,6 7 0-15,-2 5 0 0,-3 0 0 0,-2 3 320 0,-3 2-32 16,0 0 0-16,-3 2 0 0,-1 0-32 0,-1 1 0 16,-1-2 0-16,-2 0 0 0,0 1-96 0,1-1-32 0,-1-1 0 15,1 0 0-15,0-6-128 0,-1 0 0 16,2-2 0-16,2-1 0 0,0-2-160 0,1-1-112 15,1-1-32-15,6-4 0 16,-5 2-1520-16,5-2-304 0,0 0-64 0,0 0-16 16,4-6-704-16,6 0-144 0,6-2-16 0,2-4-16 15,0-2 16-15,3-3 16 0,3-2 0 0,-2-2 0 16,-1-1 1200-16,-1-3 256 0,0 0 32 0,0 0 16 0,-4-1 1744 0,3 1 336 0,-1 3 80 0,-1 3 16 16,-4 2 1952-16,-4 4 400 0,-1 1 80 0,-2 5 16 15,-6 7 192-15,0 0 32 0,0 0 16 0,-2 10 0 16,-3 1-800-16,-5 5-144 0,-1 1-48 15,-1 2 0-15,-1 4-1168 0,0 0-224 0,-1-1-48 0,1 2-16 16,1-2-416-16,1 0-64 0,2-1-32 0,1-3 0 16,1-1-352-16,0-3 144 0,4-1-144 0,3-2 0 0,2-2 0 0,0 0 0 15,-2-9 0-15,6 4-144 16,-6-4-240-16,9 3-64 16,0-6 0-16,1-1 0 0,1-2-144 0,-2-1-48 15,1-2 0-15,2-1 0 0,0-1 176 0,1-5 16 0,0 2 16 16,0-3 0-16,-1 3 144 0,-2-2 32 0,-1-1 0 0,0 2 0 0,0-1 256 0,1 2-192 15,-3 1 192-15,0 1-160 0,-2 1 160 16,-1 4 0-16,0-4 0 0,0 6 0 0,-4 5 0 0,0 0 176 16,0 0-48-16,0 0 0 0,0 0 192 0,2 9 48 15,1-1 0-15,-2 2 0 0,1 2-16 0,-1 1 0 16,0-1 0-16,1 1 0 0,-2-1-224 0,1-1-128 16,0 1 160-16,2 1-160 0,-1-4 0 0,2 2 0 15,0-5 0-15,0 2 0 0,-4-8 0 0,5 7 0 16,-5-7-128-16,6 5 128 0,-6-5-368 0,7 4 48 0,1-4 0 0,-8 0 0 15,8-4 32-15,1-1 16 0,0-2 0 16,0-1 0-16,-1-1 112 0,1-1 32 16,2-2 0-16,0 0 0 0,1-3 128 0,1-2 0 0,2-3 0 15,-1 0-128-15,0 2 128 0,2 3 0 0,0-4 0 16,-2 4 0-16,-2 0 0 0,-1 4 128 0,0 1-128 0,-2 4 0 16,0 3 432-16,-9 3 16 0,7 3 0 0,-7-3 0 15,3 6 224-15,0 4 48 0,-3 3 16 16,-1 4 0-16,-1 1-64 0,0 3-16 0,-2 0 0 0,1-1 0 15,1 0-528-15,-1 2-128 0,1-5 0 0,0 3 0 0,2-5 448 16,0 1 48-16,0-2 16 0,2-2 0 16,0-3-512-16,-1-1 0 0,-1-8 0 0,0 0 0 15,0 0 0-15,0 0-256 0,0 0 16 0,7 5 16 0,-7-5 352 16,8 0 80-16,0-6 16 0,-2 0 0 0,1 0-432 0,0-2-96 16,1-2-16-16,1-2 0 0,2-2 160 0,1-1 32 15,-1 0 0-15,4-5 0 0,2 0-96 0,-2 0-16 16,0-3 0-16,0 3 0 0,2-3 112 15,0 4 128-15,-1 5-208 0,-2 2 80 0,-2 3 128 0,-2 2 0 16,-1 5 0-16,-1-1 0 0,-8 3 0 0,0 0 0 16,5 9 0-16,-1 4 0 0,-2 4 160 0,-2 0 16 15,-2 3 0-15,0 0 0 0,-2 3-32 16,0-5 0-16,-1 1 0 0,2 1 0 0,0 0-144 0,2-2 0 16,0-3 0-16,1 0 0 15,0-4-592-15,1 0 0 0,0-2 0 0,1 0 0 16,-2-9-2096-16,0 0-432 0,8 4-80 0</inkml:trace>
  <inkml:trace contextRef="#ctx0" brushRef="#br0" timeOffset="106184.01">6336 8280 35647 0,'0'0'1584'0,"0"0"320"0,0 0-1520 0,0 0-384 0,0 0 0 0,0 0 0 15,0 0 384-15,0 0 0 0,0 0 0 0,-1 8 0 16,1 0-208-16,1 3-48 0,2-4 0 0,3 3 0 15,3-1-3168-15,2 1-640 16</inkml:trace>
  <inkml:trace contextRef="#ctx0" brushRef="#br0" timeOffset="106452.33">6520 8416 27471 0,'0'0'1216'0,"4"-6"256"0,-2 0-1184 0,2 0-288 15,4-3 0-15,-1 0 0 0,2-1 2048 0,-1 1 368 0,-2 0 64 0,2 0 16 0,2 0-448 0,-2 1-64 16,-3 2-32-16,1-1 0 0,-1 2-736 0,-5 5-128 15,0 0-48-15,0 0 0 0,0 0 0 0,0 0 0 16,-7 6 0-16,-2 4 0 0,-3 3-192 0,1 0-32 16,-2 4-16-16,-2 2 0 0,1-1-256 15,1 5-48-15,1-1-16 0,2 1 0 0,-1-3-112 0,4-1-32 16,1-2 0-16,1 1 0 0,3 1-208 0,2-2-128 16,1-3 160-16,1-2-160 0,2-2 0 0,3-1 128 15,1-1-128-15,2-1 0 0,2-2 0 0,1-1 0 16,1 0 0-16,3 0 0 0,3-6-192 0,1 0 0 15,-1-2 16-15,4 0 0 16,2 0-1872-16,4-1-368 0,4-2-80 0</inkml:trace>
  <inkml:trace contextRef="#ctx0" brushRef="#br0" timeOffset="118177.4">9033 5539 15663 0,'-5'-12'1392'0,"4"8"-1120"15,-2 0-272-15,2-1 0 0,-2 1 5488 0,3 4 1040 16,0 0 192-16,0 0 64 0,0 0-4352 0,0 0-848 16,0 0-176-16,0 0-48 0,-1 9-80 0,0 0 0 15,-2 6-16-15,1 0 0 0,-2 1-656 0,0 2-128 16,-1-1-32-16,1 3 0 0,-2 1 0 0,3 1-16 0,-1-3 0 0,0 1 0 16,0-2-160-16,0-1-16 15,0-3-16-15,1-2 0 0,2-3-96 0,0-1-16 0,1-8 0 0,0 0 0 16,0 0 48-16,0 0 0 0,0 0 0 0,0 0 0 15,0 0 48-15,0 0 16 0,1-5 0 0,2-2 0 16,-1 0-112-16,2-3-128 0,1-1 176 0,1-4-176 0,0 0 0 0,3-2 0 16,3 0 0-16,1-4 0 0,0 0 0 0,3 0 0 15,-1 0 0-15,2 2 0 16,0 1 0-16,2 1 0 0,-1 2 0 0,-1-2-144 16,-2 3-608-1,1 0-112-15,1 1-32 0,-1 2 0 0,-3 5-864 0,-2 2-176 16,1 1-48-16,-1 6 0 0,-2-1-1552 0,-2 5-320 15,-1 2-64-15,-2 3-16 0</inkml:trace>
  <inkml:trace contextRef="#ctx0" brushRef="#br0" timeOffset="118631.78">9250 5729 10127 0,'0'0'896'0,"0"0"-704"0,0 0-192 0,0 0 0 0,0 0 5936 0,0 0 1152 16,0 0 224-16,0 0 48 0,0 0-4672 0,0 0-960 16,0 0-176-16,5-6-32 0,2-2-432 0,2 0-96 15,1 0-16-15,-1 0 0 0,2-5-528 0,-1 0-128 16,1 0 0-16,-1 0-16 0,3 0-128 0,-1-1-32 15,1-2 0-15,-1 3 0 0,-2 0-16 0,0 1-128 16,-2 3 192-16,-3 1-64 0,1 2 64 0,-6 6 16 16,0 0 0-16,0 0 0 0,0 0 320 0,-6 5 64 15,0 2 16-15,-3 3 0 0,-3 3-176 0,2 4-48 16,-1 3 0-16,1-1 0 0,-2 3-176 0,2-2-32 16,0 3-16-16,3-3 0 0,1-2-160 0,3-1 0 15,1 1 0-15,2-3 0 0,2-2 0 0,1-2 0 0,3-1 0 16,-1-4 0-16,-5-6-352 0,10 3 0 0,2-1 0 0,1-2 0 31,0-1-192-31,0-2-32 0,3-2-16 0,-1-1 0 16,1-2 96-16,1-1 32 0,-1-2 0 0,-1 0 0 0,1-1 256 0,0-5 48 0,-1-1 16 0,1 1 0 15,-2-2 144-15,1 1 0 0,-2 0 0 0,0 0 0 16,-2-1 128-16,0 4 0 0,-2-2 0 0,-1 4 0 0,-2 0 256 0,1 1 64 16,-2 4 16-16,-5 8 0 0,0 0 112 15,0 0 32-15,0 0 0 0,0 0 0 0,-1 12-96 0,-2 4-32 16,-2 4 0-16,-2 5 0 0,-2 4-192 0,-1 5-32 15,-3 1-16-15,-2 4 0 0,1 0 16 0,1 2 16 16,1 0 0-16,1-2 0 0,0-2-272 0,2-6 0 16,1-1 0-16,2-1 0 15,-1-6 0-15,2 1 0 0,1-3 0 0,1-3 0 16,2-5-1184-16,0-1-288 0,0-4-64 0,1-8-16 16,3 7-2592-16,-3-7-512 0</inkml:trace>
  <inkml:trace contextRef="#ctx0" brushRef="#br0" timeOffset="118791.11">9766 5453 12895 0,'-2'-7'1152'0,"-2"1"-928"0,0-5-224 0,0 2 0 15,0 1 6768-15,1 2 1296 16,1-1 272-16,-1 1 48 0,3 6-6080 0,0 0-1216 16,0 0-240-16,0 0-48 0,0 0-624 0,0 0-176 0,0 0 0 0,8 4 0 31,0 0-3008-31,1 5-656 0,-1-1-144 0,-2 2-32 0</inkml:trace>
  <inkml:trace contextRef="#ctx0" brushRef="#br0" timeOffset="119084.67">9748 5814 17503 0,'0'0'1552'0,"0"0"-1232"0,0 0-320 0,0 0 0 0,0 0 3616 16,0 0 672-16,0 0 128 0,8-4 16 0,0-3-2000 0,1 1-384 16,0-2-96-16,0-1-16 0,1-3-416 0,2-2-96 15,0 1-16-15,1 0 0 0,-1-4-640 0,-1 0-144 16,2-1-32-16,0 1 0 0,-1 0-176 0,1 0-32 15,-1-1-16-15,-3 1 0 0,0 1 0 0,0 2 0 16,-4-2 0-16,1 6 0 0,-2 2 16 0,-4 1 16 16,0 1 0-16,0 6 0 0,-4 1 160 0,-4 4 16 15,0 2 16-15,-2 1 0 0,-3 3-272 0,0 4-48 16,0 2-16-16,-2 5 0 0,0 0-128 0,0 3-128 16,2 1 144-16,1-3-144 0,3 1 0 0,0-2 128 15,3 1-128-15,2-3 0 0,1-1 0 0,3-2 0 16,3-2 0-16,2-4 0 15,-1-1-656-15,2-3-128 0,2-1-32 0,3-1 0 16,0-5-944-16,4-3-192 0,0 1-32 0,2-4-16 16,3 0-1968-16,1-2-384 0,0-1-64 15</inkml:trace>
  <inkml:trace contextRef="#ctx0" brushRef="#br0" timeOffset="119353.78">10281 5540 30239 0,'4'-14'1344'0,"-4"7"256"0,-3-1-1280 0,2 2-320 0,0-1 0 0,1 7 0 16,-4-5 2880-16,0 1 496 0,-3 0 96 0,2 3 32 15,0 2-1328-15,-1 1-272 0,-1 0-48 0,0 1-16 16,0 3-848-16,-1 2-160 0,-1 1-48 0,0 2 0 16,-1-2-368-16,3 1-80 0,-2 1-16 0,-1-1 0 15,0 2-64-15,0 2-32 0,0-1 0 0,3 0 0 16,-1 0-96-16,1-1 0 0,2-1-128 0,1-1 192 16,2 2-192-16,-1-2 0 0,2 1 0 0,1-1 0 0,1 0 0 0,0 1 0 15,1-1 0-15,0 1 0 0,1-1 0 16,1 1 0-16,0-2 0 0,1-2 0 0,0 1 0 0,1-1-128 15,1-5 128-15,0 2 0 0,0 2-240 0,2-4 64 16,-1 1 16-16,1-2 0 16,1-1-544-16,-1 0-128 0,0-1 0 15,1-2-16-15,1 1-1552 0,-1-1-304 0,2 2-64 0,-3-3-17008 16</inkml:trace>
  <inkml:trace contextRef="#ctx0" brushRef="#br0" timeOffset="119872.66">10569 5368 10127 0,'0'0'896'0,"0"0"-704"16,-4-5-192-16,2 0 0 0,2 5 2656 0,0-7 496 16,0 1 112-16,0-1 0 0,-2 0-384 0,2 2-64 15,0 0-32-15,0 5 0 0,0 0-112 0,0 0-32 16,0 0 0-16,0 0 0 0,0 0-720 0,0 0-128 16,0 0-48-16,0 0 0 0,0 0-592 0,-2 9-128 15,-3 3-32-15,-1 2 0 0,0 5-304 0,-2 3-64 16,0 4-16-16,-1 1 0 0,-1 2-304 0,-1 1-64 15,1 0-16-15,-1 0 0 0,2 2-224 0,1-2 144 0,1 0-144 16,0 0 128-16,3-5 0 0,2 0 0 16,-2-4 0-16,0-3 0 0,1-2-128 0,1-2-256 15,-1-2 64-15,0-2 16 16,1-1-2128-16,2-9-448 0,0 0-64 0,0 0-11584 16,0 0-2320-16</inkml:trace>
  <inkml:trace contextRef="#ctx0" brushRef="#br0" timeOffset="120119.15">10371 5569 18431 0,'0'0'1632'0,"0"-7"-1312"0,0 1-320 0,1 1 0 15,3-1 5728-15,0 1 1072 0,4 2 224 0,1 1 32 16,0-3-4752-16,3 1-960 0,1-3-192 0,3 2-48 16,2 4-144-16,0-2-16 0,3 0-16 0,0 2 0 15,0 1-288-15,-2-1-48 0,2 2-16 0,-1 2 0 0,-3 1-176 0,-2 2-32 16,0 2-16-16,-5 2 0 0,-3 2-112 0,-3 1-32 15,-2 2 0-15,1 2 0 0,-2 1-48 0,-1 0-16 16,-3 0 0-16,1-2 0 0,-1 1-144 0,1 0 0 16,-1 0 144-16,0-3-144 15,1 0-512-15,-1 1-160 0,2-6-32 16,0 0-16-16,2-1-2736 0,-1-8-560 16,0 0-96-16</inkml:trace>
  <inkml:trace contextRef="#ctx0" brushRef="#br0" timeOffset="120264.78">10739 5489 19343 0,'0'0'1728'0,"-4"-6"-1392"0,-3 1-336 0,2-1 0 0,2 0 4448 0,1 1 816 15,2 5 176-15,0 0 16 0,0 0-4112 0,0 0-832 16,0 0-176-16,10 3-16 16,3 1-880-16,3 2-160 0,2-1-48 0,0 1-10656 15,-1 2-2144-15</inkml:trace>
  <inkml:trace contextRef="#ctx0" brushRef="#br0" timeOffset="120864.67">11035 5536 17503 0,'0'0'1552'0,"0"0"-1232"0,0 0-320 0,0 0 0 16,0 0 5952-16,-6 3 1120 0,1-3 224 0,-1 2 64 16,1 2-4032-16,-2 2-784 0,0 0-176 0,1 2-16 15,-1 1-1072-15,0 1-192 0,-3 5-64 16,0-2 0-16,-2 2-464 0,1 1-112 0,-2 0 0 0,1-2-16 16,0 2-240-16,3-2-64 0,1 2 0 0,2-2 0 15,-1-2-128-15,2-2 0 0,2-1 0 0,2 0 0 16,1-1 0-16,3 0 0 0,0-3 128 0,4 2-128 0,-2-6 0 15,2 2-224-15,-1-1 48 0,2-2 16 0,1-2-32 0,2-1-16 16,-1-1 0-16,0 0 0 0,4-5 48 0,0 0 16 16,0-3 0-16,2-1 0 0,0-1 144 0,2-2-160 15,0-3 160-15,0-1-160 0,2 1 160 0,1-1 0 16,-2 1-144-16,-1 2 144 0,-2 2 0 0,-2 5 0 16,-2 2 0-16,-1 3 0 0,-5 2 0 0,-6 3 0 15,0 0 0-15,5 4 128 0,-1 3 112 0,-2 2 16 16,-4 1 0-16,2 3 0 0,-1 2-80 0,0 3-16 15,-2-1 0-15,2 0 0 0,-2 0-160 0,2 0 160 16,0 1-160-16,1-1 160 0,1-2-160 0,1-2 0 16,2 0 0-16,2-2 0 0,-1-3 0 0,-1-2 0 15,-4-6 0-15,5 5 0 0,1-1 0 0,-6-4 0 16,7 3 0-16,-7-3 0 0,0 0 0 0,8-3 0 16,1 1 0-16,-1-2 0 0,1-3 0 0,-1-3 0 0,-1-2 0 15,3-1 0-15,-1 0-128 0,0-3 128 16,0-4 0-16,3-1 0 0,-2-1-128 0,2-1 128 0,1 1-160 0,0-1 160 15,-3-3-192-15,2 2 192 0,1 3-208 16,-1 3 80-16,-3 1 128 0,-1 4 0 16,-2 3-144-16,0 3 144 0,-6 7 0 0,0 0 0 0,0 0 0 0,0 0 0 15,3 8 0-15,-1 1 192 0,-2 4-64 0,0 2 0 16,0-1-128-16,2 3 192 0,2 1-192 0,2 0 192 16,-1-1-192-16,1 2 160 0,3 0-160 0,2-1 160 15,2 1-32-15,3-2-128 0,2-3 192 0,3-1-64 16,-1-1 0-16,3-2-128 0,0-2 192 0,2-2-64 15,0 1-128-15,-1-3 0 0,0-2 144 0,1 0-48 0,-2-1-96 16,1-1 0-16,-4-1 0 0,0-2 0 0,-2 1 0 16,-1-1-160-16,-2 0 160 15,-2-2-192-15,-3 1-400 16,-1 0-96-16,-1-2-16 0,0 1 0 0,0-1-2112 0,-2 2-416 0</inkml:trace>
  <inkml:trace contextRef="#ctx0" brushRef="#br0" timeOffset="123772.83">7530 8054 31327 0,'0'0'2784'0,"0"0"-2224"0,0 0-560 0,0 0 0 16,0 0 3072-16,0 0 512 0,-4 9 112 0,0 3 16 0,1-1-2464 15,-1 7-480-15,1 2-112 0,-2 5-16 0,-3 2 272 0,-1 4 48 16,-2 5 16-16,1 1 0 0,-2 3-368 0,1 1-80 16,-1 0-16-16,1-1 0 0,1-2-112 0,1-3-16 15,1-2-16-15,1-5 0 0,2-3-176 0,1-4-48 16,2-3 0-16,-2-3 0 0,1-2-144 0,2-7 0 15,1 2 0-15,0-8 0 0,0 0 0 0,0 0-144 16,0 0 144-16,0 0-208 0,5-4-32 0,2-2 0 16,-1-4 0-16,2-3 0 0,0-2-16 0,1-3-16 15,0-3 0-15,1-1 0 0,1-2 80 0,1 1 32 16,1-1 0-16,1-2 0 0,3-1 160 0,0 1-192 16,0-3 192-16,-1 3-192 0,-2 2 192 0,0 4-128 15,-1 3 128-15,-1 2-128 0,-2 3 128 0,-2 5-160 16,0 4 160-16,-8 3-160 0,0 0 160 0,5 7-208 15,-3 3 80-15,-1 4 128 0,0 5 0 0,-2 0 192 0,-3 2 0 16,0 2 0-16,1 2-48 0,0 0 0 0,-1-2 0 16,1 1 0-16,0-1-144 0,2 0 0 0,2-1 0 15,2-3 128-15,0-3-128 0,1-2 0 0,2 1 0 0,1-6 0 16,-1 1-208-16,3-5 16 0,2-2 16 0,0 0 0 16,1-1-144-16,0 0-16 0,1-4-16 0,1 0 0 15,1-1-32-15,-1-1-16 0,0-2 0 16,1-4 0-16,-2 0 16 0,1-2 16 0,0-1 0 0,1-1 0 15,-1-2 64-15,0 1 16 0,2-4 0 0,-2 2 0 16,-1-1 0-16,0-1 0 0,0-2 0 0,-1 0 0 16,-1 3 144-16,-2-1 144 0,1 4-208 15,-3 2 80-15,-5 1 128 0,0 3 0 0,-2 9 0 0,0 0 128 0,0 0 128 0,0 0 48 16,-8 1 0-16,-1 3 0 0,-1 4 144 16,1 4 16-16,-1 1 16 0,0 1 0 0,-1 2-288 15,2 1-64-15,0 1-128 0,1 1 192 0,3 1-192 0,1 0 144 16,1-1-144-16,3 1 128 0,3-5-128 0,2 2-256 15,3 0 64-15,2-4 16 16,5-1-272-16,0 0-64 0,2-6-16 0,2-1 0 16,0-2-80-16,2-2-16 0,2 1 0 0,-2-4 0 0,0 0 368 15,0-4 64-15,-1 0 0 0,-1-2 16 0,1-4 176 0,1 2 0 16,-2-2 0-16,1-2 0 0,-2-3 0 0,0 0 0 16,-1 0 160-16,1 0-160 0,1-1 288 15,-2 0-32-15,-3-3-16 0,-1 1 0 0,-3 1 128 0,-1 0 16 16,-5 4 16-16,-1 3 0 0,-3 3 208 0,-3 2 32 15,-2 3 16-15,-3 4 0 0,-2 3 288 0,-3 4 48 16,-4 3 16-16,-1 3 0 0,-1 3-432 0,0 1-96 0,-2 4-16 0,0-2 0 16,2 1-256-16,2-2-48 15,1 0-16-15,4-1 0 0,2 0-144 0,2-1 0 16,3-2 0-16,1-2 0 0,3-2-272 0,2-1-48 16,1-2 0-16,-2-7 0 15,0 0-432-15,0 0-80 0,11 1-32 0,-1-1 0 0,2-2-32 16,0-4-16-16,0 0 0 0,1-2 0 15,-2 0 304-15,2-4 64 0,0 1 16 0,0-2 0 0,2-3 96 0,-2 2 32 0,0-3 0 0,0 0 0 16,0-2 192-16,1 1 32 16,1 0 16-16,-2 0 0 0,-2 2 160 0,0 0 0 0,-2 3 0 15,-3 6 0-15,0 0 0 0,-6 7 0 0,0 0 128 0,0 0-128 16,-2 8 512-16,-2 4 48 0,-1 5 0 0,-1 0 0 0,-2 2 48 0,1 3 16 16,1-1 0-16,1-1 0 0,1 1-272 0,2-2-48 15,2 1-16-15,2-2 0 16,0-2-288-16,4-1 0 0,0-3 0 0,3 0 0 15,2-6 0-15,2-3-256 0,1-2 32 0,3-1 0 16,3-1-224-16,-1-2-64 0,-1-3 0 16,2-3 0-16,-2-2 224 0,0 1 32 0,1-5 16 0,-1 1 0 0,-2 0 240 0,-2-3 0 15,2-2 0-15,-3 0 0 0,0-2 0 0,0-4 0 16,0-2 0-16,-2-2 0 0,1 1 272 0,0-4 0 16,1 0 0-16,0-1 0 0,-1 3 48 0,-2 1 16 15,-3 2 0-15,-1 4 0 0,-1 0 32 0,-1 6 0 16,-1 6 0-16,-1 2 0 0,-2 2 144 0,0 7 48 0,0 0 0 0,-5 9 0 15,0 3-32-15,-1 4 0 16,-4 2 0-16,0 4 0 0,0 4-304 0,-1 1-64 16,2 5-16-16,0 2 0 0,0-3-144 0,1 1 0 15,-1-2 0-15,1 0 0 0,1 2 0 0,2-4 0 16,3 0 0-16,-1-2 0 16,0-1-992-16,2-3-224 0,0-1-64 0,1-6 0 15,1 1-1168-15,2-4-240 0,-2-3-64 0,0-1-15456 0</inkml:trace>
  <inkml:trace contextRef="#ctx0" brushRef="#br0" timeOffset="123945.15">8542 8389 46303 0,'0'0'2048'0,"0"0"432"0,-5-2-1984 0,5 2-496 0,0 0 0 0,0 0 0 0,0 0 464 0,0 0 0 15,8-1 0-15,2-3 0 0,4 2-240 0,3-4-48 16,4 2-16-16,4-1 0 15,2-1-896-15,5-2-176 0,0 0-48 0,6 2-12848 16,4 0-2576-16</inkml:trace>
  <inkml:trace contextRef="#ctx0" brushRef="#br0" timeOffset="125442.06">9890 8416 17503 0,'0'0'1552'0,"-5"-4"-1232"16,-3-4-320-16,1 1 0 0,0-1 5296 0,1 0 992 0,4 0 208 0,0-1 32 15,-3 1-4384-15,0-1-880 16,-1 1-176-16,-1 0-48 0,-3 2 352 0,-2 1 64 0,1-1 16 0,-2 5 0 15,0 1-560-15,-2 1-96 0,-5 5-32 0,-1 1 0 16,-1 4-272-16,-4 2-64 0,1 0-16 0,1 3 0 16,-1-2-128-16,3 0-32 0,2 1 0 0,3-1 0 15,1 0-272-15,5 1 0 0,2-5 128 0,2 2-128 16,2-2 0-16,4-3-192 0,1-7 16 0,0 0 16 16,3 8-464-1,-3-8-80-15,8 5-32 0,4-1 0 0,1-3-96 0,1-1-32 0,2-3 0 0,1-1 0 16,-1-2 208-16,1-1 32 0,0 0 16 0,-1-3 0 15,1 0 128-15,0 0 32 0,0-2 0 0,-1-1 0 0,-2-1 160 16,1 3 32-16,-2-5 16 0,-2 3 0 0,0 0 240 0,-1 2 0 16,-2 0 0-16,-1 3-144 0,-2 2 144 0,-5 6 0 15,0 0 0-15,0 0 128 0,0 0 208 0,0 0 48 16,1 6 16-16,-2 4 0 0,-2 1 80 0,3 4 16 16,-1-1 0-16,0 0 0 0,-2 2-256 0,3 0-48 15,3-1-16-15,1 2 0 0,1-4-176 0,3 0 0 16,2 0 0-16,2-1 128 0,1-2-128 0,1-2 0 15,0-3-192-15,2-2 192 0,2 0-192 0,1-2 192 16,1-1-192-16,1-1 192 0,1-2-192 0,-1-1 192 0,-1-1-192 0,1 0 192 16,-2-2-128-16,0 1 128 15,-4-2 0-15,0 0 0 0,-2-1 0 0,-2 0 0 0,0-2 0 0,-1 1 0 16,-1 2 0-16,-1-5 128 0,-1 3-128 16,-2-3 0-16,0 0 0 0,-1 2 0 15,-1 1 0-15,-3 1 0 0,-3 1 0 0,-1 1 0 16,-1 2 0-16,0 1 0 0,-2 2-128 0,-2 2 128 0,-4 2-160 15,-1 1 160-15,-1 3 0 0,-3 3 0 0,0 3 0 0,-2 1 0 16,1 0 0-16,-1 2 0 16,2 0 0-16,2 2 0 0,2-4 128 0,1 0-128 0,4 0 0 0,2-1 0 15,2-2 0-15,1 0-176 16,4-1 0-16,0-9 0 0,5 6-512 16,3-3-96-16,3 1-32 0,0-4 0 15,4-4-80-15,2 1 0 0,1-2-16 0,1-2 0 0,2-2-176 16,0-1-16-16,0-2-16 0,1 0 0 0,-2 2 208 15,-1-4 32-15,2-3 16 0,0-2 0 0,-4 0 480 0,0-2 80 0,0-1 32 0,0-3 0 16,-2-2 272-16,2-1 0 0,0 1 0 0,0 0 0 16,1 0 272-16,-2 4-32 0,-4 0-16 0,-2 3 0 15,-3 3 112-15,-2 5 32 0,-2 4 0 0,-2 3 0 0,-1 5 720 0,0 0 160 16,0 0 32-16,-7 8 0 0,-2 4-208 16,-1 2-48-16,-2 2 0 0,0 3 0 0,1 4-544 0,-1 1-112 15,0 4-32-15,3-1 0 0,0-2-16 0,1 1-16 16,2 0 0-16,2 0 0 0,2-1-304 0,2 0 160 15,2-5-160-15,2 3 128 0,2-6-128 0,2 0-176 16,1-2 48-16,3 0 0 0,3-4-192 0,1 0-48 0,1-6 0 16,1-1 0-1,3-2-48-15,0 0-16 0,0-4 0 0,1 1 0 0,0-3 48 16,-1-1 16-16,-1-2 0 0,0 0 0 0,3-2 128 0,-3-2 32 16,1 1 0-16,-1-3 0 0,-3 0 208 0,-2-2 0 15,1-2 0-15,-2-1 0 0,0 1 0 0,-4 0 0 16,0 1 0-16,-2 2 0 0,-3 1 128 0,-2 0 0 0,-4 0 16 15,-3 4 0-15,-1 2 544 0,-3 2 96 16,-1 3 32-16,-3 2 0 0,-2 0 32 0,-2 0 16 0,-2 3 0 16,-2 4 0-16,-1 1-448 0,0 4-96 0,-1 1 0 0,1 1-16 15,1 2-112-15,0-3-32 0,2 1 0 0,2 2 0 16,2-2-32-16,2-1-128 0,3-1 192 0,2-1-64 16,3 0-128-16,3-2-144 0,1-9 144 0,1 9-208 0,3-2-112 15,3-2-32-15,2-1 0 0,1-2 0 16,2-2 0-16,1-1 0 0,2-3 0 0,-1-1 0 15,-1 0-240-15,4-2-48 0,0-2-16 16,0 0 0-16,-2-1 400 0,1-1 96 0,0-5 16 0,-1 2 0 16,2-5-240-1,0 2-64-15,0-3 0 0,-1 1 0 0,-2-4 448 0,0 1 0 0,1-1 0 0,-1-2 0 16,1-1 0-16,-1 0 0 0,-1 1 0 0,-1 2 0 0,-2-2 0 0,-1 7 0 16,-2-3 128-16,-1 6-128 0,-1 5 464 0,-2 3 32 15,-3 7 0-15,0 0 0 0,0 0 144 0,0 0 48 16,-5 6 0-16,-2 4 0 0,-1 2-112 0,-1 3 0 15,-1 2-16-15,-2 6 0 0,-2-1-192 0,0 5-48 16,-1-2 0-16,2 1 0 0,1-1-32 0,2-2-16 16,0-1 0-16,2 0 0 0,4 1-272 0,0-4 160 15,1-2-160-15,3-3 128 0,2 0-128 0,2-3 0 16,2-2 0-16,2-1-176 0,-2-1-96 0,3-2-32 0,2 0 0 16,-1-5 0-16,1-2-64 0,1-1-16 0,-1-1 0 15,1 0 0-15,0-4 192 0,1 0 16 0,0-2 16 0,1 0 0 16,0-5 160-16,1 0-160 0,-1-2 160 0,0 0-160 15,1-2 160-15,-1 0 0 0,1-2 0 16,-1 3-128-16,-1 1 128 0,-1 1 0 0,-1 3 0 16,-2 4 128-16,-2 0 192 0,-2 4 64 0,-5 5 0 0,0 0 0 15,0 0 384-15,0 0 96 0,0 0 16 0,-2 8 0 16,-1 2-192-16,-1 3-48 0,-1 0 0 0,0 1 0 16,-2 1-336-16,1 2-80 0,0 0-16 0,1 0 0 15,0 0-208-15,1-2 0 0,0 2 128 0,2-5-128 0,0 0 0 16,1-2-256-16,2-1 48 0,-1-2 16 15,0-7-2000-15,0 0-400 0,0 0-80 0,5 2-18704 16</inkml:trace>
  <inkml:trace contextRef="#ctx0" brushRef="#br0" timeOffset="125579.57">11245 8065 26719 0,'-11'-13'1184'0,"10"8"240"0,1-1-1136 0,0 3-288 16,0 3 0-16,0 0 0 0,1-7 3072 0,-1 7 576 15,0 0 96-15,5-5 32 0,-5 5-2640 0,7-1-528 16,-7 1-96-16,10-4-32 16,3 3-2368-16,2 2-480 0,-1-2-80 0</inkml:trace>
  <inkml:trace contextRef="#ctx0" brushRef="#br0" timeOffset="125777.65">11511 7948 4607 0,'0'0'400'0,"0"0"-400"16,-7 0 0-16,7 0 0 0,0 0 9344 0,0 0 1776 0,-5 5 352 0,0 2 80 15,-2-1-8160-15,-1 6-1648 0,0 1-320 0,-1 5-64 16,0 4-192-16,-1 1-32 0,-3 0-16 0,1 2 0 16,0 1-688-16,2 1-144 0,-1 2-32 0,1-3 0 15,0 0-256-15,0 2 0 0,3-5 0 0,-1 0 0 16,-1-2-416 0,1-1-144-16,1-2-16 0,2-1-16 0,0-3-1328 0,4-1-272 15,-1-2-48-15,0-3-12384 0,-2-2-2464 0</inkml:trace>
  <inkml:trace contextRef="#ctx0" brushRef="#br0" timeOffset="126024.45">11267 8307 14735 0,'0'-12'640'0,"1"7"160"0,0-3-640 0,5 0-160 16,4 1 0-16,0 1 0 0,2-1 6528 0,0 1 1264 16,1-2 256-16,-1-1 48 0,2 2-5008 0,0 4-992 15,1-3-208-15,-1 2-32 0,-1 2-832 0,0-1-176 16,0 4-16-16,-1 1-16 0,-2-1-176 0,1 2-48 15,-1 1 0-15,-1 2 0 0,-2 2-208 0,-1 2-32 16,0 2-16-16,-3 1 0 0,1 1-144 0,-1 2-48 16,-3 1 0-16,0 0 0 0,0 3-144 0,-1-5 160 15,-1 1-160-15,1 0 160 0,0-2-160 0,1-1 0 0,0-1-160 16,0-3 160 0,-2-1-1136-16,2-8-128 0,0 0-16 0,0 0-16 15,0 0-1888-15,0 0-368 0,0 0-80 0,0 0-16144 0</inkml:trace>
  <inkml:trace contextRef="#ctx0" brushRef="#br0" timeOffset="126141.26">11677 8106 19343 0,'0'0'848'0,"0"0"192"0,0 0-832 0,0 0-208 0,0 0 0 0,0 0 0 16,8 5 2272-16,-1 2 416 0,1-4 64 0</inkml:trace>
  <inkml:trace contextRef="#ctx0" brushRef="#br0" timeOffset="126756.11">11942 8218 16575 0,'0'0'736'0,"0"0"160"0,0 0-720 0,5-5-176 15,-5 5 0-15,7-6 0 0,-2 1 5568 0,0 0 1072 0,-1 0 208 0,-4 5 64 0,3-5-4016 0,-3 5-784 16,0-6-176-16,-2 3-16 0,-1-3-816 0,-3 5-144 16,0 1-48-16,-2 1 0 0,-2 2-272 0,-4 2-48 15,-1 0-16-15,-2 3 0 0,-1 4-192 0,-2 1-32 16,1 0-16-16,-2 1 0 0,0-1-48 15,3 2-16-15,1-2 0 0,2 1 0 0,4-4-272 0,1 2 160 16,4-1-160-16,1-1 128 0,1 1-128 0,2-2 0 16,4-2-160-16,0 0 160 0,-2-7-320 0,8 5 48 15,1-1 0-15,2-4 0 16,0 0-208-16,1 0-32 0,1 0-16 0,2-4 0 16,-1-1 32-16,2-2 16 0,1 0 0 0,-2-2 0 0,1-2 160 0,-1-1 48 15,0-1 0-15,0-1 0 0,0-2 272 0,-1 1 0 16,-1 2-128-16,0 1 128 0,-2 0 0 0,-2 3 0 0,-1 3 0 15,-8 6 0-15,0 0 480 0,0 0 0 0,0 0 0 16,0 0 0-16,1 9 256 0,-1 2 48 0,-1 2 16 16,-2 0 0-16,0 0-336 0,1 2-64 0,-1 0-16 0,2 0 0 15,0-1-160-15,1 1-32 0,1-2-16 0,1 0 0 16,1 0-176-16,2-4 128 0,2 0-128 0,-1-1 128 16,1-3-128-16,1 0 0 0,1-4 0 0,1 2 0 15,-1 0 0-15,2-3 0 0,-1-3 0 0,1 0 0 0,-1-2 0 0,0 0 0 16,1 1 0-16,1-6 0 0,-2-1 0 15,2-1 0-15,-2-1-128 0,2-1 128 16,0-3-176-16,-1 0 48 0,1-1 0 0,1 0 0 16,0-1 128-16,2 3-208 0,-2-1 80 0,0 4 128 0,-3-2-144 0,-2 6 144 15,-3 4 0-15,-5 5 0 16,4-5 0-16,-4 5 0 0,0 0 0 0,0 0 144 16,0 0 96-16,0 0 16 0,0 7 0 0,0 3 0 0,-1-3-80 0,-1 4-16 15,2 1 0-15,2-1 0 0,0 2-32 0,4 0 0 16,0 0 0-16,3 0 0 0,0 0-128 0,3 1 160 15,1-1-160-15,3 0 160 0,1-3-160 0,1 0 160 16,2 0-160-16,2-3 160 0,-3 0-160 0,2-1 128 16,1 0-128-16,2-1 128 0,-2 0-80 0,1-2-48 15,1 1 0-15,-1-3 0 0,6 2 0 0,-2-1 0 16,-2-2 0-16,-1 0-160 16,-4-2-592-16,-1 0-112 0,-1 0-32 0,-2 2-24336 15</inkml:trace>
  <inkml:trace contextRef="#ctx0" brushRef="#br0" timeOffset="138001.26">12102 4551 16575 0,'0'0'736'0,"-5"-3"160"0,-1 0-720 0,-1-1-176 16,2-1 0-16,2 1 0 0,3 4 4608 0,0 0 880 15,0 0 176-15,0 0 32 0,9-2-3264 0,3 0-672 16,3 1-128-16,1 0-32 0,3-1-432 0,4 2-80 16,5 0-32-16,2-1 0 0,0 1-592 0,2 0-112 0,1-1-32 0,-1 0 0 15,1 1-320-15,-2 0 144 16,1 0-144-16,0-2 0 16,2 1-1168-16,1 0-352 0,0 3-64 0,3 2-16 0</inkml:trace>
  <inkml:trace contextRef="#ctx0" brushRef="#br0" timeOffset="139623.72">13282 4494 23903 0,'0'0'1056'0,"4"-6"224"0,-1-4-1024 0,1-2-256 16,1-1 0-16,0 1 0 0,-1 0 1968 0,3 2 336 15,-2-4 80-15,-4 2 16 0,-6-1-240 0,4 1-48 0,1 3-16 0,1-3 0 16,0 4-640-16,0-1-128 0,-2 3-32 0,0 2 0 16,1 4-240-16,-4-3-48 0,-1 3-16 0,-2 1 0 15,-2 2-272-15,-1 4-48 0,-5 2-16 0,0 6 0 16,-4 2-144-16,0 4-48 0,-1 1 0 0,1 2 0 16,1 2-160-16,-1-3-48 0,2 3 0 0,3 1 0 15,2-3-256-15,4 1 0 0,3-4 0 0,4-2 0 0,4 0 0 16,3-1-176-16,3-5 0 0,3 0 0 15,2-3-960 1,4-6-192-16,5-1-32 0,1-6-16 0,4-1-512 16,2-1-96-16,1-3-32 0,2-1 0 0,-1 2-64 0,3-7-16 15,-2 1 0-15,-2-1 0 0,-2-4 864 0,-3-2 160 0,-1-1 48 16,-2 1 0-16,-2 0-16 0,0 0 0 0,-4 1 0 16,-1-1 0-16,-3-1 1040 0,-4 3 0 15,-1-1 208-15,-3 3-16 0,-1 3 1216 0,-3 3 256 0,-1 2 64 0,-1 0 0 0,-3 3 256 0,4 5 48 16,-7-2 16-16,-1 4 0 0,-1 0-704 0,-1 4-144 15,-2 1-32-15,0 4 0 0,-1 1-384 0,0 2-80 16,0 1 0-16,2 2-16 0,-1 0-272 0,1 0-48 0,2 2-16 16,0-2 0-16,0-1-352 0,3 1 128 0,2-4-128 15,1 1 0-15,0-1 0 0,2-2 0 0,1 0 0 0,1-2 0 16,2-3 0-16,1 1-208 16,-4-7 48-16,6 5 16 0,-6-5-176 0,0 0-48 0,8 1 0 0,0 2 0 15,-8-3 112-15,8-4 0 0,1-1 16 0,0-2 0 16,0-2-48-16,2-1-16 0,-1-2 0 0,2-2 0 15,0-3 32-15,1 0 0 0,1-1 0 0,-1-2 0 16,0-1 272-16,1 0 0 0,-1-1 0 16,3 0 0-16,0 0 0 0,-2 1 0 0,-1 4 0 0,-2 4 0 15,-1 3 224-15,-2 2-48 0,-2 2-16 0,-6 6 0 16,0 0 384-16,0 0 80 0,0 0 16 0,4 10 0 16,-2 3-160-16,-4 1-32 0,1 3 0 0,0 3 0 15,-2 0 0-15,0 1 0 0,0 1 0 0,0-2 0 16,0-1-144-16,2 1-48 0,0 1 0 0,-1-4 0 15,2-1-128-15,2-3-128 0,0-2 144 0,2 0-144 0,0-2 0 16,1 0 128-16,-5-9-128 0,0 0 0 0,7 3 0 0,-7-3 0 16,8 0 0-16,0-2 0 0,1-2-176 0,0-2 176 15,1-2-160-15,1-1 160 0,-1-2-176 16,0 0 176-16,2-2-192 0,1-2 192 0,2-2-192 0,-1-2 64 16,0-2 128-16,2 1-208 0,0-2 16 15,-1 4 16-15,0 1 0 0,-1 1 0 0,-2 3 176 16,-2 3-208-16,-2 3 80 0,-8 7 128 0,0 0 0 0,0 0 0 15,0 0 0-15,2 8 0 0,-2 3 0 0,-1 0 0 16,-1 4 0-16,-1 0 192 0,0 2-16 0,2-1 0 16,-3-2 0-16,2 1 0 0,0 3-176 0,2-5 0 15,2 0 0-15,0-1 128 0,3-3-128 0,2 0 0 16,-2-1 0-16,2-2 0 0,-1-3 0 0,1 0-176 16,0-2 176-16,1-2-192 0,-1-2 16 0,-1 0 0 15,2-1 0-15,0-2 0 0,0-3 32 0,0-2 0 16,1 1 0-16,0-3 0 0,0 2 0 0,1-2 0 15,1-1 0-15,-1-2 0 0,-1-1-112 0,2 1-32 0,-1-3 0 0,1 5 0 16,-2 2 112-16,-1 4 32 0,-3 2 0 0,-5 6 0 16,0 0 144-16,0 0 0 0,0 0-144 0,1 9 144 15,-2 3 176-15,-2 2 96 0,-2 2 32 0,0-1 0 16,0 1 32-16,1 1 16 0,2 1 0 0,2 0 0 16,-1-1-352-16,1-1 144 0,0-2-144 0,1-1 0 15,1 0 0-15,0-3 0 0,2-1 0 0,3-1 0 16,-1-3-528-16,2-3-16 15,0 1 0-15,1-3 0 0,0-3-608 16,2 2-128-16,-2-2-32 0,1-2 0 0,1-1-128 0,0-2-32 0,1-3 0 16,0 1 0-16,1 1 272 15,0-2 48-15,1-2 16 0,1-2 0 0,-2-3 368 0,0-3 80 16,0-1 16-16,-2 1 0 0,0 2 672 0,-2 1 320 0,-3 4-16 16,-2 3-16-16,0 2 896 0,-4 9 176 0,0 0 48 0,0 0 0 0,0 0 112 0,-1 9 16 15,-2 2 16-15,1 4 0 0,-1 5-352 0,1 3-80 16,-2 2-16-16,0 1 0 0,0 2-272 0,0 0-64 15,0 2-16-15,1 3 0 0,2-2-400 0,1 3-80 16,1 0-16-16,1-1 0 0,-1-5-256 0,2 1 128 16,-1-4-128-16,1 0 0 0,-2-6 144 0,0-1-144 15,-1-1 0-15,0-4 144 0,0-4-144 0,0 1 0 16,0-10 0-16,0 0 0 0,0 0-224 0,0 0 32 16,0 0 0-16,0 0 0 0,0 0-64 0,-2-7 0 15,-1-2 0-15,1-1 0 0,-1-4-112 0,2 0-16 16,-1-2-16-16,2 0 0 15,3-7-96-15,1 0-16 0,1-2 0 0,3-2 0 16,0-5-64-16,1-1-32 0,0-3 0 0,3 2 0 0,1-1 240 0,1 3 48 16,-2 0 16-16,-2 4 0 0,-1 0 304 0,1 4 0 15,-1 1 0-15,-2 1 144 0,1 5 224 0,1 3 32 0,1 1 16 0,-1 2 0 16,1 2 48-16,2 2 16 0,0 0 0 16,-1 3 0-16,0 1-320 0,0 5-160 0,0-1 160 15,-1 3-160-15,-1 3 176 0,-1 2-176 0,-4 4 192 16,-1 2-192-16,-2 5 192 0,-2-2-192 0,-3 3 192 0,-3 2-192 15,-2 1 288-15,-1 1-48 0,1 1-16 0,-2-1 0 0,0-2 32 16,-1-1 16-16,1-2 0 0,1-2 0 0,-1-1-272 16,2-1 128-16,2-1-128 0,1-3 0 15,1-4-1344-15,1-2-368 0,4-6-80 0,0 0 0 16,0 0-1984-16,0 0-400 0</inkml:trace>
  <inkml:trace contextRef="#ctx0" brushRef="#br0" timeOffset="140035.51">14831 4264 33631 0,'0'0'1488'0,"0"0"304"0,0 0-1424 0,1 9-368 0,1 1 0 0,-2 2 0 0,0 2 1792 0,0 2 304 15,0 5 48-15,0-2 16 0,-2 2-384 0,4 0-80 16,-1 0-16-16,0 0 0 0,-1 1-672 0,2-1-144 16,-1 0-32-16,2-2 0 0,-1-2-400 0,1-1-96 15,-1-3-16-15,2 0 0 0,-1-5-112 0,1 1-16 16,-2-1-16-16,-2-8 0 0,0 0-16 0,0 0 0 15,7 1 0-15,-1-1 0 0,-6 0-160 0,7-3 0 16,-1-3 144-16,0-1-144 0,-1 0 0 0,1-3 0 16,1-4 0-16,-1 0 0 0,1 1 0 0,1-2 0 15,0 0 0-15,-1-2 0 0,1-1-144 0,1 2 0 16,0-2 0-16,1 1 0 0,-1 0-176 0,1 2-48 0,-1 0 0 16,0 2 0-1,1 1-224-15,-1 3-48 0,0 0-16 0,-1 2 0 16,-1 3-16-16,0 2 0 0,-7 2 0 0,0 0 0 0,0 0 288 0,0 0 48 0,0 0 16 0,5 5 0 15,-5-5 320-15,5 8-176 0,1 1 176 0,-1-1-128 16,-1 0 128-16,1-2-128 0,-1 1 128 0,0 0-128 16,0 1 128-16,0-1 0 0,-4-7 0 0,4 6 0 15,-1-1 0-15,-3-5 0 0,3 7 0 0,-3-7 0 0,0 0 0 0,0 0 0 16,0 0 0-16,0 0 0 0,0 0 0 0,0 0 0 16,0 0 0-16,0 0 128 15,7 0-1104-15,0 0-224 0,-7 0-32 0,8-4-16 16,-1-1-1776-16,-1 0-368 0,1-1-64 0</inkml:trace>
  <inkml:trace contextRef="#ctx0" brushRef="#br0" timeOffset="140485.06">15179 4509 40607 0,'0'0'1792'0,"0"0"384"0,0 0-1744 0,5-4-432 0,3 0 0 0,0-1 0 16,0 0 576-16,1-1 16 0,0 0 16 0,3-1 0 15,1 0 224-15,-1-1 64 0,-1-3 0 0,0 2 0 16,1-1-544-16,1-1-96 0,-2 0-32 0,1-1 0 16,0 1-224-16,-3 1 176 0,0-2-176 0,-1 4 160 0,-2-2-160 15,-2 2 0-15,-2 2 144 0,-2-1-144 0,0 7 0 0,-4-3 0 16,-4 1 0-16,0 3 0 0,-4 2 128 0,-1 3-128 16,-1 5 160-16,-3 4-160 0,-4 1 480 0,0 5 0 15,0-2 0-15,2 2 0 16,-1 0 0-16,3 0 0 0,3 0 0 0,4 0 0 0,2-2-288 15,2 0-64-15,4-2-128 0,3-1 192 0,4-1-192 0,2 0-160 16,3-5 32-16,3 0 0 16,2-5-528-16,0-1-112 0,2-1 0 15,4-2-16-15,0-4-1168 0,1-2-224 0,0 0-64 0,2-2 0 16,1 1-240-16,2-3-48 0,-1 1-16 0</inkml:trace>
  <inkml:trace contextRef="#ctx0" brushRef="#br0" timeOffset="140858.82">15798 4273 23039 0,'-2'-4'2048'16,"-2"1"-1648"-16,1-2-400 0,-1 1 0 0,-2 0 4256 0,-2 2 768 16,0 0 160-16,-1 1 16 0,-1 1-3024 0,-2 1-592 15,-1 2-128-15,-1 1-32 0,-2 1-320 0,-1 2-64 0,0 0-16 16,1 1 0-16,1 0-496 0,0 1-96 16,1 0-32-16,1-1 0 0,-1 3-208 0,2 0-64 0,2-2 0 0,2 2 0 15,2-2-128-15,4-1 0 0,-1 0 144 0,3 0-144 16,3-1 0-16,2 4 0 0,3-2 0 0,1-1 0 15,1-3 0-15,4-1 0 0,0-2 0 0,1 2 0 16,1 0 0-16,1 0 0 0,1 1 0 0,1-3 0 16,0 3 0-16,-2-4-128 0,-1 1 128 0,-1 1 0 15,0 0 0-15,-1 4 0 0,-1-2 0 0,0 0 0 16,-4 0 0-16,-2 2 0 0,-2-2 0 0,-1 1 0 0,-1 2 0 0,-3 1 0 16,-4 1 128-16,-2 0-128 0,-1-4 176 0,-3 2-48 15,1 1 0-15,0-1 0 0,-4 0-128 16,1 0 192-16,-1-2-192 0,2 1 192 0,-2-3-192 0,0-2 0 15,0 0 0-15,-2-1 0 16,0 0-800-16,2 2-144 0,1 0-16 0,3-2-16 16,1-1-1168-16,8 0-224 0,-7-4-64 0,7 4-10896 15,0 0-2192-15</inkml:trace>
  <inkml:trace contextRef="#ctx0" brushRef="#br0" timeOffset="141214.63">16038 4354 11055 0,'3'-6'976'0,"2"1"-784"16,0 1-192-16,2 0 0 0,-1-1 6512 0,-2 1 1248 15,-4 4 256-15,-2-4 48 0,2 4-4736 0,0 0-944 16,-6-4-192-16,1 2-32 0,-1-2-944 0,-2 3-176 16,-2-1-32-16,-1 2-16 0,1 0-416 0,-2 2-96 15,-1 0-16-15,1 1 0 0,0-1-240 0,1 4-48 16,-1-2-16-16,0 1 0 0,2 1-160 0,-1 1 0 16,2 1 144-16,1-2-144 0,1 3 0 0,1-1 0 0,2 0 0 15,2 0 0-15,1 0 0 0,1-1 0 0,1 0 0 16,3-1 0-16,2 1 0 0,2 0 0 0,3-1 0 0,0-1 0 15,1 0 0-15,1 2 0 0,1-2 0 0,2 0 0 16,0 2 0-16,-1-3-128 0,1 0 128 0,1 1 0 16,0 1 0-16,-2 1 0 0,-1-3 0 15,-4 2 0-15,0 0 0 0,0 0 0 0,-3 1 0 0,0-1 0 0,-7-6 0 0,0 0 0 16,4 8 0-16,-3 0 0 0,-4-2 0 16,-2 2 128-16,-3 0-128 0,-1-1 128 0,-1-1-128 15,-3-1 176-15,-3 0-176 0,1 1 192 16,-2-2-192-16,0 0 0 0,-2-1 144 0,2 0-144 0,1-2 0 15,-1 2 0-15,0-2 0 0,2-1-192 16,2-1-1072-16,1 1-208 0,3-3-64 16,2 6 0-16,7-3-2352 0,0 0-464 0</inkml:trace>
  <inkml:trace contextRef="#ctx0" brushRef="#br0" timeOffset="141386.57">16235 4296 27647 0,'0'0'2448'0,"0"0"-1952"0,0 0-496 0,0 0 0 0,0 0 3648 0,0 0 624 15,0 0 128-15,7 8 16 0,-1 1-2368 0,-1 2-496 16,-1 0-80-16,-2 6-32 0,-2 0-624 0,-2 3-128 16,1 1-32-16,-2 1 0 0,1-3-432 0,-1 2-96 15,1 0 0-15,-1 0-128 0,0 1 128 0,1-2-128 16,-1-2 0-16,1-1 0 16,-1-5-1328-16,2-1-320 0,2 2-64 0,0-5-12544 15,-1-1-2512-15</inkml:trace>
  <inkml:trace contextRef="#ctx0" brushRef="#br0" timeOffset="141519.97">16326 4249 37439 0,'-1'-18'1664'0,"1"10"320"0,0-1-1584 0,1 1-400 0,2 2 0 0,0-1 0 0,-2 1 256 16,-1 6-16-16,0 0-16 0,0 0 0 16,0 0-928-16,8 6-176 0,0 1-32 0,1 1-15152 15</inkml:trace>
  <inkml:trace contextRef="#ctx0" brushRef="#br0" timeOffset="142095.1">16702 4322 39743 0,'-12'-5'1760'0,"12"5"352"0,-6-1-1680 0,-1 1-432 0,1-3 0 0,-1 3 0 0,1 3 1488 0,-2-2 224 16,0 0 32-16,-2 6 16 0,-4 1-144 0,-1 2-16 16,-2 3-16-16,-3 2 0 0,-1 0-592 0,1 1-112 15,0 1-32-15,1-3 0 0,0 2-432 0,4 0-96 16,2-1 0-16,1-1-16 0,3 1-304 0,1-2 0 15,3-4 128-15,2 1-128 0,2 0 0 0,1-3 0 16,0 0 0-16,1-2-144 0,-1-5-96 0,5 4-16 16,2-3 0-16,1 2 0 0,-1-3-64 0,3 0 0 15,0-4-16-15,2-1 0 0,-1-3 160 0,4-2 48 16,-1-2 0-16,2 0 0 0,-1-1 128 0,-2 1-128 16,1-2 128-16,0-2-128 0,1-1 128 0,1 0 0 0,1 2 0 0,-1-2-128 15,-2 3 128-15,-2 0 0 0,-2 5 0 0,-2 3 0 16,-1 2 160-16,-2 0 16 0,-5 4 0 0,0 0 0 15,0 0 160-15,1 7 48 0,0 2 0 0,1 2 0 16,-2 2-176-16,0 3-16 0,-2-2-16 16,2 2 0-16,2 1-176 0,-1-3 128 0,2 1-128 0,-2-2 128 15,2-4-128-15,-1-1 0 0,1-1 0 16,-1 1 128-16,1-1-128 0,-3-7 0 0,5 5 144 0,0-1-144 16,-5-4 0-16,12 0 144 15,-5-3-144-15,0 1 0 0,1-2 0 0,0-3 0 0,3-2 0 0,-2 1 144 16,1-1-144-16,1 1 0 0,0-5 144 0,2-2-144 15,0 0 0-15,2-4 0 0,-1 2 0 0,6-4 0 0,-3 3 0 16,-3 1 144-16,-4 6-144 0,-2 1 0 0,-1 3 0 16,-2 2 0-16,-1 1 0 0,-4 4 0 0,0 0 0 15,0 0 0-15,5 7 128 0,-5-7 0 0,5 10 0 16,0 1 0-16,1 0 0 0,-1 1-128 0,1 1 0 16,2 2 0-16,1-1 128 0,2-1-128 0,0-1 0 15,4-1 0-15,-2 0 128 0,1 2-128 0,1-1 0 16,0-2 0-16,1 0 128 0,1-2-128 0,-2 0 0 15,2 0 0-15,2-2 0 0,0 1 0 0,1-3 0 16,-2 0 0-16,2 0-192 16,-1 0-816-16,6-3-160 0,-2-2-48 0,2 1-15008 15,0 0-3008-15</inkml:trace>
  <inkml:trace contextRef="#ctx0" brushRef="#br0" timeOffset="169010.18">12795 5616 9215 0,'-6'-3'816'0,"1"2"-656"15,1-4-160-15,4 5 0 0,0 0 8272 0,0 0 1632 16,0 0 320-16,8-2 64 0,3 0-8224 0,0 0-1632 0,1 1-432 0,1 0 0 16,1 1 304-16,2-4-48 0,2 1-16 0,1 3 0 15,0 0-240-15,1 0 0 16,-2-2-144-16,2 0 144 16,-1 1-1536-16,3 0-224 0,0 1-32 0,3 0-11040 15,1-2-2208-15</inkml:trace>
  <inkml:trace contextRef="#ctx0" brushRef="#br0" timeOffset="169296.98">13737 5527 27647 0,'-1'-16'1216'0,"1"12"256"0,0 4-1168 0,0 0-304 0,0 0 0 0,1-3 0 0,-1 3 2784 0,0-6 496 15,0 0 112-15,0 6 0 0,0 0-1168 0,0 0-240 16,0 0-64-16,-8 5 0 15,1 3-784-15,-4 1-176 0,-1 3-16 0,1-2-16 0,-1 5-384 0,-2 0-80 16,-2 3-16-16,0 3 0 0,2-2-208 0,0 0-48 16,1-1-16-16,1 2 0 0,1-2-176 0,4-1 0 15,0-3 0-15,3-1 0 16,0 2-864-16,3-5-208 0,2-1-32 0,2 2-16 16,0-3-992-16,3-2-208 0,2-1-48 0,1 1 0 15,1-3-256-15,2 0-64 0,1-3-16 0,2-1 0 16,0-2-512-16,3-1-112 0,5 0 0 15,0-2-16-15</inkml:trace>
  <inkml:trace contextRef="#ctx0" brushRef="#br0" timeOffset="170856.25">14067 5574 13823 0,'3'-10'1216'0,"-1"-2"-960"0,0-1-256 0,-1 1 0 0,0 2 4720 0,1 0 896 16,-2 3 176-16,-2 0 32 0,-2 3-2368 0,4 4-496 0,-5-4-80 0,0 4-32 16,-3 2-992-16,-1 0-208 15,-3 5-48-15,-2-1 0 0,0 6-800 0,-2 4-160 16,-2 1-48-16,-1 0 0 0,0-3-208 0,1 3-64 15,-1 0 0-15,4 0 0 0,0 0-176 0,2-2-144 16,2 2 192-16,3-4-192 0,3 0 0 0,2-2 0 0,2-1 0 0,2-2 0 16,-1-8-512-16,0 0-16 15,6 7 0-15,4-4 0 0,0 0-496 0,2-2-80 0,2-1-32 0,0-4 0 16,1-1 144-16,-1-1 32 0,2-2 0 0,-1 0 0 0,1-2 496 0,1-2 96 16,-1 0 32-16,-1-2 0 15,0-2 336-15,-1-1-144 0,-1 0 144 0,1 0 0 16,1 0 0-16,-1 2-128 0,-1-3 128 15,-1 4 0-15,-3 4 0 0,-1 2 0 0,-2 0 0 0,1 4 0 0,-7 4 192 0,0 0 80 16,0 0 32-16,4 8 0 0,-4 3 544 16,-2-1 112-16,1 5 32 0,-2 0 0 0,0 2-352 0,0 3-64 15,-1 1 0-15,1-1-16 16,1-1-208-16,-1-1-32 0,1-1-16 0,2 0 0 0,2-3-304 16,1-1 0-16,-2-2 128 0,2-2-128 15,-1-3 0-15,-2-6 0 0,0 0-128 0,6 5 128 0,-6-5-208 16,0 0 48-16,7 0 16 0,1-1 0 0,-1-3 144 0,-1-2 0 15,-1-2-144-15,1-1 144 0,-1-2 0 0,1 0-144 16,0-4 144-16,1 0 0 0,1 0-192 0,1-3 64 16,-1 0 128-16,3 1-208 0,-1 0 48 0,0 1 16 0,1 1 0 15,-2 2 0-15,-1 1 144 0,0 3 224 16,0 1-48-16,-2 0-16 16,1 2-480-16,-2 2-80 0,-5 4-32 0,0 0 0 0,0 0 304 15,0 0 128-15,0 0-128 0,0 0 128 0,6 6 0 0,-2 3 0 16,-1 2 0-16,-1 2 0 0,0 0 0 0,-2 0 0 15,0 4 128-15,0-2-128 0,0 4 0 0,1-1 0 16,2-1 0-16,1 0 0 0,1 0 0 0,1 0 0 0,2-3 0 0,3 0 0 16,0-1 0-16,4 0-256 0,-1-5 64 15,2-1 0 1,-1-3-304-16,2 0-64 0,0-3-16 0,3 3 0 0,-1-4 176 0,-1 0 16 0,-1-5 16 0,0-1 0 16,3 0 176-16,-2-2 16 0,0 0 16 0,-1-1 0 15,0-3 160-15,-1-1 0 0,-2 0 0 0,2-2 0 16,0 0 0-16,-2-4 0 0,0-1 0 0,1 3 128 15,-4-4-128-15,0 6 0 0,-2-2 0 0,-3 4 0 0,0 0 128 16,-4 2-128-16,-3 2 160 0,-2 3-160 0,-2-1 352 0,-4 5-32 16,-1 0 0-16,-2 5 0 0,-1 2 176 0,-2 5 16 15,-4 1 16-15,-1 3 0 0,2 3-128 0,1 3-16 16,0-5-16-16,2 2 0 0,0 0-112 0,3 0-32 16,2-1 0-16,4-2 0 0,0-1-224 0,4 0 0 15,0-2 0-15,4-1 0 0,-1-1-144 0,4-5-80 16,-5-4-16-16,8 4 0 15,1-1-320-15,2-1-64 0,-1-2-16 16,3 0 0-16,1-4 240 0,-1-1 32 0,1-4 16 0,-1-1 0 0,1-2 112 0,2-1 32 16,-1-4 0-16,2 1 0 0,0-5 16 0,1 2 16 15,1-1 0-15,-1-2 0 0,1-4-48 0,0-1-16 16,1-1 0-16,0 2 0 0,0-1 112 0,-2 2 128 16,-3 2-208-16,-1 2 80 0,-4 1 128 0,-1 5 0 15,-2 2 0-15,-3 2 0 0,-2 5 256 0,-2 6 64 16,0 0 32-16,0 0 0 0,-6 5 352 0,-2 4 80 15,-4 1 16-15,0 6 0 0,1 2-304 0,-2 6-64 0,-2-1-16 16,2 3 0-16,1-1-64 0,2 0-16 0,0-2 0 0,2 1 0 16,1 2-176-16,3-1-32 0,3-2-128 0,2-1 192 15,2 0-192-15,2-2 0 0,3-2 0 0,1 0 0 16,2-3-272-16,0-2 48 0,4-3 16 0,-1-2 0 16,2-1-288-16,1-4-48 15,-1-1-16-15,3-2 0 0,-1-4 176 0,0-3 48 0,0-2 0 0,-1-1 0 16,2-2 112-16,-2 0 32 0,0-1 0 0,-2-4 0 0,1-1 48 15,1-1 16-15,1-2 0 0,-2 1 0 16,-3 1 128-16,-3 0-128 0,1 1 128 0,-5 1-128 0,1 4 128 0,-3 1 0 16,-3 3 0-16,-1 0 0 15,-3 1 0-15,-1 3 256 0,-1 1-64 0,-3 4-16 0,-2 3 352 0,-2 2 80 16,2 3 16-16,-2 2 0 0,-1-1-224 0,1 3-32 16,2 0-16-16,2 2 0 0,-1 3-160 0,1 1-48 15,3-1 0-15,1 0 0 0,3-2-144 0,2 2 0 16,0-3 0-16,3 2 0 0,1-1-192 0,2-2 16 15,1-2 16-15,2-1 0 16,3-1-1088-16,1-2-224 0,1-2-32 0,0-2-16 16,0-2-720-16,0-1-160 0,2-3-32 0,2-1 0 15,-2-2 896-15,2-1 192 0,-2-2 16 0,0 0 16 16,0-3 160-16,0 1 16 0,-1-4 16 0,1 0 0 0,-1-2 800 0,3 2 144 16,-1-2 48-16,-2 0 0 0,-3-2 320 0,0-2 64 0,0-1 0 15,-4 4 16-15,-3 5 1024 0,0 2 208 0,-4 3 32 16,1 3 16-16,-2 0 880 0,-1 5 192 0,0 0 16 0,0 0 16 15,-2 8-352-15,-2 2-80 0,2 1-16 16,0 3 0-16,-2 2-992 0,0 2-208 0,0-1-48 0,0 2 0 16,0 0-224-16,2 1-48 0,-1 1-16 0,0-1 0 15,1-6-352-15,0 2-64 0,2-1 0 0,2 0-16 16,-1-2-240-16,0-1 0 0,2-3 128 0,0-2-128 16,-3-7 448-16,5 8 64 0,-5-8 0 0,5 2 0 15,-5-2-960-15,8 0-176 16,-2-4-32-16,3-2-16 0,1 0 416 0,0-3 64 0,2-3 32 0,-1-1 0 0,1-1-32 15,0-3 0-15,0-1 0 0,1-3 0 0,2-3-64 0,0-1 0 16,-1-1-16-16,0 2 0 0,2 3 0 16,0-1 0-16,-1 2 0 0,-2 3 0 0,-2 3 80 0,-1-1 0 15,-1 5 16-15,-1 2 0 0,-3 4 176 0,-5 4-208 16,0 0 80-16,0 0 128 0,0 0 0 0,4 7 0 16,-1 2 224-16,-2 1-64 0,0 2 224 0,-1 2 32 15,0 2 16-15,0 0 0 0,0 2-256 16,0 0-48-16,0 3-128 0,-1-1 192 0,1 0-192 15,0 1 0-15,-1-1 128 0,1 1-128 0,0-2 0 0,0 1 0 16,1-6 0-16,-1 2 0 0,1-4-352 0,1-1-16 16,0-3 0-16,-2-8 0 15,0 0-2128-15,8 5-448 0,1-2-64 0,2-3-10496 16,2-3-2080-16</inkml:trace>
  <inkml:trace contextRef="#ctx0" brushRef="#br0" timeOffset="171523.23">16324 5407 17503 0,'0'0'1552'0,"0"0"-1232"0,-3-6-320 16,2 2 0-16,1 4 5200 0,0 0 992 16,-3-6 192-16,3 6 32 0,-5-2-3184 0,-1 1-640 0,-1-1-128 0,-1 2-32 15,0 2-1232-15,-1-1-256 0,-1 1-48 0,-1 4-16 16,1-4-464-16,-2 3-96 0,-2 2 0 0,1 1-16 16,0 0-176-16,0-1-128 0,1-1 144 0,2 0-144 15,1 1 0-15,2 1 128 0,2-2-128 0,0 1 0 0,1-2 0 0,4-5 0 16,0 0 0-16,0 8 0 0,1 1 0 0,2-1-128 15,1 1 128-15,2-1 0 16,3-2-128-16,2-1 128 0,0 0 0 0,1 1 0 0,1-1 0 0,1 0-128 16,1 0 128-16,0-1 0 0,1 0 0 15,0-1 0-15,-1-1 0 0,1 4 0 16,1 0 0-16,-3 1 0 0,-2 2 0 0,-2-3 0 0,0 1 0 0,-3 1 0 16,0-2 0-16,-2 3 0 0,-1-2 0 0,-1-1 0 15,-3 3 0-15,-2-2 144 0,0-2 96 0,-2 2 16 16,-3-1 0-16,-2 1 0 0,-1 1-48 0,-3-2 0 15,-2-1 0-15,4 2 0 0,-2-5-80 0,0 4-128 16,-2-4 176-16,2 1-176 0,0-2 0 0,3 0 0 16,1-1 0-16,1 0 0 0,1 0-160 0,7 0-32 15,0 0-16-15,0 0 0 0,0 0-96 0,0 0-16 16,0 0 0-16,0 0 0 0,0 0 48 0,7-5 0 16,1 1 0-16,2-1 0 0,2 0 272 0,1-2-192 15,2 0 192-15,4-1-160 0,0 0 160 0,2 0 0 16,1-1-144-16,3-3 144 0,1-2 0 0,0-2 0 15,3 1 0-15,2 0 0 0,2 1 0 0,-2 0 0 0,-1-2 0 0,-1 0 0 16,-2 1 0-16,-2-1 0 0,-3-1 160 16,-4 1-160-16,-2 5 192 0,-3 2-192 0,-3 1 192 15,-2 0-192-15,-4 0 272 0,-4 8-48 16,0 0-16-16,0 0 0 0,0 0 176 0,-6-3 16 0,-4 2 16 0,-1 5 0 16,-4 5-192-16,-2 4-32 0,-1 0-16 0,-1 2 0 15,-1 0-176-15,-1-2 128 0,2 2-128 0,2 0 128 16,2-2-128-16,4 4 0 0,0-4 0 0,3 2 0 15,4-2 0-15,2 1 0 0,1-2 0 0,1 1 0 0,2-3-160 0,5 2 160 16,1-2-208-16,1 1 80 16,2-5-144-16,2 1-32 0,2-3 0 0,2-2 0 15,1 1-480-15,2 0-112 0,0-5 0 0,1-2-16 16,1-2-752-16,-1-1-128 0,0-2-48 0,1-1 0 16,-1-2-1440-16,3-2-304 0,-4-1-48 0,1-4-12560 15</inkml:trace>
  <inkml:trace contextRef="#ctx0" brushRef="#br0" timeOffset="171778.29">17000 5382 8287 0,'0'-6'736'0,"0"-2"-592"0,-1 0-144 0,-3 0 0 0,-1 2 6464 0,0 2 1248 16,0 0 256-16,1 3 48 0,4 1-3888 0,0 0-784 16,-7 4-144-16,2 2-48 0,1 3-1408 0,0 3-272 15,-1 4-64-15,1 3-16 0,0-2-592 0,2 4-112 16,-1 2-32-16,2 2 0 0,-2-3-336 0,2 3-64 16,-1 1 0-16,2-2-16 0,0-1-64 0,0-1-16 15,2 1 0-15,-1-3 0 0,0-1-160 0,1-2 192 16,0-2-192-16,1-4 192 0,-3-11-192 0,4 9 160 15,-2-1-160-15,-2-8 160 0,7 5-160 0,-7-5 192 0,0 0-192 0,9 0 192 16,0-7-192-16,0-1 192 0,0-2-192 0,2-2 192 16,-1-2-192-16,2-2 0 0,0-3 144 15,2-2-144-15,2-3 0 0,1 0 0 0,2-4 0 0,3 0 0 16,2-2 0-16,1-2 0 0,1 0 0 16,1-1 0-16,0 1-208 0,1-1-16 0,-1 2 0 0,2 1 0 15,6 1-2272 1,2 3-464-16</inkml:trace>
  <inkml:trace contextRef="#ctx0" brushRef="#br0" timeOffset="172603.46">21789 2285 28559 0,'-4'-21'1264'0,"2"13"272"0,-2 0-1232 0,0 0-304 16,0 3 0-16,1 1 0 0,3 4 4000 0,0 0 736 16,0 0 160-16,0 0 32 0,-8 12-3632 0,1 6-720 15,-4 4-128-15,-1 6-48 0,-2-1 16 0,0 6 0 16,-1 3 0-16,0 2 0 0,-1 0-32 0,2 0 0 16,1-2 0-16,1-1 0 0,0-5-208 0,3-4-48 15,1-2-128-15,2-7 192 0,1-2-64 0,1-1-128 16,1-4 176-16,0-4-176 0,3-6 144 0,0 0-144 15,0 0 0-15,0 0 144 0,2-6-144 0,0-3-144 16,2-6 144-16,3-1-208 0,2-7 16 0,0-1 0 0,1-5 0 0,2-2 0 16,1-5 192-16,2 0-192 0,0-2 192 15,2 2-192-15,0 0 192 0,0 5 0 0,-3 4 0 0,-1 3-144 16,-2 6 144-16,-2 6 224 0,-3 3-48 16,-6 9-16-16,0 0 144 0,3 9 16 0,0 6 16 0,-3 3 0 15,-3 5-144-15,0 6-16 0,0 4-16 0,0 3 0 16,2 5-160-16,-1-1 0 0,1-1 144 0,1-1-144 15,1-3 0-15,1-2 0 0,0-3 0 0,2-3 0 16,0 0-896 0,3-3-192-16,-2-5-32 0,1-2-16 0,1-2-1536 15,1-4-304-15,-2 1-64 0,2-5-15408 0</inkml:trace>
  <inkml:trace contextRef="#ctx0" brushRef="#br0" timeOffset="173100.59">21676 2356 23039 0,'-4'-5'2048'15,"0"1"-1648"-15,-1 0-400 0,5 4 0 0,-6 2 5104 0,6-2 928 16,-4 6 192-16,2 3 48 0,-1-2-4880 0,1 3-976 16,-1 3-192-16,0 4-32 0,2 4 96 0,0 5 32 15,-1 3 0-15,1 5 0 0,-1 5 80 0,0 1 32 16,0 7 0-16,0 5 0 0,2 1-112 0,-1 3-32 15,0 4 0-15,-1 3 0 0,2 5-288 0,0 4 160 16,2 4-160-16,-2 0 128 0,0-13-128 0,0 6 0 16,-2 7 0-16,1 3 128 0,0 5-128 0,-3 2 0 0,-3 4 144 15,0-2-144-15,-1 6 128 0,0-1-128 16,3-1 128-16,-3 1-128 0,0-1 0 0,-8 84 144 0,3-27-144 0,3-19 0 16,-3-13 240-16,1-8-64 0,0-2-16 15,9-48 0-15,-1 10 32 0,0 6 0 0,-4 5 0 16,1 2 0-16,2 3 0 0,0 2 16 0,0 4 0 0,-4 75 0 15,2-33-80-15,2-17-128 0,1-7 176 0,1-9-176 0,-1-7 224 16,1-4-64-16,-3-8-16 0,1 0 0 0,-1-2 0 16,-1 1 0-16,-1-2 0 0,0-4 0 0,2-9-16 15,-1-2 0-15,1-3 0 0,-1 1 0 0,2-1 32 16,0-5 0-16,0 1 0 0,1-5 0 0,1-4 16 16,2-4 0-16,0-7 0 0,1-2 0 15,0 1-32-15,2-1 0 0,1-5 0 0,-1 0 0 0,1-3-144 0,0 0 0 16,-1-4 144-16,3-1-144 15,-2-2 0-15,1 1 0 0,-1 0 0 0,-1-5 0 0,1-2 0 0,-1-1 0 16,1-4-192-16,-3-8 64 16,3 10-1040-16,-3-10-208 0,6 8-32 0,-6-8-16 15,12 5-2272-15,1-5-448 0,0-4-80 0</inkml:trace>
  <inkml:trace contextRef="#ctx0" brushRef="#br0" timeOffset="173791.89">21269 8016 23039 0,'0'0'2048'0,"0"0"-1648"0,0 0-400 0,0 0 0 0,0 0 3824 0,0 0 672 16,8-4 144-16,2 1 32 15,2 1-3312-15,2 0-656 0,2 0-128 0,2 0-16 0,3 2 528 0,4-2 96 16,3 1 32-16,5-2 0 0,2-2-496 0,4 1-80 15,2 0-32-15,4 0 0 0,5-1-224 0,5-2-32 16,2 1-16-16,8-1 0 0,4-1-192 0,3 1-144 16,1 0 192-16,4-1-192 0,-13 2 144 0,9-2-144 15,8 0 0-15,2 0 144 0,1 0-144 0,7-2 128 16,8 1-128-16,1 1 128 0,2 2 48 16,2-2 0-16,4 0 0 0,2 1 0 0,2-2 16 0,3 1 16 15,0-2 0-15,4 4 0 0,5 0-80 0,0 1-128 16,-1-1 176-16,6-1-176 0,4-1 128 0,-2 0-128 15,-3 2 0-15,4-2 0 0,5 3 144 0,-3 0-144 16,-5-1 0-16,5 1 144 0,6 4-144 0,-5-4 192 16,-7 1-192-16,5 2 192 0,8 2-192 0,-11 2 192 15,-15 0-192-15,5-2 192 0,10 2-192 0,-8-1 128 16,-17 0-128-16,0 2 128 0,0-3-128 0,2 3 0 16,1 0 144-16,-7-1-144 0,-13-1 128 0,-3-1-128 15,-1-1 128-15,0 1-128 0,5 1 0 0,-6 0 144 0,-7 2-144 0,-7-2 0 16,-8-2 144-16,-5 0-144 0,-5-1 0 0,-5 1 144 15,-6-2-144-15,-2 0 160 0,-4 1-160 0,-1 1 160 16,-5-2-160-16,-4 1 160 0,-2 0-160 0,-3-2 160 16,-4 2-160-16,-1-1 192 0,-3 2-192 0,-4 0 192 0,0-2-192 0,-7 3 0 15,0 0 144-15,0 0-144 0,0 0 0 0,0 0-160 16,0 0 16-16,0 0 0 16,1-3-608-16,-3 0-112 0,-1 0-32 15,-2 0 0-15,0 3-864 0,-1-1-176 16,-1-2-48-16,-1-2 0 0,1 4-2464 0,2-3-496 0</inkml:trace>
  <inkml:trace contextRef="#ctx0" brushRef="#br0" timeOffset="174074.99">28261 7562 3679 0,'0'0'160'0,"0"0"32"0,0 0-192 0,0 0 0 0,-6-6 0 0,3-1 0 0,0 1 8640 0,0 2 1696 16,3 4 336-16,0 0 64 0,0 0-7152 0,0 0-1440 16,0 0-288-16,0 0-48 0,0 0-528 0,0 0-96 15,0 0-32-15,-1 8 0 0,0 1-576 0,1 0-112 16,2 1-16-16,2 1-16 0,0-4-240 0,3 1-64 15,1 1 0-15,1-1 0 0,0 1-128 0,0 0 0 16,3 2 144-16,-1-3-144 0,2-2 0 0,2 3 0 16,0-1 0-16,1 4 0 0,-3-2 0 0,0 3 0 15,0 0 0-15,0-5 0 0,-2 0 0 0,-2 0 0 16,-4-2 0-16,0 2 0 0,-1-1 0 0,-1 1 0 16,-3-1 0-16,-3 0 0 0,-2-1 128 0,-3-2-128 15,-2 3 128-15,-3-1-128 0,-2 2 240 0,0 0-32 16,-2 2 0-16,1-4 0 0,-2 0-32 0,-1-1-16 0,0 2 0 0,-1-3 0 15,1 1-160-15,1 0 0 0,1 0 0 0,1 1 0 16,2-2-896 0,2 1-224-16,1 0-32 0,4 0-22912 0</inkml:trace>
  <inkml:trace contextRef="#ctx0" brushRef="#br0" timeOffset="174808.01">20389 2635 34095 0,'0'0'3024'0,"0"0"-2416"16,-5 0-480-16,5 0-128 0,-7 4 2496 0,2 3 464 16,0 2 112-16,-1 3 0 0,1 3-2320 0,0 5-480 15,0-2-80-15,0 7-32 0,-1 1 416 0,1 3 64 16,0 2 32-16,0 2 0 0,0-3-256 0,-1 0-48 0,1 0-16 16,1-1 0-16,-1-2-224 0,1 1-128 0,-1 0 128 15,1-4-128-15,1-3 0 0,1-2 0 0,-2-3 0 0,0-1 0 31,0-3-1424-31,1-3-304 0,1-2-64 0,2-7-16 16,0 0-1920-16,0 0-384 0</inkml:trace>
  <inkml:trace contextRef="#ctx0" brushRef="#br0" timeOffset="175049.08">19994 2665 43935 0,'-20'-13'1952'0,"14"9"400"0,-2-1-1888 0,0 0-464 0,0 1 0 0,3 0 0 0,0-2 688 0,2 0 32 15,1 1 16-15,2 5 0 0,0-5 416 0,4 0 96 16,1 1 16-16,3 0 0 0,3 1-672 0,4-2-128 16,2 0-16-16,2 2-16 0,3-2-128 0,4 0-32 15,3-2 0-15,2 1 0 0,3-1-80 0,3 1 0 16,1 1-16-16,1-1 0 0,1 1-176 0,1 0 0 16,-1 0 0-16,-1 1 128 0,-2-1-128 0,-1 3-256 15,-2-3 64-15,-1 4 16 16,-2-2-2080-16,-1 3-432 0,-3 3-64 15,-2-2-18368-15</inkml:trace>
  <inkml:trace contextRef="#ctx0" brushRef="#br0" timeOffset="175875.55">28232 8619 20271 0,'0'-22'1792'0,"-3"13"-1424"0,-1-4-368 0,3-3 0 15,0 0 5664-15,0-1 1056 0,-1-3 224 16,1 2 32-16,-3 2-5152 0,0-2-1040 0,0 1-208 0,-1 3-32 16,-2-2 752-16,0 3 160 0,-5-1 16 0,-1 1 16 0,1 3-656 15,-2 3-128-15,-2 0-16 0,-1 1-16 0,-2 2-336 0,-3 2-64 16,-2 1-16-16,-1 2 0 0,-1 1-112 0,0 2-16 15,0 2-128-15,1-2 192 0,-1 1-192 0,4 2 0 16,2-1 128-16,4 3-128 0,1-2 0 0,5 1 0 16,2 1 0-16,3 0 0 0,2 0 0 15,3-1 0-15,3 4 0 0,5-3 0 0,3 1-208 16,5 2 64-16,2 0 16 0,4 1 0 0,4 1 128 0,2 2-160 16,0-2 160-16,1 2-160 0,0-1 160 15,-4 2 0-15,-1 0-144 0,0 0 144 0,-3-1 0 0,-2-2 0 16,-3 2 0-16,-2-1 0 0,1 0 0 15,-4-1 0-15,-2-1 0 0,-3 0 0 0,-8 0 144 0,0-4-144 16,-2 2 160-16,-3-1-160 0,-4-1 192 0,-4 0-64 16,1-1-128-16,-3-1 192 0,-3-3-192 0,0 0 144 15,0 0-144-15,-2-3 128 0,-4 0-128 0,0-2-192 16,-2 1 32-16,0-3 16 16,-2-1-1200-16,0-1-256 0,0-3-32 0</inkml:trace>
  <inkml:trace contextRef="#ctx0" brushRef="#br0" timeOffset="176776.64">22966 7222 34095 0,'-6'-22'1504'0,"2"10"320"0,-1 0-1456 0,2-1-368 16,2-8 0-16,5-3 0 0,2-4 2080 0,2-6 352 15,1 2 64-15,2-6 0 0,2-3-1664 0,1-3-320 0,3-5-80 0,0-6-16 16,1 0 176-16,2-6 48 0,-3-6 0 0,2-4 0 16,2-8 192-16,2-4 32 0,1-10 16 0,1-3 0 15,2-6-272-15,4-7-48 0,3-10-16 0,7-3 0 16,6-4-288-16,6-5-64 0,3-10-16 0,5 1 0 15,3 1-176-15,0-3 0 0,-3-4 144 0,-18 53-144 0,8-7 0 0,4-3 0 16,5-4 0-16,1 4 0 0,-2 5 0 0,0 6 144 16,-1 4-144-16,-2 6 0 15,-2 3 160-15,2 8-160 0,1 6 128 0,1 9-128 0,-2 6 0 0,-2 5 128 16,-1 6-128-16,-3 3 0 0,-1 4 0 0,-1 2 0 16,-1 4 0-16,2 4 0 0,4 5 0 0,0 2-176 15,2 2 176-15,-2 6-128 0,-1 0 128 0,-2 3 0 16,-2 4 0-16,-1 4 0 0,0 1-160 15,0 10 160-15,1 1-192 0,2 8 192 0,2 3 0 0,1 12 0 16,-1 8 0-16,-1 15 0 0,-1 8 0 0,1 10 0 16,5 4 0-16,1 13 144 0,4 12-144 0,8 5 0 15,4 3 0-15,40 71 0 0,-20-16 0 0,-5-13 0 16,-5-9 0-16,-2-5 0 0,1-6 0 0,-4-2 0 16,1-5 0-16,-4-7 0 0,-2-5 0 0,-4-6 0 15,-5-3 0-15,-2-5 128 0,1-3-128 0,-1-7 0 16,-5 0 144-16,-4-7-144 0,-6-2 0 0,-4-8 144 0,-3-5-144 0,-4-2 0 15,-5-8 160-15,-2-5-160 0,-5-5 128 0,0 1-128 16,0-4 160-16,-1-4-160 0,-3-5 192 16,1-5-192-16,-2-4 192 0,1-3-64 0,-3-1 0 0,2-3-128 15,-1-3 176-15,1-2-176 0,-4 1 160 0,1-7-160 16,-3-4 0-16,0-3 0 0,-2-3-208 16,-1 1 64-16,-1-1-1328 0,-1-3-272 0,1-2-48 15,-4-1-13168-15,-5 1-2624 0</inkml:trace>
  <inkml:trace contextRef="#ctx0" brushRef="#br0" timeOffset="178454.7">27141 6000 27647 0,'0'0'2448'0,"0"0"-1952"0,0 0-496 0,0 0 0 16,0 0 3760-16,0 0 656 0,0 0 128 0,0 0 16 15,0 0-3552-15,0 0-720 0,0 0-144 0,0 0-16 16,0 0 640-16,0 0 128 0,2 9 16 0,1-1 16 15,-3-8-288-15,0 0-64 0,-3 7-16 0,-1-1 0 16,-1 1-96-16,0-2-16 0,-1-2 0 0,-1-2 0 16,-2-1-192-16,1-1-64 0,0-3 0 0,2 2 0 15,-1-2 0-15,1 2 0 0,-1-3 0 0,1-1 0 0,0 0-192 0,1-3 144 16,1 0-144-16,2-2 128 0,-1 0-128 0,2-3 0 16,-1 1 0-1,2 2 128-15,2-1-128 0,2 3 0 0,2-4 0 16,2 1 0-16,1 0 0 0,2 2 0 0,0 1 0 0,2 0 0 0,0 1-144 15,0 1 144-15,-2 2 0 0,2 4 0 0,0-2 0 0,-1 6 0 16,-1-3 0-16,1 1 0 0,0 4 0 0,-3-1 0 16,-1 3 176-16,-8-7-176 0,6 9 208 0,-2 1-64 15,-1-1-16-15,-3 2 0 0,-4-1 32 0,0 3 0 16,-1-4 0-16,-3 2 0 0,-1 1 32 0,-2-1 0 0,0-3 0 16,0 0 0-16,1-1-48 0,-2-1 0 0,-1-1 0 0,-1 0 0 15,-1-1-144-15,1 0 192 0,1-1-192 0,0-3 192 16,0 0-192-16,1-3 128 0,2 2-128 0,1-2 128 15,0-3-128-15,1-1 0 0,1 0 0 16,2 0 0-16,1 0 0 0,1 0 0 0,1-1 0 0,1-1 0 16,1 1 0-16,1 1-176 0,3 1 176 15,1-3-128-15,2 0 128 0,-2-1 0 0,4 1-144 16,1-1 144-16,5 3 0 0,-1 1-144 0,-2-1 144 0,2 2 0 16,2 1-128-16,-2 2 128 0,-2 0 0 0,1 2 0 15,-1 2 0-15,-1 0 0 16,0 1 0-16,0-1 0 0,0 4 0 0,-3 0 0 0,-2 3 0 0,-2-1 0 15,0 1 0-15,-1 2 0 0,-3 0 144 0,-2 0-144 16,0-3 128-16,-4 1-128 0,1 1 128 0,-1 1-128 16,-2-2 192-16,0 0-32 0,-1 0-16 0,1-1 0 0,3-2-16 15,-3 1 0-15,-2-4 0 0,-1 0 0 0,1 1-128 0,-1-2 160 16,0-2-160-16,0 0 160 0,2 1-160 16,0-2 128-16,0-3-128 0,0 0 128 0,1 0-128 0,0-3 0 15,0-2 0-15,2 0 0 16,-1 1 0-16,2-1-144 0,0 1 0 0,1-3 0 15,1-2-560-15,2 1-128 0,2-5 0 0,1 4-16 16,2-4-1264-16,3 1-240 0,4 6-48 0,2-1-12128 16,1 1-2416-16</inkml:trace>
  <inkml:trace contextRef="#ctx0" brushRef="#br0" timeOffset="178729.69">27778 5956 23039 0,'0'0'1024'0,"0"0"192"0,0-7-960 0,2 1-256 0,-2 6 0 15,0 0 0-15,2-8 4128 0,-2 8 784 16,0 0 144-16,0 0 48 0,5-5-2448 0,-5 5-480 0,0 0-112 0,0 0-16 16,0 0-768-16,6 6-176 0,-2 2-16 0,-1 3-16 15,0 0-384-15,0 0-80 0,-1 2-16 0,1 0 0 16,0 0-368-16,-1 1-80 0,1-2-16 0,-3 1 0 15,0 1-128-15,0 1 0 0,2-1 0 0,-2 0 0 16,-1-1 0-16,1 0-192 0,1-1 0 0,-1 0 16 16,0-3-1168-16,0-1-256 15,2-2-32-15,0 2-16 0,2 0-1680 0,-1 0-320 0,-2-2-80 16</inkml:trace>
  <inkml:trace contextRef="#ctx0" brushRef="#br0" timeOffset="179213.04">27849 5805 3679 0,'0'0'160'0,"-3"-4"32"16,-1-3-192-16,-1-1 0 0,-2 1 0 0,2 0 0 0,0 1 6928 0,-1-1 1344 15,-2-1 272-15,1 2 48 0,-2-1-5232 0,1 2-1056 16,-1 2-192-16,1 2-64 0,-1 0-560 0,0-2-112 15,-1 2-32-15,-1 5 0 0,-1 0-480 0,-1 2-96 16,-1 2-32-16,-2 4 0 0,-1 0-32 0,1 2-16 16,-3 3 0-16,1 0 0 0,0 4-192 0,1 2-48 0,1 3 0 0,1 0 0 15,0-1-144-15,3 0-48 16,2 2 0-16,3 1 0 0,2-2-128 0,4 0-128 0,2 1 144 16,3 0-144-16,3 0 128 0,3-1-128 0,1 0 0 15,2 0 144-15,1-1-144 0,3-1 0 0,4 0 0 0,0-2 0 16,-1-3 0-16,4-4 0 0,2-1 0 15,1-3 0-15,2-1 0 0,1-2 0 0,1-2 128 16,2-2-128-16,-2-2 0 0,-1-4-256 0,0 1 64 0,-1-3 16 16,-2-2 0-16,-2-1 0 0,-2-3 0 0,-2 0 0 15,-1-3 48-15,-3-2 0 0,-1-2 0 0,-1-3 0 0,-2-1 128 16,-2-1 0-16,-4-3 0 0,1-1 0 16,0-1 0-16,-1-2 0 0,-5 1 0 0,0 0 0 0,-2 4 0 0,-2 1 0 15,-2 1 0-15,-1-1 128 0,0-2-128 16,-2 1 0-16,0 2 0 0,-1 3 0 0,-3-2-368 0,2 1 16 15,1 3 0-15,-1 0 0 16,-1 2-1632-16,2-3-336 0,0 3-64 0</inkml:trace>
  <inkml:trace contextRef="#ctx0" brushRef="#br0" timeOffset="180312.34">27052 6045 21183 0,'0'0'944'0,"0"0"192"0,0 0-912 0,0 0-224 0,-2-6 0 0,-1 1 0 0,-1 0 2944 0,1 2 560 15,2-2 96-15,1 5 32 0,-3-5-1376 0,3 5-272 16,0 0-48-16,2-7-16 0,-1 1-720 0,2-5-160 15,-1 2-16-15,2 0-16 0,-1 1-224 0,-2 2-32 16,2-5-16-16,-1 1 0 0,-2-2 32 0,3 2 16 16,0-3 0-16,-2 0 0 0,1-2-208 15,0 0-32-15,-2-2-16 0,1-1 0 0,0-1-160 0,-1-3-48 16,-1-1 0-16,1-2 0 0,1-1-128 0,-2 0-16 16,0-4-16-16,-1 0 0 0,1-1-160 0,1-5 192 15,0-3-192-15,0-1 192 0,0-5-192 0,-1 1 160 16,1-3-160-16,1-1 160 0,0-2-160 0,1 1 0 15,2-1 0-15,0 0 0 0,-2-4 0 0,0-1 0 16,0 1 128-16,1-1-128 0,-3 0 0 0,1-1 0 0,0 3 0 16,-1 3 128-16,0 0-128 0,0 4 0 15,-2 0 0-15,2-1 0 0,0 1 0 0,0 2 128 0,0 1-128 0,0 0 0 16,0 0 0-16,-2 1 0 0,2 0 0 0,2 2 0 16,-1 4 0-16,0 0 0 0,-1 1 128 0,2 1-128 15,0 2 0-15,0-1 0 0,-1 2 0 0,0 0 0 16,0 2 0-16,1 3 0 0,0-3 0 0,0 4 0 15,-1 3 0-15,0 1 0 0,1 2 0 0,-1-1 0 16,-1 1 0-16,0 3 0 0,0 2 128 0,0 1-128 16,-1 0 0-16,-1 1 0 0,1-1 0 0,0 4 0 15,-1 2 0-15,1-1 0 0,0 3 0 0,1 0 0 16,0 0 0-16,0 5 0 0,-3-7 128 0,3 7-128 16,-1-5 0-16,1 5 0 0,-3-5 0 0,3 5 0 0,0 0 0 0,0 0 0 15,0 0 0-15,0 0 0 16,-2-4-640-16,2 4-96 0,0 0-32 0,0 0 0 15,0 0-1280-15,0 0-272 0,0 0-48 0,0 0-18560 16</inkml:trace>
  <inkml:trace contextRef="#ctx0" brushRef="#br0" timeOffset="181473.45">27086 3544 5519 0,'0'0'496'0,"0"0"-496"16,0 0 0-16,0 0 0 0,0 0 5760 0,0 0 1072 0,0 0 208 0,0 0 32 16,0 0-4384-16,0 0-896 0,0 0-160 0,0 0-32 15,1 9 208-15,1 2 48 0,-2-1 16 0,0 2 0 16,-2 0-656-16,0-1-128 0,0 1-16 0,1-2-16 15,-3 0-240-15,0 0-48 0,0-1-16 0,-1 0 0 16,-1-1-192-16,0-1-48 0,1-4 0 0,-1 3 0 16,-2-5-192-16,0 0-32 0,0-1-16 0,0 2 0 15,1-2-112-15,0-2-32 0,1 0 0 0,-1-4 0 16,1 0-128-16,-1-2 0 0,0-1 0 0,2 0 128 16,1-3-128-16,2-1 0 0,0-1 0 0,4-1 0 0,0 1-144 0,2-2 144 15,0 2-192-15,1-3 192 16,2 4-192-16,1-1 192 0,-2 1-192 0,3 1 192 15,1 2-176-15,0 0 176 0,2 3-160 0,-2 1 160 0,1 3-128 16,2-1 128-16,0 1 0 0,0 2-144 0,-3-1 144 0,1 2 0 16,-2 2 0-16,0-1 0 0,-9-1 0 0,9 9 0 15,-3-2 0-15,0 2 0 0,-2 1 128 0,-3 1-128 16,0 0 128-16,-1 2-128 0,-1 0 128 0,-2 2-128 16,-2-1 128-16,0-1-128 0,0-1 176 0,-1 1-48 15,-3-1 0-15,0-1 0 0,0-1 0 0,-1-1 0 16,-2-3 0-16,1 1 0 0,1-2 0 0,0-1-128 15,-1 0 192-15,1-3-64 0,-1-1-128 0,2-1 160 16,0-1-160-16,-1-1 160 0,-1-3-160 0,2 0 0 0,1-2 0 16,2-1 0-16,-1 0 0 0,2 0 0 15,1-2 0-15,3 1 0 0,1-2 0 0,1 0-176 16,0-1 176-16,2 1-128 0,0 1 128 0,3 2-128 16,2-3 128-16,0 3-128 0,1 0 128 0,1-2-128 15,1 2 128-15,0 0-128 0,1 2 128 0,2 1 0 16,1 1 0-16,0-1-128 0,2 1 128 0,-1 1 0 15,0 0 0-15,-1 3 0 0,0 1 0 0,-1 0 0 16,0 0 0-16,-1 1 0 0,-2 3 0 0,-2 2 0 0,-3 0 0 0,0 2 0 16,-2 0 144-16,-3 2-144 0,-2 2 192 0,-2 1-192 15,-4 0 224-15,1 3-64 0,-2-3-16 0,-2 1 0 16,-2 2 16-16,0-3 0 0,-1 0 0 0,0 0 0 0,-2-2-16 16,0 0 0-16,-2 1 0 0,0-6 0 15,0 1-144-15,2-5 192 0,-1 2-192 0,0-1 192 0,2-2-192 0,-2-2 128 16,2-2-128-16,0-1 128 0,1-2-128 15,1-1 0-15,2 1 0 0,0-2-176 16,3-1-544-16,-1 0-112 16,1-3-32-16,3 3 0 0,3 0-1120 0,5 0-208 15,4 1-48-15,5 0-12032 0,2-5-2384 0</inkml:trace>
  <inkml:trace contextRef="#ctx0" brushRef="#br0" timeOffset="181943.67">27551 3152 27647 0,'-7'-7'2448'0,"7"7"-1952"0,-4-2-496 0,1-4 0 0,2 1 4064 0,1 5 720 0,0 0 144 0,2-5 16 15,1 1-3456-15,0-3-688 0,2 4-144 0,1-1-16 16,2-2 192-16,1 3 64 0,0-1 0 0,3-2 0 16,0 2-592-16,1 1-112 0,0 0-32 0,0 0 0 15,-1 1-160-15,-3 2 160 0,1 0-160 0,-1 1 160 16,-9-1-32-16,10 1-128 0,-10-1 192 0,0 0-64 0,6 7 112 0,-1 2 16 16,-2-2 0-16,-2 2 0 15,-1 1-16-15,-4 1 0 0,0 2 0 0,-1 0 0 16,-1 4-80-16,-3-1-16 0,-2 4 0 0,-1-2 0 15,-1 1-144-15,0-1 192 0,2 0-192 0,-1 0 192 0,1 1-192 0,2-5 160 16,1-1-160-16,2-1 160 0,-1-2-160 0,2-1 192 16,3-1-192-16,0 0 192 0,2-8-192 0,0 8 0 15,0-8 144-15,0 0-144 0,0 0 0 0,7 5 144 16,1-2-144-16,1-1 0 0,1-1 0 0,2 1 0 16,0-1 0-16,1-1 0 0,1-1 0 0,2-2 0 15,-1 1 0-15,4-2 0 0,-1 0 0 0,1 1 0 16,2-1-128-16,0 0 128 15,1-1-896-15,2 0-64 0,-1 0-32 0,2-1 0 16,1 6-2464-16,-3 0-512 0</inkml:trace>
  <inkml:trace contextRef="#ctx0" brushRef="#br0" timeOffset="182704.44">27083 4622 37199 0,'0'0'1648'0,"0"0"336"0,3-6-1584 0,1 1-400 15,-4 5 0-15,0 0 0 0,4-6 864 0,-4 6 96 0,0 0 0 16,0 0 16-16,0 0 880 0,0 0 192 0,-3 11 16 0,-1 2 16 15,-2 4-864-15,-2 4-192 0,-1 2-16 0,-2 1-16 16,1-1-352-16,0 0-80 0,0 0-16 0,0-1 0 16,1-1-192-16,0-2-32 0,0-1-16 15,1-2 0-15,0-2-144 0,1-3-32 0,2-3 0 0,3-2 0 16,-2-1-128-16,4-5 192 0,0 0-192 0,0 0 192 16,0 0-192-16,0 0 0 0,0 0 0 15,-3-5 0-15,4-3 0 0,1 1 0 0,0-5 0 0,1-1 0 16,1-3-192-16,1-2 192 0,0-3-192 0,2-2 192 0,1-2-192 15,-1 0 192-15,3-2-160 0,-1 2 160 0,0 1 0 16,0 4-144-16,0 0 144 0,0 3 0 0,-1 1 0 16,-1 6-128-16,0-2 128 0,1 4 0 0,-8 8 0 15,0 0 0-15,9 3 0 0,0 1 0 0,-2 2 0 0,1 2 192 16,-2 3-32-16,1 2-16 0,-2 2-16 16,0 2 0-16,0-1 0 0,3 1 0 0,0 0-128 0,1 0 0 15,0 0 0-15,3-2 0 16,0 0 0-16,1-2 0 0,0 0 0 0,0-1 0 0,-1-2 0 0,2 0 0 15,-1 0-192-15,1-3 192 16,1 0-1440-16,-1-2-160 0,0-1-48 0,2 3-13744 16,2-1-2752-16</inkml:trace>
  <inkml:trace contextRef="#ctx0" brushRef="#br0" timeOffset="184208.23">27923 3149 21823 0,'13'-9'960'0,"-9"5"208"0,-1-2-928 0,-1-4-240 16,2 1 0-16,-1-1 0 0,-1-2 2016 0,0 0 352 0,-2 1 80 0,-2-2 16 15,1-2-640-15,-2 1-128 16,-1-2-32-16,1-1 0 0,-3-2-544 0,1 1-112 16,-1 1-32-16,-2 0 0 0,-1-2-256 0,-2 1-48 15,0 2-16-15,-1 1 0 0,-3 2-64 0,0 2-16 16,-2 2 0-16,-1 1 0 0,-3-1-320 0,-1 3-80 15,-2 2-16-15,-3 4 0 0,-1 2-160 0,-2 6 0 16,-1 3 0-16,-2 3 0 0,-3 4 0 0,-2 4 0 16,-2 2 0-16,-1 2 192 0,0 5-192 0,2 4 192 0,2 3-192 15,4 4 192-15,3 1-192 0,6 0 0 0,4-1 144 16,4 0-144-16,6-1 0 0,4 0 0 0,4-2 0 16,6-3 0-16,4-1 0 0,4-1 0 0,2-1 0 15,3-2 0-15,4-2 0 0,2 0 0 0,3-3 0 0,3-7 0 16,0-1 0-16,2-3 0 0,4-1 0 0,0-5-128 0,-1-2 128 15,2-3 0-15,0-3-144 0,1-1 144 16,-1-4 0-16,2-2 0 0,2-5 0 0,1-1 0 0,-2-2 0 16,0 0 0-16,-1-3 0 0,-1-3 0 0,1-3 0 15,-2-3 0-15,-5 0 0 0,-3-2 128 16,-1 0-128-16,-5-1 160 0,-3-1-160 0,-2 0 160 0,-4 0 16 0,-1 3 0 16,-4-3 0-16,-4 1 0 0,-3 0-48 15,-2 1 0-15,-3-2 0 0,-1 1 0 0,-2 3-128 0,-3 2 0 16,-2 2 0-16,0 3 0 15,-1-4-384-15,-1 1-64 0,-3 1-16 16,-1 4 0-16,-1-1-1776 0,1 3-368 0,1 0-64 16</inkml:trace>
  <inkml:trace contextRef="#ctx0" brushRef="#br0" timeOffset="185233.77">27003 3544 7359 0,'0'0'656'0,"0"0"-528"0,0 0-128 0,0 0 0 16,0 0 2080-16,0 0 384 0,0 0 80 0,0 0 16 0,0 0-416 0,0 0-80 16,0 0-16-16,0 0 0 0,0 0-128 0,-3-4-48 15,-1 0 0-15,4 4 0 0,0 0-352 0,0 0-80 16,-6-2-16-16,2-1 0 0,4 3-288 0,0 0-64 16,-7 0-16-16,2 3 0 0,5-3-288 0,0 0-64 15,-4-3-16-15,4 3 0 0,-5 4-256 0,5-4-48 16,0 0-16-16,-5 5 0 0,-2-1-48 0,2 0-16 15,1 1 0-15,-3 0 0 0,1 1-48 0,1 1 0 16,1 3 0-16,-3-1 0 0,1-1-80 0,-1 2-32 16,2 2 0-16,-2 1 0 0,-2 0-16 0,2 2-128 15,-3 4 192-15,1-4-64 0,0 4 32 0,0-1 0 16,-3-3 0-16,2 4 0 0,-1-1-160 0,-2 0 192 16,-1 2-192-16,-2-1 192 0,3 4-192 0,-1-3 0 15,-2 0 144-15,1 1-144 0,-1-2 128 0,0 3-128 16,1 3 128-16,0-4-128 0,2 1 0 0,-1 0 144 0,-2 3-144 0,1-1 0 15,-2-2 144-15,1 1-144 16,4-4 0-16,-1-1 144 0,0 0-144 0,0 0 128 16,0 1-128-16,0-1 128 0,-1-3-128 0,0 1 160 0,-1 0-160 0,-2 2 160 15,3-2-160-15,1-2 0 0,0-2 0 0,1-2 128 16,-1-1-128-16,0 0 128 0,1-2-128 0,2-1 128 16,-1 1-128-16,2-2 128 0,0 0-128 0,1-2 128 15,1 1-128-15,0 0 0 0,1-2 144 0,0 1-144 16,1-2 0-16,5-1 144 0,0 0-144 0,0 0 0 15,-5 0 144-15,5 0-144 0,0 0 0 0,0 0 144 16,0 0-144-16,0 0-144 0,0 0 144 16,0 0-208-16,0 0-1248 0,0 0-240 15,0 0-48-15,0 0-16 0,6 6-2336 0,1-3-448 16</inkml:trace>
  <inkml:trace contextRef="#ctx0" brushRef="#br0" timeOffset="186293.55">26325 4511 7359 0,'0'0'656'0,"0"0"-528"0,0 0-128 0,0 0 0 0,0 0 3936 15,0 0 752-15,0 0 160 0,0 0 16 16,0 0-2784-16,0 0-560 0,0 0-112 0,0 0-32 0,-7-6 336 0,3 2 64 15,4 4 16-15,-4-3 0 0,-1 1-480 0,-1-1-96 16,6 3 0-16,-7-1-16 0,-1 1-144 0,-1-1-32 16,0-3 0-16,-3 2 0 0,1 4-304 0,-1-1-64 15,-1 0-16-15,0-1 0 0,-2 0-256 0,1 0-48 16,0 2-16-16,-2-2 0 0,-2 0-96 0,1-2-32 16,0 0 0-16,0 0 0 0,0 4-48 15,-1-1-16-15,3-1 0 0,0 0 0 16,-1-1-128-16,-1-1 128 0,-1 2-128 0,-3 0 128 0,-4 0-128 0,-1-1 192 15,-2 0-192-15,-10-2 192 0,0 1-192 0,0-1 192 16,0-1-192-16,0 1 192 0,2 3-192 0,-1-2 0 16,2-1 0-16,0 2 128 0,0 1-128 0,-3-3 0 15,-1 3 0-15,-1-1 128 0,-3-2-128 0,-2-1 0 0,0 2 0 0,-1-1 0 16,0 1 144-16,2 0-144 16,2 1 160-16,2 0-160 0,-1-1 192 0,4 1-48 0,0 0-16 0,2 1 0 15,0 1 0-15,0 2 0 0,-1-1 0 16,2 0 0-16,3-2 32 0,1 0 0 0,3 1 0 15,2 0 0-15,2 1-32 0,0-1-128 0,3-1 192 16,0 0-64-16,2 0-128 0,2 0 0 0,2 0 0 0,-1 0 0 16,0 0 0-16,0 0 0 0,2-1 0 15,0-1 0-15,0 2 0 0,0 0 0 0,0 2 0 0,0-4 0 16,0 0 0-16,1-1 0 0,1 0 0 0,-2 2 0 16,0 1 0-16,0 0 0 0,-2 0 0 0,2 0 0 15,-1-2 0-15,1 0 0 0,1 1 0 0,0 1 0 0,1-3 0 0,-1 3 0 16,1 0 0-16,2-1 128 0,0 0-128 0,0-1 0 15,-1 2 144-15,-1-2-144 0,-1-1 0 0,3 2 0 16,0-2 0-16,0 2 0 0,-1 2 0 0,1-1 0 16,-1 0 0-16,1 0 0 0,-1 0 0 15,-1 0 0-15,1 0 0 0,0 0 0 0,-1 0 0 0,1 3 0 16,1-3 0-16,-2 1 0 0,1-1 0 0,-1 0 0 16,1 0 0-16,-1 0 128 0,2 1-128 0,0 3 0 15,-1-4 0-15,-1 2 0 0,2-1 144 16,0-1-144-16,0 0 192 0,1 1-192 0,2 2 240 0,-1-2-64 15,2 2-16-15,5-3 0 0,-7 1-16 0,7-1 0 16,-6 0 0-16,6 0 0 0,0 0-144 0,-7 1 0 16,2 1 144-16,5-2-144 0,-6 1 0 0,6-1 0 15,0 0 0-15,-7 3 128 0,7-3-128 0,-6 2 0 16,6-2 0-16,0 0 0 0,-7 2 0 0,7-2 0 16,0 0 0-16,-5 2 0 0,5-2 0 0,0 0 0 15,-5-1 0-15,5 1 0 16,0 0-672-16,0 0-96 0,0 0-32 0,0 0 0 15,0 0-2592-15,0 0-528 0</inkml:trace>
  <inkml:trace contextRef="#ctx0" brushRef="#br0" timeOffset="187152.53">23824 4505 26719 0,'-2'-9'1184'0,"2"9"240"0,0 0-1136 0,0 0-288 16,2-4 0-16,-2 4 0 0,5-4 3552 0,2 0 656 15,-1 0 128-15,0 0 16 0,-6 4-2608 0,9-1-528 16,1 1-96-16,-2 0-32 0,-8 0-576 0,9 0-112 16,0 1-16-16,-9-1-16 0,9 4-48 0,-9-4-16 15,9 7 0-15,-9-7 0 0,7 6 96 0,-7-6 32 16,0 0 0-16,4 9 0 0,-4 0-112 0,0-2-32 15,-3 1 0-15,1 1 0 0,-1-3-16 0,-1-2 0 16,-4 2 0-16,-1-3 0 0,-3 1-16 0,1 0-16 0,-1-1 0 0,0 0 0 16,1-3-112-16,-1-2 0 15,0 0-128-15,2-1 192 0,-1 0-192 0,1-1 128 0,1-1-128 0,1 0 0 16,-1-1 0-16,1-2 0 0,0 0 0 0,3 0 0 16,0-1 0-16,2-3 0 0,3 2 0 0,1-1 0 15,2 1 0-15,2-1-128 0,0 1 128 0,3 1-160 0,1 2 160 16,2-2-128-16,-1 1 128 0,3 1-128 0,3 1 128 15,-2 0 0-15,3 1-144 0,0 1 144 0,0 0 0 0,0 1 0 16,-1 2 0-16,1 0 0 0,-2 2 0 0,0 2 0 16,0 0 0-16,-2 3 0 0,-2-1 0 0,-3 1 0 15,-2 2 0-15,-3 1 0 0,-1 2 176 0,-2 2-48 16,-1 1-128-16,-3-1 192 0,-2 0 0 0,-4 0-16 16,-1 0 0-16,0 2 0 0,0-1 0 15,-1-1 0-15,0 0 0 0,0-2 0 0,2-1-176 16,-1-4 192-16,0 1-192 0,-1-2 192 0,2-1-192 0,-1 1 192 15,1-2-192-15,1-2 192 0,2-1-192 0,-1-1 128 16,-1-2-128-16,3 1 128 0,6 2-128 0,-7-4 0 16,1-4 0-16,2 1 0 0,1 1 0 0,2-3 0 15,1 1-128-15,1-1 128 0,0-2 0 0,3 0-176 16,1 0 176-16,2 1-128 0,-1-1 128 0,4 2-160 0,0 0 160 16,3 0-160-16,0 0 160 0,0-2-128 15,0 4 128-15,-1 0-128 0,1 2 128 0,1 2-128 16,-1 2 128-16,-1 0-128 0,0 1 128 0,0 0 0 0,-2 1 0 0,-1 0 0 15,-2 3 0-15,-1 1 0 0,-1 2 0 16,-1 1 0-16,-2 1 128 0,-2-3-128 0,-3 2 160 0,-1 1-160 16,-2 2 176-16,-1-1-176 0,-1 2 192 0,-1-2-192 15,-1-2 176-15,-1 0-176 0,-1 0 160 0,2 0-160 0,0-3 0 16,-1 0 0-16,-1 0 0 0,1-1 0 16,-1-1-992-1,0-1-192-15,2-2-32 0,-1 0-16 0,1 2-2384 16,-2-4-480-16</inkml:trace>
  <inkml:trace contextRef="#ctx0" brushRef="#br0" timeOffset="187713.64">23290 3681 11055 0,'0'0'480'0,"-4"-4"112"0,0-2-464 0,1-1-128 15,1 1 0-15,2 0 0 0,0 6 7856 0,0 0 1552 16,2-5 304-16,2 1 64 0,1-2-7536 0,2-2-1520 16,2 4-288-16,3 0-64 0,2 0-128 0,0 0-32 15,-1 2 0-15,3-1 0 0,0-2-208 0,1 2 128 16,0 1-128-16,0-1 0 0,-1 2 128 0,-1 1-128 16,-2 0 0-16,0 1 144 0,-3-1-16 0,-2 0 0 15,-8 0 0-15,0 0 0 0,0 0 96 0,0 0 16 16,0 0 0-16,0 0 0 0,0 0 144 0,0 0 16 15,0 0 16-15,-2 8 0 0,-2 0-96 0,-3-2 0 16,-1-1-16-16,-1 2 0 0,-1 1-144 0,-1-1-32 16,0 0 0-16,-2 1 0 0,1-2-128 0,1 2 0 0,1 0 0 0,1-2 128 15,1 0-128-15,1-1 0 0,1 0 0 16,-1 0 0-16,1-2 0 0,1 2 0 0,5-5 0 16,0 0 0-16,0 0 0 0,0 0 0 0,0 0 0 0,0 0 0 15,0 0 0-15,0 0-176 0,0 0 176 0,6 7-128 0,-1-1 128 16,3-2-128-16,0 0 128 0,1 0-128 0,0 0 128 15,2 0 0-15,0 1 0 0,0 0 0 0,-2-1 0 0,1 1-128 16,0 1 128-16,-1 0 0 0,-3 1 0 16,-1 2 0-16,1-3 0 0,-2 2 0 0,-2 0 0 0,-2 1 0 15,-1 0 0-15,-2 0 0 0,-1 0 128 16,-2 2 0-16,-2-1 0 0,-2 3 0 0,-2-5 64 0,-2 3 32 16,-2-4 0-16,0 4 0 15,-1-3-48-15,-1 1-16 0,-2-1 0 0,1 1 0 0,1-3-160 0,-2-1 128 16,1 1-128-16,0-1 128 0,1-1-128 0,2 0-256 15,-1-2 64-15,4 1 16 16,3 1-1328-16,1-4-272 0,0-3-48 0,1 2-16 16,8 1-2064-16,-7-5-400 0,-2-10-96 0,15-8-16 15</inkml:trace>
  <inkml:trace contextRef="#ctx0" brushRef="#br0" timeOffset="188151.81">23440 3398 35823 0,'-11'-9'1584'0,"5"5"336"0,-4-1-1536 0,1 0-384 0,-1-1 0 0,-1 1 0 16,1-3 688-16,-2 2 64 0,-1-1 16 0,-2 2 0 16,0 2 768-16,1 3 144 0,0 0 48 0,-1 3 0 15,0-3-768-15,-2 4-160 0,-2 3-32 0,1 3 0 16,-1 3-256-16,-4 3-48 0,0 3-16 0,-3 3 0 16,-3 4-64-16,1 4-32 0,-2 6 0 0,0 1 0 15,0 8-144-15,2 3-16 0,2 3-16 0,-8 23 0 16,8-10-176-16,7-5 0 0,4-7 144 0,7-3-144 15,7 0 0-15,4-18 128 0,1 3-128 0,2-4 0 16,3 0 0-16,4-3 144 0,4-2-144 16,3-2 0-16,1-2 0 0,2-4 0 0,1-1 0 0,2-7 0 15,2-3 0-15,2-2 0 0,0-1 0 0,2-3 0 0,-2-5 0 0,0-3 0 16,-2-4 0-16,0-1-144 0,-1-1 144 0,2-3 0 16,-2-3 0-16,1-3-128 0,-4-3 128 0,1-4 0 15,-1-3 0-15,-1 1 0 0,-1-2 0 0,-1-1 0 16,-1 1 0-16,-2-5 0 0,-3-4 0 0,-2-4 128 15,-2 2-128-15,-2 0 128 0,-1-2-128 0,-3 0 0 16,-4 1 128-16,-2 3-128 0,-3 4 0 0,-2 4 144 0,-2 2-144 0,-3 3 0 16,0-1 144-16,-2 4-144 15,-2 0 0-15,0 5 144 0,-2 4-144 0,-2-1 0 16,2 3 0-16,2 2 0 0,-1 0-176 0,2 4-64 0,0 1-16 16,-1 0 0-1,2 1-1472-15,1 1-288 0,2 4-64 0,1-1-18512 0</inkml:trace>
  <inkml:trace contextRef="#ctx0" brushRef="#br0" timeOffset="201658.08">23895 4660 11055 0,'0'0'976'0,"0"0"-784"0,0 0-192 0,0 0 0 0,0 0 2960 0,0 0 560 15,0 0 96-15,0 0 32 0,0 0-1296 0,0 0-256 16,0 0-48-16,0 0-16 0,0 0-848 0,0 0-160 16,0 0-48-16,0 0 0 0,0 0-336 0,5 7-64 15,-1 0 0-15,0 1-16 0,-4-8-240 0,3 9-32 16,1 0-16-16,2-1 0 0,-6-8-128 0,5 9-16 0,0-1-128 0,-1 0 192 31,0 0-896-31,0 1-192 0,0-1-48 0,0 1-9872 16,0-1-1968-16</inkml:trace>
  <inkml:trace contextRef="#ctx0" brushRef="#br0" timeOffset="201829.61">24035 4965 32191 0,'0'0'1424'0,"0"0"304"0,0 0-1392 0,0 0-336 0,0 0 0 0,0 0 0 0,6 7 384 0,-3-2 16 15,-3-5 0-15,0 0 0 16,6 9 128-16,-1 0 32 0,-1-1 0 0,1 1 0 0,2-2-432 0,-1 2-128 15,-1 0 0-15,2 3 0 16,-1 1-1200-16,1-2-288 16,-1 4-64-16,1-4-12752 0</inkml:trace>
  <inkml:trace contextRef="#ctx0" brushRef="#br0" timeOffset="201984.37">24256 5313 28559 0,'0'0'1264'0,"0"0"272"0,0 0-1232 0,0 0-304 15,7 7 0-15,1-2 0 0,1 0 704 0,-1-1 64 16,-8-4 32-16,9 7 0 0,-1-2-208 0,3-1-32 16,-2 0-16-16,1-2 0 0,-1 2-544 0,2 3 0 15,0-1 0-15,0-1-9856 16,-2 2-1984-16</inkml:trace>
  <inkml:trace contextRef="#ctx0" brushRef="#br0" timeOffset="202107.48">24450 5517 22047 0,'0'0'976'0,"0"0"208"0,0 0-944 0,0 0-240 16,0 0 0-16,0 0 0 0,0 0 960 0,4 9 128 0,0-1 48 0,0-1 0 16,2 0-640-16,2 1-128 0,0 1-32 0,1 0 0 15,0-3-1584-15,1 2-320 16,2 0-64-16,-1-1-16 0</inkml:trace>
  <inkml:trace contextRef="#ctx0" brushRef="#br0" timeOffset="202266.13">24709 5704 10127 0,'0'0'896'0,"0"0"-704"0,0 0-192 0,0 0 0 0,0 0 4656 0,0 0 896 16,11 4 176-16,-2 3 32 0,0-3-3856 0,0 1-784 15,2-1-160-15,-1-2-16 0,0 4-736 0,2-1-208 16,1 1 0-16,-1 2-15168 0</inkml:trace>
  <inkml:trace contextRef="#ctx0" brushRef="#br0" timeOffset="203547.51">24944 5875 21183 0,'0'0'1888'0,"0"0"-1504"15,0 0-384-15,-5 5 0 0,0 2 1856 0,-1 1 320 16,0 0 48-16,-1-1 16 0,2 1-960 0,1 1-176 0,-1-1-32 0,1 0-16 15,0-2-112-15,-1 2-32 0,0-1 0 0,0-2 0 16,-1 0-208-16,6-5-32 0,-6 4-16 0,-1-1 0 16,7-3-128-16,-8 0-16 0,1-2-16 0,-1 1 0 15,0 0-240-15,0 0-64 0,0-2 0 0,2-1 0 0,-1-3-64 0,2 0-128 16,0 0 176-16,0-1-176 0,1 0 0 0,1 1 0 16,1-1-160-16,-1-1 160 0,3 2-160 0,0 1 160 15,1-1 0-15,2 1-144 0,2-1 144 0,2 2-160 16,-1 0 160-16,3-1-160 0,0 0 160 0,2 1-192 15,-1 1 192-15,2 0-192 16,0 1 192-16,-1 1-128 0,1 0 128 0,0 1-128 0,-2 0 128 16,2 1 0-16,0 1-144 0,0 0 144 15,-3 3 0-15,0 0 0 0,-1 0 0 0,-2 1 0 0,-6-5 0 0,5 7 0 16,-5-7 0-16,3 10 128 0,1-3 80 16,-2 2 16-16,-2-1 0 0,-1 1 0 0,-1 1 16 0,-2-3 0 15,-2 1 0-15,0-1 0 0,-2 1-48 0,0-1 0 16,0-5 0-16,1 2 0 0,-3 3-16 0,3-5-16 15,0 2 0-15,-1-2 0 0,0-2-160 0,2 0 192 16,-2 0-192-16,2 0 192 0,-1-2-192 0,2-3 192 16,0 0-192-16,1 2 192 0,4 3-192 0,-4-5 0 15,0 0 0-15,1 0 0 0,3 5-192 0,-1-7 48 0,1 7 0 0,0-8 0 16,1 2 144-16,2-3-128 16,1 2 128-16,1 2-128 0,2 0 128 0,0 1-208 0,3-3 80 0,-1 3 128 15,1 2-208-15,1-3 80 0,-1 3 128 16,2 0-208-16,-1 2 208 0,2 0-144 0,-2 2 144 15,-1 0-128-15,2 3 128 0,0-3 0 0,-2 4 0 16,-1-1 0-16,0 1 208 0,1 2-16 0,-4 1-16 0,1-1 0 16,-3 4 64-16,-2 0 16 0,-1-1 0 0,-1 2 0 15,-1-2 48-15,-1 2 16 0,-4 0 0 16,1-1 0-16,-1-1 0 0,-2-3 0 0,-1 0 0 0,1 1 0 16,1-1-64-16,-1 0 0 0,-2-2 0 0,0 0 0 15,-1-3-32-15,1-1-16 0,1 0 0 0,0 0 0 16,-1-2 32-16,1 0 0 0,0-3 0 0,0 2 0 15,1-1-80-15,0-1-16 0,3 0 0 0,-1-4 0 16,-1 1-16-16,2-2-128 0,-2-1 192 0,2 0-64 0,1 0-128 0,2-2 0 16,-1 0 0-16,2 1 128 0,1 0-128 0,1 2 0 15,0-1-192-15,2 1 192 0,0 0-224 0,0 2 80 16,3-3 16-16,-1 2 0 0,1 2 128 0,2 2-192 16,0-3 192-16,1 3-192 0,-1 2 192 0,2 1 0 15,2 1-144-15,1 2 144 0,0-2 0 0,0 2 0 16,-2 1-144-16,-1 1 144 0,2-1 0 0,0 2 0 15,-2 1 0-15,-1-1 0 0,-2 1 0 0,-1 2 0 16,-2 1 0-16,-1 1 0 0,-3-5 128 0,0 4 16 16,-2-1 16-16,0 0 0 0,-3 0 96 0,-1 0 0 15,-1-1 16-15,-1 0 0 0,1-2 48 0,-1 1 0 16,-2-2 0-16,0-1 0 0,-2 0-80 0,0 0-16 16,0-2 0-16,1 0 0 0,-2-4-96 0,1 4-128 15,0-4 176-15,0 1-176 0,-1-2 0 0,0-1 0 0,0-1 0 16,2 1 0-1,0 3-1824-15,2-2-368 0,0-3-80 0</inkml:trace>
  <inkml:trace contextRef="#ctx0" brushRef="#br0" timeOffset="204263.32">24840 6364 19695 0,'0'0'864'0,"4"-6"192"0,1-4-848 0,-4 3-208 0,-1 0 0 0,1 2 0 16,2 0 2096-16,1-1 368 0,0 2 80 0,-4 4 16 15,0 0-256-15,0 0-64 0,0 0 0 0,0 0 0 16,0 0-384-16,0 0-96 0,0 0-16 16,0 0 0-16,0 0-512 0,0 0-96 0,0 0-32 0,0 0 0 15,0 0-336-15,-5 7-64 0,-2 0 0 0,-2-1-16 16,-1 2-176-16,-1 1-16 0,-1 0-16 0,-1 0 0 0,0 0-160 0,-1 0-16 15,-4-2-16-15,1 1 0 0,0 0-96 0,0-1-32 16,1 0 0-16,1 0 0 0,-1-4-160 16,3 3 160-16,1-4-160 0,2 2 160 0,1 0-160 15,0 0 0-15,2-1 0 0,2 1 128 0,5-4-128 0,0 0 0 16,0 0 0-16,0 0 0 0,0 0 0 0,0 0 0 16,0 0 0-16,0 0 0 0,8 7-160 0,2 0 160 15,2-3 0-15,1-2-144 0,4 1 144 0,1-2 0 16,0-1 0-16,2 2 0 0,1-1 0 0,0 0 0 15,-2-1 0-15,2 0-128 0,1-1 128 0,-1 0 0 16,-1-1 0-16,-1 2 0 0,1 2 0 0,-2 0 0 16,-1-1-144-16,-3 1 144 0,-2-1-320 15,-3 0 16-15,0-1 0 0,-9 0 0 16,0 0-864-16,0 0-176 0,0 0-48 0,0 0 0 16,0 0-960-16,0 0-192 0,0 0-32 0,0 0-15600 0</inkml:trace>
  <inkml:trace contextRef="#ctx0" brushRef="#br0" timeOffset="204533.91">24875 6390 34847 0,'0'0'1536'0,"0"0"320"0,-4-3-1472 0,4 3-384 0,0 0 0 0,0 0 0 16,0 0 1408-16,0 0 192 0,0 0 64 0,0 0 0 15,0 0 0-15,0 0 16 0,0 0 0 0,0 0 0 0,1 8-720 0,-1 4-128 16,0 1-48-16,2 1 0 0,-1 2-144 0,-1 2-48 15,-1 3 0-15,-2 0 0 0,0 0-176 0,-1 1-32 16,1 2-16-16,-3 0 0 0,1 4-128 0,0-1-32 16,0 0 0-16,0 2 0 0,-2-3-208 15,2 0 144-15,0-1-144 0,-1-1 128 16,1-4-128-16,1 0 0 0,0-3 0 0,0-1 0 0,0-3 0 0,2-3-224 16,-1-1 48-16,1-1 16 15,-1-2-1680-15,3-6-336 0,0 0-64 0,5 3-12272 16,-5-3-2448-16</inkml:trace>
  <inkml:trace contextRef="#ctx0" brushRef="#br0" timeOffset="212401.57">24999 6076 9215 0,'-8'-9'816'0,"8"9"-656"0,-5-3-160 0,-2 2 0 0,1-4 3968 0,-1 1 752 16,1-3 144-16,0 3 48 15,1 0-2480-15,1 0-512 0,0 2-80 0,4 2-32 0,-2-3-224 0,2 3-48 16,0-4-16-16,0 4 0 0,0 0-816 0,0 0-144 15,5-2-48-15,4 0 0 0,3 1 32 0,1-1 0 16,1 0 0-16,3 1 0 0,4-2 128 0,3 2 32 16,9 0 0-16,4-1 0 0,1 1-208 0,2-1-48 15,1-1 0-15,-1 0 0 0,2 2-176 0,-1 0-32 16,5 1-16-16,5-2 0 0,2-2-224 0,6 2 144 0,2-1-144 16,2 2 128-16,-1 2-128 0,1 2 0 0,0-3 0 15,-3-3 128-15,0 3-128 0,1 0 0 0,1-1 0 0,1 1 128 16,0 0-128-16,-5 0 0 15,-4 1 0-15,-3 2 0 0,-3-3 0 0,0 0 128 0,-1 0-128 0,-1 0 0 16,-3-3 0-16,-3 2 0 0,-5-2 0 0,-4 2 0 16,-2 2-208-16,-4-1 16 15,-5 0 16-15,-4-1 0 0,-4 0-144 0,-1 1-16 0,-4 0-16 16,-7 0 0 0,0 0-128-16,0 0-32 0,0 0 0 0,0 0 0 15,0 0-912-15,0 0-192 0,0 0-48 0,0 0-10480 0,-6 1-2096 16</inkml:trace>
  <inkml:trace contextRef="#ctx0" brushRef="#br0" timeOffset="212868.68">26239 5905 24879 0,'-8'-8'1088'0,"8"8"256"0,-5-1-1088 0,5 1-256 0,-6-1 0 0,2-2 0 0,4 3 4192 0,0 0 784 16,0 0 144-16,0 0 48 0,0 0-2832 0,0 0-560 15,0 0-112-15,0 0-32 0,0 0-928 0,6 7-176 16,-1-1-32-16,3 1-16 0,1-1-224 0,1 1-64 16,3-1 0-16,2 2 0 0,2 1-16 0,0 0-16 15,-1 0 0-15,3 1 0 0,0-1-160 0,0-2 0 16,-3 0 144-16,1 1-144 0,0 1 0 0,-1-1 0 16,-2-2 0-16,-1 1 0 0,-2-3 0 0,-3 0 0 15,-8-4 0-15,0 0 0 0,5 6 0 0,-5-6 0 0,0 0 0 0,0 8 0 16,-3-2 144-16,-1 1-144 0,-2 0 192 0,-2-1-192 15,-1 1 272-15,-3-1-48 0,-2 2-16 0,-3-2 0 16,0 2-64-16,0 0-16 0,0-1 0 0,0 0 0 16,-1-3-128-16,0 3 0 0,-1-2 0 0,2 0 128 15,2 2-688-15,0-1-144 0,2 1-16 16,2 2-16-16,-1-1-3312 0,4 0-672 16</inkml:trace>
  <inkml:trace contextRef="#ctx0" brushRef="#br0" timeOffset="-214420.09">14579 6700 30399 0,'0'0'1344'0,"0"0"288"0,-5-1-1312 0,5 1-320 16,0 0 0-16,0 0 0 0,7-6 3856 0,1 0 704 15,1 1 144-15,0 0 32 0,3 0-3760 0,2-1-736 16,3 0-240-16,1 2 128 0,-1-1-128 0,4 2 0 0,1-1 0 15,0 2 0 1,3-2-704-16,-2 3-224 0,4 1-32 0,0-3-16 16,0 2-2032-16,3-2-416 0,2 2-80 0</inkml:trace>
  <inkml:trace contextRef="#ctx0" brushRef="#br0" timeOffset="-214207.65">15308 6406 6447 0,'0'0'576'0,"-4"-2"-576"15,-1 1 0-15,1 0 0 0,4 1 8432 0,0 0 1568 16,-5 4 320-16,0 1 64 0,5-5-7216 0,-5 10-1440 16,-2 3-304-16,1 4-48 0,-1 6-464 0,0-3-80 15,0 3-32-15,0 1 0 0,-1 1-448 0,2 2-96 16,2 2 0-16,0 0-16 0,0-2-240 0,1 1 0 16,1 2 0-16,-2-6 0 15,1 1-800-15,1 0-208 0,0-4-32 0,2-3-16 16,0-1-2288-16,3-1-464 0,-2-3-96 0</inkml:trace>
  <inkml:trace contextRef="#ctx0" brushRef="#br0" timeOffset="-213643.61">14901 6766 45327 0,'0'0'2000'0,"0"0"432"0,0 0-1952 0,0 0-480 0,0 0 0 0,0 0 0 16,0 0 0-16,10-2 0 0,0 0 0 15,3 0 0-15,3 1 448 0,1-2 64 0,2 0 0 0,2-1 0 16,3-3-144-16,-1-2-32 0,0 1 0 0,1-2 0 16,-1-5-64-16,2 2-16 0,-1 2 0 0,0-2 0 15,0 0-16-15,-3 1-16 0,1 1 0 0,0 1 0 16,-2 2-80-16,-1 3-16 0,-2 1 0 0,-1 1 0 0,-3 2 128 0,-1 1 32 15,-3 5 0-15,-1 2 0 16,-8-7 112-16,5 12 32 0,-1 1 0 0,-3 2 0 0,-1 6 16 0,0-1 0 16,-1 3 0-16,-2 1 0 0,0-4-256 15,1 3-32-15,-2-3-16 0,1 0 0 16,1-3-144-16,-1-1 128 0,0-3-128 0,1-2 128 0,1-1-128 16,-1-1 0-16,2-9 0 0,0 0 128 0,0 0-128 0,0 0 0 15,0 0 0-15,0 0 0 0,0 0 0 0,0 0 0 16,0 0 0-16,0 0 0 0,3-9-160 0,1-2 160 15,0-2 0-15,4-1-144 0,-1-2 144 0,2-1 0 16,2-2 0-16,1-1 0 0,-1 0 0 0,2 2 0 16,0 0 0-16,2 0 0 0,-1 2-128 0,0 2 0 15,-2 2 0-15,0 3 0 0,-2 4 128 0,-1 1 0 16,-1 1 0-16,-1 3 0 0,-7 0 0 0,6 5 0 16,0 2 0-16,-1 2 0 0,-1 3 0 0,0 1 176 15,-2 1-48-15,1 3 0 0,-2 0-128 0,0 1 0 16,1 0 0-16,0 2 0 0,0 0 0 0,-1-3 0 0,0 1 0 0,1-1 0 31,1-2-624-31,-1 0-144 0,-1-4-48 0,2 0 0 16,1-3-1152-16,-1-2-224 0,3-2-48 0,-1-1-16 15,1-2-1824-15,2-2-352 0,-3-2-80 0,1-3-10592 0</inkml:trace>
  <inkml:trace contextRef="#ctx0" brushRef="#br0" timeOffset="-213110.24">15732 6676 31967 0,'1'-12'1408'0,"-1"12"304"0,0-4-1376 0,0 4-336 0,0 0 0 0,0 0 0 0,0 0 2688 15,0 0 448-15,0 9 112 0,0 0 16 16,0 3-1088-16,-1 4-192 0,1-2-64 0,-1 3 0 0,-1 1-768 16,2 2-144-16,0-1-48 0,2-2 0 0,-1 0-400 0,0-1-96 15,1-2-16-15,-1-1 0 0,0-1-192 0,2 0-64 16,-2-5 0-16,0 1 0 0,-1-8 0 0,0 0 0 16,0 0 0-16,0 0 0 0,0 0-192 0,0 0 0 15,0 0 0-15,0 0 0 0,0 0 144 0,0 0-16 16,0 0 0-16,0 0 0 0,0 0-128 0,10-2 0 15,-3-4 0-15,2 0 0 0,1-2 0 0,0-2-176 16,0-3 48-16,3 0 0 0,2-2 0 0,0 0 0 16,2-4 0-16,3 2 0 0,1 3-32 0,0-2 0 15,0 3 0-15,-2 0 0 0,3 0 160 0,-1 2-192 16,-1-1 192-16,-3 4-192 0,-2 3 192 0,-2 1 0 0,-1 1 0 16,0 3-128-16,-4 2 128 0,-1 0 0 15,-7-2 0-15,4 7 0 0,-2 1 0 0,-1 2 0 16,-4 3 0-16,-1 0 128 0,-1 1 0 0,-3 2 0 15,-1 0 0-15,0 1 0 0,-1 1-128 0,1 0 192 0,-1-4-64 16,1 2 0-16,2-2 0 0,0 0 16 0,0-3 0 16,1 1 0-16,1-2-144 0,1 0-176 0,1-1 48 15,3-9 0-15,0 0 128 0,2 6 0 0,-2-6 128 0,0 0-128 16,6 7-192-16,2-3-128 0,0-2 0 0,1 0-16 16,1-4 32-16,1 1 16 0,0-2 0 0,1-1 0 15,-1 0 64-15,0-1 16 0,0-3 0 0,-1 1 0 16,1-1 208-16,-1-1-144 0,-1 2 144 0,0-3-128 0,-1 1 128 15,0-1 0-15,0-1 0 0,-3 2 0 0,0-2 0 16,-2 1 0-16,-2 1 0 0,0-3 0 0,1 1 0 0,-1 2 0 16,-4 0 0-16,1 0 128 0,-2 1-128 15,-1 2 0-15,-3-1 0 0,0 2 0 16,-1 1-704-16,0 2-48 16,1 0-16-16,1 1 0 0,1 0-1504 0,6 1-304 15,0 0-64-15,0 0-17360 0</inkml:trace>
  <inkml:trace contextRef="#ctx0" brushRef="#br0" timeOffset="-212858.48">16436 6468 45087 0,'0'0'992'0,"0"0"208"0,0 0 32 0,0 0 48 0,0 0-1024 0,0 0-256 0,0 0 0 0,0 0 0 0,0 0 1536 0,5 11 272 16,-2 0 48-16,-2 4 16 0,-1 2-848 0,-3 1-160 15,0 2-32-15,-3 3-16 0,0 1-512 0,-1 2-112 16,-1 0 0-16,1 1-16 0,-1 3-176 0,1-1 0 0,0-5 144 0,0 0-144 16,2-2 0-16,1-2 0 0,1-3 0 0,2-2-128 31,-2-2-800-31,2-2-160 0,0-3-16 0,-1-1-16 16,2-7-1296-16,0 0-256 0,0 0-48 0,0 0-10848 15,7-5-2160-15</inkml:trace>
  <inkml:trace contextRef="#ctx0" brushRef="#br0" timeOffset="-212643.21">16646 6437 38015 0,'2'-12'1680'0,"0"7"352"0,-2-1-1632 0,1-1-400 15,0 2 0-15,-1 5 0 0,0 0 2480 0,0 0 400 0,0 0 96 0,0 0 16 0,0 0-1232 0,0 0-240 16,-4 9-48-16,2 4-16 0,-1 0-832 0,1 4-176 16,-2 3-16-16,-1 0-16 0,-1 1-288 0,1 4-128 15,-1-3 128-15,0 3-128 0,1 1 0 0,0-1 0 16,-2 1 0-16,1-1 0 0,-1 1 0 0,1-3-192 15,-1-1 0-15,1 1 16 16,1-3-976-16,-1-1-192 0,0-4-32 0,1 0-16 16,-1-2-752-16,3-3-160 0,-1-1-16 0,1-2-16 15,3-7-1760-15,0 0-368 0</inkml:trace>
  <inkml:trace contextRef="#ctx0" brushRef="#br0" timeOffset="-212065.3">16243 6724 23039 0,'-12'0'1024'0,"12"0"192"0,0 0-960 0,-5 5-256 16,5-5 0-16,-3 7 0 0,2-1 5184 0,2 2 1008 0,3 0 192 15,2 0 32-15,-6-8-4416 0,10 6-880 0,3 1-176 0,3-1-48 16,3-1-384-16,1-1-64 0,-2-1-32 0,4-4 0 16,3-2-176-16,0-1-48 0,2 0 0 0,1-5 0 15,-1 1-16-15,0 0-16 0,2-1 0 0,0 0 0 16,-2-4-160-16,0-3 192 0,-1-1-192 0,-1 1 192 0,-1-1-192 15,-2 0 0-15,-1-2 0 16,0 1 0-16,-1-1 0 0,1-2 128 0,0-1-128 0,-1 1 0 16,-5 5 0-16,-2 0 0 0,-1 3 128 15,-1 3-128-15,-4 2 0 0,-1 2 0 0,-6 6 0 0,0 0 128 16,0 0 64-16,0 0 0 0,-3 6 0 0,-2 5 0 16,-3 2 96-16,-1 4 32 0,-3-3 0 15,-1 4 0-15,-1 4-160 0,1 3-32 0,1-1 0 0,0 2 0 16,0-3-128-16,5-2 192 0,0 1-192 0,2 2 192 0,1-2-192 0,4-1 0 15,0-2 0-15,1-1 0 0,2 1 0 0,1-8 128 16,2 0-128-16,2-2 0 0,1-1 0 0,2-3 0 16,2-1 0-16,1-3 0 0,0-2 0 0,1-2 0 15,-1 1 0-15,2-5 0 0,1-2 0 0,1-1 0 16,-1-3 0-16,2-3 0 0,2-1 0 0,0-1 0 16,0-2 0-16,-1 1 0 0,-1-4 0 0,-1 3 0 15,-2-1 0-15,-3 5 0 0,-2 0 0 0,-4 3 0 0,-3 3 0 16,-1 2 0-16,-3 2 0 0,0 6 0 15,-9-2 0-15,-4 5 0 0,0 1 224 0,-2 2-32 16,0 3-16-16,-1 3 0 0,0 4-16 0,2 2 0 0,0 2 0 0,2-2 0 16,3 4-32-16,2-5-128 15,2 1 192-15,3 1-64 0,2-1-128 0,1-1 0 16,3-3 0-16,1 0 128 0,3-1-128 0,1-1 0 16,3-3 0-16,-1 0 0 0,2-1 0 0,2-1 0 15,0-3 0-15,2-2 0 0,0 1 0 0,3 0 0 0,2-3 0 16,3-2-176-1,1 0-912-15,0-2-176 0,0-2-32 0,1 0-14864 0,2 1-2976 16</inkml:trace>
  <inkml:trace contextRef="#ctx0" brushRef="#br0" timeOffset="-211292.58">13149 8234 41759 0,'0'0'1856'0,"-4"-3"368"0,4 3-1776 0,0 0-448 15,0 0 0-15,0 0 0 0,0 0 1088 0,0 0 128 16,0 0 16-16,0 0 16 0,0 0-224 0,0 0-64 16,10-1 0-16,1-1 0 0,2 1-368 0,3-3-80 15,1 3 0-15,2 0-16 0,2 1-368 0,1 1-128 16,2-1 0-16,1 0 144 0,-1 0-144 0,3 0 0 0,-1-1 0 0,1 1 0 31,-1 0-1296-31,-1 0-192 0,-2 0-48 0,2 0-12800 0,1 0-2576 16</inkml:trace>
  <inkml:trace contextRef="#ctx0" brushRef="#br0" timeOffset="-207507.06">13706 8466 46479 0,'0'0'2048'0,"0"0"448"0,0 0-2000 0,0 0-496 15,0 0 0-15,6-4 0 0,2 1 224 0,1-3-48 16,1 0-16-16,0 1 0 0,2 0 352 0,2 0 64 16,0-2 0-16,1 1 16 0,-1 0-144 0,0 0-48 15,1-2 0-15,-1-1 0 0,3-1-208 0,-1-5-32 16,-2 1-16-16,0 1 0 0,1 0 32 0,-2-2 0 15,-1 0 0-15,1 0 0 0,-2 1-48 0,0 1-128 0,-2 0 192 0,-1 0-64 16,-2-1 0-16,1 1-128 0,-5 1 192 16,0 2-64-16,-1-1 64 0,-1 5 0 15,-3-1 0-15,3 7 0 0,0 0 144 0,-6-3 48 16,-1 6 0-16,-2 0 0 0,-1 2-112 0,-2 4-16 0,-1 4 0 0,0 0 0 16,1 7-256-16,0 3 160 0,-1-2-160 0,3 2 128 15,1 1-128-15,2-2 0 0,2 0 0 0,3-1 0 16,3-1-192-16,1-3 16 0,2-3 16 0,3-2 0 15,2-3-352-15,1-1-64 16,2-2 0-16,1-3-16 0,2-2 0 0,-1-1 0 16,1-3 0-16,2-1 0 0,-2-1 176 0,-1-1 32 0,-2-3 16 0,0-2 0 15,-1-1 176-15,1-1 48 0,-2-1 0 0,2-4 0 16,0 1 144-16,-2-1 0 0,0-2 0 0,-3-2 0 0,2 1 0 16,-1 0 0-16,-1 2 0 0,-2 0 128 0,2 0-128 0,-1 2 144 15,-1 3-144-15,-2 3 160 0,1 3 128 0,-2 0 32 16,-2 8 0-16,0 0 0 0,0 0 192 0,0 0 64 15,2 8 0-15,-2 4 0 0,0 4-224 0,-2 2-32 16,2 4-16-16,2 2 0 0,-1-2-176 0,2 2-128 16,1 3 192-16,-1-5-192 0,3 3 0 0,-1-3 0 15,3-1 0-15,0-2 0 0,1-5 0 0,0-1 0 16,1-2 0-16,1-3 0 0,-2-2 0 0,0-2 0 16,0-1 0-16,0-3 0 0,0-2 0 0,0-1 0 15,0-1 0-15,-1-3 0 0,1 1 160 0,-1-2-160 16,0-1 128-16,-1-4-128 0,-1 0 128 0,2-2-128 0,-2 0 0 15,2-4 128-15,-1-2-128 0,2 1 0 16,-3 0 0-16,1-2 128 0,-1 0-128 0,1 0 0 16,-2-3 0-16,-1 4 0 15,0 3-832-15,0 2-32 0,0 3-16 0,0 0 0 16,0 3-1648-16,0 0-336 0,2 6-64 0,-6 4-10512 0,0 0-2096 0</inkml:trace>
  <inkml:trace contextRef="#ctx0" brushRef="#br0" timeOffset="-206621.14">14735 8240 12895 0,'-3'-16'1152'0,"2"13"-928"0,-2-5-224 0,0 0 0 0,1 0 6688 0,1-1 1296 16,-1 1 256-16,0 3 48 0,2 5-5344 0,-7-3-1056 16,-2 2-224-16,-1 4-32 0,-2 1-208 0,0 2-32 15,-2 1-16-15,-1 2 0 0,0 6-768 0,-2 4-160 16,0-1-16-16,0 3-16 0,0 0-192 0,3-1-32 15,-1 3-16-15,4-4 0 0,0-3-176 0,5-1 0 16,0 1 0-16,3-3 0 0,3-4 0 0,0 2-144 16,0-11 144-16,5 5-208 15,1-1-176-15,3-2-16 0,2 0-16 0,1-2 0 16,-1-2-160-16,4-2-16 0,-2-1-16 0,0-1 0 16,-2-3 128-16,2-2 32 0,2-1 0 0,-2-1 0 0,-1-1 48 0,-2-2 16 15,3 2 0-15,-1-4 0 0,-2 0 208 0,-1-1 176 0,-1 2-208 0,1 2 80 16,-1-1 128-16,-1 3 0 15,-2 1 0-15,-1 3 0 0,0 3 0 0,-4 6 192 16,0 0-64-16,0 0 0 0,0 0 288 0,0 0 64 16,-4 4 16-16,0 5 0 0,0 5-176 0,0 3-48 15,-3 0 0-15,1 2 0 0,1 1-272 0,0 1 128 16,-1-2-128-16,4 1 0 0,0 0 0 0,4-2 0 0,-1 0 0 16,2-5 0-16,1 0 0 0,-1-2-176 0,1-2 32 15,3-1 0-15,-1-2-288 16,4-1-48-16,-1-2-16 0,1-3 0 0,2-1 48 15,0-3 16-15,-1-2 0 0,2 0 0 0,0-2 176 0,0-2 16 16,-1-3 16-16,0 0 0 0,0-2 224 0,-1 1-176 0,2-3 176 0,-1-1-160 0,0-2 160 0,-2-1 0 16,1 0 128-16,-2 2-128 0,0 2 192 15,-1 1-48-15,-2 2 0 0,-1 4 0 0,1-1 272 0,-2 5 48 16,-4 6 16-16,0 0 0 0,0 0 160 16,0 0 48-16,0 0 0 0,0 10 0 0,-2 3-208 0,1 4-32 15,-2 3-16-15,-1 2 0 0,-1 1-176 0,1 2-16 16,0 2-16-16,1 2 0 0,-1 0-80 15,0 1-16-15,1 1 0 0,1 0 0 0,0 1-128 0,1-4 0 16,0-2 0-16,-1-1 0 0,1-1 0 0,0-2 0 16,-1-4 0-16,1 0 128 0,0-5-128 0,-1-2 0 15,0-4 0-15,2-7 0 0,-1 8 0 0,1-8 0 16,0 0 0-16,0 0 0 0,0 0 0 0,0 0-224 16,0 0 48-16,0 0 16 0,0-6-96 0,0-3-32 15,1-4 0-15,0 0 0 0,0-2 32 0,2-2 16 16,0-4 0-16,1-2 0 0,0-4 48 0,2-2 16 0,1-1 0 0,0 0 0 15,2-3 176-15,2 2-192 16,1 1 192-16,1-3-192 0,0 4 192 0,0 0 0 0,-1 4-144 16,2 2 144-16,-1-1 0 0,0 5 0 0,-1 2 0 0,-1 1 0 15,0 2 0-15,1 2 0 0,-1 3 128 0,0 1-128 16,-1 1 0-16,1 4 128 0,-2 0-128 0,1 2 0 16,1 2 0-16,-1 2 0 0,-2-3 0 0,0 3 0 15,-8-3 0-15,6 10 0 0,-2-1 0 0,-1 0 0 16,-2 3 0-16,-2 1 0 0,-3 0 0 0,-3 4 0 15,-1-2 0-15,1 3 128 0,0-1-128 0,-2 2 128 0,0-2-128 16,0 0 0-16,0-3 144 0,-2 0-144 16,1-2 0-16,-1 0 0 0,3-2 0 0,-1 1-192 15,0-2-1120 1,3-1-224-16,2 1-64 0,4-9 0 0,0 0-1904 0,0 0-384 0,0 0-80 0,0 0 0 16</inkml:trace>
  <inkml:trace contextRef="#ctx0" brushRef="#br0" timeOffset="-206052.6">15478 8125 34431 0,'0'0'1536'0,"0"0"304"0,-4-2-1472 0,4 2-368 0,-5 0 0 0,-1 2 0 0,0 4 2160 0,-2 1 352 16,-1 3 80-16,-2-1 16 0,0 2-528 0,-4 2-96 16,1 3-32-16,-2-2 0 0,1 5-960 0,-1 0-192 15,3-1-32-15,0 1-16 0,1-2-544 0,5 0-208 16,1 0 176-16,2-4-176 0,3 0 0 0,-2-2 0 15,2-2 0-15,1 1 0 0,0-10-144 0,0 0-80 16,8 5-16-16,0-1 0 16,2-2-272-16,2 0-48 0,0-2-16 0,-1-2 0 15,1 0 16-15,1-3 0 0,0-2 0 0,0 0 0 16,0 0 48-16,0-2 0 0,-1-2 0 0,0 1 0 16,-3-2 0-16,1 0 0 0,1-1 0 0,-1 1 0 15,-3-1-16-15,1 2 0 0,-2 2 0 0,1-4 0 0,-2-1 80 16,-1 1 32-16,-2 0 0 0,1 2 0 0,0 3 176 0,-1 0 48 15,1-1 0-15,-2 1 0 0,0 2 192 0,2-1 0 0,0 1 0 0,1-1-144 0,-1 2 144 0,3 1 0 16,-1 0-144-16,3 1 144 0,0 1 0 16,-1 2 0-16,-7 0 0 0,9 1 0 0,-1 2 192 0,0-1 64 15,-1 2 16-15,-1 4 0 0,-1 1 416 0,1 3 80 16,-3 1 0-16,1 0 16 0,0-1 96 16,-2 2 16-16,-1 2 0 0,0 1 0 0,-1 1-144 0,0 0-32 15,-1 0 0-15,0-1 0 0,2 2-272 0,0-6-48 16,-1 0-16-16,0-2 0 0,0-2-224 0,2 1-160 15,-1-5 192-15,-1-5-192 0,0 0 192 0,0 0-192 16,0 0 192-16,0 0-192 0,0 0 144 0,0 0-144 16,6-4 0-16,0-1 144 0,-1-3-144 0,0-1 0 15,-1-3 144-15,1 2-144 0,0-6 0 0,1 0 128 16,0-1-128-16,1-1 0 0,-1 0 0 0,2 0 0 16,1-2 0-16,1-2 0 0,4 1 0 0,-1-2 0 15,-2-1 0-15,2 5 0 0,0-1-176 0,0 4 0 16,0-1 0-16,0 4 0 15,1 2-720-15,-1 1-160 0,-2 4-32 0,0 2 0 16,-1 1-912-16,2 6-192 0,0 2-48 0,-1 2-16992 0</inkml:trace>
  <inkml:trace contextRef="#ctx0" brushRef="#br0" timeOffset="-205434.38">16255 8161 33855 0,'-5'-13'1504'0,"3"9"304"0,0 1-1440 0,-1-2-368 0,3 5 0 0,-5-3 0 15,-4 1 2032-15,-2 3 336 0,-2 4 64 0,-1 2 0 0,-3 0-256 16,-1 5-48-16,-3 1-16 0,0 3 0 0,0-1-1088 16,0 2-208-16,2 2-48 0,0-1-16 0,4-1-400 0,2 0-80 15,2-2-16-15,3 1 0 0,1-2-256 0,3-2 0 16,1-3-128-16,4 0 128 16,2 1-448-16,-3-10 16 0,0 0 0 0,10 2 0 15,4-1-336-15,0-1-64 0,2-1 0 0,-2-1-16 16,1-5 16-16,2 1 0 0,3-2 0 0,-2-1 0 15,1-2 160-15,-1 1 32 0,-1-1 16 0,0-3 0 16,-2-3 112-16,1 0 32 0,-2-4 0 0,1 2 0 0,-2-2 320 0,-2 3 160 16,0-2-160-16,-1 3 160 0,1 1 0 0,-3 2 208 15,-5 2-16-15,1 4 0 0,-4 8 656 0,0 0 128 16,0 0 32-16,0 0 0 0,-4 4-496 0,-1 6-112 16,0-1-16-16,0 2 0 0,0 5-176 0,1-3-32 15,0 1-16-15,1 2 0 0,2-4-160 0,2 1 0 0,2 0 0 16,1 0 0-16,0-1-144 0,2-1 144 0,3-2-192 15,2 1 192-15,-1-5-400 0,3 0 16 16,0-2 16-16,3 1 0 0,-1-4-16 0,1 0 0 16,0 0 0-16,-2-3 0 0,2-1 384 0,-1-1 0 15,1-2 0-15,0 1 0 0,-1 1 192 0,1-5 0 16,-2 0 0-16,2-3 0 0,0-4 144 0,-1-1 48 0,1 0 0 0,-1-5 0 16,0 3-208-16,-1-5-48 0,2 0 0 15,-1-2 0-15,1-3-128 0,0 0 160 0,-1-3-160 0,1 0 160 16,0 1-160-16,-2 1 192 0,-1 1-192 15,0 2 192-15,-2 3 0 0,-2 3 0 16,-3 8 0-16,-1 1 0 0,-1 5 304 0,-4 8 64 0,0 0 16 0,0 0 0 16,-6 10-32-16,-3 5 0 0,-2 3 0 0,1 4 0 0,-1 4-288 15,0 3-48-15,-1 1-16 0,0 3 0 16,-1 0 32-16,1 0 0 0,2 1 0 0,1-1 0 0,0-1-448 16,1-2-96-16,0 0 0 0,3-1-16 15,0-2-736-15,1-3-144 16,0-3-16-16,3-2-16 0,-1-3-944 15,4-1-192-15,3 0-48 0,0-4-16768 0</inkml:trace>
  <inkml:trace contextRef="#ctx0" brushRef="#br0" timeOffset="-204835.88">16560 8178 13823 0,'-11'-12'608'0,"9"8"128"0,-1 0-592 0,1 1-144 15,2-2 0-15,0 5 0 0,0 0 6528 0,9-2 1264 16,2-2 256-16,4 1 48 0,2-2-5600 0,1 2-1136 15,3 1-208-15,2-2-64 0,2 0-544 0,0 0-112 16,0-1-32-16,1 2 0 0,0-2-128 0,0 3-16 16,0-1-16-16,0 0 0 0,0 2 272 0,-4 1 64 15,0 1 16-15,-3 2 0 0,-1 0-160 0,-2 4-48 0,-3 1 0 0,-4 0 0 16,-3 1-64-16,-2 0-32 16,0 1 0-16,-3 2 0 0,-3 1 96 0,-2 0 32 0,-1 0 0 0,-1 2 0 15,1-6-160-15,0 1-48 0,-2 1 0 16,1-1 0-16,-1 0-208 0,0-1 128 0,-1 1-128 0,3-3 0 15,-2 0 0-15,2-3 0 0,0 1 0 0,5-5 0 0,0 0 0 0,0 0-160 16,0 0 0-16,0 0 0 31,0 0-288-31,0 0-48 0,0 0-16 0,0 0 0 0,0 0-176 16,0 0-32-16,5-6-16 0,1-1 0 0,2-2 32 0,3-2 0 16,0-2 0-16,1 0 0 0,1-1 0 15,0-3 16-15,0 1 0 0,1 1 0 0,1-1 208 16,0 2 32-16,0 1 16 0,-2 1 0 0,-1 2 432 0,-2 1-128 0,-2 2 128 15,-3 2 0-15,-5 5 160 0,0 0 112 0,7-2 32 0,-7 2 0 16,7-2 208-16,-7 2 64 0,6 5 0 0,-1 0 0 0,1 1-112 0,1-1-16 16,-1 3 0-16,0 2 0 0,-2 3-144 0,1 1-48 15,-3 2 0-15,4-2 0 0,0 1 0 0,1 0-16 16,-2 1 0-16,1 1 0 0,2-1 16 0,-1-5 0 16,-2 1 0-16,0-3 0 0,-1-1 64 15,0-1 0-15,1-2 16 0,-5-5 0 0,0 0 48 0,0 0 0 16,0 0 0-16,0 0 0 0,8-2-16 0,-2-1 0 15,1-3 0-15,-2-2 0 0,0 1-48 0,1-4 0 16,-2-1 0-16,1-1 0 0,0-3-64 0,1 0-32 16,2-2 0-16,0 1 0 0,0 1-32 0,1-2 0 15,0 0 0-15,3-3 0 0,0 1-48 0,2 1-16 16,-1 2 0-16,1 1 0 0,2 0-80 0,1 3-48 16,0 2 0-16,1 0 0 0,2 2 0 0,1 0 0 15,2 0 0-15,2-2 0 16,0 0-720-16,5-1-144 0,7 1-32 0</inkml:trace>
  <inkml:trace contextRef="#ctx0" brushRef="#br0" timeOffset="-194746.58">24990 6311 2751 0,'0'0'128'0,"6"-6"16"0,2 0-144 0,0-1 0 0,0 0 0 0,1 0 0 16,1-2 896-16,1 1 160 0,-1 0 32 0,-1-1 0 15,0 1-448-15,-1 0-64 0,-3-1-32 0,-1 1 0 16,0 2 2208-16,-3 1 448 0,-1 0 96 0,0-2 16 0,-1 1 176 0,-1-2 32 16,-2 0 16-16,-2 0 0 0,1-1-1008 0,-1-2-208 15,-1 1-32-15,-1 1-16 0,-2 0-544 0,-2 0-128 16,0 0 0-16,2-1-16 0,-3 4-656 0,-1-3-128 15,-2 1-32-15,-2 0 0 0,0 4-432 0,-1 2-80 16,0 2-32-16,-7-2 0 0,0 4-224 0,-3 0 0 16,-4 3 0-16,1 6 0 0,-2-1 0 0,-1 7 144 15,-3 3-16-15,0 1 0 0,0 1-128 0,3 1 192 16,1 3-192-16,4 2 192 0,1-2-192 0,10-3 192 16,5 3-192-16,0 0 192 0,4 4-192 0,2 0 0 15,3 3 144-15,4 0-144 0,1 2 0 0,4 9 144 16,2-3-144-16,5-4 0 0,3-1 0 0,3-4 0 15,2-1-160-15,1-7 160 0,3-1-192 0,5 2 192 16,3-7-192-16,2 1 192 0,1-2-192 0,-1-3 192 0,0-2-192 0,1-3 192 16,-1-1 0-16,0-4 0 15,1-2 0-15,11-2 0 0,-2-5 0 0,-2-2-144 16,1-2 144-16,-3 0 0 0,-1-5 0 0,-1-2 0 16,-5-1 0-16,-1-1 0 0,-3-6 0 0,-9 5 0 0,0-2 0 0,-2-5 144 15,-3 0-144-15,-1-1 192 16,-3-2-192-16,0 0 192 0,-4-1-32 0,-1-8 0 0,-3 3 0 15,-4 3 0-15,-2 2 32 0,-1 2 16 0,-3 2 0 0,-2 4 0 16,-3-1 0-16,-3 3 0 0,-3 2 0 16,-2 1 0-16,3 2-208 0,-1 1 144 0,1 2-144 0,1 2 128 15,1 3-128-15,2 1-144 0,0-1 144 0,2 1-208 16,2 2-1008-16,2 1-192 16,8 3-32-16,0 0-13520 0,0 0-2704 0</inkml:trace>
  <inkml:trace contextRef="#ctx0" brushRef="#br0" timeOffset="-172390.89">6077 10391 7359 0,'0'0'656'0,"-8"0"-528"0,8 0-128 0,-9 0 0 16,-3 0 3904-16,3-2 768 0,1-1 128 0,8 3 48 15,0 0-1968-15,-7-4-400 0,2 0-80 0,5 4-16 16,0 0-32-16,0 0-16 0,0 0 0 0,0 0 0 0,0 0-928 16,0 0-176-16,0 0-32 0,13 0-16 0,0-2-336 0,3 2-64 15,0 0-16-15,-2 2 0 0,3-2-128 0,2 0-48 16,4 0 0-16,1 0 0 0,4 0-144 0,3 0-48 16,3 0 0-16,2-2 0 0,1-1-128 15,2-1-16-15,2 0-16 16,2-1 0-16,0 0-240 0,2-1 144 0,3 1-144 0,2 3 128 0,-1-2-128 15,2 1 0-15,0-1 0 0,-1 0 0 0,-3 3 0 0,-4 0-144 16,-4-2 0-16,-3 1 0 16,-2-1-880-16,-1 2-192 0,-3-1-16 0,-3 1-16 15,-2 1-1520-15,-3 0-304 0,-2 1-64 16</inkml:trace>
  <inkml:trace contextRef="#ctx0" brushRef="#br0" timeOffset="-171572.87">7159 10215 10127 0,'0'0'448'0,"0"0"96"0,-7-4-544 0,1 0 0 0,-1 0 0 0,2 1 0 15,0-1 6624-15,1 0 1216 0,4 4 240 0,0 0 48 16,0 0-4976-16,0 0-992 0,0 0-208 0,0 0-32 16,0 0-592-16,0 0-112 0,0 0-32 0,8 4 0 15,1 0-544-15,1-1-128 0,-1 1 0 0,3 0-16 16,0 4-128-16,1-1-32 0,0-1 0 0,0 1 0 16,-1-2-192-16,1 3-144 0,-2 0 192 0,2-2-192 0,-1 1 192 15,0-1-192-15,0 1 192 0,-2-1-192 0,0 1 0 0,0-1 0 16,-3-2 0-16,1 3 0 0,-1-1 0 15,-1 1 0-15,-6-7 0 0,6 7 0 0,-3 1 0 0,0 0 0 16,-3 0 0-16,0 0 0 0,0-8 0 0,-1 10 0 16,-2-2 0-16,1 1 0 0,-2-1 0 15,-2 0 192-15,0 0-64 0,-1 1-128 0,0 0 208 16,-1-1-64-16,-1-1-16 0,-1 1 0 0,1 0-128 16,0 0 0-16,0 0 0 0,0-2 128 15,-1 0-576-15,0-1-128 0,1-1-32 16,1 1 0-16,1-1-2752 0,-1 0-544 15</inkml:trace>
  <inkml:trace contextRef="#ctx0" brushRef="#br0" timeOffset="-159653.33">8383 10172 28559 0,'-5'-10'1264'0,"2"5"272"0,-1 1-1232 0,0-3-304 0,0 1 0 0,2 0 0 0,-2 1 3392 0,0 1 640 16,-1 0 112-16,-1 2 16 0,0-1-1968 0,-1 3-400 15,0 0-64-15,-1 3-32 0,-1 1-768 0,0 2-160 16,-2 5-16-16,1 2-16 0,-2 2-352 0,-1 6-64 16,0-1 0-16,0 3-16 0,1-1-96 0,2 2-16 15,1 1 0-15,-1-2 0 0,1 0-32 0,3 1-16 16,1-1 0-16,2 0 0 0,0-3-144 0,2-1 0 15,1-2 0-15,3-3 128 16,-1-2-448-16,3-2-112 0,2-1-16 0,2-1 0 16,2-3-1488-16,2-1-304 0,0-4-64 0,1-2-16 15,3-2-1664-15,1-3-336 0,2-1-64 0</inkml:trace>
  <inkml:trace contextRef="#ctx0" brushRef="#br0" timeOffset="-159354.42">8543 10318 5519 0,'4'-13'240'0,"-4"4"64"0,-2-1-304 0,-2 0 0 16,1 4 0-16,-1 1 0 0,-1 2 7600 0,0 3 1456 0,-2-4 288 0,1 6 64 15,-2 0-5360-15,0 5-1072 0,0-1-224 0,-1 5-32 16,-4 2-1232-16,3 0-240 0,-1 0-48 0,2 4-16 16,0-3-608-16,1 2-112 0,2-1-16 0,0 1-16 15,2-2-240-15,3 1-64 0,1-2 0 0,3 0 0 0,2-3-128 0,0-1 0 16,3-1 0-16,2-3-176 16,3-3-144-16,3-2-48 0,4-2 0 0,-2 0 0 15,0-2-352-15,0 0-80 16,2-4-16-16,0 0 0 0,-4-1 48 0,0 0 16 15,-3 0 0-15,-1 0 0 0,-2-3 304 0,-2 3 64 0,-1-3 16 0,-3 2 0 16,-2-1 368-16,0 1 0 0,-1 1 0 0,-4 0 0 0,-1-2 0 16,-1 2 128-16,-3 0 0 0,0 1 0 0,1 2-128 0,-1-1 0 15,-1 1 0-15,-3 0 0 16,0 1-544-16,-2 2-96 0,0 2 0 0,-1-1-16 16,1 2-2000-16,1 2-400 0,0-1-80 0,2 2-13696 0</inkml:trace>
  <inkml:trace contextRef="#ctx0" brushRef="#br0" timeOffset="-159034.02">8867 10249 39615 0,'0'0'1760'0,"0"0"352"0,-6 0-1680 0,1 1-432 16,-1 2 0-16,-1 1 0 0,1 1 1696 0,-2 2 256 15,0 2 48-15,0 1 16 0,-4 1-352 0,1 2-80 0,-2-2-16 16,0 4 0-16,1 2-752 0,0-3-160 0,3 2-16 0,1-5-16 15,3 1-368-15,1 1-80 0,4-4-16 0,0 2 0 16,1-2-160-16,2-1 0 16,2-2 0-16,4-3 0 0,0 1-256 0,2-2 64 0,1 0 0 0,-1-2 16 15,0-3-144-15,0 2-48 0,3-4 0 0,-1-1 0 16,0 0 32-16,-2-1 0 0,1-1 0 0,-2 1 0 16,0-1 80-16,-1 0 32 0,-1-1 0 15,-2-2 0-15,-3 1 224 0,-1 0-192 0,0 0 192 0,-2 1-192 0,-2-2 32 16,1 1 16-16,-3 1 0 0,-1 0 0 15,0 0-272-15,-2 1-48 0,-1 0-16 16,0 2 0-16,-1 1-1440 0,0-1-272 0,0 3-64 16,1-1-10784-16,-1-3-2144 0</inkml:trace>
  <inkml:trace contextRef="#ctx0" brushRef="#br0" timeOffset="-158655.83">9118 9996 35935 0,'0'0'1600'0,"-4"-5"320"0,0 2-1536 0,0 2-384 0,4 1 0 0,0 0 0 0,0 0 2816 0,-5 7 512 16,1 2 80-16,0 2 32 0,-1 1-1584 0,-1 5-304 15,0 4-64-15,1 2-16 0,1 4-864 0,0-1-176 16,-1 0-48-16,3 1 0 0,0 0-176 0,2 0-32 16,2-4-16-16,-1-1 0 0,2-1-160 0,-1-1 0 15,2-2 0-15,1-3 0 0,0-2 0 0,2-1 0 0,0-4 0 0,-1 0-176 16,1-3-64-16,0-1-16 15,3-1 0-15,-1-1 0 0,-2-4-16 0,1-1-16 16,3-1 0-16,-2-1 0 0,-1-3-96 0,-1-2 0 0,1-1-16 16,0-2 0-16,0-1 256 15,1-2 144-15,0-1-160 0,0 0 160 0,-1 0 0 0,0 2 0 16,0 0 0-16,0 4 0 0,-4 0 0 0,1 5 0 0,-5 6 0 0,0 0 0 16,0 0 272-16,0 0 48 0,0 0 16 15,4 10 0-15,-2-2 96 0,0 4 16 0,-2 2 0 0,0 0 0 16,0 2-240-16,0 0-32 15,0-2-16-15,0 2 0 0,0-1-160 0,0 0 0 0,0 0 0 16,1-3 0 0,0 0-928-16,0-3-160 0,1 1-48 0,-1-3 0 0,3-1-2032 15,-4-6-416-15,4 4-64 0</inkml:trace>
  <inkml:trace contextRef="#ctx0" brushRef="#br0" timeOffset="-157987.58">9479 10112 32255 0,'0'0'2864'0,"0"0"-2288"0,0 0-576 0,0 0 0 0,0 0 3776 0,-2 8 640 15,-1 0 128-15,1 1 16 0,2 3-2464 0,-2 1-496 16,1 1-112-16,0 0-16 0,2 5-784 0,0-2-176 16,1 0-16-16,-1-2-16 0,0 2-288 0,2-2-64 0,-1 0-128 0,1 0 192 15,-2-2-192-15,2-2 144 0,-1 0-144 0,0-2 128 16,-1 0-128-16,0-3 128 15,-1-6-128-15,0 0 128 0,0 0 0 0,0 0 0 0,0 0 0 0,0 0 0 16,0 0-128-16,0 0 0 0,0 0 0 16,7-1 0-16,-2-7 0 0,0 1-176 15,-1-1 48-15,1-1 0 0,2-2-80 0,1-2-16 0,0-1 0 0,1-2 0 16,0 0-32-16,0 2 0 0,0-1 0 16,0 3 0-16,-1-1 48 0,0 2 0 0,-2 3 0 0,0 2 0 0,-6 6 16 15,0 0 16-15,0 0 0 0,0 0 0 16,0 0 176-16,2 6-128 0,1 2 128 0,-1 3-128 15,0 0 128-15,2 3 0 0,-2-1 0 0,1 0 0 0,1 0 0 16,1 0 0-16,3 1 0 0,2-2 0 0,-1-2 0 16,3 1 0-16,-1-2 0 0,2 0-128 0,0-4-128 0,-2-1 0 15,1-3-16-15,0 1 0 16,1-2-208-16,-1-3-32 0,-1-1-16 16,2-1 0-16,2 0 16 0,0-2 16 0,0-2 0 0,-2-1 0 0,-2-2 160 15,1-1 16-15,0 1 16 0,0-2 0 0,-1-2 112 16,2 0 32-16,-2-1 0 0,-3 3 0 0,-1-2 160 0,0 3 0 15,-2 2 0-15,-1 0 0 0,0 5 160 0,-4 6-32 16,0 0-128-16,0 0 192 0,0 0 320 0,0 0 48 16,0 6 16-16,1 5 0 0,-1-1-160 0,0 3-32 15,-1 4 0-15,1-1 0 0,1 2-112 0,1 4-16 16,-1-1-16-16,3 4 0 0,0 2-80 0,1 4-16 16,4 5 0-16,0-1 0 0,2 1-144 0,3 3 0 15,-1 3 144-15,1 1-144 0,-1 0 0 0,0 0 0 16,-2-4 0-16,-2-1 0 0,-4 1 0 15,-1-5 0-15,-5-1 0 0,-3-1 0 0,-5-2 0 0,-3-4 0 16,-4-1-144-16,1-3 144 0,-3-1 0 0,-3-2 0 16,-1-1 128-16,-1-3-128 0,0-4 176 0,-3-2-48 0,-2-3-128 0,1 0 192 15,-2-5-192-15,1-2 0 0,-5-3 0 0,-1 0-160 32,-1-1-1088-32,1-1-224 0,0-5-32 0,3-1-16 0,1-2-1792 15,3-2-352-15</inkml:trace>
  <inkml:trace contextRef="#ctx0" brushRef="#br0" timeOffset="-157684.33">10522 9548 28559 0,'0'0'2544'0,"2"-6"-2032"0,-1 0-512 0,-1 6 0 0,3-5 3984 0,0 0 704 16,3 2 144-16,-6 3 32 0,0 0-2512 0,0 0-496 15,0 0-112-15,0 9-16 0,-2 5-624 0,0 7-128 16,-3 5-16-16,-2 7-16 0,-2 5-512 0,-3 5-112 16,-1 6 0-16,-1 7-16 0,-3 6-112 0,1 4-32 15,-1 6 0-15,0 1 0 0,0-4 0 0,3-1 0 16,-2-2 0-16,2-2 0 0,1-4-160 0,3-1 160 16,-2-5-160-16,3-1 160 0,2-5-160 0,-1-5 128 15,1-3-128-15,1-7 128 0,0-4-128 0,1-2 0 16,1-4 0-16,1-2 0 15,2-1-528-15,3-4-96 0,1-5-16 0,0 0 0 16,0-1-2496-16,4-3-496 0</inkml:trace>
  <inkml:trace contextRef="#ctx0" brushRef="#br0" timeOffset="-157121">10675 10060 22111 0,'-17'-1'976'0,"10"1"208"0,2 0-944 0,1 0-240 16,2 4 0-16,0 1 0 0,-2 1 4992 0,3 5 944 0,1-1 192 0,1 7 32 16,1 4-4256-16,0 1-864 0,1 3-160 15,-4 1-48-15,-3-4 96 0,1-1 16 0,2 1 0 0,1 0 0 16,1-2-400-16,-1 2-80 16,0-5-16-16,1 0 0 0,-1-1-32 0,2-6-16 0,-2 1 0 0,-2-2 0 15,2-9-16-15,0 0 0 0,0 0 0 0,0 0 0 16,0 0-48-16,0 0-16 0,4-9 0 0,0-1 0 15,-1-1-176-15,-1-2-144 0,4 0 192 0,0-4-192 16,2-2 0-16,1 1 0 0,0-4 0 0,2 1 0 0,0-2 0 16,1-1 0-16,0 1-240 0,2 1 80 15,2 1-720-15,0 1-144 0,-2 2-16 0,0 1-16 16,1 3-1248-16,-1 2-240 0,0 3-48 0,-1 2-18080 16</inkml:trace>
  <inkml:trace contextRef="#ctx0" brushRef="#br0" timeOffset="-156618.3">10904 10338 33055 0,'-2'-17'1472'0,"2"9"288"0,1-2-1408 0,2-3-352 16,-2-2 0-16,2 0 0 0,0-2 832 0,3 0 112 16,-1-6 16-16,0 5 0 0,-1 0 288 0,1 1 64 15,0 3 16-15,-1 1 0 0,-2 2-736 0,-1 3-144 16,0 3-16-16,-1 5-16 0,0 0 96 0,0 0 32 15,0 0 0-15,0 0 0 0,-8 11 48 0,1 2 16 16,-1 4 0-16,0 2 0 0,0 5-304 0,0-4-64 16,2 3-16-16,-1-1 0 0,2-1 112 0,1-2 32 15,2-2 0-15,2 0 0 0,1-1-368 0,1 1 144 0,4-6-144 0,1 1 0 16,4-3 0-16,1-2-352 0,-1-3 48 16,5-2 16-1,1-2-352-15,3-4-64 0,2-1 0 0,1-1-16 16,1-1-32-16,0-3 0 0,1-1 0 0,1-2 0 0,0-2 240 15,-1-2 64-15,-1-3 0 0,-2-1 0 0,0-1 224 0,-1-1 48 0,-3-6 16 0,0 2 0 0,-2-3 160 16,-2 1 0-16,1 2 0 0,-4-1 0 0,0 2 128 0,-2 0-128 16,-1 3 160-16,-2 0-160 0,-2 3 400 15,-1 3-16-15,-2-2 0 0,-1 4 0 0,0 2 352 16,-3 4 64-16,-1-2 16 0,1 5 0 0,-1 0-16 0,4 6 0 16,-7-1 0-16,7 1 0 15,-8 4-400-15,1 2-80 0,-1 4 0 0,1 1-16 0,-1 4-304 16,1 3 0-16,-1 4 0 0,-1 2 0 0,2 0 128 0,1 5-128 15,-1 4 0-15,2-1 0 0,-3 6 0 0,3 2 0 16,2 2 0-16,-1-4 0 0,0 0 0 0,2 0 0 16,-2-2 0-16,1-1 0 15,1-1-464-15,0-1 0 0,1-1 0 0,0-4 0 16,1-5-1968-16,-2-1-384 0,2-2-64 0,-1-4-32 16,0-5-624-16,-1 0-128 0,-1-3-32 0</inkml:trace>
  <inkml:trace contextRef="#ctx0" brushRef="#br0" timeOffset="-156163.64">11142 10419 8287 0,'-6'-17'368'0,"4"9"80"16,-3-1-448-16,-2-2 0 0,0 2 0 0,1-1 0 0,2-1 5760 0,1 2 1056 0,2 1 224 0,0 2 32 15,2-1-3808-15,2 2-752 0,1-1-144 0,0 2-48 16,3 0-704-16,4-1-144 0,1-1-16 0,2 0-16 16,2-1-736-16,2 1-160 0,0-1-32 0,2 1 0 15,0-2-192-15,1 3-64 0,0-4 0 0,0 2 0 16,0 1-64-16,-2-1 0 0,0 2-16 0,-2 2 0 15,-3 3-16-15,0 3 0 0,1 1 0 0,-2 2 0 16,-2 2 160-16,0 1 16 0,-1 2 16 0,-2 0 0 16,-3 4 64-16,-1-4 16 0,0 2 0 0,0 0 0 15,-1 1-128-15,-1-1-32 0,0-2 0 0,-1 1 0 16,0-2-144-16,1 0-128 0,-2-10 192 0,0 0-192 16,0 0 0-16,0 0 0 0,0 0 0 0,0 0 0 0,0 0 0 15,0 0-144-15,0 0-16 0,0 0 0 0,0 0-96 16,6-7 0-16,-1-1-16 0,0-1 0 0,2-1-16 15,0-3 0-15,-1-3 0 0,1-2 0 0,2-1 80 0,0 1 16 16,0-1 0-16,1-1 0 16,1-1 192-16,-1 3-144 0,1 2 144 0,-1 5-128 0,-1-2 128 15,0 3 0-15,0 4 0 0,-1 2 0 0,0 3 0 0,-8 1 128 16,0 0 0-16,7 6 0 0,0 3 192 0,0 3 32 16,-2 2 16-16,0 2 0 0,-1 0-96 0,0 1-16 0,-1 1 0 15,-1 0 0-15,1-1-256 0,0-1 160 16,-1-2-160-16,1 0 128 0,-2 0-272 0,2-1-64 0,-1-3-16 0,1-1 0 31,0-1-1680-31,0 0-336 0,4 0-64 0,-2-2-12304 16,-5-6-2480-16</inkml:trace>
  <inkml:trace contextRef="#ctx0" brushRef="#br0" timeOffset="-156019.9">11887 9953 23951 0,'-14'-1'1056'0,"9"2"224"0,-2 3-1024 0,1-1-256 0,-2 2 0 0,3 3 0 16,1 1 3584-16,1 0 672 0,1 1 128 0,0 2 32 0,1 1-3616 0,1 2-800 16,3 0 0-16,0 2 0 15,5-1-2848-15,3 1-496 0,-1 0-112 0</inkml:trace>
  <inkml:trace contextRef="#ctx0" brushRef="#br0" timeOffset="-154652.22">12007 10206 13823 0,'0'0'1216'0,"0"0"-960"0,0 0-256 0,0 0 0 0,4-6 3920 0,0-1 752 0,-1 1 128 0,-2 2 48 0,-1 4-2128 0,0 0-416 16,0 0-96-16,0 0-16 0,0 0-224 0,0 0-48 16,0 0-16-16,0 0 0 0,0 0-496 0,-5 4-80 15,-2 1-32-15,2 3 0 0,1 1-528 0,0 1-96 16,0 1-32-16,0 0 0 0,2 2-304 0,-1 2-64 16,1-1-16-16,-1 2 0 0,2 1-96 0,-1 0-32 15,4 2 0-15,-1 2 0 0,0 1-128 0,1 2 128 16,-1 2-128-16,1 0 128 0,1 0-128 0,2 1 0 15,-2 1 0-15,0 0 0 0,-2 2 0 0,0 0 128 16,-1 0-128-16,0-1 0 0,0-2 0 0,0-1 0 16,-1-2 0-16,-2-5 0 0,-1 1-144 15,-1-2-16-15,-3-2 0 0,0-1 0 0,-1 0-144 0,-1-2-16 16,-1-3-16-16,0-2 0 16,-1-1-176-16,2-2-16 0,-1-3-16 0,1-2 0 15,-1 0 0-15,1-3 0 0,-1-4 0 0,2-1 0 16,-1 0-256-16,3-5-48 0,5-1-16 0,2-4 0 15,1-3 256-15,4-3 48 0,2-2 16 0,3-5 0 0,3-3 320 0,2-1 64 0,2-2 16 0,1-2 0 16,1-2 144-16,3-1 0 0,3 0 0 16,0 2 0-16,-2 1 0 0,0 2 0 0,0 3 0 0,-1 3 0 15,0 1 0-15,-1 3 256 0,-1 1-64 0,-3 5-16 16,1 1 272-16,-2 4 64 0,-2 2 16 0,-2 5 0 0,-3 1-16 0,-3 3 0 16,-6 5 0-16,0 0 0 0,0 0 16 0,0 0 0 15,0 0 0-15,0 0 0 0,0 10-128 0,-2 3-16 16,-3 0-16-16,-3 4 0 0,0 3-208 15,-1 0-32-15,0-1-128 0,0 1 192 0,1-1-192 0,1 1 0 16,3-2 128-16,2-1-128 0,-1-1 0 0,3-2 0 16,1-1 0-16,2-1 0 0,2-3-368 0,0-1 48 15,2-3 0-15,1-1 0 16,2 0-496-16,2-4-80 16,0 0-32-16,-1-4 0 0,1 1-96 0,1-1 0 0,0-4-16 15,0-1 0-15,0 0 16 0,-2-5 16 0,-1-2 0 0,1-2 0 16,0-3 16-16,0 0 0 0,-2 2 0 0,-1-6 0 0,0 0 608 15,1 2 128-15,-3 0 32 0,1 5 0 0,-2 3 656 0,-1 0 128 16,-2 6 16-16,0 0 16 0,-2 9 912 0,0 0 176 0,0 0 48 0,0 0 0 16,0 0-128-16,0 0 0 15,1 9-16-15,0 0 0 0,1 6-832 0,-1-2-176 16,2 2-16-16,-1 2-16 0,1 1-192 0,-1-1-32 0,0-1-16 16,0 0 0-16,1-2-128 0,0 0-32 15,-2-1 0-15,1-1 0 0,2-4-144 0,-2 0 128 0,-2-8-128 16,0 8 128-16,0-8-128 0,0 0 192 0,0 0-192 15,0 0 192-15,0 0-192 0,0 0 0 0,0 0 144 0,0 0-144 16,0 0 0-16,0 0 128 0,0 0-128 0,1-8 0 16,0-1 0-16,2 0 0 0,-2-1 0 15,2 1 0-15,1 0 0 0,1 0 0 0,-1 0 0 0,0 0-128 16,4 0 128-16,-1-3 0 0,1 2-144 0,0-1 144 16,1 2 0-16,3 1-144 0,1 2 144 0,0-4 0 15,0 3-176-15,1 0 176 0,2 1-160 0,0-1 160 16,1 2-128-16,-1 0 128 0,3 1 0 0,-2 0-144 0,0 1 144 15,0 1 0-15,-2 0 0 0,1 2 0 0,-2 0 0 0,-1 0 0 16,-1 2 0-16,-3-1 0 0,-9-1 0 0,0 0 0 16,0 0 128-16,0 0-128 0,0 0 272 0,-2 8-16 15,-2 1 0-15,-3 3 0 0,-1-2 48 0,-2 3 0 16,-2 0 0-16,-1 0 0 0,-1 2-144 0,-1 0-32 16,1 2 0-16,1-3 0 0,0-1-128 0,1-1 0 15,2 0 144-15,1 0-144 0,2-4 0 0,1 1 0 16,0-2 0-16,3 0 0 0,0-1 0 0,3-6 0 15,0 0-192-15,0 0 64 0,0 0-224 0,5 6-32 16,-5-6-16-16,9 1 0 16,2-1-160-16,0 0-16 0,1-1-16 0,1-2 0 15,-1-1 48-15,-2 0 16 0,3-2 0 0,0-1 0 0,0-1 96 0,-1-2 32 0,-1 2 0 0,-1-4 0 16,0 2 160-16,1-2 48 16,-2 1 0-16,0-1 0 0,-1 0 192 0,-2 2 0 0,1-3 0 15,-2 2 0-15,-1 1 0 0,0 2 0 16,-1 1 0-16,-3 7 0 0,0 0 0 0,0 0 0 15,0 0 128-15,0 0-128 0,0 0 160 0,-7 7-32 16,2-1 0-16,0 4 0 0,1 0 16 0,0 2 0 0,0-1 0 0,0 1 0 16,0 0-144-16,3 0 128 0,3-1-128 0,2 1 128 15,2-1-128-15,-1-1 0 0,1-1 0 0,2 0 0 16,3-1 0-16,0-3-144 0,2-1 144 0,2-1 0 0,0-2-192 16,2-1 192-16,-2-3-192 0,-1 2 192 0,-1-5-176 15,0-1 176-15,0-1-160 0,0-2 160 0,-1-2 0 0,0-2 0 16,-1-2 0-16,1-2 0 0,0-3 0 0,0-2 128 15,1-3-128-15,0-2 160 0,0-2-32 0,0-1-128 16,1 0 192-16,0-2-64 0,-1-1 0 0,2 2 0 16,-1-1 0-16,-2 3 0 0,-3 3 32 0,-4 3 0 15,-1 6 0-15,-1 5 0 0,-3 4 352 16,0 2 80-16,-2 2 16 0,2 5 0 0,0 0-48 0,0 0-16 16,-7 8 0-16,-1 3 0 0,0 3-352 0,0 2-192 15,0 5 192-15,0 1-192 0,1 2 0 0,1 2 0 16,0-1 0-16,1 2 0 0,-1 1 0 0,1 0 0 15,0 1-192-15,1 0 192 16,1 1-1104-16,1-2-128 0,1 0-32 0,1-4 0 16,-2-1-1344-16,1-1-272 0,-2-1-48 0,1-2-16032 0</inkml:trace>
  <inkml:trace contextRef="#ctx0" brushRef="#br0" timeOffset="-154111.14">13059 10127 15663 0,'0'0'1392'0,"0"0"-1120"0,7-7-272 0,2 1 0 16,1-2 4928-16,3 1 944 0,0 2 176 0,3 0 32 0,0 0-3648 0,1 1-720 16,0-2-160-16,0 5-16 0,-2-2-400 0,1 2-80 15,-2 2-16-15,-1 2 0 0,-1 4-128 16,-3-3-16-16,2 5-16 0,-4 1 0 0,0 3-48 0,-3-1 0 16,0 4 0-16,-3 0 0 0,-2 0-320 0,-1 4-64 15,0-3 0-15,1 0-16 0,-1-3-240 0,0-1-64 16,-2-1 0-16,0-3 0 0,1 1-128 0,2 1 0 15,1-11 0-15,0 6 0 0,0-6-256 0,0 0-96 16,6 8-16-16,1-4 0 16,-7-4-1104-16,10-3-240 0,2 2-32 0,1-3-16 15,1 0 720-15,-1-5 144 0,-1 0 16 0,-3 0 16 16,0 0-288-16,1-3-48 0,-1 0-16 0,0 2 0 16,-1 1 288-16,0-3 48 0,-2 0 16 0,-2 2 0 15,-1 1-16-15,-1-3 0 0,-1 3 0 0,-1 1 0 16,-2 0 112-16,1 2 0 0,1 6 16 0,-2-7 0 15,2 7-48-15,0 0-16 0,0-8 0 0,0 8 0 16,0 0 320-16,5-6 64 0,-5 6 16 0,7-3 0 0,1-1 64 16,-8 4 16-16,0 0 0 0,0 0 0 0,0 0 912 0,8 4 192 15,-8-4 48-15,6 9 0 0,-1-1 1552 0,1 1 320 16,-3 2 64-16,1 0 16 0,0 4-608 0,-2-1-128 16,0 0-32-16,1 1 0 0,-2-1-544 0,0-1-112 15,2 0-32-15,0-4 0 0,-1 0-544 0,1-1-128 16,-1-3 0-16,-2-5-16 0,4 6-208 0,-4-6-32 0,0 0-16 0,0 0 0 15,0 0 0-15,0 0 0 0,0 0 0 16,0 0 0-16,4-7-16 0,-1-1 0 0,-1-1 0 0,1-1 0 16,0-2-96-16,-1-1-32 0,1-1 0 0,0-1 0 15,0-3-96-15,3 0 0 0,0-2-128 16,3 2 192-16,2-3-192 0,2 0 0 0,2-1 0 0,4 0 0 16,0 1-832-16,6-2-272 0,2 0-48 15</inkml:trace>
  <inkml:trace contextRef="#ctx0" brushRef="#br0" timeOffset="-153713.83">14428 10009 27647 0,'0'0'2448'0,"-9"4"-1952"0,-1-1-496 0,2-1 0 15,3 1 6176-15,-1 0 1136 0,6-3 240 16,-6 2 32-16,6-2-6080 0,0 0-1216 16,-5 4-288-16,5-4 0 15,0 0-960-15,0 0-240 0,0 0-32 0,0 0-21936 0</inkml:trace>
  <inkml:trace contextRef="#ctx0" brushRef="#br0" timeOffset="-153577.39">14334 10247 40543 0,'-5'1'3600'0,"0"1"-2880"0,5-2-576 0,0 0-144 0,0 0 2528 16,-5 6 480-16,0-4 80 0,5-2 32 0,0 0-1824 0,0 0-352 16,0 0-80-16,0 0-16 15,0 0-2256-15,9-4-464 0,4-1-96 0</inkml:trace>
  <inkml:trace contextRef="#ctx0" brushRef="#br0" timeOffset="-152532.77">14955 10771 28559 0,'-37'57'1264'0,"23"-32"272"0,-3 7-1232 0,3 1-304 0,-3 0 0 0,1-2 0 15,3-8 2304-15,0 1 416 16,0 1 80-16,1-5 16 0,-1 0-992 0,3-2-192 0,2-2-32 0,0-4-16 15,2-2-112-15,2 0-32 0,-1-6 0 0,2 0 0 16,3-4-416-16,0 0-64 0,0 0-32 0,0-5 0 16,1-5-432-16,-1-2-96 0,3-2-16 0,0-1 0 15,0-2-144-15,1-2-48 0,2-5 0 0,0-3 0 16,1-3-32-16,0 0-16 0,3-7 0 0,0 1 0 16,2-7-144-16,1-4 0 0,4-4 144 0,1-6-144 15,2-5 0-15,2-1 0 0,1-1 0 0,3-4 0 0,0-3 0 16,0 1 0-16,0 0 0 0,3-2 0 0,-2 0 0 15,2 3 0-15,1 3 0 0,1 3 0 0,1 4 0 0,-1 5 0 16,3 1 0-16,0 7 0 0,-2 4 0 0,1 5 0 16,0 5 0-16,-1 4 0 0,-3 1 0 0,0 7 0 15,-2 1 0-15,-2 6-128 0,-1 2 128 0,-3 5 0 16,-1-1-144-16,-4 5 144 0,-3 2-160 0,-3 4 160 16,0 2-208-16,-4 3 80 0,-4 3 128 0,-2 2 0 15,-2 6-144-15,-4 0 144 0,-4 3 0 0,-3 3 128 16,-3 0 0-16,-1 2 0 0,-1 1-128 0,-3-2 0 15,-2-3 0-15,-1 1 0 0,1 0 128 0,-1 0-128 16,0-2 0-16,-1-2 128 0,0 0-128 0,2-2 0 16,2 0 144-16,0-4-144 0,3 0 0 0,1-2 144 15,0-3-144-15,4-1 0 0,1-1 160 0,3-1-160 16,0-1 128-16,9-6-128 0,0 0 0 0,0 0 0 16,0 0 128-16,0 0-128 0,0 0 0 0,0 0 0 15,0 0 0-15,6 3 0 0,2 1-160 0,0-2 160 16,1 0 0-16,1-2-144 0,3 0 144 0,3 0 0 0,0 0 0 0,1 0 0 15,1 1 0-15,0 0 0 16,0 0 0-16,1 3 0 0,-1 2 0 0,0 0 0 0,0-2 0 0,-2 5 0 16,-2-1 0-16,0 2 0 0,-4 2 0 0,0-1 0 15,-2 2 0-15,-1 2 0 0,-3 1 0 0,-2 2 128 16,-2-2 0-16,-1 2 0 0,-4 0 0 0,-3 0 0 16,-1-1 64-16,-3 0 32 0,-2-1 0 0,-2 0 0 15,-2-5-32-15,-2 2-16 0,1-1 0 0,-3-1 0 16,-2-2-176-16,2-1 160 0,1-2-160 0,-1-1 160 15,-2 1-160-15,1-3 0 0,1 0 0 0,1-2 0 16,3 1-400 0,2-2-176-16,0 0-16 0,3 0-16 0,3-2-1456 0,10 2-304 15,-7-4-48-15,3-1-20000 0</inkml:trace>
  <inkml:trace contextRef="#ctx0" brushRef="#br0" timeOffset="-152010.95">16261 10076 10127 0,'0'0'896'0,"2"-7"-704"0,-2 1-192 0,0 0-4480 0</inkml:trace>
  <inkml:trace contextRef="#ctx0" brushRef="#br0" timeOffset="-151715.11">16156 9881 33167 0,'-7'-7'2944'0,"5"4"-2352"16,-2 3-464-16,0-4-128 0,0 2 4288 0,4 2 832 0,0 0 160 0,0 0 32 0,0 0-3856 0,0 0-784 15,8-4-160-15,-1 2-16 0,-7 2 240 0,12 0 48 16,1 0 16-16,-1-2 0 0,1 0-544 0,1 1-96 16,2 1-32-1,2 0 0-15,0 0-128 0,3-3 0 0,2 2 0 0,-1 0 0 16,0-2 0-16,0 1 0 0,1-1-192 0,0-1 192 16,-3 2-1360-16,0 2-160 0,-2-3-16 15,-2 3-16-15,-2 3-2480 0,-1-2-480 16</inkml:trace>
  <inkml:trace contextRef="#ctx0" brushRef="#br0" timeOffset="-151531.25">16140 9994 34095 0,'-16'0'1504'0,"11"0"320"16,5 0-1456-16,0 0-368 0,-5 0 0 0,5 0 0 0,0 0 3584 0,0 0 656 15,0 0 128-15,0 0 32 0,0 0-2784 0,13 0-544 16,1 0-112-16,3 0-32 0,0 1-528 0,3 0-96 0,1 0-32 0,1 2 0 15,1-3-272-15,2 0 0 16,0 0 0-16,3 0 0 16,2-3-800-16,2 2-224 0,-1 0-32 0,4 0-14368 15,3-2-2880-15</inkml:trace>
  <inkml:trace contextRef="#ctx0" brushRef="#br0" timeOffset="-150244.67">17899 9331 23951 0,'-2'-4'2128'0,"1"-5"-1696"0,0-1-432 0,1 1 0 0,1-2 3520 0,0 1 640 16,-2-1 112-16,-1 2 16 0,-1-1-2544 0,-1-2-512 16,-1 2-96-16,-2 2-32 0,1-3 288 0,-2 2 48 15,-1 0 16-15,0 4 0 0,-2 2-640 0,0 2-128 16,-3-2-32-16,0 5 0 0,-3 0-224 0,-1 4-48 16,0 3-16-16,-3 4 0 0,-4 4-160 0,-2 5-16 15,-1 4-16-15,0 5 0 0,-4 3-176 0,4 4 192 16,0 2-192-16,3 2 192 0,3 0 0 0,4-2 16 15,5-1 0-15,4-2 0 0,4-2-64 0,5-2-16 0,5-5 0 16,3-2 0-16,2-1-128 0,6-4 0 0,3-1 0 16,4-7 0-16,1-3-192 0,5-2 48 0,2-3 0 0,1-2 0 15,0-3 144-15,-1-2-208 0,-1-4 80 16,0-2 128-16,-1-1-192 0,-3 0 192 0,-1-2-192 0,-2 0 192 16,-2-4 0-16,0 0 0 0,1-1 0 0,-2-1 0 15,-3-6 0-15,-2-1 0 0,-2 1 0 0,1-3 0 16,-4-1 0-16,-1-1 0 0,-1-1 128 15,0 0-128-15,-3-3 0 0,-2 1 128 0,-2 1-128 0,-1 1 0 16,-1 1 0-16,-2 4 0 0,-2 0 128 0,-2 3-128 16,-1 2 0-16,-2 2-192 0,-4 0 32 0,-1 3 16 15,1 2-240 1,0 1-64-16,-2 2 0 0,2-1 0 0,-1 6-2016 0,1 1-416 16,0 2-64-16,-2 4-16992 0</inkml:trace>
  <inkml:trace contextRef="#ctx0" brushRef="#br0" timeOffset="-149897.16">17656 9616 29487 0,'0'0'2624'0,"0"0"-2112"16,0 0-512-16,0 0 0 0,0 0 3808 0,0 0 656 0,7-3 128 0,-7 3 16 15,8-1-2048-15,-8 1-400 0,0 0-96 0,9 6-16 16,-1 3-1024-16,1 3-192 0,1 1-64 16,1 1 0-16,-2 2-336 0,1 1-80 0,2 2-16 15,0 0 0-15,1-1-336 0,0-4 0 16,1 2 0-16,0 0 0 0,-1-1 0 0,0 0 0 0,2-1 0 0,-2-2 128 15,-2-2-128-15,3 1 0 0,-3-4 0 0,4 1 0 16,-2-1-240-16,-2 1-112 0,-2-5-32 0,2 0 0 31,-2 0-960-31,-1-2-208 0,-2 2-48 0,2-3-14080 0,0 0-2832 0</inkml:trace>
  <inkml:trace contextRef="#ctx0" brushRef="#br0" timeOffset="-148045.25">17967 8906 12895 0,'0'0'1152'0,"0"0"-928"0,-3-5-224 15,0 0 0-15,1 0 4608 0,-1 1 896 0,2-3 160 0,-1 1 32 16,0 0-3648-16,1 1-752 0,1 5-144 0,0 0-16 0,-2-5 336 0,1 0 64 16,1 5 0-16,0 0 16 0,-4-3-592 0,4 3-112 15,-5 0-16-15,0 0-16 16,-3 2-112-16,0 3 0 0,-1-3-16 0,0 4 0 0,0-3-208 0,-1 4-32 16,1 1-16-16,0 0 0 0,1 1-112 0,2-3-32 15,-1 1 0-15,2-1 0 0,0 1-96 0,5-7-32 16,-3 6 0-16,3-6 0 0,0 0-32 0,2 8-128 15,-2-8 192-15,0 0-64 0,5 7-128 0,1-3 0 16,1-2 0-16,1 1 0 0,0-4 0 0,-1-1 0 16,1 1 0-16,1-3 0 0,0 0 0 0,1 0 0 0,-4 0 0 0,1-2 0 15,-1 1 0-15,-1 1 0 16,-1-4 0-16,0 1 0 0,-1 1 0 0,-2-1 0 16,-2 1 0-16,-1-1 128 0,1 1 0 0,-1-1-128 0,-1 1 192 0,0-1-64 15,-1 3 0-15,1-2-128 0,-3 2 192 0,0 0-64 16,-3 0-128-16,1 0 0 0,0 0 144 0,-1 0-144 15,0 2 0-15,1-1-160 16,0 2 16-16,2 1 0 0,6 0-1920 16,0 0-384-16,-4 6-80 0</inkml:trace>
  <inkml:trace contextRef="#ctx0" brushRef="#br0" timeOffset="-146763.47">17109 9820 23951 0,'-4'-9'1056'0,"4"9"224"0,0 0-1024 0,-4-3-256 16,1 0 0-16,3 3 0 0,0 0 4768 0,0 0 896 16,0 0 176-16,0 0 48 0,-4 0-3328 15,4 0-672-15,0 0-128 0,0 0-32 0,0 0-848 0,0 0-176 16,-6 2-48-16,-1 2 0 0,-1 3-272 0,2 0-64 16,-2 3-16-16,0-3 0 0,0 2 96 0,-1 2 32 0,-1-1 0 0,0 2 0 15,-2-2-256-15,-1 4-48 16,1-5-128-16,-1 2 192 0,0 0-48 0,1 1-16 15,3-5 0-15,-1 3 0 0,1-3-128 0,1 1 160 16,-1-3-160-16,1 1 160 0,1 0-160 0,2-2 192 16,5-4-192-16,0 0 192 0,0 0-192 0,0 0 0 0,0 0 0 15,0 0 0-15,0 0 0 0,0 0 0 0,0 0 128 0,0 0-128 16,0 0 0-16,9 1-192 0,0-2 32 16,3 0 16-16,1-2 144 0,1-1 0 0,-1 2 0 15,3-1 0-15,-2 0 0 0,2 2-128 0,0-4 128 0,-2 2 0 16,0 2-160-16,-1 0 160 0,0-2-192 15,0 2 192-15,-1-1-320 0,-1 1 64 0,-2 1 0 0,-1 0 0 16,-1-1-704 0,0 1-128-16,-7 0-16 0,0 0-16 15,0 0-736-15,8-1-160 0,-2 1-32 0,-6 0 0 0,0 0-2048 0,0 0-432 0</inkml:trace>
  <inkml:trace contextRef="#ctx0" brushRef="#br0" timeOffset="-146512.77">17049 9848 28559 0,'0'0'2544'0,"0"0"-2032"15,0 0-512-15,0 0 0 0,0 0 3488 0,6-3 608 16,-6 3 112-16,0 0 16 0,0 0-1952 0,0 0-400 16,7 6-80-16,-1 2 0 0,1 1-720 0,-2 3-144 15,-1 1-32-15,0 3 0 0,-3 2-368 0,0 2-80 16,-2 1 0-16,0 1-16 0,-2 0-112 0,1 0-32 15,-1 1 0-15,0 1 0 0,1-2-160 0,-1 0-128 16,-1-1 144-16,2-1-144 0,-1-3 0 0,0-2 0 16,1 0 0-16,2-2 0 15,0-3-1008-15,0-1-240 0,-1-1-48 0,3 1-16 16,5-2-3104-16,-1-1-608 0</inkml:trace>
  <inkml:trace contextRef="#ctx0" brushRef="#br0" timeOffset="-146152.62">18328 9771 51311 0,'-9'-8'2272'0,"9"8"480"16,0 0-2208-16,0 0-544 0,0 0 0 0,0 0 0 0,0 0 1056 0,0 0 96 15,0 0 32-15,0 0 0 0,0 0-368 0,0 0-80 16,0 0-16-16,1 9 0 0,0 3-464 0,-1 2-80 16,0-1-32-16,0 0 0 0,0 4-144 0,0-1 0 0,-1 1 0 0,0 1 128 15,-3 0-128-15,2-1 0 16,0 0 0-16,-1 0 0 0,0-4 0 0,1 1 0 15,1-2 0-15,-1 0 0 0,2 0 0 0,0-5-144 0,0 3 0 0,0-3 0 32,-1 1-1136-32,1-8-240 0,3 8-32 0,2-2-14800 0,3 1-2960 15</inkml:trace>
  <inkml:trace contextRef="#ctx0" brushRef="#br0" timeOffset="-145652.2">16993 10525 35935 0,'-7'-1'3200'0,"1"1"-2560"15,-1-1-512-15,7 1-128 0,0 0 3440 0,0 0 656 16,0 0 144-16,9-3 32 0,3 2-2928 0,0-2-576 16,-2 2-112-16,6 0-16 0,5 1 64 0,6-3 32 15,4 1 0-15,3 0 0 0,1 2-368 0,3-2-80 16,3 0-16-16,3 1 0 0,3 0 0 0,6 1 0 15,10-3 0-15,2 3 0 0,2-1-96 0,2 1-32 16,0 0 0-16,2 0 0 0,2 0-144 0,3 0 0 16,1-1 0-16,-3 2 128 0,-1-1-128 0,-1 1 0 0,-2 2 0 15,-6-3 0-15,-4 2 0 0,-4 0 0 16,-2 0 0-16,-7 1 0 0,-4 1 0 0,-5-3 0 0,-7 0 0 0,-4 1 0 16,-3-1 0-16,-5 2 0 0,-2-2 0 0,-4-1 0 15,-2 0 0-15,-3 0 0 0,-8 0 0 16,0 0 0-16,0 0 0 0,0 0 0 0,0 0 144 0,0 0-48 15,0 0-96-15,-8-1 0 0,0-2-160 0,-1 2 160 16,0 2-512 0,9-1-32-16,0 0 0 0,0 0 0 0,-10 0-1568 0,3 1-304 15,-2 2-64-15</inkml:trace>
  <inkml:trace contextRef="#ctx0" brushRef="#br0" timeOffset="-144551.52">17234 11143 40367 0,'-8'-9'1792'0,"8"9"368"0,3-6-1728 0,-1-1-432 0,2 1 0 0,1-1 0 16,2 2 2112-16,-1 2 352 0,-6 3 64 0,0 0 16 16,0 0-704-16,8 0-144 0,-8 0-32 0,8 4 0 15,-3 2-832-15,0 3-160 0,1 2-32 0,-1 6-16 16,-1 4-240-16,0 4-64 0,-2 4 0 0,1 2 0 15,0-1-320-15,-1 0 0 0,-1 1 0 0,2 1 0 0,0-2 0 0,-1-1 0 16,2 0 0-16,0-1 128 0,-1-4-96 16,-1-2-32-16,1-1 0 0,2-4 0 0,-1-1 0 15,0-3 0-15,-1-4 0 16,-1 0 0-16,3-4 0 0,-1-1 0 0,-4-4 0 0,0 0 0 0,7 0 0 0,-1-1 0 16,1 1 0-16,-1-5 0 0,1-2 0 0,1-1 0 15,0-1 0-15,1-1 0 0,-5-4 0 16,2-2 0-16,2-1 0 0,1 0 0 0,1-4 0 0,2-1 0 15,0-1 0-15,0-1 0 0,1-1 0 16,1 2 0-16,-1-2 0 0,0 3 0 0,0 1 0 0,-1 3 0 16,-2 3 0-16,-2 4 0 0,-3 2 0 0,1 3-128 15,-6 6 128-15,0 0 0 0,0 0 0 0,3 11 0 16,-1-1 0-16,-1 6 0 0,-1 3 0 0,-1 1 0 16,-1 1 0-16,2 1 0 0,-1 2 0 0,0-4 0 15,3 3 0-15,1 0 0 0,0-3 0 0,1-1 0 16,0-2 0-16,1-1 128 0,3-5-128 0,-1 0 0 0,1-3 0 15,-1-2 0-15,-1-2 0 0,2 0 0 16,1-3 0-16,0-1 0 0,-9 0 0 0,9-2 0 0,2-2 0 16,-2-1 0-16,0-2 0 0,0-3 0 0,-1 1 0 15,1-3 0-15,2-3 0 0,-1-2 0 16,0 1 0-16,1-4 0 0,-2-2 0 0,0 0 0 0,2 0 0 16,-1-5 0-16,0 4 0 0,2-4 0 0,-1-2 0 15,-2 2 0-15,0-2 0 0,-1 3-240 16,-2 1 80-16,2 2 16 15,-3 2-768-15,-1 2-160 0,0-1-16 0,-1 4-16 16,-1-1-1776-16,0 5-336 0,-4 2-80 0</inkml:trace>
  <inkml:trace contextRef="#ctx0" brushRef="#br0" timeOffset="-144320.09">17030 11065 26719 0,'0'0'1184'0,"0"0"240"0,-3-2-1136 0,3 2-288 16,0 0 0-16,0 0 0 0,0 0 5872 0,10-3 1104 15,3 0 240-15,3 1 32 0,2 1-5328 0,3-1-1088 16,0 1-192-16,2 1-64 0,2 0-352 0,1-3-80 16,1 2-16-16,1 0 0 15,0-1-640-15,1 2-128 0,1-2-16 0,3 0-16 16,-1 0-2336-16,3-1-448 0,3 1-112 0</inkml:trace>
  <inkml:trace contextRef="#ctx0" brushRef="#br0" timeOffset="-144178.77">17982 10987 43887 0,'0'0'1936'0,"0"0"416"0,7-4-1888 0,2 0-464 0,3-1 0 16,1-2 0-16,0 5 1200 0,1-3 144 0,0 1 16 0,1 0 16 15,0 0-352-15,2 1-64 0,-1 1 0 16,-2-2-16-16,2 1-1120 0,0 2-208 0,-1 1-64 0,-3-3 0 31,-3 6-2240-31,-9-3-448 0,0 0-80 0</inkml:trace>
  <inkml:trace contextRef="#ctx0" brushRef="#br0" timeOffset="-143797.92">17591 10718 43535 0,'-10'-5'1920'0,"10"5"416"0,-6-1-1872 0,1 0-464 16,1 1 0-16,4 0 0 0,-5 2 1760 0,0 2 256 16,-2 3 48-16,2-1 16 0,-1 3-496 0,0-1-112 15,1 3 0-15,0 0-16 0,0-2-944 0,1 2-176 16,1-1-32-16,2-1-16 0,0-1-144 0,1-8-16 15,1 9-128-15,0-2 192 0,2 1-192 0,1-2 128 16,-4-6-128-16,6 5 0 0,1 1 0 0,1-1 128 16,1-4-128-16,0 0 0 0,0 1 0 0,0-2 0 15,0-3 0-15,0 2 0 0,-2-4 0 0,1 1 0 16,0 0 0-16,-2 0 0 0,-6 4 0 0,5-5 0 0,-2-1-128 16,-3 6 128-16,1-5-144 0,-1 5 144 15,-1-6-208-15,0 2 80 0,-3-3-176 0,0 1-16 16,0 2-16-16,-1 0 0 15,-3 0-1008-15,0 3-208 0,1 1-48 0,-3 2 0 16,-3 2-1872-16,-1 3-384 0,-3 3-80 0</inkml:trace>
  <inkml:trace contextRef="#ctx0" brushRef="#br0" timeOffset="-143484.1">16999 11579 26719 0,'0'0'2368'0,"0"0"-1888"0,0 0-480 0,0 0 0 0,0 0 5104 0,0 0 912 16,0 0 192-16,8 3 48 0,-8-3-3632 0,4 6-736 15,-1 3-144-15,-1 3-16 0,-1 1-896 0,-1 3-192 16,-1-2-16-16,0 4-16 0,0 2-384 0,-1 1-80 16,0-3-16-16,-1 1 0 0,2 1-128 0,-1-2 0 15,1-1 0-15,1-4 0 16,1 0-528-16,1-1-192 0,0-2-48 0,2 1 0 16,1-2-1984-16,5-1-416 0,1-2-80 0,4 1-18080 0</inkml:trace>
  <inkml:trace contextRef="#ctx0" brushRef="#br0" timeOffset="-143055.31">18239 11531 19343 0,'-14'-3'1728'0,"7"-1"-1392"0,-2 2-336 0,3-4 0 0,3 5 8288 0,3 1 1584 16,0 0 320-16,0 0 64 0,0 0-7808 0,0 0-1552 15,0 0-320-15,0 0-64 0,10-3-240 0,2 3-32 16,-2 0-16-16,2 0 0 0,1-1-224 0,0 1 0 16,0 1 0-16,0 2 128 0,2-3-128 0,-2 1 0 15,-2 1 0-15,0 2 0 0,-2-3 0 0,-1 4 0 16,-8-5 0-16,0 0 0 0,4 5 0 0,-2 2 0 16,-2 1 0-16,-4-1 0 0,-2 3 0 0,-2-1 0 15,-1 2 0-15,-1 2 0 0,-5-1 0 0,0 1 0 16,-1 2 0-16,0-2 0 0,-1 4 0 0,2-3 0 15,-2 0 0-15,1 1 0 0,2 0 0 16,-1 0 0-16,2-2 0 0,2-3 0 0,2 2 0 0,1-2 0 16,1 1 0-16,3-5 0 0,4-6 0 0,0 0 0 15,0 0 0-15,2 7 0 0,-2-7 0 0,6 5 0 16,2-1 0-16,1-2 0 0,1 0 0 0,4-1 0 16,0-1 0-16,2 0 0 0,0-1 0 0,3-2 0 0,-1 0 0 0,2 1 0 15,-1-2 0-15,1 0 0 16,-2 1 0-16,0 0 0 0,-2-1 0 0,1-2 0 15,0 1 0-15,-2 1 0 16,-2 0-1104-16,2-1-224 0,0 0-32 0,-2 0-23472 0</inkml:trace>
  <inkml:trace contextRef="#ctx0" brushRef="#br0" timeOffset="-119343.83">20148 8962 18431 0,'0'0'1632'0,"0"0"-1312"0,0 0-320 0,0 0 0 0,0 0 3200 0,0 0 576 16,0 0 128-16,-6 6 0 0,3 1-3024 16,-1 4-624-16,-2 2-112 0,0 6-16 0,-2 5 832 0,-2 8 192 15,-3 10 16-15,-3 10 16 0,-2 8-368 0,-3 11-80 16,-4 8-16-16,-2 10 0 0,-2 6 0 0,-4 7 0 16,-2 3 0-16,-1 5 0 0,1 5-16 0,-1-5-16 15,1 3 0-15,1-3 0 0,3 0-160 16,1-3-16-16,0-8-16 0,3-1 0 0,2-3-272 0,1-3-48 15,2 1-16-15,1-6 0 0,2-5-160 0,-1-3 128 0,1-9-128 16,0-2 128-16,4-7-128 0,-1-1 192 16,2-5-192-16,2-4 192 0,0-4-192 0,1-4 0 0,0-4 0 15,2-5 0-15,0-4 0 0,2-4 0 0,2-3 0 16,0-2-176-16,1-4-64 0,1-4-16 0,-1 0 0 0,2-4 0 31,1-2-384-31,1-7-96 0,0 0-16 0,0 0 0 16,0 0-1808-16,0 0-384 0,9-3-64 0</inkml:trace>
  <inkml:trace contextRef="#ctx1" brushRef="#br0">24348 18796 0,'0'0'15,"-32"-118"1</inkml:trace>
  <inkml:trace contextRef="#ctx0" brushRef="#br0" timeOffset="-118261.31">20226 10477 21183 0,'0'0'1888'0,"-8"-1"-1504"0,0 0-384 0,0-1 0 16,1 0 2080-16,0 2 352 0,1 0 64 0,6 0 0 16,0 0-400-16,0 0-96 0,0 0-16 0,0 0 0 15,0 0-80-15,0 0-32 0,6-5 0 0,3 1 0 16,0 1-928-16,6-1-192 0,0 3-48 0,5-1 0 0,1 0-64 0,3 1-32 16,3 1 0-16,1-2 0 0,1 1-208 0,0 0-32 15,1-2-16-15,0 0 0 0,1 0-112 0,0 1-32 16,2-3 0-16,1 4 0 0,1-3-208 0,0 1 0 15,0 1 128-15,2-1-128 0,-1 2 0 0,-2-2-240 16,0 2 48-16,-3 1 16 16,-1 0-1312-16,-2 0-272 0,-4-2-48 0,1 2-16 15,-4 2-816-15,-3-2-176 0,-3-2-16 0,-4 1-16 16,-1 0-1312-16,-3 1-272 0</inkml:trace>
  <inkml:trace contextRef="#ctx0" brushRef="#br0" timeOffset="-117968.47">21002 10356 27471 0,'0'0'1216'0,"-7"-1"256"0,-1-5-1184 0,2 5-288 15,1-3 0-15,5 4 0 0,-7-1 2208 0,3-3 384 16,1 0 80-16,1 2 16 0,2 2-768 0,0 0-160 0,0 0-32 0,0 0 0 16,0 0-704-16,8 0-160 0,1 0-32 0,1-2 0 15,1 2-432-15,0 2-80 0,1 0-32 0,1-2 0 16,2 1-160-16,-1-1-128 0,0 2 144 0,1-1-144 16,-1 2 0-16,2-3 0 0,-2 0 0 0,3 0 0 15,0 0 0-15,0 1 0 0,-2 0 0 0,0 1 0 16,-1-4 0-16,-1 4 0 0,-2 0 0 0,-2-1 0 15,-9-1 0-15,0 0 0 0,0 0 0 0,0 0 0 16,0 0 224-16,0 0 0 0,2 8 0 0,-2-8 0 0,-2 7 224 16,-2-1 64-16,-3 2 0 0,1-1 0 0,-2-1-128 15,-3 1 0-15,-2 1-16 0,-1 1 0 0,0-3-224 0,-1 3-144 16,0 2 192-16,-1-2-192 16,2 0-512-16,-1 0-224 0,2 0-32 0,3 2-14160 15,1-1-2832-15</inkml:trace>
  <inkml:trace contextRef="#ctx0" brushRef="#br0" timeOffset="-111110.46">21931 10037 22111 0,'0'-12'1968'0,"0"7"-1584"16,-2-2-384-16,0 1 0 0,2-4 4608 0,0 3 832 16,3-1 160-16,-2 1 32 0,2 2-3312 0,-3 5-656 15,0 0-144-15,0 0-32 0,0 0-128 0,0 0-16 16,0 0-16-16,0 0 0 0,0 0-608 0,1 11-112 16,-2 3-32-16,-2 5 0 0,-3 6-128 0,-1 5-16 0,-2 4-16 0,-1 4 0 15,-3 1-128-15,-3 1-32 0,0 2 0 0,1-1 0 16,-2-1-128-16,1-1-128 0,2 0 144 0,-2-2-144 15,0-3 144-15,2-2-144 0,1-2 128 0,1-2-128 0,1-2 0 16,0-2 128-16,1-3-128 0,1-2 0 16,1-5 0-16,0-1 0 0,1-3 0 0,2-3 0 0,1-2 0 0,4-5 0 15,0 0 0-15,0 0 0 0,0 0 0 0,0 0-144 16,0-12 144-16,4-1-208 0,1-5 16 16,3 1 16-16,0-4 0 0,4-2 0 0,3-3 0 0,2-3 0 15,0-4 0-15,2 0 0 16,3 1 176-16,1 0-160 0,5 2 160 0,-2 2-160 15,-3 3 160-15,1 3-128 0,-2 3 128 0,-1 3-128 0,-3 3 128 16,-4 4 0-16,-1 1 128 0,-1 4-128 0,-3 3 0 0,-1 2 0 16,0 3-160-16,-3 3 160 0,-1 0 0 0,-3 5 0 15,2 3 0-15,-2 0 0 0,-1 2 192 0,-1 3-48 16,-1 1-16-16,1 2 0 0,0 1-128 0,0-1 0 16,1-1 0-16,1-1 128 0,0-1-128 0,3-1 0 15,0-1 0-15,0-1 0 0,0-2 0 0,1-2 0 16,3 0 0-16,0-3 0 0,-1-1 0 0,4-2 0 15,2-5 0-15,0 0-176 0,1-2 176 0,1-2-128 0,-1 0 128 16,0-2-128-16,1-3 128 0,0 1-192 0,1-2 192 16,0-1-192-16,-1-3 192 0,1-1-192 15,1-1 192-15,0 1-192 0,-2-6 64 0,1 3 0 16,0-3 0-16,-2 0 0 0,-4-1 128 0,2 3 0 0,-1-2-144 0,-2-1 144 16,-3 3 0-16,0 3 0 0,-4 1 0 15,-1 1 0-15,-1 3 0 0,-1 1 0 0,-1 2 0 0,-4 2 128 16,0-2 0-16,-2 5-128 0,-1 2 192 15,-2 2-64-15,0 1-128 0,-2 3 160 0,-2 2-160 0,2 4 160 16,0 4-160-16,0 2 0 0,-1-1 0 16,2 5 0-16,2 0-176 0,2-1 176 0,1 2-128 0,5-2 128 15,2-1-1136 1,4-2-144-16,0-2-16 0,3 0-16 16,4-1-1728-16,3-2-352 0,4-1-64 0,3-2-9312 0,3-2-1872 0</inkml:trace>
  <inkml:trace contextRef="#ctx0" brushRef="#br0" timeOffset="-110494.73">22896 10379 20271 0,'-3'-13'1792'0,"2"8"-1424"0,-3-1-368 0,0-3 0 0,-1 1 4608 0,0 1 864 16,-3 1 160-16,0 2 48 0,-1 3-2832 0,-3 1-560 0,-2 2-112 0,-2 3-32 16,-1 3-608-16,0 3-112 0,-1 2-16 0,0 2-16 15,0 4-816-15,-2 0-144 16,-1 3-48-16,2-2 0 0,2 1-192 0,1 0-32 0,3-2-16 0,4-1 0 15,2-1-144-15,2 0 0 0,3-1 0 0,2-2 0 32,2-1-512-32,3-4 32 0,1-1 0 0,0-1 0 15,2-3-288-15,0-2-48 0,1-2-16 0,1 0 0 16,1-2 16-16,-1-2 0 0,1-3 0 0,0 1 0 16,1-3 320-16,1-2 64 0,-1-1 16 0,0-1 0 0,1-1 80 0,0-3 16 0,0-1 0 15,-2-2 0-15,1 1 144 0,0-1 48 0,1-1 0 0,-1 2 0 16,-2-1 128-16,0 5-128 0,0 1 128 0,-3 4-128 15,-3 1 128-15,0 4 144 0,-4 5-16 0,0 0-128 16,0 0 480-16,0 0-16 0,0 0 0 0,-4 8 0 0,-1 5-48 16,0 2-16-16,0 0 0 0,1 2 0 15,0 2-112-15,1-1-32 0,1-1 0 0,3 0 0 16,0 0-256-16,2 0 0 0,1-1 0 0,2-3 0 0,2-1-176 16,3-1-32-16,0-4-16 0,2-1 0 0,2-2 32 15,-1-1 16-15,2-2 0 0,-1-2 0 16,2-3-192-16,1 1-32 0,2-2-16 15,0-3 0-15,-1-2 416 0,1-3-128 0,-2-3 128 0,0-1 0 16,0-2 0-16,-1-4 0 0,-1-1 0 0,0 0 0 0,-2-4 416 0,2 0 112 16,-3-2 32-16,0-5 0 0,0-2-560 0,0 0 0 15,-1-1 0-15,1 1 0 0,0 2 0 0,-2 4 0 16,0 3-240-16,-3 4 80 0,-2 2 480 0,-2 5 112 16,-3 4 16-16,-1 3 0 0,-1 4 176 0,1 6 32 15,0 0 16-15,0 0 0 0,-8 6-160 0,0 5-48 16,-1 3 0-16,0 4 0 0,0 5-336 0,-1 3-128 15,0 1 0-15,1 4 0 0,0 1 0 0,3 0 0 16,-1 2 0-16,2-3 0 0,0 1 0 0,1-1-320 16,1 0 64-16,-1-1 0 15,0-1-1264-15,2-2-240 0,-2 1-48 0,3-2-16 16,-2-5-352-16,0-2-64 0,-1-1 0 0,-1 1-16 16,0-5-848-16,1-2-160 0,-2-2-48 0</inkml:trace>
  <inkml:trace contextRef="#ctx0" brushRef="#br0" timeOffset="-110263.58">23136 10464 11055 0,'0'0'976'0,"2"-6"-784"0,0-5-192 0,2 1 0 16,0 1 5760-16,2-3 1088 0,2 3 240 0,1 0 32 15,1 0-4064-15,1-1-816 0,-1 1-176 0,2 2-16 0,1-1-672 0,0-1-128 16,0-2-32-16,1 3 0 16,1 2-400-16,0 1-96 0,1 1-16 0,0 1 0 0,-3 0-272 0,0 3-64 15,-1 0-16-15,-1 2 0 0,0 2-144 0,-1 1-16 16,1 5-16-16,-4 1 0 0,0 0-16 0,-2 4 0 15,0 0 0-15,-1 2 0 0,-2 2-160 0,-1-4 0 16,-1 2 144-16,0 0-144 0,0-1 0 0,-1 0-208 16,-1-3 16-16,1-2 16 15,0 1-1808-15,2-3-352 0,-1 0-80 0,0-9-11824 16,0 0-2368-16</inkml:trace>
  <inkml:trace contextRef="#ctx0" brushRef="#br0" timeOffset="-109545.29">23631 10260 11055 0,'0'0'480'0,"-5"-4"112"0,1 1-464 0,4 3-128 15,0 0 0-15,0 0 0 0,0 0 7568 0,0 0 1504 16,0 0 288-16,0 0 64 0,0 0-6800 0,9 1-1344 16,-9-1-288-16,11 6-48 0,-1 0-464 0,-1 3-96 15,-1 2 0-15,0 2-16 0,-3 0 160 0,2 1 48 0,-1 2 0 0,-2 1 0 16,-1 0 112-16,-1 0 16 0,1-1 16 0,-1 3 0 15,0-4-256-15,-1 1-48 0,0 0-16 0,-1-3 0 16,0-3-192-16,0 1-32 0,0-2-16 0,2-2 0 16,-2-7-160-16,0 0 128 0,0 0-128 0,0 0 128 15,0 0-128-15,0 0 0 0,0 0 0 0,0 0 0 16,0 0 0-16,0 0 0 0,7-3 0 0,1-3 0 0,0-3-160 0,0-1 160 16,0-2-208-16,0-2 80 15,1-2-128-15,0-1-32 0,1 0 0 0,1 0 0 0,-1 0 0 16,1 2 0-16,-1 2 0 0,-1 0 0 0,-2 0 48 15,-1 2 16-15,1 3 0 0,-7 8 0 0,0 0 64 16,0 0 16-16,0 0 0 0,0 0 0 0,0 0 144 0,2 12 0 16,0 1 160-16,-1 3-160 0,-1-2 192 0,0 2-48 15,0 1-16-15,2 2 0 0,4-2-128 0,-1 3 0 16,1-5 0-16,2 1 128 0,1-2-128 0,3 1 0 16,0-4 0-16,1 0 0 0,1-1 0 0,2-3 0 15,1-2 0-15,0 0 0 0,1-2 0 0,2-2-144 16,3-1 144-16,-2 0 0 0,-2-4-208 0,1-1 64 15,1 0 16-15,-2-2 0 0,-3-3-32 0,2-2 0 16,-1-2 0-16,0-2 0 0,-1 0 0 0,-2-2 0 16,1-1 0-16,-2-2 0 15,0 1 16-15,-2 2 0 0,-3 1 0 0,0 0 0 0,0 3 144 16,-4 3 0-16,-2 4 0 0,1 0 0 0,-3 7 304 0,0 0-16 0,1-1 0 0,-1 1 0 16,0 0 224-16,-1 6 32 0,0 3 16 15,-1 6 0-15,1-2-176 0,0 4-48 0,-1 4 0 0,1 1 0 16,0 2-80-16,-1 4 0 15,4 2-16-15,-2 4 0 0,-2 1-240 0,2 4 144 0,3 3-144 16,-3 1 128-16,-1-3 64 0,-2-1 0 0,2-1 0 16,-4-1 0-16,-3-1-192 0,-1 2-224 0,-2-3 48 0,-2-1 16 15,0-5 160-15,-4-1 0 0,-2-2 0 0,-6 1 0 16,-5-4 0-16,1-2 0 0,-2-2 0 0,-2-2 0 16,-1-1 0-16,2-3 192 0,-2-3-32 0,0-4-16 0,3-1-144 15,0-4 0-15,1-3 0 0,0-1 128 0,1-4-128 16,3-2 0-16,1 0 0 0,2-3 0 0,0 1-128 0,3-4-128 15,4 0 0-15,2-2-16 16,2 0-1824-16,3-4-352 0,2-4-80 16</inkml:trace>
  <inkml:trace contextRef="#ctx0" brushRef="#br0" timeOffset="-108701.39">24936 10241 38703 0,'0'0'3440'0,"-5"0"-2752"16,-3-2-560-16,2 2-128 0,6 0 3504 0,0 0 656 15,0 0 144-15,-7 0 32 0,7 0-3248 0,0 0-656 16,-6 0-128-16,6 0-32 0,0 0-32 0,0 0-16 16,0 0 0-16,0 0 0 15,0 0-800-15,-4 6-144 0,4-6-48 0,-2 7 0 16,1-1-1760-16,1 2-352 0,0 2-80 0,0 1-17776 15</inkml:trace>
  <inkml:trace contextRef="#ctx0" brushRef="#br0" timeOffset="-108537.73">24844 10434 33167 0,'0'0'2944'0,"0"0"-2352"0,0 0-464 0,0 0-128 0,0 0 4000 16,0 0 784-16,0 0 144 0,0 0 48 0,-3 5-3488 0,2 1-688 0,1-6-144 15,-3 6-16-15,3-6 192 0,-2 7 64 0,2-7 0 16,0 0 0-16,0 0-624 0,0 0-112 0,-3 6-32 0,3-6 0 15,0 0-128-15,0 0 0 0,0 0 0 0,0 0-176 32,-1 7-1488-32,1-7-288 0,2 5-64 0,2 0-21200 0</inkml:trace>
  <inkml:trace contextRef="#ctx0" brushRef="#br0" timeOffset="-104060.08">25360 11203 8287 0,'-20'23'736'0,"11"-13"-592"16,-4 2-144-16,0 1 0 0,-1 2 5376 0,2-2 1056 0,-1-2 208 0,3 1 32 16,-2 2-4048-16,1-5-800 0,1 0-160 0,1-1-48 15,0-1 256-15,1-2 48 0,0-3 16 0,2 1 0 16,0-2-544-16,1 1-112 0,0-2-32 0,1-2 0 0,1 1-288 0,0-2-64 16,-1-1-16-16,0-2 0 0,1-2-320 0,2-5-64 15,-2-3-16-15,3-3 0 0,3-3-288 0,-1-3-48 16,1-5-16-16,4-1 0 0,0-3-128 0,5-4 0 15,0-1 0-15,3-5 0 0,2-2 0 16,2-4 0-16,2-3 0 0,1-4 0 16,1-5 0-16,2-3 0 0,0-1 0 0,3-2 0 0,2 0 0 15,0-2 0-15,4-1 0 0,1 2 0 0,5 3 0 0,0 0 0 16,0 5 0-16,1 5 0 0,-1 1-128 0,-2 7 128 16,-5 5 0-16,-2 5 0 0,-2 4 0 0,-3 4 0 15,0 4 0-15,-1 3 0 0,-3 2-144 0,0 3 144 16,-1 5 0-16,-2 2 0 0,-2 3 0 0,-2 2 0 15,-1 6 0-15,-1 0 144 0,-3 3-144 0,-1 2-192 16,-2 1 32-16,0 5 16 0,-4 2 144 0,0 2-192 16,-3 1 192-16,-3 1-192 0,-2 0 192 0,0 3 0 15,-3 2 0-15,-1 1 0 0,0 1 0 0,-3 0 0 16,0 1 0-16,-2 0 0 0,-2 0 0 0,1-2 128 0,-1 1-128 16,-2-1 0-16,0 1 0 0,-2-2 0 0,-1-1 0 15,0-1 128-15,1 0-128 0,-1 0 0 16,0-2 0-16,0-3 128 0,0-3-128 0,0 0 0 0,2 0 0 0,0-5 128 15,2 1-128-15,3-1 0 0,2-2 0 0,2-1 128 16,1-1-128-16,2-1 0 0,7-2 0 16,0 0 128-16,0 0-128 0,0 0 0 0,0 0 0 0,0 0-128 15,0 0 128-15,0 0-128 0,8 1 128 0,3 1-128 16,2-2 128-16,2 0 0 0,2 0-144 0,0 0 144 16,1 0 0-16,2 0 0 0,-2 0 0 0,0 1 0 15,1 2-128-15,-1 1 128 0,-1-1 0 0,0 3 0 0,0 0 0 16,-2 2 0-16,0 1 0 0,-2-1 0 0,-3 0 0 0,-1 1 0 15,-1 3 0-15,1-2 0 0,-2 3 0 16,-2 0 0-16,-2 0 0 0,-2 2 0 0,-1 2 0 0,-4-1 128 16,-1 3-128-16,-2-5 192 0,-2 0 16 15,0 2 16-15,-1-3 0 0,-3 0 0 0,-2-1-32 0,1-2 0 16,-3-1 0-16,0 1 0 0,0-1-192 0,0 0 176 0,-4-4-176 16,0 0 160-16,-1-1-160 0,-1-1 0 0,-1-1 0 0,1 2 0 31,-1-2-800-31,4-1-96 0,-1 0 0 0,4-1-16 15,0 0-1472-15,2-1-304 0,4-2-48 16,2 1-18000-16</inkml:trace>
  <inkml:trace contextRef="#ctx0" brushRef="#br0" timeOffset="-103791.58">26655 10039 52991 0,'0'0'2352'0,"0"0"464"0,0 0-2240 0,0 0-576 0,6-5 0 0,2 1 0 0,0 1 0 16,2 1 0-16,1 1 0 0,0-5 0 16,4 4 512-16,0 0 32 0,1 2 16 0,3 0 0 0,1-2-432 0,1 2-128 15,0 1 0-15,0 0 0 0,-1 1-128 0,0 0-96 16,-2 1-16-16,0 0 0 15,-2-1-1424-15,-2 2-304 0,-3-4-48 0,-2 1-16 16,0 5-2448-16,-2-2-512 16</inkml:trace>
  <inkml:trace contextRef="#ctx0" brushRef="#br0" timeOffset="-103619.58">26670 10230 49823 0,'0'0'1088'0,"0"0"240"0,0 0 32 0,0 0 48 0,0 0-1136 0,0 0-272 0,0 0 0 0,0 0 0 0,0 0 384 0,9 3 32 16,2-1 0-16,2-2 0 0,1 4 0 0,4-4 0 0,3 1 0 0,1-1 0 16,3-1-416-16,4-3 0 15,3 1 0-15,2-2 0 16,1-3-2624-16,5 2-544 0</inkml:trace>
  <inkml:trace contextRef="#ctx0" brushRef="#br0" timeOffset="-102587.5">27919 9991 8287 0,'-5'-1'736'0,"1"-2"-592"16,0-1-144-16,0 0 0 0,-2 2 6448 0,0-1 1248 15,3 0 256-15,0 1 48 0,0-2-4832 0,3 4-976 16,0 0-192-16,0 0-32 0,0 0-736 0,4-1-144 15,3-3-16-15,1 1-16 0,3 0-576 0,2 0-112 16,2 0-32-16,-2 0 0 0,2 2-160 0,1 1-48 0,0 0 0 0,-1 0 0 16,1-3-128-16,0 3 0 15,-3 0 0-15,-2 0 128 0,0 0-128 0,-3 3 0 0,-2-3 0 0,-6 0 0 16,0 0 144-16,0 0-144 0,0 0 160 0,0 0-160 16,-1 9 464-16,-2 2 0 0,-1-4 0 0,-4 4 0 15,-3 1 48-15,-4-2 16 0,-2 2 0 0,2-1 0 16,-1 3-208-16,-1-1-32 0,0 0-16 0,0 0 0 15,0-2-96-15,2 1-32 0,0 1 0 0,2-2 0 16,3-1 0-16,-1 0 0 0,4 0 0 0,3-3 0 0,2 1-16 16,2 0 0-16,3 1 0 0,1-2 0 15,1-1-128-15,3 1 0 0,1-2 0 0,2 0 128 0,0-1-128 16,2-1 0-16,4-2 0 0,0 0 0 0,0-1 0 0,3-1-176 16,1 0 176-16,2-5-192 15,1 0-1248-15,2-2-256 0,2-1-48 0,2 1-13744 16,3-4-2752-16</inkml:trace>
  <inkml:trace contextRef="#ctx0" brushRef="#br0" timeOffset="-102185.91">28961 9507 23951 0,'-5'-2'2128'0,"-1"-2"-1696"16,0-1-432-16,1-1 0 0,1 2 4864 0,4 4 896 15,0 0 192-15,-7 0 16 0,1 0-3856 0,-2 2-768 16,-1 3-144-16,-2 0-48 0,0 3-272 0,-4 5-64 0,-2 4-16 0,-2 6 0 16,-3 7-208-16,-3 4-32 0,-1 3-16 0,1-1 0 15,0 1 192-15,4-1 32 0,3 1 16 0,4 2 0 16,-1-3-784-16,6 0 0 0,4-2-224 0,4-2 48 16,1-2 176-16,4-2 0 0,3-2 0 0,4-6-128 15,2 3 0-15,4-8 0 0,1 0 0 0,3-6 0 16,1-3-48-16,3-1 0 0,1-3 0 0,5-4 0 15,2-1 48-15,-2-4 0 0,0-1 0 0,1-2 0 0,-2-3 128 0,1-2 0 16,-2-2 0-16,-2-1 0 0,0-3-128 16,0 0 0-16,-3-3 0 0,0-2 0 15,-2 0 128-15,-1-4 0 0,-3 1 0 0,-1-1 0 16,-3 0 0-16,-2 3 0 0,-4 0 0 0,-3 1 0 0,-4-1 0 0,-3 1 0 16,-6 2 0-16,0 0 0 0,2 5-256 0,-3 1-64 15,-3 1 0-15,-1 2-16 16,1-1-560-16,-2 3-96 0,-2-1-32 15,-1 2 0-15,-5-1-1664 0,1 4-352 16</inkml:trace>
  <inkml:trace contextRef="#ctx0" brushRef="#br0" timeOffset="-101915.53">28890 9854 12895 0,'0'0'1152'0,"0"0"-928"0,0 0-224 0,0 0 0 16,0 0 8160-16,0 0 1584 0,0 8 320 0,2 1 64 15,-1 4-7184-15,2-1-1456 0,-1 2-272 0,2 3-64 16,1 1-272-16,2 2-48 0,-1-1-16 0,2 2 0 16,-3 0-528-16,2 0-96 0,-1-1-32 0,2-1 0 15,0 1-160-15,0-3 0 0,-3 0 0 0,2-4 0 16,-1-3 0-16,-1-1 0 0,1 2-224 0,-3-5 80 15,-3-6-1520-15,0 0-320 0,0 0-48 0,10 0-16 16,-1 0-2336 0,2-6-480-16</inkml:trace>
  <inkml:trace contextRef="#ctx0" brushRef="#br0" timeOffset="-101581.8">29280 9175 45503 0,'-8'-9'2016'0,"8"9"416"15,-5-3-1952-15,5 3-480 0,0 0 0 0,0 0 0 0,-5-1 992 0,1-2 96 0,4 3 32 0,0 0 0 16,0 0 80-16,-5 4 16 16,-2 1 0-16,-1 2 0 0,2-2-816 0,1 2-144 0,1-1-48 0,0 1 0 15,0 2-64-15,0 0-16 16,1 0 0-16,2-1 0 0,1-8-128 0,-2 8 0 15,2-8 144-15,0 0-144 0,2 7 0 0,-2-7 0 0,7 7 0 0,-7-7 128 16,0 0-128-16,8 4 0 0,-2-3 0 0,2 0 0 16,0 1 0-16,2-2 0 0,-1 0 0 0,-1-3 0 15,-1 1 0-15,-7 2 0 0,6-4 0 0,-6 4 128 16,5-4-128-16,-5 4 0 0,4-4 0 0,-4 4 0 16,3-9-192-16,-3 2 32 0,-1 1 16 0,-2-1 0 15,3 7-768-15,0 0-160 0,0 0-16 0,-5-1-16 16,5 1-2160-16,-7 1-416 15,1 2-96-15</inkml:trace>
  <inkml:trace contextRef="#ctx0" brushRef="#br0" timeOffset="-101148.08">29495 9947 31327 0,'0'0'2784'0,"0"0"-2224"0,0 0-560 0,0 0 0 15,0 0 4800-15,0 0 832 16,7-6 192-16,-1 3 16 0,1 0-3792 0,1 0-752 0,1-1-144 16,1 2-48-16,2 2-656 0,0 0-128 15,-1 0-16-15,1 1-16 0,-1 0-288 0,-1 2 160 0,0 2-160 0,0-1 128 16,-3 0-128-16,0 3 0 0,-2-4 144 0,-1 3-144 15,-1 0 128-15,-2 2-128 0,-1 0 160 0,-1 1-160 16,-3 0 192-16,-1 3-64 0,-2 1-128 0,-2 3 192 16,-2-1-192-16,1 2 144 0,0-4-144 0,-1 1 128 15,1 0-128-15,-1-1 128 0,1 0-128 0,2-4 128 16,0 1-80-16,3-3-48 0,1 0 0 0,4-7 0 16,-2 10 0-16,2-10 0 0,0 0 0 0,2 6 0 15,2 1 0-15,3-2 0 0,0-1 0 0,2 0 0 0,1-2 0 16,1 0 0-16,2-2 0 0,3 0 0 15,1-2 0-15,3 0 0 0,0-2-160 0,3 0 160 16,-5 0-432-16,3-1 0 0,0-2 0 0,-1 2 0 16,0 0-912-16,-1 0-192 0,0-1-48 15,-1 2-14416-15,-1 3-2880 0</inkml:trace>
  <inkml:trace contextRef="#ctx0" brushRef="#br0" timeOffset="-100659.24">28057 10583 34095 0,'-30'0'3024'0,"17"-1"-2416"0,-2-1-480 0,2 0-128 0,1 0 3712 0,4 2 736 16,2 0 144-16,6 0 16 0,0 0-3024 0,7 0-624 0,5 2-112 0,6 0-16 16,7-2-368-16,6 0-64 0,5 0-16 0,7 0 0 15,5 0-128-15,9 0-16 16,7-2-16-16,1 0 0 0,0 1 16 0,5 0 0 0,1 1 0 0,7-5 0 16,6 1-96-16,2 0-16 0,-14 1 0 0,3 0 0 15,4 1-128-15,3-1 0 0,4-1 0 0,-2 3 0 16,1 1 0-16,-3 0 0 0,-2 0 0 0,-5 0 0 15,-2-1 0-15,-3 1 0 0,-3 1 128 0,-4-1-128 0,-6-1 0 16,-6 1 0-16,-8 0 0 0,-4 0 0 16,-5 0 0-16,-4 0 128 0,-4 0-128 0,-4 0 0 0,-3 0 128 15,-4 0-128-15,-3 0 128 0,-2 0-128 16,-2 0 144-16,-1 0-144 0,-7 0 160 0,0 0-160 0,0 0 128 0,0 0-128 16,0 0 0-16,0 0 144 0,0 0-144 0,0 0 0 15,0 0 0-15,0 0 0 0,0 0 0 0,0 0 0 16,0 0 0-16,0 0 0 0,0 0 0 0,0 0 0 15,0 0-192-15,0 0 192 16,0 0-736-16,0 0-32 0,0 0 0 0,0 0 0 16,0 0-1920-16,0 0-400 0,0 0-80 0</inkml:trace>
  <inkml:trace contextRef="#ctx0" brushRef="#br0" timeOffset="-99789.52">29604 10106 12895 0,'0'0'1152'0,"-6"-3"-928"15,1-1-224-15,1 0 0 0,2-1 6080 0,2 5 1152 16,0 0 256-16,0 0 32 0,-2-6-4336 0,2 6-880 16,-1-7-160-16,1 7-32 0,3-4-880 0,-3 4-160 15,0 0-48-15,5-6 0 0,0 2-528 0,-5 4-112 16,8-3-32-16,1 0 0 0,0 2-80 0,1 0-16 15,1 1 0-15,1 1 0 0,1-1-96 0,0 1-32 0,-2 2 0 0,4 1 0 16,-3-1-128-16,-1-1 0 16,1 2 144-16,0-3-144 0,-2 2 0 0,-1 0 128 0,-1 1-128 0,-1-1 0 15,-2 0 0-15,-5-3 144 0,4 4-144 0,-4-4 0 16,0 0 144-16,0 0-144 0,2 6 0 0,-2-6 144 16,0 10-144-16,-1-4 160 0,1-6-160 15,-4 5 160-15,-1 1-160 0,-2-1 192 0,0 0-192 0,-3 0 192 16,0 0-192-16,0 1 160 0,-1 0-160 0,-2-1 160 0,-1 2-160 15,1-1 0-15,1 0 0 0,0 0 128 0,1 1-128 16,0-3 128-16,3 1-128 0,2-1 128 0,-1 0-128 16,7-4 0-16,-5 6 0 0,5-6 0 0,0 0 128 15,-4 4-128-15,4-4 0 0,0 0 128 16,0 0-128-16,0 0 0 0,1 9 0 0,-1-9 128 0,4 7 0 16,2-2 0-16,-6-5 0 0,7 8 0 0,1-2-128 0,0 1 0 15,-1-2-160-15,0 0 160 0,1-2 0 0,0 1 0 16,1 1 0-16,-1-1 160 0,-1 0-160 0,-1 0 0 15,2 2 0-15,-2-2 0 0,-6-4 0 0,8 7 0 16,-1-2 0-16,-1 0 0 0,-2 2 0 0,0-1 0 16,0 1 0-16,-1-1 0 0,-2 1 176 0,-1-1-48 15,0 2-128-15,-1-3 192 0,-2 2 0 0,-1-3-16 16,-1 1 0-16,0 1 0 0,-3 0-16 0,-1-1 0 0,-2-1 0 16,1-2 0-16,-1 2-32 0,2-2-128 0,-2-1 192 15,-1-1-64-15,-1 0-128 0,0 1 0 16,0-2 144-16,0 0-144 0,-2-1 0 0,2-2 0 15,0 2 0-15,0-2 128 0,0-1-128 0,0-1-160 16,0 1 160-16,1 1-208 16,2-2-1152-16,1-1-240 0,1 3-32 0,0 0-22736 0</inkml:trace>
  <inkml:trace contextRef="#ctx0" brushRef="#br0" timeOffset="-98601.31">28400 11069 18431 0,'0'0'816'0</inkml:trace>
  <inkml:trace contextRef="#ctx0" brushRef="#br0" timeOffset="-97933.72">28658 11141 44175 0,'0'0'1952'0,"0"0"416"0,-2-4-1904 0,2 4-464 0,0 0 0 0,0 0 0 0,0 0 1728 0,0 0 256 16,0 0 64-16,0 0 0 0,-2 8-992 0,1 2-192 15,0 3-32-15,-1 4-16 0,0 4-288 0,-2 3-48 16,0 2-16-16,0 1 0 0,2-1-144 0,-1 3-48 15,-1-1 0-15,0 2 0 0,0 2-96 0,2-2-32 16,-1 1 0-16,2-2 0 0,1-3-144 0,1-3 0 16,-1-2 144-16,0-1-144 0,1-6 0 0,1-1 128 15,0-3-128-15,1-2 0 0,-3-8 0 0,0 0 0 16,0 0 0-16,0 0 0 0,0 0 0 0,0 0 0 16,0 0 0-16,8-2 128 0,-2-5-128 0,1-3 128 0,-1-2-128 15,2-1 128-15,0-4-128 0,1-3 0 0,1 0 0 0,3-4 0 16,3-3 0-16,-2-1 0 0,1 0 0 0,2-1 0 15,4-1 0-15,1 0 0 0,0-3 0 0,0 6 0 16,0 0 0-16,-1 4 0 0,-3 0 0 0,-2 5 0 16,-2 3 0-16,-2 5 0 15,-3 3 0-15,-1 2 0 0,-8 5 0 0,7 5-160 0,-4 3 160 0,0 5 0 16,-4 6 0-16,-1 3 0 0,1 4 0 0,0 2 0 16,-3 0 0-16,0 2 0 0,-1 1 0 15,1 3 0-15,3-3 0 0,1 2 0 0,1-1 0 16,1 0 0-16,1-4 0 0,0-1 0 0,-1-5 0 0,4-1 0 0,1-6 0 15,1 1 0-15,-1-4 0 0,-1-6 0 0,2 1 0 0,0-3-128 16,-8-4 128-16,0 0 0 0,9-2 0 0,1-2 0 16,0-1 0-16,-1-1 0 0,1-6 0 0,1-1 0 15,0 1 0-15,2-7 0 0,2-2 0 0,0-3 0 16,2-2 0-16,1-3 0 0,-1-2 0 0,3-1 0 16,2-2 0-16,0 0 0 0,0-1 0 0,1 2-240 15,-5 3 48-15,0 0 16 16,-1 4-624-16,-3 0-128 0,-3 4-32 0,-2 3 0 15,-4 1-1344-15,-1 5-288 0,-3 1-48 0,-2 3-18672 0</inkml:trace>
  <inkml:trace contextRef="#ctx0" brushRef="#br0" timeOffset="-97706.03">28563 11087 22111 0,'0'0'1968'0,"0"0"-1584"0,-5-2-384 0,5 2 0 16,0 0 6400-16,0 0 1184 0,0 0 240 0,8-3 48 15,3 2-5920-15,5-3-1184 0,4 4-256 0,2-1-32 16,4-2-304-16,3 2-176 0,1 1 192 0,2 0-192 16,2-2 0-16,5 1 0 0,3 0 0 0,0 0 0 15,-5 1-960-15,1 0-288 0,0-3-64 0,0 2-16 16,-4 1-2256-16,0-2-448 0</inkml:trace>
  <inkml:trace contextRef="#ctx0" brushRef="#br0" timeOffset="-97530.83">29542 11044 19343 0,'0'0'1728'0,"-1"-5"-1392"16,0-1-336-16,1-1 0 0,2 2 5472 0,2 0 1024 15,1-2 208-15,2 2 32 0,-1 2-4784 0,2-2-960 16,1-1-192-16,2 2-32 0,1 0-432 0,1 0-80 15,-2 0 0-15,2 1-16 16,0 1-1200-16,-1-1-256 0,-1 2-32 0,-2-2-16 16,0 3-2160-16,-3 0-432 0</inkml:trace>
  <inkml:trace contextRef="#ctx0" brushRef="#br0" timeOffset="-97240.33">29311 10833 45439 0,'-9'-4'2016'0,"9"4"416"0,-5-1-1952 0,0 1-480 16,0-1 0-16,-3 1 0 0,1 0 976 0,1 2 112 0,-1 1 0 15,1-1 16-15,1 2-160 0,-1 2-48 0,2-1 0 0,1 1 0 16,-3 1-576-16,2 1-128 0,3-2-32 0,0 1 0 16,1-7-160-16,0 0 160 0,0 0-160 0,1 10 160 0,0-2-160 15,3-2 0-15,2 0 144 0,1-2-144 0,1 0 128 16,1-2-128-16,2-1 128 0,2-1-128 0,-3-1 0 15,2 0 0-15,0-2 0 0,-1-1 0 0,0 0 0 16,1-1 0-16,-3 0 0 0,-1-2 0 0,-1 0 0 0,0 1 128 16,-3 0-128-16,-2 1 0 0,-2 5 0 0,0 0 0 15,-2-8 0-15,-2 3-128 16,-1-1-768-16,-2 4-160 0,1-3-32 0,-1 3 0 16,-3 5-1536-16,1 1-304 0,-2-3-64 0</inkml:trace>
  <inkml:trace contextRef="#ctx0" brushRef="#br0" timeOffset="-96786">28321 11601 38751 0,'-7'-13'1728'0,"6"9"336"0,1 4-1648 0,0 0-416 0,-1-5 0 0,1 5 0 15,-2-5 2144-15,2 5 352 0,0 0 64 0,0 0 0 16,0 0-528-16,0 0-112 0,-5 5-32 0,-2 4 0 16,1 1-960-16,-3 3-192 0,-2 2-32 0,1 3-16 0,-2 0-240 0,2 3-64 15,1 0 0-15,0 0 0 0,-2 1-384 0,2-2 0 16,-1-3 128-16,0-2-128 0,3 0 0 0,0-2 0 15,2 0 0-15,1-4 0 16,3 0-704-16,1-3-240 0,0-6-32 0,5 7-16 16,4-1-1840-16,3 0-368 0,2-2-80 0</inkml:trace>
  <inkml:trace contextRef="#ctx0" brushRef="#br0" timeOffset="-96377.71">29383 11568 30399 0,'0'0'1344'0,"0"0"288"0,0 0-1312 0,0 0-320 0,8-3 0 0,0-1 0 15,0 1 5600-15,1 0 1056 0,0 1 192 0,1 1 64 16,1-2-5104-16,-1 2-1008 0,2 1-208 0,0 1-32 16,-1 2-400-16,1-3-160 0,0 1 128 0,0 1-128 15,-3 2 400-15,-1 2 0 0,-2 0 0 0,-1-2 0 16,-5-4-400-16,5 7 0 0,-2-1 0 0,-2 2 0 15,-1 0 0-15,-1 1 0 0,-3 1 128 0,-1 2-80 16,-2 0-48-16,-2-1 0 0,-2 1 0 0,-2 1 0 16,-2 0 0-16,-2 2 0 0,-1-2 0 0,-2 1 0 0,1 2 0 0,2-3 0 15,-1 1 0-15,2-1 0 0,2-4 0 0,2 0 0 16,2 0 0-16,2-1 0 0,3-1 0 0,5-7 0 16,0 0 0-16,0 0 0 0,2 6 0 0,-2-6 0 15,8 5 0-15,2-1 0 0,2 0 0 0,2-1 0 16,3 0 0-16,0-2 0 0,3-1 0 0,-1-1 0 15,2-1 0-15,1 0 0 0,1-2 0 0,-2 0 0 16,-3 1 0-16,0-2 0 0,-1 4 0 0,1-5 0 16,0 3 0-16,-1-1 0 0,-1 0-128 0,0 1-32 15,-2 0 0-15,0 0 0 16,-1-1-1200-16,-1 0-240 0,1 1-64 16,0 1-22624-16</inkml:trace>
  <inkml:trace contextRef="#ctx0" brushRef="#br0" timeOffset="-41179.59">1309 12381 36335 0,'-5'-16'1600'0,"2"10"352"0,-1-4-1568 0,0 1-384 0,0-2 0 0,0 0 0 0,2 3 1568 16,-1-1 224-16,1 5 64 0,-1-2 0 0,3 6 112 0,0 0 16 15,0 0 16-15,0 0 0 0,0 0-992 0,1 13-208 16,1 2-32-16,-1 4-16 0,2 3-336 0,-1 4-64 16,1 3-16-16,1 2 0 0,0 5-48 0,1 3-16 15,0 2 0-15,2 1 0 0,-1-2-144 0,1 0-128 16,0 0 192-16,1-4-192 0,-1-2 144 0,-1-3-144 16,-1-2 0-16,-1-3 144 0,-1-1-144 0,0-3 0 15,-2-5 0-15,-1 0 0 0,0-2 0 16,-1-4-224-16,1-1 32 0,-3-1 0 15,-1-2-688-15,4-7-128 0,-3 7-16 0,3-7-16 16,0 0-1520-16,0 0-288 0,-7-6-64 0</inkml:trace>
  <inkml:trace contextRef="#ctx0" brushRef="#br0" timeOffset="-40840.79">1173 12154 46767 0,'0'0'2064'0,"0"0"432"0,-7-8-1984 0,7 8-512 16,0 0 0-16,0 0 0 0,5-8 288 0,1 2-32 16,-6 6-16-16,13-7 0 0,0 2 736 0,-1 2 160 0,2 1 16 0,5-1 16 15,3 1-608-15,3 0-128 0,1-2-32 0,2 2 0 16,6-1-192-16,1 0-32 0,1 2-16 0,0 2 0 16,2 1-160-16,-2 2 0 0,-2 0 0 0,-1 1 0 15,-2 0 0-15,-1 3 0 0,-1 0 0 0,-4 1 0 16,-2 1 0-16,-2 1 0 0,-4 0 0 0,-3 4 0 15,-2-2 0-15,-5 4 0 0,-5-3-176 0,-2 3 176 16,-4 1 0-16,-4-1 0 0,-3 0 0 0,-4 1 128 16,-3 1 96-16,-1 0 32 0,-2-3 0 0,-1 1 0 15,-3 0-96-15,-3 0-16 0,-3 1 0 0,-3-1 0 16,-2-1-144-16,-1 2 0 0,-2-4-192 0,1 3 192 16,2 1-1200-16,2-2-112 15,4 0-32-15,-7 8 0 0,11 0-1808 0,9-6-368 0,8-4-80 0,8-3-16 16</inkml:trace>
  <inkml:trace contextRef="#ctx0" brushRef="#br0" timeOffset="-39885.09">1897 12551 34847 0,'0'0'1536'0,"6"-2"320"0,1-1-1472 0,-7 3-384 16,0 0 0-16,0 0 0 0,0 0 1920 0,0 0 304 0,3 8 64 0,-6 4 16 16,-4 3 192-16,-2 4 64 0,-2 0 0 0,-2 3 0 15,-3 2-1296-15,-1-1-256 0,-1 2-48 0,1 0-16 16,1 0-448-16,2-1-96 0,1 0-16 0,2-3 0 15,3-4-256-15,3-2-128 16,4 0 0-16,1-4 128 0,0-1-128 0,0-10-176 0,0 0 48 0,9 6 0 16,1-2-192-16,4-1-48 0,-1-5 0 0,1 0 0 31,2-2-64-31,1-1-16 0,-1-3 0 0,0 0 0 0,0-1 96 0,-2-2 16 0,-3 1 0 0,0-2 0 31,0-2-96-31,-2 0-16 0,-1-2 0 0,-2-1 0 0,1 0-944 16,-1-1-192-16,1-2-32 0,-1 2-16 0,-1 1-992 0,-2 0-192 0,-4 1-32 15,2 1-16-15,3 0-1088 0,0 2-208 16,-2 0-64-16,4 3 0 0,-2 1 2176 0,1 1 416 0,0 1 96 0,2 4 0 0,0-3 2160 16,0 2 416-16,-7 4 96 0,0 0 16 0,8-1 2432 0,-8 1 480 15,0 0 96-15,9 7 32 0,0 2-608 0,-3 1-128 16,1 4-32-16,0 5 0 0,-2 0-1200 0,1 5-240 16,-1 1-64-16,2 2 0 15,0-4-832-15,-1 2-160 0,2 0-32 0,-3-4-16 0,3 1-480 0,-2-4-80 16,2-2-32-16,-1-2 0 0,-1-2-160 0,1-2-128 15,-2-1 192-15,0-3-192 0,0-1 128 0,-5-5-128 16,8 3 0-16,-1-3 0 0,-7 0 0 0,8-4 0 16,-1-3 0-16,1 1 0 0,0-2 0 0,-1-3 0 0,-2 0 0 15,0-5 0-15,2-1 0 0,-1-3 0 16,-1-2-192-16,2 1 192 0,-1-3-176 0,1 0 176 16,1-1-192-16,-2 3 192 0,1 1-176 0,-2 3 176 15,0 4-160-15,-1 3 160 0,-1 5 0 0,-3 6-144 16,0 0 144-16,0 0 0 0,2 6 0 0,2 3 0 0,0 6 0 0,-1 2 128 15,-2 2-128-15,2 3 192 0,0 1-64 0,4-1 0 16,0 1-128-16,0 1 144 0,4-2-144 0,-1-4 160 16,2 0-160-16,-2-2 0 0,2-4 0 0,0-2 0 15,0-2 0-15,-2-1 0 0,0-4 0 16,1 0 0-16,1-3 0 0,-1-1 0 0,1-1 0 0,-2-4 0 16,0-1 0-16,-3 1 0 0,1-6 0 0,-1 2 0 15,-2-2 0-15,0-2 0 0,-1-2 0 0,0 0 0 16,0-2 0-16,0 0 0 0,0-3-128 0,0 0 128 15,-3 0-288-15,0 0 16 0,2 2 0 0,-1-2 0 16,2 1-832-16,-1 2-176 16,-3 0-16-16,3 4-16 0,1 3-864 0,-1 3-192 0,-3 8-16 0,0 0-16 15,0 0-1248-15,0 0-256 0,0 8-64 0,0 5 0 16,0 3 2208-16,2 1 432 16,-1 2 96-16,0 0 16 0,-1 0 864 0,0 1 176 0,0-1 48 0,3-2 0 0,0-1 2064 0,0-3 432 15,3-1 64-15,-1-1 32 0,4-3-416 0,1-1-64 16,1-5-32-16,1 0 0 0,-1-1-640 0,1-2-128 15,0-3-32-15,0-1 0 0,-1-2-320 0,1-1-64 16,0-2 0-16,-1-2-16 0,1-2-384 0,0-2-80 0,-2 0-16 16,2-1 0-16,-1-2-272 0,-1-1 128 15,-1 3-128-15,0-1 0 0,-2 2 128 0,-3 3-128 16,-2 4 0-16,-2 9 0 0,0 0 288 0,-5 0 0 16,-4 4 0-16,0 5 0 0,0 3 416 0,-2 6 96 15,0 1 16-15,-1 3 0 0,1 1-192 0,2 1-48 0,0-1 0 0,0 1 0 16,2 0-288-16,4-1-64 0,3-1-16 15,1-3 0-15,0-2-208 0,3-2-160 0,1-1 32 16,2-5 0 0,-1-2-960-16,2-2-176 0,3-3-32 0,2 0-16 15,1-2-1296-15,2-3-256 0,1-3-48 0,1-4-16 16,0 0-912-16,0-4-192 0</inkml:trace>
  <inkml:trace contextRef="#ctx0" brushRef="#br0" timeOffset="-39655.61">3089 12537 14735 0,'0'0'640'0,"0"0"160"0,0 0-640 0,0 0-160 0,-2-5 0 0,2 5 0 0,0 0 6448 0,-5 5 1248 15,1 4 256-15,1 3 48 0,1 2-4800 0,1 3-976 16,-1 3-192-16,1-1-48 0,1 2-640 0,0 0-128 16,0 1-16-16,3-1-16 0,0-1-608 0,3-3-128 15,0 1-32-15,1-4 0 0,-1-1-208 0,2-1-32 16,-1-2-16-16,0-3 0 0,1-3-160 0,-1 0 128 16,1-3-128-16,-8-1 128 0,7-1-128 0,1-2 0 15,-3-1 0-15,1-1 128 0,-1-1-128 0,0-4 0 16,0 0 0-16,1-2 128 0,0 0-128 0,2-1 0 15,0-2 0-15,1-3 0 0,0-2-192 0,4-1-80 16,1-2-16-16,2-1 0 16,1-3-928-16,1-1-176 0,3 0-32 0,2 2-16 15,2 6-2800-15,1 1-560 0</inkml:trace>
  <inkml:trace contextRef="#ctx0" brushRef="#br0" timeOffset="-38903.9">3896 12460 46591 0,'-8'15'2064'0,"5"-8"432"0,0 4-2000 0,2 2-496 16,1-3 0-16,0 2 0 0,0 0 752 0,0-1 48 16,0 0 16-16,1-1 0 0,1-2 80 0,-1 0 0 0,-1-8 16 0,3 8 0 15,-3-8-432-15,0 0-96 0,0 0 0 0,6 4-16 16,-6-4-208-16,9 0-32 0,-1-3-128 0,0-1 192 16,1 0-192-16,-1-2 0 0,-2-2 0 0,1-1-160 15,-1-2-32-15,1 1 0 0,-2-2 0 0,0-2 0 16,-2-2-32-16,1 2-16 0,-1 0 0 0,-2-1 0 15,-1 2 240-15,0 1-144 0,-1 3 144 0,-2-1-128 0,-2 1 128 16,-2 1 0-16,-1 4 128 0,-2 3-128 0,0 2 304 16,-2 3-16-16,-1 2 0 0,0 5 0 0,-2 2-32 15,0 4-16-15,-2 2 0 0,0 4 0 0,0 1 48 16,0 0 16-16,0 3 0 0,1-1 0 0,2 0 16 16,2 2 0-16,3-2 0 0,4 0 0 0,4-1-320 0,2-1 0 15,3-3 128-15,2 0-128 0,2-1 0 0,3-2 0 16,0-5 0-16,2-1 0 0,-1-1-192 0,2-4 48 15,2-2 16-15,1-1 0 0,0-3-112 0,1-1-16 16,2-1 0-16,-1-3 0 0,1-2 0 0,-1-3 0 16,1-3 0-16,1-1 0 0,0-2 48 0,0-4 0 15,-2-2 0-15,2-1 0 0,0-2-48 16,0 1-16-16,1-7 0 0,0 0 0 16,-1 0-176-16,-4 3-48 15,-3 2 0-15,-2 5 0 0,-2 2 192 0,-2 4 48 0,-5 3 0 0,-1 3 0 0,-2 8 448 16,0 0 112-16,0 0 16 0,-6 6 0 0,-2 1 224 0,0 4 48 15,0 3 16-15,-1 2 0 0,-1 2-256 0,1 2-48 16,1 2-16-16,1-3 0 0,1 1-48 0,3 1-16 16,1 1 0-16,3-1 0 0,0-2-224 0,3-2 0 15,1-1 0-15,2-2 0 0,2 1 0 0,1-4 0 0,1-1 0 16,1-3 0-16,-2 0-416 0,3-2 32 0,1-2 0 16,1-3 0-1,-1-3-128-15,0-1 0 0,0-1-16 0,-1-2 0 0,0-4 256 0,-3-1 48 0,2-1 16 0,-1-4 0 16,1-1 208-16,0-2-176 0,0-1 176 0,2-1-160 15,-2-3 160-15,-1 1 0 0,1-1-144 0,-1 3 144 16,-4 1 0-16,1 4 0 0,-1 4 0 0,-2 1 0 0,-1 4 400 16,-4 8 48-16,0 0 16 0,0 0 0 0,0 0 304 0,0 0 64 15,-3 11 16-15,1 4 0 0,-1 2-336 16,-1 5-64-16,-2 3 0 0,-1 4-16 0,1 2-112 16,-3 4-32-16,1-1 0 0,1 3 0 0,2-2-160 15,0 0-128-15,1-1 192 0,0 0-192 0,-1-1 128 0,2-2-128 16,2-1 0-16,2-1 0 0,0-2 0 15,1-1 0-15,0-5 0 0,1-2-144 16,0-2-688-16,-1-1-144 0,2-2-32 0,0-3 0 16,1-3-1296-16,2-2-256 0,1-2-48 0,1-4-11984 15,0-3-2416-15</inkml:trace>
  <inkml:trace contextRef="#ctx0" brushRef="#br0" timeOffset="-38018.05">4863 12520 11967 0,'-7'-18'528'0,"3"11"112"0,-1 0-512 0,0-1-128 0,-4-1 0 0,1 1 0 16,0 3 8192-16,2 3 1600 0,-1 0 320 0,-2 6 64 16,-1 2-6928-16,-1 3-1392 0,-1 4-256 0,2 3-64 15,-2 1-800-15,1 2-160 0,-2 2-16 0,1 3-16 16,1-1-288-16,4 2-64 0,1 0-16 0,1 0 0 16,4-1-176-16,2 0 0 0,3-3 0 0,3-1 0 15,0-1 0-15,3-4-272 0,1-2 64 0,2-2 16 16,0-3-192-1,3-3-16-15,1-1-16 0,0-2 0 0,1-5-96 16,0-3-32-16,2-2 0 0,-2-2 0 0,-1-4 160 0,0-2 48 0,1-2 0 0,3-3 0 16,0-4 96-16,0-2 32 0,0-4 0 0,0-3 0 15,-1-4-32-15,3-1 0 0,-1-3 0 0,-1-1 0 0,-2 1-32 16,-1 3-16-16,-3 3 0 0,-3 2 0 0,-2 5 288 16,-2 6-160-16,-4 3 160 0,-2 4-128 0,-2 3 448 0,-1 6 112 15,-3 0 16-15,-1 7 0 0,-2 3 256 0,-2 6 48 16,-2 1 16-16,-3 7 0 0,1 5-352 0,0 4-64 15,-1 3-16-15,0 2 0 0,-1 1-16 16,4-1-16-16,0 0 0 0,3 0 0 0,3 3-144 0,1-4-32 16,3 0 0-16,2-1 0 0,3-2-128 0,1-2 0 15,2-1 0-15,2-4 0 0,3-1-256 0,-1-2 64 16,3-2 0-16,-1-2 16 0,0-4-128 0,1-1-16 0,0-2-16 16,3-3 0-16,1-1-48 0,2-4-16 0,-2 0 0 15,1-2 0-15,-3-3 144 0,1-3 48 16,-1 0 0-16,0-3 0 0,-1-4-16 0,2-2 0 0,2 0 0 15,-2-2 0-15,-3-5-128 0,0 0-32 16,1-2 0-16,-2 2 0 16,-2 3-128-16,-2-1-48 0,-1 6 0 0,-3 4 0 0,-2 3 560 0,-3 5 0 15,0 6 0-15,0 0 0 0,0 0 816 0,-8 9 272 0,-1 3 48 0,0 5 16 16,-1 2-288-16,-2 6-48 16,1-5-16-16,4 2 0 0,-1 1-176 0,0 3-48 0,1 0 0 0,2 0 0 15,3 0-192-15,3 1-32 0,2-3-16 0,2 6 0 16,3-4-336-16,2 0 0 0,2-7 0 0,1-4 0 15,0-3 0-15,4-2 0 0,0-4 0 0,1-2 0 16,2-3 0-16,-4-1-160 0,4-3 160 0,1-1-208 0,1-2 64 16,0-3 16-16,0-3 0 0,2-2 0 0,-1-5 0 15,-1-1 0-15,1-3 0 0,-3-3 0 0,0-2-112 0,-2-2-16 16,2-2 0-16,-3 2 0 0,-2-2 0 16,1 2-16-16,-2 1 0 0,2-2 0 0,-4 2 272 15,-4 7 0-15,-3 4-128 0,-1 3 128 0,0 5 176 16,-3 2 80-16,-1 3 32 15,0 5 0-15,0 0 192 0,0 0 32 0,0 0 16 0,0 0 0 0,1 6-400 0,3 2-128 16,-3 3 0-16,2 0 0 0,-2 2 128 0,3 3-128 16,2 2 0-16,-3-1 0 0,1 3 0 0,0-4 0 15,3 2 128-15,-1 1-128 0,1 1 176 0,-1-1-32 16,0 1 0-16,0 0 0 0,-2 0-16 0,0 3 0 16,-2-1 0-16,0-3 0 0,-4 0-128 0,0-3 0 15,-3 1 144-15,-2-4-144 0,-1 1 176 0,-1-3-48 16,-5 0 0-16,-3-2 0 0,-1 0-80 0,-2-3-48 15,3-2 0-15,-1 0 0 0,-2 1 0 0,-1-2 0 0,-1 0 0 16,-1-2 0-16,-1 0-320 0,1-1-64 16,-1 0-16-16,2 2 0 15,-6-1-1008-15,2 2-192 0,2-1-32 0,2 1-22304 0</inkml:trace>
  <inkml:trace contextRef="#ctx0" brushRef="#br0" timeOffset="-37370.63">1113 13447 49759 0,'0'0'4416'0,"0"0"-3520"15,0 0-720-15,2-5-176 0,2 1 160 0,6 0 0 16,7 1 0-16,4 0 0 0,4-4 144 0,2 2 16 16,4 0 16-16,7-2 0 0,5 2 368 0,9 1 64 15,4 0 0-15,26-2 16 0,-5-1-464 0,2 3-112 16,1 2-16-16,5-1 0 0,5-2 0 0,1 2-16 0,2-1 0 0,6-1 0 16,4 0-176-16,5 0 0 0,6-1 0 0,-2 1 0 15,-3 2 0-15,7 0 0 0,6-4 0 0,-1 2 0 16,0 0 0-16,4-1 0 0,6 3 0 0,-2-1 0 15,-4-3 0-15,4 2 192 0,3 0-64 0,-3-1 0 16,-3 3 64-16,1-3 0 0,-1 1 0 0,-3 0 0 16,-5 1-192-16,-2 0 192 0,-4-1-192 0,0 1 192 15,-1 1-192-15,-10 1 0 0,-11-1 0 0,-7 0 0 0,-6 2 0 0,-4-1 0 16,-5-1 128-16,-6 0-128 0,-6 2 0 16,-7-3 0-16,-8 3 0 0,-5 0 128 0,-8 1-128 15,-3 0 160-15,-5 0-160 0,-3-3 160 16,-4 0-160-16,-3 2 192 0,-10 1-192 0,9-5 192 0,-9 5-192 0,0 0 128 15,0 0-128-15,4-3 128 0,-4 3-128 0,4-2 0 16,-4 2 0-16,0 0 0 0,3-7 0 0,-1 3 0 16,-2 4 0-16,0 0-176 0,0-5-80 0,0 5 0 15,0 0-16-15,0 0 0 16,-5-7-1312-16,-2 5-256 0,-2 1-48 0,1-2-21552 0</inkml:trace>
  <inkml:trace contextRef="#ctx0" brushRef="#br0" timeOffset="-33391.14">2983 14070 11967 0,'-3'-5'1072'0,"1"0"-864"15,-4 0-208-15,4-1 0 0,1 1 7808 0,1 5 1536 16,0 0 288-16,0 0 64 0,0 0-7504 0,0 0-1488 16,0 0-320-16,0 0-48 0,0 0 496 0,0 0 112 15,0 0 16-15,6 8 0 0,-1 4-320 0,1-2-64 16,-1 3-16-16,-1 3 0 0,-2 1-208 0,1 2-32 16,-1 2-16-16,0 0 0 0,-2 0-64 0,0 1-16 15,0 0 0-15,0-1 0 0,1-1-224 0,0-2 0 16,1-1 128-16,0 0-128 0,1-3 0 0,1 1-160 15,1-4 32-15,2 0 0 16,-1-3-1216-16,2-2-256 0,0-1-32 0,2-1-16 16,3 1-1232-16,0-5-256 0,2 2-64 0,-1-4 0 15,2 0-1072-15,-1-2-208 0,1-5-64 0</inkml:trace>
  <inkml:trace contextRef="#ctx0" brushRef="#br0" timeOffset="-33148.51">3267 14253 5519 0,'0'0'496'0,"0"0"-496"0,0 0 0 0,0 0 0 15,0 0 5952-15,0 0 1088 0,-9-1 208 0,1 1 48 16,8 0-3168-16,-6 1-640 0,-1 1-128 0,1 2-32 15,-1 0-1408-15,7-4-272 0,-4 7-64 0,4-7-16 0,-2 8-848 0,2-8-160 16,0 7-48-16,2 1 0 0,3 1-384 0,2-2-128 16,1-3 0-16,1 1 0 0,1 0 0 15,1 0 0-15,-1-1 0 0,1-1 0 0,0 1-160 16,1-2 160-16,-2 2-160 0,1-1 160 0,1 1 0 0,-2-1-144 16,-2 0 144-16,0 1 0 0,-2 0 0 0,-6-4 0 15,0 0 0-15,3 9 0 0,-1 0 176 0,0 1 64 16,-4 0 16-16,0 0 0 0,-3 1 192 0,-1-3 64 15,0 1 0-15,-2 1 0 0,-1-1-288 0,0 1-48 16,0-1-16-16,-3 4 0 16,0-2-672-16,3 1-144 0,1-1-32 0,4-2-14960 15,-1 2-2992-15</inkml:trace>
  <inkml:trace contextRef="#ctx0" brushRef="#br0" timeOffset="-32479.84">4087 14160 8287 0,'0'0'736'0,"0"0"-592"0,-6-4-144 0,-1 2 0 0,1-1 7520 0,0 3 1472 15,1 5 288-15,3 1 64 0,-1 1-7072 0,2 6-1424 0,-2 6-272 0,2 3-64 16,-2 5 496-16,2 7 96 0,1 5 32 0,1 3 0 15,2 1-288-15,-1 1-48 0,1 2-16 0,0-3 0 16,0 1-256-16,1-2-48 0,0-4-16 0,0-2 0 16,0 0-256-16,-1-7-48 0,-1-1-16 0,1-3 0 0,0-5-144 0,-1 0-176 15,-1-3 48-15,1-4 0 32,-2-4-1184-32,1-2-224 0,-1-7-64 0,0 0 0 0,0 0-1120 0,0 0-224 0,0 0-64 15,-3-8-14720-15</inkml:trace>
  <inkml:trace contextRef="#ctx0" brushRef="#br0" timeOffset="-32215.66">4043 14289 7359 0,'0'0'656'0,"0"-6"-528"15,-3-2-128-15,2 1 0 0,1 7 7392 0,1-6 1440 16,3-2 304-16,1 0 48 0,1 0-6688 0,1 2-1344 16,4-2-272-16,1 2-48 0,-1-1 64 0,4 1 0 15,0-1 16-15,1 2 0 0,3-2-576 0,0 5-112 16,-1-2-32-16,0-1 0 0,-1 2-192 0,0 3 128 15,0 3-128-15,-3 2 0 0,-2 1 192 0,-1 3-64 16,-2 3-128-16,-3 4 192 0,-3-1 96 0,-3 6 16 16,-1 3 0-16,-3 2 0 0,-3 1-16 0,-1 1 0 15,-1-2 0-15,-3 0 0 0,-1 0-80 0,-1 0-16 0,-2-3 0 0,2-3 0 16,0-2-192-16,1-2 0 16,-2 0 0-16,4-3 0 15,1-2-1536-15,3-2-288 0,-1-1-64 0,1-3-16 16,1-1-2048-16,6-4-400 0</inkml:trace>
  <inkml:trace contextRef="#ctx0" brushRef="#br0" timeOffset="-31050.22">4391 14165 39567 0,'0'0'1744'0,"0"0"368"0,-1 15-1680 0,-1 2-432 0,1 2 0 0,2-3 0 0,2 1 1504 16,-2 2 224-16,1 2 32 0,0 3 16 0,2 2-192 0,1 0-48 15,-1 3 0-15,0 2 0 0,0-1-704 0,0 0-160 16,0-3-32-16,0 2 0 0,0-3-304 0,0 0-64 15,1-2-16-15,-1-2 0 0,-2-3-128 0,1-2-128 16,1-1 144-16,0 0-144 0,-3-7 128 0,2 0-128 16,-1-3 0-16,-2-6 144 0,0 0-144 0,0 0 0 15,0 0 0-15,0 0 0 0,0 0-336 0,0 0 48 16,0 0 16-16,5-9 0 16,1-4-112-16,-1-3-32 0,-1-2 0 0,1-4 0 15,2-4-96-15,-1-1 0 0,3-2-16 0,2-4 0 16,-2 1-32-16,2-1 0 0,2 2 0 0,1 1 0 0,-4 4 224 15,0 5 32-15,0 4 16 0,-1 4 0 16,0 4 112-16,-3 5 32 0,-6 4 0 0,0 0 0 0,8 9 288 0,-1 5 64 16,-2 2 16-16,-3 5 0 0,1 2 320 0,0 3 64 0,-1 2 16 0,2-2 0 15,1 3-176-15,1-2-48 0,-1-4 0 0,0 1 0 16,2-2-240-16,0-2-160 0,1-2 192 16,1-3-192-16,2 0 128 0,0-5-128 15,0-1 0-15,1-2 0 0,-1-3 0 0,1-2 0 0,-1-2 0 0,0-2-144 16,4-3 144-16,-1-2-208 0,0 1 80 0,-1-5 128 15,-1-1-240-15,0-1 80 0,1-1 16 0,-3-2 0 16,-1-1 144-16,1-5-192 0,-3 0 192 0,1 0-192 16,0-3 32-16,-3 0 0 0,2-3 0 0,-2 2 0 15,-1 2 0-15,-2 5 0 0,0 3 0 0,-2 3 0 16,-2 4 160-16,0 5 0 0,2 4 0 0,-7 1 0 16,-2 2 256-16,0 7 48 0,-1 6 0 0,1 2 0 0,-1 2-48 15,1 2-16-15,0 4 0 0,0-3 0 0,0 2-48 16,1 0 0-16,2 1 0 0,2-4 0 0,0-1-64 15,2-3-128-15,4-2 176 0,0-2-176 0,1-2 0 16,1-3 0-16,2-1 0 0,0-4 0 0,-6-4 0 0,6 4-144 16,2-4 16-16,0-2 0 0,0-1-80 0,-1-4-16 15,3-2 0-15,-1-2 0 0,-2 0 48 0,1-2 16 16,0-3 0-16,0 0 0 0,0-3 160 0,0-1 0 16,-2 1 0-16,2-1 0 0,0 2 0 0,-2 1 0 15,-1 0 0-15,-1 3 0 0,-1 3 0 16,-2 3 0-16,-1 8 0 0,0 0 0 0,0 0 192 0,0 0 32 15,0 17 0-15,-1-5 0 0,0 4 80 0,-1 2 16 16,1 2 0-16,0 0 0 0,-2 4-128 0,3-3-32 0,1 1 0 16,2-2 0-16,0-2-160 0,1-1 160 0,-2-3-160 15,2-1 160-15,1-1-160 0,1-4 0 16,-1-1 0-16,1-3 0 0,-6-4 0 0,9 3 0 16,1-3 0-16,-1-4 0 0,0 0-128 0,0-2 128 0,-1-3-160 15,1-3 160-15,-1 0-208 0,1-1 48 16,0 0 16-16,-1-4 0 0,-2 0-32 0,1-2 0 0,-1-1 0 0,1-2 0 15,1 1 48-15,-1 1 0 0,1 0 0 0,0 0 0 16,-3 0 128-16,1 3 0 0,-3 2-144 0,1 4 144 16,0 1 0-16,-2 2 0 0,0 3 0 0,-2 5 0 15,0 0 0-15,0 0 240 0,0 0-64 0,0 0-16 0,0 0 32 0,4 8 0 16,0 1 0-16,0 0 0 0,0 1-192 16,0-3 0-16,0 3 0 0,1 3 0 0,0-2 0 0,2 1 0 15,-1 2 0-15,1-1 0 0,-1 3 0 0,1-1 0 16,1 0 0-16,-3 0 0 0,0 1 0 0,0-2 0 15,0 1 0-15,1-2 0 0,-2 1 0 16,-1-1 0-16,1-3 0 0,2 1 0 0,-3-1 0 0,1-2 0 16,0-1-144-16,0-1 144 0,1-1 0 0,1-1-160 15,-6-4 160-15,6 3-128 0,-6-3-32 0,7 0 0 16,0-1 0-16,3-1 0 0,-3-3 160 0,3-1 0 16,-3-4 0-16,3 0-128 0,-1-4 128 0,0-2 0 15,0-1 0-15,1-1 0 0,1-2 0 0,0-1 128 16,3-1-128-16,-3-1 0 0,1-1 0 0,-2 1 0 15,1-1 0-15,-2 2 128 0,-1 1-128 0,0 2 0 16,-3 4 0-16,-3 2 128 0,1 2-128 0,0 4 0 0,-3 7 0 0,0 0 128 16,0 0 128-16,0 0 48 15,-6 7 0-15,0 4 0 0,-1 2 16 0,0 4 0 16,-4 3 0-16,2 1 0 0,1-2-64 0,2 2 0 16,-1 0 0-16,3 0 0 0,2 0-64 0,2-2 0 0,0 1-16 15,2-1 0-15,6-3-176 0,0 1 0 0,1 0 0 0,1-4 128 16,2 0-128-16,1-3 0 0,3 0 0 0,1-3 0 31,1 0-768-31,2-3-64 0,0-2-32 0,5 0-15104 0,4-2-3024 0</inkml:trace>
  <inkml:trace contextRef="#ctx0" brushRef="#br0" timeOffset="-29890.02">6481 14323 25791 0,'0'0'2304'0,"0"-13"-1856"16,-4 1-448-16,3-1 0 0,3 0 2592 0,-1 3 416 15,-1 10 96-15,-3-7 16 0,-3 1-1920 0,0 2-384 16,-2 1-80-16,-1 5-16 0,-2 2 880 0,-2 7 192 0,0 8 16 0,-2 5 16 15,-5 2-752-15,-1 7-160 16,-1 5-16-16,3-2-16 0,2 0-192 0,1-3-48 0,2-1 0 0,3-4 0 16,5 0-288-16,2-3-64 0,1-5-16 0,5 0 0 15,1-4-272-15,4-1 0 0,1-3-176 0,3-5 176 16,3-5-544 0,1-1 0-16,2-2 0 0,4-1 0 0,2-4-448 15,2-2-96-15,0-3 0 0,1-2-16 0,0-3-48 0,-4-1-16 16,-3-4 0-16,0-1 0 15,1 0-128-15,-2-2-32 0,-1-4 0 0,-1-2 0 0,-2-1 112 16,-1-1 0-16,-1 0 16 0,-6 8 0 0,1-1 656 0,-2 3 128 0,0 3 32 16,-1 2 0-16,-1 2 768 0,-2 2 176 0,-1 4 16 0,0 3 16 0,0 6 1120 0,0 0 208 15,0 0 64-15,0 0 0 0,-4 15-272 0,0 2-48 16,1 4-16-16,2 1 0 0,0 0-672 16,2 5-128-16,-1 1-16 0,1-8-16 0,2 1-320 0,0 1-64 15,1 0-16-15,0 1 0 0,1-2-256 0,1 1-160 16,1-3 192-16,-1 0-192 0,1-2 128 0,-1-1-128 15,1-2 0-15,-2-3 0 0,0-2 0 0,0-3 0 16,1-1 0-16,-6-5 0 0,0 0 0 0,0 0 0 16,0 0 0-16,0 0-192 0,8-3-32 0,-2-3 0 15,-1-1 0-15,0-3 0 0,1 0 64 0,-1-3 16 16,0-1 0-16,0-5 0 0,2-3-80 0,-1 0-16 16,1-3 0-16,-1-1 0 15,4-2-160-15,0 1-48 0,0 1 0 0,2 4 0 16,-1 1 32-16,-2 4 0 0,-1 2 0 0,-2 4 0 0,-1 5 224 0,2 3 64 0,-7 3 0 15,6 5 0-15,-2 3 432 0,0 5 80 0,0 4 32 0,0 3 0 16,0 2 128-16,0 1 32 0,1 1 0 16,-1-1 0-16,0 1-256 0,1-2-32 0,2-2-16 15,2-2 0-15,0 0-272 0,1-1 160 0,1-5-160 16,0-1 128-16,2-4-128 0,0 1 0 0,2-3 0 16,-2-4 0-16,1-1 0 0,0-1 0 0,0-2 0 0,0-4 0 15,0-3 0-15,2-3 0 0,-1 3-144 0,1-3 144 16,-2-3 0-16,1-1-160 0,-1-2 160 0,-1-2-128 0,0-1-16 15,-2-2 0-15,-1 0 0 0,-1 0 0 0,-2-1 144 16,-2 3-192-16,-2 4 192 0,-1 0-192 0,-2 3 192 0,-1 6 0 16,-2 4 0-16,-2 4 0 0,-1 2 192 0,-4 4 32 15,-1 4 0-15,0 3 0 0,0 2 96 0,-1 2 32 16,-1 2 0-16,0 4 0 0,1-3-160 0,2 0-16 16,2 1-16-16,2-2 0 0,3-1-160 15,-1 0 0-15,1-4 0 0,3-1 128 0,1-1-128 0,2-1-256 16,1-4 64-16,2 1 16 15,2-2-288-15,0 0-64 0,0-1-16 0,0-3 0 16,1-1-96 0,0-1-32-16,0 1 0 0,0-5 0 0,0 0 176 0,0-2 48 0,-1-2 0 0,1-2 0 0,1 0 272 0,-1-1 176 15,0-6-192-15,-1 1 192 0,-1 0-208 0,1-1 64 16,0-2 16-16,1 2 0 0,0 1 128 0,-1 2-192 16,-1 2 192-16,-1 4-192 0,-2 1 192 0,0 6 0 15,-4 2 160-15,0 0-160 0,0 0 528 0,5 6 16 16,-1 5 0-16,0 3 0 0,-1 4-32 0,-1 1 0 0,0-1 0 0,0-1 0 15,2 2-272-15,1 0-64 16,2-1-16-16,-2-4 0 0,0-1-160 0,2 0 0 0,-1-2-160 0,1-1 160 31,-1-1-1664-31,2 0-224 0,3 1-48 0,-2-4-11280 0,-4-2-2256 0</inkml:trace>
  <inkml:trace contextRef="#ctx0" brushRef="#br0" timeOffset="-28913.25">7560 14268 20271 0,'0'0'1792'0,"0"0"-1424"0,0 0-368 0,0 0 0 0,0 0 4528 16,0 0 832-16,-1 10 160 0,0 0 48 16,-2 4-2976-16,2-1-592 0,-1 0-112 0,4 4-32 0,0-1-512 0,1 1-128 15,1 0 0-15,0 1-16 0,-2 0-656 0,4-1-128 16,-4 0-32-16,2-1 0 0,0-3-224 0,1 0-160 16,-1 0 192-16,0-4-192 0,-1-1 128 0,-1-1-128 15,-2-7 0-15,0 0 0 0,5 6 0 0,-5-6 0 16,0 0 0-16,0 0 0 0,0 0 0 0,0 0-256 15,7-1 64-15,0-3 0 0,-1 0-128 0,1-5-32 16,-1-2 0-16,1 1 0 16,0-8-64-16,1 1-16 0,1-1 0 0,3-3 0 15,0-2-16-15,1 0-16 0,-1-2 0 0,-1 2 0 0,1 1 96 0,0 1 32 16,-3 4 0-16,0 2 0 0,-2 6 64 0,-1 0 16 16,-2 3 0-16,-4 6 0 0,0 0 256 0,0 0 0 15,0 0 0-15,1 11 0 0,-1 4 384 0,-1-1 96 0,0 4 16 16,-1-1 0-16,1 3-96 0,0-3-16 15,2 2 0-15,0-2 0 0,1 0-224 0,-1 0-160 0,2-1 192 16,1-3-192-16,1 0 128 0,1-4-128 16,1 0 0-16,1 0 0 0,-2-2 0 0,2-2 0 15,-8-5 0-15,10 4 0 0,1 0 0 0,-1 0 0 16,1-2 0-16,-1 0 0 0,1-2-128 0,-1 0 128 0,0-2 0 0,2 0-144 16,1-3 144-16,0-2 0 15,2 1 0-15,-2-4 0 0,-2 0-160 0,1-2 160 0,0-1-192 0,0-1 192 16,-1-2-288-16,1 2 48 0,-2-4 16 0,0-1 0 15,-1 0-16-15,-2-1 0 0,0 1 0 0,-2-1 0 0,0 3 48 16,-2 0 16-16,0 2 0 0,-2 0 0 0,-2 2 176 16,-1 1 0-16,0 2 0 0,-2 2 128 0,-1 2 32 0,-1 2 16 15,1 0 0-15,-1 3 0 0,-1 1 16 0,1 1 16 16,-1 3 0-16,7-4 0 0,-5 4 0 0,1 2 0 16,0 2 0-16,1 2 0 0,2 2 0 0,0 1 0 15,-2 2 0-15,3 3 0 0,3 0 16 16,1 3 0-16,2 2 0 0,1 4 0 0,-1 1-16 0,2 2 0 15,0 1 0-15,1 2 0 0,2 1-16 0,-1 0 0 16,2 1 0-16,-3 2 0 0,-1 3-192 0,-1-4 176 16,1 4-176-16,0-3 160 0,-1 3-160 15,-1-4 0-15,-2 1 0 0,-3-4 128 0,-2 0-128 0,-2 0 0 16,-2-7-160-16,-1-2 160 0,-2-1 0 0,0-5 0 16,-1 0 0-16,-3-4 0 0,-1-2 0 0,-1-1 208 15,-1-5-64-15,0-3-16 0,-1 1 80 0,2-3 16 16,0-2 0-16,-1-3 0 0,1-3-32 0,1 1 0 15,1-1 0-15,2-2 0 0,2-1-192 0,4-3 0 0,1 0 0 16,5-3 0-16,0-2 0 0,5-2-160 0,2-5 32 16,3-2 0-16,2-3 128 0,3-4-208 0,2-1 80 0,2-4 128 15,1-3-192-15,2-5 192 0,1-2-192 0,1-1 192 16,0-1-272-16,3-1 64 0,0 0 16 0,1 0 0 16,0 3-16-16,-2 4 0 0,-3 3 0 0,-2 4 0 0,-2 6 80 15,0 3 128-15,-2 3-208 0,-2 1 80 0,-4 6 128 16,-2 0 0-16,-5 4 0 0,1 3 0 0,-2 3 0 15,-2 2 0-15,-2 2 0 0,-1 5 0 0,-4-4 208 0,-2 3-16 16,-2 5-16-16,-1 4 0 0,-1 2 0 16,0 3 0-16,-4 3 0 0,1 3 0 0,-2 5-32 15,1 2 0-15,1 1 0 0,1 2 0 0,3-2 160 16,1 2 16-16,3-2 16 0,2 1 0 0,2-2-80 16,2-1 0-16,3-3-16 0,2-3 0 0,0-2-112 15,3-1 0-15,0-3-128 0,2-3 192 0,0 0-192 0,1-4 0 16,1-1 128-16,3-1-128 0,1 0 0 0,2-1 0 15,1-2-192-15,-1-1 192 16,1-4-768-16,1 0-64 0,0-1 0 0,1-2 0 16,1-4-1808-16,1 0-368 0,1 0-80 0</inkml:trace>
  <inkml:trace contextRef="#ctx0" brushRef="#br0" timeOffset="-28662.14">8874 14259 28559 0,'0'0'2544'0,"0"0"-2032"0,0 0-512 0,0 0 0 16,8-2 3376-16,1 0 576 16,0 1 112-16,2 0 32 0,1 0-1968 0,1-2-384 0,1-1-80 15,3 1 0-15,3-1-464 0,0 2-96 0,1-3-16 0,1 3 0 16,1-3-640-16,-1 1-128 0,1 0-16 0,1 0-16 16,-3 0-288-16,1 1 160 0,-1 0-160 0,-1-1 128 15,1 1-128-15,-1 1 0 0,-1-2 0 0,0 1 0 16,-4 1 0-16,0-1-144 0,-4 2 0 0,0 1 0 15,-2-4-1648-15,-9 4-336 0,6 1-64 0,-6-1-19584 16</inkml:trace>
  <inkml:trace contextRef="#ctx0" brushRef="#br0" timeOffset="-27709.72">10464 13781 37263 0,'0'0'1648'0,"0"0"336"0,0 0-1584 0,0 0-400 15,0 0 0-15,0 0 0 0,5 8 768 0,1 0 64 16,0 2 0-16,-1 4 16 0,-1 5 480 0,-2 4 80 16,1 3 32-16,0 5 0 0,-1 1-320 0,-1 2-64 15,1 2-16-15,-1 2 0 0,0 0-336 0,1-1-64 16,-2 1 0-16,0-4-16 0,0-1-336 0,0-3-64 16,0-2-16-16,-2-1 0 0,1-5-80 0,0-3 0 15,-2-2-128-15,1-2 192 0,-2-4-64 0,0-2 0 16,0-2-128-16,0-1 192 0,4-6-192 0,-7 0-128 15,7 0 128-15,-7-3-208 0,-1-5-160 0,1-3-16 16,2 0-16-16,1-10 0 16,-1-3-128-16,2-2-32 0,2-1 0 0,2-5 0 15,2 0 64-15,-1 4 16 0,2 0 0 0,3-6 0 0,1-3 272 0,2 1 48 16,2-1 16-16,2 2 0 0,2 3 144 0,-2 2-208 0,3 2 80 16,0 5 128-16,1 3-192 0,1 1 192 0,-1 3-192 15,0 4 192-15,-1 2 0 0,0 2 0 0,0 2 0 0,0 0 0 16,-1 5 0-16,-2 2 0 0,-1 3 0 0,-4 0 0 15,0 3 0-15,-2 2 0 0,-2 1 0 0,-1 3 0 16,-3 2 0-16,-2 0 192 0,-2 0-192 0,-1 2 192 16,-1 1-16-16,-1-3 0 0,-4 0 0 0,1 2 0 0,-1-2 16 0,-2 2 16 15,-1 0 0-15,0-1 0 0,-1 0 80 16,-2-2 16-16,-1-1 0 0,0 0 0 0,0-1-16 0,2-2 0 16,0-1 0-16,1 0 0 0,0 0-80 15,2 1-16-15,-1-1 0 0,2-1 0 0,2-2 0 16,1 1-16-16,3-1 0 0,1 1 0 0,4-7 32 0,0 6 16 15,2 1 0-15,2 0 0 0,2 1-96 0,3 0-128 16,3 0 176-16,1 1-176 0,3-1 192 0,1 2-64 16,1-2 0-16,3 1-128 0,0 0 192 15,-1 2-192-15,3-5 192 0,0 2-192 0,2-1 128 0,-2-2-128 16,1 0 0-16,-1-1 0 0,1-1 0 0,-1-1-144 16,-1 1-16-16,0-3 0 15,2 0-2064-15,-1 0-400 0,0-3-96 0,-3 3-11344 16,0-2-2256-16</inkml:trace>
  <inkml:trace contextRef="#ctx0" brushRef="#br0" timeOffset="-27305.77">11269 14195 16575 0,'0'0'1472'0,"2"-7"-1168"0,-2-1-304 0,-2-3 0 16,1 2 3968-16,-2 0 752 0,0 1 144 0,-1-1 16 15,0 1-3184-15,-2 2-640 0,-1-1-128 0,-2 2-32 16,-1 0 592-16,0 4 112 0,-3 3 32 0,0 3 0 15,0 2-576-15,-1 2-112 0,-2 4-32 0,2 3 0 0,-2 1-144 0,0 1-16 16,1 1-16-16,-1 2 0 16,3-4-208-16,1 0-32 0,3 2-16 0,3-3 0 0,0-1-352 0,4-2-128 15,0 0 0-15,4-5 0 16,0 1-144-16,4-3-128 0,0 0-32 0,1-3 0 16,2-1-336-16,1-2-80 0,1-3-16 0,0-1 0 15,1-1-304-15,0-1-64 0,1-2-16 0,0-3 0 16,0 0 400-16,0-4 80 0,-1 1 0 15,1-3 16-15,-2 1 240 0,1 1 64 0,-1-2 0 0,-1 0 0 0,-2 1 320 0,0 2 0 16,-2 1 0-16,-1 1 0 0,-1 3 256 0,-1 0 112 16,-3 9 16-16,0 0 16 0,0 0 368 0,0 0 64 15,0 0 0-15,0 0 16 0,0 0-176 0,3 9-32 16,-2-1-16-16,1 3 0 0,1 2-144 0,0 2-32 16,-1 0 0-16,2 2 0 15,1-2-272-15,2 2-176 0,2 0 192 0,0-3-192 0,0-1 0 0,0-1 0 16,-1-2 0-16,0-1 0 15,1 0-1392-15,0-1-176 0,2 0-32 0,-3-1-16 16,-2-5-1520-16,-6-2-320 0,7 1-48 0</inkml:trace>
  <inkml:trace contextRef="#ctx0" brushRef="#br0" timeOffset="-26929.05">11454 14100 9215 0,'0'0'816'0,"0"0"-656"15,0 0-160-15,0 0 0 0,0 0 5744 0,0 0 1104 16,0 0 240-16,0 0 32 0,0 0-3968 0,-1 9-784 0,0 4-176 0,0 3-16 15,-1 0-352-15,2 2-64 0,0 3-16 0,0-2 0 16,0 2-640-16,2 0-128 0,-1 0-16 0,0 0-16 16,0-6-512-16,1 1-112 0,0-3 0 0,1 0-16 15,0-1-176-15,-1-4-128 0,-2-8 192 0,0 0-192 0,0 0 128 0,0 0-128 16,4 6 0-16,-4-6 0 0,0 0 0 0,0 0 0 16,0 0 0-16,0 0 0 0,4-8-256 0,-1-1 64 15,-1-1 0-15,1-3 0 0,1-3-80 0,1 2-16 16,0-7 0-16,2-1 0 0,1-3 32 15,1 0 0-15,0-3 0 16,1 0 0-16,2 1-16 0,1 3 0 0,-1 4 0 0,-1 3 0 16,1 2 64-16,-1 5 16 0,-2 3 0 0,0 2 0 0,-1 5 192 0,0 5 0 15,-1-1 0-15,-1 5 0 0,-1 4 304 0,0 3 48 16,-1 2 16-16,0-1 0 0,0 3-128 0,1 1-32 16,-1 1 0-16,0 0 0 0,0 0-208 0,1-1 0 15,-1 0 0-15,0-4 0 0,0-2-192 0,0-2-128 16,-3-1-16-16,3-1-16 15,1-4-1968-15,-1 0-400 0,-4-7-80 0,0 0-16 16,0 0-1664-16,0 0-320 0,0 0-80 0,6-16-16 0</inkml:trace>
  <inkml:trace contextRef="#ctx0" brushRef="#br0" timeOffset="-26696.24">11886 13819 6447 0,'1'-16'272'0,"-1"16"80"0,0-6-352 0,0 6 0 0,-4-7 0 0,3 3 0 16,1 4 7696-16,0 0 1472 0,0 0 304 0,0 0 48 15,-1 9-6224-15,-1 3-1248 0,1 0-240 0,1 3-48 16,0 2-352-16,0 3-80 0,1 2-16 0,1 3 0 16,-1 1-672-16,0 3-144 0,2 2-32 0,-3 0 0 0,1 0-224 0,1 3-48 15,0-1-16-15,1-1 0 0,-1 0-176 0,0-2 128 16,0-2-128-16,1-1 128 0,0-5-128 16,-1-1 0-16,1-3-160 0,1-3 160 15,0-3-896-15,-2 0-64 16,1-6-32-16,-3-6 0 0,5 8-1008 0,0-4-208 0,-5-4-32 0,0 0-16 15,9-4-1616-15,-1-4-320 0</inkml:trace>
  <inkml:trace contextRef="#ctx0" brushRef="#br0" timeOffset="-26322.4">12084 14049 27183 0,'0'0'1200'0,"0"0"256"0,-1-9-1168 0,-2 3-288 0,3 6 0 0,-4-5 0 0,-1-1 2448 0,0 5 432 15,-3 4 96-15,0 3 16 0,-2 5-864 0,-1 2-160 16,0 2-48-16,-1 2 0 0,-1 4-512 0,0 0-128 15,1 0 0-15,0 0-16 0,3 1-432 0,1-1-64 16,2 1-32-16,2-4 0 0,1 0-480 0,3-1-80 16,2-2-32-16,0-2 0 0,2-3-144 0,1-2 0 15,3-4 0-15,-1 0 0 0,2-2-192 0,1 0 0 16,2-4-16-16,2 0 0 16,2-2-224-16,0-4-32 0,-2-2-16 0,2-2 0 0,-1-1 240 0,2-3 48 0,0-1 16 15,0-2 0-15,0-2 176 0,0-1-160 0,-1 1 160 0,-1-3-160 16,0 3 160-16,-1 3 0 0,-2 3 0 0,-2 2 0 15,-1 1 0-15,-2 3 0 0,-2 2 192 0,-5 7-64 16,0 0 352-16,0 0 80 0,0 0 16 0,3 9 0 16,-2 2-80-16,0 2-16 0,1 2 0 0,-1 2 0 15,-1 0-128-15,1 3-32 0,0 1 0 0,1 0 0 0,0-1-192 16,1 0-128-16,-2 1 128 0,2-4-128 0,1-2 0 0,0 0 0 16,-2-3 0-16,1-2 0 15,0-2-592-15,-3-8-192 0,0 0-48 16,5 5 0-16,0 3-1616 0,-5-8-336 0,0 0-64 0,0 0-10736 15,7-4-2160-15</inkml:trace>
  <inkml:trace contextRef="#ctx0" brushRef="#br0" timeOffset="-26171.64">12388 13993 34959 0,'-8'-17'1536'0,"5"11"336"0,1-2-1488 0,-2 0-384 0,0 3 0 0,0 0 0 0,0-2 1408 0,2 1 192 15,-2 2 64-15,2 0 0 0,2 4-960 0,0 0-176 16,0-3-32-16,0 3-16 15,0 0-1824-15,0 0-384 0,6 8-64 0,-1 3-9760 16,0 0-1952-16</inkml:trace>
  <inkml:trace contextRef="#ctx0" brushRef="#br0" timeOffset="-25633.42">12464 14049 32015 0,'0'0'1408'0,"0"0"320"0,0 0-1392 0,0 0-336 16,0 10 0-16,1 1 0 0,1 2 2752 0,1 2 464 0,0 2 112 15,-1 1 0-15,1 0-1152 0,-1 0-256 0,0 3-32 0,-1-1-16 16,0-1-560-16,-1-3-112 0,2 2-32 15,-1-1 0-15,0-1-560 0,1-3-112 0,-1-4-32 0,0 0 0 16,-1-9-224-16,0 0-48 0,0 0-16 0,0 0 0 16,0 0-48-16,0 0-128 0,0 0 192 0,0 0-64 15,0 0-128-15,0 0 0 0,0 0 0 0,0 0 128 16,4-8-128-16,0-2 0 0,0-2 0 0,0-2 0 16,-2-2 0-16,2-1 0 0,2 0-176 0,0 0 176 15,1-6-144-15,0-1 144 0,3 5-160 0,-1-3 160 0,1 1-144 16,1 4 144-16,-2-1-128 0,0 5 128 0,-1 3-128 15,-2 5 128-15,-6 5-128 0,0 0 128 0,0 0 0 16,8 5 0-16,-1 5 0 0,-2 1-128 0,-1 2 128 16,0 2 0-16,-1 2 128 0,3 1-128 0,-1 0 0 0,0 2 144 15,0 2-144-15,2-4 0 0,1 0 128 16,1-2-128-16,1 0 0 0,2-2 0 0,0-1 0 0,2-1 0 16,2-2 128-16,-1-2-128 0,2-1 0 15,0-2 0-15,1 0 0 0,1-1 0 0,-1-4 0 16,0 0 0-16,-1-3 0 0,1 1 0 0,1-2 0 0,-1-1 0 15,-1-3 0-15,-1 0 0 0,-1-4 0 0,-1 0 0 16,1-1 0-16,-1-2 0 0,-2-2 0 0,0-3 0 16,-1-2 0-16,1 0-144 0,0-2-48 0,-2 1 0 15,-1 1 0-15,-2 1 0 0,-2 1 0 0,-2 3-16 0,-2 6 0 16,-2 2 0-16,-4 1 208 0,-2 4-192 0,-2 3 192 16,0 3-192-16,1 3 192 0,-1 3 240 15,-2 1-48-15,2 3-16 0,1 2-32 0,2 2 0 0,1 2 0 16,1-2 0-16,0 1-144 0,3 0 192 0,2 0-192 0,1 0 192 15,2 0-192-15,2-2 0 0,0-2 0 0,2 0 128 16,0-2-128-16,1-1 0 0,3-1 0 0,-1 1 0 16,1-3-192-16,0 1 0 0,0-1-16 0,1-2 0 15,0 1-1344 1,1-2-272-16,0 0-48 0,2-1-21168 0</inkml:trace>
  <inkml:trace contextRef="#ctx0" brushRef="#br0" timeOffset="-17519.18">2924 15777 30239 0,'4'-17'1344'0,"0"8"256"0,0-3-1280 0,0 0-320 0,0-1 0 0,0-1 0 15,1 2 1712-15,0 2 272 0,-1 3 48 0,-4 7 16 16,7-9 192-16,-7 9 32 0,0 0 16 0,0 0 0 16,0 0-1136-16,0 0-240 0,0 0-32 0,11 7-16 15,-2 2-432-15,-1 0-96 0,-3 5-16 0,1 6 0 16,-4-2-64-16,1 3 0 0,-1 0-16 0,0 0 0 16,-1 1-64-16,0 0-16 0,1 0 0 0,-2-1 0 15,0-3-160-15,1 0 128 0,2-2-128 0,-1-2 128 16,1-2 0-16,1-1-128 0,-4-11 192 0,6 9-64 0,1 0-128 15,-7-9 192-15,10 5-192 0,2-1 192 0,0-4-192 16,2-1-144-16,0-1 144 0,3-1-208 16,0-3-1216-16,2 2-240 0,-1-1-64 0,1-1 0 15,1-3-1856-15,-2-1-384 0,-2-3-80 0</inkml:trace>
  <inkml:trace contextRef="#ctx0" brushRef="#br0" timeOffset="-17227.66">3254 15825 32831 0,'-10'-6'1456'0,"10"6"288"15,-8-4-1392-15,0 1-352 0,0 2 0 0,8 1 0 0,0 0 1360 0,0 0 208 16,0 0 32-16,0 0 16 0,0 0 48 0,0 0 16 0,0 0 0 0,0 0 0 16,0 0-912-16,0 0-176 0,0 0-32 15,12 6-16-15,0 2-256 0,-2 0-48 0,-1-2-16 0,2 1 0 16,0-1-224-16,0 1 176 0,-1-2-176 0,2 0 160 16,1-1-160-16,0 0 0 0,-3-1 0 0,2-1 0 15,0 1 128-15,0-2-128 0,-12-1 0 0,13 2 128 16,-3-1-128-16,-10-1 0 0,0 0 0 0,11 5 0 15,-11-5 0-15,0 0 0 0,5 9 0 0,-5 2 0 16,0-11 240-16,-5 13 16 0,-1 0 0 0,0 0 0 16,-5 0 208-16,2-1 48 0,1-1 16 0,-1 1 0 15,-2 1-240-15,0 0-48 0,1 0-16 0,1 0 0 16,1-1-896 0,1 4-176-16,1 3-48 0,-1 1-21136 15</inkml:trace>
  <inkml:trace contextRef="#ctx0" brushRef="#br0" timeOffset="-12369.99">4012 15675 8287 0,'0'0'736'0,"0"0"-592"0,-8-9-144 0,3 6 0 0,-3 5 6144 0,0 2 1216 15,0 1 224-15,0 3 48 0,-1 2-5616 0,0 3-1120 16,0 3-240-16,0 1-32 0,0 4 720 0,1 1 128 16,1 0 48-16,1 0 0 0,-2-1-1072 0,3 1-224 15,1-2-32-15,1-1-16 0,2-1-176 0,1-1 0 16,0-2 0-16,2 6 0 16,2-2-2400-16,3-3-352 0,-2-3-80 0</inkml:trace>
  <inkml:trace contextRef="#ctx0" brushRef="#br0" timeOffset="-12184.76">4036 15722 10127 0,'0'0'896'0,"6"-8"-704"0,-5-2-192 0,-1 10 0 0,0 0 5008 0,0 0 976 16,0 0 192-16,0 0 32 0,0 0-4480 0,2 10-896 0,1-1-176 0,-2 4-32 16,-1 3-48-16,2 1 0 0,-1 1 0 0,2 8 0 15,-2-1-576-15,0 0-192 0,2-2 0 0,-1 1 0 31,0-5-3072-31,-1 2-640 0</inkml:trace>
  <inkml:trace contextRef="#ctx0" brushRef="#br0" timeOffset="-11669.64">4293 15757 9215 0,'0'0'400'0,"-9"0"96"0,9 0-496 0,-9 11 0 15,0 4 0-15,2 4 0 0,3 0 7264 0,0 3 1360 16,1 3 272-16,-1 3 48 0,1 1-5808 0,2 5-1152 16,1-1-224-16,0 1-48 0,-2-2-784 0,2 1-160 15,0 1-16-15,2-4-16 0,0-3-384 0,1-1-80 0,-2-2-16 0,1-2 0 16,-2-2-80-16,1 0-32 0,1-4 0 0,0-3 0 15,-2-13 16-15,0 0 0 16,-2 9 0-16,2-9 0 0,0 0-32 0,0 0 0 16,0 0 0-16,0 0 0 0,0 0-128 0,-2-10 160 0,1-3-160 0,1-2 160 15,-2-2-160-15,2 1 0 0,3-5 144 16,1-3-144-16,0-1 0 0,2-6 0 16,2-1 0-16,4-6-128 0,-1-5-208 15,5-2-48-15,1 2 0 0,0-5 0 0,1 1-112 16,0 4-16-16,-1 3-16 0,-1 5 0 0,-3 5 288 0,0 6 64 0,-2 6 16 15,-2 6 0-15,-1 6 288 0,-8 6 64 0,0 0 16 0,11 1 0 16,-11-1 64-16,11 12 16 0,-3 3 0 0,-2 4 0 16,1 5-32-16,-2 6-16 0,-1 0 0 0,-2 4 0 0,1 1-32 15,0 3 0-15,-2 0 0 0,0-1 0 0,2-2-80 0,-1 0 0 16,1-5-128-16,0 1 192 0,-2 0-192 16,0-2 0-16,0-1 128 0,1-4-128 0,-1-2 0 15,-1-1 128-15,0-4-128 0,0-2 0 16,0-4-512-16,0 0-192 0,0-11-32 0,0 0-16 15,0 0-784-15,-4 9-176 0,4-9-16 0,0 0-16 16,-9 3-848-16,9-3-160 0,-10-3-48 0,0-1-8608 16,1-3-1728-16</inkml:trace>
  <inkml:trace contextRef="#ctx0" brushRef="#br0" timeOffset="-11409.23">4354 16148 11055 0,'0'0'976'0,"-3"-11"-784"15,-4 2-192-15,3 2 0 0,1 1 6112 0,3 6 1184 16,0 0 224-16,0 0 48 0,0 0-4448 0,11-8-896 15,-1 0-176-15,-1 3-48 0,1-1-768 0,1 1-144 16,4 0-48-16,0-1 0 0,2-2-464 0,3 0-80 0,1 1-32 0,1 1 0 16,-1-1-176-16,-2 3-32 0,-1-2-16 0,1 3 0 15,-1 2-240-15,-1 1 176 0,-3 1-176 0,-1 2 160 16,-1 3-160-16,-2 2 0 0,0 3 0 0,0 0 128 16,-2 2 16-16,0-1 0 0,-2 4 0 0,-1 2 0 15,-3-2 80-15,-1 2 16 0,-1-1 0 0,1 0 0 0,2-2-112 16,-2 2-128-16,1-2 176 0,-1-2-176 15,0 0 0-15,2-3 0 0,-3-10 0 0,0 0-192 16,2 12-1904-16,-2-12-368 16,4 10-80-16,-4-10-11792 0,0 0-2368 0</inkml:trace>
  <inkml:trace contextRef="#ctx0" brushRef="#br0" timeOffset="-11230.22">4757 15996 23951 0,'-5'-25'1056'0,"4"13"224"0,1-1-1024 0,1 0-256 0,0 3 0 0,2-2 0 0,1 2 3984 0,0 1 752 15,0-2 128-15,1 5 48 0,0 0-3472 0,-5 6-688 16,0 0-144-16,0 0-32 16,0 0-864-16,12 4-176 0,-12-4-48 0,12 7 0 15,-1 2-2128-15,-2 0-432 0,-1 0-96 0,-3 2-16 16,-1-1-800-16,-2 1-176 0</inkml:trace>
  <inkml:trace contextRef="#ctx0" brushRef="#br0" timeOffset="-10992.05">4865 16019 27935 0,'0'0'1232'0,"0"0"256"0,-2 9-1184 0,1 5-304 15,-1 0 0-15,4 2 0 0,0 0 3056 0,1 3 544 0,1-1 112 0,0 0 32 16,0-1-1104-16,-1 1-208 0,1-3-64 0,2-1 0 16,-1 0-1024-16,0-1-192 0,1-2-64 15,-2-1 0-15,-4-10-528 0,7 11-112 0,-7-11-32 0,0 0 0 16,8 8-112-16,-8-8-32 0,0 0 0 0,0 0 0 16,0 0-16-16,8-6-16 0,-8 6 0 15,6-9 0-15,-2-1-32 0,-1-1 0 0,-3 1 0 0,0-2 0 16,1 0-208-16,0 2 176 0,-1-3-176 0,2 0 160 15,-1 0-160-15,1 0 0 0,0-1 0 0,0 1 0 16,2-1 0-16,1 1 0 0,2 2 0 0,1-1 0 16,-2-2-704-16,5 2-128 0,2-1-32 15,1 1-15856-15,3 7-3184 0</inkml:trace>
  <inkml:trace contextRef="#ctx0" brushRef="#br0" timeOffset="-10359.65">5618 15907 23951 0,'-5'-9'2128'0,"5"9"-1696"0,-6-6-432 0,0 0 0 0,-3 4 3408 0,-2 0 608 16,-1 0 112-16,2 3 32 0,0 2-1568 0,-1 1-304 16,-2 1-64-16,0 1-16 0,0 0-672 0,0 0-144 15,-1 2-32-15,2-2 0 0,2 1-784 0,0 0-144 16,3 0-48-16,7-7 0 0,-8 8-208 0,3 0-48 15,5-8-128-15,0 0 192 0,-2 10-192 0,2-10 0 16,3 11 128-16,-3-11-128 0,0 0 0 0,9 9 0 16,1-1 128-16,1 0-128 0,-1-2 0 0,3-1 0 15,2-1 0-15,-1 0 0 0,-1 1 128 0,3-1-128 16,3-1 0-16,1 1 144 0,-1 1-144 16,1 0 0-16,-2 0 144 0,0 1-144 15,1-1 0-15,-2-1 0 0,0 4 0 0,-3 1 128 0,-2 0-128 0,-2-3 0 16,-2 4 0-16,-2-1 0 0,0-2 0 0,-2 4-128 15,-3-1 128-15,-2 1 0 0,-3-1-144 0,-2 2 144 16,0-4-160-16,-3 1 160 0,-2-1 0 0,-2 0 0 16,-1-1-128-16,-2 2 128 0,-1-2-128 0,0 0 128 0,0-2-208 0,1 0 80 31,-1-1-576-31,2-2-128 0,1 0 0 0,2 0-16 16,2 1-1424-16,10-3-288 0,-11-5-48 0,11 5-10704 0,-6-8-2128 0</inkml:trace>
  <inkml:trace contextRef="#ctx0" brushRef="#br0" timeOffset="-10135.9">5837 15650 42159 0,'0'0'1856'0,"0"0"400"0,4-6-1808 0,-4 6-448 0,0 0 0 0,0 0 0 0,0 0 1440 0,0 0 192 16,0 0 32-16,7 14 16 0,-3-1-336 0,0 6-80 16,-1 0-16-16,0 6 0 0,-1 2-704 0,2 6-144 15,0-2-16-15,0 0-16 0,0 2-112 0,1 1-32 16,-1-3 0-16,0 0 0 0,2-1-224 0,1-1 128 15,1-3-128-15,-2-1 0 0,-2-2 0 0,1-2 0 16,1 3 0-16,-1-2 0 16,0-6-384-16,0-2-192 0,0-1-16 0,-1-1-16 15,-4-12-1392-15,4 11-288 0,-4-11-48 0,3 10-11904 16,-3-10-2384-16</inkml:trace>
  <inkml:trace contextRef="#ctx0" brushRef="#br0" timeOffset="-9682.46">5772 16090 20271 0,'-12'-17'1792'0,"7"9"-1424"0,5 8-368 0,0 0 0 16,-6-5 4608-16,6 5 832 0,0 0 192 0,0 0 16 16,0 0-2832-16,0 0-560 15,0 0-112-15,13-4-32 0,3 1-880 0,0 1-176 0,1-1-32 0,1 0-16 16,3 0-416-16,0 0-80 0,3-4 0 0,1 1-16 16,0-1-128-16,1-2-32 0,0 1 0 0,1 2 0 15,1-5-112-15,-2 4-32 0,-1-1 0 0,-3 3 0 16,-1 1-192-16,-3 2 144 0,-5-2-144 0,-1 8 128 15,-2-1-128-15,-10-3 0 0,7 10 0 0,-3 2 0 16,-4 1 144-16,-3 3-144 0,-2 3 160 0,-2-2-160 16,-2-2 192-16,-1 0-64 0,-1 1-128 0,2 1 192 15,-1 1-192-15,1-2 176 0,-1-3-176 0,4 0 160 0,-1 0-160 16,2-4 0-16,5-9 0 0,0 0 0 0,0 0 0 0,0 0 0 16,0 0 128-16,0 0-128 0,0 0 0 0,0 0 0 15,0 0 0-15,11-1 0 0,-11 1-224 0,11-8 80 16,1-5 16-16,-1 0 0 0,-1-1 128 15,0-1-160-15,1-2 160 0,-1 0-160 0,1-1 160 0,-1 2-192 16,1-2 192-16,-2 4-192 0,-1-1 192 0,-2 4-192 16,1 0 192-16,-7 11-192 0,6-4 192 0,-6 4 0 15,0 0 0-15,0 0-128 0,0 0 128 16,10 8 0-16,-2 3 0 0,-1 0 0 0,-1 2 0 16,1 3 0-16,-1-2 0 0,1-1 0 0,-1 0 0 0,1 2 0 15,-1 0 0-15,2-2 0 16,1-1-976-16,1 0-272 0,-4-2-48 0,2 3-16 15,-2-2-1968-15,1-1-400 0,-2-3-80 0,-5-7-16 0</inkml:trace>
  <inkml:trace contextRef="#ctx0" brushRef="#br0" timeOffset="-8508.58">6418 15953 36335 0,'0'0'1600'0,"0"0"352"0,0 0-1568 0,0 0-384 0,0 0 0 0,0 0 0 15,0 0 2224-15,0 0 352 0,3 14 80 0,1 2 16 16,0 0-624-16,0-1-128 0,-1-1-32 0,1 3 0 15,0 0-928-15,1 0-176 0,2-1-32 0,0-2-16 16,-1 1-416-16,2 0-96 0,0 1-16 0,-2-3 0 16,-1-3-208-16,-5-10 128 0,8 10-128 0,-8-10 0 0,0 0 144 0,0 0-144 15,0 0 128-15,0 0-128 0,0 0 0 0,0 0 0 16,0 0 128-16,11 0-128 0,-11 0 0 0,9-7 0 16,-3-1 0-16,0-1 0 0,-1-4 0 0,-1-1 0 15,0 2 0-15,-1-1-176 0,3-5-16 0,-1-1-16 16,0 0 0-16,2-1 0 0,-1 1-128 15,1 1-32-15,-2-2 0 0,1 4 0 0,0 2 48 0,-1 4 16 16,0 0 0-16,-5 10 0 0,3-6 128 16,-3 6 32-16,0 0 0 0,0 0 0 0,0 0 144 0,0 0-128 15,0 0 128-15,6 12-128 0,-2 2 128 0,-1 2 0 16,-1 2 0-16,1-1-128 0,1 2 128 0,1 1 0 16,0-1 0-16,2 2 0 0,-1-1 0 0,3-1 0 15,2 1 0-15,2-2 0 0,0-2 0 0,3-2 0 16,-1-2 0-16,3-2 0 0,2-2 0 0,0-1 0 0,0-2 0 15,3-4 128-15,0-1-128 0,2-1 0 0,0 1 0 0,-1-5 0 16,-1 0 0-16,-1-2 0 16,0-2 0-16,0 0-128 0,-4-3 128 0,-1 0-208 15,0-2 80-15,-2 1 128 0,-5-3-208 0,0 2 80 16,-2-2 128-16,-1-1-208 0,-2 0 64 0,-2 2 16 0,-2-4 0 16,0 3 0-16,-1-3 128 0,-2 6-192 0,-4 3 192 0,0 2-192 15,-1 1 192-15,-2 5 0 0,-3-2 0 0,-1 4 0 16,-1 4 192-16,-4 2 0 0,-3 2 16 0,1 3 0 15,2 2 96-15,1 1 16 0,0 2 0 0,3 2 0 16,2-5-80-16,0 1-16 0,2 2 0 0,2-2 0 16,3-1-224-16,2 0 128 0,2 0-128 0,1 0 0 15,1-1 0-15,3-1 0 0,-4-11 0 0,8 10 0 0,-8-10 0 16,12 8 0-16,0-3 0 0,-1-2-160 0,0-3 160 16,-1-2-192-16,1-2 192 0,0 1-192 0,2-4 64 0,0-2 0 15,0-2 0-15,-1 0 0 0,-1-4 128 0,-1 0-128 16,-1-2 128-16,2-3-128 0,-2 2 128 15,1-4-192-15,-1-4 192 0,0 1-192 0,1 0-64 0,-1-1 0 16,0-3-16-16,-1 1 0 16,2-2-96-16,0 1-16 0,1 4 0 0,-3 3 0 15,-4 1 128-15,-2 6 0 0,1 2 16 0,-3 5 0 0,0 8 240 0,0 0 0 16,0 0 0-16,0 0 0 0,-11 5 0 0,2 7 0 16,0 5 0-16,3 4-144 0,0 1 272 15,1 4 48-15,0 0 16 0,1 4 0 0,0-4 112 0,2 3 16 16,-1-1 16-16,4 1 0 0,3 0-96 0,3-2-32 0,-1-5 0 15,5 0 0-15,2 1-32 0,1-1-16 16,2-3 0-16,1-2 0 0,-2-2-32 0,2-4 0 16,1-2 0-16,1-2 0 0,-2-3-128 0,1-2 0 0,-1-2 144 15,1-2-144-15,3-1 0 0,1-3 0 0,-1-3 0 0,-1-1 0 16,-4-1 128-16,1-1-128 0,0-4 160 0,0 1-160 16,-1-6 0-16,-2 0-208 0,1-2 16 15,-2-1 0 1,-4-3-304-16,-3 2-48 0,-2 1-16 0,-1 5 0 15,-2-2 32-15,-2 5 0 0,-4 3 0 0,-3 2 0 0,-4 4 528 0,-2 4 0 0,-2 3 192 16,0 4-48-16,0 3 224 0,-1 3 32 0,0 1 16 0,1 2 0 16,0 0 16-16,2 2 0 0,1 2 0 0,1 2 0 15,3 2-128-15,3-3-32 16,0-3 0-16,2 2 0 0,2-2-272 0,1 0 160 16,2 0-160-16,1-2 128 0,4-2-128 0,0 1 0 0,2 0 0 0,0-4 0 15,-8-8 0-15,12 6 0 0,-2 0 0 0,2-3 0 0,1-3-128 16,0 0 128-16,0-3-160 0,-1-1 160 0,-1-3-224 15,0-1 48-15,-1 0 16 0,1-1 0 0,0-1-32 0,0-1 0 16,-1 0 0-16,-2-2 0 0,-3-2 48 0,0 0 0 16,-1-2 0-16,2 2 0 0,-3 4 144 0,1-1 0 15,0-1 0-15,-1 4 0 0,-3 9 0 0,0 0 0 16,0 0 0-16,0 0 0 0,0 0 0 0,0 0 0 16,0 0 160-16,0 0-160 0,0 0 208 0,-1 15-48 15,-1 2-16-15,2-2 0 0,2-1 16 0,-1 0 0 16,1-1 0-16,2 0 0 0,0 2-160 0,2-2 128 0,-1-1-128 0,0 2 128 15,0-1-128-15,2-1 0 0,-1-1 0 0,1-4 0 32,-7-7-832-32,10 6-192 0,-1 0-32 0,-1-2-16 15,-8-4-2032-15,11 2-416 0,-2-3-64 0,-9 1-32 16,9-7-880-16,-9 7-176 0,6-10-48 0</inkml:trace>
  <inkml:trace contextRef="#ctx0" brushRef="#br0" timeOffset="-7805.63">7741 16040 23087 0,'2'-21'1024'0,"-1"7"208"0,0-4-976 0,1 3-256 0,-2 2 0 0,0 3 0 16,1 2 3360-16,-1 8 624 0,0 0 128 0,0 0 32 15,0 0-1056-15,0 0-208 0,0 0-32 0,0 12-16 16,-3 2-1040-16,3 2-192 0,0 2-64 0,0 0 0 16,0-2-640-16,3 0-144 0,0-2-32 0,-1 0 0 0,0-1-352 0,0 0-80 15,1 0-16-15,1-2 0 0,0 2-80 0,-1-4-32 16,-3-9 0-16,6 9 0 0,-6-9-160 0,0 0 0 16,0 0 0-16,0 0 128 0,0 0 0 0,0 0 0 15,0 0 0-15,0 0 0 0,0 0-128 0,9-5 0 16,-3-2 0-16,0-2 0 0,-1 0 0 0,0-1 0 15,0-1 0-15,2-2 0 0,1-2 0 0,1-1 0 16,0 0 0-16,3-1 0 0,-1-1-224 0,1 0-80 16,1 2-16-16,1 3 0 15,1 1-512-15,2 3-96 0,0 0-32 16,0 3 0-16,-2 2-384 0,2 2-96 16,3 1-16-16,1 1 0 0,-1 1-528 0,3 1-128 0,-1-2 0 15,0 2-16-15,0 0 608 0,0 0 128 0,0 1 32 0,1-3 0 16,-1-1-128-16,-1-1-32 0,-3 0 0 0,-1-1 0 0,-3 2 1984 0,-2-3 400 0,-2 0 80 15,-2 1 16-15,-8 3 1552 0,7-6 320 0,-7 6 64 16,5-11 16-16,-4 2-1024 0,-1 9-208 0,-2-9-32 0,2 9-16 16,-7-8-672-16,0 3-128 0,-3 1-16 15,0 3-16-15,-2 2-224 0,-2 3-64 0,-5 1 0 0,0 3 0 16,-5 5-192-16,1 3-32 0,-1 1-16 0,3 2 0 16,1 1-64-16,1 1-16 0,2-2 0 0,2 1 0 15,2-2-192-15,2 0 128 0,3-1-128 0,3-1 0 16,1 1 0-16,2-4 0 0,0 0 0 15,4-1 0-15,0-3 0 0,4 0 0 0,0 3-128 0,3-6 128 16,2-1-320-16,0-3 64 0,2 0 0 0,0-2 0 16,-1-2-112-16,1-2-16 0,0 0 0 0,2-5 0 0,-2-3 64 15,0-1 0-15,0-1 0 0,1-2 0 16,3-2 0-16,0-2 0 0,0-5 0 0,0-1 0 0,-1-6-48 16,0-1 0-16,1-2 0 0,0-3 0 15,2-4-208-15,0 1-32 16,1-1-16-16,-1 3 0 0,0 1-16 0,-4 3-16 15,-2 2 0-15,-2 7 0 0,-4 7 528 0,-3 4 128 0,-2 6 0 16,-2 9 0-16,-7-6 592 0,7 6 160 0,-12 2 16 0,1 5 16 16,-1 3-32-16,-1 6-16 0,0 5 0 0,-1 4 0 0,-1 5-336 0,1 3-64 15,0 4-16-15,3-1 0 0,2 1-64 0,4-2 0 16,1 0-16-16,3 2 0 0,2-5-112 0,1 0-128 16,2-4 176-16,3-2-176 0,1-5 0 0,1-1 0 15,0-4 0-15,1-2 0 16,2-4-1168-16,1 1-240 0,0-3-64 0,3 2 0 15,3 0-2832-15,-2-3-576 0</inkml:trace>
  <inkml:trace contextRef="#ctx0" brushRef="#br0" timeOffset="-7604.56">8850 15386 11967 0,'0'0'1072'0,"0"0"-864"0,0 0-208 0,0 0 0 15,0 0 7056-15,0 0 1376 0,0 0 272 0,0 0 48 16,-7 13-6560-16,2 0-1296 0,1 1-272 0,1 2-48 16,1 1 128-16,2 1 48 0,0-1 0 0,0 3 0 15,0-4-544-15,1 0-208 0,2 0 176 0,-1-5-176 16,0 3-592-16,0-3-224 0,1-3-32 0,-1 3-16 16,2 0-2096-16,0-3-432 0,-4-8-64 0</inkml:trace>
  <inkml:trace contextRef="#ctx0" brushRef="#br0" timeOffset="-7437.57">9023 15421 27647 0,'0'0'1216'0,"0"0"256"0,0 0-1168 0,0 0-304 0,-3 12 0 0,1 1 0 0,-1 0 3888 0,1 4 720 16,-1-3 128-16,0 2 48 0,2-1-2880 0,0 2-576 16,-1 0-112-16,1-1-32 0,0 1-800 0,1 0-176 15,0 1-16-15,0 0-16 16,0-2-1088-16,0 1-224 0,0 2-32 0</inkml:trace>
  <inkml:trace contextRef="#ctx0" brushRef="#br0" timeOffset="-6831.54">9674 16057 28559 0,'-3'-18'2544'0,"2"9"-2032"0,-1 2-512 0,2-1 0 0,2 2 3520 0,0 1 624 0,5-2 112 0,-2 3 32 15,0 0-2432-15,3-2-496 0,2 1-80 0,4 1-32 16,0 0-384-16,2 3-80 0,-1-1-16 0,3 1 0 16,1 0-624-16,2-1-144 0,3 2 0 0,2 0 0 15,2 0-1440-15,2 3-288 0,1 2-48 0,2 0-19184 16</inkml:trace>
  <inkml:trace contextRef="#ctx0" brushRef="#br0" timeOffset="-6364.55">10740 15682 23039 0,'0'0'2048'0,"-1"-9"-1648"0,1 9-400 0,0 0 0 16,0 0 5120-16,0 0 960 0,0 0 176 0,0 0 32 15,5 11-4560-15,1 8-896 0,1 3-192 0,-1 4-48 16,0 1 256-16,0 3 48 0,1 3 16 0,-1-1 0 0,-1-4-432 0,1-2-96 15,-1 0 0-15,0-5-16 0,0-2-96 0,1 1-16 16,-3-5 0-16,1-1 0 0,0-3-112 0,0 0-16 16,-1 0-128-16,-1-4 192 0,-2-7-336 0,2 9-80 15,-2-9-16-15,0 0 0 16,0 0-1440-16,-2 10-304 0,1 1-48 0,-2-5-16 16,3-6-1008-16,0 0-208 0,-3 4-32 0</inkml:trace>
  <inkml:trace contextRef="#ctx0" brushRef="#br0" timeOffset="-5832.5">10640 15566 12895 0,'4'-22'576'0,"-1"11"112"0,3 3-560 0,0 2-128 0,3 2 0 0,3 1 0 16,4-2 6736-16,2 1 1328 0,3 1 256 0,4 0 48 15,1-3-5360-15,1 4-1056 0,0-3-224 0,2 1-32 16,1 2-960-16,3 1-192 0,1 0-32 0,-1 1-16 15,0 2-368-15,-3 2-128 0,-1 3 0 0,-1-1 0 16,0 3 0-16,-3 2 0 0,-5-1 0 0,-1 1 0 16,-6-1 0-16,-4-1 0 0,-3 2 0 0,-6-11 0 15,2 13-224-15,-5 0 64 0,-3 1 16 0,-5-1 0 16,-2-1 144-16,-4 1 0 0,-2-1 0 0,-1-1-128 16,-1 1 128-16,0 0 128 0,-1 0-128 0,0-1 176 0,-2 1-16 15,4-2 0-15,-1 1 0 0,1-1 0 0,1-3-160 16,0 1 160-16,4-3-160 0,0 1 160 0,2 0-160 15,3-1 0-15,1 1 144 0,9-6-144 0,0 0 128 0,0 0-128 16,0 0 128-16,0 0-128 0,0 0 160 0,0 0-32 16,0 0-128-16,12 8 192 0,1-4-32 15,2-1-16-15,3-1 0 0,-1 1 0 0,0-2-144 0,2 2 0 16,0-1 144-16,-1 2-144 0,-1-2 0 0,-1 3 0 16,-2-3 0-16,1 4 0 0,-2-1 0 0,0 1 0 15,-1 2 0-15,-2 1 0 0,0 0 0 0,-2 1 0 16,-8-10 0-16,5 13 0 0,-1 0 0 0,-1 0 128 15,-3-2-128-15,0 1 0 0,-1 1 176 0,-2 0-48 0,-2-1 0 16,-3 1 0-16,-2-1 32 0,-2 1 0 0,-1 0 0 16,-2 0 0-16,0-4 16 0,-2-1 0 0,-1-2 0 15,-1 1 0-15,-1-2-48 0,-1 0 0 0,0 0 0 16,0-1 0-16,0 0-128 0,0-1 0 0,0 1 0 16,2-2 0-1,-1 1-816-15,2 0-240 0,0-2-48 0,2 3-16 16,4 2-2080-16,3-2-432 0,1-1-80 0</inkml:trace>
  <inkml:trace contextRef="#ctx0" brushRef="#br0" timeOffset="-5496.54">11314 15843 23039 0,'0'0'1024'0,"0"0"192"0,0 0-960 0,0 0-256 0,0 0 0 0,0 0 0 0,10 7 5056 16,-2 3 960-16,-8-10 192 0,5 17 32 15,0 0-3472-15,2 1-688 0,-1 1-144 0,1-1-16 0,-1 0-1072 0,1 0-208 16,-2-1-32-16,2 0-16 0,-1-1-208 0,1-3-64 16,-2-4 0-16,-5-9 0 0,5 12-128 0,-5-12-48 15,0 0 0-15,0 0 0 0,0 0-16 0,0 0-128 16,0 0 192-16,0 0-64 0,0 0 16 0,0 0 0 16,0 0 0-16,0 0 0 0,5-12 0 0,-1 2 0 15,-1-2 0-15,1-1 0 0,-2-1-144 0,2-1 0 16,0-2 0-16,0 0 128 0,3-2-128 0,0-1 0 15,0 1 0-15,-1 0 0 0,2 4-320 0,1-1 64 16,2 3 16-16,1 3 0 16,1 1-592-16,-2-1-128 0,0 4-32 0,1 3 0 15,-1-1-912-15,2 3-176 0,2 1-32 0,-1 1-16 16,2 1-1456-16,-1 2-304 0,1 0-48 0,2-1-7168 16,3 1-1440-16</inkml:trace>
  <inkml:trace contextRef="#ctx0" brushRef="#br0" timeOffset="-4670.58">11822 15837 8287 0,'0'0'736'0,"0"0"-592"0,0 0-144 0,0 0 0 16,0 0 6128-16,0 0 1184 0,0 0 240 0,0 0 64 15,0 0-4048-15,0 0-816 0,-2 12-144 0,-4 1-48 16,-2-2-864-16,1 2-176 0,-2 0-48 0,-2 0 0 16,-1-1-464-16,1 1-112 0,-1-1 0 0,1 1-16 15,0 0-448-15,0-1-96 0,2 0-16 0,3-2 0 16,-1 0-192-16,2 1-128 0,1-2 128 0,4-9-128 16,-4 6 0-16,4-6 0 0,-1 8 0 0,1-8 0 15,0 0 0-15,0 0-208 0,0 0 16 0,0 0 16 16,10 3-208-16,-10-3-32 0,12-4-16 0,1-1 0 15,0 1-208-15,0-4-64 0,-1-4 0 0,1 1 0 16,-1-1-128-16,1-1-16 0,1-3-16 0,0 0 0 16,1 0-160-1,-1 0-16-15,-1-2-16 0,-1 2 0 0,-2 0 160 0,-1 3 16 16,-2 3 16-16,-3 3 0 0,-4 7 656 0,0 0 208 0,0 0 0 0,0 0-160 0,0 0 784 0,0 0 144 16,-4 13 48-16,0 4 0 0,1-2 16 0,1 2 16 15,-1 1 0-15,2-1 0 0,1 0-256 0,2 0-48 16,1 1-16-16,2 0 0 0,3 0-288 0,0-2-64 15,1-3-16-15,1-1 0 0,2-2-160 0,0-2 0 16,1 0 0-16,1-3 0 16,1-2-384-16,-1-1-64 0,2 1-16 0,-2-3 0 15,0-3-736-15,1 1-144 0,-2-1-16 0,-2-1-16 16,0 0-32-16,-1-1 0 0,-2-3 0 16,0-1 0-16,-2-1 352 0,0-1 64 0,-2 1 16 0,-1-2 0 15,1-1 512-15,-1 1 96 0,-2 1 32 0,1-1 0 0,-2 0 544 0,0 2 112 16,0-1 32-16,0 1 0 0,0 1 160 0,0 9 16 15,0-11 16-15,0 5 0 0,0-1-160 0,0 7-16 0,0 0-16 0,0 0 0 16,0 0-32-16,0 0-16 0,0 0 0 0,0 0 0 16,0 0 80-16,0 0 0 0,0 0 16 0,-4 13 0 15,2-1 0-15,2-12 0 0,0 13 0 0,2 1 0 16,-1 1-176-16,3-2-32 0,0 0-16 0,2-3 0 16,2 1-48-16,1-1-128 0,0 2 192 15,3-6-64-15,0 0-128 0,0-2-224 0,1-1 48 0,0 1 16 16,1 0-432-16,0-1-96 15,1-3-16-15,-1 1 0 0,0 1-368 16,1-2-80-16,0-3 0 0,0-4-16 0,-2-3 352 0,-2 2 80 16,1 0 16-16,-1-2 0 0,-1-3 448 0,-1 0 80 0,-1-2 32 15,-1 2 0-15,-2 0 160 0,0 0 0 0,0-2 0 0,-1 0 0 0,-1 2 0 16,-1-2 0-16,1 0 0 0,-1 0 0 0,0 0 368 16,-1 2 48-16,0 2 16 0,1 1 0 0,-2 4 368 15,0 6 80-15,0 0 16 0,0 0 0 0,0 0 368 16,0 0 80-16,0 0 0 0,0 0 16 15,0 0-128-15,-3 14-16 0,0 1-16 0,2 3 0 0,0 3 0 0,1 4 0 16,-1-1 0-16,1 4 0 0,0 0-224 0,1 4-32 16,0-1-16-16,2 2 0 0,-1 0-288 0,1 1-48 15,0 0-16-15,1 4 0 0,-1 1-256 0,3-2-64 16,-2-2-16-16,-1-3 0 0,0 1-240 0,0-7 128 0,-1 0-128 0,1-2 0 16,0-5 128-16,-1-1-128 0,2-3 0 0,-3-1 144 15,-2-3-144-15,1-11 128 0,0 0-128 0,0 9 128 16,0-9-128-16,0 0 0 0,0 0-160 0,0 0 160 31,0 0-1216-31,0 0-160 0,0 0-32 0,0 0 0 16,0 0-1472-16,0 0-288 0,0 0-64 0</inkml:trace>
  <inkml:trace contextRef="#ctx0" brushRef="#br0" timeOffset="-4365.03">12962 15493 29487 0,'0'0'2624'0,"0"0"-2112"0,0 0-512 0,0 0 0 0,0 0 2688 0,1 13 416 16,0 1 96-16,-1 2 0 0,-2 3-1408 0,-1 1-304 15,-1 6-48-15,-1 3-16 0,-2-1-272 0,2 7-48 16,0 6-16-16,1-2 0 0,0 1-352 0,1 1-80 15,2-2-16-15,1-1 0 0,1-3-384 0,1-2-96 16,-1-5-16-16,2-3 0 0,-2-2-16 0,2-3 0 16,-2-2 0-16,0-3 0 0,2-4-128 0,-3-11-176 15,0 11 48-15,0-11 0 16,0 0-1792-16,0 0-368 0,4 11-64 0,-4-11-16 16,0 0-1616-16,0 0-336 0</inkml:trace>
  <inkml:trace contextRef="#ctx0" brushRef="#br0" timeOffset="-3675.43">12814 15886 9215 0,'-9'-6'816'0,"9"6"-656"0,-5-9-160 0,5 9 0 16,-3-9 5328-16,2 3 1040 0,1 6 208 0,0 0 32 15,7-6-3408-15,0 2-672 0,1 1-144 0,3 1-16 16,0 0-608-16,4 2-112 0,0 2-32 0,4-2 0 16,0 2-624-16,5 0-128 0,2-1-32 0,1 2 0 15,0-2-16-15,5-1-16 0,0-1 0 0,1-1 0 16,-3 0-320-16,-1 0-64 0,-2 2-16 0,0-2 0 15,1-1-256-15,-4 2-144 0,-3 1 160 0,-4 0-160 16,-4 0 0-16,-13 0 128 0,11 2-128 0,-11-2 0 0,0 0 0 0,0 0 0 16,0 0 128-16,-3 10-128 0,-2 0 0 15,-4 0 128-15,-3 1-128 0,-1 1 0 0,-3-1 128 0,-1 2-128 16,0 2 0-16,2 0 0 0,-1-4 0 0,2 3 128 16,1 0-128-16,2 1 0 0,5-3 0 15,1 2 0-15,-1-5 0 0,4 0 0 0,2-9 0 0,1 9 0 16,-1-9 0-16,0 0 0 0,4 11 0 0,3-3 0 15,-7-8 0-15,11 5 0 0,0-1-320 0,-1-3 64 16,2-1 0-16,0-1 0 0,1-2-48 0,-2 0 0 16,1-3 0-16,0-1 0 0,0-3 64 0,-1 0 16 15,2-2 0-15,0 1 0 0,0-2 224 0,0 3-144 16,-1-3 144-16,0 1-128 0,0 0 128 0,1 2 0 16,0-2 0-16,0 2 0 0,-1-1 0 0,1 0 0 15,-2 0 0-15,2 3 0 0,2 2 0 0,-1-1 144 0,0 3-144 0,-1 2 0 16,-1-1 224-16,0 3-64 15,0 0-16-15,-12 0 0 0,11 5 96 0,-2 3 16 0,-2 3 0 0,-2 0 0 16,0 2 48-16,-1 3 16 0,-1 2 0 16,-2-2 0-16,-1 1-112 0,2 0-16 0,0 0 0 0,1 0 0 15,-2 0-16-15,2-4-16 0,-1-3 0 0,-2-10 0 16,4 13 32-16,0-2 0 0,-4-11 0 0,4 7 0 16,-4-7-192-16,0 0 0 0,0 0 0 0,0 0 0 15,0 0 128-15,0 0-128 0,10 2 192 0,-10-2-64 16,11-4-128-16,-2-1 160 0,-1-3-160 0,0-1 160 15,-2-3-160-15,2-1 0 0,1 0 0 0,1-4 0 16,2 0 0-16,1 1 0 0,2-3 0 0,2 2 0 16,0-3-176-16,-2 3 48 0,-1 2 0 0,1 3 0 15,-2 3 128-15,-1 0-192 0,-2 6 192 0,-10 3-192 0,12 1 192 0,-12-1 0 16,10 8 0-16,-1 3 0 0,-1 2 0 0,0 0 0 16,-2 0 0-16,0 1 0 0,-2 0 128 15,0 2-128-15,-1 0 128 0,3-1-128 0,-1-2 0 0,1 0 0 16,0-1 0-16,0 0 0 0,2 0 0 0,1-1 0 15,0-3 0-15,2 1 0 16,-2 2-1088-16,1-1-224 0,2-1-48 0,1 4-22656 0</inkml:trace>
  <inkml:trace contextRef="#ctx0" brushRef="#br0" timeOffset="-2623.44">15077 15452 15663 0,'4'-15'1392'0,"0"4"-1120"0,-2-2-272 0,-1 3 0 16,-1-3 4496-16,-3 5 848 0,2 1 160 0,-2 1 48 16,2 1-3216-16,-2 1-640 0,-2 1-128 0,5 3-32 15,-6 4 128-15,-5 3 32 0,1 0 0 0,-2 8 0 16,-3 6-864-16,-2 3-192 0,-3 5-16 0,-2 4-16 16,-3 0 144-16,-2 5 16 0,1 1 16 0,1 4 0 15,3 3-240-15,3-2-48 0,4-1-16 0,4 0 0 16,4-2-320-16,3-2-160 0,2-4 160 0,2-2-160 15,2-1 0-15,2-4 0 0,1-5 0 0,3-1 0 16,-2-2 0-16,3-1 0 16,2-3 0-16,0 0 0 0,2-5-704 0,2-1-64 15,-1-3-32-15,2 0 0 0,-1-1-1168 0,4 0-224 0,0 0-48 16,2 1-11600-16,0-2-2320 0</inkml:trace>
  <inkml:trace contextRef="#ctx0" brushRef="#br0" timeOffset="-2263.5">15461 15665 34271 0,'2'-15'1520'0,"0"6"304"0,-2-6-1456 0,0 3-368 0,0 3 0 0,-2 0 0 16,-2 0 1680-16,1 3 272 0,-3 1 48 0,6 5 16 15,-6-3-192-15,-3 2-32 0,-2 5-16 0,-2 4 0 16,-2 4-864-16,-2 1-160 0,-3 6-48 0,-1 3 0 16,-1 6-64-16,1-1 0 0,0 1-16 0,2 3 0 15,-1-1-192-15,3 0-48 0,3-4 0 0,4 1 0 16,2-1-192-16,5-2-64 0,3-3 0 0,3 0 0 15,2-1-128-15,3-4 0 0,1-2 0 0,3-1 128 16,-1-3-128-16,2-1 0 0,2-2 0 0,0-1 0 16,4-1-704-1,-1-4-64-15,-1 1 0 0,0-1-16 0,0-1-1456 16,-2 2-304-16,1 0-48 0,0 0-17792 0</inkml:trace>
  <inkml:trace contextRef="#ctx0" brushRef="#br0" timeOffset="-1693.65">15273 15974 20271 0,'-4'-12'896'15,"2"5"192"-15,-2 0-880 0,1 1-208 0,0 1 0 0,1 1 0 0,2 4 4880 0,0 0 944 0,0 0 176 0,0 0 32 0,0 0-3216 16,0 0-656-16,9-2-128 0,4-1-32 0,1 2-1008 0,1-2-208 16,0 2-32-16,2-2-16 0,3 1-352 15,1 0-80-15,0 0-16 0,2-2 0 0,2 1-288 0,-2 2 160 16,1-2-160-16,-2 1 128 0,-1 0-128 0,-3 1 0 15,-4 0 0-15,-2 2 0 0,-12-1 0 0,12 5 128 16,-12-5-128-16,0 0 128 0,0 0-128 0,8 9 0 16,-5 2 0-16,-1 1 0 0,-4 1 0 0,0 0 0 15,-1 1 0-15,-1 2 0 0,0 2 128 0,1-1 0 16,-1-3 0-16,0 2 0 0,0 0-128 0,1 0 0 16,1-1 0-16,0 0 0 0,1-2 128 0,1 2 0 15,0-2 0-15,1-1 0 16,-1-12-608-16,4 11-128 0,0 0-32 0,-4-11 0 15,7 9-1984-15,0-1-384 0,4 0-96 0,-1-2-16896 0</inkml:trace>
  <inkml:trace contextRef="#ctx0" brushRef="#br0" timeOffset="-1277.05">15955 15896 36735 0,'0'-16'1632'0,"0"9"336"0,0 1-1584 0,0 6-384 0,-1-11 0 0,-1 6 0 15,2 5 1584-15,0 0 224 0,-9-1 48 0,0 2 16 16,0 3-80-16,-3 1-32 0,-2 3 0 0,-3 4 0 16,0 1-720-16,-1 4-144 0,-2-2-16 0,1 4-16 15,0-1-256-15,4 0-48 0,2-2-16 0,1 1 0 16,3 2-352-16,2-2-192 0,3-2 192 0,2-2-192 0,2-2 0 16,1 0 0-16,2 2 0 0,-3-13 0 0,0 0 0 0,7 8 0 15,1-2-160-15,-8-6 160 0,11 4-384 0,-11-4 32 16,11 0 16-16,0-1 0 15,-2-3-80-15,1-1-16 0,0-3 0 0,0-1 0 16,0 0 0-16,2-2 0 0,-1 1 0 0,-1-5 0 16,2-1-80-16,-1 0-32 0,0-2 0 15,-1 1 0-15,-1 2 112 0,-1 2 32 0,0 0 0 0,-1 4 0 0,-2 3 400 0,-5 6-160 16,0 0 160-16,0 0 0 0,0 0 160 0,0 0 144 16,0 0 16-16,0 0 16 0,0 0 32 0,8 11 0 15,-2 2 0-15,1 2 0 0,-2 0-160 0,1-2-16 16,2 2-16-16,1 0 0 0,2-2-176 0,1 0 0 15,1-1 0-15,1 0 128 0,2-4-128 0,-1-2-224 16,1 1 48-16,0-2 16 16,0-1-2032-16,3-1-416 0,-1 4-80 0,0-3 0 15,-1-1-1408-15,-1-3-256 0</inkml:trace>
  <inkml:trace contextRef="#ctx0" brushRef="#br0" timeOffset="-961.38">16364 15863 31263 0,'-2'-14'1392'0,"-1"8"272"0,-1-3-1328 0,0 5-336 0,-1-2 0 0,0-1 0 15,-2 1 1968-15,1 3 320 0,6 3 64 0,-9-1 16 16,-2 0-384-16,2-1-80 0,0 4-16 0,0 0 0 16,0 1-736-16,1-1-128 0,0 1-48 0,8-3 0 15,-9 3-320-15,9-3-64 0,0 0-16 0,-7 7 0 16,7-7-256-16,-4 11-48 0,4-11-16 0,0 0 0 0,4 14-112 0,2-1-16 16,0-1-128-16,3-3 192 0,2-1-64 0,-1-2-128 15,2 2 176-15,0 1-176 0,-1-2 144 0,2 1-144 16,0 0 0-16,0-1 144 15,0 1-144-15,-1 0 0 0,0-1 0 0,-2 2 0 0,-2-2 0 16,0 4 0-16,-1-5 128 0,-2 2-128 0,-5-8 0 16,1 11 0-16,-2-2 0 0,-2 1 0 0,-1-1 0 0,-1-1 0 15,-3 0 0-15,-1-1 0 0,-1-1 0 0,-2 1 0 16,-1-2 0-16,0 1 128 0,0-1-128 0,1 2 0 16,0 0 0-16,1 0 0 15,-1-1-1184-15,3 3-272 0,0 4-48 0,-1 0-21088 0</inkml:trace>
  <inkml:trace contextRef="#ctx0" brushRef="#br0" timeOffset="-451.19">17059 15388 44111 0,'0'0'1952'0,"0"0"416"0,0 0-1904 0,0 0-464 0,0 0 0 0,-9 3 0 0,0 2 1104 0,1 8 128 15,-1 0 32-15,-1 8 0 0,-1 4-80 0,1 1-16 16,-1-1 0-16,2 5 0 0,0 2-528 0,4 1-128 15,1 1 0-15,1-4-16 0,2 2-256 0,1-2-48 16,0-1-16-16,1-3 0 0,-1-1-176 0,0-2 0 16,-1-3 0-16,0 1 0 0,-1-2 0 0,1-2 0 15,0-4 0-15,-2 0 0 0,-1-5 0 0,2 0 0 0,2-8-160 0,0 0 160 32,-4 12-960-32,-2-3-112 0,6-9-16 0,0 0 0 15,-9 4-944-15,9-4-192 0,-7 6-32 0,0 0-16 16,7-6-1808-16,0 0-352 0,-14-10-80 0,14 10-16 0</inkml:trace>
  <inkml:trace contextRef="#ctx0" brushRef="#br0" timeOffset="2.53">16788 15783 33455 0,'0'0'1472'0,"0"0"320"0,-4-7-1424 0,4 7-368 0,0 0 0 0,0 0 0 16,0 0 2144-16,0 0 352 0,0 0 80 0,0 0 16 16,0 0-640-16,12 9-128 0,0-3-32 0,1-1 0 15,1-1-768-15,3-1-144 0,1 0-48 0,3-3 0 16,2-2-288-16,1 1-64 0,1-2-16 0,2-1 0 0,0-1-240 0,2 1-48 15,0-4-16-15,-3 2 0 0,0-1-160 0,-1 0 0 16,-3-1 144-16,-1 1-144 0,-2 1 0 0,0-1 128 16,-4 3-128-16,-2 2 0 0,-13 2 0 0,12 1 0 15,-12-1 0-15,0 0 0 0,0 0 0 0,3 13 144 16,-2 3-144-16,-2-1 0 0,-3 2 432 0,0-1-32 16,0 0 0-16,1 2 0 0,-1-1-400 0,2 2 0 15,-1-4 0-15,2 0-176 0,-1-2 176 0,2-2 0 16,0-11 0-16,4 12 128 0,2-5-128 0,-6-7 0 15,0 0 0-15,0 0 0 0,11 7 0 0,-11-7 0 16,13 0 0-16,-1 0 0 0,-12 0 0 0,12-4 0 16,-2-1 0-16,1-2 0 0,-5-2 0 0,3-1-128 0,0-3 128 15,1-2 0-15,-1 0 0 0,1-1 0 16,1 0 0-16,0 1 0 0,0-2-128 0,-1 1 0 0,-2 3 0 0,0 1 0 16,-2 2 128-16,0 3 0 0,-6 7-144 15,0 0 144-15,0 0 0 0,0 0 0 0,0 0 0 0,6 11 0 16,-2-1 0-16,-1 3 0 0,-3 0 0 0,1 2 0 15,2-2 0-15,0 0 0 0,1-2 0 0,2 4 0 16,-1-5 0-16,0 3 0 0,0 0 0 0,2 0 0 31,-1-4-1152-31,1-1-144 0,-7-8-48 0,6 8 0 16,1-1-1616-16,-7-7-336 0,0 0-64 0,0 0-16 16,0 0-1872-16,0 0-384 0,0 0-80 0,0 0-16 0</inkml:trace>
  <inkml:trace contextRef="#ctx0" brushRef="#br0" timeOffset="615.52">17591 15812 10127 0,'10'-17'896'0,"-3"7"-704"0,-2-1-192 0,0 5 0 15,-5 6 4752-15,0 0 928 0,0 0 176 0,0 0 32 0,0 0-2128 0,0 0-432 16,7 14-96-16,-3 0-16 0,-2-2-960 0,1 4-192 16,1-2-32-16,-1 3-16 0,-2 1-960 0,0-3-192 15,2-2-32-15,-1 0-16 0,1 0-496 0,1-3-80 16,-4-10-32-16,5 9 0 0,-5-9-80 0,7 8-128 16,-7-8 176-16,0 0-176 0,0 0 128 0,9 1-128 15,-9-1 0-15,0 0 0 0,10-2 0 0,-10 2 0 16,8-12-208-16,-1 2 80 0,-1-1-64 0,-1 1 0 15,-1-6 0-15,1-1 0 0,1-2-64 0,-1-1-32 16,1-2 0-16,1 0 0 0,1-4 32 0,2 2 16 16,1-4 0-16,2-2 0 0,2-3-16 0,1 2 0 0,0-2 0 15,-1 2 0-15,0 0 128 0,-2 4 128 0,-2 4-208 16,-2 6 80-16,-2 3 128 0,-3 7 144 0,-4 7-16 0,0 0-128 16,0 0 464-16,0 0-16 0,5 8 0 0,-1 6 0 15,-3 2-80-15,1 1-32 0,-2 3 0 0,0 2 0 16,0 4-48-16,0-1-16 0,0 2 0 15,0 0 0-15,0 3-48 0,0-1-16 0,1 1 0 0,0 0 0 16,-1-3-80-16,3-1 0 0,-1-2-128 0,1-2 192 16,0-1-192-16,-1-3 0 0,2-2 128 15,0-3-128-15,-1-3 0 0,-3-10 144 0,0 0-144 0,0 0 128 16,1 9-128-16,-1-9 0 0,0 0 0 0,0 0 128 16,0 0-128-16,0 0 0 0,0 0 0 0,0 0 0 15,0 0 0-15,3-9 0 0,-1-1 0 0,1-1 0 16,1 0-192-16,0-1 192 0,1 0-160 0,0 0 160 15,2-1-144-15,-1 2 144 0,1-1-128 0,0 0 128 0,4-2-160 16,-1 1 160-16,1 1-192 0,0-1 192 0,1 1-192 16,0 1 64-16,0 4 128 0,-1 1-208 0,0 0 208 15,-1 2-192-15,1 3 192 0,-1 1-192 0,2 0 192 0,-12 0-192 16,13 4 192-16,-3 1-192 0,-10-5 192 0,9 9-176 16,-2 2 176-16,-3 2-160 0,-4 0 160 0,0 1 0 15,-3-1 0-15,-1 2 0 0,-3 0 0 0,-3 2 0 16,0-1 0-16,-2-1 0 0,0 1 0 0,-1-2 0 15,0-1 0-15,2 1 0 0,0-3 0 0,2 1 0 16,-1-3 128-16,1 0-128 0,1-2 0 0,8-7-160 16,-9 6 16-16,9-6 0 15,0 0-1440-15,0 0-272 0,-10 6-64 0,10-6-16 16,0 0-880-16,0 0-192 0,0 0-16 0</inkml:trace>
  <inkml:trace contextRef="#ctx0" brushRef="#br0" timeOffset="810.49">18244 15710 10127 0,'0'0'896'16,"0"0"-704"-16,0 0-192 0,0 0 0 0,0 0 6576 0,0 0 1280 0,7 11 256 0,-3 1 48 16,-2 1-5056-16,0 1-1008 0,-1 3-208 0,-1 1-32 15,0 0-736-15,0 2-144 0,0-1-16 0,0 2-16 16,1-4-640-16,-1-1-128 0,-1-2-32 0,0-2 0 16,1-2-144-16,0 1 160 0,-2-3-160 0,2-8 160 15,0 0-848-15,0 0-160 0,0 0-48 0,0 0 0 16,2 11-2192-16,-2-11-448 0,0 0-96 0,0 0-13680 15</inkml:trace>
  <inkml:trace contextRef="#ctx0" brushRef="#br0" timeOffset="1389.3">18319 15753 22111 0,'0'0'1968'16,"5"-6"-1584"-16,-5 6-384 0,0 0 0 0,6-5 4016 0,-6 5 720 16,9-3 128-16,-9 3 48 0,0 0-2192 0,11 5-432 15,-11-5-96-15,12 7-16 0,-3 2-688 0,-1 0-144 16,-3 1-16-16,0 2-16 0,0 0-560 0,0 1-112 15,-1 3-32-15,1-1 0 0,-1 2-224 0,2-1-32 16,-2 0-16-16,-1-1 0 0,0-1-128 0,0 0-16 16,-1-4-16-16,1 0 0 0,-3-10-176 0,0 0 160 15,0 0-160-15,0 0 160 0,5 8-160 0,-5-8 128 0,0 0-128 0,0 0 128 16,0 0-128-16,0 0 128 0,0 0-128 0,11-2 128 16,-11 2-128-16,10-8 0 0,0-1 0 0,-2-2 0 15,-1 1 0-15,1-1 0 0,1-4-192 0,1 0 192 16,1 0-304-16,-1-1 64 0,0-1 16 0,1-1 0 15,-1 4-48-15,1-1-16 0,-2 1 0 0,-1 2 0 16,-2 4 80-16,-6 8 16 0,0 0 0 0,0 0 0 16,0 0 192-16,0 0 0 0,0 0-160 0,4 11 160 15,-3 0 0-15,1 1 0 0,-2-12 128 0,1 16-128 16,0 2 176-16,2-2-48 0,-1-2-128 16,4 0 192-16,-1 1-192 0,3-1 144 0,2 0-144 15,2-2 128-15,0-3 0 0,2-1-128 0,0-1 192 0,2-2-64 16,0-1 0-16,1-2-128 0,1 0 192 0,0-2-64 15,2 0-128-15,-2-2 0 0,-1 0 0 0,1-2 0 16,-1-1 0-16,1-2 0 0,1-1-160 0,-3-2 160 16,1-3-320-16,0-3 16 0,2-1 16 0,-2 2 0 15,-2-4-304-15,1 0-64 0,1-3-16 16,-3 1 0-16,-2 0-176 0,-4 3-48 16,-3 3 0-16,-2 4 0 0,-2 3 544 0,-1 8 96 0,0 0 32 0,-11-3 0 0,0 3 464 0,-2 3 80 15,0 6 32-15,-2 3 0 0,1 3 176 0,0 0 48 16,-2 3 0-16,3 0 0 0,2-1-128 0,2 1 0 15,3 1-16-15,2 0 0 0,3-1-240 0,2-1-64 16,3-1 0-16,2-2 0 0,2-1-128 0,3 0 160 16,0-2-160-16,2-1 160 0,0-1-160 0,2-2 0 15,3-2 0-15,0-1 0 16,-2-1-608-16,2-1-208 0,0-2-32 0,1 0-16 16,-1 0-1648-16,1 0-336 0,0-4-64 15</inkml:trace>
  <inkml:trace contextRef="#ctx0" brushRef="#br0" timeOffset="1739.41">19158 15207 30399 0,'0'0'1344'0,"0"0"288"16,11-2-1312-16,2 4-320 0,1 5 0 0,4-1 0 0,4 5 3136 0,4 2 576 0,3 0 96 0,1-2 32 15,1 2-2032-15,1 4-400 0,-1 2-64 0,2 0-32 16,-1 1-336-16,2 2-64 0,-1 3-16 0,1-2 0 0,-1 3-224 0,0 4-48 16,0 0-16-16,-3 2 0 0,-4 5-160 15,-4 5-48-15,-5 2 0 0,-3 5 0 0,-2 1-176 0,-6 4-32 16,-3 1-16-16,-4-2 0 0,-2-1-176 16,-2-4 160-16,-3-1-160 0,-1-4 160 0,-2-3-160 0,0-3 0 15,-2 0 144-15,-2-3-144 0,0-3 192 16,-1-4-16-16,0 0-16 0,2-8 0 0,0-2-32 0,-1-4 0 15,0-1 0-15,0-3 0 0,1 0-128 0,2-4 0 16,2 0 0-16,-1 1 128 0,1-2-128 0,1 0 0 16,0-3 0-16,9-1-176 15,0 0-704-15,-11 2-144 0,2-2-16 0,9 0-16 16,-10 0-1792-16,10 0-352 0,-11-3-80 0</inkml:trace>
  <inkml:trace contextRef="#ctx0" brushRef="#br0" timeOffset="2989.96">20248 15992 12895 0,'0'0'1152'0,"0"0"-928"15,0 0-224-15,0 0 0 0,0 0 7264 0,0 0 1408 0,-6 8 288 0,2 2 48 16,0 1-6976-16,0 0-1392 0,4-11-288 0,-3 15-48 15,2 0 80-15,0 2 32 0,1 0 0 0,1-1 0 16,0 0-416-16,2-2 0 0,-1-1 128 0,2-1-128 31,-4-12-1040-31,6 11-240 0,-3 0-64 0,3-1 0 16,-1 1-1968-16,1-2-400 0,-6-9-64 0</inkml:trace>
  <inkml:trace contextRef="#ctx0" brushRef="#br0" timeOffset="3474.37">21050 15596 19343 0,'6'-20'1728'0,"0"-1"-1392"0,-1 0-336 0,-1 2 0 0,-2 1 3776 0,1 5 704 16,0 1 128-16,-3 0 16 0,-2 4-2416 0,1 2-480 15,1-1-112-15,0 7-16 0,-4-6-64 0,4 6-32 16,0 0 0-16,0 0 0 0,0 0-656 0,-10 4-128 15,-1 5-16-15,1 2-16 0,-2 8-240 0,-1 2-32 16,-3 1-16-16,-1 3 0 0,-2 2 112 0,1 4 0 16,-2 2 16-16,3 3 0 0,1 1-224 0,3 1-48 15,3-2-16-15,2-3 0 0,2-1-240 0,2-2 128 16,1-2-128-16,3-4 0 0,3 0 144 0,1-6-144 16,2 2 128-16,2-5-128 0,1 0 0 0,1-1 0 0,2-1 128 15,1-3-128-15,0-2 0 0,2-1 0 16,-2-2 0-16,1 0 0 0,0 0 0 0,1-1 0 15,3-4 0-15,1 0 0 0,1-1 0 16,1 0 0-16,-2-3 0 0,2-1 0 0,0-3-208 16,0-1 80-16,-1-3 128 0,-1-1-208 0,1-3-16 0,-2-2 0 0,-2-2 0 0,-2 0 0 15,0-4-48-15,-2 1-16 16,-2-2 0-16,0-1 0 0,-4-3 96 0,-1 2 0 0,-3-3 16 0,-2 2 0 16,-3 4 176-16,-1 0 0 15,-1 3 0-15,-3 2-128 0,-1-1 128 0,0 3 0 0,-2 3 128 0,1 1-128 16,0 1 0-16,-2 3 0 0,-3 1 0 0,2 2 128 15,2 2-128-15,-1 0-256 0,-1 3 64 0,1 1 0 16,2 2-1472-16,-1 5-288 16,2 4-64-16,0 5-16 0,1-2-2144 15,3-1-432-15,0 3-96 0,6 0-16 0</inkml:trace>
  <inkml:trace contextRef="#ctx0" brushRef="#br0" timeOffset="4008.94">21777 15455 30399 0,'6'-20'1344'0,"-5"11"288"0,-2 1-1312 0,1 8-320 16,0 0 0-16,0 0 0 0,0 0 3792 0,0 0 688 15,0 0 144-15,-8 9 32 0,-1 5-2608 0,-2 5-528 0,-1 6-112 16,1 2 0-16,-1 2-608 0,0 5-112 0,-1 1-32 0,1 4 0 15,2 2-272-15,1-1-48 0,2 2-16 0,2-3 0 16,1-1-320-16,2-3 128 0,0-1-128 0,1-3 0 16,1-5 0-16,1-4 128 0,2-2-128 0,0-5 0 15,-1-2 0-15,2-2-208 0,-4-11 16 0,0 0 16 32,5 10-848-32,-5-10-160 0,0 0-32 0,0 0-16 15,0 0-432-15,0 0-64 0,11 3-32 0,-11-3 0 16,10-7-448-16,-2-7-96 0,-2-4 0 0,4-3-16 15,-1-4-560-15,2 0-96 0,1-9-32 0,4-1 0 16,1-5 864-16,1 1 160 0,2 2 48 0,2-1 0 0,-1 1 192 16,-3 3 32-16,-2 4 16 0,-2 0 0 0,-2-4 4592 0,-2 5 928 0,-1 8 176 0,-1 4 32 15,-2 3-272-15,0 4-64 0,-1 2-16 0,-5 8 0 16,0 0-1376-16,0 0-288 0,0 0-48 0,5 12-16 16,-4 1-928-16,-2 5-176 0,-3 4-32 0,-4 5-16 15,-3 5 80-15,-2 4 16 0,-2 3 0 0,2 4 0 0,-1 0-320 16,2 0-64-16,2-4-16 0,2 2 0 0,0-5-304 0,2 1-48 15,0-7-16-15,2-3 0 0,1-3-128 0,0-3 0 16,2-3 0-16,-1-1 0 0,1-2 0 16,1-2 0-16,0-1 0 0,1 0 0 0,-1-12 0 0,0 0-272 15,0 0 64-15,0 0 16 16,2 13-1216-16,-2-13-256 0,0 0-32 0,0 0-16 16,-2 12-1552-16,1-1-304 0,1-11-64 0</inkml:trace>
  <inkml:trace contextRef="#ctx0" brushRef="#br0" timeOffset="4446.53">21552 15884 28559 0,'-7'-11'2544'0,"7"11"-2032"0,-2-9-512 0,0 3 0 16,2 6 2544-16,0 0 400 0,4-8 96 0,-4 8 16 16,9-7-1136-16,3 1-208 0,1 1-48 0,3 3-16 15,2 0-512-15,3 0-112 0,1 1 0 0,4 0-16 16,3 1-416-16,2 0-80 0,2-4 0 0,1 1-16 15,-1 1-96-15,1-1-16 0,0 0 0 0,-1 0 0 16,-1 0-256-16,-3 0-128 0,-3 1 128 0,-1 0-128 16,-2 1 0-16,-2 1 0 0,-2 1 0 0,-4 3 0 15,-3-4 0-15,-12 0 0 0,0 0 0 0,0 0 0 16,0 0 0-16,8 9 0 0,-8-9 0 0,1 12 0 0,-2 1 0 16,-4 2 160-16,-3 3-160 0,0-4 160 0,-1 2 96 15,0 1 32-15,0 0 0 0,1-2 0 0,1 0-80 0,3-1-16 16,2 0 0-16,0-1 0 0,1-1-192 0,4 0 128 15,-3-12-128-15,5 9 0 0,-5-9 128 16,10 10-128-16,3-2 0 0,0-3 0 0,0-1 0 0,2-2 0 16,0-2 0-16,1 0 0 0,0-2 0 0,-2 0 0 15,0-2 0-15,-1 0 0 0,-2-1-192 0,1-2 64 16,-2-1 128-16,-1-2-208 0,-2 1 208 0,-2 0-192 16,-1 1 192-16,-2-3-192 0,-2 1 192 0,-1 0-192 15,0-1 192-15,-2 3-192 0,-1-2 16 0,-1 1 16 16,0 1 0-16,-2 1 0 15,1 1-288-15,-1-1-64 0,1 1-16 0,-1 2 0 16,-1 0-1888-16,2 0-368 0,6 4-80 0,-9-5-16912 0</inkml:trace>
  <inkml:trace contextRef="#ctx0" brushRef="#br0" timeOffset="6270.7">23060 16002 18431 0,'14'-22'816'0,"-4"9"160"0,-4-1-784 0,2 1-192 0,0 0 0 0,0 2 0 16,-1 2 5072-16,0 1 976 0,-3 1 192 0,-4 7 32 15,0 0-3776-15,0 0-768 0,0 0-160 0,0 0-32 0,0 0-816 0,-1 14-160 16,-2 0-48-16,-1 3 0 0,-1 1-128 0,-2 1-16 16,-1 0-16-16,1 2 0 0,-2-1-192 0,-1 1-32 15,1-1-128-15,3 0 192 16,1 0-192-16,1-1 0 0,-2 2 0 0,4-5 0 16,2 1-2592-16,2-2-512 0,1 1-96 15</inkml:trace>
  <inkml:trace contextRef="#ctx0" brushRef="#br0" timeOffset="6581.06">23810 15360 21183 0,'8'-22'1888'0,"-4"10"-1504"0,-4-1-384 0,0 4 0 0,0 2 5616 0,0 7 1040 0,0-4 224 0,0 4 32 15,0 0-4528-15,0 0-912 0,0 0-176 0,0 0-32 16,-8 15-480-16,0 7-80 0,0 4-32 0,0 4 0 16,-1 2-288-16,0 4-64 0,0 1-16 0,1 2 0 15,2 1 16-15,0-1 0 0,2 0 0 0,0-3 0 16,1 1-192-16,0-3-128 0,2-2 192 0,1-2-192 16,0-1 128-16,0-2-128 0,0-6 0 0,1-3 0 15,2-5 0-15,-1-1 0 0,1-1-208 0,-3-11 80 16,0 0-912-1,2 11-176-15,-2-11-48 0,0 0 0 0,0 0-672 0,0 0-144 16,-5 6-32-16,5-6 0 0,-9 0-1456 0,-1-6-288 16,-1-5-64-16</inkml:trace>
  <inkml:trace contextRef="#ctx0" brushRef="#br0" timeOffset="6946.57">23420 15374 18431 0,'-5'-21'1632'0,"2"9"-1312"0,1 1-320 0,0 0 0 0,0 1 4896 0,0 3 912 15,2 7 176-15,0 0 32 0,4-8-3392 0,-4 8-672 16,11-5-144-16,2 3-16 0,1-2-576 0,6 2-128 16,2 2 0-16,4 2-16 0,4-1-384 0,1 2-80 15,2-2-16-15,-1 4 0 0,1-1-144 0,1 4-16 0,0 1-16 0,1 0 0 16,0-2-224-16,2 3-32 0,-1 3-16 0,-1 3 0 16,-1 1-144-16,-1 2 0 0,-1 1 0 0,-2 2 128 15,-4 1-128-15,-2 0 0 0,-5-2 0 0,-2-1 0 16,-2 1 0-16,-5-3 0 0,-3 2 0 0,-3 0 0 15,-3-2 0-15,-2 0 0 0,-5-2 0 16,-1-1 0-16,-5 1 0 0,-2 2 0 0,-5-1 0 16,0 3 128-16,-3-5 96 0,-3 0 16 0,-1-2 0 0,-2-1 0 15,-2 1-240-15,0-2 0 0,0 0 128 0,0-1-128 16,0 2 0-16,0-2 0 0,0-2 0 0,0-1 0 16,-1-1 0-16,1 3 0 0,0-5-176 0,-1 1 176 15,-2-1-1216 1,3 0-128-16,2-1-32 0,3 1 0 15,1 1-1040-15,6-1-208 0,2 0-32 0,5 0-10688 0,11-4-2144 0</inkml:trace>
  <inkml:trace contextRef="#ctx0" brushRef="#br0" timeOffset="7126.19">24104 15669 21183 0,'20'-12'944'0,"-8"8"192"0,-1 4-912 0,0 3-224 0,-11-3 0 0,10 7 0 0,-10-7 3264 0,7 16 624 16,-3 0 112-16,-3 3 32 0,-2-2-1792 0,-1 4-368 15,0 1-64-15,-1 2-16 0,-1-2-672 0,0 1-144 16,2-2-16-16,0 0-16 0,-1-1-640 0,0-2-128 16,0-4-32-16,2 2 0 0,0-6-144 0,-1 2 0 0,2-12 0 0,0 14 0 31,0 2-3712-31,0-6-704 0,0-10-160 0,0 0-32 0</inkml:trace>
  <inkml:trace contextRef="#ctx0" brushRef="#br0" timeOffset="7522.8">24277 15742 25103 0,'0'0'1104'0,"0"0"240"0,13 6-1072 0,0 1-272 0,0-1 0 0,0-1 0 15,0-3 2240-15,1-1 384 0,2-1 64 0,-1-1 32 16,1-3-832-16,2 0-160 0,3 1-48 0,0-3 0 0,-1-5-912 0,-2 1-176 16,0 1-32-16,0-2-16 0,1 1-304 0,-4 1-64 15,0-2-16-15,-2 2 0 0,0-2-32 0,-3 0-128 16,-2-1 192-16,-2 3-64 0,-6 9-128 0,6-11 128 16,-4 0-128-16,-2 11 128 0,-2-8 32 0,2 8 0 15,-8-6 0-15,-1 6 0 0,-3 2 496 0,-1 2 112 16,-3 0 0-16,-1 5 16 0,-1 3 0 0,1 2 0 15,0 3 0-15,1 3 0 0,1 2-208 0,2 0-32 16,2-1-16-16,4 1 0 0,0-1-336 16,4 0-64-16,3 0 0 0,3-4-128 0,2-2 0 0,3-2 0 15,1-1 0-15,4-1 0 16,3 0-608-16,2-4-176 0,3-1-48 0,1-3 0 16,2 1-1472-16,0-3-320 0,2 3-48 15,2-4-10400-15,-1-3-2096 0</inkml:trace>
  <inkml:trace contextRef="#ctx0" brushRef="#br0" timeOffset="8111.46">25047 15657 18431 0,'7'-16'1632'0,"-4"3"-1312"0,0-4-320 0,-3 4 0 16,0 0 3904-16,-1 4 704 0,1 9 128 0,0 0 48 15,-7-8-2176-15,1 2-432 0,6 6-96 0,-11-3-16 16,0 2-480-16,-1 1-112 0,0 0 0 0,0 4-16 16,1-2-624-16,-1 4-112 0,0 0-16 0,0 3-16 15,2 2-272-15,0-1-48 0,0 2-16 0,3 0 0 16,0-1-160-16,3 0-48 0,0 0 0 0,3 4 0 15,0-2-16-15,2 4-128 0,2-3 192 0,0 0-64 16,4 2-128-16,1 0 192 0,1-1-192 0,1 2 192 0,1-5-192 16,1 1 0-16,1-1 144 0,-2-2-144 0,0-1 0 15,-1 2 0-15,1-5 0 0,-1 2 128 0,0 1-128 0,1-1 0 16,-11-8 0-16,12 8 0 0,-2-2 0 0,-2 1 0 16,-8-7 0-16,0 0 0 0,0 0 0 0,0 0 0 15,0 0-144-15,0 0 144 0,0 0 0 0,0 0 0 16,0 0-144-16,0 0 144 0,-9 4 0 0,9-4 0 15,-11-3 0-15,1 2 0 0,-2 1 0 0,2-1 0 16,-1-1 0-16,2-2 0 0,0 2 0 0,9 2 0 16,-9-4 0-16,9 4 0 0,-8-3 0 0,8 3 0 15,0 0 0-15,0 0 0 0,0 0 0 0,0 0 0 16,4-10 0-16,1 3 0 0,-5 7 0 0,12-6-192 16,1-1 192-16,1 1-160 0,1-2 160 0,0 0-128 15,1 3 128-15,1-2-128 0,0 1 128 0,1-3 0 0,2-2 0 16,1-2 0-16,-1 0-256 0,1 0 48 0,-2 0 0 0,-1 0 0 31,-1-1-176-31,-3 1-16 0,0 1-16 0,-6 2 0 16,-3 2 96-16,-5 8 32 0,0 0 0 0,0 0 0 0,-1-9 288 0,1 9 0 0,-6-7 0 15,-4 5 0-15,-1 2 288 0,-2 5 64 0,-2-1 16 0,1 2 0 16,-2 2-112-16,1 4 0 0,-1 1-16 0,2 1 0 16,1 2-96-16,2-2-16 0,2 3 0 0,3-1 0 15,3-1-128-15,2-2 160 0,2-1-160 0,3-1 160 16,1-2-160-16,3 0 0 0,1 0 0 0,3-1 0 15,1-2 0-15,1 1 0 0,2-3 0 0,1-2 0 16,0 1 0-16,1-3-192 0,0-1 0 16,1-1 16-16,-1-3-1056 15,1 1-224-15,2 0-32 0,1-4-16 0,-1-1-1760 16,0-2-336-16,0-5-80 0</inkml:trace>
  <inkml:trace contextRef="#ctx0" brushRef="#br0" timeOffset="8367.71">25675 15313 20271 0,'-5'-20'896'0,"3"7"192"0,-2-5-880 0,-2 4-208 0,1 1 0 0,0 2 0 0,-1 2 4096 0,0 1 784 16,1 2 160-16,5 6 16 0,0 0-1920 0,0 0-384 15,0 0-64-15,-9 6-32 0,2 1-1216 0,1 6-240 16,-2 5-48-16,-1 3-16 0,-1 6-368 0,0 3-64 0,3 7 0 16,-3 3-16-16,0 3-192 0,1-2-48 0,0 0 0 15,5-3 0-15,3 0-208 0,-1 2-48 0,2-3-16 0,2-1 0 16,0 1-176-16,2-6 160 0,0-4-160 0,0-2 160 15,-1-4-160-15,0-1 0 0,1-2 0 16,2-4 0-16,-3 2 0 0,1-6 0 0,0-1-160 16,-1-1 160-1,-3-8-1664-15,0 11-224 0,1 0-48 0,1 0-13744 16,-2-5-2752-16</inkml:trace>
  <inkml:trace contextRef="#ctx0" brushRef="#br0" timeOffset="8936.39">26533 15091 42095 0,'-2'-13'1856'0,"2"13"400"0,0 0-1808 0,-8-5-448 0,-1 2 0 0,0 3 0 15,-2 3 832-15,-2 3 80 0,-1 9 16 0,-3 2 0 16,-1 2 208-16,-2 9 32 0,-3 9 16 0,-5 6 0 15,-2 6-288-15,-1-2-48 0,-2 1-16 0,3 0 0 16,3 0-224-16,3 3-48 0,4-1-16 0,3 1 0 16,2 3-272-16,6-4-48 0,4-1-16 0,2 0 0 15,5-1-208-15,3-5 0 0,1-4 128 0,4-2-128 16,-1-4 0-16,2-5 0 0,2-2 0 0,2-3-160 16,-1-1-112-16,3-3-32 0,1-5 0 0,2-2 0 15,-1-2-992-15,2-1-208 0,0-3-32 16,0-1-16-16,1-1-1296 0,-1-3-256 15,0-2-48-15,-2-2-9344 0,0-3-1872 0</inkml:trace>
  <inkml:trace contextRef="#ctx0" brushRef="#br0" timeOffset="9378.46">26638 15656 26719 0,'1'-15'2368'0,"-1"2"-1888"16,0 3-480-16,0 10 0 0,0 0 3600 0,0 0 624 15,0 0 128-15,0 0 32 0,0 0-1856 0,0 0-368 0,1 12-80 0,-1 6-16 16,0 5-1152-16,0 1-224 0,0 6-48 0,0 2-16 15,0 2-176-15,1 1-48 0,1-1 0 0,-1 0 0 16,-1 0-160-16,3-1-48 16,-1-3 0-16,2-2 0 0,0-7-192 0,-1 1 0 0,-2-5 128 0,0 0-128 15,1-4 0-15,-2-13 0 0,0 0 0 0,0 0 0 16,-3 12 0-16,3-12 0 0,0 0 0 0,0 0 0 16,0 0 0-16,0 0 0 0,-10 0-128 0,0-3 128 15,3-6-416-15,0 0 32 0,2 1 0 0,0-3 0 31,-2-4-288-31,2-2-48 0,1 0-16 0,1-5 0 0,1-4 16 16,2-1 0-16,0-3 0 0,2 0 0 0,1 0 432 0,0 0 96 0,-1 0 0 16,2 2 16-16,0 1 464 0,1 2 96 0,1 2 0 15,0 3 16-15,2 1 208 0,2 2 32 0,2 1 16 0,1 3 0 0,1 1-304 16,3 3-64-16,3-2-16 0,-1 5 0 0,1 4-272 0,0 2 128 16,-3 1-128-16,-1 2 0 0,1-1 0 15,-2 5 0-15,-4-1 0 0,0 2 0 0,-3 0 0 16,-2 2 0-16,-3 3 0 0,-3 0-144 0,-1 2 144 15,-3 4-160-15,-3 0 160 0,-2 1-160 0,-1 3 160 0,-1-3 0 16,-1 1 0-16,1-2 0 16,0 0 0-16,1-1 0 0,1 1 0 0,0-4 128 15,-1-2-544-15,4 0-96 0,1-6-32 0,1 2 0 16,0 0-2000-16,4-9-400 0,-1 9-64 0,1-9-15936 16</inkml:trace>
  <inkml:trace contextRef="#ctx0" brushRef="#br0" timeOffset="9576.95">27013 15641 25791 0,'3'-26'2304'0,"-1"16"-1856"0,2-1-448 0,-4 11 0 16,5-7 3840-16,-5 7 688 0,0 0 128 15,0 0 16-15,0 0-2176 0,0 0-432 0,11 9-80 0,-3 2-32 16,-3 4-1184-16,-1 0-224 0,-2 2-48 0,0 3-16 16,-1 2-272-16,0 0-48 0,-1 0-16 0,2 2 0 15,-2-6-144-15,0 2 0 0,0-3 144 0,0 1-144 16,0-5 0-16,0 0 0 0,0-13 0 0,0 13-128 31,0-13-1552-31,-2 10-304 0,2-10-64 0,0 0-16 0,0 0-1952 0,0 0-384 0</inkml:trace>
  <inkml:trace contextRef="#ctx0" brushRef="#br0" timeOffset="9747.43">27224 15525 24351 0,'8'-13'1088'0,"-1"8"208"0,2 2-1040 0,2 1-256 0,2-3 0 0,2 3 0 16,-1 4-864-16,2 1-224 0,-1 3-64 0,2-2-8512 0</inkml:trace>
  <inkml:trace contextRef="#ctx0" brushRef="#br0" timeOffset="10062.05">27502 15546 12895 0,'0'0'1152'0,"8"-4"-928"0,-2-5-224 0,-2 4 0 0,-4 5 3968 0,0 0 768 16,0 0 128-16,0 0 48 0,0 0-1872 0,0 0-368 15,-9 5-80-15,0 0-16 0,-2-2-528 0,0 1-128 16,-1 0 0-16,0 0-16 0,-1 1-736 0,0 0-144 15,-2 0-16-15,0-1-16 0,1 1-320 0,1 2-64 0,-1 1-16 16,0-2 0-16,1-2-272 0,3 3-48 0,1-1-16 16,0 1 0-16,9-7-256 0,-8 8 160 15,8-8-160-15,-5 7 128 0,5-7-128 0,0 0 128 0,0 0-128 0,0 0 128 16,2 15 0-16,4-5 0 0,-6-10 0 0,10 12 0 16,0-2-128-16,3-2 0 0,0-1 0 0,2-1 0 15,0 1 0-15,2-1 0 0,-1 1 0 0,0-1 0 16,-3 1 0-16,0 1 0 0,-1 1 0 0,-3 0 0 15,-2-1 0-15,0 1 0 0,-1 0 0 0,-6-9 0 16,0 0 0-16,4 12 0 0,-1-1 0 0,-4 0 0 16,-2-1 0-16,-1-1 0 0,-1 2 0 0,-2-2 0 15,0 1 0-15,-2-3 0 0,-2-1 0 0,1 1 0 16,-3-2 192-16,0 0-64 0,0-2 0 0,-2 1 0 0,0-3 0 16,-1 2 0-16,0-1 0 0,2-2 0 0,0 0-128 0,-1 0-256 15,1 0 64-15,1 0 16 16,2-2-912-16,2 0-176 0,-1 0-32 15,10 2-16-15,-8 0-1824 0,8 0-352 0,0 0-80 0,-1-12-15008 16</inkml:trace>
  <inkml:trace contextRef="#ctx0" brushRef="#br0" timeOffset="10301.62">27765 15284 40079 0,'5'-16'1776'0,"-5"16"368"0,7-10-1712 0,-2 2-432 16,-5 8 0-16,5-6 0 0,-5 6 1760 0,0 0 272 0,0 0 48 15,0 0 16-15,0 0-720 0,0 0-144 0,2 13-16 16,-2 4-16-16,-2 2-704 0,0 2-144 0,-3 4-32 0,-1 2 0 16,-1 4 96-16,0 2 16 0,1 0 0 0,-1-2 0 15,0 0-240-15,2-1-64 0,1 3 0 0,2-1 0 16,-1 2-128-16,2 0 0 0,0-1 0 0,1-6 0 16,-2 1 0-16,2-6 0 0,2-4 0 15,-2-2 0 1,-2-2-1024-16,1-1-64 0,-2 1-32 0,1-3 0 15,-2-2-2208-15,0 1-448 0,4-10-96 0</inkml:trace>
  <inkml:trace contextRef="#ctx0" brushRef="#br0" timeOffset="10920.61">27645 15722 22111 0,'2'-14'976'0,"-1"6"208"0,0-1-944 0,2 2-240 0,-3 7 0 0,5-10 0 0,0 3 4304 15,2 0 816-15,2 1 176 0,1 0 16 0,2-1-2880 0,2 1-576 16,3 1-112-16,3 1-16 0,1-2-928 0,1 1-176 15,1 1-48-15,3 0 0 0,2 2-32 0,-2-2-16 16,-3 1 0-16,0 1 0 0,-3 0-272 0,-1 1-48 16,-4 1-16-16,0 1 0 0,-2-1-192 0,-3 2 0 15,-10-2 128-15,0 0-128 0,0 0 0 0,0 0 128 16,0 0-128-16,-1 15 0 0,-3 0 224 0,-1 0-48 16,-2-3-16-16,-2 2 0 0,-1 1 32 0,1-1 16 15,-1 0 0-15,1-1 0 0,1 3-208 0,2 2 144 16,-1-2-144-16,3-2 128 0,2-1-128 0,2-13 0 15,-3 12 0-15,3-12 0 0,0 0 0 0,5 12 0 16,-5-12 0-16,7 10 0 0,-7-10 0 0,10 7 0 16,-10-7 0-16,13 2 0 0,1-4 0 0,-1-1-144 0,-2-2 144 15,4 0-160-15,0-2 160 0,2-2-128 16,0-3 128-16,1-1-128 0,1-4 128 0,0 2-208 0,-1-1 80 0,1 0 128 16,-2 1-192-16,-2 3 192 0,0 2-160 0,-4 3 160 15,-1 1-128-15,-10 6 128 0,0 0 0 0,0 0-144 16,0 0 272-16,10 5 64 0,-10-5 16 0,8 13 0 15,-2 0 48-15,1 1 0 0,-1-1 0 0,0 0 0 16,-1 0-64-16,1 0 0 0,-1 2 0 0,2-4 0 16,0 0-192-16,-7-11 176 0,7 10-176 0,0-2 160 15,-7-8-160-15,10 8 160 0,-10-8-160 0,12 5 160 16,-12-5-160-16,12 1 160 0,-2-1-160 0,-10 0 160 16,11-6-32-16,-1-1 0 0,0 1 0 0,2-3 0 15,1-2 0-15,2-2-128 0,-2-2 192 0,1 0-64 16,2-2-128-16,1 2 0 0,0-1 0 0,-1 0 0 0,1 1-192 15,2-3 192-15,0 1-160 0,-1 2 160 0,-3 4-144 16,-2 1 144-16,-4 5-128 0,-9 5 128 0,8-4 0 0,-8 4 0 16,0 0 0-16,0 0 0 15,9 4 0-15,-9-4 128 0,8 12 0 0,-2 0 0 0,1-1 48 0,-1 2 16 16,2 3 0-16,0 0 0 0,0 1-192 0,0 0 0 16,-1 0-160-16,3 1 160 15,0-4-432-15,2 0 16 0,-1 1 0 0,1-2 0 16,-1-3-1888-16,-1 3-368 0,0-2-80 0</inkml:trace>
  <inkml:trace contextRef="#ctx0" brushRef="#br0" timeOffset="13222.95">29175 15846 41631 0,'0'0'1856'0,"1"-9"368"0,-1-2-1776 0,0 11-448 16,6-7 0-16,1-3 0 0,1-1 768 0,1 0 80 16,0 1 16-16,3-1 0 0,-1 2 32 0,3-4 0 15,-1 0 0-15,1 0 0 0,4 0-688 0,-1 0-208 0,-1-1 128 0,-1-1-128 16,1 1 0-16,-2 0 160 0,1-2-160 0,-1 2 128 16,-1-2-128-16,-1 3 0 0,-4 1 144 0,-2 1-144 15,-1-1 0-15,-1 1 0 0,-4 11 0 0,0 0 128 16,-4-10-128-16,-2 4 0 0,-5 0 0 0,-2 5 0 15,-4 4 192-15,-2 3 32 0,-3 3 0 0,-2 0 0 16,-2 6 176-16,1-2 48 16,2 4 0-16,2 2 0 0,3-2-192 0,3 0-48 0,4 1 0 15,3 1 0-15,3-1-208 0,3 3 128 0,5-3-128 0,2 0 0 16,2-2 0-16,1-2 0 0,2-3 0 0,2-2 0 16,1-3 0-16,1 0-128 0,0-3-16 0,3 0 0 15,2-2-112-15,-1-1 0 0,-2-1-16 0,0-3 0 16,3-1 96-16,-1-2 32 0,-1-2 0 0,0-4 0 15,0-2 144-15,0 0 0 0,0-3 0 0,1 1 0 16,2-1 0-16,-2-2 0 0,-1-1 0 0,-2 1 0 0,0 0 0 16,-1 2 0-16,-1-2 0 0,-2 3 128 0,-4 3 112 0,0 2 16 15,-2 2 16-15,-5 10 0 0,0 0 304 0,0 0 48 16,0 0 16-16,0 0 0 0,0 0-80 0,0 0-16 16,0 11 0-16,0 1 0 0,-1 3-208 0,-1 1-32 15,0 4-16-15,-1 0 0 0,1-1-96 0,0-1 0 16,1 3-16-16,1-1 0 0,1-1-176 0,2 1 160 15,1 1-160-15,0-8 160 0,1 0-160 0,0-3 0 16,-5-10 0-16,8 8 0 0,-8-8 128 0,0 0-128 16,10 5 0-16,-10-5 128 0,11 2-128 0,-11-2 0 15,10-4 0-15,-1 0 128 0,-1-5-128 0,0 0 0 16,0-3 0-16,1-1 0 0,-1-2 0 0,1 1 0 0,0 0 0 16,2-4 0-16,0 1-144 0,2-2 144 15,-1 0-192-15,2-3 192 0,2 1-320 0,0 4 64 0,-2-1 0 16,-2 1 0-16,-2 2 16 0,-2 2 16 0,-1 0 0 0,-2 4 0 15,-5 9 224-15,0 0-192 0,0 0 192 0,0 0-192 16,0 0 192-16,0 0 0 0,0 0 0 0,0 0 0 16,-7 10-144-16,2 2 144 0,0 1-128 0,1-2 128 15,0 2 0-15,3 1-160 0,1 2 160 0,0-2 0 16,0 2 0-16,2 1 0 0,4 0 0 0,0-2 0 16,2 0 0-16,0-1 0 0,1 0 0 0,1-1 0 15,2-1-128-15,0-2 128 0,-2-2 0 0,2-1 0 16,0-1-160-16,-1-3 160 0,0 1-128 0,2-4 128 15,1 0-144-15,-1 0 144 0,0-4-160 0,0 1 160 0,2 1-192 16,-1-2 48-16,-1 0 16 0,0-1 0 0,0-2 0 16,0 1 0-16,0-2 0 0,1-3 0 0,1 1-32 15,-1-2 0-15,0-1 0 0,0 0 0 0,-1-1 160 16,-2 1-160-16,0-3 160 0,-1 3-160 0,-2 1 160 16,-2 1 0-16,-2 0 0 0,-4 11 0 0,3-9 0 0,-3 9 0 15,0 0 0-15,0 0 0 0,-4-8 0 0,4 8 176 16,0 0-176-16,-8-6 192 0,-1 1-64 15,9 5-128-15,-9 1 192 0,0 3-64 0,1-2-128 0,0 5 0 16,0 1 0-16,2 2 0 0,1 2 0 0,-1 5 0 16,1-2-128-16,1 6 128 0,2-2 0 0,0 5 0 15,2 4 0-15,3 0 0 0,0 4 0 0,-1 0 0 16,1 1 0-16,-1-1 0 0,2 4 0 0,-1-2 0 0,0-1 0 0,-2 1 0 16,2-1 0-16,-3-2 0 0,-2 4 0 15,1-3 0-15,0-1 0 0,-2 0 0 0,-1 2 0 16,-1-4 0-16,-2-3 0 0,1-3 0 15,-2-3 0-15,0-2 0 0,-1-2 0 0,0-3 0 0,-1-2 0 16,-1-3 128-16,1-1-128 0,-1-2 192 0,-1-3-192 0,1-2 192 16,-1-3-192-16,-1-1 192 0,0-2-192 0,1 0 192 15,2-2-192-15,1-1 0 0,1-1 144 0,0-1-144 16,1 2 0-16,2-5 0 0,1-2 0 0,3-4 0 16,1 1 0-16,4-2 0 0,1-4-192 0,4-1 64 15,4-1-64-15,3-1-16 0,1-2 0 0,4-3 0 16,4-7-96-16,1 0-16 0,1-3 0 15,2-3 0-15,1-2-352 16,0 1-80-16,-2 0-16 0,1 3 0 0,-3 2 288 0,-1 4 48 16,-2 5 16-16,-2 4 0 0,-3 7 416 0,-2 5 256 0,-2-2-48 0,-2 8 0 15,-1-1 320-15,-2 5 64 0,-9 7 16 0,10-1 0 0,-10 1-224 16,12 5-64-16,-3 3 0 0,-1 1 0 16,-3 3-64-16,0 4-32 0,-1-1 0 15,-1 5 0-15,-2 1 80 0,2-3 16 0,-2 2 0 0,2-1 0 0,-2-1-320 0,2 1 0 16,-2 0 0-16,1-2 0 0,0-1 128 0,-2-3-128 15,-2-3 0-15,2-10 0 0,0 13 0 0,0-13 0 16,0 0 0-16,0 0 0 16,0 0-1344-16,0 0-288 0,0 0-48 0,0 0-13136 15,0 0-2624-15</inkml:trace>
  <inkml:trace contextRef="#ctx0" brushRef="#br0" timeOffset="14109.1">30666 15592 12895 0,'8'-29'1152'0,"-3"15"-928"0,-1-1-224 0,0 6 0 0,1 3 6912 0,2 2 1328 0,-7 4 272 0,9-3 48 16,-1-1-5184-16,-8 4-1040 0,10 0-208 0,-10 0-32 15,12 6-864-15,-2 0-160 0,-10-6-48 0,12 13 0 16,-2-2-672-16,-2 2-144 0,-1 0-16 0,-2 2-16 16,-1 5 32-16,0-5 16 0,-2 4 0 0,1-1 0 15,-2-1-224-15,1-1 0 0,-2-1 128 0,1-2-128 16,0 2 0-16,-1-15 0 0,0 14 128 0,0-14-128 15,0 0 0-15,0 0 128 0,0 0-128 0,0 0 0 16,0 0 128-16,0 0-128 0,0 0 0 0,0 0 0 0,0 0 0 0,0 0 0 16,0 0 0-16,8-8 0 0,-2-2 0 0,1 2 0 15,-2-4 0-15,3 2 0 0,0-2 0 0,0-2-192 16,1-3 48-16,1 0 0 0,1 0-112 0,0 1 0 16,1-1-16-16,1 4 0 0,0 1 0 15,-2 3 0-15,-5 3 0 0,-6 6 0 0,8-8 96 0,-8 8 32 16,0 0 0-16,0 0 0 0,0 0 144 0,0 0 0 15,0 0 0-15,0 0 0 0,7 12 0 0,-2 1 0 16,-3 1 0-16,1 0 128 0,-2 1-128 0,2 0 176 16,-1 2-176-16,2-4 192 0,0 2-192 0,1-2 0 15,2 0 144-15,1 0-144 0,0 0 0 0,2-4 128 16,2-3-128-16,0 2 0 0,-1-4 0 0,2 0 144 16,2-3-144-16,-1-1 0 0,2-1 0 0,-1 0 0 0,1-6 0 15,0 2 0-15,-2-1 0 0,0-2 0 16,1-1 0-16,-1-2 0 0,2-1-208 0,-1-1 0 0,2-2 0 0,-1-2 0 31,-2 1-240-31,-1 1-32 0,-1-1-16 0,-3 3 0 16,-2 2-32-16,-7 11-16 0,1-9 0 15,-1 9 0-15,0 0 544 0,-8-6-128 0,-2 2 128 0,-1 4 0 0,-1 4 240 0,1 2 96 0,-1 1 32 0,2 3 0 16,-1 1-128-16,3 2-32 0,2 0 0 0,1 0 0 16,1 0 0-16,1 0 0 0,2 1 0 0,2 1 0 15,3-2-208-15,1 0 0 0,2-2 0 0,1 1 0 16,2-3 0-16,2 2 0 0,1-2 0 0,1-1 0 15,2-3 0-15,1-1 0 0,0-2 0 0,0 0 0 16,-3-4 0-16,0 0 0 0,1-2 0 0,0-1 0 16,1-3-256-16,0-3 64 0,-1-2 16 0,1 0 0 15,-1-2-176-15,1-2-32 0,0 0-16 0,-1-3 0 0,0-1 48 16,-1-3 16-16,2 0 0 0,-1 1 0 0,0-1 160 16,-2 1 48-16,-2-1 0 0,0 3 0 0,-3 2 128 0,-2 2 0 15,1 2 128-15,-3 4-128 0,-2 4 256 0,-2 7 0 16,0 0-16-16,0 0 0 0,0 0-32 0,0 0 0 15,0 0 0-15,0 0 0 0,0 0-208 0,8 8 128 16,-1 2-128-16,0 2 0 0,-1 1 128 0,0 0-128 16,1 4 0-16,-1-1 0 0,2-2 192 0,0 1-48 15,1-1-16-15,0 2 0 0,-1-1 32 0,1 1 0 16,0 1 0-16,0-4 0 0,2 1-160 0,-2 2 160 16,-1-3-160-16,-2 0 160 0,2 0-160 0,-4-1 0 15,-4-12 0-15,3 11 0 0,-3-11 0 0,-3 13 0 0,-2-2 0 16,-3-3 0-16,-3-3 0 0,0-1 0 15,-1 0 0-15,-1-2 0 0,-1-4 0 0,-2 2 0 0,-1 0 0 16,0 0 0-16,-1-3 0 0,0 2 0 0,-1-4-176 16,1-1 176-1,1 0-1408-15,0 1-208 0,2 2-48 0,0-2-12800 0,1-2-2560 0</inkml:trace>
  <inkml:trace contextRef="#ctx0" brushRef="#br0" timeOffset="14465.12">31738 14902 17503 0,'11'-10'768'0,"-11"10"176"0,11-3-752 0,1 0-192 0,-1 6 0 0,4 0 0 0,3 2 6016 16,3 1 1184-16,1 1 224 0,5 3 64 0,3 3-4480 0,3 4-896 16,1 2-192-16,1-1-16 0,-1 3-1072 0,0 3-224 15,0 5-32-15,0 2-16 0,-1 5-256 0,-1 1-48 16,-5 8-16-16,-3 2 0 0,-5 2-48 0,-2 5 0 15,-3-2 0-15,-2 1 0 0,-1 1-192 0,-2 0 128 16,-4 5-128-16,0 2 0 0,-2 7 0 0,-1 1 128 16,0-2-128-16,-1-3 0 0,-1-6 0 0,-1-2 0 15,-2 0 0-15,-2-1 0 0,-3 0 0 0,0-5 0 16,-1-6 0-16,-1-4 0 0,-2-3 0 0,-2-3 0 16,-2-3 0-16,-1-4 0 0,-3-2 0 0,0-4 0 0,-4-1 128 15,1-6-128-15,-2-4 160 0,0-1-16 0,0 1 0 16,2-4 0-16,1 1-144 0,2-1 160 15,1-1-160-15,2 2 160 0,1-2-160 0,3 2 0 16,1-5 0-16,2 2 0 16,-1 0-1136-16,2 1-208 0,3 0-32 0,1 5-14368 0,-1 3-2864 0</inkml:trace>
  <inkml:trace contextRef="#ctx0" brushRef="#br0" timeOffset="15600.87">14457 13716 30815 0,'4'-21'1360'0,"-2"8"288"0,-2 0-1328 0,-1 1-320 0,-1-1 0 0,-2 5 0 0,4 8 736 0,-4-9 80 16,0 3 16-16,4 6 0 0,-7-6 304 0,1 2 64 15,-2-1 16-15,8 5 0 0,-9 5-384 0,0 6-80 16,-2 3-16-16,0 6 0 0,-3 3-224 0,-1 7-32 16,-3 7-16-16,-1 6 0 0,0 4 416 0,1 2 80 15,1 1 0-15,0 3 16 16,1 5-1120-16,4-1-240 0,4-2-32 0,3-5-16 0,3-3 1264 0,3-4 256 15,3-5 64-15,2-3 0 0,3-1-848 0,3-6-176 0,3-6-128 16,0-4 192-16,1 0-192 0,1-5 0 0,1-1 0 16,2-1 0-1,-1-4-2096-15,3 3-288 0,3 0-64 0,1-3-16768 0</inkml:trace>
  <inkml:trace contextRef="#ctx0" brushRef="#br0" timeOffset="16038.19">14958 13956 11967 0,'0'-15'528'0,"-2"4"112"0,-2-1-512 0,0 0-128 0,-2 4 0 0,-1 4 0 16,1 2 5248-16,-2 0 1024 0,-1 2 208 0,0 0 48 15,-2 0-3776-15,1 3-736 0,-3-2-160 0,1 3-16 16,0 3-640-16,-1-1-128 0,-2 1-32 0,0-1 0 0,1 1-464 0,-2 1-112 15,-1 1-16-15,3-3 0 0,1 5-32 0,3-1-16 16,-1 1 0-16,2-2 0 0,1 2-224 0,3 0-48 16,5-11-128-16,-5 10 192 0,5-10-64 0,0 0-128 15,1 13 176-15,-1-13-176 0,0 0 288 0,11 13-48 16,0-2-16-16,2-3 0 0,3-1-96 0,1 0 0 16,3-3-128-16,-1 1 192 0,1 0-192 0,0 2 144 15,1-1-144-15,2-2 128 0,-3-1-128 0,1-3 0 16,0 5 0-16,-1 0 0 0,-2 0 0 0,-2 3 0 15,-5-1 0-15,0-1 0 0,-11-6 0 0,8 11 0 16,-3 2-144-16,-3-3 144 0,-2 1 0 0,0-11-160 16,-4 11 160-16,-1 0-128 0,-1-1 128 0,-3 1 0 15,-3-1 0-15,0 2-128 0,-2-4 128 0,-1 0 0 16,-2 1 0-16,2-2 0 0,0 0-224 0,1-1-16 16,0 0 0-16,2-1 0 15,2 0-2144-15,1 0-432 0,-1 3-96 0,10-8-10016 16,0 0-2016-16</inkml:trace>
  <inkml:trace contextRef="#ctx0" brushRef="#br0" timeOffset="16278.49">15147 13828 26719 0,'3'-13'1184'0,"-3"13"240"0,0 0-1136 0,0 0-288 0,0 0 0 0,0 0 0 15,0 0 2928-15,0 0 528 0,0 0 96 0,3 14 32 16,0 2-1904-16,-1 1-368 0,0 5-80 0,-1 1-16 15,-1 0-272-15,0 1-64 0,0 1-16 0,0 2 0 0,-1 1-320 0,1 3-64 16,-2 0-16-16,1-1 0 0,0 2-224 0,-1-4-48 16,1-2-16-16,0-1 0 0,-1-1-176 0,2-3 0 15,0-3 0-15,0-3 128 0,2 0-128 0,0-4 0 16,-2-11-160-16,3 11 160 16,-3-11-1568-16,3 10-224 0,-3 1-32 15,0-11-16-15,-2 9-1424 0,2-9-304 0,0 0-48 0</inkml:trace>
  <inkml:trace contextRef="#ctx0" brushRef="#br0" timeOffset="17006.33">14986 14160 11967 0,'0'0'1072'0,"-2"-9"-864"15,-2 3-208-15,4 6 0 0,-3-7 5056 0,3 7 960 16,0 0 192-16,0 0 32 0,0 0-3856 0,11-5-768 16,-1 0-144-16,2 1-48 0,-1 4-336 0,2 0-64 15,2 1 0-15,2-1-16 0,1-1-432 0,3-1-64 16,1 1-32-16,1 0 0 0,2-2-160 0,1-1-48 15,-1-2 0-15,1 1 0 0,0-1-128 0,0 0-16 16,0-3-128-16,0 1 192 0,-1 0-192 0,-1 2 176 16,-2-1-176-16,-1-1 160 0,0-1-160 0,-3 1-144 0,-2 2 144 0,-2-3-208 31,-2 0-176-31,-3 1-48 0,-9 8 0 0,0 0 0 0,0 0 96 0,0 0 16 0,0 0 0 0,0 0 0 16,-6-4 320-16,6 4 0 0,-11-3 0 15,-1 6 0-15,0 3 272 0,-1 1 128 0,-1 5 32 0,-2 3 0 16,-1 3-112-16,0 3 0 0,2 0-16 0,2 3 0 15,1-1-80-15,3 1-16 0,1-2 0 0,3-1 0 16,1-1-208-16,3-1 144 0,1-4-144 0,3 0 128 16,4-2-128-16,2-2 0 0,2 0 0 0,3-3-176 15,2-2-928-15,3-1-192 0,3-2-48 16,4 0 0-16,3-1-960 0,0-3-208 0,-1-4-48 0,2-2 0 16,2-1-304-1,-2-2-64-15,-3-4-16 0,-1-3 0 0,0-3 1200 0,-1 2 224 16,-2-4 48-16,-2 2 16 0,-1-1-160 0,-2 4-48 0,-4-1 0 0,-1 4 0 0,-3-2 2560 0,-3 0 496 15,-1 1 96-15,-4-1 32 0,-2 3 1312 0,-1 1 272 16,-2 3 48-16,1 3 16 0,2 6-928 0,-7-5-176 16,7 5-32-16,-12 0-16 0,2 1-496 15,-2 3-112-15,-1 2 0 0,0 2-16 0,0-1-256 0,0 2-48 16,-1 1-16-16,-1 2 0 0,2 1-368 0,2 1-80 16,-1-1-16-16,2 3 0 0,0 1-272 0,4-1-48 15,1-1-16-15,2 1 0 0,0-6-272 0,3-10 160 16,2 11-160-16,2-2 128 0,-4-9-128 0,7 9 192 0,-7-9-192 0,12 6 192 15,-1-2-192-15,-11-4 0 0,11 0 0 0,1-1 0 16,-1-2 0-16,-1 1-176 0,0-3 176 16,1-1-192-16,-1 0-80 0,2-3-32 0,0-2 0 0,-2 0 0 15,-1-2-48-15,-1 0-16 0,0 1 0 0,0-1 0 16,0-2 192-16,-2 2 48 0,-1 4 0 0,1-2 0 16,-3 0-16-16,-3 11 0 0,0 0 0 0,0 0 0 15,0 0 144-15,0 0 0 0,0 0 0 0,0 0 0 16,0 0 144-16,0 0 16 0,0 12 0 0,0 1 0 15,0 1-32-15,3 2 0 0,0 1 0 0,-1-2 0 16,1 4-128-16,1-4 0 0,0 0 0 0,2 0-176 0,2-2 176 0,1 2 0 16,0-4 0-16,2 1 0 0,-1 0 0 15,1-2-192-15,-1-3 32 0,0-1 0 16,0 1-2176-16,0-2-432 0,0-1-96 16,-10-4-13984-16</inkml:trace>
  <inkml:trace contextRef="#ctx0" brushRef="#br0" timeOffset="17543.65">16150 14073 15663 0,'-1'-9'1392'0,"1"9"-1120"0,0 0-272 16,0 0 0-16,0 0 4128 0,0 0 768 15,0 0 160-15,0 0 16 0,0 0-2416 0,0 13-480 0,0-1-112 0,0 3-16 16,-1 3-368-16,1 1-80 0,1 2 0 0,0-1-16 16,-1 0-512-16,2 1-112 15,-1 1 0-15,2 0-16 0,1-2-336 0,-1-3-64 0,3-2-16 0,0-2 0 16,1-4-288-16,-1-1-64 0,-6-8-16 0,0 0 0 15,11 7-32-15,-11-7-128 0,0 0 192 0,10 2-64 16,-10-2 0-16,11-1 0 0,-11 1 0 0,11-8 0 16,-2-2 0-16,-1-1 0 0,0 0 0 0,0-4 0 15,-2 0-128-15,2 0 0 0,0-3-192 0,0 0 192 16,-2-7-192-16,2 3 192 0,1 2-160 16,-1-2 160-16,-3-1-192 0,2 3 48 0,-1 3 16 0,1 4 0 0,-3 3 128 15,-2 1-192-15,-2 9 192 0,0 0-192 16,0 0 192-16,0 0 0 0,0 0-144 0,0 0 144 15,0 0 0-15,8 13 0 0,-3 1 0 0,1 2 0 16,-1-1 0-16,0 2 0 0,-1 0 176 0,1-1-176 16,2 1 160-16,1-4-160 0,1 1 160 0,0-2-160 0,0-2 128 15,0-3-128-15,-1-1 0 0,1 0 144 0,-9-6-144 0,13 4 128 16,-1-3-128-16,0-2 128 0,-2-2-128 0,0-1 0 16,0-3 0-16,-1 1 128 0,0-1-128 0,1 0 0 15,1-3 0-15,-1-1 0 0,0-4 0 0,1 1 0 16,-2-2 0-16,1 1 0 0,1-1-192 0,-1-1-64 15,-1 0 0-15,-1 3-16 0,-2 2 112 0,-1 3 32 16,-1 3 0-16,-4 6 0 0,0 0 128 0,0 0-192 16,0 0 192-16,0 0-192 0,0 0 192 0,0 0 0 15,5 10 0-15,1 4 0 0,1-2 0 0,1 1 0 16,1-1 0-16,-1-2 0 0,2 1 0 0,3 2 0 16,1 2 0-16,7 6 0 15,0-3-416-15,0-2-48 0,0-4-16 0,1 1 0 16,2-4-2416-16,-8-1-496 0,3 2-80 0</inkml:trace>
  <inkml:trace contextRef="#ctx0" brushRef="#br0" timeOffset="17840.62">17574 14005 27647 0,'4'-14'2448'0,"-4"14"-1952"0,0 0-496 0,0 0 0 15,0 0 1824-15,0 0 272 0,0 0 48 0,0 14 16 16,-1 3-896-16,-2 1-176 0,-1-1-48 0,0 5 0 16,-1 7 384-16,0 2 80 0,0 3 16 0,-1-1 0 15,1-3-496-15,1 2-112 0,2 2-16 0,0-2 0 16,1-1-240-16,0-1-48 0,-1 0-16 0,2-5 0 0,0-2-368 16,2-2-80-16,-1-1-16 0,0-2 0 0,-1-1-128 0,2-3 0 15,-1-3 0-15,-1-11 128 0,0 0-128 0,0 0-176 16,3 10 48-16,-3-10 0 15,0 0-1472-15,0 0-304 0,0 0-48 0,0 0-16 16,0 0-992-16,0 0-208 0,2-13-32 0,1-4-12720 0</inkml:trace>
  <inkml:trace contextRef="#ctx0" brushRef="#br0" timeOffset="18086.24">17556 14124 8287 0,'2'-17'368'0,"1"5"80"0,1-1-448 0,0 1 0 15,1-2 0-15,0 0 0 0,1-5 5216 0,1 6 960 0,4 3 192 0,-1 3 32 16,2 2-3488-16,1 1-704 0,3-1-144 0,1 2-16 15,1 1-960-15,-1-1-192 0,-2 2-48 0,1 4 0 16,0 0-592-16,-2 1-112 0,-1 2-16 0,0 0-128 16,-1 1 256-16,-2 3-64 0,-2 3-16 0,0-1 0 15,0-2 16-15,-3 3 0 0,-2 7 0 0,-3-3 0 16,-4 0-64-16,-2 2 0 0,0 1 0 0,-2 1 0 16,-1-2 112-16,-1-2 16 0,-1-1 0 15,1-1 0-15,-1 1 0 0,1-3 0 0,-1-2 0 16,2-4 0-16,0 1-64 0,1-3 0 0,8-5 0 0,-9 4 0 15,9-4-384-15,-10 0-96 0,-1 0-16 0,11 0 0 16,0 0-2384-16,-7-6-464 16,1-3-112-16,5 0 0 0</inkml:trace>
  <inkml:trace contextRef="#ctx0" brushRef="#br0" timeOffset="18317.63">17985 13876 23039 0,'9'-20'1024'0,"-4"10"192"0,0 2-960 0,2-1-256 0,1 5 0 0,-8 4 0 0,11-4 3712 0,-1 4 704 15,-10 0 144-15,0 0 32 0,10 6-2560 0,-2 3-512 16,-8-9-112-16,6 18 0 0,0 3-576 0,-4 1-96 16,-2 0-32-16,0 0 0 0,-2 0 112 0,0 2 16 15,0 2 0-15,-1 1 0 0,0 1-320 0,-1-1-64 0,1-2-16 0,0 1 0 16,0-1-176-16,1-2-48 0,-1-1 0 0,2-2 0 16,0-6-208-16,1 2 176 0,0-6-176 15,2 2 160-15,2-2-160 0,0 1 0 0,0-2 0 0,2-2 0 31,-6-7-1536-31,11 5-176 0,-2-3-32 0,1 1-16 16,1 1-1856-16,1-7-368 0,1-1-80 0</inkml:trace>
  <inkml:trace contextRef="#ctx0" brushRef="#br0" timeOffset="18733.74">18442 14025 18431 0,'0'0'1632'0,"-1"-13"-1312"0,0-2-320 0,-2 6 0 15,3 9 3536-15,0 0 640 0,-10-4 128 0,-2 4 32 16,-1 4-2256-16,-1 1-448 0,-5 3-96 0,1 3 0 15,0-1-160-15,1 2-32 0,0 0 0 0,3 1 0 16,1 5-528-16,-2-1-112 0,0 0-32 0,3 0 0 16,3 2-272-16,2 1-48 0,2-1-16 0,2-6 0 0,2-2-176 0,1-11-32 15,0 13-128-15,3-4 192 0,-3-9-64 0,8 9-128 16,-1-2 176-16,2-3-176 16,-9-4 128-16,15 2-128 0,-2-2 0 0,1-2 0 0,1-2 0 0,0-2-224 15,1 0 32-15,2-1 16 16,2-4-384-16,-2-1-80 15,-1-4 0-15,-2 2-16 0,0 1-384 0,-1 0-80 0,-2 0-16 16,0 0 0-16,-2 2 352 0,-2 0 64 0,-2-1 16 0,-2 5 0 0,-4 7 464 0,0 0 112 16,0 0 128-16,0 0-208 0,0 0 208 0,0 0 256 15,0 0-48-15,0 0-16 0,0 0 128 0,0 0 0 16,2 11 16-16,-1-1 0 0,-1 2-48 0,0 0-16 16,1 1 0-16,1 0 0 0,-4 0-144 0,4 0-128 0,0 0 192 15,2-1-192-15,-4-12 160 0,4 11-160 0,1 2 128 16,0-4-128-16,2-1 208 0,-7-8-32 15,9 8-16-15,-1-1 0 0,-8-7-160 0,9 5 0 16,-9-5-160-16,12 4 160 16,-12-4-576-16,11 4-32 0,-11-4 0 0,11 0 0 15,-11 0-2032-15,0 0-416 0,10-6-80 0,-10 6 0 0</inkml:trace>
  <inkml:trace contextRef="#ctx0" brushRef="#br0" timeOffset="19413.87">18697 14077 12895 0,'0'0'576'0,"0"0"112"0,0 0-560 0,0 0-128 0,6-9 0 0,-1 2 0 16,-5 7 3856-16,0 0 752 0,0 0 128 0,0 0 48 15,0 0-2032-15,0 0-416 0,8 11-80 0,-8-11-16 0,5 13-448 0,-1 2-112 16,-2-2-16-16,-1 4 0 0,-1-1-192 0,0 0-64 16,-1 2 0-16,1-3 0 0,0 0-464 0,0-1-112 15,1-1 0-15,0 0-16 0,-1-2-400 0,0-11-80 16,2 11-16-16,-2-11 0 0,0 0-112 0,0 0-16 15,0 0-16-15,0 0 0 0,0 0-48 0,0 0 0 16,0 0 0-16,0 0 0 0,0 0-128 0,0 0 192 16,7-10-192-16,0 2 192 0,-2-1-192 0,2 0 0 15,-1-4 0-15,2-2 0 0,-2 1 0 0,2 0 0 16,0-1-192-16,3 1 192 0,-1 0-304 0,0-1 64 16,1 0 16-16,-1-1 0 0,-2 2-32 0,1 1 0 0,0 0 0 0,-1 5 0 15,-1 3 96-15,-7 5 16 0,0 0 0 0,0 0 0 16,0 0 144-16,0 0-208 0,0 0 80 0,0 0 128 15,0 13 0-15,0 1 0 0,-2 2 0 0,1-2 0 16,-3 0 0-16,2 3 0 0,-1 3 0 0,2-2 0 16,1-1 0-16,1-1 0 0,2-5 0 0,-1 1 128 15,2-1-128-15,3-2 0 16,0-1 0-16,4-1 128 0,-1-3-128 0,3 0 0 0,2-1 144 0,-1-1-144 16,-1-2 0-16,3-1 0 0,-1 0 0 15,1-4 0-15,0-1 0 0,-1 0 0 0,1-2 0 0,0-2 0 16,-2-3-272-16,0-4 16 0,3-2 16 0,-1 0 0 15,-2-1-336 1,2-1-64-16,-1-3 0 0,2 0-16 16,0 3-304-16,2-1-64 0,-1-4-16 0,1-3 0 0,1 1-16 15,-2-2 0-15,-2-2 0 0,-2 2 0 0,-1 1 672 0,-4 4 128 0,-2 0 16 0,-2 7 16 16,-1 2 416-16,-3 4 96 0,-1 12 16 0,0 0 0 0,0 0 432 16,0 0 96-16,0 0 0 0,0 0 16 0,0 0-144 15,0 0-48-15,-5 15 0 0,0-2 0 0,0 2-144 0,-1 6-48 16,1-1 0-16,1 3 0 0,0 2 128 0,-1 1 32 15,1 0 0-15,0 0 0 0,0-1-128 0,1 0-32 16,-1-2 0-16,1 1 0 0,0-2-208 0,2 0-32 16,0-1-16-16,1 2 0 0,2 2-208 0,1-4 0 15,0-3 128-15,-1-2-128 0,1-4 0 0,-1-1 0 16,-2-11 0-16,3 9 0 16,-3-9-928-16,3 11-176 0,-3-11-48 0,0 0 0 15,0 0-1216-15,0 0-240 0,0 0-48 0,0 0-16 16,0 0-688-16,0 0-144 0,0 0-16 0</inkml:trace>
  <inkml:trace contextRef="#ctx0" brushRef="#br0" timeOffset="19613.21">19120 14070 13823 0,'0'0'1216'0,"-6"-9"-960"0,6 9-256 0,-5-9 0 16,1 0 3392-16,4 9 640 0,0-8 128 0,0 8 32 16,0 0-1472-16,9-5-288 0,1-2-64 0,2 5-16 15,2-2-656-15,2 3-128 0,0 1-32 0,2 2 0 16,1 1-848-16,4-1-176 0,0 0-48 0,2 0 0 15,-2 2-160-15,1-1-48 0,-1-6 0 0,1 2 0 16,-1-2-112-16,-1 1-16 0,-1-2-128 0,-1 0 192 16,-2-1-1040-16,-2 1-224 0,-2 2-32 0,0-1-16 15,-1-5-1616-15,0-1-320 16,-1-3-64-16,0-1-12352 0</inkml:trace>
  <inkml:trace contextRef="#ctx0" brushRef="#br0" timeOffset="19924.06">19567 13490 5519 0,'0'0'496'0,"-1"-9"-496"16,-1-1 0-16,2 2 0 0,0 8 4880 0,0 0 880 16,0 0 192-16,0 0 16 0,0 0-3248 0,11 8-656 15,1 5-128-15,1-2-16 0,1 2-656 0,1 6-128 16,0-2-32-16,2 2 0 0,2-1-336 0,1 7-64 16,4 5 0-16,1-2-16 0,-1 2 384 0,3 1 80 15,-1 3 0-15,-2-2 16 0,-1 2-160 0,-3 3-48 0,0 1 0 0,-2-1 0 16,-1 0-560-16,-2 1-112 0,-4 1-32 15,-2 1 0-15,-2 2-256 0,-3-2 0 0,-5-2 0 16,-2-3 0-16,-1-2 128 0,-1-2-128 0,-2-2 0 0,-1-4 0 16,-1-3 208-16,0 0-64 0,0-1-16 0,-1-2 0 15,-1-4 144-15,-1-2 32 0,1-2 0 0,-2 0 0 16,0-1-64-16,-2-3-16 0,0-2 0 0,0-1 0 16,4 3-96-16,-1-2-128 0,-1-3 176 0,1 1-176 15,2-2 0-15,10-1 0 0,-11 3 0 0,2-1-144 31,0 1-1920-31,9-3-384 0,-9 13-80 0</inkml:trace>
  <inkml:trace contextRef="#ctx0" brushRef="#br0" timeOffset="80140.18">7064 12688 43999 0,'0'0'1952'0,"-8"4"400"0,8-4-1888 0,0 0-464 0,-7 0 0 0,7 0 0 0,0 0 704 0,0 0 64 16,0 0 0-16,0 0 0 0,0 0 192 0,13 3 64 15,0-1 0-15,3 0 0 0,0-2-688 0,2 0-128 16,3-2-16-16,1 1-16 0,1 0-176 0,2 1 0 16,-1-4 0-16,2 1 0 0,-2-1-320 0,0 3-32 15,2-1-16-15,-1 0 0 16,-4 1-1680-16,2 0-320 0,2 1-80 0,-3 0-16 16,-4 2-1504-16,-2 0-288 0,1-2-64 0,-17 0-16 15</inkml:trace>
  <inkml:trace contextRef="#ctx0" brushRef="#br0" timeOffset="80326.36">7137 12789 25791 0,'-11'4'2304'0,"1"-2"-1856"15,-1 2-448-15,2-1 0 0,9-3 3696 0,-8 2 640 16,8-2 128-16,0 0 16 0,0 0-2688 0,0 0-560 16,0 0-96-16,0 0-32 0,0 0-192 0,11 11-32 15,0-2-16-15,4-3 0 0,-1 0-704 0,3-4-160 0,3-2 0 0,2 0 0 31,0 0-384-31,4-2-64 0,1-1 0 0,2-1-16 16,4-4-1776-16,2 2-336 0,3-1-80 0,1-2-15712 0</inkml:trace>
  <inkml:trace contextRef="#ctx0" brushRef="#br0" timeOffset="80613.58">7704 12674 28559 0,'0'0'2544'0,"-8"4"-2032"0,8-4-512 0,0 0 0 15,0 0 3232-15,0 0 544 0,0 0 128 0,0 0 0 0,-3 10-2336 0,3-10-480 16,0 0-80-16,8 11-32 0,2-2-272 0,-10-9-48 16,8 5-16-16,3 0 0 0,0 1-480 0,3-3-160 15,0 3 0-15,0-1 0 0,2 1 0 0,-1-2 0 16,0 3 0-16,-1-1 0 0,-2 1 0 0,1-1-224 16,-1-3 64-16,-3 1 16 0,0 1 144 0,-9-5 0 15,0 0 0-15,6 8-128 0,-6-8 128 0,4 10 128 16,-5-2-128-16,0 0 176 0,-2 0 128 0,-2 0 16 15,-2 0 16-15,0-1 0 0,-1 2 64 0,-3-2 16 16,2 1 0-16,-1-2 0 0,-1 1-416 0,1-1 0 16,1 1 0-16,0-1 0 15,0 1-2272-15,1-2-544 0</inkml:trace>
  <inkml:trace contextRef="#ctx0" brushRef="#br0" timeOffset="81561.85">8569 12536 20271 0,'0'0'1792'0,"0"0"-1424"0,2-11-368 0,-4 2 0 15,-3 0 3536-15,3 3 640 0,0-1 128 0,2 7 32 16,0 0-1904-16,0 0-384 0,0 0-80 0,0 0-16 16,0 0-560-16,0 0-112 0,0 0-32 0,7 12 0 0,1 0-464 0,-1 2-80 15,0 3-32-15,-2-1 0 0,-2 0-128 0,-1 3-32 16,1-1 0-16,-2-1 0 0,-1 0-160 0,0-4-32 16,-1 0-16-16,2 0 0 0,2-1-176 0,-3-2-128 15,0-10 192-15,0 0-192 0,0 0 144 0,0 0-144 16,0 0 0-16,0 0 144 0,0 0-144 0,0 0 0 15,0 0 0-15,0 0-176 0,0 0-32 0,0 0-16 16,0 0 0-16,5-8 0 0,0-1 32 0,2-3 0 16,-1-3 0-16,2-2 0 0,0-5-96 0,1-2-16 15,0-1 0-15,0-1 0 16,2-1-96-16,-2-2-32 0,1 1 0 0,2-1 0 0,0 0 80 0,0 2 16 16,-2 2 0-16,2 4 0 0,-2 3 336 0,-5 9 0 15,2 1-144-15,-2 2 144 0,-5 6 0 0,0 0 224 16,0 0-32-16,9 2-16 0,0 2 304 0,-1 4 64 15,-1 2 16-15,0 3 0 0,1 4-32 0,-1 2 0 16,1 0 0-16,-1 3 0 0,3 3-224 0,-4 6-48 0,2 2-16 16,0 3 0-16,0 2-16 0,-1 3 0 0,0 2 0 0,-1 0 0 15,0 0-96-15,-1-2 0 0,-1 0-128 16,0-3 192-16,0-3-192 0,-2-3 128 0,1-2-128 0,-2-3 0 0,-1-3 0 16,0-2 0-16,-1-1-128 0,1-2 128 15,-1-5-1008-15,1-1-80 16,-2-3-32-16,4 0 0 0,0-4-1616 0,-2-6-320 0,0 0-64 0,0 0-15952 15</inkml:trace>
  <inkml:trace contextRef="#ctx0" brushRef="#br0" timeOffset="81862.84">9203 12797 24879 0,'0'0'2208'0,"0"0"-1760"15,-3 7-448-15,1-3 0 0,-1 3 3664 0,2 2 656 16,1 1 128-16,0 3 32 0,0-2-2224 0,0 3-432 16,1 2-96-16,-1 1 0 0,-1 1-416 0,0 3-80 15,-1 0-16-15,2 0 0 0,-1-1-688 0,1-1-144 16,0-1-16-16,0 0-16 0,0 0-352 0,1-3 144 15,-1-1-144-15,2 1 0 0,-2-5 0 0,0 2-272 16,0-5 16-16,0 0 16 16,0-7-1136-16,0 0-224 0,0 0-64 0,0 0 0 15,0 0-1120-15,0 0-224 0,0 0-64 0,0 0-8752 0,0 0-1744 16</inkml:trace>
  <inkml:trace contextRef="#ctx0" brushRef="#br0" timeOffset="82298.83">9039 13034 33695 0,'0'0'1488'0,"0"0"304"0,0 0-1424 0,0 0-368 0,0 0 0 0,0 0 0 0,0 0 1008 0,5 6 128 16,-5-6 16-16,6 7 16 0,-6-7 432 0,10 5 64 15,0-1 32-15,0-1 0 0,1-2-928 0,2-1-192 16,0-3-48-16,1 2 0 0,-1-6-160 0,0 2-48 16,0 0 0-16,0 0 0 0,0-2-64 0,-1 1 0 15,-1-1-16-15,0 1 0 0,1-1-112 0,0 2 0 16,0 0-128-16,-1 1 192 0,1 1-192 0,-3 2 144 15,0 1-144-15,-1 3 128 0,-8-3 176 0,8 6 16 16,-2 2 16-16,1 2 0 0,-3 2 224 0,0 1 32 16,0-1 16-16,0 2 0 0,-2 1-96 0,1-1-32 15,-2 0 0-15,2-1 0 0,-2-1-256 0,2-3-48 16,-1-1-16-16,-2-8 0 0,0 0-160 0,0 0 0 16,0 0 0-16,0 0 0 0,0 0 0 0,0 0-176 15,0 0 48-15,0 0 0 0,8-4-80 0,0-2-16 16,-2-1 0-16,1-3 0 0,-1-1-32 0,1-1-16 0,-1 2 0 0,0-4 0 15,0-1 32-15,1 2 16 16,-1 0 0-16,1 2 0 0,-1-1 224 0,2 3-176 16,-1 1 176-16,-2 3-160 0,-5 5 160 0,0 0 0 15,8-2 0-15,-8 2 0 0,6 6 208 0,1 1 32 0,-1 2 0 16,1 2 0-16,-2-1-48 0,0 1 0 0,2 0 0 0,-1-1 0 16,-1 0-192-16,2 0-128 0,-1-3 128 0,2 1-208 31,1-2-1888-31,2 0-368 0,2-3-80 0,-1 0-11360 0,-1 0-2288 0</inkml:trace>
  <inkml:trace contextRef="#ctx0" brushRef="#br0" timeOffset="82566.66">9764 12495 46767 0,'0'0'2064'0,"0"0"432"0,0 0-1984 0,0 0-512 16,0 0 0-16,0 0 0 0,0 0 640 0,0 0 48 16,0 0 0-16,0 0 0 0,11 2 288 0,1 0 64 15,-2-2 16-15,1 2 0 0,1 0-704 0,-2 1-144 16,2-3-16-16,1 1-16 0,-1 0-176 0,1 1 0 16,1 0 0-16,-1 1 0 0,-1 0-176 0,-1-1-64 15,0 1-16-15,-2-2 0 16,1 0-1040-16,0 2-224 0,-3 0-32 0,-7-3-16 15,0 0-1312-15,8 2-256 0,-8-2-48 0,0 0-14544 0</inkml:trace>
  <inkml:trace contextRef="#ctx0" brushRef="#br0" timeOffset="82758.79">9700 12658 37151 0,'0'0'1648'0,"-6"3"336"0,6-3-1600 0,0 0-384 0,0 0 0 16,0 0 0-16,0 0 1248 0,0 0 160 0,0 0 48 0,0 0 0 15,8 7 48-15,1-4 16 0,-9-3 0 0,12 4 0 16,0 0-816-16,2-1-176 0,1-1-16 0,1 0-16 0,1-2-368 0,0-2-128 16,3 0 0-16,-1-1 0 15,2-1-448-15,2 0-176 16,-4 1-32-16,5 0-13680 0,-1-4-2752 0</inkml:trace>
  <inkml:trace contextRef="#ctx0" brushRef="#br0" timeOffset="84414.22">10512 12112 33407 0,'0'0'1472'0,"-3"-10"320"0,1-3-1440 0,0 2-352 0,-2 2 0 0,4 9 0 0,0-8 1520 0,0 8 224 16,0 0 48-16,0 0 16 0,0 0 176 0,0 0 16 15,0 0 16-15,0 0 0 0,6 13-1040 0,0 3-208 16,1 4-32-16,2 0-16 0,0 4-176 0,3 3-32 16,-1 3-16-16,0 1 0 0,2 1-80 0,1-2-16 15,-1-2 0-15,0 0 0 0,-1-5-208 0,0-4-32 16,-3 0-16-16,1-5 0 0,-1-2-144 0,1-3 0 15,-3-1 144-15,0-1-144 0,-7-7 128 0,0 0-128 16,10 2 128-16,-10-2-128 0,0 0 0 0,0 0 0 16,0 0 0-16,0 0 128 0,9-4-128 0,-9 4 0 15,7-9 0-15,-2-1 0 0,-2-1 0 0,-1 0 0 16,0-1 0-16,-2-1 128 0,-2-3-128 0,2 1 0 16,2-2 0-16,-1-3 0 0,-1-2 0 0,3-2 0 15,-1 2 0-15,2-1 0 0,-3 3 0 0,2-1-160 0,0 6 160 16,-1 0 0-16,-2 15 0 0,4-9-128 0,-4 9 128 0,0 0 0 15,4-9 0-15,-4 9 0 0,0 0 0 0,0 0 0 16,0 0 0-16,0 0 0 0,12 5 0 0,-2 4 0 16,1 3 0-16,-1 4 0 0,-1 0 0 0,2 3 0 15,-2 2 0-15,1 0 128 0,1 2-128 0,-1-3 0 16,1-2 0-16,-1-2 0 0,-1-1 0 0,0-2 0 0,2-1 0 16,-2-3 128-16,-9-9-128 0,6 5 0 0,-6-5 0 15,7 6 0-15,-7-6 0 0,0 0 0 0,9 2 0 16,-9-2 0-16,6-2 0 0,2-1 0 0,-1-2 0 15,-2 0 0-15,-1-3 0 0,-1 1 0 0,0-3 0 0,1-2 0 16,-1-2 0 0,0-1 0-16,-1 0 0 0,-1-2 0 0,1-3 0 0,-1 1 0 0,-1-2 0 0,0 0 0 15,-1 0 0-15,1 0 0 0,0 2-192 0,0-1 0 16,-2 2 16-16,1 2 0 16,-1 1-656-16,-1 0-144 0,0 6-32 0,-1-1 0 15,1 2-1168-15,-1 3-224 0,-2-2-48 0,6 7-17184 0</inkml:trace>
  <inkml:trace contextRef="#ctx0" brushRef="#br0" timeOffset="84744.77">10280 12057 26719 0,'0'0'2368'0,"0"0"-1888"0,0 0-480 0,0 0 0 16,0 0 2864-16,0 0 464 0,0 0 112 0,0 0 16 15,0 0-1968-15,0 0-384 0,13-5-80 0,0 3 0 0,-3-1 160 0,5 2 32 16,-1-1 16-16,3 0 0 0,3 2-752 0,-7 0-160 15,1 0-16-15,3 0-16 0,0 0-160 0,4 0-128 16,-2-3 192-16,3 3-192 0,-2-2 0 0,2 2 0 16,3-2 0-16,10 0 0 15,-4-1-1536-15,-1 2-256 0,0-3-48 0,-1 2-16 16,0 1-1984-16,-3-1-416 16</inkml:trace>
  <inkml:trace contextRef="#ctx0" brushRef="#br0" timeOffset="84987.44">10926 11978 39215 0,'0'0'1728'0,"0"0"384"0,0 0-1696 0,0 0-416 16,0 0 0-16,10 0 0 0,1-1 896 0,2-1 80 0,-1 2 32 0,2-1 0 15,2-2 16-15,-2 2 0 0,2 0 0 16,1-1 0-16,0 1-736 0,-1 0-144 0,-1-2-16 0,1 3-128 16,0-4 0-16,-2 3-256 0,0 0 32 0,1 1 0 15,0 0-2544-15,-2 0-512 16,-2-3-112-16</inkml:trace>
  <inkml:trace contextRef="#ctx0" brushRef="#br0" timeOffset="85366.23">10842 11644 11967 0,'0'0'528'0,"0"0"112"0,0 0-512 0,0 0-128 15,0 0 0-15,-9 1 0 0,-1-1 5920 0,10 0 1152 16,-7 6 224-16,7-6 64 0,-8 6-4512 0,1 5-896 15,-1-4-176-15,3 3-48 0,0-1-640 0,1 1-144 16,0 3-32-16,2-2 0 0,0-1-336 0,1 0-80 16,0 2-16-16,1-12 0 0,4 9-208 0,-4-9-32 15,4 11-16-15,-4-11 0 0,0 0-224 0,11 7 0 16,0 0 0-16,-11-7 0 0,11 3 0 0,0-3 0 16,1 0 0-16,-2-4 0 0,0-2-288 0,1 0 48 15,-1-2 16-15,-2 2 0 0,-1-3-16 0,-1 1 0 16,-1 0 0-16,1 0 0 0,-6 8 96 0,2-9 16 0,-2 9 0 15,0-7 0-15,0 1-80 0,0 6-16 0,0 0 0 16,0 0 0 0,-5-9-224-16,5 9-32 0,-10-5-16 0,10 5 0 15,-11-3-1120-15,1 3-240 0,1 1-32 0,9-1-16 0,0 0-1744 16,-11 5-336-16</inkml:trace>
  <inkml:trace contextRef="#ctx0" brushRef="#br0" timeOffset="86036.46">11251 12166 25791 0,'0'0'2304'0,"0"0"-1856"16,0 0-448-16,0 0 0 0,0 0 3392 0,0 0 576 15,-4 3 112-15,4-3 16 0,-2 7-1696 0,-1 1-352 16,0 2-64-16,2-1 0 0,2 2-768 0,2 2-160 16,-2 1-32-16,2 1 0 0,1 0-448 0,-3 1-112 15,2-2-16-15,-1-1 0 0,1-4-176 0,0 2-32 16,-2-2-16-16,1-1 0 0,-2-8-96 0,4 8-128 16,-4-8 176-16,0 0-176 0,0 0 160 0,0 0-160 15,0 0 128-15,0 0-128 0,0 0 0 0,8 0 0 16,-8 0 0-16,8-3 0 0,-2-2 0 0,1 1 0 0,0-3 0 0,-1-2 0 15,1 1-256-15,-1-2 80 0,-1-3 16 0,2 0 0 16,-1 0-64-16,0-4-16 0,-1 1 0 0,0 2 0 16,0 0 32-16,0 0 0 0,-1 5 0 0,-1 3 0 15,-3 6 208-15,0 0-176 0,0 0 176 16,0 0-160-16,0 0 160 0,0 0 0 0,4 8 160 0,0 2-160 16,0 2 288-16,0 2-32 0,-2 0-16 0,2 2 0 15,0 0-64-15,1-2-16 0,0 2 0 0,2-3 0 0,-1-3-160 16,1 1 0-16,1-2 0 15,1 0 0-15,0-4 0 0,0-2 0 0,-1-1 0 0,0 0 0 0,1-2-240 16,0 0 80-16,0-2 16 0,-1 0 0 0,0-2-96 16,0-1-16-16,-2-2 0 0,-1 1 0 0,1-2 32 15,-1 0 0-15,-1-1 0 0,0-2 0 0,-2 0-32 0,1 0-16 16,-2 1 0-16,0-3 0 0,-1 1 80 0,0 2 32 16,0-1 0-16,-1 2 0 0,0 1 160 0,-2 2 0 15,1 0 0-15,2 6-128 0,0 0 128 0,-6-2 0 16,0 2 0-16,6 0 0 0,-7 4 0 0,2 1 128 15,0 2 0-15,0 4 0 0,1-3-128 0,0 4 0 16,1 0 0-16,2 1 0 0,1 0 0 0,1 0 0 16,2 0 0-16,0 0 0 0,2-2 0 0,1 0 0 15,3-1 0-15,2-1-128 16,2-2-288-16,1-2-48 0,2-1-16 0,0-1 0 16,-1-1-1184-16,2-2-224 0,5-4-48 0,0 2-16 15,-1-5-976-15,0 2-192 0,1-1-32 0,-2-4-7024 16,1 1-1408-16</inkml:trace>
  <inkml:trace contextRef="#ctx0" brushRef="#br0" timeOffset="86256.8">11881 12095 23775 0,'0'0'1056'0,"-3"-6"224"0,-1-3-1024 0,0 1-256 0,0 1 0 0,1-1 0 15,-1 3 2640-15,-3 1 496 16,-1 2 80-16,0 0 32 0,3 2-736 0,0 2-144 0,0 2-16 0,1-1-16 16,0 4-880-16,0 1-176 0,4 2-48 0,0-1 0 0,1 3-720 0,1 1-128 15,0-1-48-15,2 2 0 0,0 2-336 0,1 1 0 16,1 1 0-16,0 0 0 0,1 1 0 15,-2-1 0-15,0 0 0 0,0-1 0 0,0-3-144 0,1-1-48 16,-2-1-16-16,-1-1 0 16,0-2-1184-16,0 0-224 0,-3-9-48 0,4 6-16 15,-4-6-224-15,0 0-32 0,0 0-16 0,0 0 0 16,0 0-384-16,0 0-80 0,0 0-16 0,0 0-6656 16,0 0-1344-16</inkml:trace>
  <inkml:trace contextRef="#ctx0" brushRef="#br0" timeOffset="86437.27">11705 12222 27183 0,'0'0'1200'0,"0"0"256"0,0 0-1168 0,0 0-288 16,0 0 0-16,0 0 0 0,-4 0 2224 0,4 0 384 0,0 0 80 0,0 0 0 16,0 0-640-16,0 0-144 15,0 0-32-15,10 2 0 0,1 1-656 0,2 1-144 16,0-4-32-16,1 1 0 0,2-1-656 0,2 1-128 16,2 1-16-16,-1-2-16 0,-2 0-224 0,1 2 0 0,1-2 0 0,-1 2 0 15,-1-1 0-15,0 0 0 0,0 0-192 0,-2 2 192 31,1 0-1760-31,0 1-240 0,-1 0-48 0,1 1-10896 0,-2-1-2176 0</inkml:trace>
  <inkml:trace contextRef="#ctx0" brushRef="#br0" timeOffset="86817.41">10800 12660 47679 0,'-14'0'2112'0,"14"0"448"0,0 0-2048 0,0 0-512 16,0 0 0-16,0 0 0 0,9-2 304 0,1-2-48 15,1 2 0-15,3-1 0 0,4 1 592 0,3-1 112 16,6-1 32-16,7 2 0 0,3-1-432 0,5 0-96 15,5-1-16-15,3-1 0 0,3 1-64 0,1 0 0 16,1 0-16-16,4 2 0 0,1-5-160 0,4 1-16 0,3 1-16 16,0-1 0-16,-3 1-176 0,-2 0 0 15,-3 0 0-15,-4 0 128 0,-1-2-128 0,-1 3 0 0,-1-1 144 0,-4 1-144 16,-2 1 0-16,-6 1 0 16,-2 0 0-16,-3 1 128 0,-5 0-128 0,-4 1 0 15,-4 0 0-15,-2 0-128 0,-5 0-32 0,-1 0 0 16,-4 0 0-16,-2 0 0 15,-8 0-240-15,0 0-48 0,0 0-16 0,0 0 0 16,0 0-1648-16,0 0-336 0,0 0-64 0</inkml:trace>
  <inkml:trace contextRef="#ctx0" brushRef="#br0" timeOffset="88632.97">11341 13065 7359 0,'0'0'320'0,"0"-6"80"0,-1-2-400 0,-1 0 0 16,1-1 0-16,-1-2 0 0,-1 1 6096 0,0-3 1136 16,-2 1 240-16,1 0 32 0,0 2-4592 0,-1 1-928 15,0 1-176-15,1 2-32 0,-1 3-16 0,1-1 0 16,-3 4 0-16,2 4 0 0,-1-1-592 0,-2 3-112 0,1 2-32 0,-1 5 0 16,-1 0-336-16,0 4-80 0,-1 3-16 0,-1 3 0 15,3-2-160-15,1 5-48 0,-2 0 0 0,3 0 0 16,5-1 160-16,1 0 32 0,3-2 0 15,1 1 0-15,3-1-576 0,4-2-192 0,2-3 0 0,1-1 0 16,3-3 192-16,1-2 0 0,2-4-160 0,-2-3 160 16,0-1-192-16,2-4 48 0,0-4 0 0,-1 2 0 15,-1-5 0-15,-1 1 0 0,0-2 0 0,0-1 0 16,-1-2 144-16,-1 1-192 0,0-2 192 16,-2 2-192-16,-1-5 192 0,-2 2 0 0,-1-1 0 0,-2-2-128 15,-1 1 128-15,-1-5-208 0,-1 0 80 0,-2 0 128 16,-4 0-192-16,1-2 192 0,-2 1-192 0,-1 0 192 15,-1 0-304-15,-1 2 64 0,-2 0 16 0,-1 3 0 16,-2 0-208-16,1 3-32 0,1 2-16 16,-3 1 0-16,-1 1-320 0,-1 2-64 15,1 5-16-15,-2 3 0 0,2 0-656 0,-2 6-144 0,-1 3-32 16,2 5 0-16,2 2-2032 0,0 0-416 16</inkml:trace>
  <inkml:trace contextRef="#ctx0" brushRef="#br0" timeOffset="88884.82">11392 13190 17503 0,'0'0'1552'0,"0"0"-1232"16,0 0-320-16,0 0 0 0,0 0 5024 0,0 0 944 0,0 0 192 0,0 0 48 15,0 0-3296-15,0 0-656 0,0 0-128 0,4 9-16 16,0 1-576-16,1-3-128 0,0 4 0 0,0 1-16 15,1 1-832-15,0-2-176 0,-1 4-16 0,3-1-16 16,1 0-352-16,-1-1 128 0,1-1-128 0,0 0 0 16,-1-3-176-16,1 0-96 0,-1-1-32 0,1-2 0 15,0 1-1680-15,0-2-320 0,1 0-80 16,-1 1-16-16,-1-4-1504 0,-8-2-320 0,9 4-48 0</inkml:trace>
  <inkml:trace contextRef="#ctx0" brushRef="#br0" timeOffset="89082.59">11784 13219 27647 0,'0'0'2448'0,"0"0"-1952"0,-4 6-496 0,2 1 0 0,0 1 3072 0,2 0 528 16,-1 1 112-16,2 0 0 0,1 1-1712 0,-1 2-336 15,0-1-80-15,2-1-16 0,0 0-784 0,-1-1-144 16,0-1-48-16,-2-8 0 15,3 8-992-15,-3-8-208 0,10 5-32 0,0 1-16 16,-2-4-2592-16,0-1-512 0,-1-2-96 0</inkml:trace>
  <inkml:trace contextRef="#ctx0" brushRef="#br0" timeOffset="89243.94">11821 13129 17503 0,'0'0'1552'0,"-5"-3"-1232"0,-2 0-320 0,1 0 0 16,-1 0 3776-16,1 2 704 0,0 0 144 0,1 1 32 15,-1 1-2864-15,6-1-576 0,0 0-128 0,0 0 0 16,0 0-1088-16,0 0 0 0,1 8 0 0,3 0-11296 16,0-1-2160-16</inkml:trace>
  <inkml:trace contextRef="#ctx0" brushRef="#br0" timeOffset="89570.41">11934 13223 10127 0,'0'0'896'0,"0"0"-704"0,0 0-192 0,0 0 0 0,0 0 5520 0,0 0 1072 16,0 0 224-16,2 9 32 0,-1-1-3840 0,0 1-768 16,0 0-144-16,1 0-48 0,0 0-32 0,1 0-16 15,-2 1 0-15,2-3 0 0,-1 1-1072 0,-2-8-224 16,3 8-32-16,-3-8-16 0,3 7-320 0,-3-7-64 16,0 0-16-16,0 0 0 0,0 0-128 0,0 0-128 15,0 0 192-15,0 0-192 0,0 0 128 0,0 0-128 16,0 0 0-16,0 0 0 0,4-7 0 0,0-1 0 15,-1-1 0-15,0 0 0 0,1 0 0 0,1 1 0 16,2-4 0-16,-1 2 0 0,2-1 0 0,-1 1 0 16,-2 0 0-16,1 0 0 0,1 3 0 0,-2 1 0 0,-5 6 0 0,0 0 0 15,0 0 160-15,9 3 80 16,-1 0 16-16,0 3 0 0,-3 2 128 0,2 1 48 0,-2 2 0 0,0-2 0 16,0 2-224-16,2 1-32 0,-2 1-16 15,1 0 0-15,1-1-160 0,-1 0 0 16,0-2 0-16,-1-2 0 15,0-2-1088-15,-5-6-80 0,7 7-32 0,-7-7 0 16,7 3-2016-16,0-2-416 0,-7-1-80 0</inkml:trace>
  <inkml:trace contextRef="#ctx0" brushRef="#br0" timeOffset="90052.4">11408 12847 24879 0,'0'0'2208'0,"0"0"-1760"16,0 0-448-16,-7 0 0 0,2-3 3392 0,1 0 608 15,4 3 112-15,0 0 32 0,-5 0-1616 0,5 0-320 16,0 0-64-16,0 0-16 0,0 0-848 0,0 0-160 16,0 0-32-16,0 0-16 0,0 0-624 0,0 0-128 15,0 0-32-15,0 8 0 0,0-8-48 0,0 8-16 0,0-8 0 0,0 0 0 16,2 7-48-16,-2-7-16 0,4 8 0 0,-4-8 0 15,0 0-160-15,0 0 0 0,0 0 0 0,0 0 128 16,0 0-128-16,0 0 0 0,0 0 0 0,0 0 0 16,0 0 0-16,0 0 0 0,0 0-128 0,8-2 128 15,0-1-144-15,-8 3 144 0,4-5-192 0,-4 5 192 16,2-7-176-16,-2 7 176 0,0 0-160 0,0-5 160 0,-4 0-176 0,4 5 176 16,-3-4-192-1,-1 1 192-15,4 3-352 0,0 0 32 0,0 0 16 0,0 0-15120 16,0 0-3008-16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8-07T23:56:43.284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28235 4165 43599 0,'0'0'1920'0,"0"0"416"0,-3-7-1872 0,3 7-464 0,0 0 0 0,0 0 0 0,0 0 544 0,0 0 16 16,0 0 0-16,-1 8 0 0,-1 4 656 0,1 5 128 15,1 5 16-15,0 5 16 0,0 6-800 0,0 1-144 16,-1 1-48-16,-1-3 0 0,1 1-176 0,0-2-32 16,-2-1-16-16,3-4 0 0,0-2-16 0,-1-3 0 15,0-3 0-15,-1-1 0 0,2-7-144 0,0-1 128 16,0-9-128-16,0 0 128 0,0 0-128 0,0 0 0 15,0 0 0-15,0 0 0 0,0 0 0 0,6-6 0 16,0-4 0-16,2-3 0 0,1-3 0 0,1-1 0 0,2-5 0 0,1-2 0 16,2 0 0-16,0-5 0 15,3-2 0-15,2-2 0 0,1 2 0 0,1 1 0 0,0 4 0 0,-2 5 0 16,-2 2 0-16,-2 8-144 0,-1 4 144 0,-2 6 0 16,-2 6 0-16,-3 6 0 0,-2 4 0 15,-2 9 0-15,-1 4 0 0,-1 5 0 0,-2 2 0 0,-1 3 144 16,-3 0-144-16,0-2 160 0,0-1-160 0,2 1 160 15,-2-4-160-15,2 0 128 0,1-2-128 0,1-3 128 16,1-4-1488 0,2-3-304-16,4 0-64 0,0-6-16 0,2-2-2672 0,5-2-544 15</inkml:trace>
  <inkml:trace contextRef="#ctx0" brushRef="#br0" timeOffset="308.91">28764 4509 43775 0,'0'0'1936'0,"0"0"400"0,0 0-1872 0,0 0-464 0,0 0 0 0,0 0 0 0,0 0 960 0,0 0 80 16,0 0 32-16,0 0 0 0,0 0-160 0,12 0-16 15,-1-1-16-15,4-1 0 0,0 1-656 0,2 1-224 0,0-3 144 16,2 2-144-16,-1 1 0 0,0 1 0 16,-1 2 0-16,-1 0 0 0,-2-2 0 0,-2 1 0 15,-1-2 0-15,-3 4 0 0,-4 3 256 0,-4-7-16 16,0 0-16-16,-2 8 0 0,-2 0 368 0,-4 2 80 15,-3-2 16-15,1 2 0 0,-3-1-176 0,0 2-16 16,-1-1-16-16,-1 1 0 0,1-1-160 0,1 0-48 16,1 1 0-16,3-1 0 0,2-1-272 0,2-1 160 0,3 0-160 15,2 0 128-15,0-8-128 0,4 8 0 0,1-2 0 0,4-1 0 16,1-1-128-16,3 0-16 0,2 0 0 0,2-1 0 31,1-3-496-31,3-1-112 0,0-2-16 0,1-1 0 0,3 0-768 16,2-1-144-16,-1-2-48 0,1 0-13200 0,2-1-2656 0</inkml:trace>
  <inkml:trace contextRef="#ctx0" brushRef="#br0" timeOffset="608.39">29418 4239 4607 0,'0'0'400'0,"-5"1"-400"0,0-1 0 0,5 0 0 0,0 0 9776 0,0 0 1872 16,0 0 368-16,0 0 80 0,0 0-9152 0,8 5-1808 15,0 1-368-15,1-1-80 0,2 0 48 0,4 0 16 16,0 2 0-16,2-3 0 0,2 1-560 0,-1 0-192 16,-2 0 0-16,0 1 144 0,0-1-144 0,0 1 0 15,-1-2 0-15,1 1 0 0,-4 1 0 0,-2-1 0 16,-1 0 0-16,-2 0 0 0,-2 2 160 0,-1-1-160 16,-3 1 192-16,-1 1-192 0,0-8 336 0,-2 9-32 15,-4-3-16-15,0 2 0 0,-1 1 288 0,0 2 64 16,-3-1 16-16,0 2 0 0,0-4-656 0,-1 1 0 15,1-1 0-15,-2 3 0 16,2 0-768-16,0-2-192 0,3-3-48 16,0 1 0-16,7-7-1184 0,0 0-240 0,8 8-64 0,0-2-18816 0</inkml:trace>
  <inkml:trace contextRef="#ctx0" brushRef="#br0" timeOffset="1027.01">29965 4054 4607 0,'0'0'192'0,"-2"-7"64"0,0 1-256 0,0 1 0 0,2 5 0 0,0 0 0 16,0 0 9296-16,0 0 1824 0,0 0 352 0,0 0 80 15,4 9-8000-15,-2 4-1600 0,0 2-320 0,0 5-64 0,-1 2-528 0,-1 4-96 16,-1 4-32-16,-1 3 0 0,1 2-464 0,0 1-112 16,-1 1-16-16,1-2 0 0,1 0-64 0,-1-2 0 15,-2-3-16-15,3-4 0 0,0-3-240 0,1-2 128 16,1-1-128-16,-1-4 0 0,0-2 0 0,1-1 0 15,-1-5-176-15,-1-8 176 0,0 0 0 0,0 0 0 16,0 0 0-16,0 0 0 0,0 0 0 0,0 0 0 16,8-2 0-16,0-1 0 0,-1-5 128 0,1-1-128 15,0-1 0-15,1-3 128 0,0-1-128 0,2-2 0 16,-1-1 0-16,2 1 0 0,1-5-160 0,0 0 160 16,0 0 0-16,1 1-144 0,1-2-16 15,-1 4 0-15,-1 2 0 0,-1 1 0 16,-2 7 160-16,-1 1 0 0,-1 2 0 0,1 4 0 0,-1 1 0 15,-1 0 0-15,-1 2 0 0,1 4 0 0,-1 0 224 0,1 3-32 16,-1 2 0-16,-1 2 0 0,1 1-192 0,-1 0 0 0,0 1 0 16,0 0 0-16,-1 2 0 0,1-2 0 15,1 0 0-15,-1 0-160 16,0-1-1024-16,0 0-208 0,-1-3-32 0,3 1-16 16,2 3-2080-16,0 0-432 0,-1-2-80 0</inkml:trace>
  <inkml:trace contextRef="#ctx0" brushRef="#br0" timeOffset="1211.56">30480 4493 37023 0,'0'0'1648'0,"0"0"336"0,0 0-1600 0,7 3-384 0,1-1 0 0,-1 2 0 0,-7-4 2416 16,6 9 400-16,0-2 64 0,-3 3 32 15,0 3-800-15,0 3-176 0,-2 1-16 0,0 3-16 0,-1 0-1008 0,0 1-208 16,0 1-48-16,2 1 0 16,-2-1-384-16,0-1-96 0,0 0-16 0,-2-5 0 0,1-1 80 0,1-2 16 15,-1 0 0-15,1 3 0 16,0-3-1312-16,0-2-256 0,0 1-48 0,2-2-14992 15,3 1-2992-15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8-07T22:42:35.763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671 746 35007 0,'0'0'1552'0,"0"0"320"0,-9-2-1488 0,3 4-384 0,1 5 0 0,2-2 0 0,3-5 2736 0,-3 8 464 15,1 4 112-15,-1 2 16 0,2 3-1776 0,1 4-336 16,0 0-80-16,1 3-16 0,-1 4-496 0,1 4-112 16,2 1 0-16,1-6-16 0,-1 3-96 0,-1 3-16 15,2-1 0-15,0 0 0 0,1 0-128 0,-1-3-16 16,0-2-16-16,0-3 0 0,-1-3-96 0,0 0-128 15,-1-4 176-15,-1-3-176 0,0 0 128 0,-1-2-128 16,0-4 0-16,0-2 0 0,-1 1 128 0,1-7-128 16,0 0 0-16,0 0 0 0,-6 1 0 0,6-1 0 15,-8-4-176-15,0-2 176 0,0 1-368 0,2-7 48 16,0-1 0-16,0-3 0 16,-1-2-112-16,2-3-16 0,0-6 0 0,1-18 0 15,1 1-16-15,5-4-16 0,2-2 0 0,2 7 0 0,2 1 96 0,2 6 0 16,2 3 16-16,0 3 0 0,2-4 368 0,-5 19-144 15,0 0 144-15,3 0 0 0,1-2 0 0,2 1 0 0,-1 2 0 16,1 1 0-16,1 1 128 0,4-1-128 16,-2 4 0-16,-2 2 0 0,-1 4 128 0,0 3-128 0,-2 1 0 0,-3 3 0 15,0 2 0-15,0 3 128 0,-4 2-128 0,-1-1 0 16,1 1 0-16,-3-1 176 0,-1 2-176 0,-2 1 160 16,-4 1-160-16,0 1 128 0,-1-2-128 15,-2 1 128-15,-1 0-128 0,1 1 0 0,-3-1 0 0,1 0 128 16,0-1-128-16,1-2 0 0,-2 2 0 0,0 0 0 15,-2-3 0-15,0 1 0 0,2-2 0 0,-2-1 0 16,0 1 0-16,0 0 0 0,2-3 0 0,2 1-176 16,0-2 176-16,1 0-208 0,1 2 80 0,1-3 128 0,1 2-160 0,2 1 160 15,0-1 0-15,5 2-144 0,-1 1 144 16,2 3 176-16,3-2-48 0,1 1 0 0,2 2 192 16,2-3 16-16,2 3 16 0,6 3 0 15,1-2-128-15,2-1-32 0,2 2 0 0,1-2 0 0,3-1-192 0,1-2 0 16,0-1 0-16,1-1 0 15,0-2-976-15,0-2-240 0,-2-1-64 16</inkml:trace>
  <inkml:trace contextRef="#ctx0" brushRef="#br0" timeOffset="360.53">1469 994 45439 0,'-18'-8'2016'0,"9"7"416"0,-3-4-1952 15,-1-1-480-15,-1 4 0 0,-3 2 0 0,1 2 1040 0,-2 5 112 16,-2 1 32-16,1 4 0 0,-2 2 224 0,0 3 64 0,2 2 0 16,0 0 0-16,2-1-848 0,4 0-176 0,3 0-16 0,3 2-16 15,1-3-288-15,3 0-128 0,3 0 0 0,3-2 128 32,1-2-704-32,2-1-160 0,3-4-32 0,3 0 0 15,2 1 96-15,2-5 16 0,0 0 0 0,1-3 0 16,0-2-416-16,1-2-80 0,0-1 0 0,-1-1-16 15,0-1-224-15,-1-2-32 0,-1-1-16 0,1-1 0 0,0-3 144 0,-2 2 16 16,-2-2 16-16,-2-2 0 0,-1 1 640 0,-1 1 128 16,-1-3 32-16,-2 3 0 0,-3 2 640 0,-2 1 128 0,-1 4 16 0,1 6 16 15,-2-5 832-15,2 5 176 0,0 0 16 0,0 0 16 0,0 0 112 16,0 0 32-16,0 0 0 0,0 0 0 0,-3 6-592 0,2 3-112 16,-1 3-32-16,4 2 0 0,2-1-784 0,1-1 0 15,1 3 0-15,2-1 0 0,3 1-240 0,0 2 0 16,1-4 0-16,0 2 0 15,2-3-2080-15,2-1-432 0,1 2-64 16,-3-4-10080-16,-1-2-2016 0</inkml:trace>
  <inkml:trace contextRef="#ctx0" brushRef="#br0" timeOffset="800.81">1604 1029 43311 0,'0'0'1920'0,"0"0"384"0,0 0-1840 0,0 0-464 0,0 0 0 0,0 0 0 15,0 0 1376-15,1 8 176 16,-1 0 48-16,4 2 0 0,0 1-192 0,1 0-16 16,0 4-16-16,2 0 0 0,0 2-848 0,1 3-160 0,0 0-48 15,0-2 0-15,1 1-192 0,-1-2-128 16,1-2 128-16,0-1-128 0,-2-1 0 0,-1-3 0 0,1 0 0 0,-2-3 0 16,0 0-160-16,-1-2-48 0,-4-5-16 0,0 0 0 15,0 0-64-15,0 0-16 0,0 0 0 0,0 0 0 16,0 0 64-16,0 0 16 0,3-8 0 0,1-2 0 15,-2-5-16-15,-1 0 0 0,-1-1 0 0,3-1 0 0,-2-1-16 0,1-2-16 16,-2 0 0-16,1 1 0 0,2-2 64 16,-1 2 16-16,1 1 0 0,-2-1 0 0,0 1 192 15,1 3 0-15,0 1 0 0,0 5 0 0,-1 0 256 0,-1 9 32 16,0 0 16-16,0 0 0 0,0 0 16 16,0 0 0-16,6 4 0 0,2 3 0 0,-3 2 16 0,2 3 16 15,-2 1 0-15,2 1 0 0,2 2-160 0,-1-1-48 16,0 2 0-16,1 1 0 0,0-2-144 0,0 1 0 15,0 0 0-15,0-3 0 0,0 2-128 0,0-3-64 16,2 0-16-16,-1-3 0 16,-1-2-1008-16,1-1-192 0,-1-2-32 0,0-2-16 15,-1-1-688-15,-1-1-144 0,1-2-16 0,0-1-16 16,-3-4 720-16,0 2 128 0,-1-2 48 0,3-2 0 16,-2-5-1472-16,0 0-304 0,-1-3-48 0,0-1-16 0</inkml:trace>
  <inkml:trace contextRef="#ctx0" brushRef="#br0" timeOffset="1015.17">2025 798 26719 0,'0'0'2368'0,"0"0"-1888"16,0 0-480-16,0 0 0 0,0 0 3728 0,0 0 656 15,2 8 128-15,2 1 32 0,-1 2-2080 0,1 3-416 16,0 6-64-16,0 2-32 0,-1 1-672 0,3 2-144 0,-1 5-32 0,0 0 0 16,0 1-624-16,4-1-128 15,-1 3-32-15,1-3 0 0,-1-3-320 0,0-1 0 0,0-1 0 0,1-3 0 31,-1-1-496-31,0-1-64 0,-1-1-16 0,3-3 0 16,-4-6-1040-16,-1-2-224 0,1-1-32 0,-1-1-16 16,0 1-1632-16,0-5-320 0,-5-2-64 0,0 0 0 0</inkml:trace>
  <inkml:trace contextRef="#ctx0" brushRef="#br0" timeOffset="1373.22">2279 943 11055 0,'0'0'480'0,"0"0"112"0,0 0-464 0,-3-6-128 16,-1-1 0-16,2 2 0 0,2 5 7296 0,0 0 1424 15,0 0 304-15,-7 5 48 0,2 2-5568 0,-1 4-1120 16,-2 0-208-16,0 4-64 0,1 5-1136 0,0 1-224 16,-1 0-48-16,-1 1-16 0,1 1-256 0,0 1-48 15,1 2-16-15,4-5 0 0,-1 1-240 0,2-4-128 16,2 0 160-16,2-1-160 0,0-2 0 0,2-4 0 16,3-1 0-16,0-1 0 15,1-1-528-15,1-3 0 0,1-3 0 0,1-2 0 16,1-1-176-16,1-2-48 0,0-3 0 0,1-2 0 15,2-1-16-15,1-3-16 0,-3-3 0 0,1-1 0 16,-1-1 176-16,0-1 32 0,1 1 16 0,-2-1 0 0,-2-1 288 0,3 1 48 16,-5 2 16-16,0-1 0 0,0 4 208 0,-3 2 0 0,0 3 144 0,-2 3-144 15,-4 5 832-15,0 0 64 0,0 0 0 0,0 0 16 16,0 0 224-16,2 7 32 16,1 4 16-16,-1-1 0 0,1 2-576 0,0 2-112 0,-1-1-32 0,1 4 0 15,-1-1-256-15,2 1-48 0,0 0-16 0,3-3 0 16,1 2-144-16,-1-2 0 0,1 1 0 0,1-4 0 15,2 0-1216-15,-1-5-192 0,-2-1-16 16,2 1-16-16,3 2-2768 0,-2-3-544 16</inkml:trace>
  <inkml:trace contextRef="#ctx0" brushRef="#br0" timeOffset="1481.17">2545 918 33167 0,'0'0'1472'0</inkml:trace>
  <inkml:trace contextRef="#ctx0" brushRef="#br0" timeOffset="2058.57">2734 935 29375 0,'0'0'1296'0,"5"7"272"0,-2 2-1248 0,1 4-320 16,0 3 0-16,-2 1 0 0,1 1 3472 0,-1-1 640 15,1 2 128-15,0 2 32 0,-2 1-1456 0,0-1-272 16,0 1-64-16,1-3-16 0,0 0-1168 0,0-1-224 15,-1-1-48-15,2-2-16 0,-1-3-496 0,1-2-112 16,-2-1-16-16,2-1 0 0,1-2-384 0,-4-6-176 16,0 0 16-16,0 0 0 0,0 0 16 0,0 0 0 0,0 0 0 15,0 0 0-15,0 0 144 0,5-6-208 16,-1-2 80-16,0-1 128 0,0-3-448 0,0 0 48 16,1-1 0-16,1-2 0 15,-1-5-48-15,1 2-16 0,0-2 0 0,3 1 0 16,0-2 0-16,2 0 0 0,-1-1 0 0,-1 2 0 15,1 3-32-15,-1 4 0 0,0 3 0 0,-1 1 0 0,-1 2 224 0,-1 2 32 0,-6 5 16 0,0 0 0 0,7 5 416 16,0 2 64-16,-2 1 32 0,0 5 0 0,1 2 80 16,-1 2 16-16,0 0 0 0,2 4 0 0,0-1-32 15,3 1 0-15,-1 1 0 0,2-3 0 0,2 1-80 16,2-3-16-16,0-2 0 0,2 0 0 0,0-3-256 0,3-2 0 16,-1-2 128-16,2-2-128 0,0-2 0 0,1-1 0 15,0-3 0-15,1 0 0 0,-1-2-320 0,-1 0-32 16,-2-1 0-16,2-2 0 0,0-3 224 0,-1-1 128 15,-2-1-160-15,0-2 160 0,3-1 0 0,-2-3 0 16,0-1-128-16,0-1 128 0,-1-1 0 0,-1 0 0 16,-1 0-160-16,-3-1 160 0,-4-1 0 0,-2 3-176 15,-3 2 176-15,-3 3-128 0,-4-1 128 0,-2 2 0 16,-3 3 0-16,-2 1 0 0,-4 2 0 0,-3 1 256 16,-3 5-64-16,-1 2-16 0,-1 1 80 0,1 5 32 0,2 3 0 15,0 1 0-15,1 2 96 0,1 3 32 16,2-2 0-16,0 2 0 0,3 1-64 0,3 1-16 15,0 1 0-15,3 1 0 0,2-2-80 0,1 1-32 16,3 1 0-16,3 0 0 0,2 0-80 0,1-1-16 0,5-4 0 0,2 2 0 16,1 1-128-16,2-4 0 15,2 0 0-15,2-2 0 0,-1 1 0 0,2-4-144 16,1 1 144-16,2-1-160 16,-3-1-496-16,3 1-112 0,1-4 0 0,1-1-16 15,2 0-2368-15,-1-1-480 0</inkml:trace>
  <inkml:trace contextRef="#ctx0" brushRef="#br0" timeOffset="2538.82">1010 1681 43311 0,'0'0'3840'0,"0"0"-3072"16,0 0-608-16,0 0-160 0,0 0 1152 0,10 0 192 15,1-3 32-15,5 2 16 0,2 0-192 0,3 0-48 16,1 1 0-16,4 0 0 0,6-3-368 0,3 3-80 15,4 0 0-15,5 0-16 0,4 0-240 0,7 3-32 0,5-6-16 0,4 3 0 16,1 0-400-16,4 0 0 16,4 0 0-16,4 0 0 0,4-1 272 0,1-1-16 0,2 1-16 0,-1 1 0 15,2 0-240-15,2 0 144 16,3 0-144-16,-4 0 128 0,-4-1-128 0,-1-1 0 16,-1 1 0-16,-1 0 128 0,2 1-128 0,-3 0 0 15,-1 0 0-15,-5 0 0 0,-8 0 0 0,-6 1-144 16,-2-2 144-16,-2 1-160 0,-3 1 160 0,-3 0-208 0,-2 1 80 0,-3-2 128 15,-4 0-304-15,-5 2 64 0,-4-2 16 0,-4 2 0 16,-4-1-64-16,-3 2-16 0,-3-3 0 0,-3 1 0 16,-5 0-80-16,-8-1 0 15,0 0-16-15,0 0 0 0,0 0-944 0,0 0-176 0,0 0-32 0,0 0-16 16,-7 0-1760-16,-2 4-368 0</inkml:trace>
  <inkml:trace contextRef="#ctx0" brushRef="#br0" timeOffset="3929.22">2223 2527 6447 0,'-7'-5'576'0,"7"5"-576"16,0 0 0-16,0 0 0 0,0 0 7968 0,0 0 1488 15,0 0 288-15,0 0 64 0,-1 8-7376 0,0 2-1472 16,-2 3-288-16,2 3-64 0,1 1 544 0,0 1 128 15,-2 2 0-15,2 2 16 0,-1 1-496 0,1 3-96 0,0 0-32 0,0 1 0 16,0-3-288-16,1-2-64 16,-1-2-16-16,2 0 0 0,0 0-304 0,1-4 128 15,1-2-128-15,0-1 0 16,-2-2-992-16,2-2-304 0,2-1-64 0,0-3-16 16,1-1-2880-16,-1-3-576 0</inkml:trace>
  <inkml:trace contextRef="#ctx0" brushRef="#br0" timeOffset="4103.81">2454 2697 9215 0,'0'0'400'0,"-2"2"96"0,-2 1-496 0,4-3 0 0,0 0 0 0,0 0 0 15,0 0 8416-15,0 0 1584 0,0 0 320 0,0 0 64 16,6 6-7504-16,1 2-1488 0,-7-8-304 0,11 8-64 16,2 0-736-16,0-4-144 0,3-2-16 0,1 0-128 15,-2 0 0-15,3 1 0 0,1-3-192 0,0 0 48 16,1 0-1872-16,1-3-368 0,1 1-80 0,-3 0-17376 15</inkml:trace>
  <inkml:trace contextRef="#ctx0" brushRef="#br0" timeOffset="4685.18">2899 2583 3679 0,'-5'-4'160'0,"1"4"32"0,2-5-192 0,-1 4 0 0,3 1 0 0,0 0 0 15,3-4 9616-15,-3 4 1888 0,4-5 368 0,2-1 80 16,-1 1-8496-16,5 1-1712 0,-1-1-336 0,2 4-64 0,0-4-720 0,2 3-160 15,-1 2-16-15,1-4-16 0,-2 3-224 0,2 1-32 16,0 1-16-16,-2 3 0 0,-1-1-160 0,-1 2 128 16,-9-5-128-16,7 8 128 0,-1 0 32 0,-2 2 0 15,-2 2 0-15,-4-2 0 0,-2 3 288 0,-3 4 64 16,-1-1 16-16,-1 2 0 0,-2 1-368 0,-1-1-160 16,-2 0 128-16,0 0-128 0,-1 2 192 0,1-2-64 15,0-1 0-15,1-1 0 0,1-2-128 0,2-1 0 16,2-3 0-16,1 1 0 0,2-2 0 15,1 1 0-15,2-3 0 0,2-1 0 0,0-6 0 0,0 0 0 16,0 0 0-16,6 6 0 0,2 0 0 0,2-1 0 16,2-2 0-16,1-2 0 0,1-1 0 0,3-1 0 15,0-2 0-15,2 1-176 0,-1 1-16 0,1-2 0 16,2-1 0-16,1 0 0 16,1-1-1024-16,1-2-192 0,1 1-64 0,0-2 0 15,0 0-1952-15,-1 2-400 0,-1-3-80 0</inkml:trace>
  <inkml:trace contextRef="#ctx0" brushRef="#br0" timeOffset="4896.31">3559 2538 49247 0,'0'0'2176'0,"0"0"448"0,-6-2-2096 0,6 2-528 0,0 0 0 0,0 0 0 16,0 0 704-16,0 0 16 0,0 0 16 0,0 0 0 15,0 0-256-15,0 0-48 0,0 0-16 0,0 0 0 16,0 0-1728-16,0 0-352 0,0 0-64 0,4 7-13040 16,2 1-2608-16</inkml:trace>
  <inkml:trace contextRef="#ctx0" brushRef="#br0" timeOffset="5008.78">3631 2680 17503 0,'0'0'1552'0,"-3"8"-1232"0,-1-1-320 0,2 0 0 16,-2-1 6768-16,4-6 1296 0,0 0 256 0,0 7 48 0,-1-1-5792 0,-2 1-1152 15,3-7-224-15,0 0-48 0,0 0-384 16,0 0-64-16,0 0 0 0,0 0-16 16,0 0-1328-16,0 0-256 0,0 0-48 0,9 4-22208 0</inkml:trace>
  <inkml:trace contextRef="#ctx0" brushRef="#br0" timeOffset="7823.44">4478 2521 37663 0,'0'0'1664'0,"-5"-7"352"0,-1 2-1616 0,0 0-400 16,2 1 0-16,-1-3 0 0,1-2 1328 0,0 3 176 0,-2 0 32 0,1 1 16 15,-2-1 96-15,1 2 16 16,-1-1 0-16,-1 2 0 0,0 2-896 0,-1 3-160 16,-1 2-32-16,-3 3-16 0,2 2-176 0,-2-1-48 0,-4 2 0 0,0 2 0 15,1 2-144-15,0 2-48 0,2 1 0 0,1 0 0 16,-1-2-144-16,5 1 0 0,3 1 0 16,3-7 128-16,2-3-128 0,1 1 0 15,0-8 0-15,4 8 0 0,2-1-288 0,2 0 64 0,3-5 16 0,-1 0 0 31,2 0-304-31,2-4-64 0,-1-2-16 0,8-1 0 16,-3-1 96-16,-1-1 32 0,-2-4 0 0,0-1 0 16,2-1-32-16,-3 2 0 0,-2-1 0 0,1-1 0 0,-1-3-16 15,-4 7-16-15,0-1 0 0,-1 1 0 0,1-1 112 16,-1 3 32-16,-2-1 0 0,-1 3 0 0,-4 5 192 0,0 0 32 0,0 0 16 0,0 0 0 0,0 0 144 0,0 0 176 16,0 0-48-16,-1 13 0 0,-1 1 192 0,1 2 16 15,1 2 16-15,0 0 0 0,0 0-80 0,1-7-16 16,1 2 0-16,3 0 0 0,0-1-256 0,4-1 0 15,3 0 128-15,1-2-128 0,3-1 0 0,1-3-176 16,2-1 32-16,2-3 0 16,0-1-224-16,1-2-32 0,1-4-16 0,1 0 0 0,-1-2 96 15,1 1 32-15,-2 1 0 0,-1-2 0 0,-2-2 144 16,0-2 144-16,-1-1-208 0,-4 0 80 0,-2 1 128 0,-2-1-128 0,-2 1 128 0,-1 1-128 16,-3-2 128-16,-2 0 0 15,0-2 0-15,-2 5 0 0,-2-2 0 0,-2 3 224 0,-1 0-48 16,-1 0-16-16,-1 0 128 0,1 1 32 15,-7 1 0-15,1 3 0 0,0-2-32 0,-2 3 0 16,-1 2 0-16,1 2 0 0,-2-1-144 0,-1 4-16 16,1 1-128-16,-1 4 192 0,0 3-192 0,0 4 144 15,1-2-144-15,0 2 128 0,5-1-128 0,2 2 0 0,1 0 0 0,3 0 0 16,2 0 0-16,3-1-144 0,3-3 144 0,2 0 0 16,3-1-240-16,2-3 64 0,3-1 16 0,1-3 0 31,2-1-208-31,1-2-32 0,0 0-16 0,1-4 0 15,0 0 128-15,1-1 32 0,0-1 0 0,-1-2 0 0,1-3 128 0,-4-3 128 16,0-1-192-16,-1-3 192 0,0-1-192 0,1-2 192 0,-2-2-192 0,0 0 192 0,-1-1-288 0,-1 0 48 16,0-3 16-16,-1 0 0 0,-1 0 80 15,0 1 16-15,-2 0 0 0,-2 3 0 0,-1 4 128 16,0 2 0-16,-1 2 0 0,-2 5 0 0,-2-1 384 16,1 9 48-16,0 0 16 0,0 0 0 0,-7 2 144 0,0 2 48 15,1 3 0-15,-1 3 0 0,1 6-352 16,1-1-64-16,0 4-16 0,1-1 0 0,1 0-208 0,0 2 128 15,2-1-128-15,1 2 0 0,3 1 0 16,-1-1 128-16,1 1-128 0,3-5 0 0,2 0 0 0,0-1 0 16,0-3 0-16,1-3 0 0,-1-1-256 0,1-2-32 15,0-2-16-15,0-1 0 16,0-3-352-16,0-1-80 0,1-2-16 0,0-2 0 16,-1-1 192-16,0-3 48 0,0-1 0 0,-1-2 0 0,3-2 256 0,-1 0 64 15,1-1 16-15,-1-2 0 0,0-2-16 0,1 2-16 16,-1-2 0-16,1 2 0 0,-2 1 208 0,0 0-176 15,-3 4 176-15,0 2-160 0,-1 2 496 0,-5 7 112 16,0 0 0-16,0 0 16 0,0 0 656 0,0 0 128 16,0 0 32-16,4 12 0 0,-3-2-384 0,0 5-64 15,1 2 0-15,-1 1-16 0,0-3-384 0,2 2-80 0,-1 0-16 16,4-1 0-16,-2 0-336 0,1-1 128 0,0 1-128 16,2-3 0-1,-1-3-1024-15,2 0-256 0,4-3-64 0,-2 0-12112 0,-2-3-2416 16</inkml:trace>
  <inkml:trace contextRef="#ctx0" brushRef="#br0" timeOffset="8738.45">5377 2304 20271 0,'-10'-5'1792'0,"3"1"-1424"0,0-1-368 0,1 2 0 0,0 2 4048 0,6 1 752 16,-6 0 128-16,2 0 48 0,4 0-4144 0,0 0-832 15,0 0-176-15,0 0-16 16,0 0-240-16,10 7-32 0,3-1-16 0,2 1 0 15,2 0-896-15,0 1-176 0,1 1-48 0,1-2 0 16,2-2-208-16,0 0-48 0,0-3-16 0,-1 3 0 16,-1-3 976-16,1 2 192 0,-2-1 32 0,-4-2 16 0,-1-2 1344 0,-1 1 272 15,-2 0 48-15,-10 0 16 0,0 0 1488 0,0 0 304 16,7 5 64-16,-7-5 16 0,0 0-432 0,0 0-96 16,-3 5 0-16,-3 6-16 0,-2-2-752 0,-1 1-128 15,-2 1-48-15,0 2 0 0,-2 0-416 0,0 1-96 16,1 2-16-16,0-4 0 0,2-1-448 0,-1 2-80 15,2-2-32-15,1 2 0 0,3-4-336 0,1 1 128 16,2-3-128-16,0-1 0 0,2-6 0 0,0 0 0 16,0 0-160-16,0 0 160 0,4 6-432 0,-4-6 32 15,0 0 0-15,8 2 0 16,1-2-192-16,2-1-48 0,0-3 0 0,1-1 0 16,-1-3 96-16,0-1 16 0,1 0 0 0,1-3 0 15,0-1 48-15,0-1 16 0,-1-5 0 0,1 2 0 0,0 2 64 16,-3 2 16-16,1 2 0 0,-2 0 0 0,-1 0 144 0,-2 5 48 0,-2 0 0 15,-4 6 0-15,0 0 192 0,0 0 128 0,0 0 0 0,5 8-128 16,-2 0 560-16,1 1 0 0,0 2 0 0,-2 0 0 16,4 1-336-16,0 1-64 0,2 0-16 0,0-1 0 15,0-3-144-15,1-1 128 0,1 0-128 16,2-2 128-16,1-1-256 0,0-1-64 0,0-1-16 0,-1-3 0 16,-1-1-1200-16,1-2-256 15,1-1-32-15,0-1-16 0,-1 1 560 0,0-4 96 0,-3-2 32 16,-1-1 0-16,-3-2 336 15,-1-2 80-15,-3-4 16 0,0 0 0 0,1-3 976 0,-1-2 208 16,-1-2 48-16,1-3 0 0,2-1 192 0,0-1 32 0,-2 1 16 0,0 3 0 16,0 2 32-16,-1 3 16 0,0 2 0 0,0 7 0 0,0 0 96 0,0 5 32 15,0 8 0-15,0 0 0 0,0 0-192 0,0 0-32 16,0 0-16-16,2 9 0 0,-1 3-416 0,2 3-80 16,-1 2 0-16,1 2-16 0,0 1-48 0,-1-1-16 15,3 1 0-15,1 1 0 0,0 1-80 0,1 0-16 16,-1-1 0-16,1-2 0 0,-1-2-144 0,1-1 0 0,-2-3 0 15,1 1 128-15,1-2-128 0,-1 0 128 16,-2 1-128-16,0-5 128 0,0-1-128 16,-4-7 0-16,0 0 0 0,3 7 0 0,-3-7 0 0,0 0 0 15,0 0 0-15,0 0 0 0,0 0 0 0,0 0 0 16,0 0 0-16,0 0 0 0,0 0-224 0,1-7 80 0,2 1 16 16,-1-2 0-16,1 0-16 0,2-5 0 15,2-1 0-15,0 1 0 0,3 0-96 0,0 0-16 16,0-4 0-16,2 3 0 0,0 2 128 0,0-1 128 0,-1 2-208 0,1 2 80 15,0 1 128-15,-2 2 0 0,-1 3-144 0,1 3 144 16,-3 2 0-16,-7-2 0 0,9 6 0 16,-1 3 128-16,-1 2 192 0,-1-1 48 0,-2 3 0 15,0 1 0-15,-1 2-48 0,-2 0-16 0,-1 1 0 16,-1-2 0-16,-2-2-144 0,1 0-32 0,-1 0 0 0,-1 0 0 16,0-1-128-16,-1-1 128 0,0 0-128 0,-1-4 128 0,3 1-128 15,-4-3 0-15,1-1 0 0,-1 0 0 16,0 0-576-1,2 1 0-15,5-5 0 0,0 0 0 0,0 0-1728 0,0 0-352 0,0 0-64 16,0 0-16-16,0 0-1520 0,0 0-304 0</inkml:trace>
  <inkml:trace contextRef="#ctx0" brushRef="#br0" timeOffset="9300.02">6576 2249 43775 0,'0'0'1936'0,"-4"4"400"0,-2 2-1872 0,-2 3-464 16,-3-3 0-16,2 5 0 0,-1 0 1104 0,-1 4 128 15,-2-1 32-15,2 2 0 0,-4-3-96 0,2-1-16 16,0-1 0-16,1 2 0 0,2-2-704 0,2-1-128 16,3 1-48-16,1 0 0 0,1-4-272 0,3-7 0 15,0 0 0-15,3 6 0 0,1 1-368 0,2-2-16 16,4 0-16-16,-1-2 0 16,-2-4-624-16,4-1-128 0,-1-2-32 0,2 3 0 15,-3-3-80-15,2 0-16 0,-1 0 0 0,0-2 0 16,0-3 192-16,0 0 48 0,0-1 0 0,1 1 0 15,-2-1 16-15,0 1 0 0,2-3 0 0,-4 0 0 16,1-1 80-16,-1 2 32 0,-2 0 0 0,-1 3 0 0,-2 2 720 0,-2 6 192 0,0 0 0 0,0 0 0 16,0 0 768-16,0 0 192 0,0 0 48 0,0 0 0 15,-3 8 64-15,-1 1 16 0,1 1 0 0,2 2 0 16,1 0-544-16,1-1-96 0,2 0-32 0,2-1 0 16,3 1-272-16,1 0-144 0,3 0 160 15,1-1-160-15,1-1 0 0,3-1 0 0,0-1-128 0,1-3 128 16,0 1-576-1,1-5-16-15,-1 0 0 0,0 0 0 0,0-4 80 16,-1 1 0-16,-1-3 16 0,0-1 0 0,-1-3 304 0,-2 1 48 0,-1-2 16 0,-2-2 0 0,0-2 128 16,-3-4 0-16,0 0 0 0,-1-2 0 15,2-1 128-15,-1-4 0 0,-2 0 0 0,-1 0 0 0,-2 1 16 0,0 3 16 16,-1 2 0-16,-1 3 0 0,0 1 224 0,-1 5 32 16,-2-1 16-16,1 5 0 0,-1 2 464 0,3 5 112 15,0 0 16-15,-7 3 0 0,7-3-256 0,-5 8-64 16,1 2 0-16,2 4 0 0,-2 5-448 0,1 2-112 15,1 2-16-15,0 1 0 0,2-1 16 0,0 2 0 16,2-3 0-16,0 3 0 0,1 1-144 0,1-4 0 16,0 0 0-16,2-1 0 0,-1 0 0 0,1-4 0 15,-1-2 0-15,0 0 0 16,-2-2-848-16,-1 0-256 0,2-3-48 0,0-2-16 16,-1-1-1632-16,-3-7-320 0,4 5-64 0</inkml:trace>
  <inkml:trace contextRef="#ctx0" brushRef="#br0" timeOffset="9515.36">6769 2366 33119 0,'-8'-6'1472'0,"8"6"288"0,0 0-1408 0,0 0-352 0,-3 2 0 0,3-2 0 16,0 0 2128-16,0 0 368 0,0 0 64 0,0 0 0 16,10 2-880-16,1 0-176 0,2 0-32 0,2-2-16 15,3 1-880-15,4-1-160 0,3 0-32 0,-2 0-16 16,3 0-240-16,1 2-128 0,-1-2 128 0,0-2-128 0,-2 0 0 0,0-1 0 15,-2 1 0-15,2 0 0 16,-1 2-1472-16,-2 0-304 0,0 0-64 0,-2 0-18128 16</inkml:trace>
  <inkml:trace contextRef="#ctx0" brushRef="#br0" timeOffset="9734.04">7280 2321 28559 0,'0'0'1264'0,"0"0"272"0,0 0-1232 0,0 0-304 15,0 0 0-15,0 0 0 0,3 11 3904 0,0-1 704 16,0 2 160-16,0-3 32 0,-1 1-2752 0,1 1-528 16,0-1-112-16,0 2-32 0,1 2-800 0,2-1-176 15,-1-1-16-15,-1 0-16 0,0-2-368 0,-1 1 0 16,1-2 0-16,0-1 128 15,0-2-1136-15,0 1-208 0,1-2-64 0,2 0-13408 16,-7-5-2688-16</inkml:trace>
  <inkml:trace contextRef="#ctx0" brushRef="#br0" timeOffset="9870.12">7363 2197 19343 0,'0'0'1728'0,"0"0"-1392"0,0 0-336 15,10 4 0-15,0-2 2832 0,3 0 496 0,1 1 112 0,3 1 16 16,3 1-4528-16,-2 0-896 0,0 2-176 16</inkml:trace>
  <inkml:trace contextRef="#ctx0" brushRef="#br0" timeOffset="10080.69">7713 2304 33519 0,'0'0'1472'0,"0"0"320"0,0 0-1424 0,0 0-368 15,0 0 0-15,-5 2 0 0,-3-1 2064 0,-1 3 352 16,0-4 64-16,-2 6 16 0,-1-2-640 0,-1 5-128 15,-1 3-32-15,0 0 0 0,-2-2-400 0,0 1-80 16,-1 2 0-16,2 0-16 0,3-2-384 0,3 4-80 16,2-5-16-16,3 3 0 0,2-2-352 0,2-2-80 15,1 0-16-15,3 0 0 0,3 0-144 0,2 0-128 16,2-2 144-16,2-1-144 0,-1 0 0 0,3-1 0 16,1-1 0-16,1 0 0 0,0-2-128 0,4 2-32 15,3-4 0-15,-1 1 0 16,3-3-2512-16,6-1-496 0</inkml:trace>
  <inkml:trace contextRef="#ctx0" brushRef="#br0" timeOffset="11412.13">8801 2283 7359 0,'-1'-5'656'0,"-2"3"-528"0,0-2-128 0,0-4 0 0,-1 0 5376 0,1-1 1056 16,0 0 208-16,-1 2 32 0,-3-2-3712 0,1 1-736 15,-2 3-160-15,0 0-16 0,0 0 304 0,-2 2 64 16,-2 2 16-16,0 1 0 0,-2 2-1024 0,0 2-208 16,-3 4-48-16,0 3 0 0,-7 3-448 0,2 0-112 15,-1 2-16-15,2 2 0 0,1 4-320 0,2-2-64 16,4-1 0-16,2 0-16 0,3-2-176 0,2-2 0 15,2 0 0-15,5-1 0 16,1 0-768-16,4-1-128 0,5-2-16 0,3-2-16 16,2-3-816-16,4-2-176 0,1-1-16 0,4-2-16 15,1 0-480-15,1-3-80 0,-2-2-32 0,3-1 0 16,-3-2 1072-16,1 3 192 0,-1-5 64 0,-2 0 0 0,-1-1 128 16,-1-2 16-16,0-2 16 0,-3 2 0 0,-1-1 1056 0,-2 1 0 0,-2 0 0 0,-5-1 192 15,0 2 1088-15,-2 0 224 0,-2 1 32 0,-2 3 16 16,-2 3 688-16,1 4 128 0,0 0 16 0,-7 0 16 15,1 0-528-15,-2 2-96 0,-2 3-32 0,0 1 0 0,0 1-656 0,1 3-144 16,0 3-32-16,0-2 0 0,-2 0-368 16,1 1-80-16,1-1-16 0,1-1 0 0,1 0-256 0,3 2-48 15,2-1-16-15,0-4 0 16,2-7-128-16,4 7 0 0,-1 1 0 0,-3-8 0 0,6 4-336 0,1-2 48 16,0 0 16-16,0-2 0 15,1 0-240-15,0-2-64 0,0-4 0 0,1-1 0 16,0-1 96-16,1-1 16 0,1 3 0 0,-1-6 0 0,1-1 112 15,1-1 32-15,-2-2 0 0,2 0 0 0,1 1 0 16,0-2 0-16,-2 0 0 0,3 1 0 0,-1 2 160 0,-2 2 160 16,-2 3-208-16,-1 2 80 0,-1 1 128 0,-7 6 0 15,8-1 128-15,-8 1-128 0,0 0 608 0,6 9 48 16,-1 3 16-16,-1 1 0 0,-2 0 32 0,-1 2 16 16,0-2 0-16,-1 3 0 0,0 0-176 0,0-1-32 0,0 0-16 15,1-2 0-15,1-3-240 0,0 0-64 16,1 0 0-16,1-3 0 0,0 0-192 0,0-1 128 15,-4-6-128-15,0 0 0 0,0 0 0 0,8 2 0 16,-2-1 0-16,2-2 0 0,-2-2 0 0,2-1 0 16,-1 0-144-16,1-2 144 0,-1-5-208 0,2 1 48 15,1-3 16-15,-1 0 0 0,0 1-112 0,-1-2-32 0,0-2 0 0,-1-1 0 16,2 0-48-16,-1-2-16 0,0 2 0 0,-1 2 0 16,-2 5 64-16,0 2 16 0,-1 2 0 0,-4 6 0 15,0 0 272-15,0 0-160 0,0 0 160 0,0 0-128 16,0 0 288-16,5 9 64 0,-1 2 16 0,-1 3 0 15,-1-1 80-15,1 0 0 0,0 0 16 0,-1 2 0 0,-1-3-112 16,2 2-32-16,0-1 0 0,1-1 0 16,1-3-192-16,0-1 128 0,2-3-128 0,0 2 0 0,1-2 0 0,1 0 0 15,0-2 0-15,2-3 0 0,-1-3-240 0,2-1 16 16,0-1 0-16,-1 0 0 16,1-2-128-16,0 1-32 0,-2-1 0 0,1 0 0 0,-2-4 80 0,0-1 16 15,0-1 0-15,0 0 0 0,-1 0-32 0,0 2 0 16,-2-1 0-16,0 1 0 15,-1 2-32-15,0-1-16 0,-5 10 0 0,0 0 0 0,0 0 368 0,0 0-144 16,0 0 144-16,0 0 0 0,-3 10 192 0,2 1 128 16,-1 0 48-16,-1 4 0 0,0 2-80 0,2 0-16 15,0 0 0-15,1-2 0 0,1-2-272 0,2 0 128 16,1-1-128-16,1 1 0 0,1 0 0 16,2-1 0-16,3-2 0 0,-1 1 0 15,3-5-448-15,0-1-128 0,0-1-48 0,1-1 0 16,1 0-1552-16,-1 0-304 0,0-1-64 0,0-2-16 15,-1-3 1056-15,0-1 208 0,-2 0 32 16,-2-1 16-16,1-3 128 0,0-1 32 0,-2-1 0 0,-2 1 0 0,0-4 768 0,-1 0 144 0,0-2 48 16,0 2 0-16,0 0 352 0,2 1 80 0,-2 3 16 0,-1-1 0 15,-3 3 848-15,2 2 176 0,-3 5 48 0,0 0 0 16,0 0 384-16,0 0 80 16,5 11 0-16,-1 0 16 0,0 0-304 0,0 3-64 15,0 2-16-15,0 2 0 0,-2 3-464 0,2 1-112 0,1 1-16 16,1 1 0-16,-2-1-352 0,1 1-80 0,1 1-16 15,0-1 0-15,-3-3-304 0,3 1-144 0,-4-2 128 0,2-2-128 16,0-1 0-16,1-1 0 0,-1-3 0 0,-1-3 0 16,-2-1-1360-16,0-1-256 0,1-1-48 15,-2-7-16-15,0 0-944 0,0 0-192 0,0 0-48 16,0 0 0-16,-8-5-2192 0,1-2-448 0</inkml:trace>
  <inkml:trace contextRef="#ctx0" brushRef="#br0" timeOffset="11625.91">9741 2334 22111 0,'-1'-6'1968'0,"0"-2"-1584"16,-1 0-384-16,4 0 0 0,2-3 3840 0,1 0 672 16,1 3 144-16,1-2 16 0,1 5-2880 0,0 1-592 15,3 0-112-15,2 1-32 0,2-1-352 0,0 3-64 16,1 0 0-16,0 2-16 0,-3 2-384 0,0 2-80 16,-2 1-16-16,1 5 0 0,0-2 32 0,-4 3 0 15,0-2 0-15,-3 4 0 0,-1 3-16 0,-2 0 0 16,-2 0 0-16,-1 0 0 0,-4 0-160 0,1 0 0 15,0-1 0-15,-1-1 0 16,1 0-480-16,-1 0-80 0,-2-6-16 0,2-1 0 16,1-1-2352-16,4-7-464 0,-4 4-112 0</inkml:trace>
  <inkml:trace contextRef="#ctx0" brushRef="#br0" timeOffset="11906.21">10029 2216 19343 0,'0'0'848'0,"0"0"192"0,0 0-832 0,2 9-208 0,0 4 0 0,2-2 0 0,2 4 5504 16,-1-1 1040-16,0-1 224 0,0 3 32 16,0 1-3984-16,1 0-784 0,-1-3-176 0,0 0-16 0,0 1-912 15,0 0-176-15,2-3-48 0,0 0 0 0,-1-2-400 0,1-3-96 16,-4-1-16-16,1 1 0 16,-4-7-64-16,0 0-128 0,0 0 176 0,0 0-176 15,0 0 128-15,0 0-128 0,6-4 0 0,-1 0 0 16,-5 4 128-16,5-8-128 0,-1-1 0 0,0-1 0 15,0-2 0-15,0-1 0 0,-2-1 0 0,1 1-144 0,-1-2-128 0,2 1-32 16,3 0 0-16,-1-1 0 16,0 1-368-16,-1 1-80 0,0-3-16 0,3 4 0 15,2 2-1600-15,1 1-336 0,-1 0-64 0,1 2-10416 16,-1 3-2064-16</inkml:trace>
  <inkml:trace contextRef="#ctx0" brushRef="#br0" timeOffset="12177.56">10366 2431 22111 0,'0'0'1968'0,"0"0"-1584"15,0 0-384-15,0 0 0 0,9 2 3648 0,1-2 656 16,3-2 128-16,0-2 32 0,-1 0-2416 0,0-1-464 16,1-2-112-16,0 1 0 0,1-2-448 0,1-1-96 0,-1-2-16 0,0 1 0 15,2-3-608-15,-2 0-128 16,2-4-32-16,-2 0 0 0,-1-1-432 0,-1 1-96 16,-4 0 0-16,0 1-16 15,0 2-336-15,-3 1-64 0,-3 2-16 0,-2 5 0 0,-3-1 432 0,-4 3 96 16,-1 6 16-16,-1 2 0 0,-3 1 912 0,1 3 176 0,-4 2 32 0,2 2 16 15,1 5 144-15,1 0 16 0,0 0 16 0,2 0 0 16,1-2-304-16,1 0-64 0,3-2-16 0,1 0 0 16,3 0-416-16,3-2-96 0,2 1-16 0,3 0 0 0,1-6-288 15,3 1-64-15,1-2-16 0,2-2 0 16,3-1-1744 0,3-2-336-16,4 2-80 0,1-4-11168 0,3-6-2224 0</inkml:trace>
  <inkml:trace contextRef="#ctx0" brushRef="#br0" timeOffset="12494.95">10958 2156 23951 0,'-8'-4'2128'0,"3"0"-1696"0,-3 1-432 0,0 1 0 0,0-1 4128 0,2 0 736 16,-2 2 160-16,-1 0 32 0,0-1-2976 0,0 4-592 15,-3-1-112-15,0 2-32 0,0 1-208 0,-2 0-48 16,0 1-16-16,2 1 0 0,1 2-496 0,0 0-80 16,-1 0-32-16,2 0 0 0,0-1-240 0,4 1-48 15,1 0-16-15,0 0 0 0,3 2-160 0,4-1 0 16,1 2 0-16,1-1 0 0,2-3 0 0,-1 1 0 15,-5-8 0-15,0 0 0 0,13 10-176 0,1 0 176 16,0 0-128-16,1-3 128 0,-2 0 0 0,0-2-128 16,0 0 128-16,0 2 0 0,0-1 0 0,-1 1 0 0,-2 1 0 15,-1-3-128-15,-1-1 128 0,1 0 0 16,-9-4 0-16,0 0 0 0,0 0 0 0,3 9 0 16,-2 1 0-16,-1-1 0 0,-4-3 0 0,-2-1 128 0,-1 1-128 15,-2 0 128-15,-3-1-128 0,1 1 176 0,-1 1-176 16,1-1 192-16,-2-4-192 0,0-2-144 0,-1 0 144 15,2 1-208 1,2 2-1440-16,2-1-272 0,-2 1-64 0,2-3-16 0,1-4-2288 16,7 4-448-16</inkml:trace>
  <inkml:trace contextRef="#ctx0" brushRef="#br0" timeOffset="12837.68">11213 2140 12895 0,'0'0'576'0,"0"0"112"0,0 0-560 0,0 0-128 0,-2-3 0 0,2 3 0 0,0 0 7776 0,-6-1 1520 15,-1 0 304-15,-4 1 64 0,-1 0-6928 0,2 0-1392 16,-3 2-288-16,0 2-48 0,-4 0-432 0,3 0-96 16,1 1-16-16,0 1 0 0,0-1-304 0,1 1-160 15,-1 2 160-15,2 1-160 0,1-2 0 0,2-3 0 16,0 2 0-16,3 2 0 0,0 0 0 0,2 0 0 16,3-8 0-16,0 9 0 0,0-9 0 0,3 8 0 15,-2 1 0-15,3 1 0 0,1 1 0 0,3-1 0 16,0-1-128-16,1 0 128 0,1-2 0 0,2-3 0 15,3 1 0-15,-2 1 0 0,-2 1 0 0,2-2 0 16,4 2 0-16,-4-1 0 0,-4-1 0 0,2 1 0 16,3-1 0-16,-5 1 0 0,-2 2 0 0,-3 1 0 0,-4 0 0 0,0-9 0 15,0 0 144-15,0 0-144 16,-4 10 128-16,0-1-128 0,-1 0 128 0,-2-3-128 16,-2 1 0-16,0-2 128 0,-3-1-128 0,2 0 0 0,-2 1 0 15,3-4 0 1,0-1-960-16,0 0-128 0,-2 0-32 0,2 0 0 15,1-1-640-15,1 0-128 0,0-2-32 0,2-1-11568 0,-2 0-2320 0</inkml:trace>
  <inkml:trace contextRef="#ctx0" brushRef="#br0" timeOffset="13051">11340 2131 30399 0,'0'0'1344'0,"0"0"288"0,0 0-1312 0,-3 6-320 0,2 2 0 0,2 1 0 0,4 2 4480 0,1-1 816 16,-4 3 160-16,1 0 48 0,-1 0-3328 0,2 6-640 15,2-1-144-15,-1-1-32 0,-3 1-800 0,2 0-176 16,1-1-16-16,1-1-16 0,-2-3-224 0,-2-3-128 16,-1-1 128-16,2 1-128 15,0-3-272-15,-1 1-128 0,-2-8-32 0,0 0 0 16,6 7-1952-16,-6-7-400 0,0 0-80 0,0 0-18720 0</inkml:trace>
  <inkml:trace contextRef="#ctx0" brushRef="#br0" timeOffset="13199.72">11406 2027 36335 0,'0'0'1600'0,"0"0"352"0,0 0-1568 16,0 0-384-16,5 5 0 0,1 0 0 0,-1 2 0 0,1 0-304 16,1 1 48-16,2 1 16 15,-1 2-2112-15,1-2-416 0</inkml:trace>
  <inkml:trace contextRef="#ctx0" brushRef="#br0" timeOffset="13708.29">11791 2197 15663 0,'12'4'1392'0,"-12"-4"-1120"0,0 0-272 0,0 0 0 15,0 0 4608-15,0 0 880 0,-7-4 160 0,-1 3 48 16,0 1-2976-16,-3 1-592 0,-5 3-112 0,0-1-32 0,-1 2-224 0,3 2-48 16,2 3-16-16,-3 2 0 0,-5-2-560 15,3 3-112-15,2-2-32 0,2 2 0 16,-1-2-480-16,4 0-112 0,2-1-16 0,-2 5 0 15,3-5-384-15,3-1 0 0,4 0 0 0,0 0 0 0,0-9-208 0,0 0-80 16,7 7-16-16,-1 1 0 16,0-4-336-16,0 1-64 0,2-1 0 0,1-4-16 15,0 0 32-15,0-4 16 0,2 1 0 0,-1-1 0 0,1-1 384 0,2-1 80 16,2-2 16-16,1-3 0 16,-3-3 192-16,1 1 0 0,2-1 0 0,5-5 0 0,-2 4 0 0,-2 2 0 15,-2-3 0-15,-4 4 0 0,0 3 0 0,-1 4-192 16,1 4 48-16,-3-3 16 0,-8 4 816 0,0 0 160 15,0 0 48-15,3 6 0 0,1 5-64 0,0-2 0 16,0 1 0-16,1 2 0 0,-1 0-320 0,2-3-80 16,-3-1-16-16,1 1 0 0,0 1-256 0,1-2-160 15,1 0 192-15,-1 0-192 0,-1-2 0 0,0-2 0 16,1 1 0-16,-1 1 0 0,-4-6 0 0,0 0 0 16,0 0 0-16,0 0 0 0,6-2-128 0,1-2 128 15,-2 2 0-15,0-5-144 0,1 1 144 0,-1-5-208 16,1 0 80-16,2-1 128 0,1-1 0 0,2 0 0 15,-1-4 0-15,4 0 0 0,-1-1-304 0,6-6 64 16,-1 3 16-16,0 4 0 0,-1 3 64 0,0 4 16 0,-1 3 0 0,-2 3 0 16,-3 3 144-16,-1 2 0 0,-1 3 0 0,0 1 0 0,-2 3 256 15,1 3 144-15,-2 2 32 16,1 2 0-16,-1 1 16 0,-1 2 0 0,-1 2 0 0,1-1 0 16,2 6-256-16,-1 0-32 0,0-3-16 0,0 1 0 0,-1-2-144 0,2-1 0 15,1-6 0-15,-2 4 0 16,-2-1-2624-16,0 3-464 0</inkml:trace>
  <inkml:trace contextRef="#ctx0" brushRef="#br0" timeOffset="14260.44">13277 1810 44511 0,'-4'-13'1984'0,"3"7"384"0,-2 0-1888 0,1 1-480 0,-1 0 0 0,3 5 0 0,0 0 0 0,-4-4 0 15,-1 0-176-15,5 4 176 0,-7 0 1120 0,0 3 352 16,-3 2 64-16,1 4 0 0,-1 5-672 0,-2 6-144 16,-2 6-16-16,-1 7-16 0,2 1-192 0,0 6-48 15,0 4 0-15,0 3 0 0,2 1-96 0,1 1-32 16,3 0 0-16,0-6 0 0,3-2-320 0,3-5 144 15,1-2-144-15,3 0 0 16,-1-3-640-16,5-3-224 0,0-2-48 0,3-5-16 16,-1-3-800-16,1-5-144 0,1-4-48 0,2-1 0 15,2-2-2080-15,1-2-416 0</inkml:trace>
  <inkml:trace contextRef="#ctx0" brushRef="#br0" timeOffset="14494.6">13328 2213 45375 0,'0'0'2016'16,"0"0"416"-16,0 0-1952 0,-3 9-480 0,1 3 0 0,0 2 0 0,2 2 704 0,0 2 32 0,-1 4 16 0,1-3 0 15,1 1 384-15,2 4 80 0,1-1 0 0,0 1 16 16,0-1-752-16,0-1-160 0,1-1-16 0,-1-1-16 16,0-2-288-16,0-2 160 0,-1-3-160 0,0-2 128 15,-2 0-128-15,1-3 0 0,-1-2 0 0,-1-6 0 16,0 0-896-16,0 0-144 0,0 0-48 0,0 0 0 15,0 0-1136-15,0 0-224 0,-7-2-48 0,1-4-10752 16,-1 0-2160-16</inkml:trace>
  <inkml:trace contextRef="#ctx0" brushRef="#br0" timeOffset="14715.38">13281 2105 30399 0,'0'0'2704'0,"4"-5"-2160"15,0-1-544-15,4 1 0 0,2 1 3584 0,3 2 624 16,1-1 112-16,3-1 32 0,0 1-2976 0,2 2-592 15,-1-1-112-15,3 0-32 0,1 2-208 0,-1 2-48 16,-2 1-16-16,0 3 0 0,-3-2-368 0,1 2 0 16,-1 2 0-16,0 0-128 0,-5 2-96 0,-1 2-16 15,-4 2 0-15,-1 3 0 0,-3-2-32 0,-2 0-16 16,-4 2 0-16,-2 3 0 0,-1-2 288 0,-4 2-160 16,-1-2 160-16,1-3-128 0,-2 0-112 0,1-2-16 15,3-3 0-15,-2 3 0 16,1 0-2096-16,1-2-416 0,4-3-96 15</inkml:trace>
  <inkml:trace contextRef="#ctx0" brushRef="#br0" timeOffset="15058.57">13666 2123 30399 0,'0'0'2704'0,"-2"8"-2160"0,1 2-544 0,0 5 0 0,1 2 3776 0,0 0 656 15,0-2 128-15,0 2 32 16,-2 0-2496-16,2 1-496 0,2-1-112 0,0-1-16 0,1-2-768 0,1-3-176 15,0-1-16-15,0-1-16 0,0-1-304 0,-4-8-64 16,6 8-128-16,1-3 192 0,-7-5-192 0,6 0 0 16,2-1 0-16,0-3 0 0,-2 3 0 0,1-3-240 15,1-3 48-15,-2-2 16 16,1-1-272-16,-1-3-48 0,-1-2-16 0,1 1 0 16,-3-2-160-16,1 1-32 0,0 0-16 0,0-2 0 0,-1 4 320 15,-1-2 64-15,1 2 16 0,-2 1 0 0,1 3 320 16,-2 0-144-16,0 9 144 0,0 0 0 0,0 0 128 0,0 0 128 15,0 0 16-15,0 0 16 0,0 0 16 0,0 0 0 16,4 11 0-16,-1 1 0 0,1 1-64 0,2 0-16 16,0 0 0-16,2 0 0 0,1 2-224 0,1-1 0 15,1 0 0-15,-2-1 0 0,1-2 0 0,2-1-160 16,0-1 0-16,0-1 0 16,-3-1-1696-16,0-1-352 0,1 1-64 0,1-2-16 15,-3-1-1984-15,-8-4-400 0</inkml:trace>
  <inkml:trace contextRef="#ctx0" brushRef="#br0" timeOffset="15844.01">14062 2124 16575 0,'0'0'736'0,"0"0"160"0,0 0-720 0,0 0-176 0,-3 11 0 0,1 1 0 16,-1-1 6464-16,2 2 1248 0,-1-1 256 0,1 2 48 15,0-1-5104-15,1 2-1024 0,1-2-208 0,0-2-32 16,1 5-800-16,2 0-144 0,0-4-48 0,0-1 0 0,-1-2-384 0,-3-9-80 15,6 6 0-15,-1 0-16 16,-5-6-48-16,0 0-128 0,8 7 192 0,-8-7-64 0,0 0-128 0,0 0 0 16,7-2 0-16,1 0 0 0,-2-1 0 0,0-1 0 15,-1 0-224-15,0-2 80 0,1-5-192 0,-1 1-48 16,0-2 0-16,2-1 0 16,-2 0-176-16,1-1-32 0,2-3-16 0,0 0 0 15,-1-1-160-15,0 2-16 0,1 2-16 0,0 1 0 16,-4 0 192-16,1 5 32 0,-1 1 16 0,-4 7 0 0,0 0 560 0,0 0 256 15,0 0-32-15,0 0 0 0,0 0 384 0,1 11 80 0,-1 0 16 16,0 4 0-16,0-4-144 0,2 4-32 16,-1-1 0-16,0-1 0 0,2-2-272 0,-1-1-48 15,1 2-16-15,0-3 0 0,1 0-192 0,1 0 128 16,1-2-128-16,1-1 0 0,2-1 0 0,-1-2 0 16,1-2-208-16,0-1 64 15,0-1-240-15,0 0-64 0,0-3 0 0,1 0 0 16,-1-3-112-16,1-2-16 0,-1 0-16 0,-2 3 0 15,-2-2-16-15,1-1 0 0,1 0 0 0,0-1 0 16,-1-1-64-16,1 0-16 0,-1 1 0 16,2-3 0-16,-2 2-16 0,0 2 0 0,-2 3 0 0,-4 6 0 0,1-6 320 0,-1 6 64 15,0 0 16-15,0 0 0 0,0 0 720 0,0 0 144 0,-1 10 16 0,-1 0 16 16,1 0 16-16,1 0 0 0,0 0 0 0,0 2 0 16,1-4-368-16,3 1-80 0,0-1-16 15,1-1 0-15,0 1-144 0,3 0 0 0,3-2 0 16,-1 0 128-16,2-2-384 0,0-2-64 0,-1-2-32 0,4 0 0 15,-2 0-672-15,1 0-128 16,-1-2-16-16,-1-2-16 0,-2-2-32 0,2 1-16 0,0-4 0 16,-2 0 0-16,-2 0-256 0,0-2-48 0,-2 1-16 0,1-4 0 15,1-2 288-15,-2 2 64 0,1 1 16 16,-2-2 0-16,0 1 1184 0,-1 4 304 0,0 0 16 0,0 5 16 0,-4 5 1168 0,0 0 224 16,0 0 64-16,0 0 0 0,-3 9 656 0,1 2 144 15,-2 2 32-15,0 2 0 16,-1 4-656-16,1 2-128 0,0 1-32 0,0 3 0 0,0-1-592 0,0 1-112 15,3 0-16-15,1 7-16 16,0-2-512-16,2 0-112 0,2-7 0 0,0-1-16 0,0-1-304 0,1-1-128 16,1 4 128-16,1-3-128 0,0-2 0 15,-1-3 0-15,0 0 0 0,0 2 0 0,-1-2 0 16,1-5-304-16,-3 0 48 0,0-5 16 16,-3-6-208-16,0 0-64 0,0 0 0 0,0 0 0 15,0 0-880-15,0 0-176 0,0 0-32 0,0-8-16 16,-1 2-752-16,-1-3-160 0,1-2-32 0,0 1-9344 15,1-4-1888-15</inkml:trace>
  <inkml:trace contextRef="#ctx0" brushRef="#br0" timeOffset="16067.54">14617 2188 8287 0,'0'0'736'0,"0"0"-592"16,-1-6-144-16,1 6 0 0,0-7 6848 0,4 2 1328 16,1 0 272-16,2 2 48 0,0 1-6192 0,3 0-1248 0,-1-2-240 0,4 3-48 0,2 2-208 15,2 1-48-15,2 0 0 0,0 2 0 0,2 0-384 0,1 1-128 16,0-1 0-16,-1 3 0 0,-1 1 0 0,-2-1 0 15,-1 2 128-15,2 3-128 16,-2 1 0-16,-4-2 0 0,-3 0 0 0,-6 0 0 16,-3 1-176-16,0-1 176 0,-1 1-192 0,-1 0 192 0,-6-3-128 15,-1 0 128-15,2-1 0 0,-4 2 0 0,-4-2-304 0,1 1 48 16,-1 0 16-16,2 2 0 16,2-9-400-16,0 2-64 15,-4-4-32-15,4 0-11312 0,-2 0-2272 0</inkml:trace>
  <inkml:trace contextRef="#ctx0" brushRef="#br0" timeOffset="16376.84">14989 1676 3679 0,'0'0'320'0,"9"5"-320"16,-1-1 0-16,2 5 0 0,3 2 8864 0,7 3 1696 15,7 3 352-15,-1 1 64 0,-4-1-7840 0,1 3-1552 16,0-1-320-16,3 5-64 0,2-1-16 0,-4-1 0 16,0 4 0-16,1 2 0 0,1 2-544 0,0 0-96 0,0 4-32 0,0 5 0 15,-3-3-336-15,-1 2-176 16,-2 0 160-16,-4 0-160 0,-1 9 144 0,-4-12-144 16,-5 1 128-16,-2-2-128 0,-3-1 160 0,-2-1-160 15,-1-2 192-15,-2-2-192 0,-3-1 256 0,-1-2-64 0,-2-2-16 0,-3 1 0 16,0-5-176-16,-3 1 192 0,-1-6-192 0,0 2 192 15,0-3-192-15,0-4 0 0,2-1 0 0,-1 0-176 16,0-2-1360-16,2-1-256 16,1 1-64-16,0-4-20832 0</inkml:trace>
  <inkml:trace contextRef="#ctx0" brushRef="#br0" timeOffset="17315.84">2107 3737 29487 0,'-12'1'2624'0,"12"-1"-2112"0,-6 0-512 0,6 0 0 16,-7 0 3488-16,7 0 592 0,0 0 112 0,0 0 32 15,0 0-3104-15,0 0-608 0,0 0-128 0,0 0-32 16,0 0 480-16,10 11 80 0,1-5 32 0,-2 1 0 15,1-2-560-15,1 2-128 0,-11-7 0 0,13 6-16 16,-1 1-48-16,-2-1 0 0,-10-6 0 0,11 9 0 0,-2-1-64 0,-9-8-128 16,6 10 176-16,-1 2-176 0,-1 1 176 0,-1-2-176 15,-2-1 160-15,-2 2-160 0,-3 3 208 0,-1 1-48 16,0 0-16 0,-2 1 0-16,-2-2-16 0,-2 1-128 15,0 0 192-15,0-1-64 0,2 1-128 0,1 0 128 0,1-2-128 0,1-2 128 0,2-3-128 16,4-9 0-16,0 0 144 0,0 13-144 0,0-13 0 0,4 9 144 15,0-1-144-15,4-2 0 0,1-3 160 16,3 1-160-16,1-4 128 0,1 0-128 0,2 1 0 0,0-2 128 16,-1 1-128-16,1-4 0 0,1 1 0 0,2-1 0 15,1 2 0-15,-6-1 0 0,1-2-384 0,0 0 32 16,2 1 16-16,3-3 0 16,-2 2-2032-16,-1 0-384 0,3 0-96 0,7-3-10832 15,-1 0-2160-15</inkml:trace>
  <inkml:trace contextRef="#ctx0" brushRef="#br0" timeOffset="17496.15">2677 3882 30399 0,'0'0'2704'0,"-8"1"-2160"0,8-1-544 0,0 0 0 16,0 0 3584-16,0 0 592 0,0 0 128 0,0 0 32 15,0 0-3168-15,0 0-624 0,0 0-128 0,9-5-32 16,-9 5 128-16,14-3 0 0,-1-1 16 0,0-1 0 15,0-1-1424 1,2-1-304-16,-1-1-48 0,2 2-16 16,1-1-2112-16,-2 1-416 0</inkml:trace>
  <inkml:trace contextRef="#ctx0" brushRef="#br0" timeOffset="17910.66">2942 3736 45839 0,'0'0'2032'0,"0"0"416"0,0 0-1952 0,0 0-496 0,0 0 0 0,10-2 0 0,-4 1 528 0,2-1 16 15,-2 0 0-15,2 0 0 16,-1-1 544-16,2 2 96 0,0-3 32 0,0 1 0 0,0 3-736 0,2-2-144 16,-2 0-16-16,0 1-16 0,-1 1-304 0,-8 0 128 15,0 0-128-15,0 0 0 0,6 5 128 0,-6-5-128 16,4 7 0-16,-2 1 0 0,-2-8 160 0,-3 9-160 0,-1 0 128 16,0 1-128-16,0-3 128 0,-1 2-128 0,-3-1 128 15,2-1-128-15,-1 1 128 0,1 0-128 16,-1 0 128-16,2 0-128 0,0 0 0 0,1 1 128 15,1-3-128-15,1 2 0 0,-1-1 0 0,3-7 0 0,0 9 0 0,1-1 0 16,-1-8 0-16,5 11 0 16,2-3 128-16,1 1-128 0,1-1 0 0,1 0 0 0,2-2 0 0,1 1 0 15,0 1 0-15,2 0 128 16,-2-1-128-16,1 1 0 0,-1-1 0 0,-1-1 0 0,-2 1 128 16,1-1-128-16,-4 2 0 0,1 0 0 0,-1 2 0 0,-3 1 128 15,-3-5 96-15,-1 2 16 0,-1 0 0 0,-3 1 0 16,-2 0 16-16,0 2 16 0,-2 0 0 0,-1 0 0 15,-3-1-144-15,-2 1-128 0,0-1 192 0,-2 2-192 16,0-3 0-16,1 3 0 0,0-3 0 0,1 0 0 16,-2-1-320-16,5 1-192 15,-1-4-16-15,3 0-16 0,1 1-1584 0,8-6-320 16,0 0-64-16,0 0-19408 0</inkml:trace>
  <inkml:trace contextRef="#ctx0" brushRef="#br0" timeOffset="18068.82">3687 3742 18431 0,'0'0'816'0,"0"0"160"0,0 0-784 0,0 0-192 0,0 0 0 0,0 0 0 0,8 8 7728 0,-3-1 1488 16,-1-1 320-16,-4-6 48 0,0 8-7392 0,-1 0-1472 16,-2 0-288-16,-1 1-64 15,-2-1-944-15,0 2-192 0,1 0-48 0,0 2-14768 0,-2 1-2960 0</inkml:trace>
  <inkml:trace contextRef="#ctx0" brushRef="#br0" timeOffset="18217.65">3697 4096 29487 0,'0'0'2624'0,"0"0"-2112"16,0 0-512-16,0 0 0 0,7 7 3904 0,-7-7 656 0,8 7 144 16,-8-7 32-16,0 0-2176 0,8 6-416 0,-2 0-96 15,1-2 0-15,-7-4-1232 0,7 1-240 0,2-1-64 0,2-3 0 31,-1 2-1552-31,3 0-320 0,2 1-64 0</inkml:trace>
  <inkml:trace contextRef="#ctx0" brushRef="#br0" timeOffset="19798.59">4431 3738 41631 0,'0'0'1856'0,"0"0"368"0,0 0-1776 0,0 0-448 0,-2 0 0 0,2 0 0 16,0 0 640-16,-4 8 32 0,1 1 16 0,-1 6 0 15,-1 2 592-15,1 2 128 16,-1 3 32-16,0 3 0 0,0-1-704 0,1 2-144 0,-2-2-16 0,4 0-16 16,0-5-304-16,2 2-64 0,-1-4-16 0,1 0 0 15,0-1-176-15,0-6-144 0,1 1 144 0,3-1-208 16,-4-10-2480-16,0 0-512 0,10 5-80 0</inkml:trace>
  <inkml:trace contextRef="#ctx0" brushRef="#br0" timeOffset="19937.72">4468 3594 28559 0,'-5'-8'1264'0,"5"8"272"0,0 0-1232 0,0 0-304 0,0 0 0 0,0 0 0 0,0 0 896 0,0 0 128 16,0 0 32-16,9 4 0 16,1 1-3664-16,1 0-720 0,13 8-160 0,1-4-32 0</inkml:trace>
  <inkml:trace contextRef="#ctx0" brushRef="#br0" timeOffset="20243.77">4817 3673 13823 0,'0'0'1216'0,"0"0"-960"0,0 0-256 0,-5 4 0 0,1 1 5568 0,-1-1 1056 16,-2-3 224-16,-2 5 32 0,0-4-3808 0,-1 4-768 15,-2 0-160-15,-1-1-32 0,-3 2-384 0,2-1-64 0,0 1-32 0,-1 1 0 16,1-1-784-16,0 1-144 16,1-1-48-16,0-1 0 0,1 1-224 0,1-1-48 0,2 2-16 0,1-1 0 15,2-3-208-15,-1 1-32 0,7-5-128 0,0 0 192 16,0 6-192-16,3 2 0 0,0 0 0 0,2-1 0 15,3-1 0-15,1 1 0 0,2-1 0 0,3 1 0 16,-1-2 0-16,1 0 0 0,0 2 0 0,2-2 0 16,0 1 0-16,-1-2 0 0,-1 3 0 15,-2-1 0-15,-3 1 0 0,-1-1 0 0,-1 2 0 0,-2 1 0 16,-2 2 0-16,-2-1-128 0,-2 3 128 0,-2-2 0 16,-2-2 0-16,-2 0 0 0,-1 0-128 0,-2 0 128 15,-3 3 0-15,0-4 0 0,0-2-128 0,0 1 128 16,0-2-768-16,1 0-112 15,0 0-16-15,3-3 0 0,9-2-1408 0,0 0-272 16,0 0-64-16,0-7-16 0,5-2-2144 0,2-3-416 0,2-2-96 16</inkml:trace>
  <inkml:trace contextRef="#ctx0" brushRef="#br0" timeOffset="20478.84">4875 3766 10127 0,'0'0'896'0,"0"0"-704"0,4-7-192 0,-4 7 0 0,0 0 6032 0,0 0 1184 16,0 0 224-16,0 0 48 0,0 0-3584 0,0 0-704 15,-3 8-160-15,-2 4-32 0,1 2-1200 0,-3 2-240 16,1-1-48-16,1 1-16 0,-1 0-784 0,2-1-144 15,3 2-48-15,-2-2 0 0,2-2-304 0,1-3-64 16,4-1-16-16,0-1 0 0,3 0-144 0,0-2 0 16,1 0 0-16,1-3 0 0,2-3-240 0,0-1-16 15,1-1-16-15,0 0 0 16,0 0-240-16,-2-1-64 0,2-2 0 0,-3 2 0 16,0-6-80-16,-1 1-32 0,-2-1 0 0,0 1 0 15,-4 1-80-15,1-3-32 0,-3 1 0 0,0-4 0 16,-1 4-224-16,-1-1-64 0,-3-1 0 0,0-2 0 15,0 1-1664-15,-2 3-352 0,1 0-64 0,0-3-7776 0,0 2-1568 16</inkml:trace>
  <inkml:trace contextRef="#ctx0" brushRef="#br0" timeOffset="20908.63">5039 3498 29087 0,'0'0'1280'0,"5"-6"272"0,0-1-1232 0,1 2-320 0,-1 3 0 0,1-4 0 0,-6 6 1904 0,0 0 320 15,0 0 64-15,0 0 16 0,0 0 0 16,8 3 0-16,-8-3 0 0,8 7 0 0,-2 3-880 0,1 2-160 15,-2 5-48-15,-1 0 0 0,-1 3-400 0,-1 5-96 16,0 3-16-16,-1 2 0 0,0 2-208 0,0-2-48 16,2 3-16-16,0-2 0 0,-1-1-208 0,1-1-32 15,0-3-16-15,-1-3 0 0,1 1-176 0,-1-5 160 16,1 0-160-16,0-4 160 0,-1-4-160 0,-1-2 128 16,-1-9-128-16,0 8 128 0,0-8-128 0,0 0 0 15,0 0 0-15,0 0 0 0,0 0 0 0,0 0 0 16,0 0-192-16,0 0 192 0,0 0-272 0,0 0 64 15,0 0 16-15,0-10 0 0,0 1 48 0,2-1 16 16,0-1 0-16,2 0 0 0,2-2 0 0,-1-2 0 16,4 2 0-16,0-4 0 0,0 3 0 0,3 2 0 0,1-1 0 0,1 3 0 15,1-1 128-15,-1 2-192 16,0 3 192-16,1-1-192 0,-2 5 192 0,0 2 0 16,-2 0-144-16,0 2 144 0,-3-1 0 0,-1 5 0 15,0-2 0-15,-1 5 0 0,0 0 0 0,-2 3 0 16,0 3 0-16,-3-2 128 0,-4 0-128 0,-1 4 160 0,0-4-160 0,-1 0 160 15,-1 0-160-15,-1-1 128 0,-2-1-128 16,1-2 128-16,0 0-128 0,1 0 0 0,-4 0 0 0,1-2 0 31,-1-2-992-31,2-3-176 0,1 2-48 0,0 2 0 0,2-3-1760 16,6-3-352-16,-7 3-80 0</inkml:trace>
  <inkml:trace contextRef="#ctx0" brushRef="#br0" timeOffset="21618.99">5666 3671 29487 0,'0'0'2624'0,"0"0"-2112"0,0 0-512 0,0 0 0 0,0 0 3456 0,0 0 576 15,0 0 112-15,-3 6 16 0,-3 3-2032 0,-3 2-400 16,-3 2-96-16,0 1-16 0,-1 6-576 0,-1-1-112 16,-3 2-32-16,1 0 0 0,2 0-480 0,1-2-96 15,2 0-32-15,2-1 0 0,2-4-160 0,0-1-128 16,2-2 192-16,1-1-192 0,1-1 0 0,3 0 0 15,2-2 0-15,-2-7-144 16,0 0-288-16,5 4-48 0,-5-4-16 0,9 0 0 16,1 0-304-16,1-3-64 0,-1-2-16 0,2-2 0 15,0-2 112-15,1-1 0 0,0-3 16 0,1 0 0 16,0-3 176-16,1 2 16 0,-1-2 16 0,0 2 0 16,1-3 96-16,-2 4 32 0,-1 0 0 0,-3 0 0 0,0 1 272 0,0 3 144 15,-1 2-160-15,-2 5 160 0,-6 2 208 0,0 0 144 16,0 0 32-16,0 0 0 0,0 0 448 0,7 4 112 15,-1 1 16-15,0 1 0 0,-3 2-448 0,1 1-64 0,0 2-32 0,0-1 0 16,-1 1-416-16,2-1 0 16,0-1 128-16,0 0-128 0,1 0 0 0,-1-1 0 0,0-1 0 0,-5-7 0 15,8 4-384-15,-8-4 32 0,6 2 16 0,-6-2 0 32,8 2-80-32,0-2-16 0,0-2 0 0,0-2 0 0,-2-3 176 0,1-3 48 0,1-1 0 0,-1 0 0 15,2-3 208-15,1 0-144 0,0-1 144 0,0 0-128 0,0-2 128 16,-1 2 0-16,0 2 0 0,0 0 0 0,1 1 272 0,-2 3 48 15,0 3 0-15,-1 3 0 0,-7 3 384 16,0 0 64-16,6 3 32 0,1 3 0 0,-1 2 176 0,-1 1 48 16,-1 3 0-16,0 2 0 0,-1 2-432 15,-1 0-80-15,1-1 0 0,-2 2-16 0,1-1-304 0,0 1-64 16,2-2-128-16,-1 0 192 16,-2-5-192-16,2-1 0 0,-1 0 0 0,-2-9 0 0,0 0 0 0,0 0 0 15,4 7 0-15,-4-7 0 0,0 0 0 0,0 0 0 16,0 0-192-16,0 0 192 0,8-1-224 0,0-2 64 15,-2-2 16-15,2-3 0 0,-1 0-48 0,-1-3 0 16,1-1 0-16,-1-1 0 0,2 0 64 0,1-2 0 16,2 0 0-16,-1-1 0 0,0-1 128 0,2 3-192 15,-1 1 192-15,-1 4-192 0,0 2 192 0,0 3 0 16,-3-1-144-16,-7 5 144 0,7 1 0 0,-1 3 0 16,0 3 0-16,-1 3 0 0,0 2 272 0,-1 2 32 15,0 1 0-15,0 0 0 0,-2 1-112 0,1-1 0 16,0 1-16-16,1 0 0 0,-1-2-176 0,1-2 0 15,2 0 0-15,-1-3 0 16,-1-3-784-16,-4-6-192 0,5 7-48 0,1-1 0 16,2-2-2304-16,0-1-480 0,0-3-96 0</inkml:trace>
  <inkml:trace contextRef="#ctx0" brushRef="#br0" timeOffset="21967.18">6448 3630 38991 0,'-12'-5'1728'0,"12"5"352"16,-3-3-1664-16,3 3-416 0,0 0 0 0,0 0 0 0,0 0 704 0,0 0 64 0,0 0 16 0,0 0 0 0,0 0-224 0,10 3-48 16,2 0-16-16,-1-2 0 0,2 0-672 15,2 2-128-15,-2 1-16 0,1-3-16 16,1 2-976-16,-1-1-192 0,0 1-32 0,1 1-16 16,-2-4 368-16,-2 1 80 0,1 0 16 0,-2-1 0 0,-2 0 1088 0,-8 0 0 15,0 0 240-15,0 0-48 0,7 0 1424 0,-7 0 288 16,0 0 48-16,0 0 16 0,0 0 80 0,0 0 0 15,-3 8 16-15,-2 1 0 0,-2 3-784 0,0 2-144 16,-2 2-48-16,-2 2 0 0,-1 0-336 0,1 3-80 16,-2 0-16-1,2 0 0-15,3 1-128 0,3-4-16 0,1 1-16 0,2-5 0 16,2 2-304-16,2-2-48 0,2-1-16 0,3-2 0 0,0-4-128 0,4-1 0 16,1-1 0-16,3-1 0 0,2-2-128 0,3 0-64 0,2-2-16 15,1-2 0 1,2 2-544-16,0-6-96 0,0-1-32 0,2-3-15136 15,2 6-3040-15</inkml:trace>
  <inkml:trace contextRef="#ctx0" brushRef="#br0" timeOffset="23348.85">7555 3515 23039 0,'0'0'2048'0,"0"0"-1648"15,0 0-400-15,0 0 0 0,0 0 4720 0,0 0 848 16,0 0 192-16,1 12 16 0,-1 0-3536 0,-1 6-704 15,-3 2-128-15,0 4-48 0,2 6-32 0,-2 4-16 16,0 0 0-16,-3 3 0 0,-1-2-560 0,3-1-112 16,1-3-32-16,2-2 0 0,-1-4-336 0,2-3-64 15,0-7-16-15,2 0 0 0,0-2-192 0,2-3 0 0,-1-3 0 0,-2-7 0 16,0 0 192-16,0 0 0 0,0 0 0 0,7 0 0 16,-1-3-192-16,2-1-256 0,-1-4 48 0,1-1 16 15,-1-4 0-15,4-1 0 0,-3-3 0 0,1-4 0 16,0 2-64-16,1-4-16 0,1 0 0 15,-1 1 0-15,1-3-48 0,0 3 0 0,1 0 0 0,0 2 0 16,0 6 0-16,-1 1-16 0,0 1 0 16,-2 4 0-16,-3 2 128 0,1 2 16 0,-7 4 16 0,0 0 0 0,8 2 176 0,-3 4 176 15,-1 1-48-15,0 5 0 0,-3 1 208 16,2 1 48-16,-1 5 0 0,1-2 0 0,-1 2-144 0,2-2-32 16,0 3 0-16,1-3 0 0,2 0-208 15,-1-2 128-15,2-2-128 0,1 0 0 0,2-2 0 0,-1-1 0 16,1-3 0-16,-1-2 0 0,1 0 0 0,0-2 0 15,1-2 0-15,1-2 0 0,-1-2-160 0,1-1 160 16,0-1-128-16,1-3 128 16,1-2-256-16,-1-1 48 0,0 0 0 0,1-4 0 15,-2 0-176-15,0-2-48 0,0 0 0 0,0-3 0 16,2 1-144-16,-2-2-48 0,-1-1 0 16,-1 2 0-16,-2-1-48 0,-1 3-16 0,-2 2 0 0,-1 3 0 0,0 3 256 15,-1 2 48-15,-2 1 16 0,-2 7 0 0,0 0 368 0,0 0 0 16,0 0 128-16,0 0-128 0,-6 7 448 0,3 3 0 15,-1 3 0-15,-2 3 0 0,1 1-176 0,0 1-16 16,0 3-16-16,1 1 0 0,1 2-32 0,2-3 0 16,1 1 0-16,3-1 0 0,-1-2-48 0,2-1-16 15,0-3 0-15,3-1 0 0,0 0-144 0,4-2 0 0,-1-1 0 16,2-2 0-16,1-7 0 0,1 1 0 0,3-3 0 0,0-1-176 16,-1-1 176-16,0 0-128 0,0-2 128 0,1-3-128 15,0-2 128-15,0-1 0 0,-2-6 0 0,0 2-128 16,0-1 0-16,-2 0 0 0,-2-1 0 0,1-1 0 15,-1-1-128-15,-5 0-32 0,1 1 0 0,-2 0 0 16,-1 1 80-16,-2-1 16 0,-2 4 0 0,-1 3 0 0,-2 1 192 16,0 2 0-16,-4 2 0 0,0 2 0 15,-2 3 384-15,0 3 64 0,-1 2 0 0,-1 2 16 16,1 0-144-16,0 5-16 0,-1-1-16 0,1 2 0 16,1 0-144-16,1 1-16 0,1 2-128 0,2-3 192 0,1-3-192 15,1 3 0-15,2-4 0 16,1 2 0-16,0-5 0 0,0-6-192 0,3 8 16 0,-3-8 0 0,0 0-48 15,6 4-16-15,-6-4 0 0,9 1 0 16,1-2-272-16,-1-2-64 0,0-2-16 0,-1-1 0 16,1-2 80-16,0-1 32 0,-1-2 0 15,0 1 0-15,1-2-64 0,0-1-16 0,0-1 0 0,-1 1 0 16,0 2-16-16,-2 1 0 0,1 1 0 0,-2 2 0 0,-1 2 208 0,-4 5 48 16,0 0 0-16,0 0 0 0,0 0 320 0,0 0 288 15,0 8-48-15,0 2-16 0,1 3 528 0,-1 0 96 16,3 2 32-16,-1-1 0 0,1-1-368 0,1 0-64 15,1 0 0-15,3-1-16 0,1-3-240 0,1-3-64 16,3 0 0-16,0-2 0 0,0-2-128 0,2 0 0 16,-1-4 0-16,2-2 0 0,1-2 0 0,0-1 0 0,0 1 0 0,-3-3 0 15,-1-2 0-15,0-1 0 0,0 1 0 16,0-5 0-16,0 2 0 0,0-2 0 16,-1-3 144-16,1-1-144 0,0-1 0 0,-1-1 144 15,-3-2-144-15,0 0 0 0,1-2 128 0,0-2-128 16,-3 1 0-16,2 0 0 0,-1 0 128 0,0 4-128 0,-1 2 0 15,-3 4 0-15,-3 3 304 0,0 3-48 16,0 4-16-16,-1 7 0 0,0 0 416 0,0 0 96 16,-5 6 16-16,0 1 0 0,-1 6-288 0,-1 4-48 0,0 1-16 0,2 4 0 15,0 3-256-15,0 2-160 0,0-1 192 0,1 3-192 16,1-2 128-16,0 1-128 0,2-1 0 0,1 0 0 16,1-1 0-16,1-1 0 0,-1-3 0 0,0-2 0 15,1-2-432-15,-1-1-32 16,2-6-16-16,-1 0 0 0,1 0-1856 0,1-1-368 15,0-3-80-15,-4-7-16560 0</inkml:trace>
  <inkml:trace contextRef="#ctx0" brushRef="#br0" timeOffset="23539.75">8718 3697 29487 0,'0'0'2624'0,"-4"-3"-2112"15,4 3-512-15,0 0 0 0,-3-4 2816 0,3 4 448 16,0 0 80-16,0 0 32 0,6-4-2000 0,0-1-400 15,3 1-80-15,0 0 0 0,3 0-240 0,1 2-32 16,3-2-16-16,1 2 0 0,1 0-448 0,3-1-160 16,1-2 0-16,2 0 144 15,2 2-1104-15,2-1-240 0,2 2-32 0,3 2-12000 16,-1-4-2384-16</inkml:trace>
  <inkml:trace contextRef="#ctx0" brushRef="#br0" timeOffset="25047.16">9780 3690 34031 0,'0'0'1504'0,"-1"-8"320"0,0-1-1456 0,1-4-368 0,2 3 0 0,0-3 0 0,-2 1 1280 0,0 0 176 16,0 0 32-16,-2 1 16 0,0-1 160 0,-2 2 16 15,0-1 16-15,-1 3 0 0,0 4-544 0,-3 2-128 16,-3 0 0-16,-2 4-16 0,-2-1-304 0,-2 3-64 16,-2 3-16-16,-1 2 0 0,-4 2-176 0,2 2-48 15,-1 3 0-15,2 1 0 0,1 0-144 0,4 0-16 0,3-3-16 0,3 1 0 16,2-1-224-16,3 0 0 16,2-1 0-16,3-1 0 0,3-2-192 0,2-2-128 15,2-1-16-15,1-2-16 16,2-2-416-16,2-1-64 0,-1-2-32 0,2 0 0 15,0-2 96-15,1-2 0 0,0 0 16 0,2-3 0 16,-3-1 96-16,0 1 16 0,0-2 0 0,-2-2 0 0,4 1 192 0,-4-2 32 0,0-2 16 0,-1-1 0 16,-1 0 112-16,2 0 32 0,-1 4 0 15,1-1 0-15,-3 3 256 0,-2-2-192 0,1 2 192 0,-2 3-160 0,0 2 160 16,-5 4 0-16,0 0 0 0,0 0 0 0,0 0 512 16,3 8 48-16,-1 1 0 0,0 1 0 0,-1 2-64 0,0 1-16 15,0 1 0-15,3 1 0 0,0 0-320 0,1-2-160 16,2-1 160-16,1 1-160 15,0-1 0-15,2-1 0 0,3-1 0 0,1-1 0 0,2-3 0 0,2-2-128 16,1-1-16-16,0-2 0 0,2-2-176 0,2 1-16 16,1-4-16-16,-2 1 0 15,-1-3 224-15,-3-1 128 0,0 1-160 0,-2-2 160 0,0 0 0 0,-2 0 0 16,-2 0 0-16,-3-1 0 0,-1-1 144 0,-3 1-16 16,-2-3-128-16,-1 3 192 0,0-3-192 0,-2 2 0 15,-2-2 128-15,-2 1-128 0,-2 4 0 0,-1-2 0 16,-1 2 0-16,-2 2 0 0,-3 0 0 0,-3 2 176 15,1 0-176-15,-2 5 160 0,0 2 80 0,-1 2 16 16,-1 2 0-16,1 1 0 0,0 0 16 0,2 2 16 16,2 2 0-16,1 0 0 0,1-2-96 0,3 1 0 15,2-1-16-15,3-1 0 0,2 0-176 0,2 0-144 16,2-4 144-16,4 1-208 16,0-2-352-16,3-1-64 0,2-2-16 0,0-2 0 15,3-1-64-15,0-2 0 0,0 1-16 0,2-3 0 16,-1-2 96-16,2 1 32 0,2-1 0 0,0-2 0 15,1-3-32-15,1-1 0 0,0-2 0 0,-1 0 0 16,1-2-144-16,-1-1-16 0,1 0-16 0,-2-2 0 0,-2-3 144 16,0-2 16-16,1 0 16 0,-2-2 0 0,-2 2 416 0,-2 2 80 0,-1 3 128 0,-4 3-208 15,0 1 384-15,-2 5 80 0,-4 0 0 0,1 5 16 16,-2 6 912-16,0 0 176 0,0 0 48 0,-6 8 0 16,0 2 0-16,-1 3 0 0,0 4 0 0,-3 3 0 15,1 2-832-15,0 1-176 0,0 2-16 0,1 1-16 16,2-1-240-16,2 0-128 0,1-2 128 0,2 0-128 0,1 1 0 0,4-3 144 15,0-4-144-15,2 0 0 0,3-4 0 0,2 1 0 16,2-4-192-16,3 0 48 16,-1-4-272-16,3-2-48 0,1-3-16 0,2 2 0 15,-3-3-16-15,0-1 0 0,0-2 0 0,1-1 0 0,-1-2 112 0,0-1 32 16,-1-1 0-16,1 0 0 0,-1-2 128 0,-1 0 32 16,-2-1 0-16,-2-2 0 0,-2 0-128 0,-2 0-32 15,-5 0 0-15,1 1 0 0,2 4 160 0,-5 1 48 16,-6-4 0-16,-1 2 0 0,-2 3 336 0,-1-2 64 15,1 3 0-15,-4 1 16 0,-3 2 400 0,-2 4 80 0,0 2 16 16,-2 2 0-16,0 4-64 0,-1 2 0 16,3 1 0-16,-2 2 0 0,-1 0-48 0,3 2-16 15,3-2 0-15,4 0 0 0,-1-2-256 0,3 2-48 16,3-2-16-16,4-2 0 0,1 0-320 0,2-2 0 16,2-1 0-16,3 0 0 0,2-2 0 0,1 1 0 15,1-4-160-15,1-1 160 0,2-4-304 0,3 0 48 16,-2-2 16-16,1-1 0 0,2-2-16 0,1-2-16 0,-1-1 0 0,0-1 0 15,-1-2 16-15,3-2 0 0,1-5 0 16,-1 0 0 0,0 0-128-16,-2-4-32 0,0 1 0 0,2-5 0 0,0 1-96 15,-1 1 0-15,2-3-16 0,-4 2 0 16,-4 1 224-16,-1 2 48 0,-5 2 16 0,-1 5 0 0,-2 4 240 0,-3 5 256 0,-1 8-48 16,0 0-16-16,0 0 688 0,-9 3 128 0,-3 2 16 0,-2 5 16 15,-1 6-336-15,2 2-80 0,0 3-16 0,0 1 0 0,-2 1-240 0,2-1-48 16,2-1-16-16,2 1 0 0,1 0-80 15,0 0-16-15,2-1 0 0,5 0 0 16,2 0-80-16,1-6-128 0,0-2 176 0,2-1-176 0,1 0 0 16,4-3 0-16,1-1 0 0,2-3 0 0,-1-4-288 0,3-1-16 15,3-1 0-15,-1-2 0 16,-1-1-288-16,0 1-64 0,-4-4-16 16,4-1 0-16,-1-2 256 0,0-2 48 0,-1-1 16 15,2 0 0-15,-2-1 160 0,0 1 16 0,-3 0 16 0,1 1 0 0,-4 1 160 16,0 4 0-16,-3-1 0 0,0 5 0 0,-4 3 480 0,0 0 80 15,0 0 16-15,0 0 0 0,0 0 496 0,-2 8 96 16,0 2 32-16,-2 2 0 0,-3 1-368 0,2 0-64 16,1-2 0-16,3 2-16 0,1 0-432 0,0-3-96 0,0 1-16 15,-1-2 0-15,2 0-208 0,2-1-160 16,-3-8 32-16,0 0 0 16,6 5-2144-16,-6-5-416 0,0 0-96 0</inkml:trace>
  <inkml:trace contextRef="#ctx0" brushRef="#br0" timeOffset="25183.43">11169 3319 25791 0,'-5'-7'2304'16,"0"1"-1856"-16,1-2-448 0,2 1 0 0,5 1 2016 0,0-1 304 0,-1 1 64 0,5 0 16 31,4 1-3392-31,0 0-672 0,-1 2-144 0</inkml:trace>
  <inkml:trace contextRef="#ctx0" brushRef="#br0" timeOffset="25353.27">11355 3252 17503 0,'-10'9'1552'0,"10"-9"-1232"0,-4 8-320 0,0 1 0 0,0 2 5184 0,2-1 992 0,-4 4 192 0,1 1 32 15,1 0-3760-15,2 4-752 0,2-2-160 0,-3 2-16 0,-1 2-464 0,2 1-96 16,0 0 0-16,0 7-16 0,0-3-720 16,0 0-144-16,-2-2-16 0,1-2-16 0,1 1-240 0,0-2 0 15,4-3 0-15,-5-2 0 16,-1-2-592-16,0-3-224 15,-2-1-32-15,0-1-16 0,4 2-1440 0,-3-5-304 0,-2-2-48 0,-2 0-10144 16,-1 0-2016-16</inkml:trace>
  <inkml:trace contextRef="#ctx0" brushRef="#br0" timeOffset="25587.28">11105 3613 33807 0,'4'-5'1488'0,"2"4"320"0,6-5-1440 0,1 3-368 16,-1-1 0-16,4-3 0 0,2 2 1600 0,0 0 256 0,0-1 64 15,1 1 0-15,-4 3-208 0,4-4-48 0,-1 5 0 0,-1-3 0 16,0 2-416-16,0 2-96 0,-3 1 0 0,0 0-16 16,-2 3-416-16,-2-1-80 0,-10-3 0 0,10 8-16 15,-1 1-288-15,-1 1-48 0,-3 3-16 0,0-2 0 16,-1 0-128-16,-3 1-16 0,1 0-128 0,-1 0 192 0,-1-2-192 0,0-1 0 16,0-9-144-16,0 9 144 15,0-9-1744-15,0 0-256 0,0 0-48 0,0 0-19968 16</inkml:trace>
  <inkml:trace contextRef="#ctx0" brushRef="#br0" timeOffset="25726.75">11522 3415 32015 0,'0'0'1408'0,"0"0"320"0,0 0-1392 0,0 0-336 0,8 0 0 0,0 0 0 0,2 0 0 0,1 3-192 16,0-7 32-16,4 5-13920 0</inkml:trace>
  <inkml:trace contextRef="#ctx0" brushRef="#br0" timeOffset="26217.51">11852 3457 40655 0,'0'0'1792'0,"-8"2"384"0,0 2-1728 0,1 1-448 16,-2 1 0-16,-1 0 0 0,0 1 1824 0,-2 3 288 16,-2-1 48-16,0 2 16 0,-1-1-640 0,0-2-128 0,-4 1-32 0,2 0 0 15,3 2-576-15,1-4-112 0,0 1-32 0,3 0 0 16,0-1-352-16,3-1-80 0,0 1-16 15,3-1 0-15,4-6-208 0,0 0 0 0,-4 4 0 0,4-4 0 16,0 0 0-16,0 0 0 0,0 0 0 0,0 0 0 16,5 7-224-16,3-3 64 0,0-3 16 15,3 0 0-15,0-1-48 0,1-1-16 0,1-2 0 0,1-1 0 16,2-1-48-16,1-1-16 0,0-2 0 16,2 1 0-16,-2-2-48 0,0 0 0 0,0 1 0 0,0-4 0 15,0 1 80-15,-1 0 16 0,-3 2 0 0,-4 5 0 16,-1 3 96-16,-2 1 128 0,-6 0-208 0,0 0 80 15,4 5 288-15,-1-1 64 0,-1 5 16 0,0-1 0 0,-1 1 256 0,-2 4 48 16,-1-2 16-16,2 2 0 0,0-6-240 0,0 3-32 16,-1-1-16-16,0 0 0 0,1 0-144 0,0-1-128 15,1-2 144-15,0 1-144 0,2 1 128 0,-3-8-128 16,4 6 0-16,-4-6 0 0,0 0 0 0,0 0 0 16,6-2 0-16,1 0 0 0,1 0 0 0,0-4 0 15,-3 0 0-15,0-2 0 0,2-1 0 0,0 0 0 16,4-4 0-16,1-2 0 0,-1 0-256 15,2-1-32-15,0-3-16 0,2 2 0 0,2 0 112 0,1 0 32 16,1 1 0-16,1-3 0 0,5-2 160 0,-3 4-128 16,-2 2 128-16,-6 8-128 0,-1 0 128 0,-3 4 0 0,-1 1 0 15,-1 4 0-15,0 5 320 0,-1 2 0 16,-3 3 0-16,-3 1 0 0,-1 1-16 0,0 2-16 0,0 0 0 16,0 0 0-16,0 0-160 0,0 1-128 0,0 0 144 0,-1 0-144 15,1 0 0-15,1 1 0 0,1-2 0 16,1-1 0-1,1 1-1632-15,4-2-368 0,4-1-80 0</inkml:trace>
  <inkml:trace contextRef="#ctx0" brushRef="#br0" timeOffset="26798.66">13401 3115 15663 0,'-8'-14'688'0,"4"9"144"0,-1-2-656 0,0-1-176 15,0-1 0-15,-2 1 0 0,-1 2 5584 0,0 1 1088 0,-2-2 224 16,0 3 32-16,-1 2-4448 0,-1 0-896 0,-2 4-176 0,-2 1-48 16,-1 4-80-16,-1 3-32 0,-4 7 0 0,-3 7 0 15,-2 2-352-15,-3 6-64 0,1 6 0 0,-1 4-16 16,0 4-128-16,-1 1-32 0,0-3 0 0,2 2 0 15,4-3-256-15,6-2-48 0,3 0-16 0,6-2 0 16,3-1-336-16,6-2 128 0,3-2-128 0,5-3 0 0,2-2 0 16,3-4 0-16,3-2-192 0,2-5 64 15,0-2-896-15,2-3-160 0,3-4-32 16,0-2-16-16,1-2-1808 0,2 0-352 0,0-5-80 16</inkml:trace>
  <inkml:trace contextRef="#ctx0" brushRef="#br0" timeOffset="27328.94">13535 3176 41295 0,'0'0'1824'0,"0"0"384"0,-4 7-1760 0,0 2-448 0,-1 3 0 0,0 6 0 15,-3 0 960-15,0 7 128 0,0 2 0 0,-1 2 16 16,-1 2 480-16,1 2 80 0,0 0 32 0,1-1 0 16,0 0-928-16,2-1-192 0,-1-1-48 0,2-2 0 15,1 1-320-15,1-7-64 0,1-1-16 0,-1-5 0 16,0-1-128-16,2-2 128 0,0-2-128 0,0-3 128 15,1-8-128-15,0 0 0 0,0 0 0 0,0 0 0 16,0 0-160-16,0 0-16 0,0 0 0 0,0 0 0 0,0 0-144 16,0 0-16-16,-2-8-16 0,4-3 0 0,0-2 80 0,2 0 16 15,1 2 0-15,3-2 0 16,1-4 0-16,2 4 0 0,0-6 0 0,2 4 0 16,0 0 80-16,2 1 32 0,0 1 0 0,2 0 0 15,-1 1 144-15,1 3-208 0,-1-1 80 0,1 2 128 0,0 3-192 0,-1 2 192 16,0 2-192-16,0-1 192 0,-3 1-128 0,-3 1 128 15,1 1 0-15,-2 3 0 0,-1 3 0 0,-3 2 0 16,-3 1 0-16,0 2 128 0,-4 0 112 0,0 1 16 16,-3 0 0-16,-2 3 0 0,-1-2 48 0,-2 2 16 15,-3-1 0-15,0 1 0 0,-2-2-32 0,1-1 0 16,-2-1 0-16,2-2 0 16,-2 0-160-16,2-1-128 0,0-4 144 0,-1 1-144 15,1-2-640-15,2-1-240 0,2-2-32 0,1 1-16 16,0-2-2112-16,9 0-416 0,0 0-96 0</inkml:trace>
  <inkml:trace contextRef="#ctx0" brushRef="#br0" timeOffset="27640.31">13870 3505 11967 0,'0'0'528'0,"-8"0"112"0,-2 0-512 0,-2 4-128 0,1 4 0 0,-1 2 0 15,0-2 7872-15,-1 4 1536 0,0 1 304 0,0 1 64 16,0 0-6704-16,1 1-1344 0,2-2-272 0,2-1-48 15,1-2-816-15,3 2-144 0,2-3-48 0,2-1 0 0,0-8-400 16,5 7 0-16,2 0 0 0,3-2 0 0,3-2-128 16,3-2-128-16,1-1 0 0,2-1-16 15,2-2-496-15,0-2-112 0,0 0-16 0,-2-2 0 16,0-1-176-16,-2 1-32 16,-2-3-16-16,0 3 0 0,-4-4 64 0,0 3 16 15,-2 1 0-15,-3-1 0 0,1-1 272 0,-3 1 64 0,-2 0 16 0,-2 0 0 0,-2-4 544 16,-1 2 144-16,-1 0 0 0,-1 0 0 15,-3 3 0-15,3 0 0 0,0 2-144 0,0-2 144 16,-1 2-400-16,1-1-32 0,1-1 0 0,0 1 0 16,0 0-1088-16,4 6-208 0,0 0-64 0,0 0 0 15,0 0-2112-15,6-5-448 0,-1 1-64 0</inkml:trace>
  <inkml:trace contextRef="#ctx0" brushRef="#br0" timeOffset="27787.04">14046 3465 8287 0,'0'0'368'0,"0"0"80"0,0 0-448 0,0 0 0 0,0 0 0 0,0 0 0 15,7 5 6208-15,-7-5 1168 16,0 0 240-16,5 9 32 0,-1 3-4144 0,-1-1-832 15,-1 0-176-15,-2 3-16 0,0-2-816 0,1 1-176 16,-1 1-16-16,0-1-16 0,0-1-864 0,-1 0-160 16,0-2-48-16,0-1 0 0,1-1-256 0,0 0-128 0,0-8 0 15,0 0 128 1,0 0-1136-16,0 0-224 0,2 5-48 0,-2-5-13216 0,0 0-2640 0</inkml:trace>
  <inkml:trace contextRef="#ctx0" brushRef="#br0" timeOffset="28539.72">14230 3143 16575 0,'0'0'1472'0,"1"-6"-1168"0,-1 1-304 0,0 5 0 0,0 0 5488 0,0 0 1040 16,4-2 192-16,-1-5 64 0,1 2-5392 0,-4 5-1072 16,6-3-320-16,2-1 128 0,0 3 16 0,0 0 0 15,1-1 0-15,0 0 0 0,-1 2-144 0,0 1 0 16,-8-1 0-16,9 4 0 0,-3 1 192 0,1 0 64 15,-2 5 16-15,-1-1 0 0,-1 4 768 0,-2 2 160 16,-1 2 16-16,-1 5 16 0,-5 2-16 0,1 2 0 16,-1 0 0-16,-1 3 0 0,1-1-272 15,-1 1-64-15,1-2-16 0,-1 0 0 0,2-1-384 0,1-3-80 16,1-1-16-16,2-1 0 0,0 0-240 0,1-1-144 16,0-1 160-16,2-2-160 0,1-1 128 15,1-6-128-15,0-1 0 0,1 2 144 0,0-5-144 0,2 1 0 16,-7-7 144-16,9 4-144 0,1-2 0 0,2-2 0 15,-2-1 0-15,2-2-128 0,1 1 128 0,0-1-128 16,2-1 128-16,-1-2-128 0,2-5-32 0,-1-1 0 16,1-1 0-16,1 0 0 15,1-1-208-15,2-2-32 0,-5-2-16 0,0 0 0 16,-1 0-80-16,-2-1-16 0,-3 1 0 0,-3 5 0 0,0 1 192 0,-4 2 48 0,-1 3 0 16,-1 7 0-16,-5-3 272 0,-1 1 128 0,-3 2-128 0,-3 4 192 15,-1 1 192-15,1 2 48 0,0 1 0 0,1 2 0 16,-2 3-192-16,0 0-48 0,3 4 0 0,1-4 0 15,3 0-192-15,1-1 128 0,-1-2-128 0,5 2 0 16,2-3 0-16,3 0 0 0,1-1 0 0,3 3 0 16,1-5-800-1,2 1-160-15,-1-3-16 0,5-1-16 0,0 0-1392 0,1-3-288 0,-2 0-48 16,1-3-16-16,-2 2-1104 0,-2-3-208 0,1-2-48 0,-3-1-16 16,0-3 1776-16,2-2 352 0,-2-1 80 15,-1-1 16-15,-2 1 1888 0,1 0 496 0,-1-3 32 0,-1-1 16 0,1 1 2192 0,-2 3 432 16,-2 2 96-16,1 1 0 15,-2 4-400-15,-1 6-96 0,0 0-16 0,0 0 0 0,0 0-768 0,0 0-144 16,0 0-48-16,0 10 0 0,-1 2-688 16,1 2-144-16,1 2-16 0,-1 1-16 0,-2 0-352 0,0-1-80 15,1-1-16-15,0 1 0 0,2 0-160 0,-1-2-48 16,0-2 0-16,1-2 0 0,1 1-144 0,-1-2-128 16,-1-9 192-16,0 0-192 0,0 0 160 0,0 0-160 15,0 0 128-15,0 0-128 0,0 0 0 0,0 0 0 16,0 0 128-16,0 0-128 0,0 0 0 0,0 0 0 15,1-8 0-15,2 0 0 0,-1 0 0 0,0-4 0 16,-1 2 0-16,2-2 0 0,2-2-128 0,1-2-16 16,2 1 0-16,3-5 0 15,-4 1-704-15,4-2-144 0,2-4-32 0,2-1 0 16,2-3-1504-16,2-2-304 0,-1 0-64 0</inkml:trace>
  <inkml:trace contextRef="#ctx0" brushRef="#br0" timeOffset="28822.38">15072 2922 23951 0,'0'0'1056'0,"5"-1"224"0,3 0-1024 0,1 3-256 0,3 3 0 0,1-1 0 16,0 0 3968-16,2 3 720 0,-1-2 160 0,2 5 16 0,-1 3-1920 0,3 3-384 16,2 5-64-16,-4-4-32 0,-1 2-1120 0,2 5-240 15,3 2-32-15,-1 4-16 0,1 4-624 0,-2 4-128 16,0 2-32-16,-1-1 0 0,0 9-144 0,-8-11-128 15,-2-1 144-15,-3 1-144 16,-2-1 256-16,-2 1-64 0,-1-3 0 0,-3 0 0 0,-2 0 64 0,-1-4 16 16,-1-3 0-16,-1 2 0 0,-2-6-96 0,-2-1-32 15,-2-1 0-15,1-3 0 0,-2-2-144 0,-2 2 128 16,1-3-128-16,1-2 128 0,1-4-128 0,0 0 0 16,5-2 0-16,2-2-176 15,0-5-1536-15,8 0-304 0,0 0-64 0</inkml:trace>
  <inkml:trace contextRef="#ctx0" brushRef="#br0" timeOffset="30028.58">2156 5290 25791 0,'-15'0'2304'0,"8"0"-1856"16,-1-2-448-16,2 1 0 0,6 1 4672 0,0 0 832 0,0 0 160 0,0 0 32 15,0 0-4128-15,0 0-832 0,4-6-160 0,4-1-48 16,2 1 96-16,2-1 16 16,1 3 0-16,1-2 0 0,0-1-432 0,2 1-80 15,2 0 0-15,1 1-128 0,0 0 0 0,-1 1 0 0,-2 0 0 0,0 0 0 16,-1 2 128-16,-2 2-128 0,0 0 0 0,-1 0 0 15,-4-3 0-15,-8 3 0 0,8 4 0 0,-8-4 0 16,0 0 176-16,0 0-176 0,1 9 160 0,-1 0-160 16,-3-1 336-16,0-1-16 0,-4 2-16 0,1-3 0 15,-2 2-160-15,0 1-16 0,-1 2-128 0,-2-2 192 16,0-1-16-16,-1-1-16 0,1 0 0 0,1 1 0 0,-2 1-160 16,2 0 160-16,2-1-160 0,0 0 160 0,2-2-160 0,2 1 0 15,4-7 0-15,-3 6 128 0,1 1-128 0,2-7 0 16,0 0 0-16,2 7 0 0,-2-7 0 15,7 8 128-15,1-1-128 0,2-1 0 0,2 0 0 16,-2-3 0-16,-1 1 0 0,2 0 0 0,0 0 0 16,2 0 0-16,0 0 0 0,1 1 0 0,0 3 0 0,0 0 0 15,-1-3 0-15,-1 4 0 0,0-2 0 0,-2-1 0 16,-2 2 0-16,-2 0 0 0,0-2 0 0,-2 2 0 16,-3 0 0-16,-1 0 0 0,-1 0 0 0,-2 0 0 15,-2 1 128-15,-2 1-128 0,-2-1 208 0,-1 2-32 16,-3 0-16-16,-2 1 0 0,1 0-160 0,-2 0 192 15,1-1-192-15,-1-3 192 0,0 1-192 0,-1-2 0 16,1-1 0-16,0 1 128 16,3-3-640-16,0 1-144 0,1-2-32 0,6-2 0 15,6-1-1712-15,0 0-352 0,0 0-64 0</inkml:trace>
  <inkml:trace contextRef="#ctx0" brushRef="#br0" timeOffset="30220.08">2714 5371 12895 0,'0'0'576'0,"0"0"112"0,0 0-560 0,0 0-128 0,0 0 0 0,0 0 0 16,8-2 7936-16,-8 2 1536 0,8-1 320 0,0 0 64 15,1 1-7472-15,0-3-1488 16,0 2-320-16,0-2-48 0,2 3-336 0,0-4-64 0,3 2 0 0,-1-1-128 16,-2 0-352-16,4 1-176 0,0-5-48 0,2 2 0 15,0 1-2000-15,1-2-416 0,1-1-80 0</inkml:trace>
  <inkml:trace contextRef="#ctx0" brushRef="#br0" timeOffset="30570.33">3259 5178 41119 0,'0'0'1824'0,"-5"0"368"0,5 0-1744 0,0 0-448 0,0 0 0 0,0 0 0 0,0 0 1488 0,-4 1 224 15,0 0 32-15,-2 2 16 0,1 1-144 0,-1 1-16 16,1 2-16-16,0-2 0 0,-3 1-752 0,2 2-160 15,-1 0-32-15,1 0 0 0,-2 2-240 0,0 1-48 16,-4-2-16-16,3 0 0 0,0-1-80 0,0 1 0 0,0 1-16 0,-3 1 0 16,1-1-96-16,2-1-16 0,0-2 0 0,1 1 0 15,1-1-128-15,1 1 0 16,1-1 0-16,1-3 0 0,0 1 0 0,4-5 0 16,0 0 0-16,0 0 0 0,0 0 128 0,0 0 0 15,0 0 0-15,0 0 0 0,0 0-128 0,0 0-176 0,9 5 48 16,-1-1 0-16,3-1 128 0,2-3 0 0,0-2 0 0,0 1 0 15,0 0 0-15,1-1 0 0,1 0 0 0,0-1 0 16,2 1 0-16,0 0 0 0,0-3 0 0,-1 4 0 16,-1-5-128-16,1 5 0 0,0-3 0 0,-1 2 0 15,1-2-144-15,0 0-32 0,-1 0 0 0,0 0 0 16,-2 0-768-16,-2 0-144 0,-2 2-48 0,-1-1 0 16,-1-1-944-16,-7 4-192 0,0 0-32 0,5-5-11472 15,-5 5-2288-15</inkml:trace>
  <inkml:trace contextRef="#ctx0" brushRef="#br0" timeOffset="30819.59">3298 5162 4607 0,'0'0'192'0,"0"0"64"0,0-5-256 0,0 5 0 0,0 0 0 0,0 0 0 0,0 0 7760 0,0 0 1520 15,0 0 288-15,0 0 64 0,0 0-5664 0,0 0-1152 16,3 10-208-16,-2 3-48 0,-2 0-832 0,1 4-176 15,0 1-16-15,-1 2-16 0,-2-2-704 0,2 3-144 0,1 1-32 0,-2 3 0 16,1 2-64-16,0 1-32 16,-2-3 0-16,3 1 0 0,2-4-544 0,-1 0-320 0,-1-1 32 0,1 0 16 15,0-3 272-15,1 0 0 16,-1-1 0-16,0-2 0 16,2-4-704-16,0 0-48 0,-1-3 0 0,2-1 0 15,-4-7-1808-15,8 7-352 0,1-2-80 0,2-2-16 0</inkml:trace>
  <inkml:trace contextRef="#ctx0" brushRef="#br0" timeOffset="31025.47">3855 5110 36863 0,'0'0'3264'0,"0"0"-2608"16,0 0-528-16,0 0-128 0,0 0 2992 0,0 0 560 15,0 0 112-15,0 0 32 0,0 0-2992 0,0 0-576 16,0 0-128-16,0 9 0 16,1 0-1536-16,2-2-288 0,1 2-48 0,0 1-18480 0</inkml:trace>
  <inkml:trace contextRef="#ctx0" brushRef="#br0" timeOffset="31157.66">3899 5337 46879 0,'0'0'2080'0,"-3"6"416"0,-3 1-1984 0,1-1-512 16,2 1 0-16,1 1 0 0,-2-1 1664 0,0 1 224 0,0-1 48 15,4-7 16-15,-4 6-752 0,4-6-160 16,0 0-16-16,0 0-16 0,0 0-624 0,0 0-128 16,0 0-32-16,0 0 0 0,0 0-416 0,0 0-96 15,0 0-16-15,0 0 0 16,0 0-1776-16,9 0-352 0,2 0-80 0</inkml:trace>
  <inkml:trace contextRef="#ctx0" brushRef="#br0" timeOffset="40982.3">4622 5193 33167 0,'0'0'2944'0,"0"0"-2352"0,-6-5-464 0,3 0-128 16,0 0 2544-16,2-1 480 0,-1 1 112 0,0 0 0 16,-1 0-2048-16,1-2-400 0,-1 1-96 0,0-1-16 15,1 1 112-15,-2 0 16 0,0 3 0 0,0-3 0 16,4 6-352-16,-5-2-64 0,-2-1-16 0,1 3 0 0,-2 3 0 0,-3 5 0 16,0-2 0-16,-2 7 0 0,-2 1 16 0,-6 10 0 15,3-1 0-15,5-7 0 0,-2 0-144 0,0 1-16 16,3 0-128-16,1-2 192 0,0 2-192 15,3-4 0-15,2-1 0 0,2 0 0 16,3-6 0-16,1-6-128 0,0 0 128 0,0 0-208 16,0 0-240-16,8 4-32 0,1-4-16 0,2-1 0 0,4-3 96 15,-1-1 16-15,-2-4 0 0,2-1 0 0,1-1 64 0,0-2 32 16,1 0 0-16,-1-3 0 0,1 2 16 0,-2-3 0 16,-1 1 0-16,-1 0 0 0,0 2 80 0,-3 1 0 15,-1 3 16-15,-2-1 0 0,0 5 176 0,-6 6 0 16,0 0 0-16,0 0 0 0,0 0 128 0,0 0 64 15,0 0 16-15,0 0 0 0,-4 7 144 0,1 4 32 16,1 1 0-16,0 1 0 0,2 0-192 0,0 1-16 16,0 2-16-16,3 1 0 0,2-3-160 0,3 2 0 0,1-2 0 15,1-1 0-15,5-1 0 0,-1-2 0 0,3-3 0 16,1-2 0-16,2-1-240 0,1-2 80 0,2 0 16 0,-2-1 0 16,-1-2-80-16,-1-2-16 0,2-1 0 15,-4 0 0-15,-1 2 64 0,-2-5 16 0,0 2 0 0,-1-2 0 16,-1 1 160-16,0-1 0 0,1 0-144 0,-3-1 144 15,-1-1 0-15,-1 0 0 0,0-1 0 0,-3 0 0 16,-2 0 0-16,-1-1 0 0,1 2 0 16,-2-1 0-16,-1-1 128 0,-1 2-128 0,-2 1 0 0,0 2 128 15,-3 0-128-15,0 1 0 0,-2 0 0 0,0 2 128 16,2 5-128-16,-3 2 0 0,-3-2 0 0,0 3 0 16,-1 5 0-16,0 1 0 0,-1 4 0 0,-1-2 0 0,0 1 0 15,0 2 0-15,0-3 0 0,3 1 128 0,2 2-128 0,2-5 0 16,2 1 0-16,4-1 0 0,1-1 0 15,2-2 0-15,3-3 0 0,2 0-176 0,2-1-48 0,3-1-16 16,0-3 0-16,2-2 0 0,0-1 32 0,2-3 0 16,0-1 0-16,2-1 0 0,2-5-112 0,-1 0-32 15,0 0 0-15,0-2 0 16,-1-2-176-16,3-1-48 0,-1-3 0 16,0-1 0-16,-1 0 64 0,-1-3 16 0,1-1 0 0,-1 0 0 0,0 1 160 0,-1 0 16 15,-2 1 16-15,-1 0 0 0,0 2 304 0,-3 2-192 0,-4 5 192 16,-1 3-160-16,-3 0 512 0,-2 5 96 15,0 7 32-15,-5 1 0 0,-1 4 448 0,-2 4 96 16,-1 4 0-16,-2 3 16 0,1 2-384 0,-2 0-80 16,-1 7 0-16,1 0-16 0,-1 4-240 0,3 1-64 15,0 0 0-15,2-2 0 0,0 1-112 0,3-3-16 16,2-3-128-16,2 1 192 0,1-3-192 0,1-3 0 16,3-1 128-16,1-3-128 0,2-1-256 0,1-2-80 0,-1-3-32 0,4-4 0 31,-2-3-80-31,3-1 0 0,1-3-16 0,0-2 0 0,1-3 96 0,0-1 32 0,2-3 0 0,0 1 0 15,1-2 112-15,-2-4 32 0,0-3 0 0,0-1 0 16,2 0 192-16,-1 0 0 0,-2 2 0 0,-1 1 0 16,0-1 0-16,0 4 160 0,-5-1 0 0,-1 4 0 15,-2 5 352-15,-5 7 64 0,0 0 0 0,0 0 16 0,0 0 256 0,1 6 48 16,-2 4 16-16,-2 4 0 0,-1 0-272 16,2 4-64-16,-2-1-16 0,0 3 0 0,1-2-368 15,2 0-64-15,2-2 0 0,-1-2-128 16,0 0-480-16,4-2-208 0,1-1-32 0,1-4-16 15,-1-1-1760-15,3-2-336 0,1-2-80 0,3-2-15792 16</inkml:trace>
  <inkml:trace contextRef="#ctx0" brushRef="#br0" timeOffset="41143.03">5626 4953 16575 0,'-8'-11'1472'0,"4"5"-1168"0,-1 3-304 0,1-4 0 0,0 3 4336 0,4 4 800 16,0 0 176-16,0 0 16 0,0 0-3856 0,0 0-784 15,-7 4-160-15,3 3-16 0,2 0-512 0,0 2 0 16,1 2-128-16,2 2 128 16,3 1-2208-16,2 2-336 0,0 0-64 0,3-5-6864 15,2 0-1360-15</inkml:trace>
  <inkml:trace contextRef="#ctx0" brushRef="#br0" timeOffset="41883.76">5773 5110 6447 0,'14'1'272'0,"-14"-1"80"0,3-6-352 0,-3 6 0 0,0 0 0 0,0 0 0 0,0 0 5568 0,0 0 1056 16,0 0 208-16,0 0 32 0,0 0-3200 0,0 0-640 0,-5 6-128 0,-3 5-16 15,-1-4-1088-15,-2 5-192 0,-2 1-64 0,0 2 0 16,0-1-624-16,1 0-128 0,1 1-16 0,0-2-16 16,2-2-400-16,1 1-80 0,0-2-16 0,3 0 0 15,0-4-256-15,5-6 0 0,0 0 0 0,0 0 0 16,0 0-320-16,0 0 48 0,0 0 0 0,9 1 0 16,2-3-304-16,0-3-64 0,1-2-16 15,2-2 0-15,2-1 16 0,1-2 16 0,1 0 0 16,0-2 0-16,1-2 32 0,-1-1 0 0,0-2 0 0,-1 2 0 15,1-3 224-15,-2 3 48 0,-2 1 16 0,-2 3 0 0,-3 3 304 16,-1 6 0-16,-1-2 0 0,-7 6 0 0,0 0 128 0,0 0 128 16,0 7 16-16,0 5 16 0,-3 2 512 0,-1 3 96 15,0 0 32-15,2 2 0 0,-1-4-432 0,0 2-96 16,2-1-16-16,1 0 0 0,4-1-384 16,0-3 0-16,0 0 0 0,1 1 0 15,2-7-304-15,-1 1-80 0,3-3-32 0,-1-2 0 16,0-2-576-16,0-2-112 0,1-2-32 0,0-3 0 15,-1 1-464-15,1-5-80 0,0 2-32 0,1 0 0 16,-2-1 288-16,0-1 48 0,0-5 16 0,0 2 0 16,0 0 400-16,-2-2 96 0,1-3 16 0,-1-2 0 0,2-3 592 0,0-1 256 15,-2-1-192-15,2 0 192 0,1 2 512 0,-2 0 208 16,1 5 48-16,-2-1 16 0,-2 6 768 0,1 2 160 16,-1 5 16-16,-4 7 16 0,0 0 32 0,0 0 0 15,0 0 0-15,0 0 0 0,1 12-448 0,2 2-96 0,-2 3-16 16,-1 0 0-16,0 2-448 0,-1 1-112 0,0 4-16 0,-1 2 0 15,0 0-288-15,-1 0-64 0,1 0-16 0,-2 2 0 16,4-4-144-16,-2 1-128 0,2-1 192 0,0-2-192 16,0-1 144-16,0-6-144 0,0 0 0 0,2-2 144 0,-1-4-144 15,0-1 0-15,-1-8 0 0,0 0 0 0,0 0 0 16,0 0 128-16,0 0-128 0,0 0 0 0,8-3 0 16,0-1 0-16,-2-2 0 0,1-2-176 15,-1-1 176-15,1-3 0 0,-1 0 0 0,2-1 0 16,1 0-464-1,1-1-16-15,-1-1 0 0,1 2 0 0,2-1 224 0,0 4 64 0,1-3 0 0,1 3 0 0,2 3 48 0,1-3 16 16,-3 7 0-16,-1-4 0 0,-1 2 128 16,-1 2 0-16,0 2-144 0,-1 2 144 15,-2 2 0-15,0 2 0 0,-8-5 0 0,5 7 0 0,-1 0 128 0,-1 1 0 16,-2 1 0-16,0 2 0 0,-2 1 0 0,-2-1 0 16,-2 1 0-16,-1 1 0 0,-1 0 16 0,1 0 0 15,-2 0 0-15,1 0 0 0,-3-4-16 0,-1 2 0 16,1-1 0-16,-1-2 0 0,1 0-128 0,0-2-192 15,-2 0 32-15,3-3 16 16,0-1-1008-16,1-1-208 0,0 2-48 0,3-3 0 16,5 0-1968-16,0 0-400 0,0 0-64 0</inkml:trace>
  <inkml:trace contextRef="#ctx0" brushRef="#br0" timeOffset="42446.93">6678 5055 38703 0,'-12'8'1712'0,"7"-3"352"0,-1 4-1648 0,-3 2-416 0,-1 0 0 0,-3 4 0 16,-1 0 1344-16,-1 4 192 16,1 0 48-16,0 1 0 0,-1 1-432 0,2-4-96 15,0 0-16-15,3 1 0 0,1-3-656 0,2 0-128 0,1-2-16 0,2-1-16 16,4-2-432-16,0-2-96 0,0-8-16 0,0 0 0 16,0 0-384-1,6 4-64-15,-6-4-32 0,9 0 0 16,0-4-416-16,2-1-64 0,1-3-32 0,-1-1 0 0,0 0-160 0,2-3-48 0,1-3 0 0,-1 0 0 15,0-1 768-15,0-3 160 16,2-1 16-16,-1-1 16 0,2-1 368 0,-2-1 192 0,0 0-192 16,1 3 192-16,-2 3 0 0,-2 2 0 0,0 2 128 0,-3 3-128 0,-3 1 576 15,-3 2 32-15,-2 7 0 0,0 0 0 0,0 0 480 0,0 0 80 16,0 0 32-16,-2 11 0 0,-2 3-288 16,0 2-48-16,-1 3-16 0,1-2 0 0,0 3-432 0,0-1-96 15,1 1 0-15,2-1-16 16,1 0-176-16,1-3-128 15,1 0 144-15,2-2-144 0,2-1 0 0,2-2 0 0,2-2 0 0,1-2 0 16,-1-4-416-16,3-1-128 0,3-2-32 0,0-2 0 16,1-1 32-16,1-1 0 0,-1-7 0 15,1 2 0-15,0-1 32 0,2-2 0 0,-3-2 0 0,0-2 0 0,0-1 96 16,-3-1 32-16,-1-3 0 0,0-3 0 16,0-2 240-16,0 0 144 0,-1-5-160 0,0 1 160 0,-1-1 0 15,1 1 192-15,0 1-16 0,0 3 0 0,-3 1 288 0,0 6 64 0,-3 3 16 0,-2 6 0 16,-4 0 560-16,0 10 112 15,0 0 32-15,0 0 0 0,-6 6-32 0,-1 1 0 16,2 5 0-16,0 4 0 0,-2 3-672 16,1 4-144-16,-2 0-16 0,1 2-16 0,0 0-240 0,-1-3-128 0,0 3 128 15,3 1-128-15,-1 0 0 0,1-2 0 0,0-1 0 16,1-1 0-16,2 0-176 0,-2-3-96 0,0 0-32 16,1-2 0-1,2-2-1856-15,-1-3-368 0,1-3-80 0,0-2-10032 0,1-7-2016 16</inkml:trace>
  <inkml:trace contextRef="#ctx0" brushRef="#br0" timeOffset="42673.93">7002 5096 35647 0,'0'0'1584'0,"5"-4"320"0,1-3-1520 0,3-1-384 0,0 2 0 0,1-1 0 0,1-1 1520 0,2 2 224 16,0 1 48-16,1-2 16 0,1 1-272 0,0-1-48 15,2 2-16-15,-1 4 0 0,-3-2-704 0,0 6-160 16,0-3-32-16,0 2 0 0,-3 2 96 0,1 1 16 0,-2 2 0 0,-4 5 0 15,2 1-240-15,-3 2-64 0,-3 4 0 0,-1 0 0 16,-1 1-192-16,-1-1-32 0,0 1-16 0,-1-2 0 16,0 0-144-16,1-2 0 15,-1-2 0-15,2-2 0 16,-2-2-1472-16,2 0-208 0,1-10-48 16,0 0-16-16,0 0-1968 0,0 0-400 0,0 0-80 0,0 0-16 0</inkml:trace>
  <inkml:trace contextRef="#ctx0" brushRef="#br0" timeOffset="42811.62">7333 4942 20271 0,'0'0'1792'0,"0"0"-1424"0,-1-6-368 0,1 6 0 15,0 0 2368-15,0 0 384 0,0 0 96 0,0 0 16 16,0 0-2096-16,0 0-432 0,9 10-80 0,2-3-9456 16,2 5-1888-16</inkml:trace>
  <inkml:trace contextRef="#ctx0" brushRef="#br0" timeOffset="43030.63">7719 5051 25791 0,'3'-2'2304'0,"-2"-4"-1856"0,-1 1-448 0,0 5 0 0,0 0 3648 0,0 0 624 16,0 0 128-16,-4-2 16 0,-1 2-1808 0,-3 2-368 16,-2 3-80-16,-4 3-16 0,-1 4-864 0,-2 2-192 15,-1 3-16-15,0 0-16 0,-3 1-368 0,3 1-80 16,1-2-16-16,1 0 0 0,0-2-208 0,5 2-32 15,2-1-16-15,2-2 0 0,3-3-336 0,4-1 0 16,3 0 0-16,2 0 0 0,1-1 0 0,5-1 0 16,2-3 0-16,4 0 0 15,2-4-928-15,4 1-96 0,-1-2-32 0,5-3-15040 16,4-2-3008-16</inkml:trace>
  <inkml:trace contextRef="#ctx0" brushRef="#br0" timeOffset="43724.53">8233 5331 26719 0,'0'0'2368'0,"0"0"-1888"15,8-3-480-15,2-1 0 0,-1-7 2688 0,3 2 448 16,-3 5 96-16,3-6 16 0,0 1-960 0,1-3-192 15,4 1-48-15,-2-3 0 0,1-2-1088 0,0 2-240 16,1-3-32-16,-1 0-16 0,1-2-416 0,0-1-64 16,-1 1-32-16,0-4 0 0,-1 3-160 0,0-1 0 15,-1 0 144-15,0-8-144 0,-2 3 0 0,-3 0 0 16,-2 3 0-16,-2 3 128 0,-2 4-128 0,-3 5 0 16,-2 3 0-16,-2 1 0 0,-3 3 0 0,-4 4 0 15,-1 6 0-15,-2 4 128 0,-3 6 0 0,-1 5 16 16,1 5 0-16,-1-2 0 0,-2 4 48 0,2-1 0 15,1 3 0-15,3-3 0 0,2 2-64 0,3-1 0 0,3-2 0 16,5-2 0-16,1-1-128 0,3-4 0 16,1-2 0-16,2-3 0 0,2-1 0 0,4-1-272 15,-2-5 64-15,3-1 16 16,0-4-192-16,2-2-48 0,-2-2 0 0,2-2 0 16,4 2-112-16,-4-5-32 0,1-2 0 0,1-1 0 0,-2-3 0 0,1-3-16 0,0-1 0 0,-1-1 0 15,0-2 144 1,-2 1 16-16,0-5 16 0,0-3 0 0,0-1 416 0,-1 4 0 0,-1-2 0 0,0 3-128 0,-2 3 128 15,0 4 128-15,-1 4-128 0,-2 3 176 16,1 2 640-16,-1 4 128 0,-6 3 16 0,0 0 16 0,7 2-112 16,1 3-32-16,-1 3 0 0,-1 3 0 0,-2 2-240 0,1 1-48 15,1 0-16-15,1 3 0 0,1 3-272 0,0-1-64 16,-1 0-16-16,2 0 0 0,1 2-176 16,-3-1 0-16,4-2 144 0,-2-1-144 0,0-1 0 0,0-1 0 15,0-4-192-15,-1-1 64 16,0-1-1792-16,0-5-368 0,1 0-64 15,0-1-11616-15,2-1-2336 0</inkml:trace>
  <inkml:trace contextRef="#ctx0" brushRef="#br0" timeOffset="43923.56">8945 4936 19343 0,'-20'6'848'0,"10"-2"192"0,-5 2-832 0,0 3-208 16,-2 6 0-16,0-2 0 0,0 4 6400 0,0 0 1216 15,-3 2 256-15,2 2 64 0,-1-2-5664 0,0 2-1120 16,2 1-240-16,2 1-32 0,2-5-560 0,1-1-96 16,2 1-32-16,3-1 0 15,2-1-1040-15,1-3-224 0,1-3-32 0,5-3-16 16,2-1-3024-16,2 1-592 0</inkml:trace>
  <inkml:trace contextRef="#ctx0" brushRef="#br0" timeOffset="44118.79">9161 4904 27647 0,'0'0'1216'0,"0"0"256"0,-5 2-1168 0,1 6-304 0,1 4 0 0,1 1 0 15,-2 4 4560-15,0 3 864 0,0-2 160 0,0 3 48 0,0 2-3456 0,0 1-672 16,-1-1-144-16,1 2-16 0,0 0-784 0,2-1-160 16,-1 2-16-16,2-1-16 0,1-1-368 0,1-1 0 15,0-3 0-15,1-1 128 0,-2-2-304 0,-2-2-48 16,2-4-16-16,2-2 0 15,-1-2-1408-15,-1-7-272 0,4 5-64 0,-4-5-16 16,7 3-1600-16,-7-3-320 0,0 0-64 0</inkml:trace>
  <inkml:trace contextRef="#ctx0" brushRef="#br0" timeOffset="44370.38">9179 4900 41295 0,'-1'-9'1824'0,"1"9"384"0,0 0-1760 0,5-7-448 15,1 2 0-15,1 1 0 0,1 0 976 0,1 0 112 16,2 3 32-16,-1 1 0 0,3-3-32 0,2 2 0 16,0 1 0-16,1 1 0 0,0 2-464 0,-5 0-112 15,0 3 0-15,-1 2-16 0,1 0-240 0,-2 4-64 16,-4-3 0-16,0 5 0 0,-4 3 32 0,-2 1 0 16,-3 0 0-16,-1 2 0 0,-3 1 32 0,-2 0 0 0,-3 0 0 0,-2-1 0 15,0 0-128-15,-1 0 0 16,2-5-128-16,-1 1 192 0,1-3-192 0,1-1-208 15,1-2 32-15,2-1 16 0,-1-1-1584 16,4-1-320-16,3-4-64 0,4-3-16 16,0 0-2464-16,0 0-512 0</inkml:trace>
  <inkml:trace contextRef="#ctx0" brushRef="#br0" timeOffset="44722.01">9614 4849 36335 0,'0'0'1600'0,"-7"4"352"0,-1 3-1568 0,-1-1-384 0,0 4 0 0,-3 4 0 15,-1 0 2304-15,-2 3 368 0,-1 2 80 0,0 2 0 0,1 0-1088 0,-1-3-240 16,0 2-32-16,2 1-16 0,0 0-592 0,2-1-112 16,2-3-32-16,2 0 0 0,2-1-448 0,4-2-192 15,1-1 128-15,2-1-128 0,3-4 0 0,1-2-320 16,2 1 48-16,-1-3 16 16,3-3-608-16,2-1-112 0,2-2-32 0,0-2 0 15,0-2-144-15,-2-1-16 0,2 0-16 0,-1-5 0 16,0 1 96-16,0-2 0 0,1 0 16 0,0-4 0 15,0 0 368-15,0 0 80 0,0-3 16 16,0 2 0-16,-1 1 368 0,-2 1 80 0,-1 2 16 16,-1 4 0-16,-1-1 320 0,-2 5 64 0,-5 6 16 0,0 0 0 0,0 0 512 0,0 0 128 0,0 0 0 15,0 0 16-15,5 7-48 0,1 3-16 0,-2 0 0 0,0 3 0 16,-1 0-304-16,-2 1-64 0,1 1-16 0,-1-1 0 16,1 3-272-16,1-3-64 0,0 1-128 0,1-2 192 15,2-3-192-15,-2 2 0 0,0-3 0 0,0-1 0 16,0-3-1872-1,4 2-272-15,-2-6-48 0,1 2-16752 0</inkml:trace>
  <inkml:trace contextRef="#ctx0" brushRef="#br0" timeOffset="45093.89">9885 4837 21183 0,'0'0'1888'0,"-5"6"-1504"0,-1-1-384 0,2 3 0 0,2-1 5040 0,1 4 928 16,-1 2 192-16,1 3 48 0,0 1-4016 0,-1 2-784 15,0-3-176-15,-1 2-16 0,-1 0 64 0,2 0 32 16,-1 1 0-16,0-1 0 0,2-2-720 0,0-2-144 16,1-1-16-16,2-1-16 0,-2-4-240 0,2-2-48 15,-2-6-128-15,0 0 192 0,1 7-192 0,-1-7 0 16,0 0 128-16,0 0-128 0,0 0 0 0,0 0 0 16,0 0-192-16,0 0 192 0,6-11-320 0,0 1 32 15,0 1 16-15,1-4 0 0,1-2-48 0,-1 0-16 16,0-2 0-16,2 0 0 0,3 0 16 0,0 1 16 15,1-5 0-15,0 6 0 0,0-4 112 0,-2 5 32 16,1 4 0-16,-1 3 0 0,-4 1 160 0,1 3-128 16,0 3 128-16,-2 3-128 0,-6-3 256 0,6 10 48 0,-1 0 16 15,-2 2 0-15,-2 0 128 0,0 2 48 0,0 2 0 16,1 2 0-16,-1-5-176 0,0 4-48 0,-1-3 0 16,0 1 0-16,2-1-144 0,-1-2 0 0,-1-3 0 15,3 0 0 1,2 0-912-16,0 0-272 0,2-3-48 0,2-1-16 15,4 0-2688-15,2-2-544 0</inkml:trace>
  <inkml:trace contextRef="#ctx0" brushRef="#br0" timeOffset="45429.99">10504 4764 11967 0,'0'0'1072'0,"-5"0"-864"0,-4-1-208 0,0 0 0 0,1-1 6592 0,1 4 1264 0,7-2 256 0,-9 2 48 0,-3 1-5424 0,2 1-1088 16,-3 0-224-16,0 1-32 0,0 2-288 0,1 0-48 15,0 2-16-15,1 1 0 0,-1-3-432 16,1 3-96-16,4-4 0 0,0 1-16 0,1 3-304 0,0-1-64 16,2 2-128-16,2-2 192 0,-2 0-192 0,3 0 0 15,-1 0 0-15,5 2 0 0,-2-4 0 0,4 1 0 16,2 0-144-16,2-2 144 0,-1 0-128 0,1-1 128 16,2-1 0-16,0 1-144 0,2-1 144 0,2 0 0 15,-1 1 0-15,-1-1 0 0,-1-1 0 0,-2 2 0 16,-1-1 0-16,0 1 0 0,-2 0 0 0,-1 2 0 0,0-1 0 15,-2 2 0-15,-4-8 0 0,0 8 0 16,-3 0 128-16,-1 2-128 0,-1-1 208 0,-4 3-16 0,-3-2-16 16,-1 2 0-16,-1-4-176 0,1 0 192 0,0 0-192 15,1 1 192-15,-1-4-192 0,0 0 0 0,4 0-192 0,-1-1 192 32,1 0-1744-32,2-1-240 0,-1-3-32 0,8 0-12384 0,0 0-2464 0</inkml:trace>
  <inkml:trace contextRef="#ctx0" brushRef="#br0" timeOffset="45641.19">10619 4790 24879 0,'0'0'2208'0,"0"0"-1760"0,0 0-448 0,0 0 0 0,0 0 4704 0,0 12 864 16,-2-1 160-16,2 2 32 0,0 1-3536 0,-1 2-720 16,0 2-144-16,-3 0-16 0,1-1-512 0,1 0-112 15,-1 3-16-15,2-5 0 0,0 2-448 0,-1-1-80 16,1-1-32-16,1-1 0 0,0-3-144 0,0-2 0 15,0-9-192-15,0 9 192 16,0 1-2016-16,0-10-288 0,4 6-48 0,-2 1-11984 16,-2-7-2384-16</inkml:trace>
  <inkml:trace contextRef="#ctx0" brushRef="#br0" timeOffset="46235.12">10745 4777 23375 0,'0'0'1024'0,"0"0"240"0,0 0-1008 0,8-2-256 16,1 0 0-16,2 0 0 16,0-1-512-16,2 2-128 0,3 1-48 0,0 0 0 15,-2 0-960-15,2-1-192 0,2 1-32 0,0 0-16 16,0 0 160-16,1 1 48 0,-4 0 0 0,0 1 0 0,-2 1 3024 0,-3-1 624 16,-1 0 112-16,-9-2 32 0,0 0 2400 0,0 0 480 0,4 10 112 0,-4 0 16 15,-2 0-1712-15,-5 3-336 16,1 0-64-16,-4 4 0 0,-3 0-1200 0,-1 2-224 0,0-1-48 0,-2-1-16 15,0-3-464-15,3 2-96 0,0-2 0 0,3-1-16 16,-1-1-528-16,1-2-96 0,2-1-32 0,0 1 0 0,2-4-288 16,2-3 0-16,4-3-208 0,0 0 80 15,0 0 128-15,0 0 0 0,0 0 0 0,0 0 0 0,0 0-272 0,0 0-80 16,9-3-16-16,0-3 0 0,-1-5 48 16,4 1 0-16,1-1 0 0,1 0 0 15,0-1 16-15,2-1 16 0,2-3 0 0,2 1 0 0,-1-2-16 16,1 1 0-16,-2 3 0 0,-2 1 0 0,-2 3 112 0,-1 3 32 15,-2 0 0-15,-2 5 0 0,-1 2 160 16,-8-1 0-16,5 8 0 0,-1 3 0 0,-3 0 384 0,-1 2 96 16,-1 2 32-16,-2-1 0 0,2-1 0 0,0 0 16 15,-1 0 0-15,2-1 0 0,2 0-336 0,-2-3-192 16,0-1 192-16,0-8-192 0,2 7 144 0,2 0-144 16,1-1 0-16,-5-6 144 0,0 0-144 0,0 0 0 15,9-1 0-15,1-2 0 0,-1 0-128 0,0-3-16 16,1-1 0-16,2-3 0 0,1 3-112 0,1-8 0 15,1 1-16-15,0 0 0 16,2-6-256-16,2 3-48 0,0-4-16 16,2 2 0-16,0-2 448 0,0 3 144 0,-2-1 0 0,1 2 0 15,-1 3-128-15,-2 5 128 0,-2 2 0 0,-4 6 0 0,-1 1 208 0,-1 3 160 0,-2 3 16 0,0 3 16 16,-2 3 400-16,-2 1 80 16,-3 5 16-16,0 3 0 0,1 1-272 0,0 2-48 0,-1-2-16 0,2-1 0 15,0-2-560-15,0 0 0 16,-1-1 0-16,2 1 0 0,0-2 0 0,3-1-304 0,0 0 48 0,3 1 0 31,0 0-3040-31,2-2-608 0</inkml:trace>
  <inkml:trace contextRef="#ctx0" brushRef="#br0" timeOffset="46764.76">12451 4489 34895 0,'-6'-18'1536'0,"5"12"336"0,1-4-1488 0,-1 1-384 0,1 0 0 0,0 1 0 16,-2 2 960-16,0 2 128 0,2 4 32 15,-4-4 0-15,-1 1 608 0,-2 1 128 0,-1 3 32 0,-1 3 0 16,-1 2-640-16,-2 5-128 0,-2 1-32 0,-3 6 0 16,-3 4-384-16,-2 7-96 0,-3 3-16 0,-2 7 0 15,-2 4-80-15,0 2-32 0,1 3 0 0,0 0 0 16,4 1-144-16,3-6-16 0,3 0-16 0,3-6 0 0,3 1-304 0,5-1 0 15,4-2 0-15,3-4 0 16,1-3-832-16,5-2-240 0,1-6-32 16,4-4-16-16,3-3-1216 0,4-4-240 0,5-3-48 0,3-4-10784 15,1-4-2144-15</inkml:trace>
  <inkml:trace contextRef="#ctx0" brushRef="#br0" timeOffset="47006.56">12726 4517 27647 0,'-6'-15'2448'0,"4"11"-1952"16,-3-2-496-16,-2 2 0 0,3 3 3936 0,0 1 688 16,-1 2 144-16,-2 3 32 0,-2 1-2784 0,2 5-544 15,-3 5-128-15,1 5 0 0,-1 1-416 0,-1 5-80 16,0 3-16-16,-1 3 0 0,-1 1-432 0,0 2-80 16,0-2-32-16,1 2 0 0,0-1-288 0,2-3 160 15,1 0-160-15,1-4 128 0,1-2-128 0,1-3 0 16,2-4-192-16,-1-1 192 15,1-3-1408-15,0-2-144 0,1-3-48 0,1 1 0 16,2-2-1232-16,-2-1-256 0,2-2-48 0,0-6-14992 0</inkml:trace>
  <inkml:trace contextRef="#ctx0" brushRef="#br0" timeOffset="47462.5">12393 4806 33167 0,'0'0'2944'0,"0"0"-2352"0,-5-1-464 0,5 1-128 0,0 0 3072 0,0 0 608 15,0 0 112-15,0 0 32 0,0 0-2864 0,8 2-576 16,1 1-128-16,1-2 0 0,2 1 320 0,1-2 80 16,1 0 16-16,2-2 0 0,2-2-288 0,2 0-64 15,2-2-16-15,1 1 0 0,0 0-176 0,1-2-128 16,1-2 144-16,1 1-144 0,0 3 128 16,0 0-128-16,-3 2 0 0,-3 0 144 0,0 3-144 0,-4 3 0 15,-3-2 0-15,-3 5 0 0,-3 3 0 0,-5 2 0 16,0 4 0-16,-4 0 0 0,-2 4 176 0,-1-1 96 15,-1 1 32-15,-1 1 0 0,1 0-48 0,0-1 0 16,1-1 0-16,0-2 0 0,0-3-256 16,-1 0 128-16,3-5-128 0,0 0 0 0,0 0 0 0,3-8 0 15,0 0 0-15,0 0 0 0,0 0 0 0,0 0-144 16,0 0-16-16,8 0 0 16,0-4-224-16,1 0-64 0,0-3 0 0,2-1 0 0,-1 1 64 15,2-6 16-15,0-2 0 0,1 1 0 0,1-3 112 0,0 0 0 0,2 0 16 16,0 0 0-16,-1 0 240 0,0 1-192 0,-4 2 192 0,0 5-192 15,-2 0 192-15,-1 4 0 0,-8 5 0 0,0 0 0 16,0 0 240-16,0 0 80 0,5 5 32 0,0 4 0 16,-1 0 176-16,-1 3 48 15,-1 0 0-15,1-1 0 0,1 1-320 0,-2-2-64 0,1 4-16 0,1-1 0 16,0-4-176-16,1-1 0 0,2-2 0 0,-1 1 0 31,1-1-848-31,0-3-160 0,0 1-16 0,1-3-16 0,2-2-1328 16,-1 1-256-16,0 0-48 0,-1-4-10320 0,1-2-2048 0</inkml:trace>
  <inkml:trace contextRef="#ctx0" brushRef="#br0" timeOffset="48063.58">13214 4732 31151 0,'0'0'1376'0,"0"0"288"0,0 0-1328 0,0 0-336 15,0 0 0-15,-5 8 0 0,-1 2 3120 0,-1 3 544 16,1 1 112-16,-2 3 32 0,-1 0-1392 0,1 4-288 16,0 0-48-16,2 0-16 0,0-2-976 0,2 0-192 15,1-2-32-15,0-3-16 0,2-2-544 0,1-2-112 16,0 1-32-16,1-5 0 0,-1-6-160 0,0 0 0 15,0 0 0-15,6 5 0 0,-6-5 0 0,8 2-144 16,0-4 144-16,0 0-208 0,-3-1-48 0,2-3 0 16,-1-1 0-16,1-1 0 0,-1-2-16 0,1-2-16 15,-1-4 0-15,2 1 0 0,1-1 32 0,0-1 0 16,0-2 0-16,1-2 0 0,1 0 64 0,1-3 32 16,0-2 0-16,0-1 0 0,3-2 160 0,2-1 0 15,0 0 0-15,-1 3-128 0,-2 1 128 0,-1 4 0 0,-2 3 0 0,-4 6 0 16,0 0 256-16,-1 6 16 15,0 0 16-15,-6 7 0 0,0 0 96 0,0 0 0 0,0 0 16 16,0 0 0-16,5 9-128 0,-3 3-16 0,0 2-16 0,-2 3 0 16,0 1-64-16,-2 2-16 0,1 3 0 0,0 0 0 15,-2 1-32-15,2 2-128 0,0-2 192 0,-2 2-64 16,-1-3-128-16,1 0 0 0,1-2 0 0,-1-2 128 16,1-1-128-16,-2 1 0 0,1-2 0 0,2-3 128 15,2-4-128-15,-1 2 0 0,1-5 0 0,-1-7 0 16,0 0 0-16,0 0 0 0,0 0 0 0,0 0 0 0,0 0 0 0,0 0 0 15,0 0 0-15,0 0 0 16,7-3-256-16,1-1 80 0,0-2 16 0,-1-1 0 0,1-1 160 0,1 0-192 16,2 1 192-16,2-5-192 0,-3 1 192 0,1 1 0 15,-2 1-144-15,3-2 144 0,1 1 0 0,-2 1-176 16,1 1 176-16,0 1-128 16,1 1 128-16,-1 3 0 0,-1 1 0 0,0 0-128 15,-2 1 128-15,-1 1 0 0,-2 1-144 0,1 3 144 0,-7-4 0 0,0 9 0 16,0 5 0-16,-4-4 0 0,-1 3 0 0,-2 1 160 15,-1 2-32-15,-1 0-128 0,-1 1 192 0,-1-3-64 16,0 2 0-16,-1-3-128 0,0-3 128 0,3 3-128 16,-2 0 0-16,1-4 0 0,0 0 0 0,-1-2-144 15,2-2-16-15,1 2 0 16,2-5-832-16,-1 0-160 0,1-2-48 0,6 0 0 16,0 0-1072-16,0 0-224 0,0 0-32 0,0 0-16 15,6-7-1856-15,3-2-368 0,-1-2-80 0</inkml:trace>
  <inkml:trace contextRef="#ctx0" brushRef="#br0" timeOffset="48240.11">13694 4746 14735 0,'9'-9'640'0,"-9"9"160"0,0 0-640 0,0 0-160 0,0 0 0 0,0 0 0 16,0 0 6224-16,3 9 1216 0,-2 2 240 0,-2 0 64 15,-2 1-4256-15,1 1-848 0,-1 1-160 0,1 2-48 16,-2 0-1408-16,1 1-304 0,-1-2-48 0,2 1-16 16,-1 0-448-16,0-1-80 0,2-3-128 15,1 1 176-15,0-3-176 0,1 0-256 0,1-1 64 0,0-3 16 16,-2-6-2192-16,4 8-448 15,0 0-96-15,0-4-17920 0</inkml:trace>
  <inkml:trace contextRef="#ctx0" brushRef="#br0" timeOffset="48386.49">13848 4611 13823 0,'-6'-17'1216'0,"3"11"-960"0,0 2-256 0,1-2 0 0,-1-2 6128 0,1 2 1168 16,2 6 256-16,0 0 32 0,0 0-5888 0,0 0-1184 15,-2-3-224-15,2 3-48 0,0 0-240 0,0 0 0 16,0 0-144-16,3 8 144 16,-1 1-2944-16,1 0-480 0</inkml:trace>
  <inkml:trace contextRef="#ctx0" brushRef="#br0" timeOffset="48970.85">13928 4734 18431 0,'0'0'816'0,"-7"4"160"0,2 2-784 0,1 0-192 0,0 1 0 0,1 2 0 0,1 1 6128 0,-1 3 1168 16,-1 1 256-16,2 1 32 0,-2-1-4208 0,1 2-848 0,2-1-160 0,-2 1-48 15,-1-2-1328-15,0 1-272 0,2-2-48 0,2-1-16 16,2-3-368-16,-2-9-80 0,0 0-16 0,-1 7 0 16,1-7-192-16,0 7 144 0,0-7-144 0,0 0 128 15,0 0-128-15,0 0 0 0,0 0 0 0,0 0 128 16,0 0-128-16,7-4 0 0,-2-1 0 0,1-2 0 0,2 0-240 15,1-6 80-15,-1-2 16 0,1 1 0 16,2-1-96-16,2 0-16 0,1-3 0 0,2-1 0 0,1 1 0 0,0 1-16 16,-2 1 0-16,0 2 0 15,-4 1-96-15,0 4-16 0,-2 0 0 0,0 4 0 0,-1 1 384 0,-8 4 288 16,0 0-48-16,0 0-16 0,0 0-224 16,5 8 0-16,-1-1 0 0,0 5-160 0,-3 0 288 0,1 3 48 15,-1-1 16-15,1 1 0 0,1 0-192 16,1-1 128-16,0-1-128 0,1 0 128 0,2-1-128 0,0-2 0 15,4-2 0-15,-1-2 128 0,2 1-128 0,0-2 0 16,-1-2 0-16,3-2 128 0,-3 0-128 0,4-1 0 16,0-2 0-16,2-2 128 0,-1-1-128 0,1-3 0 15,0 1 0-15,0-1 0 0,0-1 0 0,1-2 0 16,1-2-160-16,1-3 160 0,0 0-336 0,0-2 16 16,0-2 16-16,0 2 0 15,-2 0-160-15,0 1-48 0,-5 4 0 0,-4 0 0 16,-5 5 64-16,-4 8 0 0,0 0 0 0,0 0 0 0,-12-1 448 0,-1 3 240 15,-4 5-32-15,0 3 0 0,-2 3 272 0,-1 3 48 0,2 1 16 0,0 3 0 16,0-1-144-16,2 2-16 0,0-4-16 16,5 3 0-16,1-4-144 0,4 3-32 15,2-4 0-15,3 1 0 0,2-2-192 0,3 1 0 0,1-4 0 16,3 0 0-16,2-2 0 0,5 0 0 0,2-4 0 16,1 2 0-16,1-3-304 0,4-2 48 0,-1 0 16 0,0-4 0 15,3-2-1056 1,-2-2-224-16,-6-1-32 0,1 1-16 0,1-5-1312 15,0-2-272-15,-2-4-48 0,1 1-15200 0</inkml:trace>
  <inkml:trace contextRef="#ctx0" brushRef="#br0" timeOffset="49277.66">14788 4260 35935 0,'0'0'1600'0,"0"0"320"0,0 0-1536 15,0 0-384-15,0 0 0 0,0 0 0 0,0 0 1568 0,8 9 240 16,0 1 48-16,2 0 16 0,2 4 160 0,1-1 16 15,-1-3 16-15,1 5 0 0,2 3-912 0,2-1-192 16,0 2-48-16,1 0 0 0,1 2-336 0,-1 2-64 16,0 2 0-16,-1 1-16 0,0 3-112 0,0 3 0 15,0 2-16-15,-1 3 0 0,-2 2-128 0,-2 2-32 16,-2 2 0-16,-1 0 0 0,-1 0-64 16,-1 0-16-16,-3 0 0 0,-2-1 0 0,-2-1-128 0,-1-4 192 15,-4 0-192-15,-2-2 192 0,-1-2-64 0,0-2 0 16,-1-1 0-16,0-1 0 0,-1-6 0 0,-1-1 0 15,0-2 0-15,0-3 0 0,-1-3-80 0,1 0-48 16,-2-2 0-16,1-4 0 0,-2 1 0 0,1-2 0 16,0-3 0-16,2 1 0 15,1-1-448-15,1-4-64 0,-2 1-32 0,2-1 0 16,-1-1-2464-16,-1-5-480 0</inkml:trace>
  <inkml:trace contextRef="#ctx0" brushRef="#br0" timeOffset="50186.53">2403 6507 14735 0,'0'0'1312'0,"0"0"-1056"0,0 0-256 0,4-3 0 0,1-4 5168 0,-5 7 976 16,0 0 192-16,0 0 32 0,0 0-3040 0,0 0-592 15,0 0-128-15,0 0-32 0,0 0-736 0,0 0-160 16,0 0-16-16,-1 10-16 0,-2 2-720 0,-2 0-144 16,-2 0-16-16,-1 1-16 0,-1 0-288 0,-1 1-48 0,-1-4-16 0,1 5 0 15,0 0-208-15,-2 1-64 16,-3 1 0-16,4-4 0 0,0 0-128 0,2-1 128 0,-1 0-128 0,1-3 128 16,1 0-128-16,3-1 0 0,-1 0 0 0,2-2 0 15,4-6 0-15,0 0 0 0,0 0 128 0,-2 8-128 16,2-8 0-16,0 0 0 0,2 8 0 0,2-3 0 15,-4-5 0-15,8 5 0 0,1-4 0 0,2 2 128 16,1 0-128-16,1-3 0 0,0 0 0 0,1-3 0 16,0 0 0-16,3-1 0 0,1 1-192 0,1-1 192 15,-1 1-160-15,0 0 160 0,0 0 0 0,1-1-144 0,-1 0-112 0,-1 1-32 16,-3-2 0-16,-1 1 0 16,-1 1-1024-16,-3 2-208 0,-2 1-32 15,-7 0-16-15,0 0-1248 0,0 0-240 0,0 0-48 0</inkml:trace>
  <inkml:trace contextRef="#ctx0" brushRef="#br0" timeOffset="50433.39">2409 6523 15663 0,'0'0'688'0,"0"0"144"0,-4-3-656 0,4 3-176 16,0 0 0-16,0 0 0 0,0 0 6656 0,0 0 1280 15,0 0 272-15,0 0 48 0,3 10-5056 0,0 0-1024 16,-2 3-208-16,1 3-48 0,0 1-896 0,-1 2-176 15,0 6-32-15,1 1-16 0,-2 1-320 0,-2 5-64 16,2-1-16-16,0 2 0 0,-1-2-144 0,0 0-48 16,-1-1 0-16,1 0 0 0,0-4-208 0,1 2 0 15,0-2 128-15,-1-5-128 0,-1-2 0 0,1-2 0 16,1-1 0-16,1-6-160 16,1-1-800-16,0-1-144 0,-2-8-48 0,0 0 0 15,7 5-2192-15,2-1-448 0,1-4-96 0</inkml:trace>
  <inkml:trace contextRef="#ctx0" brushRef="#br0" timeOffset="50601.39">2915 6558 39615 0,'0'0'3520'0,"0"0"-2816"0,0 0-560 0,0 0-144 15,0 0 2064-15,0 0 384 0,-4 8 80 0,0-1 16 16,4-7-2192-16,-4 10-352 0,2-2-240 0,0 5-14096 15,1 3-2832-15</inkml:trace>
  <inkml:trace contextRef="#ctx0" brushRef="#br0" timeOffset="50734.6">2926 6896 33167 0,'0'0'2944'0,"-4"5"-2352"16,4-5-464-16,-4 5-128 0,4-5 3584 0,0 0 704 15,-5 6 144-15,5-6 32 0,0 0-2608 0,0 0-528 16,0 0-112-16,0 0 0 0,0 0-960 0,0 0-256 15,0 0 0-15,7-2 128 16,2 0-3152-16,2-4-640 0</inkml:trace>
  <inkml:trace contextRef="#ctx0" brushRef="#br0" timeOffset="51545.23">2731 6815 22111 0,'-15'-4'976'0,"8"3"208"0,-1 0-944 0,0 1-240 16,2 0 0-16,2-4 0 0,4 4 5440 0,0 0 1024 0,0 0 224 0,0 0 32 15,0 0-4224-15,0 0-832 16,0 0-192-16,12-7-16 0,-2 1-912 0,3-1-176 0,2 1-48 16,-5 2 0-16,4 1-320 0,2-3 0 15,2 0 0-15,1 0 0 16,3 1-320-16,1-4-128 0,3 1-16 0,0 1-16 16,3 2-2016-16,1 0-384 0,0 1-96 0</inkml:trace>
  <inkml:trace contextRef="#ctx0" brushRef="#br0" timeOffset="52024.43">3403 6417 18431 0,'0'0'1632'0,"0"0"-1312"15,0 0-320-15,0 0 0 0,0 0 5696 0,-7 2 1088 16,-1 3 192-16,2 2 64 0,1-1-4544 0,-1 4-896 16,-1 5-176-16,0 3-32 0,2 3-16 0,-2 4 0 0,1-1 0 0,-1 3 0 15,1-4-704-15,2 3-144 0,0-1-16 0,0 1-16 16,-1-1-256-16,2-1-48 0,3-1-16 15,-1-3 0-15,0-1-176 0,-1-4 0 0,2 0 0 0,0-2 0 16,0-4-432-16,2-1-160 0,0 0-48 0,2-3 0 16,-4-5-1728-16,8 4-336 0,4-4-80 0,-2 0-18352 15</inkml:trace>
  <inkml:trace contextRef="#ctx0" brushRef="#br0" timeOffset="52324.61">4065 6376 44063 0,'-13'6'1952'0,"6"-1"400"0,0-2-1888 0,-3 1-464 0,3 3 0 16,-1-1 0-16,-1-1 624 0,0 0 16 0,1 2 16 0,-1 0 0 31,2-1-1136-31,2 2-224 0,1 2-64 0,1 2-12528 0,1-4-2512 16</inkml:trace>
  <inkml:trace contextRef="#ctx0" brushRef="#br0" timeOffset="52468.03">3967 6673 18431 0,'0'0'1632'0,"-4"7"-1312"15,-1 0-320-15,1 1 0 0,2 0 6256 0,2-8 1168 0,-3 9 256 0,0-2 32 0,2-1-4960 0,1-6-976 16,0 0-208-16,0 0-32 16,0 0-688-16,0 0-128 0,0 0-16 0,0 0-16 15,0 0-1088-15,0 0-224 16,0 0-32-16,0 0-15008 0,8 4-2992 0</inkml:trace>
  <inkml:trace contextRef="#ctx0" brushRef="#br0" timeOffset="53303.08">4872 6433 34607 0,'-8'-9'1536'0,"8"9"320"0,0-7-1488 0,0-2-368 0,-1 2 0 0,1 7 0 16,-4-6 1568-16,0 2 240 0,4 4 48 0,0 0 16 15,0 0 368-15,-5 6 64 0,0 1 0 0,-1 4 16 0,-3 5-1056 0,3 3-224 16,-1 5-32-16,-1 3-16 0,-2 3-416 0,0 0-96 16,-1 0-16-16,1-1 0 0,-1-2-240 0,2-1-48 15,1-3-16-15,2 1 0 16,2-6-592-16,1-2-112 0,2-3-32 0,4-1 0 16,4-6-2880-16,4-5-592 0</inkml:trace>
  <inkml:trace contextRef="#ctx0" brushRef="#br0" timeOffset="53977.53">4983 6218 26719 0,'0'0'2368'16,"-8"-1"-1888"-16,-1-1-480 0,1 2 0 0,2 0 4592 0,0 0 816 16,0 2 160-16,6-2 48 0,0 0-4464 0,-4 6-880 15,1 1-272-15,3-7 128 16,2 8-1104-16,3 1-240 0,3 0-32 0,2 0-16 15,2-3-1152-15,2 1-224 0,2 0-48 0,-1-1-16 16,2-1 1264-16,-1 0 256 0,0 2 48 0,-1-4 16 0,1 2 608 0,-3-1 128 0,-3 0 32 0,0 0 0 16,-10-4 1520-16,0 0 304 0,0 0 64 0,5 6 16 15,-5-6 992-15,0 8 192 0,-2 1 32 0,0-2 16 16,-2-1-736-16,-1 1-128 0,-2-1-48 0,-1 2 0 0,-1 1-736 0,-1 0-160 16,-1 0-16-16,2 3-16 0,-1-4-320 0,2 1-64 15,0 0-16-15,2 2 0 0,-2-2-224 16,1 0-32-16,3-1-16 0,2-1 0 0,2-7-272 0,0 0 160 15,1 10-160-15,-1-10 128 0,0 0-128 0,5 6 0 16,3-1 0-16,1 0 0 0,3 3 0 16,1-1 0-16,1-2 0 0,2 2 0 0,0-1 0 0,-1-1 0 15,1 2 0-15,0-1 0 0,-2 0 0 0,-1 0 0 16,-1-2 0-16,-3 2 0 0,-3 1 0 0,0 1 0 16,-4 0 0-16,-1 2 0 0,-1-2 0 0,-2 4 0 15,-2-1 0-15,-3 1 128 0,1-3 48 0,-3 2 0 16,-3-1 0-16,0 2 0 0,-1-3-176 0,0 0 192 15,0-1-192-15,0-2 192 0,-1 1-192 0,2-3 0 16,0 1 0-16,3-2 0 16,1-2-864-16,2-1-96 0,6 0-32 0,0 0 0 15,0-7-1248-15,4 0-256 0,2-4-64 0,5-1 0 16,3-2-464-16,3-2-112 0,4 2 0 16,2-3-16-16,2-2 1440 0,1-1 304 0,2-3 48 0,-4 0 16 15,-1 1 160-15,-3 1 32 0,0 2 16 0,-4 2 0 0,-3 4 2480 0,-3 4 480 16,-2 4 96-16,-8 5 32 0,0 0 912 0,0 0 176 0,0 0 32 15,0 7 16-15,-3 4-464 0,-1 1-112 16,-2-1-16-16,-1 4 0 0,2 2-1248 0,0-3-256 0,1-1-48 16,0 0-16-16,0-1-496 0,2-2-112 0,0 1 0 15,2-5-16-15,0-6-304 0,3 8 0 0,1-2 128 16,-4-6-128-16,6 4 0 0,2-2 0 0,0-4-208 0,1 1 80 16,0 0-192-16,0-1-48 0,0 0 0 0,1-3 0 15,-3-2-144-15,1-2-16 0,-1 0-16 16,-1 0 0-16,-1 0-1024 0,1-3-208 15,0 0-32-15,2-1-16 0,-1-3-2272 0,-1-2-464 16</inkml:trace>
  <inkml:trace contextRef="#ctx0" brushRef="#br0" timeOffset="54420.01">5611 6033 38127 0,'0'0'1680'0,"0"0"368"0,0 0-1648 0,0 0-400 0,0 0 0 0,0 0 0 0,3 8 1312 0,-2 0 176 16,0 2 48-16,-1 0 0 0,0 3 400 0,0 0 96 15,0 4 16-15,0 3 0 0,2 3-912 0,-2 1-176 16,-2 3-48-16,2 2 0 0,0 2-416 0,-1 1-96 16,0-1-16-16,1 0 0 0,0-1-112 0,0 0-16 15,-1-1-16-15,-1-3 0 0,2-3-96 0,-1-2-16 16,0 0 0-16,-1-7 0 0,1-2-128 0,0-1 0 16,-1-5 0-16,2-6 0 0,-1 8 0 0,1-8 0 15,0 0 0-15,0 0 0 0,0 0 0 0,0 0 0 16,0 0 0-16,0 0 0 0,0 0-384 0,3-5 32 0,1-3 16 15,0-1 0-15,1-2 32 0,1 0 16 16,1-8 0-16,1 4 0 0,2-1 64 0,0 0 16 0,2-1 0 0,1 2 0 16,0-2 16-16,0 2 0 0,0 1 0 0,2 5 0 15,0-3 192-15,0 4-176 0,-2 3 176 0,-2 3-160 16,1 2 160-16,-4 1 0 0,-2 3-144 0,0 5 144 16,-1-1 0-16,-1 2 0 0,-3 3 0 0,-1 3 0 15,-2 1 288-15,-2 2-32 0,-3 1 0 0,-1 1 0 0,0 1-64 16,-2-1-32-16,0-2 0 0,-2 0 0 15,-1-4-32-15,0 0-128 0,0-2 192 0,1-2-64 16,0 1-128-16,2-1-256 0,1-2 64 0,1-3 16 16,1-1-1872-16,7-5-384 0,0 0-80 0,0 0-16 15,0 0-2720-15,8 0-560 0,10-7-96 16,7-5-32-16</inkml:trace>
  <inkml:trace contextRef="#ctx0" brushRef="#br0" timeOffset="55103.58">6133 6312 22111 0,'0'0'1968'0,"0"0"-1584"0,0 0-384 0,0 0 0 0,-4 5 5056 0,-3 3 944 16,1 2 176-16,-5 3 32 0,0 0-3456 0,-4 3-688 16,1 1-144-16,-3 0-16 0,3 3-656 0,-1-2-128 0,1 1-32 0,1 0 0 15,1-2-608-15,2-2-128 16,-1 0-32-16,3-5 0 0,3 0-320 0,1-1 128 16,2-1-128-16,2-8 0 0,0 0 0 0,0 0-192 15,0 0 32-15,0 0 0 16,6 6-320-16,2-4-64 0,0-2-16 0,1-1 0 15,-1-3-48-15,1-3-16 0,1 0 0 0,1 0 0 16,-2 1 128-16,1-5 32 0,2-1 0 0,0-1 0 0,0 0 112 0,-1-1 32 16,0-2 0-16,-2 2 0 0,1 1 160 0,1 0 160 0,-1 2-208 15,-1 1 80-15,-1 2 128 0,-1 0 0 0,-1 4 0 16,-6 4 0-16,0 0 0 0,0 0 0 0,0 0 0 0,5 7 128 16,-2 2 288-16,-2 2 64 0,-1 0 16 0,0 2 0 15,0 2-96-15,0 0-16 0,0 1 0 0,0-2 0 16,0-1-192-16,0-1-64 0,2-4 0 0,0 1 0 15,1 0-128-15,1 0 0 0,0-2 0 0,-4-7 0 0,6 4 0 16,2-3-144-16,0-1 0 0,1 0 0 0,0 0-112 0,0-1 0 16,-1-2-16-16,1-1 0 0,-1-4 80 0,0 1 0 15,1-4 16-15,-1 1 0 0,1-2 176 16,0 2 0-16,1-6-144 0,1 2 144 0,1-5 0 0,1 1-176 16,1-2 176-16,0 4-128 0,2-1 128 0,-2 1 0 15,1 0-144-15,-2 3 144 0,-2 2 0 0,1 1 0 16,-3 6-144-16,-1 2 144 0,-8 2 160 0,0 0 96 15,5 4 0-15,-1 2 16 0,-3 2 480 16,1 3 80-16,-2 0 32 0,0 4 0 0,-3 0-256 0,2 2-48 16,0 1-16-16,-1-3 0 0,1 0-288 0,1 1-64 15,0-2-16-15,0 1 0 0,3-2-48 0,-2-1 0 16,0-1 0-16,0-2 0 0,-1-9-128 0,0 0 0 16,0 0 0-16,0 0 0 0,4 7 0 0,0-2-176 15,-4-5 48-15,0 0 0 0,8-1-64 0,-1 0 0 0,-1-5 0 0,2 1 0 16,-2-3 0-16,2-1 0 15,1 0 0-15,1-4 0 0,-1 0 0 0,1-1-16 16,3-2 0-16,0 0 0 0,-1 2 48 0,0 2 16 0,-1 2 0 0,0 2 0 16,1-1 144-16,-3 5-128 0,-1 0 128 15,-2 4-128-15,-6 0 128 0,0 0 192 0,7 8-32 0,-4 1-16 16,0 0 240-16,0 3 32 0,-2 1 16 0,-1 0 0 16,0 0-224-16,0 0-32 0,1 1-16 15,1-1 0-15,-1 0-160 0,0-2 0 0,0-2 0 0,-1-9 0 31,3 8-832-31,1-3-160 0,-4-5-32 0,7 7 0 0,0-5-2352 0,1-1-464 16</inkml:trace>
  <inkml:trace contextRef="#ctx0" brushRef="#br0" timeOffset="55286.88">6863 6205 23039 0,'-5'-1'2048'0,"-2"1"-1648"16,1 0-400-16,-1 2 0 0,2 2 3840 0,-2 1 672 15,3 2 144-15,0-1 16 0,1-2-3456 0,1 4-704 16,2 0-144-16,0 0-32 16,3 1-912-16,3-1-192 0,3 1-48 0,3-1 0 15,4-2-2864-15,1 1-576 0</inkml:trace>
  <inkml:trace contextRef="#ctx0" brushRef="#br0" timeOffset="55488.08">7108 6304 7359 0,'0'0'320'0,"6"-3"80"0,1-2-400 0,1 1 0 16,2 0 0-16,-1 1 0 0,0-3 6576 0,-2 2 1232 0,-1 2 240 0,-6 2 48 15,0 0-4704-15,0 0-960 16,0 0-176-16,-5 6-32 0,-4 2-272 0,-1 3-48 0,-2 3-16 0,-1 3 0 16,-3 1-752-16,1 2-160 15,-1 0-16-15,-1 3-16 0,0-1-240 0,3 1-32 0,1-1-16 16,2-2 0-16,3-2-336 0,3-2-64 0,3 0 0 16,0-5-16-16,4 2-240 0,0-1 0 0,2-3 0 0,3-1 0 15,2-3 0-15,3-1 0 0,1 0 0 0,1-3 0 16,0 2-208-16,3 0 16 0,4-2 0 0,0-1 0 15,1-1-1600 1,3-5-320-16,2 1-64 0</inkml:trace>
  <inkml:trace contextRef="#ctx0" brushRef="#br0" timeOffset="56921.37">8224 6045 11967 0,'-1'-3'1072'0,"-1"0"-864"0,2 1-208 0,0 2 0 16,0-3 6384-16,0 3 1232 0,0 0 240 15,0 0 48-15,2 9-5232 0,-2 3-1056 0,-2 2-208 0,0 6-32 16,-1 5 368-16,-1 5 80 0,-1 5 16 0,0 4 0 16,-3 1-752-16,0-2-160 0,-1 1-32 0,2-1 0 15,0-1-448-15,1-3-80 0,1-3-32 0,1-5 0 0,0-5-176 0,2-3-32 16,-2-5-128-16,2-3 192 0,1 1-192 0,1-2 0 16,0-9 0-16,0 0 0 0,0 0 0 0,0 0 0 15,0 0-144-15,0 0 144 0,5-6-336 0,2 0 16 16,-1-3 16-16,2-3 0 0,0-4-48 0,3-3-16 15,0-2 0-15,4-2 0 16,-1-2-96-16,3-1-32 0,0 0 0 0,0-3 0 16,2 2-128-16,0 1-16 0,-2 2-16 0,1 4 0 15,-1 3 80-15,-3 4 32 0,-1 5 0 16,-2 3 0-16,-5 2 224 0,-6 3 64 0,7 6 0 0,-4 5 0 0,-1 2 704 0,-2 4 128 16,-3 4 48-16,1 1 0 0,-1 1 208 15,-1 2 32-15,0-1 16 0,0 0 0 0,2 2-384 0,0-2-80 16,1-2-16-16,1-2 0 0,0-5-240 15,3-2-160-15,1-4 192 0,-1 1-192 0,1-4 0 0,-4-6 0 16,8 5 0-16,1-3 0 0,0-4 0 0,2 0 0 16,1-1-160-16,-2-2 160 0,2-3-352 0,0-1 48 15,1-3 16-15,-2 0 0 0,1-1-48 0,1-1-16 16,0-2 0-16,0 1 0 16,0-3-144-16,1-1-16 0,0 1-16 0,0-4 0 15,-2 1-176-15,-1 0-16 0,1 2-16 0,-1 2 0 16,-4 2 32-16,0 4 0 0,-1 1 0 0,-2 5 0 0,-4 5 304 0,0 0 64 0,0 0 16 0,0 0 0 15,-2 7 720-15,-2 2 160 0,-3 3 16 16,1 1 16-16,-1 1 64 0,1 2 16 0,0 1 0 0,1 1 0 16,0 0-240-16,1 0-48 0,2-1-16 15,0 2 0-15,4-1-192 0,0 0-48 0,2-2 0 0,1-2 0 16,2-1-128-16,1-4 0 0,1 0 0 16,2-1 128-16,4-3-128 0,0 1 0 0,2-4 0 0,0-1 0 0,2-2-176 0,0-1 48 15,2-4 0-15,1 2 0 16,-1 1-64-16,1-5 0 0,0 0 0 0,1 0 0 0,-3-5 32 15,1 1 0-15,0 1 0 0,0-2 0 0,-1-3-32 16,-2 2 0-16,-1-3 0 0,-2 1 0 16,1 0-96-16,0 2-32 0,-2-3 0 0,-2-1 0 0,-3 1 128 0,-1 2 0 15,-3 2 16-15,-1 4 0 0,-4 3 176 0,0 6 0 16,-7-4 128-16,-1 1-128 0,-2 2 512 0,-2 2 16 0,-1 4 16 16,-1-1 0-16,-3 7 32 0,-3 1 0 15,1 1 0-15,-1 2 0 0,1 3-256 0,2-2-32 16,0 1-16-16,3 0 0 0,-1 0-80 0,3 0 0 15,2-1-16-15,3 1 0 0,4-4-176 0,0-2 0 0,0-2 0 0,3 1 0 16,2-4 0-16,-2-6-192 0,0 0 64 0,6 7 128 31,2-4-464-31,1-1 16 0,2-4 16 0,0 1 0 16,0-1-32-16,0-5-16 0,2 1 0 0,2-4 0 16,0 1 32-16,0-2 0 0,0-1 0 0,-2 0 0 15,-1 0-160-15,0-1-32 0,1-2 0 0,0-1 0 16,1 3 32-16,-2-3 0 0,0 2 0 0,-3-2 0 0,0 5 192 0,-2 1 32 0,-2 5 16 15,-5 5 0-15,0 0 368 0,0 0 0 0,0 0 0 0,0 0 0 16,-5 7 784-16,-1 1 128 0,0 1 32 0,1 2 0 16,-1 3-256-16,3-1-48 0,-1 1-16 15,1 0 0-15,0 1-208 0,2 2-32 0,1-3-16 0,1-1 0 16,2-3-208-16,2-1-32 0,2-2-128 0,1-1 192 0,-1 1-192 0,3 0 0 16,-3-5 0-16,4-1 0 0,-1-3 0 15,2-2 0-15,0-3-176 0,1 1 176 0,0-1-208 0,1 0 80 16,2-3 128-16,-1 0-208 0,0-2 208 0,-1 1-176 15,2-5 176-15,-1 2-160 0,0-2 160 0,2-2 0 16,0-3 0-16,0-1-128 0,-1-1 128 0,1 0-192 16,-1-2 192-16,0 0-192 0,1-5 192 15,-2-1-160-15,1 0 160 0,0 1-160 0,-1 0 160 0,0 3 0 16,-4 2 0-16,-2 4 0 0,-2 3 272 0,-3 3-16 16,-3 6 0-16,-1 4 0 0,0 5 384 0,0 0 80 15,-5 5 16-15,-2 4 0 0,0 4-16 0,-3 4 0 16,0 3 0-16,0 1 0 0,1 2-336 0,-1 3-80 15,1 3-16-15,0 1 0 0,0 0-160 0,2 0-128 16,1-1 192-16,-1-1-192 0,2 0 128 0,1-1-128 16,0-2 0-16,2 0 0 0,-1-1 0 0,2 0-272 15,1-3 48-15,1-3 16 16,-1-2-1440-16,2-5-272 0,-1 1-64 0,3-3-16 16,-3-1-2272-16,-1-8-448 0</inkml:trace>
  <inkml:trace contextRef="#ctx0" brushRef="#br0" timeOffset="57107.7">9328 6333 42047 0,'0'0'1856'0,"0"0"384"0,0 0-1792 0,0 0-448 0,0 0 0 0,0 0 0 16,4-5 704-16,-4 5 64 0,7-4 0 0,2 0 0 0,2 0-272 0,4 0-48 16,2 0-16-16,2 0 0 0,3 1-432 0,2 1 0 15,2-1 0-15,3 1 0 0,2-1 0 0,1 0 0 16,1 1 0-16,0-1 0 15,-2-1-1344-15,3 3-288 0,-2-3-64 0,0 1-17184 16</inkml:trace>
  <inkml:trace contextRef="#ctx0" brushRef="#br0" timeOffset="57421.76">10169 6183 13823 0,'-9'-3'1216'0,"5"3"-960"15,-1 0-256-15,1 5 0 0,4-5 5904 0,-3 8 1136 16,-1 3 240-16,2 3 32 0,-2 3-3824 0,-1 0-768 16,-3 0-160-16,3 2-16 0,-1 1-832 0,1 0-176 15,3 0-16-15,-1 0-16 0,-2-3-784 0,2-3-144 0,2 1-48 0,1-2 0 16,0-2-528-16,0-2 0 0,0-9 0 16,0 0 0-16,0 0 0 0,0 0 0 0,0 0 0 0,0 0 0 15,0 0 0-15,0 0 0 0,0 0 0 0,0 0 0 16,0 0 208-16,5-6-64 0,0 2-16 0,0-2 0 15,1-4-128-15,-1 1 0 0,0-1 0 0,0-2 0 16,2-1 0-16,2-1-256 0,1-3 64 0,2 0 16 16,2-1-64-16,2-2-16 0,2 0 0 0,1 1 0 15,-2-1-928-15,-1 1-192 0,1-1-32 16,0 3-16-16,-1 4-1504 0,0 5-288 0,-1 2-64 16</inkml:trace>
  <inkml:trace contextRef="#ctx0" brushRef="#br0" timeOffset="57939.19">10348 6365 21183 0,'0'0'1888'0,"-3"7"-1504"0,3-7-384 0,0 9 0 0,0-9 3968 0,0 0 704 16,4 4 160-16,-4-4 32 0,0 0-3024 0,0 0-608 15,10 0-112-15,2-1-32 0,0-2 112 0,1-1 16 16,0-2 0-16,0-1 0 0,0 1-624 0,1-5-112 16,1 2-32-16,-1-4 0 0,0-1-256 0,2-3-64 15,-2 1-128-15,2-2 192 0,-2 2-192 0,-1 0 0 16,-4 2 0-16,1 1 0 0,-3 1 0 0,-1 3-128 15,-4 3 128-15,-2 6-208 0,0 0 208 0,0 0 0 16,-6-2 0-16,-5 6 0 0,0 3 192 0,-2 3 64 16,-2 3 32-16,1 4 0 0,-2 1 80 0,2 2 16 15,2-2 0-15,0 2 0 0,2-2-64 0,2-1-16 16,2 1 0-16,0-2 0 0,4-2-304 0,2-1 160 0,1-1-160 16,3-2 128-16,1 0-128 0,3-3 0 15,2 0 0-15,2-3 0 0,0-3-352 0,2-1 48 0,1-1 16 0,0-2 0 16,2-1-96-16,1 0 0 0,1 1-16 0,-1-4 0 15,0-3 80-15,2-1 32 0,-1-1 0 0,1 2 0 16,1-3-96 0,-2 0-32-16,0-4 0 0,-3-1 0 0,-1-1-16 15,0-1 0-15,0-3 0 0,-2 1 0 0,-3 1 432 0,-1 2-160 0,2 1 160 0,-3 2 0 16,-4-1 0-16,1 4 0 0,0 3 192 0,-1 3-48 0,-4 7 528 0,0 0 96 16,0 0 32-16,0 0 0 0,0 0 64 15,-4 12 16-15,-1 3 0 0,-2 5 0 0,1 3-192 16,-2 3-48-16,-1 4 0 0,0 0 0 15,-2 2-96-15,2 0-32 0,-3 1 0 0,2 2 0 0,0-1-192 16,0-1-64-16,3-3 0 0,0 0 0 0,2-2-256 16,0 1 128-16,-1-2-128 0,3-3 0 0,-1-3 0 0,0-3 0 15,0-2 0-15,1-2 0 0,1 0 0 0,0-3-256 16,1-1 32-16,1-10 0 16,0 0-1456-16,0 0-304 0,0 0-48 0,0 0-13440 15,9 0-2688-15</inkml:trace>
  <inkml:trace contextRef="#ctx0" brushRef="#br0" timeOffset="58100.75">10979 5966 16575 0,'-4'-17'1472'0,"1"11"-1168"16,-1-2-304-16,2-1 0 0,0 1 7168 0,2 2 1360 16,2 0 288-16,-2 1 48 0,0 1-7040 0,0 4-1408 15,0 0-288-15,0 0-128 16,0 0-336-16,0 0-160 0,0 0-16 0,0 0-16 15,5 8-2688-15,-1 4-544 0,0 3-96 0</inkml:trace>
  <inkml:trace contextRef="#ctx0" brushRef="#br0" timeOffset="58356.77">10971 6286 11055 0,'0'0'480'0,"0"0"112"0,0 0-464 0,8 2-128 0,1-2 0 0,2-1 0 16,1-3 5712-16,1 0 1136 0,0 0 208 0,2 0 48 15,-1-6-4048-15,2 2-816 0,-1 0-176 0,2-1-16 0,0-1-512 0,1-1-112 16,1 0-16-16,-1-1 0 0,-1-1-640 0,-3 1-128 15,-1 2-16-15,-2 2-16 0,-4-1-304 0,0 1-64 16,-3 1-16-16,-4 7 0 0,-5-2 224 0,-3 3 32 16,-3 2 16-16,0 1 0 0,-4 2-32 0,1 3 0 15,0 2 0-15,-1 3 0 0,0 2-224 0,-1 2-48 16,0 0-16-16,2 0 0 0,2-1-176 16,3 0 160-16,1 0-160 0,3-1 160 0,1-2-160 0,2-1 0 15,3-1 144-15,4-1-144 16,0-5-448-16,5 1-176 0,1-2-16 0,4-3-16 15,2 1-960-15,2-3-192 0,1-3-48 0,7-1-13104 16,10-1-2624-16</inkml:trace>
  <inkml:trace contextRef="#ctx0" brushRef="#br0" timeOffset="58788.99">11692 6106 11055 0,'-2'-29'976'0,"1"17"-784"16,0 1-192-16,1-1 0 0,0 4 5744 0,-1 2 1104 15,-2 2 208-15,0 2 48 0,-3 0-3312 0,-2 2-656 16,-1 2-144-16,-2 4-32 0,-3 1-1120 0,0 5-240 0,-1 0-32 0,0 5-16 15,-4-4-752-15,0 5-160 0,1-1-16 0,1 1-16 16,2 2-288-16,2 0-48 0,3-1-16 0,1-1 0 16,2-2-256-16,3 1 0 0,2-1 0 0,3-3 0 15,2 0 0-15,1-3-176 0,3 0 32 0,1 0 0 16,3-4-192-16,2-1-48 0,0-1 0 0,1-2 0 16,0-1-176-16,3-2-32 0,0-2-16 15,2-2 0-15,-2-2-96 16,2-2 0-16,1-3-16 0,0 1 0 0,-1-2-48 15,2-3 0-15,-1-1 0 0,4-3 0 0,-1-4 80 0,1-1 16 16,-2-1 0-16,-2 0 0 0,-1-6 496 0,-2 0 176 0,1-1 0 0,-2 3-144 0,-4 6 464 16,-1 1 80-16,-1 1 32 0,-5 4 0 0,-1 2 480 0,-2 3 112 15,-2 4 0-15,0 1 16 0,0 8 64 0,0 0 16 16,0 0 0-16,-4 0 0 0,-2 3-384 0,1 2-80 16,-3 2-16-16,1 4 0 0,-1 4-288 0,1 3-64 15,-1 3-16-15,-3 0 0 0,0 2-272 0,-1 1 0 16,-1 0 0-16,2 2 0 0,4 1 0 0,-2 0 0 15,-1-4 0-15,3 1 0 0,-3-1 0 0,4-1 0 16,2-1 0-16,-1-1 0 0,0-1 0 0,1 0-192 16,1-4 16-16,2 0 16 15,-2-2-1248-15,2-2-256 0,-2-1-64 16,2-1 0-16,1-9-2256 0,0 0-464 0,0 0-96 0</inkml:trace>
  <inkml:trace contextRef="#ctx0" brushRef="#br0" timeOffset="59023.82">11718 6244 16575 0,'0'0'736'0,"1"-6"160"0,-1-4-720 0,3 0-176 0,1 1 0 0,2 0 0 0,2-2 5440 0,0 2 1072 0,-2 0 208 0,5 1 32 16,0 3-3744-16,3 0-736 0,0 1-160 0,0-1-16 15,3-2-864-15,0 2-160 0,-1 2-48 0,1 2 0 16,-2 0-384-16,0 1-64 0,-2 2-32 0,0 4 0 0,-3-3-80 0,1 3-16 16,-1 0 0-16,-2 2 0 15,-2 2-80-15,1 1-32 0,-1 2 0 0,0-1 0 0,-1 7-112 0,-3-4-32 16,0-1 0-16,-1 0 0 0,0 1-192 15,1 0 128-15,-1 0-128 0,0-2 0 0,1-3 0 16,-2 0 0-16,1-2 0 0,1 0 0 16,1-3-1168-16,-3-5-128 15,0 0-32-15,0 0 0 0,0 0-1744 0,0 0-336 0,0 0-80 0</inkml:trace>
  <inkml:trace contextRef="#ctx0" brushRef="#br0" timeOffset="59166.14">12097 6033 21183 0,'0'0'1888'16,"0"0"-1504"-16,0 0-384 0,0 0 0 0,7-4 2848 0,-1 1 496 16,1 1 112-16,-7 2 0 0,9 2-2800 0,0 1-656 15,3 2 0-15,-1 3-9888 16,4-3-2032-16</inkml:trace>
  <inkml:trace contextRef="#ctx0" brushRef="#br0" timeOffset="59666.03">12470 6109 16575 0,'0'0'1472'0,"5"-3"-1168"0,-5 3-304 0,0 0 0 15,0 0 5952-15,0 0 1120 0,0 0 224 0,0 0 64 16,0 0-3968-16,-8 6-768 0,-2 5-176 0,-3 2-16 16,-3 4-1040-16,-1 0-208 0,-1 1-32 0,0 0-16 15,-2-2-560-15,1 0-96 0,-1-1-32 0,3 1 0 16,2-2-272-16,2-1-176 0,1-1 192 0,3-3-192 16,1-1 128-16,3 0-128 0,-1-2 0 0,6-6 0 15,0 0 0-15,0 0 0 0,0 0-240 0,0 0 80 16,0 0-160-16,0 0-48 0,10 3 0 0,0-3 0 0,0-1 112 15,2-2 32-15,3-5 0 0,-1-1 0 16,2-1 16-16,0-2 0 0,1-1 0 0,2-2 0 16,-2 2 16-16,1-2 16 0,0 0 0 0,0 1 0 0,-2 2 176 0,-2 3-160 15,-1 3 160-15,-2 2-160 0,-5 1 160 0,-6 3 0 16,0 0 0-16,0 0 128 0,2 8 304 0,-2 2 64 16,-4 3 16-16,1 2 0 0,-1 0-128 0,0 2 0 15,2-4-16-15,-1 1 0 0,0 0-176 0,2 1-16 16,1-4-16-16,0-1 0 0,1-1-160 0,-1-9 0 15,3 8 144-15,-3-8-144 0,5 7 0 0,-5-7 0 16,6 6 0-16,0-3 0 0,2-2 0 0,0-2 0 16,1-2 0-16,0-2 128 0,1-1-128 0,1-2 0 15,-2 1 0-15,0-3 0 0,1-2 0 0,2-1-128 16,4-1 128-16,0-3-128 0,0 0 128 0,3-1-208 16,0-2 80-16,1 0 128 0,1 1-176 0,1 2 176 15,0-1-128-15,12 1 128 0,5 6 0 0,-5 5 0 16,-9 2 0-16,-4 4-128 0,-6 0 256 0,-3 3 64 15,-3 4 16-15,-4 5 0 0,-2 2-32 0,-6-1-16 16,-3-1 0-16,-1 1 0 0,3 5-16 0,0-1 0 16,2 3 0-16,0-3 0 0,1 0-144 0,5 0 0 0,5 1 144 0,0-1-144 15,-1-3-192-15,1 2-96 0,-2-4-32 0,-7 1 0 16,-8-2-2176 0,1 0-448-16,1 15-96 0,-8-10-16 0</inkml:trace>
  <inkml:trace contextRef="#ctx0" brushRef="#br0" timeOffset="60318.33">14040 5789 13823 0,'-7'-14'608'0,"3"7"128"0,-1-1-592 0,0-1-144 0,-2 0 0 0,1 0 0 0,1 0 5568 0,-3 0 1088 16,1 1 224-16,-1 1 32 0,1 2-3456 0,-2 1-688 16,-2-2-144-16,1 6-16 0,-1 0-960 0,-1 1-192 15,-1 6-48-15,-2 4 0 0,-2 6-576 0,-3 5-128 16,-3 6-32-16,-2 8 0 0,-4 3-400 0,2 6-80 15,-2 3 0-15,1 0-16 0,-1 0 144 0,3 1 48 16,2-1 0-16,5 0 0 16,3-2-208-16,3-3-32 0,4-4-128 0,1-1 192 0,4-3-192 0,4-4 0 15,2-2 0-15,2-3 0 16,-1-5-288-16,3-2-160 0,0 0-16 0,2-5-16 16,1-6-1024-16,2-2-208 0,0-2-32 0,2 0-16 15,0 1-2528-15,2-1-496 0</inkml:trace>
  <inkml:trace contextRef="#ctx0" brushRef="#br0" timeOffset="60891.18">14192 6114 19343 0,'3'-12'1728'0,"-3"12"-1392"0,0-7-336 0,0 0 0 0,0-2 4432 0,0 1 816 16,-1 0 176-16,-1 1 16 0,0 2-3152 0,2 5-640 0,0 0-128 15,-7-2-32-15,-1 2 240 0,-2 2 64 16,-2 5 0-16,-1 0 0 0,-3 4-800 0,0 1-160 0,-4 6-16 0,0 0-16 16,0 4-352-16,-1 2-80 0,1-1-16 15,3-1 0-15,3-1-352 0,2-1 144 0,2-1-144 0,2 0 0 31,4-4-464-31,3 0-208 0,3-1-32 0,5-4-16 0,2 1-944 16,4-3-176-16,4-4-32 0,1-3-16 0,2-1-768 0,1-3-160 0,1-2-16 0,0-1-9008 31,1-1-1808-31</inkml:trace>
  <inkml:trace contextRef="#ctx0" brushRef="#br0" timeOffset="62027.32">14436 6099 12895 0,'-6'-6'1152'0,"-1"-1"-928"0,-1 3-224 0,-1 1 0 0,-1 1 6480 0,1 4 1264 16,-3-1 240-16,0 3 48 0,-1 1-4720 0,0 1-944 15,-1 5-192-15,-1-1-48 0,1 3-912 0,0 2-192 16,-1-1-48-16,2 2 0 0,0-2-480 0,3 2-112 16,2-1 0-16,1 1-16 0,1-3-368 0,2 0 144 15,1-3-144-15,3 1 0 0,0-2 0 0,2-1 0 16,-2-8-192-16,0 0 48 16,4 6-224-16,-4-6-32 0,6 4-16 0,3-2 0 15,0-2-64-15,2-3-16 0,-1-1 0 0,2-1 0 0,1-2 144 0,0 0 32 16,0-4 0-16,1-1 0 0,2-1 80 0,1-1 32 15,-1 1 0-15,1-4 0 0,1-1 48 0,0-1 16 16,-1 0 0-16,-1 3 0 0,-2 3 16 0,-2 3 0 0,-2 2 0 16,-2 1 0-16,-8 7 352 0,0 0 80 15,0 0 16-15,0 0 0 0,0 0 512 0,-1 12 96 0,-3 3 32 0,0 0 0 16,0 1-224-16,-1 1-32 0,-2 1-16 0,1 0 0 16,-1 1-240-16,1-1-32 0,-1-1-16 15,3-2 0-15,2-2-192 0,0 0-32 0,1-5-16 16,1 0 0-16,0-8-160 0,0 0 0 0,0 0 144 0,0 0-144 0,0 0 0 15,7 4 0-15,0-1 0 0,0-2 0 0,-7-1 0 16,9-3 0-16,0-2 0 0,0-1-128 0,0-1 128 16,1-2-160-16,1 0 160 0,1-3-160 0,0-1 0 15,1 0 0-15,-1 0 0 0,1 0 0 0,-2-4-64 16,2 4-16-16,-1-5 0 0,-2 3 0 0,-2 2-16 0,0 2-16 16,1 0 0-16,-1 3 0 0,-3 1 32 0,-1 1 16 15,-4 6 0-15,0 0 0 0,0 0 64 0,0 0 16 16,0 0 0-16,0 0 0 0,0 7 144 0,-1 2 0 15,-2-1 0-15,1 2 0 0,-2 3 0 0,2 0 0 16,2 0 128-16,0 3-128 0,0-3 0 0,2 1 0 16,-1 2 0-16,2-3 0 0,2 0 0 0,1-1 0 15,2 0 0-15,4-2 0 0,-2 0-192 0,2-1 64 16,0-5 0-16,1 0 0 0,1-1-48 0,2-2 0 0,0-1 0 0,2-1 0 16,1-2 48-16,1-2 0 15,-1 0 0-15,2 1 0 0,0-3-48 0,0-2 0 16,-1 3 0-16,0-2 0 0,1-4-64 0,0-1-16 0,0-1 0 15,-1 0 0-15,-3-1 0 0,-2 0-16 0,1-1 0 16,-4 0 0-16,-3 2 128 0,-3 1 144 0,-1 1-208 0,-2 4 80 16,-4 4 128-16,1 4 176 15,-7-3-48-15,-2 1 0 0,-3 2 304 0,-1 3 48 16,-1 1 16-16,-3 2 0 0,-3 5-64 0,0 0-16 0,-3 2 0 16,3 0 0-16,1 1-160 0,0-3-48 15,1 2 0-15,2 3 0 0,2-3 16 0,2 1 0 16,3 2 0-16,2-3 0 0,2-4-224 0,2 2 0 0,3-1 0 0,0-10 0 15,3 6 0-15,2 1 0 0,2 0-128 0,1-2 128 16,1-3-320-16,1 1 64 0,2-3 0 0,1-3 0 16,1-1 16-16,1-1 16 0,-1-1 0 0,3-3 0 0,2-1 32 15,1-4 0-15,1 1 0 0,-2-3 0 0,1 1-64 0,-1-3-16 16,1-2 0-16,0-2 0 16,-1-3-176-16,1 0-16 0,-3-2-16 0,2 3 0 15,1-2 288-15,-2 3 48 0,-2-1 16 0,-2 5 0 0,-2-1-48 16,-3 5 0-16,-3 3 0 0,-2 4 0 0,-1 3 176 0,-3 5 256 15,0 0-64-15,-7 5-16 0,0 4 400 0,-5 2 64 16,-3 3 32-16,0 4 0 16,-1 3-144-16,1 1-16 0,-1-1-16 0,3 1 0 0,1 2-160 0,2-2-16 15,2 1-16-15,1-3 0 0,2-3-144 0,1 2-32 16,4-3 0-16,1 1 0 0,2-4-128 0,1-2 0 16,1-1 0-16,3-4 0 0,2 1-160 0,4-4 160 15,-1-1-208-15,1 0 80 0,0-2-128 0,2-3 0 16,1-1-16-16,-2-1 0 0,2-2 16 0,0 1 16 15,-1-1 0-15,2-2 0 0,-1 0-32 0,1-4-16 16,-1 1 0-16,2 0 0 16,-4-1-288-16,1-2-48 0,-2 0-16 0,-2 0 0 15,1-1-96-15,-4 4-32 0,-1-3 0 0,-1 3 0 0,-4 4 304 0,1 3 48 0,-2 0 16 16,-5 1 0-16,0-3 400 0,-2 3 0 0,0 6 0 0,-3 2 128 16,-2 2 448-16,-2 6 112 0,2-2 16 0,-2 5 0 15,-1 0-176-15,2 2-16 0,0 0-16 16,2 1 0-16,-1 2-176 0,4 0-48 0,2 0 0 0,1-4 0 15,2-2-272-15,4 1 0 0,-1-5 0 0,1 1 0 16,3 0 0-16,2-2-256 0,0-5 80 0,2 0 16 16,1 0-1264-1,3-1-256-15,3-2-48 0,-1-2-16 0,-2-2-1904 16,2 1-384-16,-2-4-80 0</inkml:trace>
  <inkml:trace contextRef="#ctx0" brushRef="#br0" timeOffset="62411.1">15727 6119 10127 0,'5'-13'896'0,"-2"6"-704"0,-2 1-192 0,0-1 0 0,-2 3 5696 0,1 4 1120 0,0 0 224 0,0 0 32 0,0 0-3200 0,0 0-640 16,0 0-128-16,0 0-32 0,-4 12-1024 0,0 3-192 16,0-1-64-16,0 1 0 0,-2 2-704 0,0-2-160 15,1 2-32-15,0 1 0 0,1 0-448 0,0-1-80 16,2 1-32-16,-1-3 0 0,0-2-176 0,1-3-32 16,-1 2-128-16,2-4 192 0,2-2-192 0,-1-6 0 15,0 0 0-15,0 0 0 0,0 0 0 0,0 0 0 16,0 0 0-16,0 0 0 0,0 0 0 0,0 0 0 15,8-2 0-15,0-2 0 0,0-3 0 0,-1-1-192 16,3 1 48-16,-1-4 0 0,1-1-80 0,2-1-16 0,1-2 0 0,0-2 0 16,0-1-80-16,1-2-32 15,1-1 0-15,0 3 0 0,1-2-32 0,-2 5-16 16,-1 0 0-16,0 4 0 0,-1 0 176 0,-4 3 32 16,0 2 16-16,-2 1 0 0,-6 5 176 0,0 0 0 15,0 0 0-15,0 0 0 0,0 0 288 0,3 11 32 0,-3-1 16 16,-1 3 0-16,-2-2-16 0,0 2 0 15,-1 2 0-15,1-1 0 0,-1 0-176 0,-2 2-144 0,3-2 192 0,-1 2-192 16,0 1 0-16,1-1 0 0,0-3 0 0,3-2 0 16,0-2 0-16,2 1-352 0,-1-4 48 0,-1-6 16 15,0 0-1376-15,8 4-256 16,2-1-64-16,2-2-16 0,1 0-1872 0,3-2-368 16</inkml:trace>
  <inkml:trace contextRef="#ctx0" brushRef="#br0" timeOffset="63287.22">16295 6085 38639 0,'-4'-13'1712'0,"3"10"352"0,1 3-1648 0,0 0-416 0,0 0 0 0,0 0 0 0,-3-2 1136 0,-1 0 144 15,1 1 16-15,-1 1 16 0,4 0-64 0,0 0-16 16,-6 1 0-16,6-1 0 0,-4 4-656 0,1-2-128 16,-1 3-16-16,4-5-16 0,0 0-288 0,-3 3-128 15,3-3 0-15,-3 6 128 0,2 1-128 0,1-1 0 16,0-6 0-16,1 8 0 0,2 0 0 0,1-2 0 15,0 1 0-15,1-1 0 0,0 1 0 0,1 2 160 16,-1-3-160-16,1 1 160 0,2-2 32 0,0 2 0 16,0-1 0-16,-2 1 0 0,1-1 16 0,-1 2 16 15,-1 0 0-15,1-2 0 0,-2 1 48 0,-2-1 16 16,1 1 0-16,-2-1 0 0,0 1-16 0,-1 0 0 0,0-7 0 0,-2 6 0 16,-2 1 32-16,0-1 0 15,0-1 0-15,-2 1 0 0,-4-1-80 0,0-1-16 0,0 0 0 0,-2 1 0 16,0 0-48-16,0-2-16 0,2 0 0 0,0 1 0 15,-4 0-16-15,5-1-128 0,2 0 192 0,0-1-64 16,2-1-128-16,0 1 0 0,5-2 0 0,0 0 128 16,0 0-128-16,0 0 0 0,0 0 0 0,0 0 0 15,0 0 0-15,5-5 0 0,1-2 0 0,3 2 0 0,1 1 0 16,1 0 0-16,2-3-128 0,2 0 128 0,-1-2-144 16,2-2 144-16,1-1-192 0,0 1 192 0,-2-2-208 15,2 0 64-15,1-1 16 0,1 1 0 0,-2 0-64 16,0-1 0-16,-4 1 0 0,4-1 0 0,-3 2 192 0,-4 2-208 15,-2 2 80-15,-3 1 128 0,-5 7-176 0,0 0 176 16,0 0-128-16,0 0 128 0,0 0 0 0,-6-1 0 16,-2 1 0-16,-1 3 176 0,0 3-176 0,0 3 160 15,0 2-160-15,1-1 160 0,0 0-160 0,1 1 0 16,2 1 0-16,1-1 128 0,3 1-128 0,1 0 0 16,1-2 0-16,2 2 0 0,-1-4 0 0,2 1 0 0,2-1-144 15,0-2 144-15,1-1 0 0,0-1-160 16,3-1 160-16,0-2-128 0,2-2-160 0,1 1-32 15,-2 0 0-15,3-4 0 16,0-1-896-16,0-2-176 0,-1-2-32 0,0 0-16 16,2 0-368-16,0 0-80 0,2-2-16 0,0-2 0 15,-2-2 880-15,-1-1 192 0,-1 0 16 0,-3 3 16 0,-3-1 416 0,-1 2 96 16,0 5 16-16,-3 0 0 0,0 0 1248 0,0 2 256 0,-2 1 48 16,-1 4 16-16,0 0 496 0,0 0 80 0,0 0 32 0,0 0 0 15,0 0-688-15,3 9-144 0,-2 3-32 0,0 0 0 16,-1 1-288-16,2 0-64 0,-1-3-16 0,0 2 0 15,0 0-288-15,-1 1-64 0,0 0-16 0,2 0 0 16,-1 0-128-16,2-3-32 0,-1 1 0 0,1-2 0 16,-2-1-144-16,0-2 128 0,-1-6-128 0,0 0 128 0,3 6-128 0,-3-6 0 15,4 4 144-15,-4-4-144 0,0 0 0 0,0 0 0 16,0 0 0-16,0 0 0 0,0 0 0 0,0 0 0 16,5-7 0-16,-1 0 0 0,0-2 0 0,3 0-160 15,-2-1 160-15,1-1-208 0,2 1-48 16,1-1-16-16,2 0 0 0,2-2 0 0,0-2-96 15,2 0-16-15,-2 2 0 0,2 0 0 16,-1-2-80-16,3-2-32 0,1 0 0 0,1 0 0 16,0 1-128-16,2-3-16 0,-1-4-16 0,4-3 0 15,2 5-912-15,-2-1-176 0,-5 5-48 16,2 0 0-16,0 0-1744 0,1-3-368 16</inkml:trace>
  <inkml:trace contextRef="#ctx0" brushRef="#br0" timeOffset="63578.94">17239 5355 37727 0,'10'5'1664'0,"-6"-1"352"0,3 0-1616 0,1 4-400 0,2 0 0 0,3 2 0 16,3-1 1456-16,1 4 208 0,1-4 32 0,2 6 16 16,-1-1-176-16,3 2-48 0,2-2 0 0,2 3 0 15,5 8-464-15,-1 1-80 0,0 4-32 0,-2 2 0 16,-4 2-272-16,0 3-64 0,-3 3-16 0,-3 3 0 15,-5 4-224-15,-3 0-32 0,-1 4-16 0,-2 2 0 16,-3-2-32-16,-3 1 0 0,-1 1 0 0,-2-4 0 16,-5-1-48-16,-2 1-16 0,-3-5 0 0,-1-1 0 15,-1-3 0-15,-2-2-16 0,2-3 0 0,-2-3 0 0,-1-6-48 16,0-3 0-16,-1-3 0 0,1 1 0 16,0-7-128-16,1 2 128 0,0-3-128 0,-1-4 128 15,1-1-128-15,2-2 0 0,1-2 0 0,1 1-176 16,0-1-1104-16,3-1-208 0,1 1-48 0</inkml:trace>
  <inkml:trace contextRef="#ctx0" brushRef="#br0" timeOffset="64730">22137 440 20271 0,'-1'-21'1792'0,"1"12"-1424"16,-1 0-368-16,2 0 0 0,1 0 3088 0,1-1 560 15,0 1 96-15,1 2 32 0,-1 0-2112 0,-3 7-400 16,0 0-96-16,0 0-16 0,0 0 416 0,2 8 80 0,-4 5 16 0,1 8 0 15,-3 9-704-15,-2 7-128 0,-3 7-16 16,-2 4-16-16,1-1-112 0,-2 1-32 16,0 0 0-16,1-1 0 0,1-3-416 0,1-2-96 15,1-4-16-15,2-3 0 0,-1-4-128 0,2-4 192 16,1-7-192-16,2-3 192 0,-1-4-64 0,2-4-128 16,1-9 192-16,0 0-64 0,0 0-128 0,0 0 0 0,0 0 0 15,4-7 0-15,1-6 0 0,3-3 0 0,2-2 0 0,2-3 0 16,0-8 0-16,2 2-144 0,0 1 144 15,1-4-160-15,-1-3 160 0,-1 3 0 0,3 0 0 0,-2 3 0 16,0-1 0-16,2 4 0 0,1 0 0 0,-1 7 0 16,-3 0 0-16,-2 6 0 0,-2 3 0 0,1 4 0 15,-4 1 128-15,-6 3-128 0,0 0 128 0,8 11-128 16,-2 0 0-16,1 5 144 0,-2 2-144 0,0 2 0 16,1 3 128-16,-2 1-128 0,1-2 0 0,1 1 0 15,-1 2 0-15,1 0 0 0,-1-2 0 0,1 1 0 16,1-1-1088-16,-1-3-112 15,1-2-16-15,1-1-16 0,-2-5-1328 0,2-2-256 16,0 1-48-16</inkml:trace>
  <inkml:trace contextRef="#ctx0" brushRef="#br0" timeOffset="65294.18">22356 439 31327 0,'0'0'2784'0,"0"0"-2224"0,0 0-560 0,0 0 0 0,-2 9 2432 0,0 2 368 16,1 3 80-16,0 0 0 0,-1 2-2064 0,1-1-432 16,0 2-64-16,-1 3-32 0,0 1 432 0,-1 2 96 15,-1 2 16-15,0 2 0 0,0 2-128 0,1 2-32 0,-1 4 0 0,0 2 0 16,0 6-224-16,0 5-64 0,-1 7 0 15,1 1 0-15,1 0-112 0,-2 5-16 16,-2-2-16-16,1 3 0 0,-2 1-112 0,2 5 0 0,-4 1-128 16,-3 37 192-16,-1-13-16 0,0-5-16 0,1-6 0 15,0 0 0-15,-3 0 208 0,2-1 32 0,-2 5 16 16,2-4 0-16,-2-5-112 0,2 1-32 0,2 3 0 0,2 5 0 16,0 3 32-16,3-3 0 0,1-4 0 0,1 1 0 15,0 0-112-15,4 1 0 0,1 2-16 0,0 3 0 0,0-6-176 16,1 2 0-16,2-1 0 0,-3-1 128 15,0 3-128-15,0 3 0 0,1-2 0 0,-2-3 128 0,-1-6-128 0,1 0 128 16,-2 2-128-16,1 0 128 0,-1 3 48 16,1-5 0-16,0-4 0 0,0-4 0 0,-1 0-32 0,2 0 0 15,-1 3 0-15,4-4 0 0,-1-2-144 0,2-5 192 16,-1-5-192-16,2 1 192 0,-1-2-192 0,1 0 128 16,0-1-128-16,-1-1 128 0,1 3-128 0,3-5 128 15,-1-5-128-15,0-2 128 0,-2-2-128 0,-1-2 0 16,0-6 0-16,0-1 128 0,-1-4-128 15,2-3 0-15,-1 2 0 0,-2-4 128 0,-1-5-128 0,0 1 0 16,3-5 0-16,-1 0 0 0,0-3 0 0,-1-2 0 0,2 0 0 16,-2-3 0-1,-1-8-496-15,0 0-16 0,0 0-16 0,0 0 0 16,0 0-1104-16,0 0-224 0,0 0-32 0,10-4-13648 0,-10 4-2720 0</inkml:trace>
  <inkml:trace contextRef="#ctx0" brushRef="#br0" timeOffset="66229.69">22135 5883 9215 0,'0'0'816'0,"0"0"-656"15,0 0-160-15,0 0 0 0,0 0 7296 0,0 0 1408 16,0 0 304-16,0 0 48 0,6-1-7568 0,3-1-1488 16,2 2-336-16,2-2-48 0,1 2 576 0,2 0 128 0,1 0 32 0,3 0 0 15,4-3 240-15,2 3 48 16,3 0 16-16,3 0 0 0,3-1-80 0,5 1-32 16,4-3 0-16,21 2 0 0,-5 1-224 0,-5-1-64 0,-4-1 0 0,2 2 0 15,4-4-256-15,3 3 160 0,3 0-160 0,6-1 128 16,4 2 96-16,0 0 16 0,-2-1 0 0,3 0 0 15,3 0 144-15,7-1 16 0,6 1 16 0,0 0 0 16,-1-1-128-16,5 2-32 0,6-1 0 0,6 0 0 16,3 1-112-16,2 0-16 0,-4 0-128 0,7 0 192 15,4-2-192-15,0 2 128 0,-4 0-128 0,2 0 0 16,0 0 0-16,-1 0 0 0,-5 2 0 0,-35-1 0 0,10-2 176 16,7 2-176-16,8 0 192 0,-3 1-192 15,-21-2 320-15,7 1-64 0,10 0 0 0,1 1 0 0,-3-1-64 0,-2 0-32 16,-1-1 0-16,6 0 0 0,5-1-32 15,-2 1-128-15,-6 0 192 0,-2 0-64 0,-3-1 0 0,2-1-128 16,5 1 192-16,-4 0-64 0,-6-1-128 0,-3 1 192 16,-6 0-192-16,-2-1 192 0,-2 1-48 0,0 0 0 15,1-3 0-15,-5 1 0 0,-3 3 32 0,-6-2 0 16,-3-1 0-16,10 2 0 0,-6-3-176 0,-6 1 192 16,-6-1-192-16,-2 2 192 0,1-2-192 15,-2 1 192-15,-3-1-192 0,2 0 192 0,0 2-192 0,-5-1 0 16,-4-1 144-16,-6 2-144 0,-3-1 0 0,-3 0 0 0,-3 1 0 0,-2-1 128 15,-2 2-128-15,-2 0 0 16,-3-1 128-16,-3 1-128 0,-6 1 0 0,0 0 144 16,0 0-144-16,0 0 0 0,7-1 160 0,-7 1-160 0,0 0 128 0,0 0-128 15,0 0 0-15,6 0 0 0,-6 0 128 16,0 0-128-16,0 0 0 0,0 0 0 0,0 0 0 0,0 0 0 16,0 0 0-16,0 0-176 0,0 0 176 0,0 0-192 31,0 0-192-31,0 0-64 0,0 0 0 0,0 0 0 0,0 0-1120 15,0 0-224-15,7 0-64 0,-7 0 0 0,6 2-1824 16,-6-2-368-16,0 0-80 0</inkml:trace>
  <inkml:trace contextRef="#ctx0" brushRef="#br0" timeOffset="66578.85">28648 5630 23039 0,'-3'-6'2048'0,"1"-1"-1648"16,-1 2-400-16,3 5 0 0,0 0 5280 0,0 0 976 15,0 0 192-15,0 0 32 0,0 0-4736 0,0 0-944 16,0 0-192-16,0 0-32 0,0 0 656 0,0 0 144 16,0 0 32-16,0 0 0 0,4 13-832 0,1-1-176 15,0-1-16-15,2 1-16 0,1 1-192 0,1 0-48 16,0-2 0-16,1 0 0 0,1 2-128 0,1-1 0 16,1 2 0-16,0-1 128 0,0 0-128 0,1 0 0 15,0 2 0-15,1-3 0 0,-2-2 0 0,0 4-176 16,-1-2 176-16,-3 0-192 0,1-2 192 0,-1 2-128 15,-4-4 128-15,-1 0-128 0,0-2 128 0,-2 2 0 0,-4 0 0 16,-2-2 0-16,-1 1 0 0,-3-1 128 16,-2 1-128-16,-2-1 176 0,-1 1 16 0,-1-1 16 0,-3 1 0 15,-1-1 0-15,-2 1-32 0,2-2-16 16,0 0 0-16,-1 2 0 0,2-4-160 0,0 2 128 0,2 0-128 0,-1 0 128 16,0 0-128-16,-2-1-176 0,3 1 48 0,0 2 0 31,3 0-1712-31,3 2-336 0,3 2-64 0,2 4-13056 0,1 3-2608 0</inkml:trace>
  <inkml:trace contextRef="#ctx0" brushRef="#br0" timeOffset="67744.75">28966 6621 11967 0,'1'-13'528'0,"1"6"112"0,-1-3-512 0,8-1-128 0,9 1 0 0,-7 1 0 16,-7 2 5888-16,-2 1 1152 0,0-1 240 0,-2 0 32 0,-3-1-4256 0,0 0-864 16,-1-3-160-16,0 4-48 0,-2-3-528 0,-1 3-112 15,2 0-32-15,-1 2 0 0,-2 1-608 0,-1-2-112 16,-2 2-16-16,-10 0 368 0,8 4-576 15,0-2-16-15,3 4 0 0,-2-1-160 0,1 0-48 16,-1 1 0-16,0 2 0 0,0-2-16 0,2 2-128 16,1-1 192-16,-2 3-64 0,2 1 0 0,3-1-128 15,-1-1 192-15,2 1-64 0,1-1-128 0,4-5 192 16,-1 8-192-16,1-1 192 0,0-7-192 0,2 11 0 16,2-1 144-16,1-1-144 0,3-1 0 0,3 0 128 15,0 0-128-15,4 1 0 0,-1-1 0 0,3 1 0 16,1 1 0-16,2 0 128 0,-1-1-128 0,1 0 0 15,-2 0 0-15,1 1 0 0,0 2 0 0,-3-1 0 16,-5-2 0-16,1 1 0 0,1 1 0 0,-5-1 0 16,-4-1 0-16,-1 2 0 0,0-2 0 0,-1-4 0 15,-4 1 128-15,-1 2-128 0,-4 3 240 0,-1-5-32 16,0-1 0-16,-2 1 0 0,-3-1 48 0,-1-1 0 0,-2 0 0 0,-1-2 0 16,-1 2-64-16,3-4-16 15,1 1 0-15,0-1 0 0,-2 0-176 0,2-1 128 16,-2-1-128-16,0-1 128 0,-1 2-128 0,2-5 0 15,-2 2 0-15,-3-2 0 16,2-1-960-16,6 4-80 0,2-1-16 0,1-2-15520 0,1 5-3088 16</inkml:trace>
  <inkml:trace contextRef="#ctx0" brushRef="#br0" timeOffset="68481.42">20305 1040 45663 0,'-7'-19'2032'0,"5"13"400"0,1-5-1936 0,0 4-496 0,1 0 0 0,1 2 0 0,-1 5 128 0,0 0-128 15,0 0 0-15,0 0 0 0,6-3 864 0,-6 3 80 16,0 0 16-16,8 7 0 0,0 5-128 0,-1 3 0 16,-3 3-16-16,1 3 0 0,1 4-272 0,0 1-48 0,-3 2-16 0,1 0 0 15,0 1-256-15,-1 0-48 16,-1-2-16-16,0 0 0 0,-1-1-160 0,-1 0 0 16,0-3 144-16,0 0-144 0,0-3 0 0,0-2 128 15,0-1-128-15,0-2 0 0,1-4-192 0,-1-1-96 16,0-2-32-16,0 0 0 0,0-8-1136 15,0 0-224-15,0 0-48 0,0 0-16 0,0 0-1120 16,0 0-208-16,0 0-64 0</inkml:trace>
  <inkml:trace contextRef="#ctx0" brushRef="#br0" timeOffset="68701.19">20055 1101 49471 0,'0'0'2192'0,"0"0"448"0,0 0-2112 0,0 0-528 15,0 0 0-15,0 0 0 0,0 0 0 0,0 0 0 16,8 1 0-16,2 1 0 0,3-2 608 0,4 0 160 16,4 0 48-16,5-2 0 0,4 1-288 0,5-2-48 15,5-1-16-15,3 0 0 0,4-2-272 0,2-1-48 16,2 1-16-16,1-1 0 0,1-2-128 0,1 3 0 16,-1-2 0-16,-3 1 0 15,-2 2-1552-15,-2 4-240 0,-4-3-64 0,-2 4-13104 16,-1 4-2624-16</inkml:trace>
  <inkml:trace contextRef="#ctx0" brushRef="#br0" timeOffset="69801.83">22947 5421 26543 0,'0'0'1168'0,"0"0"256"0,0 0-1136 0,0 0-288 0,0 0 0 0,0 0 0 0,0 0 896 0,0 0 112 0,0 0 16 0,0 0 16 16,0 0 1584-16,0 0 320 15,0 0 64-15,1-5 16 0,0-1-1104 0,1-3-208 0,-2-1-48 0,2 1-16 16,1 0-544-16,2-4-96 0,-1 0-32 0,1-8 0 16,-1 0-304-16,1 1-64 0,1-3-16 0,-1 5 0 15,0-4-224-15,1-4-48 0,1-3-16 0,1-1 0 16,1 0-64-16,0-4-16 0,2-5 0 16,-1-5 0-16,0-4-64 0,6-31-16 0,-2 4 0 15,2 1 0-15,0-1-144 0,1 0 160 0,1-2-160 0,0-7 160 16,0-3-160-16,2-6 0 0,-1-6 0 0,5 3 0 15,2-3 0-15,-6 27 0 0,0-9 128 0,6-6-128 0,4-4 0 0,3-5 0 16,2-1 0-16,2-6 0 0,1 0 0 0,-1 0 0 16,1 2 0-16,-1 3 0 0,-1-2 0 0,-1 5 0 15,-2 4 0-15,0 5 0 16,-2 3 0-16,0 4 0 0,-2 5 0 0,0 2 0 0,-3 2 0 16,0 6 0-16,-2 5-144 0,1 4 144 0,-1 2 0 0,-3 3 0 15,-1 5 0-15,0-1 0 0,0 4 0 0,-2 1 0 16,-1 3 0-16,0 2 0 0,-3 3-128 0,2 4 128 15,1 3 0-15,0 1 0 0,-2 6 0 0,2-1-128 16,0 3 128-16,3 1 0 0,1 6 0 0,2 1 0 16,0 1-128-16,5 3 128 0,1 3 0 0,2 5 0 0,1 2 0 0,5 7 0 15,2 1 0-15,0 4 0 16,0 6 0-16,4 6 144 0,4 6-144 0,1 3 0 16,3 4 0-16,7 2 0 0,7 2 0 0,0 5 0 15,1 3-192-15,1 9 192 0,2 5-128 0,1 5 128 0,5 4 0 16,6 1 0-16,3 3 0 0,0 6 0 0,-22-13 0 0,5 5 0 15,2 0 0-15,7 6 0 0,4 5 0 0,4 5 0 16,-3 5-128-16,2 3 128 0,2-1 0 16,1 5 0-16,0 0 0 0,1 2 0 0,-3-2 0 15,0 0 0-15,-1 0 0 0,0-1 0 0,0-3 0 0,0-4 0 16,-4-3 0-16,61 76 0 0,-41-39 0 0,-18-30 0 16,-14-14 0-16,-8-13 0 0,-6-10 0 15,-6-8 0-15,-2-8 0 0,-24-21 0 0,2-3 0 0,-1 4 0 16,-1-3 0-16,3 3 0 0,-2 0 128 0,0-1-128 0,-1-1 0 15,17 20 160-15,-3-8-160 0,-7-10 160 0,-3-6-160 16,-1-5 160-16,-3-6-160 0,-2 0 160 16,1-2-160-16,-3-3 0 0,-4-3 0 0,0-3 0 0,-2 0-432 0,1-2 48 15,-4-2 0-15,-3 2 0 16,4-2-1152-16,-1-2-240 0,0 1-32 0,-2-3-13088 16,1-1-2608-16</inkml:trace>
  <inkml:trace contextRef="#ctx0" brushRef="#br0" timeOffset="76506.77">23275 4227 27647 0,'0'0'1216'0,"0"0"256"0,0 0-1168 0,0 0-304 16,0 0 0-16,0 0 0 0,0 0 3696 0,0 0 672 15,0 0 144-15,0 0 32 0,0 0-2912 0,0 0-576 16,0 0-112-16,0 0-32 0,0 0-400 0,0 0-64 0,-1 7-32 0,0-1 0 15,-2 1-240-15,0 1-48 0,1-2-128 0,-1 1 192 16,-1-1 0-16,-1-1 0 16,0 1 0-16,-2-2 0 0,1-1-16 0,1 0-16 15,-1 0 0-15,0-2 0 0,-2-1-16 0,2 0 0 0,-1-1 0 0,1-1 0 16,0 0 32-16,2-1 0 0,4 3 0 16,-4-5 0-16,2-2-32 0,-2 1 0 0,1-1 0 0,3 2 0 15,2-1-144-15,0-2 0 0,1-1 0 0,2 1 0 0,3-3 0 16,0 2 0-16,-2-1-128 0,3-1 128 0,1 1 0 0,0 2-144 15,0 0 144-15,1 2 0 16,-1-1-128-16,-2 2 128 0,1 1 0 0,-1 2 0 0,-1-1 0 16,-7 3 0-16,7-1 0 0,-7 1 0 0,0 0 0 15,0 0 0-15,0 0 0 0,7 6 0 0,-3 1 0 0,-3 2 0 16,-2-1 0-16,-2 2 0 0,1 2 0 0,-4 1 176 16,0 0-176-16,-2 0 160 0,0-3-16 0,-2 1 0 15,-1-2 0-15,1 1 0 0,-1-3-16 0,1 1-128 16,-2-2 192-16,1 1-64 0,-1-3-128 0,0 1 160 15,0-4-160-15,2 0 160 0,1-1-160 0,0-1 0 16,0 0 0-16,2-2 0 0,1-1 0 0,2 0 0 16,0-1 0-16,2-1 0 0,2-1-176 0,3-1 176 15,1 2-128-15,1-5 128 0,2 1-176 0,0-2 176 0,4 1-208 0,-1-1 80 16,1 1 128-16,0 0-160 16,1 0 160-16,0 1-160 0,0-1 160 0,-1 5 0 15,0-5 0-15,-1 5-128 0,2 1 128 0,-2 3 0 0,0 0 0 0,-10 2 0 16,9 0 0-16,-9 0 0 15,0 0 0-15,8 8 0 0,-3 1 0 0,0 1 0 0,-1 2 128 16,-2-2-128-16,-2 3 160 0,0 2-32 0,-1-1-128 16,-1 2 192-16,-2-3-48 0,-2-2-16 0,1 1 0 0,0 0 0 15,-2-2 16-15,1 1 0 0,-1-2 0 0,0-1 0 16,-1-2-16-16,0-1-128 0,-1-1 192 0,0 0-64 16,0-1-128-16,-1-2 192 0,-1-1-192 0,-1 0 192 15,0-1-192-15,2 0 0 0,-1-2 144 0,1-1-144 16,-2-1 0-16,2-2 0 0,1 1 0 0,0-1 128 0,1-1-128 0,1 1 0 15,2-1 0-15,1 0 0 0,1-1 0 0,3 0-160 16,2-2 160-16,0 1 0 0,2-2-160 0,3 0 160 16,2 1-128-16,1 0 128 0,1 1-128 0,-1 1 128 15,5 1-128-15,-1 1 128 0,0-3 0 0,2 3 0 16,-2 1 0-16,1 1-128 0,-1 3 128 0,0 0 0 16,-1 4 0-16,2 0 0 0,-1 2 0 15,-2 1 0-15,-2 1 128 0,1 3-128 0,-1 2 128 0,-1-1-128 16,-2 1 160-16,-2 0-160 0,0 2 192 15,0 2-64-15,-2-2-128 0,-2-3 192 0,-1 1-16 0,0-2-16 16,-2 0 0-16,-2 1 0 0,-3-3 32 0,2 1 0 16,0-2 0-16,-2 1 0 0,1-2-16 0,-2 0 0 15,-1-1 0-15,1 1 0 0,-2-3-48 0,-1-1 0 16,1-1 0-16,-1-1 0 0,1-1-128 0,1 0 128 16,1-1-128-16,-1-1 128 0,0-1-128 0,-1-2 0 15,1 0 0-15,2 0 128 0,0-1-128 0,2 0 0 16,-2 1 0-16,5-1 0 0,-1-4-176 0,3 0 48 15,1-1 0-15,3-2 0 0,0 0-176 0,4 1-16 16,0-2-16-16,1 1 0 16,1-1-1072-16,1 0-224 0,3 1-32 0,2 0-16 15,-1 2-1984-15,2 2-400 0</inkml:trace>
  <inkml:trace contextRef="#ctx0" brushRef="#br0" timeOffset="77134.73">22674 4621 39503 0,'0'0'1744'0,"-4"0"368"0,-1-4-1680 0,1 1-432 0,0 1 0 0,4 2 0 0,0 0 960 0,0 0 96 16,-4 5 32-16,2 0 0 0,-2 3 592 0,0 1 128 16,0 2 32-16,1 0 0 0,2 2-1120 15,0 0-208-15,-2 2-64 0,2-2 0 0,0 0-224 0,-1-1-48 16,1-1-16-16,1 1 0 0,0-2-160 0,0 1-256 15,0-3 64-15,0-2 16 16,0-6-1744-16,0 0-368 0,3 5-64 0,-3-5-16 16,0 0-1856-16,0 0-384 0</inkml:trace>
  <inkml:trace contextRef="#ctx0" brushRef="#br0" timeOffset="77565.82">22702 4395 14735 0,'-7'-9'640'16,"3"5"160"-16,-2-1-640 0,-2 0-160 0,-1 0 0 0,-2 1 0 0,1 0 4032 0,-1 1 768 15,0 2 144-15,-1 1 48 0,-2-1-2800 0,-1 3-544 0,1 4-112 0,-2 0-32 16,2 1-400-16,1 3-80 0,-1 3 0 16,-1 3-16-16,1 2-176 0,0 1-16 0,-1 5-16 15,1-3 0-15,-3 2 96 0,3 2 0 0,-2 2 16 0,3 2 0 16,1 1-160-16,0 0-48 0,2 0 0 15,1 1 0-15,4 1-336 0,-1 2-80 0,3-3-16 0,0 0 0 16,2-1-144-16,2-1-128 0,3-3 144 16,2-3-144-16,2-2 0 0,3 1 0 0,0-2 0 0,4-3 0 0,0-4 0 15,6 0 0-15,0-1 0 0,3-2 0 0,0-2-160 0,2-2 160 16,0-2-128-16,2-1 128 0,-1 0-176 16,-1-2 176-16,-1 0-208 0,-1-3 80 0,-1-4-96 15,-1 1-16-15,-1-5 0 0,0 1 0 16,0-2-240-16,-2-2-48 0,0-3-16 0,-1 2 0 15,-1-3-64-15,0-1-16 0,-4-2 0 0,-2-2 0 0,0 0 320 16,-2-5 64-16,-2 1 16 0,-2 0 0 0,-1-2 224 0,-3 1 0 16,-1-2 0-16,0 3 0 0,-1-3 0 0,-2 5 192 15,-1 0-64-15,-1 2-128 0,-2 1 0 0,1 3 0 16,-2 1 0-16,0 1 0 16,0-2-1600-16,1 1-288 15,-3 1-48-15</inkml:trace>
  <inkml:trace contextRef="#ctx0" brushRef="#br0" timeOffset="79021.17">23209 4352 13823 0,'0'0'608'0,"0"0"128"0,0 0-592 0,0 0-144 0,0 0 0 0,0 0 0 0,0 0 1360 0,0 0 240 16,0 0 64-16,0 0 0 0,0 0 800 0,0 0 160 15,0 0 48-15,0 0 0 0,0 0-672 0,0 0-128 16,0 0-16-16,0 0-16 0,0 0-208 0,0 0-32 16,0 0-16-16,0 0 0 0,0 0-368 0,0 0-80 15,0-6-16-15,0 6 0 0,0-7-352 0,0 0-64 16,0 0 0-16,-2 0-16 0,2 1-176 0,0-1-16 16,-1 1-16-16,1-1 0 0,-1 0-32 0,0 1-16 15,-1 0 0-15,1-1 0 0,0-2-48 0,1 0 0 16,0-1 0-16,-3-2 0 0,2-1-112 0,-1 0-16 15,1-4-16-15,0 1 0 0,1-1-112 0,0-1 0 16,0 0-128-16,-1-3 192 0,1 0-192 0,0-1 128 0,-2 0-128 16,1-4 0-16,0 1 128 0,-1-2-128 15,1-2 0-15,0-1 0 0,-3-4 0 0,1-1 128 0,1-3-128 16,-1-2 0-16,2-3 0 0,-2-2 0 0,0 0 128 16,0-1-128-16,1-1 0 0,1-1 0 0,-2-2 128 0,2-1-128 15,-2 1 0-15,2-4 0 0,0 1 0 0,0 2 0 16,1 3 0-16,1 1 0 0,0 1 0 0,-1-2 0 15,-1 1 0-15,1 0 0 0,1 0 0 0,-1 1 0 16,0 2 0-16,1 0 0 0,1 1 0 0,-2 2 0 16,1 3 128-16,0 3-128 0,1 1 0 0,-1 2 0 15,0-1 0-15,1 2 0 0,-1-2 0 0,0 5 0 0,0 0 0 16,1 3 0-16,-2 3 0 0,1-1 0 0,0 3 0 16,1 2 0-16,-1 4 0 0,-1 3 0 0,0-1 0 0,0 5 0 15,0-1 0-15,0 1 0 0,0 7 0 0,0 0 0 16,0 0 0-16,0 0 0 0,0 0 0 0,0 0 0 15,0 0 0-15,0 0 0 0,0 0-336 0,0 0 32 16,0 0 16-16,0 0 0 16,0 0-1440-16,0 0-304 0,0 0-48 0,0 0-12576 15,0 0-2496-15</inkml:trace>
  <inkml:trace contextRef="#ctx0" brushRef="#br0" timeOffset="80161.27">23085 2178 32943 0,'0'0'1456'0,"0"0"304"0,1-8-1408 0,2 1-352 0,-1 2 0 15,4-1 0-15,-1 2 912 0,0 1 112 0,2-3 32 0,-1 2 0 16,-1 0 352-16,-5 4 80 16,8-4 16-16,0 1 0 0,-8 3-736 0,8 2-160 0,-8-2-32 0,0 0 0 15,5 6 80-15,-1 2 16 0,-1 1 0 0,-3 3 0 16,-2 1 32-16,0 1 16 0,-2-1 0 0,-1 2 0 16,-2 0-112-16,-1-2-32 0,0 0 0 0,-1 0 0 0,-1-2-112 15,-1-1-16-15,0-1-16 0,-1-1 0 0,-1-3-128 16,0-1-32-16,1 0 0 0,2-1 0 0,1-2-80 0,1-1 0 15,0-1-16-15,1-2 0 16,2 1-48-16,1-2 0 0,2-3 0 0,0 1 0 16,1-1-128-16,1 1 0 0,1-2 0 0,3-4 0 0,1 0 0 0,1 1 0 15,1-2 0-15,4 0 0 0,2 1-160 16,1 0 160-16,1 0 0 0,0 1-144 0,1 0 144 0,0 2 0 16,-2 1-144-16,0 2 144 15,3 2 0-15,-2 0 0 0,-2 1-144 0,-2 1 144 0,1 0 0 0,-2 2 0 16,-2 2 0-16,0 0 0 0,-1 2 0 0,-1 1 0 15,-1 3 0-15,-1-1 0 0,-1 2 0 0,-2 1 0 0,2 1 0 16,-3 2 0-16,-2-3 0 0,1 3 144 16,-1 0-144-16,-1-1 192 0,-1-2-64 0,0 0-128 15,2-3 192-15,-4 1-64 0,1 1-128 0,0-2 160 0,-2-2-160 16,1 0 160-16,-1-2-160 0,1 1 160 16,-1-4-160-16,1 0 160 0,-1 0-160 0,1-3 0 15,-2 1 0-15,1-2 128 0,1 0-128 0,-1-1 0 0,1-1 0 16,1 0 0-16,-1-3 0 0,3-2 0 0,0 1 0 15,2-3 0-15,1 0-144 0,1-2 144 0,2 0-192 0,2 0 192 16,1 1-192-16,1 0 192 0,3-1-192 0,1 1 192 16,-1 1-192-16,2 0 192 0,0 1-192 0,-1 6 192 15,0-1-176-15,-1 1 176 0,1 2-160 0,-2 0 160 16,0 1-144-16,0 2 144 0,-1 1-128 0,0 1 128 16,-8-1 0-16,7 5 0 0,0 1 0 0,-1 0 0 15,-6-6 0-15,4 9 0 0,-1 2 0 0,-2-1 0 16,-1 1 128-16,-1-1 0 0,-2 0 0 0,1 2 0 0,-1-3 16 15,1 2 16-15,-4-2 0 0,0 1 0 0,-1 1-32 0,1-2-128 16,-1-1 192-16,1 0-64 0,-2-1-128 0,1 0 0 16,0-2 144-16,-1 0-144 0,-1 0 0 0,-1 1-192 15,1-2 32-15,0 0 0 16,1 1-2304-16,1 1-464 0,-1 2-80 0</inkml:trace>
  <inkml:trace contextRef="#ctx0" brushRef="#br0" timeOffset="80709.75">23090 3011 14735 0,'0'0'1312'0,"4"-7"-1056"16,-1 0-256-16,1-1 0 0,-1 2 3968 0,3 0 720 0,-1 1 160 16,-5 5 16-16,0 0-1696 0,0 0-352 0,0 0-64 0,0 0 0 15,0 0-512-15,0 0-80 0,0 0-32 0,-1 9 0 16,-2 1-656-16,-2 2-144 0,-2 1-32 0,-1 3 0 16,-1-1-528-16,0 2-128 0,-1 2 0 0,-1-1-16 15,1 0-272-15,-1 0-48 0,2-1-16 0,0-1 0 16,1-2-160-16,2-1-128 0,-1-1 192 0,2-4-192 0,1 0 0 15,2-2 0-15,2-6 0 0,0 0 0 0,0 0 0 0,0 0 0 16,0 0 0-16,0 0-144 0,0 0-48 0,0 0-16 16,0 0 0-16,0 0 0 0,6-5 16 0,-1-2 0 15,1 0 0-15,0-2 0 0,1-6 16 0,-2 0 16 16,3-4 0-16,1 1 0 0,0-4 16 0,1 1 0 16,1-1 0-16,-1-2 0 0,1 1 144 0,-2 2 0 15,-1 1-144-15,-1 5 144 0,0 2 0 16,1 5 0-16,-3 1 0 0,-1 1 0 0,-4 6 208 0,0 0 16 15,0 0 0-15,0 0 0 0,9 4 80 0,-1 2 16 16,-2 2 0-16,1 1 0 0,-2 0-128 0,0 2 0 16,0-1-16-16,2 2 0 0,0 0-176 0,-1 0 128 15,1-1-128-15,-1 1 128 0,1-2-128 0,0 1 0 16,1-1 0-16,0-2 0 0,0-1 0 0,0-2 0 16,1-1 0-16,-1 0 0 15,1-2-576-15,-1 1-32 0,-2-2-16 0,2-1 0 16,1-1-1248-16,0-2-256 0,-4-1-48 0,-5 4-20400 0</inkml:trace>
  <inkml:trace contextRef="#ctx0" brushRef="#br0" timeOffset="81332.84">22455 1952 44687 0,'0'0'1984'0,"0"0"400"0,0 0-1904 0,0 0-480 16,0-6 0-16,3 1 0 0,-3 5 704 0,0 0 64 16,5-6 0-16,2 2 0 0,2 0 176 0,1 3 32 15,2-1 16-15,1 0 0 0,1 1-704 0,-1 0-144 16,0 1-16-16,0 1-128 0,0 0 160 0,0 3-160 0,-1-3 128 0,-1 3-128 15,-1 2 128-15,-1-1-128 16,-2 3 128-16,-2-2-128 0,-1 1 240 0,0-1-48 0,0 3 0 0,-3 0 0 16,-2 1 128-16,-1 0 0 0,0 2 16 15,-2-1 0-15,-1 4 48 0,1-1 0 0,-3 0 0 16,-1 1 0-16,0-2-48 16,1 1 0-16,-1 1 0 0,0 0 0 0,2-2-80 15,-2-1-32-15,-1 0 0 0,1 1 0 0,1-2-32 0,2 0-16 16,-2-1 0-16,4 1 0 0,0-6-176 0,3-5 160 0,-3 8-160 0,3 0 160 0,0-2-160 0,0-6 0 15,0 0 0-15,6 9 128 0,0-2-128 16,1-3 0-16,0-2 0 0,1 1 0 0,1 0 0 0,3-1 0 16,0-1 0-16,2-1 0 0,1-1 0 15,0-1 0-15,2-2 0 0,-1 0 0 0,-2 1 0 16,0 2 0-16,1-2-128 0,0-1 128 16,1-1-752-16,0 1-80 0,-1 0 0 15,2-1-16-15,-1 1-2032 16,0 1-384-16,1 2-96 0,3 0-16 0</inkml:trace>
  <inkml:trace contextRef="#ctx0" brushRef="#br0" timeOffset="82806.13">22764 1748 8287 0,'-2'-6'736'0,"-2"0"-592"16,-2 1-144-16,1-5 0 0,0 1 3104 0,-1 2 592 16,-1 0 112-16,-1 3 32 0,-1-2-1680 0,0-1-336 15,-1 4-64-15,-2 1-16 0,-3 1-224 0,-2 1-48 16,-1 1-16-16,-3 4 0 0,-1-1-336 0,-1 5-64 16,-2 0-16-16,-2 6 0 0,-2 3-208 0,-2 4-64 15,-1 4 0-15,-13 17 0 0,7 0-64 0,1 0 0 16,3 1-16-16,5 5 0 0,5-2-240 0,4 1-64 0,5-1 0 15,3 0 0-15,3-4-144 0,5-4-48 0,5-1 0 16,5-3 0-16,0 0-192 0,5-4 176 0,2-5-176 0,2-1 160 16,3 1-160-16,-3-10-144 0,3 1 144 0,4-3-208 15,3-2 80-15,2-3 128 0,2-2-208 16,2-2 80-16,3-1 128 0,1-4-208 0,1-3 80 0,-1-2 128 16,0-3-384-16,-1 0 32 0,-3-2 16 0,-1-5 0 15,0 1-64 1,-2 0-16-16,-2-6 0 0,-2 1 0 0,-1-1 48 0,-4-1 16 15,1-5 0-15,-2 1 0 0,-2-1 32 0,-3 0 16 0,0-5 0 0,-3-2 0 0,-1-2 304 16,-2-1-192-16,-3-1 192 0,-3 1-160 0,-1-3 160 0,-4 1 0 16,-1 1 128-16,-2 5-128 0,-1-2 256 0,-1 5 0 15,-2 3-16-15,-1 3 0 16,-1-1-80-16,-1 2-16 0,-2 1 0 0,0 4 0 16,1 4-1264-16,-1 0-256 0,-1 3-48 0,1 0-14928 15</inkml:trace>
  <inkml:trace contextRef="#ctx0" brushRef="#br0" timeOffset="87951.93">23247 2195 8287 0,'0'0'368'0,"0"0"80"0,0 0-448 0,0 0 0 0,0 0 0 0,0 0 0 0,0 0 2816 0,0 0 464 15,0 0 112-15,0 0 0 0,0 0-2016 0,0 0-416 16,0 0-64-16,0 0-32 0,0 0 304 0,0 0 64 16,-10 0 16-16,10 0 0 0,0 0 192 0,0 0 32 15,0 0 16-15,0 0 0 0,0 0-528 0,0 0-96 16,0 0-32-16,0 0 0 0,0 0-48 0,0 0-16 0,0 0 0 0,0 0 0 15,0 0-240-15,0 0-48 16,15 6-16-16,-15-6 0 0,14 3-144 0,-1-1-16 0,-13-2-16 0,15-1 0 16,-2 1-160-16,0 0-128 0,0 0 144 0,-4-1-144 15,-9 1 208-15,9 0-48 0,1-1-16 16,2 1 0-16,1-2 80 0,1 2 16 0,1 0 0 0,2-2 0 16,1 0-32-16,2 0 0 0,-1-2 0 0,2 1 0 0,0-2-80 15,2 1 0-15,-1 0-128 0,2 2 192 16,-1-4-192-16,0 1 128 0,-1 1-128 0,0-2 0 15,-1-3 128-15,0 1-128 0,-2 0 0 0,1 0 144 16,-1 0-144-16,1-1 0 0,1-1 0 0,-2-1 128 0,-1 2-128 16,1 0 0-16,-1 0 144 0,-1 0-144 15,-1 0 0-15,-1-2 128 0,0 2-128 0,-1 1 0 0,-1 0 0 16,0 1 0-16,-1 0 0 0,-2-2 0 0,-2 1 0 0,0 2 0 16,-2-1 0-16,-1 2 0 0,-5 5 0 0,3-5 0 15,-3 5 0-15,0 0 0 0,0 0 0 0,0 0 0 16,0 0 0-16,0 0 0 0,1-5 0 0,-1 5 128 15,2-6-128-15,-2 6 0 0,0 0 0 0,0 0 0 16,0 0 0-16,0 0 0 0,0 0 0 0,0 0 0 16,0 0 0-16,0 0 0 0,0 0 0 0,0 0 0 15,0 0 0-15,0 0 0 0,0 0 0 0,0 0 0 16,0 0 0-16,0 0 0 0,0 0 0 0,0 0 0 16,0 0 0-16,0 0 0 15,0 0-1424-15,0 0-208 0,2 6-32 0,-2-6-10816 16,0 0-2144-16</inkml:trace>
  <inkml:trace contextRef="#ctx0" brushRef="#br0" timeOffset="89364.19">23968 2017 17151 0,'0'0'768'0,"0"0"144"0,0 0-720 0,0 0-192 0,0 0 0 16,0 0 0-16,0 0 2032 0,0 0 368 0,0 0 80 0,0 0 16 0,0 0-400 0,0-5-80 16,0 5-16-16,0 0 0 0,0 0-528 0,0 0-96 15,0 0-32-15,7-2 0 0,2-1-576 0,2 2-128 16,-2-3-32-16,3 2 0 0,1 4-80 0,1-2-16 16,2 0 0-16,1-2 0 0,1 4-272 0,2-2-64 15,0 0-16-15,3 1 0 0,0 2 32 0,2-2 16 16,-2 0 0-16,1 1 0 0,-1-2-48 0,1 0-16 15,-1 0 0-15,3 0 0 0,3 1-16 0,0 0-128 0,-1 1 192 16,2-2-64-16,2-2-128 0,0 1 0 0,2 0 144 0,0 1-144 16,0 1 144-16,0 0-144 15,0 1 192-15,-2-1-192 0,1-1 0 0,-2-1 0 16,-1-1 0-16,0 2 0 0,0 0 0 16,0 0 0-16,-1 0 0 0,-1 0 0 0,2-1 0 15,-1 0 0-15,-2-1 0 0,2 2 0 0,-3 0 128 0,0 0-128 0,-1 0 0 0,-1 2 0 16,-2-1 0-16,-3 0 0 0,-1 1 0 0,-2-2 0 15,-2 0 0-15,-2-2 128 0,-1 2-128 16,-4 0 0-16,-7 0 160 0,8 0-160 0,-8 0 128 0,0 0-128 16,0 0 176-16,0 0-48 0,0 0-128 0,0 0 192 15,0 0-16-15,0 0-16 0,0 0 0 0,0 0 0 0,0 0-16 0,0 0 0 16,0 0 0-16,0 0 0 16,0 0-144-16,0 0 0 0,0 0 0 0,0 0 128 0,0 0-128 0,0 0 0 15,0 0 0-15,0 0 0 0,0 0-272 0,0 0 16 16,0 0 0-16,0 0 0 15,0 0-1728-15,0 0-320 0,0 0-80 0,0 0-15664 0</inkml:trace>
  <inkml:trace contextRef="#ctx0" brushRef="#br0" timeOffset="90384.05">25173 2046 9215 0,'0'0'816'0,"0"0"-656"0,0 0-160 0,0 0 0 15,0 0 3520-15,7 3 688 0,-7-3 128 0,9 1 16 16,0 0-2576-16,0 1-528 16,1-1-96-16,0-1-32 0,0-1 16 0,2 1 0 0,0 0 0 0,0 0 0 15,-1-2-528-15,2 2-96 0,2-1-32 0,-2 0 0 16,2-2 144-16,0 1 16 0,-1-2 16 0,0 0 0 16,1 0-64-16,-1 1-16 0,2-3 0 0,1 0 0 15,1 1-112-15,0-1-16 0,2-1-16 0,1-2 0 0,-1 0-48 16,4-1 0-16,1 2 0 0,1-3 0 15,1 2-64-15,3-1 0 0,0 1-16 0,1-2 0 0,-1-1-112 0,0 1-32 16,0-5 0-16,-1 2 0 0,-3-3-160 0,0 0 0 16,-1-1 144-16,-2 1-144 0,0-3 0 0,-1 3 144 15,0-2-144-15,0 2 0 0,0-4 128 16,2 2-128-16,-2 0 0 0,0 1 0 0,-2-1 128 0,-1 5-128 16,-1 1 144-16,-1-1-144 0,0 1 0 15,-1 1 0-15,-2 1 0 0,-1 2 0 0,-2 2 0 0,-1 0 0 16,-1 1 0-16,-1-2 0 0,0 2 0 15,-2 1 0-15,0 0 0 0,-6 5 0 0,0 0 192 0,0 0-64 16,0 0-128-16,4-6 192 0,-1 0 48 0,-3 6 0 16,0 0 0-16,0 0 0 0,0 0-240 0,0 0 0 15,0 0 128-15,0 0-128 0,6-1 0 0,-6 1 0 16,0 0 128-16,0 0-128 0,0 0 0 0,0 0 176 0,0 0-176 0,0 0 160 16,0 0-32-16,0 0 0 15,0 0 0-15,0 0 0 0,0 0-128 0,0 0 0 16,0 0 0-16,0 0 128 0,0 0-128 0,0 0 0 0,0 0 0 15,0 0 0-15,0 0 0 0,0 0 0 0,0 0-160 0,0 0 160 32,0 0-1216-32,0 0-160 0,0 0-32 0,8 1 0 15,-3 5-1808-15,-5-6-368 0</inkml:trace>
  <inkml:trace contextRef="#ctx0" brushRef="#br0" timeOffset="91294.99">26284 1525 23439 0,'0'0'1024'0,"0"0"240"0,0 0-1008 0,0 0-256 0,-2-6 0 16,2 6 0-16,0 0 1344 0,0-6 208 0,-2-2 48 0,5 2 16 15,-3 6-16-15,4-6 0 16,-2 0 0-16,-2 6 0 0,8-4-672 0,1 1-144 0,-1 2-16 0,0 1-16 15,0 1 48-15,-8-1 16 0,0 0 0 0,6 6 0 16,-6-6-240-16,4 9-32 0,-1 0-16 0,-2 0 0 16,-2 1-96-16,0 2-32 0,-1-4 0 0,0 0 0 15,-1 0-80-15,0-1 0 0,0 0-16 0,-1-1 0 16,-2 0-144-16,1-1-32 0,0 0 0 0,-2-2 0 16,-2 1 16-16,0-3 0 0,0 0 0 0,-1-1 0 0,-1 0-16 0,2-2 0 15,0-1 0-15,0 0 0 0,1 2 0 0,0-2-128 16,0-2 192-16,2 0-64 0,1-2-128 15,-1 1 0-15,3-3 0 0,0 0 0 0,3-2 0 0,1 2 0 16,3 0 0-16,3-1 0 0,1-3 0 0,2 0-256 16,3-2 64-16,3 2 16 0,2 4 176 15,1-1-160-15,0-1 160 0,-1 2-160 0,0 3 160 0,-1-1-128 16,-1 0 128-16,1 5-128 0,-3-1 128 0,-1 2-128 16,-2 1 128-16,-2 1-128 0,-3 2 128 15,1 1-128-15,-7-4 128 0,4 6-128 0,-2 3 128 0,0 2 0 16,-2-1 0-16,-3 2 0 0,-1-2 0 0,-1 3 176 15,-2 1-176-15,1 0 192 0,-2 2-16 0,0-6 0 16,0 2 0-16,-1-2 0 0,0 1 16 0,0-4 0 16,0 1 0-16,0-1 0 0,-3-2-32 0,1-1 0 15,1-2 0-15,-2 1 0 0,1-3-32 0,-1 0-128 16,1-3 192-16,1 1-64 0,1-1-128 0,-2-1 160 16,4 0-160-16,0-1 160 0,1-3-160 0,2 2 0 15,0-2 0-15,1 0 128 0,3-1-128 0,1 0 0 0,2-1-192 16,2-1 192-16,2 2-224 0,2 0 80 0,1 1 16 15,2-2 0-15,1 0 128 0,1 3-160 0,-1-1 160 0,2 1-160 16,2 2 160-16,-2 1-160 0,0 2 160 0,-1 2-160 16,0-2 160-16,-1 2 0 0,-1 0 0 0,-1 2-128 15,-1 1 128-15,-1 1 0 0,0 0 0 0,-1 1 0 16,-1 2 0-16,-2 0 128 0,0-1-128 0,-1 2 176 16,-1 1-32-16,-1 0 0 0,-2-1 0 0,0 1 0 0,-1 2 48 15,-2-2 0-15,1 1 0 0,-1-2 0 0,-2-2 32 0,0 1 16 16,-1-2 0-16,0-1 0 0,-2 0 48 15,-1-1 16-15,-1-1 0 0,-1-1 0 0,-1 1-112 16,1-4-32-16,-2 1 0 0,0 0 0 0,0 0-160 0,0-3 0 16,-1-2 0-16,1 3 0 15,2-5-1120-15,0 1-208 0,2-1-32 0,1 1-16 16,2 0-2256-16,3-3-448 0</inkml:trace>
  <inkml:trace contextRef="#ctx0" brushRef="#br0" timeOffset="91845.57">26695 1028 35183 0,'-9'-12'1552'0,"9"12"336"0,-5-4-1504 0,1 0-384 15,1-3 0-15,2 1 0 0,-1 2 896 0,2-1 96 0,0 5 32 16,3-6 0-16,0-1 608 0,1 1 128 15,-1 0 32-15,5 0 0 0,1 1-912 0,3 1-176 16,1 0-48-16,2-1 0 0,1 1-240 0,3 0-48 0,-1 0-16 0,0 1 0 16,1 2-160-16,-3 1-48 0,0 1 0 0,-2-1 0 15,-1-1-144-15,1-2 160 0,-3 3-160 0,0 2 160 16,-4 0-160-16,-7-2 192 16,0 0-192-16,0 0 192 0,0 0-48 0,0 0 0 0,0 0 0 0,0 0 0 0,0 0 48 0,0 8 0 15,0-8 0-15,-3 8 0 0,-3-2-16 0,1 0 0 16,-1-1 0-16,-2 1 0 0,-1 1-176 0,-2 1 160 15,1 1-160-15,1-3 160 0,0 2-160 0,-2-1 0 16,2 2 0-16,0-3 128 0,1 2-128 0,2-1 0 16,2-2 0-16,4-5 0 0,-4 6 0 0,4-6 0 15,0 0 0-15,1 8 0 0,-1-8 0 0,3 11 0 16,2-3 0-16,3-1 0 0,0 0 0 0,1-1 0 16,1-2 0-16,0 2 0 0,2-1 0 0,0 1 0 15,-2-1 0-15,1 1 0 0,-1-1 0 0,1-2 0 16,-4 0 0-16,1 4 0 0,0-3 0 0,-1 2 0 15,-7-6 0-15,0 0 0 0,5 6 0 0,-5-6 0 16,0 0 0-16,2 7 0 0,0 0 0 0,-4-1 0 16,1 1 176-16,-3-2-176 0,-1 0 224 0,-1 2-48 15,-4-3-16-15,1 1 0 0,-1-1-32 0,-1 0-128 0,0-2 192 0,-2 2-64 16,-3-1-128-16,-1 0 128 0,-1-1-128 0,-2 0 128 16,1 0-128-16,0-2 0 0,0 0 0 15,-1 0-176 1,2 0-544-16,0 0-112 0,1 0-32 0,3 0 0 15,1 0-992-15,2 0-208 0,3-2-48 0,8 2-11568 0,0 0-2320 0</inkml:trace>
  <inkml:trace contextRef="#ctx0" brushRef="#br0" timeOffset="92332.82">27072 860 15663 0,'0'0'1392'0,"-6"-8"-1120"0,0 1-272 0,-1 1 0 0,0 1 3072 0,-3-3 544 16,0-3 112-16,-2 1 32 0,1 0-1376 16,-2 0-272-16,-2 1-48 0,1 3-16 0,0 2-320 0,-1 0-80 15,-2 1-16-15,0 2 0 0,-1 1-608 0,0 0-112 16,1-3-16-16,-1 5-16 0,-1 2-192 0,1 0-48 16,0 2 0-16,0 2 0 0,-2 2-192 0,0 1-32 15,1 3-16-15,-2 6 0 0,-1 2-144 0,4 4-48 16,-1 4 0-16,2 1 0 0,0 4-32 0,3-2-16 15,1 1 0-15,4 0 0 0,2-2-160 0,5 1 0 16,3-3 0-16,3-3 128 0,3 1-128 0,3-4 128 16,3-4-128-16,1 1 128 0,2-2-128 0,4 1 128 0,3-4-128 0,3-1 128 15,2-2-128-15,4-2 160 0,3-2-160 0,1 0 160 16,-3-2-160-16,1-5 192 16,0-1-192-16,0-1 192 0,-3 0-64 0,1-3-128 0,-1-3 192 15,-1 0-64-15,0-3-128 0,0-2 192 0,1-1-192 0,1-1 192 16,-1 0-192-16,-1-2 0 0,-2-3 144 15,0-2-144-15,-3-1 0 0,-3 0 0 0,-5-2 0 0,-2 2 128 16,-2-3-128-16,-2 0 0 0,-5-1 0 16,0 0 128-16,-4 0-128 0,-2-2 0 0,-2 2 128 15,-4 2-128-15,-1 2 128 0,-4 0-128 0,-2 0 160 0,-1 3-160 16,-3 1 128-16,-1 1-128 0,-3-1 0 0,-1 4 0 16,-2 2 0-16,1 0 0 0,-1 2-128 0,1 1 128 15,-2 4-448 1,0-2 32-16,2 1 0 0,2 3 0 0,1 6-2032 0,2 3-416 15,0-2-80-15</inkml:trace>
  <inkml:trace contextRef="#ctx0" brushRef="#br0" timeOffset="95463.96">26394 1536 4607 0,'0'0'400'0,"0"0"-400"0,0 0 0 0,0 0 0 0,0 0 976 0,0 0 112 15,0 0 32-15,0 0 0 0,0 0-768 0,0 0-160 16,0 0-16-16,0 0-16 0,0 0 384 0,0 0 80 16,0 0 16-16,0 0 0 0,0 0-160 0,0 0-32 15,0 0 0-15,0 0 0 0,0 0 656 0,0 0 128 16,0 0 32-16,0 0 0 0,0 0 144 0,0 0 48 15,0 0 0-15,0 0 0 0,0 0-256 0,-5-6-48 16,-3 1-16-16,3 2 0 0,5 3-96 0,0 0-16 16,0 0 0-16,0 0 0 0,0 0-192 0,0 0-64 15,-7 0 0-15,7 0 0 0,-5 4-112 0,5-4-16 0,-5 5-16 0,1 4 0 16,-2 3-176-16,3 1-48 0,-1-4 0 0,0 2 0 16,1 3-128-16,2 2-16 0,1-1-16 0,-3 1 0 15,-1-2 48-15,2 4 16 0,-1 1 0 0,2-1 0 16,-3-1 0-16,3 1 0 0,1-1 0 0,0 1 0 15,-2 2 32-15,1-1 16 0,-3 1 0 0,3 2 0 16,1 2-144-16,-2 2-16 0,0 1-16 0,-1 1 0 16,1 0-48-16,0-10 0 0,1 5 0 0,0 3 0 0,-2 0-128 15,2 1 192-15,-1 1-192 0,1-1 192 0,-3 2-64 0,3-1-128 16,1 2 192-16,-1-2-64 0,-2 0-128 0,2 2 192 16,-1 0-192-16,1 0 192 0,0 2-192 0,0-1 0 15,1-1 0-15,0 1 0 0,0 0 0 0,0 1 0 16,0-1 0-16,0 0 128 0,0-1-128 0,0 0 0 15,0-1 144-15,0 1-144 0,-2-3 0 0,2 2 128 16,2-2-128-16,-2 2 0 16,0-2 0-16,0 2 144 0,0 1-144 0,0-3 0 0,-2 0 224 0,1 0-64 15,0-1-16-15,-1 1 0 0,1 2 32 0,-2 1 0 16,1-3 0-16,-1 3 0 0,2 0-48 0,-2 0 0 16,1 0 0-16,-1-2 0 0,2-1 0 0,-1-2 0 15,1 1 0-15,-1-1 0 0,-1-2 64 0,0 1 16 16,1-1 0-16,0 1 0 0,2-1-16 0,-1 3 0 15,-2 0 0-15,2-2 0 0,1-5-48 0,0 5-16 16,-1-5 0-16,1 5 0 0,0-2 0 0,0 0-128 16,0 0 192-16,0-1-64 0,0-1-128 0,1-1 192 0,0-3-192 15,-1 1 192-15,2 0-192 0,-1-3 160 16,0-1-160-16,1 0 160 0,-1-1-160 0,0-2 0 0,-1 1 144 16,2-1-144-16,0-1 128 0,1-2-128 0,1 2 128 0,-2-1-128 15,1 0 128-15,0-1-128 0,-3 0 128 0,0-7-128 16,1 6 0-16,0 2 0 0,-1-8 0 0,3 7 128 15,-3-7-128-15,0 0 0 0,0 0 128 0,2 6-128 16,-2-6 0-16,0 0 144 0,0 0-144 0,4 7 0 16,-4-7 128-16,4 4-128 0,-4-4 0 0,3 6 0 0,-3-6 128 15,0 0-128-15,0 0 0 0,0 0 0 0,0 0 0 16,0 0 0-16,0 0 0 0,0 0 0 0,2 5 0 0,-2-5 0 16,0 0 0-16,0 0 0 0,0 0 0 15,0 0 0-15,0 0 0 0,0 0 0 16,0 0-656-16,0 0-240 0,0 0-64 0,0 0-13424 15,0 0-2688-15</inkml:trace>
  <inkml:trace contextRef="#ctx0" brushRef="#br0" timeOffset="96955.1">26258 4079 23039 0,'0'0'1024'0,"0"0"192"0,0 0-960 0,4-8-256 0,1-1 0 0,3 1 0 0,3 0 2112 0,-1 0 368 16,0 2 80-16,1 2 0 0,-1 0-1376 15,-1 3-288-15,1-1-48 0,-3 2-16 0,1 0-128 0,-8 0-48 16,8 7 0-16,-1-3 0 0,-7-4-64 0,5 6-16 16,-1 1 0-16,0 1 0 0,-3 1-64 0,-1 0 0 15,-3 0-16-15,1 0 0 0,-2 0-16 0,-1 0 0 16,-1-2 0-16,0-1 0 0,-2 2-96 0,0-1-32 16,0-2 0-16,-1 0 0 0,-1 0-16 0,-1-1 0 15,0-1 0-15,-2-2 0 0,1 0-48 0,1-1-16 16,1 0 0-16,1-1 0 0,0-3-144 0,1 0-128 15,0 0 192-15,3-1-192 0,1-1 0 0,1-1 0 16,1-1 0-16,0 2 0 0,4-3 0 0,0 0 0 16,1 1 0-16,2 0 0 0,2-1 0 0,0-2 0 0,4 2-160 0,1 0 160 15,-1 1-128-15,2 2 128 0,0-3-160 16,0 3 160-16,1 1 0 0,-3 1-144 0,1 0 144 16,-2 2 0-16,1 2 0 0,-2 1 0 15,0 4 0-15,-2-2-128 0,-2 2 128 0,-1 3 0 0,-2 2 0 16,1 1 0-16,-3-1 128 0,-1 3 0 0,-1-2 0 15,0 2 0-15,-2 0 0 0,0 0 0 0,-1 0 0 0,-2 0 0 16,-1-3 32-16,1 1 16 0,-1-2 0 0,0 0 0 16,-1-1 16-16,0-2 16 0,0 1 0 0,-1-5 0 15,-3 1-16-15,-1-2-16 0,2-2 0 0,1 0 0 0,-1-3-176 16,1-1 160-16,1-2-160 0,0-1 160 16,-2 2-160-16,3-2 0 0,0-1 0 0,1-2 128 15,1 0-128-15,1-2 0 0,0 0 0 0,3 0 0 16,0-2 0-16,2 1 0 0,1-3-128 0,2 3 128 0,1 1 0 15,2 1 0-15,0 1-144 0,3 2 144 0,1-2 0 16,0 3-128-16,1 1 128 0,1 3 0 0,2-2-144 16,0-1 144-16,2 3 0 0,-1 2-144 0,-1 0 144 0,-1 4 0 15,1 2 0-15,-1 1 0 0,-2 0 0 16,0 2 0-16,1 0 0 0,-2 3 128 0,-1-1-128 16,0 1 0-16,-4 1 128 0,-1 2-128 0,0 0 160 0,0 0-32 15,-3-2-128-15,1 1 192 0,-4 0-64 0,1 0 0 16,-2-1-128-16,0-3 192 0,-1 1 0 0,-2 0-16 15,2-2 0-15,-2-2 0 0,0 0 16 0,-3-1 16 16,0 0 0-16,-2-1 0 0,1-1 0 0,-2-2 0 16,0 0 0-16,-1-2 0 0,3-1-64 0,-1-1-16 0,-2 0 0 15,2-2 0-15,-1 1-128 0,2-2 160 0,2-1-160 0,2-1 160 16,-1-1-160-16,0-1 0 0,4-2 0 0,0 3 128 16,1-3-128-16,2 1 0 0,1 0 0 15,3-2 0-15,1 1 0 0,1 1 0 0,1 0-128 0,2 1 128 16,1 0 0-16,2 5-144 0,1-1 144 15,1 1 0-15,1 1-160 0,0 1 160 0,-1 0-128 0,0 2 128 16,0 4 0-16,0 0-128 0,-1 1 128 0,-1 1 0 16,-1 1 0-16,-1 2 0 0,-1 2 0 15,-2-2-128-15,0 0 128 0,-1 0 0 0,-1 0 0 0,-2 4 0 16,0-5 0-16,-1 2-128 0,-1 0 128 0,-1 0-192 16,-2 0-1024-1,2-1-192-15,-1 3-64 0,1-3-13056 0,0 1-2608 0</inkml:trace>
  <inkml:trace contextRef="#ctx0" brushRef="#br0" timeOffset="97893.26">26442 4614 5519 0,'0'0'240'0,"0"0"64"0,0 0-304 0,0 0 0 0,0 0 0 0,0 0 0 0,0 0 4416 0,0 0 816 15,0 0 160-15,0 0 48 0,0 0-2496 0,0 0-480 16,0 0-96-16,0 0-32 0,0 0-384 0,0 0-80 16,0 0-16-16,0 0 0 0,-4 0-560 0,4 0-112 15,0 0-32-15,0 0 0 0,-5 0-304 0,0 2-64 16,5-2-16-16,-6 1 0 0,1 3-192 0,0-3-64 0,5-1 0 0,0 0 0 16,-4 5-160-16,4-5-32 0,-4 3-16 15,4-3 0-15,-4 4-112 0,4-4-32 0,0 0 0 0,0 0 0 16,-5 0-160-16,5 0 128 0,0 0-128 0,0 0 128 15,0 0-128-15,0 0 0 0,0 0 144 0,0 0-144 16,0 0 0-16,0 0 0 0,0 0 0 0,0 0 0 16,0 0 0-16,0 0 128 0,0 0-128 0,0 0 0 15,0 0 0-15,0 0 128 0,0 0-128 0,-4 0 0 16,4 0 144-16,-4 3-144 0,4-3 192 0,-5 2-192 16,-3 1 256-16,2 1-48 0,-1-2-16 0,1 2 0 0,-1 1 0 15,-2-1-16-15,1 0 0 0,-1 2 0 0,-1-1-32 16,-2 1 0-16,0 1 0 0,0 1 0 0,1-1-144 0,-1 1 192 15,-1-3-192-15,1 2 192 0,0-1-192 0,1 1 192 16,2 0-192-16,2-1 192 0,-1-1-192 0,3-2 192 16,1 1-192-16,4-4 192 0,0 0-192 0,0 0 0 15,0 0 0-15,0 0 0 0,7 6 0 0,2-1 0 16,-1-1 0-16,3-1 0 0,2-3 0 0,4 0 0 16,3 0 0-16,-1 0 0 0,1 0 0 0,1-4 0 15,0 1 0-15,0 3 0 0,-1-2 0 0,3 1 0 16,0-3 0-16,1 1 0 0,-1 0 0 15,0 1 0-15,0-2 0 0,-1 1 0 0,-1 2-160 0,-1-3 160 16,0 2 0-16,0-1-144 16,-2 2-1040-16,-2-1-208 0,-3 1-32 0,-2 1-16 15,0 1-1376-15,-3 1-256 0,-8-2-64 0,0 0-15488 0</inkml:trace>
  <inkml:trace contextRef="#ctx0" brushRef="#br0" timeOffset="98179.39">26512 4638 11967 0,'0'0'1072'0,"0"0"-864"0,-2-4-208 0,-1-3 0 16,-2 1 4816-16,2 1 928 0,1 0 176 0,2 5 32 0,0 0-3360 0,0 0-672 16,0 0-144-16,0 0-32 0,0 0-112 0,0 0-32 15,0 0 0-15,1 10 0 0,0 0-576 0,1 2-112 16,0 2-16-16,1 2-16 0,-1 5-208 0,1 0-32 15,-2 2-16-15,1 2 0 0,-1 0-240 0,0 0-64 16,1-2 0-16,-1 2 0 0,0 0-192 0,1-2-128 16,-2 1 160-16,1-6-160 0,-1 0 0 15,0-4-160-15,0-1 0 0,0 0 0 16,0 1-1856-16,1-3-368 0,2 0-80 0,-1-1-11392 16,1-3-2272-16</inkml:trace>
  <inkml:trace contextRef="#ctx0" brushRef="#br0" timeOffset="98700.46">26705 4406 21183 0,'-14'-14'1888'0,"7"7"-1504"0,-2-1-384 0,-2-1 0 15,-2 1 2624-15,0 0 464 16,-2 2 96-16,1-1 16 0,-2 1-1680 0,1 2-336 0,-2 0-64 0,0 1-16 15,0 2 320-15,1 1 64 0,0 0 16 0,1 3 0 16,-2 2-608-16,-1 3-128 0,-2 1-32 0,-1 5 0 16,-1 4-112-16,-1 5-32 0,-2 1 0 0,-3 4 0 15,-3-1-80-15,1 4-32 0,1 3 0 0,1 5 0 16,0 1 32-16,4 1 16 0,1 2 0 16,1 2 0-16,4-4-96 0,1 1-32 0,3-3 0 0,3 0 0 15,4-1-144-15,1 0-48 0,5-2 0 0,4 0 0 16,2-2-208-16,3-1 176 0,-1-1-176 0,5-2 160 0,4-3-160 0,5 0 160 15,2-2-160-15,5-1 160 0,2-3-160 16,3-2 0-16,0-3 0 0,0-3 128 0,-1-1-128 0,1-5 0 16,-1 0 0-16,0-3 0 0,-1 0 0 0,0-7 0 15,33-5 0-15,-35 0 0 0,-1-2 0 16,2-2 0-16,0-1 0 0,-2 0 0 0,1-4-176 16,-1 2 176-16,-2-2-192 0,-2-4 192 0,-2 0 0 15,-1-1 0-15,-3 0-128 0,-2-4 128 0,-1-1 0 16,0-1 0-16,-2-1 0 0,-2 0 0 0,0-2 0 15,-3-1 0-15,-3-2 0 0,-1-2 0 0,1 3 0 16,-2-3 0-16,-2 1 0 0,-1 3 0 16,-1-1 0-16,-3 3 0 0,0 3 0 0,-1 3 0 0,-2 2 0 15,-1 1 0-15,0 2-192 0,-1 0-96 0,0 2-32 16,0 2 0-16,-1 3 0 16,-1 5-368-16,1-2-80 0,1 1 0 0,-2 2-16 15,-2 1-1472-15,3 0-304 0,1-1-48 0,1 2-16416 0</inkml:trace>
  <inkml:trace contextRef="#ctx0" brushRef="#br0" timeOffset="100563.35">24484 1938 23039 0,'0'0'2048'0,"-5"-5"-1648"0,-1-4-400 0,1 2 0 16,1 3 2816-16,0-2 496 0,0-1 80 0,2 2 32 15,1 0-1488-15,-1-2-288 0,1 3-64 0,1 4-16 16,0 0-32-16,0 0 0 0,0 0 0 0,0 0 0 16,0 0-816-16,0 0-160 0,0 0-48 0,10 7 0 15,-1-1-96-15,2 5-32 0,-1 0 0 0,1 1 0 0,0-4-224 16,1 1-160-16,-1 2 192 0,0 0-192 16,2 0 0-16,0 0 0 0,1 1 0 0,-1-4 0 0,1 1 128 15,0-1-128-15,1 0 0 0,-1-2 0 0,0 1 160 0,1-2-160 16,-4 0 128-16,1-1-128 0,-4 0 0 0,0 0 0 15,-8-4 128-15,0 0-128 0,0 0 0 0,0 0 0 16,0 0 0-16,2 8 128 0,0 0-128 0,-4-1 0 16,-2 1 144-16,-1 3-144 0,-3-3 240 0,-2 2-32 15,-3 2 0-15,-1-2 0 0,-2 1-80 0,-1-1 0 16,-1 0-128-16,-1 1 192 0,0-1-192 0,-1 1-128 16,1-1 128-16,1 2-208 15,1 0-2096-15,4-1-432 0,2 0-80 0</inkml:trace>
  <inkml:trace contextRef="#ctx0" brushRef="#br0" timeOffset="101286.27">25980 2561 16575 0,'0'0'1472'0,"0"0"-1168"0,0-5-304 15,2 0 0-15,-2 5 4096 0,0 0 768 16,6-2 160-16,2-2 32 0,1 3-2528 0,2 0-496 0,-1 1-112 0,1 2 0 15,-2 2-496-15,-2-1-80 0,-7-3-32 0,7 8 0 16,0-2-400-16,0 3-80 0,0-1 0 0,1 3-16 16,0-2-272-16,-2 4-48 0,2-4-16 0,-2 3 0 15,0-2-160-15,0 2-48 0,-1-3 0 0,2 4 0 0,-3-3-16 0,1 1-16 16,-5-11 0-16,0 0 0 0,4 6 16 0,-4-6 16 16,0 0 0-16,0 0 0 0,5 7-16 0,-5-7 0 15,0 0 0-15,0 0 0 0,8 3-64 0,0-2-32 16,0-2 0-16,1-2 0 0,-1-1-32 0,1-1 0 15,1-3 0-15,2-1 0 0,1-3-128 0,1 0 128 16,1-3-128-16,0-1 128 0,2-2-128 0,0-2 0 16,-1 1 0-16,2-2 0 15,3 1-768-15,-2-2-48 0,0 3 0 0,-1 0 0 16,0 0-1616-16,-1 2-336 0,0 4-64 0</inkml:trace>
  <inkml:trace contextRef="#ctx0" brushRef="#br0" timeOffset="102195.34">23215 4329 15663 0,'0'0'688'0,"0"0"144"0,0 0-656 0,0 0-176 0,0 0 0 0,0 0 0 16,0 0 3392-16,0 0 640 0,0 0 128 15,0 0 16-15,7-3-1872 0,1 2-368 0,1 0-80 0,1-1 0 16,2 0-736-16,2-1-144 0,1-2-16 0,2 2-16 16,3 1-304-16,3 0-64 0,1 0-16 0,4-1 0 15,0 1 160-15,6-1 48 0,4-2 0 0,4 1 0 16,1 0-112-16,2 1-16 0,1-2 0 0,2 4 0 16,2-4-128-16,3 3-48 0,6-3 0 0,5 4 0 15,2-3-48-15,1 1-16 0,-2-1 0 0,3 0 0 0,0 1-80 0,2-1-32 16,7 0 0-16,1 0 0 0,-1-1-32 0,0 1-16 15,-1 1 0-15,2-1 0 0,4 0-112 0,1 0 0 16,0 0-128-16,-4 2 192 0,-5-1-192 0,-2 2 0 16,-17 0 128-16,6-1-128 0,7 2 0 15,0 0 0-15,-3 0 0 0,-5 0 0 0,-5 0 0 0,-2 0 0 16,1 0 0-16,-4 0 0 0,-3 2 0 0,5-4 0 16,8 0 0-16,-10 0 0 0,-17 2 0 0,-5 0 0 15,0-1 0-15,-2 2 0 0,-3-1 0 0,3 0 128 16,4 0-128-16,2 0 0 0,-12 2 0 0,-4 0 0 15,-3-2 0-15,-1 0 0 0,1 2 0 0,0-1 0 16,-3 0 0-16,-3 2 0 0,-7-3 0 0,0 0 0 16,6 1 0-16,1 0 0 0,-7-1 0 0,0 0 0 15,0 0 0-15,0 0 0 0,0 0 0 0,0 0-128 16,0 0 128-16,0 0-208 16,0 0-560-16,0 0-128 0,0 0 0 0,-7 2-16 15,7-2-1392-15,-7 1-256 0,-5 0-64 0,-4-2-16896 0</inkml:trace>
  <inkml:trace contextRef="#ctx0" brushRef="#br0" timeOffset="102740.44">24868 4167 33279 0,'0'0'1472'0,"0"0"320"0,0 0-1440 0,0 0-352 15,4-4 0-15,-4 4 0 0,6-5 1312 0,-6 5 192 16,0 0 32-16,0 0 16 0,0 0 640 0,0 0 128 15,0 0 32-15,0 0 0 0,0 0-944 0,0 0-192 16,0 0-48-16,0 0 0 0,0 0-416 0,-6 5-96 16,-3-2-16-16,0 2 0 0,0 0-192 0,-4 1-64 15,-1-1 0-15,-2 1 0 0,-1-2-112 0,0 1-16 16,-1 1-16-16,0-1 0 0,-1-2-64 0,1 0-16 0,1 1 0 0,0 0 0 16,0 0-160-16,2 1 160 15,-1-2-160-15,3 1 160 0,1 0-160 0,2 0 128 0,1 1-128 0,1 0 128 16,1 0-128-16,2 2 0 0,5-7 0 0,-3 6 0 15,3-6 0-15,0 0 0 0,3 8 128 0,2 0-128 16,2 0 0-16,3-4 0 0,3 1 0 0,2-1 0 16,1 0 0-16,3 0 0 0,0 0 128 0,1 0-128 15,-1-2 0-15,1 3 0 0,1-2 0 0,-2 1 0 0,0-2 0 16,-1 2 0-16,-1-2 0 0,0 3 0 16,-2-2 0-16,1 0 0 0,-2 1 0 0,1 0 0 15,-2-2 0-15,-1 0 0 0,-2 1 0 0,0 1 0 16,1 1 0-16,-1-2-224 0,-1 0 80 0,-1 0 16 15,0 1-624-15,-8-4-112 0,0 0-32 0,0 0 0 16,7 8-2224-16,-2-2-448 0</inkml:trace>
  <inkml:trace contextRef="#ctx0" brushRef="#br0" timeOffset="108491.05">4662 714 30399 0,'-9'-11'1344'0,"6"7"288"0,-1-1-1312 0,4 5-320 0,0 0 0 0,0 0 0 15,-3-4 2688-15,3 4 480 0,-6 2 96 0,1 0 0 0,-3 1-1312 16,2 1-272-16,-2 5-48 0,0 4-16 16,-1 4-752-16,-1 1-160 0,-2 7-16 0,-1 2-16 0,-2 6-160 15,0 6-48-15,0 3 0 0,1 1 0 16,-2 1-96-16,2-1-32 0,1-1 0 0,4-3 0 0,2-3-208 0,2-3-128 15,3-4 160-15,3-2-160 0,3-2 0 0,1-2 0 16,2-2-176-16,0-4 176 16,3-5-1344-16,1-1-160 0,5-3-32 0,0-2 0 15,1-5-528-15,3-2-112 0,4-3-32 16,2 1 0-16,4-4-1056 0,0-3-224 0,0 0-32 0,1-6-16 16,-3-6 928-16,-2 1 192 0,-2-3 48 15,0 0 0-15,-3-4 640 0,-3 2 128 0,-2-2 16 0,-2 0 16 16,-1 1 2576-16,-3 2 512 0,0-2 96 0,-4 2 32 15,-2 1 1696-15,-1 5 352 0,-2-2 64 0,-1 5 16 0,-1 3-688 16,-1 2-128-16,-2 0-16 0,-1 3-16 0,0 2-960 0,-2 2-192 16,0 1-48-16,-1-1 0 0,0 3-768 0,-1 2-176 0,-2 3-16 15,1 0-16-15,-2 0-368 0,-2 3-64 0,1 2 0 16,0 0-16-16,0 1-128 0,1-2-32 16,0 0 0-16,3 2 0 0,1 2-144 0,2 1 0 0,1-1 0 15,2 0 0-15,0-1 0 0,2-4 0 0,2 2 0 0,3 0 0 16,2 0 0-16,0 0 0 15,4-1 0-15,2-1 0 0,3-1 0 0,2-1 0 0,-1-1 0 0,4 0 0 16,0-1 0-16,-1 0 0 0,-1-1 0 0,-1 1 0 16,0-1 0-16,0 2 0 0,-1-1 0 0,-2 3 0 15,-2-2 0-15,-2 2 0 0,-2-1 0 0,-1 0 0 0,-7-5 0 16,4 8 0-16,0 0 0 0,-3 1 0 16,-2 0 0-16,-3 0 128 0,-3 0-128 0,-1 0 192 0,-2 0-48 0,-1 0 0 15,0-1 0-15,-2 1 0 0,0 1-144 0,0 0 0 16,1-5 0-16,0 2 0 15,0-2-1152-15,3 1-144 0,0 2-48 16,0-3 0-16,2-2-2624 0,0-2-512 0</inkml:trace>
  <inkml:trace contextRef="#ctx0" brushRef="#br0" timeOffset="108717.65">5297 654 14735 0,'0'0'640'0,"0"0"160"0,0-5-640 0,0 5-160 15,0 0 0-15,0 0 0 0,0 0 6784 0,0 0 1344 16,0 0 256-16,0 0 48 0,-1 11-5536 0,-1 4-1104 16,1 2-208-16,-2 2-48 0,1 3-800 0,-1 0-160 15,1 6-16-15,-1-1-16 0,-1 3-352 0,0 3-64 16,0 1 0-16,0 1-128 0,2-1 128 0,-2 1-128 16,1-2 0-16,1-1 0 0,-2-3 0 0,1-3-224 15,1-3 16-15,0-2 0 16,1-3-1840-16,2 1-384 0,2-1-64 0,-1-1-11504 15,0-4-2304-15</inkml:trace>
  <inkml:trace contextRef="#ctx0" brushRef="#br0" timeOffset="109225.89">5133 1011 22111 0,'-8'-9'1968'0,"8"9"-1584"0,-5-4-384 0,1 0 0 0,4 4 5440 15,0 0 992-15,0 0 208 0,0 0 32 0,0 0-4192 0,0 0-848 16,0 0-160-16,9 3-48 0,3-2-592 0,-1-1-128 15,4 1-32-15,2 1 0 0,0-1-352 0,2 0-80 16,2 0-16-16,1-1 0 0,0-2-224 0,2-1 144 16,-1 1-144-16,1-2 128 0,-1-1-128 0,1-2 0 15,-2 0 0-15,0 0 0 0,-1-2 0 0,0-1 0 16,0 1 0-16,-2 0 0 0,-3-1-256 0,-2 1 0 16,-1-1 16-16,-2 1 0 0,-2 2-16 0,-1 0 0 15,-3 2 0-15,-5 5 0 0,0 0 256 0,0 0-176 16,0 0 176-16,-11 4-160 0,-2 4 160 0,-1 2 144 15,-3 6-16-15,1 2-128 0,-2-3 160 0,0 5-160 0,0 2 128 0,-1 0-128 16,2 2 128-16,2-2-128 0,2 0 0 0,2-4 128 16,3-1-128-16,3 0 0 0,3-1 0 15,2-3 0-15,1-1 0 0,4-1 0 16,2-3-192-16,2-1 192 0,0-3-416 0,3-2 32 0,2-2 16 16,2-1 0-1,-1-2-896-15,4-1-176 0,0-1-32 0,2-1-16 16,0-2-448-16,0 1-96 0,0-3-16 0,-2 1 0 15,2-2-320-15,1 0-80 0,-1-1-16 0,0-1 0 16,-3 0 656-16,0 1 128 0,-1 0 16 0,0-1 16 16,2-1 32-16,-4 1 0 0,-2 0 0 0,-1 1 0 0,-2 1 1616 0,-2 1 0 15,-4 1 288-15,-1 1-32 0,-2 2 1120 0,-1 6 224 0,0 0 32 0,-1-7 16 16,-2 1 16-16,-2-1 0 0,-2 3 0 0,1 2 0 16,-1-1-512-16,2 2-80 0,0 1-32 0,-2 0 0 15,7 0-720-15,0 0-160 0,0 0-32 0,-4 5 0 16,-2 0-1600-1,1 2-336-15,5-7-64 0,-3 6-7488 0,3-6-1504 0</inkml:trace>
  <inkml:trace contextRef="#ctx0" brushRef="#br0" timeOffset="109628.84">5981 954 33807 0,'0'0'1488'0,"-2"-6"320"0,-1 0-1440 0,-1-1-368 0,0 2 0 0,-1 0 0 0,0-3 1904 0,0 3 304 15,0 1 64-15,-2 1 16 0,-1 3-368 0,-1-2-80 16,0 2-16-16,-1 2 0 0,-4 2-720 0,3 1-144 16,-4 2-16-16,1 2-16 0,-2 3-320 0,-1-3-64 15,1 4-16-15,0 1 0 0,3 1-320 0,0 2-64 16,2-2-16-16,4 1 0 0,0-2-128 0,1 3 0 16,3-1 0-16,3-2 128 0,3-1-128 0,0-1-224 0,1-4 48 0,2 1 16 31,3-4-352-31,1 2-80 0,2-2-16 0,1-2 0 15,0-2-48-15,0 1-16 0,0-2 0 0,1-2 0 16,1-1-32-16,-2-1 0 0,0-1 0 0,0-1 0 16,-1-1 16-16,-1-1 0 0,0 0 0 0,-1-3 0 15,-1-1 192-15,2-1 48 0,-3 0 0 0,-1-1 0 0,0-1 224 0,-2 2 48 0,0 1 16 0,-1 2 0 16,0-2 160-16,0 3 0 0,-1 4 0 0,-3 5 128 16,0 0 384-16,0 0 64 0,0 0 32 15,0 0 0-15,0 0 48 0,0 0 16 0,0 5 0 0,0 4 0 16,0 3-272-16,0 1-48 0,1 0-16 0,0 1 0 0,2 2-336 15,1-2 0-15,0 1 0 0,1-1 0 16,1 0-768-16,2-1-192 0,-1-3-16 0,2 1-16 16,1 1-2080-16,2-2-432 0,-2-4-80 0</inkml:trace>
  <inkml:trace contextRef="#ctx0" brushRef="#br0" timeOffset="110178.01">6250 905 7359 0,'-4'-5'656'0,"2"1"-528"0,2 4-128 0,0 0 0 0,0 0 7440 0,0 0 1456 16,0 0 304-16,-4 9 48 0,1 2-5712 0,0 2-1136 15,-1 2-224-15,2 4-64 0,-3-1-640 0,2 2-144 16,0 0-32-16,1 0 0 0,-1 1-624 0,2 0-128 16,0-3-32-16,2-1 0 0,0 0-320 0,1-2-64 15,0-1 0-15,1-3-128 0,-1 0 128 0,2-4-128 16,-4-7 0-16,0 0 0 0,0 0 0 0,0 0 0 15,0 0 0-15,8 2 0 0,-8-2 0 0,8-3 0 16,0-2-128-16,0-2 128 0,-3 1-192 0,1-6 48 0,-1 0 16 0,2-1 0 16,0-2-48-16,2-1 0 15,1-1 0-15,1-1 0 0,-4-4-16 0,2 2 0 0,1 1 0 0,-1 0 0 16,0 4 192-16,0 2-208 0,-1 1 80 0,0 3 128 16,-3 0-144-16,0 5 144 15,-5 4 0-15,0 0 0 0,0 0 0 0,0 0 0 0,5 6 0 0,-1 2 0 16,-1 3 240-16,1 0-48 0,-2 2-16 15,2 2 0-15,0 0-176 0,0-2 192 0,0 2-192 0,1-2 192 16,0 0-192-16,1 0 0 0,0-3 0 16,1 1 0-16,-1-3 0 0,1-2 0 0,-1-1 0 0,1-1 0 15,-1-3 0-15,2-1-144 0,-1-2 0 0,-1-1 0 0,1 1-96 16,0-5-16-16,3-1 0 0,-1-1 0 0,0-1-96 0,0-3-32 16,1-2 0-16,2-3 0 15,0 0-128-15,0 1-48 0,-1 0 0 0,1 1 0 0,-2 3 176 16,0 0 16-16,-3 3 16 0,0 2 0 0,-7 8 352 0,0 0 0 15,0 0 0-15,0 0 0 0,3 8 512 0,-1 2 80 16,-2 3 16-16,0 3 0 0,-1 1 96 0,1 2 32 0,0 1 0 0,1 0 0 16,0-2-432-16,3 1-96 15,2-2-16-15,1-1 0 0,2 1-192 0,3-4-208 16,3-1 32-16,2-1 16 16,1-4-2000-16,4-1-400 0,5 0-64 0,2-4-18240 0</inkml:trace>
  <inkml:trace contextRef="#ctx0" brushRef="#br0" timeOffset="110428.85">7490 815 24879 0,'-5'-2'2208'0,"1"-1"-1760"0,4 3-448 0,0 0 0 16,0 0 4640-16,0 0 848 0,0 0 160 0,-3 11 48 0,-1 2-3200 0,2 2-624 15,-1 2-128-15,0 3-16 0,1 1-704 0,0 1-128 16,2 4-16-16,2 4-16 0,-1 0-512 0,0-1-96 15,1 2-32-15,-1-1 0 0,2 0-224 0,1 0 0 16,-1 0 0-16,1-2 0 0,0-1 0 0,0-4 0 16,-3 0 0-16,2-4 0 15,1-1-304-15,-1-2-96 0,-1-2-32 0,0-6 0 16,0-2-1088-16,-2-6-208 0,3 9-64 0,-3-9 0 16,0 0-688-16,0 0-144 0,0 0-16 0,0 0-15792 0</inkml:trace>
  <inkml:trace contextRef="#ctx0" brushRef="#br0" timeOffset="110677.86">7451 836 25791 0,'-2'-17'2304'0,"4"11"-1856"15,-1 1-448-15,3-1 0 0,2 0 4720 0,2 1 848 16,3 1 160-16,-2 0 32 0,1-1-4128 0,2 1-832 16,2 2-160-16,2 1-48 0,-2 0 48 0,2 1 0 15,1 0 0-15,0 1 0 0,0 2-448 0,0 1-192 16,0 1 160-16,0 1-160 0,-2 1 0 0,0 2 0 15,-2 1 0-15,-4 3 0 0,-3 0 0 0,-2 3 128 16,-1 2-128-16,-3 2 0 0,-4-1 0 0,-3 2 0 0,-2 0 128 0,0 1-128 16,-1-2 0-16,-2-2 0 0,-1 0 128 0,0-1-128 15,0 0-128-15,-1-4-80 0,-1 0-16 0,1-5 0 32,0 0-1632-32,2-1-336 0,1-4-64 0,0 1-11440 0,-2-4-2272 0</inkml:trace>
  <inkml:trace contextRef="#ctx0" brushRef="#br0" timeOffset="110876.03">7895 583 28559 0,'0'0'2544'0,"0"0"-2032"0,0 0-512 0,0 0 0 0,0 0 3136 0,3 8 544 16,0 1 96-16,-2 2 32 0,-2 2-1952 0,-1 2-400 15,1 4-80-15,0 2-16 0,-2 1-464 0,0 2-112 16,1 4-16-16,-1-2 0 0,-2 0-512 0,1 0-96 15,0 1-32-15,2 2 0 0,0-2-128 0,2 1 0 16,2-3 0-16,-1-3-176 16,0 1-2192-16,2-3-448 0,1-3-96 0</inkml:trace>
  <inkml:trace contextRef="#ctx0" brushRef="#br0" timeOffset="111260.87">8279 809 38175 0,'-13'-11'1696'0,"7"10"352"0,0 0-1648 16,-2 1-400-16,-1 2 0 0,-3 2 0 0,-2 2 1648 0,-2 0 240 15,1 2 48-15,-2 2 16 0,-2 3-352 0,1 2-80 16,0 0-16-16,1 2 0 0,0-4-800 0,1 2-176 0,1 0-16 16,-1 6-16-16,6-1-368 0,2-2-128 15,1-1 0-15,3 0 0 16,2-3-240-16,3-5-144 0,2 1-16 0,3-1-16 0,3-2-576 0,2 0-112 15,0-2-32-15,2-2 0 0,2-1-992 0,0-4-208 16,2-1-32-16,0-1-16 0,-1-1 272 0,0 0 64 0,-2 0 16 0,2-4 0 16,-1-1 672-16,1-1 128 0,-3-1 16 0,0-1 16 15,-1-3 0-15,-2 2 0 0,-1 1 0 16,-1-3 0-16,0 3 1504 0,-2 3 288 0,0-1 64 0,-4 2 16 0,0 1 1168 0,-2 2 224 16,0-1 48-16,0 7 16 15,-2-4-144-15,2 4-48 0,-5 4 0 0,0 0 0 0,0 3-656 0,-1 1-144 16,1-1-32-16,1 4 0 0,0-1-528 0,3 2-128 15,0 0 0-15,1 1-16 0,1 0-304 0,2 0-128 16,1 0 0-16,1 0 128 16,1-3-1168-16,2 1-240 0,1-2-64 15,2 0-11216-15,-1-4-2256 0</inkml:trace>
  <inkml:trace contextRef="#ctx0" brushRef="#br0" timeOffset="111679.94">8513 862 11967 0,'-6'-6'1072'0,"1"1"-864"16,2-1-208-16,0 4 0 0,3 2 6240 0,0 0 1200 16,0 0 240-16,0 0 64 0,0 9-4560 0,-4 3-912 15,1-2-176-15,-1 3-48 0,1 0-720 0,2 1-160 0,2 1-16 0,0-2-16 16,1 1-656-16,-1-2-128 0,-1 1-32 0,1-3 0 16,3 2-192-16,0 0-128 0,0-3 128 0,0-1-128 15,0-2 128-15,-4-6-128 0,6 6 160 0,1-4-160 16,-1-1 0-16,2 1 0 0,-1-2 0 0,2-3 0 15,-1-2-320-15,-1-3 0 0,1 0 0 0,0-2 0 32,1-2-176-32,0-1-32 0,0-1-16 0,2-2 0 0,-2 4-80 15,1-1-16-15,1-1 0 0,-1-2 0 0,1-2 112 16,-1 1 16-16,1 3 0 0,-2-2 0 0,-1 6 272 0,-2 2 64 0,-1 0 16 0,-1 3 0 16,-1 0 352-16,-3 5 64 0,0 0 0 0,0 0 16 0,-3 5 272 0,-1 3 48 15,0 1 16-15,0 3 0 0,1 1-352 0,0 1-80 16,2-1-16-16,1 1 0 0,1-1-160 0,2-1 0 15,0 0 0-15,4 1 0 0,1-1-240 16,1-1 32-16,0 0 0 0,0-2 0 16,-1-3-352-16,1 1-64 0,3-3-16 0,0 0 0 15,-2-2-304-15,2 0-64 0,1-2-16 0,2-2 0 16,0 0-1328-16,0-2-272 0,0-1-48 0,-1-2-16 16,-1 2-976-16,0-4-208 15</inkml:trace>
  <inkml:trace contextRef="#ctx0" brushRef="#br0" timeOffset="111911.32">9254 432 11967 0,'0'0'528'0,"0"0"112"0,0 0-512 0,-5-4-128 0,1 0 0 15,-2 2 0-15,0-1 4672 0,1 2 912 16,-2 1 176-16,2 4 48 0,-2-2-3040 0,2 6-592 16,1 3-128-16,0 2-32 0,-1 4-480 0,0 2-80 15,-2 5-32-15,1 0 0 0,-2 1-560 0,2 4-112 0,-4 1-32 0,1 6 0 16,2-3-160-16,-1 1-48 0,0 0 0 0,1-2 0 15,1-2-208-15,2-2-48 0,1-4-16 0,3 0 0 0,2-1-240 16,-1-2 144-16,0-1-144 0,2-3 128 16,1-3-832-16,0 0-160 0,-2-5-32 15,2-2-16-15,1 1-1472 0,-5-8-304 0,0 0-48 0,0 0-15632 16</inkml:trace>
  <inkml:trace contextRef="#ctx0" brushRef="#br0" timeOffset="112130.61">8865 789 11967 0,'0'0'1072'0,"2"-6"-864"0,-2 1-208 0,2-1 0 0,-2 6 6608 0,9-1 1280 15,2 1 256-15,2-1 48 0,-1 1-5296 0,2 0-1056 16,2 0-224-16,0 0-32 0,1-2-592 0,3 1-112 16,2 0-32-16,3 0 0 0,1-2-592 0,0 2-128 15,3-1-128-15,-2-2 176 0,-2-2-176 0,0-2-256 16,-1 0 64-16,4-1 16 15,-5 1-2288-15,-1 2-464 0,-1-6-80 0,-1 0-9968 16,-2-1-1984-16</inkml:trace>
  <inkml:trace contextRef="#ctx0" brushRef="#br0" timeOffset="112395.51">9298 287 20271 0,'-5'-14'896'0,"2"10"192"0,-2 2-880 0,0-2-208 0,0-7 0 0,1 2 0 15,1 5 4256-15,1-1 800 0,3 0 176 0,-1 5 16 16,0 0-2560-16,0 0-528 0,10 1-112 0,3 2 0 15,0-2-944-15,2 4-176 0,-1-1-32 0,4 4-16 16,3 1-304-16,3 0-64 0,3 4-16 0,3 3 0 16,3 5-16-16,-3-2 0 0,-3 5 0 0,0 2 0 15,5 12-48-15,1 1-16 0,-5-8 0 0,-3 3 0 16,-6 1-224-16,-1 2-32 0,-1-1-16 0,0 3 0 16,2 0-144-16,-5 2 160 0,-5 0-160 0,-6 2 160 0,-7 1-160 15,0 0 192-15,4-4-192 0,-1-1 192 0,-1-3-16 0,-4-1 0 16,-9-4 0-16,2-2 0 0,4-1 0 0,1-4 0 15,2 2 0-15,-3-6 0 0,-7-4-48 0,0 0-128 16,1-2 192-16,0-1-64 0,5-2-128 0,-4 2 0 16,-6-5 0-16,2 0 0 15,0-1-1360-15,1 1-256 0,0 4-48 0</inkml:trace>
  <inkml:trace contextRef="#ctx0" brushRef="#br0" timeOffset="116877.08">774 9292 17503 0,'0'0'1552'0,"0"0"-1232"16,-4-5-320-16,2 0 0 0,-1-2 5472 0,3 7 1040 16,0 0 208-16,0 0 32 0,0 0-4768 0,0 0-960 0,0 0-192 15,0 0-48-15,4 12 384 0,0 4 80 0,0 3 16 16,0 5 0-16,0 3-496 0,0 4-112 0,0 2-16 16,1 3 0-16,1-2-208 0,1 1-48 0,-2 5-16 0,2-4 0 15,-1-2-176-15,1-3-16 0,-1-5-16 0,1-1 0 16,-1-1-160-16,1-4 0 0,-1 0 0 0,1-3 0 31,-2-4-1344-31,-1 0-128 0,0-5-48 0,1-2 0 0,0 0-1488 16,0-2-288-16,-5-4-64 0</inkml:trace>
  <inkml:trace contextRef="#ctx0" brushRef="#br0" timeOffset="117392.77">662 9303 35007 0,'-9'-8'3120'0,"4"4"-2496"0,0 0-496 0,5 4-128 0,0 0 2368 0,0 0 464 16,0 0 96-16,6-5 16 0,-6 5-2304 0,13-4-448 15,0-3-192-15,-5 5 176 0,4-2 496 0,2 0 96 16,3 0 32-16,1 1 0 0,3-2-480 0,1 4-112 16,2-4-16-16,7 1 0 0,0 1-48 0,1 2-16 15,-2 2 0-15,-2 0 0 0,-3 3-128 0,0-4 0 16,-2 4 0-16,-3 0 0 0,-3 1 0 0,-3 1 0 15,-2 0 0-15,-2 1 0 0,-2-2 0 0,-1 1 0 16,-7-6 0-16,2 9 0 0,-2 2 160 0,-1-1-160 0,-1 3 192 0,-5-5-192 16,-1 1 320-16,-2 0-32 0,-5 2-16 15,1-3 0-15,0 1-48 0,-2-1-16 0,0-1 0 0,1 0 0 16,-1-2-80-16,0 0-128 0,1-1 176 16,-1 2-176-16,2-1 128 0,1 0-128 0,1 0 0 0,3 0 0 15,1-2 128-15,3 1-128 0,-2 0 0 0,7-4 0 16,0 0 0-16,0 0 0 0,0 0 128 0,2 8-128 0,-2-8 0 15,4 7 160-15,5 0-160 0,1 0 128 16,3-2-128-16,3 0 0 0,1-2 0 0,1 0 128 16,3 1-128-16,0 0 0 0,1 0 0 0,-1 3 0 0,0-1 0 0,-2 3 0 15,-2-2 0-15,0 2 0 0,-1 1 0 16,-2 1 0-16,-1-1 0 0,-2 3 0 0,-4 3 0 0,-1-2 0 16,-2 2 0-16,-2 0 0 0,-2-1 256 0,-2 4-16 15,-2-4-16-15,-2 1 0 0,-1-2 48 0,-3 0 16 16,0-3 0-16,-2 1 0 0,-2 2-112 0,-3-1-32 15,-1-5 0-15,-2 1 0 0,-1 1-144 0,-3 0 0 16,-3-3 0-16,1-1 0 16,0-3-720-16,3 1-176 0,1 0-48 0,3-4 0 15,0-2-2000-15,2-2-416 0,3-1-80 0</inkml:trace>
  <inkml:trace contextRef="#ctx0" brushRef="#br0" timeOffset="118446.75">1236 9471 7359 0,'0'0'320'0,"9"0"80"0,-1 2-400 16,0-2 0-16,1 3 0 0,1 1 0 0,2 2 8768 0,0 1 1680 0,-1 1 336 16,0 1 64-16,-1 1-7392 0,1 3-1472 0,-1 0-288 0,1 3-64 15,-2-2-640-15,-3 3-128 0,2 2-32 16,0 1 0-16,-2-1-336 0,0-1-80 0,-1-1-16 0,-1-1 0 16,0-3-176-16,0 0-32 0,-2-2-16 0,1 1 0 15,-2-4-176-15,-1-8 192 0,0 0-192 0,0 0 192 16,0 0-192-16,0 0 160 0,0 0-160 0,0 0 160 15,0 0-160-15,0 0 192 0,0 0-192 0,0 0 192 16,0 0-192-16,0 0 0 0,-5-4 0 0,1-3 128 0,0 0-128 0,1 0 0 16,2 1 0-16,1-4 0 0,3-4-224 0,2-1 80 15,1-2 16-15,4 0 0 0,0-2-80 0,3 1-16 16,3 0 0-16,2 2 0 16,2-1-224-16,2 3-64 0,2-2 0 15,1 3 0-15,-1 2-128 0,-1 1-16 16,1 3-16-16,0 1 0 0,-1 2 240 0,-1-1 48 0,1 4 16 0,-1-2 0 15,-1 3 368-15,-1 3-176 0,-2-2 176 0,-2 2-128 0,-2 1 128 0,-2 1 0 16,-4 0 0-16,-2 0 0 0,-1 1 336 0,-1 1 0 16,-2 0 0-16,-4 2 0 0,-2-1 208 0,-1 2 32 15,-1 2 16-15,-4 1 0 0,0 1-112 0,-2 1-32 16,-1-1 0-16,-1 3 0 0,-3 1-176 0,3-1-32 16,1 2-16-16,1-6 0 0,0 0-224 0,2-2 144 15,2 1-144-15,0-2 128 0,2-2-128 0,0-1 0 16,6-7 0-16,0 0 0 0,-4 6 0 0,4-6-176 15,0 0 48-15,0 0 0 0,0 0-160 0,7 4-32 16,1-2 0-16,1-4 0 0,3 0 64 0,-1-1 0 16,2-3 0-16,0-1 0 0,0-5 32 0,2-1 16 0,0-1 0 15,0-2 0-15,0 1-32 0,1-1 0 0,0-2 0 0,-1 1 0 16,0 0 64-16,-2 2 16 0,-3 1 0 0,-1 5 0 16,-2 2 160-16,-2 1 0 0,-5 6 0 15,0 0 0-15,0 0 320 0,0 0-16 0,0 0 0 0,0 0 0 16,0 9-80-16,0 2-16 0,-1-1 0 0,-1 3 0 15,2 0-80-15,0 1 0 0,0-1-128 0,2 0 192 0,-1 0-192 0,3 1 0 16,0-3 0-16,1 1 0 16,3-4 0-16,2 0 0 0,3-1 0 0,0 0 0 15,-1-3 0-15,2-2 0 0,2 0-128 0,0-2 128 0,-2-2-160 16,2 0 32-16,1-2 0 0,-2-1 0 0,-2-2-80 16,0 2-16-16,0-2 0 0,-1-4 0 15,-1-2 48-15,-1 1 16 0,2-4 0 0,-2 2 0 0,-1-2-80 0,-1 1-16 16,1-1 0-16,-1 2 0 0,-1 2 64 0,-2 3 16 15,-1 1 0-15,-2 2 0 0,-2 6 176 0,0 0 0 16,0 0 0-16,0 0-128 16,0 0 128-16,0 0 256 0,-4 6-64 0,1 2-16 0,0 1 0 0,0 0 0 15,1 2 0-15,0-1 0 0,1 2-176 0,1 1 0 16,0 0 0-16,3 0 0 0,1 2 0 0,1-1 0 16,3-5-176-16,1 0 176 15,1-1-480-15,2-2-16 0,1-1 0 0,1-1 0 16,1 0-352-16,0-1-80 0,1-1-16 0,0 0 0 15,-1-4 80-15,0 0 16 0,-2-3 0 0,0-1 0 16,0 1 288-16,-2-1 64 0,1-4 16 0,-1 1 0 0,-1 2 352 0,0-7 128 16,1 0 0-16,-1 0-144 0,-2-1 144 0,0 0 144 15,0-2-16-15,0 0-128 0,-1 0 0 0,3 0 0 0,-4 3 0 0,-1-3-144 16,-1 1 400-16,0 2 64 0,-1 3 32 16,-1 2 0-16,1 1 464 0,-3 8 80 0,0 0 32 0,0 0 0 15,0 0 32-15,0 0 16 0,1 13 0 0,1 3 0 16,-1 1-112-16,0 6-32 0,-1 1 0 0,-1 6 0 15,0 1-176-15,-1 4-32 0,1 2-16 0,1 2 0 16,-1-2-208-16,1-1-32 0,0-5-16 0,2 2 0 16,2-1-352-16,0 0 144 0,0-4-144 0,1 1 0 15,0-3 0-15,3-1 0 0,-1-3 0 0,-1-2-192 16,1-1-704-16,-1-3-144 16,2-3-32-16,-3-3 0 0,1 0-976 0,0-5-192 15,2-1-32-15,1-3-16 0,-9-1-1696 16,7-1-352-16</inkml:trace>
  <inkml:trace contextRef="#ctx0" brushRef="#br0" timeOffset="118686.51">2995 9205 23039 0,'0'0'2048'0,"-2"-5"-1648"0,-2-2-400 0,2 2 0 0,-1-2 5520 0,3 7 1024 15,0 0 208-15,0 0 32 0,0 0-4688 0,3 8-944 16,-2 1-192-16,0 4-48 0,1 0-16 0,-1 6 0 15,0 3 0-15,1 4 0 0,-1 0-544 0,-1 5-112 16,1 2-32-16,-1-1 0 0,0 1-208 0,0 2 0 16,0-2 0-16,0 1 0 0,0 1 0 0,2-1 0 0,-1-2 0 0,0-3 0 31,0-2-720-31,1-4-240 0,0-3-64 0,0-4 0 16,-2-2-768-16,0 0-176 0,0 0-16 0,0-4-16 15,-2-3-2272-15,1-1-448 0</inkml:trace>
  <inkml:trace contextRef="#ctx0" brushRef="#br0" timeOffset="119303.85">2824 9553 41471 0,'0'0'1840'0,"-5"-4"368"0,5 4-1760 0,0 0-448 0,-6-3 0 0,6 3 0 0,0 0 1232 0,0 0 176 16,0 0 16-16,0 0 16 0,0 0 192 0,0 0 32 16,8-5 16-16,1 1 0 0,3 3-1104 0,2-2-240 15,2 1-32-15,2-2-16 0,3 0-160 0,1 0-128 16,2 1 192-16,1-2-192 0,1 1 144 0,1 2-144 15,0-2 0-15,1 0 144 0,-2 1-144 0,0-1 0 16,-1 3 0-16,-2 1 0 0,-1 0 0 16,-3 4 0-16,-5-3 0 0,-1 4 0 0,-4 2 0 15,-1 3 0-15,-3 0 0 0,-2 1 0 0,-3 5 0 0,-2-2 0 0,0 2 192 16,-2 1-64-16,-1 0 48 0,0 0 0 16,-2-2 0-16,2 1 0 0,0-3-176 0,1 0 128 15,1-1-128-15,0-3 128 0,1-1-128 0,2-8 0 16,0 0 0-16,0 0 0 0,2 8-384 0,-2-8-16 15,0 0 0-15,10 2 0 16,-3-2-64-16,1-2-16 0,0-4 0 0,1 0 0 0,2-1 128 0,-1-3 32 16,0-3 0-16,1-1 0 0,2-3 128 0,0-2 48 15,0 0 0-15,1-1 0 0,3 1 144 0,-1 3 0 0,-3 0 0 0,0 5 0 16,-1-4 0-16,-2 6 0 0,-1 3 128 16,-1 3-128-16,-8 3 368 0,0 0 0 0,8 5 0 0,-2 4 0 15,0 2 192-15,-1 2 32 0,-1 1 16 0,-2 4 0 16,1-1-80-16,0 3-16 15,-1-6 0-15,1 5 0 0,-1 0-176 0,1-1-32 0,0-2-16 0,1-2 0 16,1-1-288-16,0-1 160 0,2-4-160 0,-2-2 128 16,0 1-128-16,0-3 0 0,-5-4 0 0,0 0 0 15,8-1 0-15,-2-2 0 0,1-2-176 16,0-2 176-16,-1 1-160 0,1-2 160 0,-1-3-192 16,1-3 192-16,0-1-192 0,4-2 64 0,2-3 128 15,0 0-208-15,-1-3 16 0,2 1 16 0,3 1 0 0,0-1 0 0,-1 1 176 16,-1 3-192-16,2 3 192 0,-3 5-192 0,0 1 192 15,-3 5 0-15,-2 1 0 0,-1 6 0 0,0 3 256 16,-1 4 48-16,-2 1 0 0,-1 4 0 0,0 2 80 0,-1 2 32 16,0 2 0-16,1 0 0 0,0 1-224 0,-1 1-32 15,-1-2-16-15,2 1 0 0,1-5-144 0,2-1 0 16,-1-2 0-16,1 1 0 16,-1-2-944-16,3 0-208 0,2-3-64 0,1-1-23552 15</inkml:trace>
  <inkml:trace contextRef="#ctx0" brushRef="#br0" timeOffset="120177.82">5113 9453 12895 0,'0'0'1152'0,"-1"-7"-928"0,-4-2-224 0,-1-2 0 0,0 2 5792 0,10 0 1120 16,9 1 208-16,-8-1 48 0,-14 0-4352 0,-1 0-864 15,-2 0-176-15,-1 2-48 0,-2 1-352 0,0 2-80 16,-1 1-16-16,0 2 0 0,0 4-448 0,-3 1-112 15,0 3-16-15,-2 1 0 0,-9 8-160 0,0 3-32 16,0 0-16-16,0 3 0 0,3 1-128 0,2 1-32 16,1-1 0-16,5 1 0 0,2-3-80 0,4-1-32 15,2 0 0-15,6-2 0 0,4 0-224 0,2-1 0 16,3-4 0-16,3 0 0 0,2-5-128 0,4 1-80 0,2-1-16 16,4-3 0-1,0-3-160-15,2-2-48 0,1-3 0 0,0 1 0 16,2-4-16-16,-3 1-16 0,0-1 0 0,-2-2 0 15,-1-3-32-15,1 1 0 0,-2-3 0 0,0 2 0 16,-2 0 64-16,-1-1 16 0,0-1 0 0,-3 1 0 0,0 0 160 0,-2 2 16 16,-3 1 16-16,1 0 0 0,-5 2 224 0,-2 7 0 0,0 0 144 0,0 0-144 15,0 0 544-15,0 0 16 0,0 0 0 0,0 0 0 16,-6 7 16-16,1-1 16 0,0 3 0 0,-1 1 0 16,1 1-272-16,1 0-64 0,2 0-16 15,0-1 0-15,2 0-96 0,3 2-16 0,1-1 0 0,1 1 0 0,0-3-128 16,3 0 0-16,1-5 0 0,2 2 0 15,0 0 0-15,1-2-272 0,1-3 64 0,0 1 16 0,-1-2-32 0,1 0 0 16,-1-3 0-16,-1-1 0 0,1-1 64 0,0-2 16 16,1 0 0-16,-1-3 0 0,-1-1-16 15,1-1 0-15,0-1 0 0,1 1 0 0,0-2-64 0,-1 0-16 16,-1-2 0-16,0 3 0 0,-2 2 240 0,0 2-144 16,-1 3 144-16,-2-1-128 0,-6 7 128 0,7-1 0 15,-7 1 160-15,0 0-160 0,0 0 576 0,5 10 32 16,-1 2 0-16,-1 5 0 0,-2 3-64 0,0 0-16 15,-1 4 0-15,2 1 0 0,-2 2-144 16,1 0-16-16,0-2-16 0,-1 0 0 0,-1-2-176 0,1 1-48 16,0-3 0-16,1 0 0 0,0-3-128 0,2-1-144 0,1-3 144 15,1 1-208 1,-1-6-1328-16,1 1-272 0,1-2-48 0,0-2-16 16,1 1-2128-16,0-4-416 0</inkml:trace>
  <inkml:trace contextRef="#ctx0" brushRef="#br0" timeOffset="120798.47">5705 9420 8287 0,'0'0'736'0,"-5"-5"-592"0,-2 0-144 0,1 2 0 16,-1-2 9056-16,1 3 1776 0,6 2 368 16,-8 2 64-16,0 0-8480 0,-1 4-1696 0,0 1-320 0,-2 4-80 15,1 1 128-15,0 2 16 0,-1 1 16 0,2 2 0 0,0-2-464 0,1 0-112 16,2 2-16-16,2-1 0 0,1 1-256 0,3-3 0 15,3 2 0-15,1-3 0 0,2 0-160 0,2-1-144 16,1-1-16-16,1-3-16 16,2-2-480-16,1-1-80 0,2 0-32 0,-1-5 0 15,2-4-144-15,1-1-16 0,-2-3-16 0,2-1 0 16,0-2 272-16,1-2 64 0,3 0 16 16,0-4 0-16,-1 0 32 0,-1-2 0 0,1 1 0 0,2-3 0 15,-1-4-128-15,-2-1-32 0,1 0 0 0,-3-1 0 16,-3 2 256-16,-1 4 48 0,-2 0 16 15,-5 5 0-15,-1-1 560 0,-1 6 176 0,-2 0 0 0,-2 7 0 0,0 4 1296 0,0 0 272 16,-6 7 48-16,0 2 16 0,-2 4-400 0,0 4-64 16,-1 3-32-16,0 2 0 0,0 1-416 0,0 2-64 15,0 0-32-15,3-1 0 0,4 0-64 0,2-3-16 16,1 1 0-16,2 1 0 0,1-3-432 0,3 0-96 16,4-3 0-16,1-1-16 0,-1-3-176 15,4-1 0-15,2 0 0 0,-1-6 0 0,1-2-176 0,3 0 48 16,1-2 0-16,1-2 0 0,-1-3-160 0,0-1-32 0,1-2 0 0,-1-2 0 31,-3-1-96-31,-1-1-32 0,0-3 0 0,-1 0 0 16,0-1-48-16,0-2-16 0,0-1 0 0,-2-1 0 15,-1 0 64-15,-1 0 0 0,-4-1 0 0,0 3 0 0,-1 0 304 0,0 2 144 0,-3 2-128 0,-3 1 128 16,-1 2 0-16,-1 3 0 0,-6-1 144 0,2 6-144 16,5 1 576-16,-6 0 0 15,-1 4 0-15,-1 1 0 0,-1 2-144 0,0 0-32 0,1 6 0 16,0-1 0-16,2 2-16 0,1 3 0 0,1-2 0 0,1 0 0 15,0-2 64-15,3 0 0 0,3 2 0 0,1 0 0 0,4 0-208 16,1 0-48-16,3-1 0 0,2-3 0 0,2-2-192 0,1 0 0 16,1 1 128-16,3-1-128 0,2-3 0 0,1 1 0 15,-1-2 0-15,1-4-160 16,-1-1-1088-16,0 0-224 0,2-1-32 0,-1 1-21296 16</inkml:trace>
  <inkml:trace contextRef="#ctx0" brushRef="#br0" timeOffset="121483.86">1212 10389 32255 0,'-11'-7'2864'0,"-4"1"-2288"0,-2-2-576 0,3 1 0 16,1 2 4160-16,3-2 704 0,1 1 160 16,2-1 32-16,3 2-3840 0,4 5-752 0,0 0-144 0,0 0-48 0,8-8 496 0,2 2 80 15,2 1 32-15,4 1 0 0,3 1-640 0,7-2-240 16,6 0 176-16,7 2-176 0,5 1 272 0,10-1-32 16,7 0-16-16,4-1 0 0,4-1 32 0,5 0 0 15,3 0 0-15,8-2 0 0,6-1-64 0,6 1 0 16,3-3 0-16,-27 5 0 0,11-1-64 0,9-2-128 15,12-1 176-15,3 0-176 0,4 2 128 0,7 1-128 16,3-4 0-16,3 4 0 16,1 1 0-16,1 2 0 0,2 1 128 0,1-1-128 0,-4 2 0 0,2 1 0 15,-1-3 128-15,-1 3-128 0,-4 3 0 0,2-3 0 16,3 0 0-16,-8 1 0 0,-6 0 0 0,-1 3 0 16,-21-1 0-16,0-1 0 0,-1 2 0 0,-4 1 0 0,-6-1-128 15,-6 2 128-15,-4-2 0 0,1-1 0 16,1 3 0-16,-6-1 0 0,-6 1 0 0,-5-2 0 0,-6 0-128 15,-6 0 128-15,-6 3 0 0,-5-1 0 16,-3-3 0-16,-3 1 0 0,3 0 0 0,-8-2 0 0,0 1 0 16,-1 1 0-16,0-2 0 0,-2 1 0 0,-1-2 0 15,-1 1 0-15,-3-4-192 0,1 2 48 0,-2 2 16 16,-3-2 0-16,-9 0 0 0,0 0 0 0,0 0 0 0,0 0 0 16,0 0-64-16,0 0-16 0,0 0 0 0,0 0 0 15,0 0-80-15,0 0-16 0,0 0 0 0,0 0 0 31,0 0-528-31,0 0-128 0,0 0 0 0,0 0-16 0,0 0-2432 0,0 0-496 16</inkml:trace>
  <inkml:trace contextRef="#ctx0" brushRef="#br0" timeOffset="124308.94">7663 9003 23039 0,'0'0'1024'0,"-6"0"192"0,-3 0-960 0,-1 1-256 0,0 2 0 0,-2 1 0 16,-2 3 3280-16,-2 4 624 0,-2 1 112 0,1 6 16 0,-1 0-1856 0,0 7-384 15,-1 7-80-15,0 6-16 0,-2 4-576 0,1 2-112 16,2 2-32-16,3 1 0 0,1 0-336 0,5 0-80 16,3 1-16-16,3-4 0 0,5 1-272 0,4-2-48 15,6-4-16-15,3-3 0 16,4-3-736-16,2-4-160 0,1-3-16 0,4-3-16 16,4-3-2672-16,-3-5-544 15,-3-4-96-15</inkml:trace>
  <inkml:trace contextRef="#ctx0" brushRef="#br0" timeOffset="125636.05">8211 9509 27647 0,'1'-13'1216'0,"-1"13"256"0,-2-10-1168 0,0 1-304 0,1-1 0 0,0-1 0 0,-1 1 2288 0,2 1 400 15,-5-3 64-15,0 3 32 0,-2 0-864 0,1 2-192 16,-2 1-16-16,-1 3-16 0,-3 2-480 0,-2 1-80 16,-3 4-32-16,-1 2 0 0,-2 2-304 0,0 3-64 15,0 3-16-15,-1 0 0 0,-1 3-208 0,2 2-64 16,2-1 0-16,2 1 0 0,2-2-224 0,2 2-48 16,4-1-16-16,3-1 0 0,4-3-160 0,2-1 0 15,3 1-160-15,4-3 160 16,1-2-496-16,4-2 0 0,1-2 0 0,3 0 0 15,0-4-288-15,1 1-64 0,2-5-16 0,0 0 0 16,-1 1-32-16,-1-3 0 0,1-2 0 0,-4 0 0 16,0-2 112-16,-4 2 16 0,0-3 0 0,-1 1 0 15,1-1 272-15,-4-2 64 0,0 0 16 0,-2-1 0 16,0 3 256-16,-1-3 160 0,-1 4-192 0,0-3 192 0,-2 0 0 0,1 3 192 16,-2 0 0-16,-1 1 0 0,0 2 400 0,1 6 80 15,0 0 16-15,0 0 0 0,0 0 144 0,0 0 16 16,-7 0 16-16,2 5 0 0,0 1-288 0,1 1-64 0,0 2-16 0,1 3 0 15,2 3-256-15,1-2-48 16,0 4-16-16,3 0 0 0,-1 4-176 0,4 1 160 0,0 2-160 0,2 2 160 16,1-1-160-16,1 2 0 0,3 0 0 15,1 2 0-15,-1 1 0 0,0 1 0 0,0 3 0 0,-2-1 0 16,0-2 0-16,-2 1 0 0,-3-3 0 0,0 0-176 16,-4-1-16-16,-2 0 0 0,-1 0 0 15,-3-5 0-15,-1-1 192 0,-3-1 0 0,-2-4 0 0,-2-1 0 0,-1-2 0 16,-2-4 0-16,0-2 0 0,-1-1 0 0,1-2 0 0,0-2 144 15,0-5-16-15,-1 1-128 0,0-2 240 0,1-2-64 16,-1-1-16-16,2-3 0 0,1-2-160 0,1-2 160 16,0-3-160-16,3-2 160 0,2-4-160 0,4 0 0 15,1-2 0-15,5 0 0 0,5-8 0 0,2 0 0 16,4-2 0-16,3-1-176 0,2-3 48 0,2 0 0 16,1-4 0-16,4 1 0 0,2-1 128 0,1 1-192 15,2 5 192-15,-1 1-192 0,-1 3 192 0,0 5 0 16,-2 1-144-16,-2 4 144 0,-2 4 0 0,-2 3 0 15,-2 2 0-15,-4 5 0 0,-3 3 0 0,-3 3 0 16,-9 2 0-16,0 0 0 0,5 7 288 0,-3 1-32 16,-4 4 0-16,-2 0 0 0,-1 1 112 0,-1 5 16 15,-4-1 0-15,1 0 0 0,-2 1-144 0,0 0-32 16,1 1 0-16,1-2 0 0,1-3-208 0,3-1 176 16,-1 0-176-16,2-4 160 0,2 0-160 0,-1-1 0 15,3-8 0-15,0 0 128 0,0 0-128 0,0 0 0 16,0 0 0-16,0 0-176 0,0 0 16 0,8-4 0 0,2-2 0 15,1-2 0-15,-1 0 160 0,1-2-208 0,-1-3 80 0,2-1 128 16,1-1-240-16,0-1 80 0,0-1 16 0,0-1 0 16,-2 1 144-16,0 1-208 0,0 5 80 0,-1-1 128 15,-3 0-144-15,-2 4 144 0,-1 3 0 0,-4 5 0 16,0 0 0-16,0 0 0 0,0 0 128 0,0 0-128 0,-2 9 448 16,2 2-16-16,2 2 0 0,-1-2 0 15,0 3-112-15,2 0 0 0,0 0-16 0,0-1 0 0,3-1-160 16,0-4-16-16,2 1-128 0,1-1 192 15,2-2-192-15,0-1 0 0,1-3 0 0,1-2 0 0,0 0-256 0,0-2 64 16,0-4 16-16,2-3 0 16,0 2-112-16,0-2-32 0,-2-1 0 0,0-2 0 0,0-1 80 0,0 0 16 15,-2 0 0-15,0-3 0 0,-1-1 80 16,-1-1 16-16,-1 0 0 0,0 0 0 0,-1-1 128 0,-2 2 0 16,-1 2 0-16,0 2 0 0,-2 0 0 0,1 2 0 15,-2 3 128-15,-1 8-128 0,0-6 224 0,0 6-32 16,0 0 0-16,0 0 0 0,0 0 112 0,0 0 16 15,0 0 0-15,0 0 0 0,0 0-192 0,0 0-128 16,1 8 192-16,2 0-192 0,0-1 0 0,1 2 0 16,1 2 0-16,1-2 0 0,2 3 0 0,1 1 0 15,0 0 0-15,2 0 0 0,2 0 0 16,0 0 0-16,-1 0 0 0,-1 1-144 0,1 2 144 0,0-3 0 16,0 0 0-16,-2-1 0 0,-2-2 0 0,-2 2 0 0,0-6 0 15,-3 4-128-15,-3-10 128 0,0 0 0 0,3 6-144 16,-2 2 144-16,-1-8 0 0,-2 6 0 0,2-6 0 15,-7 7 0-15,-1-3 0 0,-1 0 0 16,-1-3 0-16,-3 0 0 0,-2 2 0 0,0 0 0 0,-1-2-192 16,-1 0 192-1,0 2-1408-15,0 1-144 0,-1 1-48 0</inkml:trace>
  <inkml:trace contextRef="#ctx0" brushRef="#br0" timeOffset="126110.09">9554 9116 28559 0,'0'0'2544'0,"-6"3"-2032"0,-3-2-512 0,0 4 0 16,3 3 5200-16,3 1 944 0,3-9 192 0,1 13 48 15,1-2-5184-15,-2 2-1040 0,-2 2-160 0,1 5 0 16,0 2 160-16,-1 2 160 0,1 0 16 0,0 1 16 16,1 1-224-16,0 3-128 0,0-4 128 0,0-1-128 15,1 1 0-15,0-3 0 0,1 1 0 0,-1 3 0 31,0-4-1136-31,1-7-144 0,-2 1-16 0,1-3-16 0,2-1-1504 0,-3-2-320 0,-3-5-48 0,3-5-14864 16</inkml:trace>
  <inkml:trace contextRef="#ctx0" brushRef="#br0" timeOffset="126614.86">9350 9408 23039 0,'-5'3'2048'0,"-1"2"-1648"16,-1-1-400-16,0 2 0 0,2 1 4960 0,0 1 912 15,5-8 176-15,-1 9 32 0,-1 1-4224 0,4 1-832 16,-1-2-192-16,3 0-16 0,2-1 48 0,4-2 16 16,0 0 0-16,2-1 0 0,0-1-592 0,2 1-112 15,1-5-32-15,4 0 0 0,0 0-144 0,2 0 0 16,1-4 0-16,2 1 0 0,-1-4 0 0,2-1 0 16,2-3 0-16,-1 1 0 0,3-3 0 0,-1 0-144 15,-1-1 144-15,-1 0-160 0,-1 1-16 0,-3 2 0 16,-3 0 0-16,0 2 0 0,-4 0 176 0,0 4-208 0,-4 1 80 15,-3 4 128-15,-8 0-128 0,5 6 128 16,-2 4 0-16,-2 3 0 0,-1 1 128 0,-1 2 112 0,0 1 16 0,-2-1 0 16,-1 3 48-16,0-1 16 15,-1-2 0-15,1 1 0 0,2-2-192 0,-1 0-128 0,2-4 192 0,1 0-192 16,0-3 0-16,1-2 0 0,-1-6 0 0,0 0 0 16,0 0 0-16,8 4-320 0,1-4 32 0,1-3 16 15,1 1-112 1,-1-3-32-16,1-2 0 0,0 0 0 0,1-4 32 0,0-2 0 0,0 0 0 0,1-6 0 15,1 0-16-15,2-1 0 0,-5 1 0 0,2-1 0 16,-1 1 144-16,0 0 16 0,0 0 16 0,-1 3 0 0,0 3 224 0,-3 3 0 16,-2 2 0-16,-1 3 160 0,1 1 80 15,-6 4 16-15,0 0 0 0,0 0 0 0,3 9 256 0,0 1 64 16,-2 3 16-16,1 2 0 0,-2-1-176 16,1 2-32-16,0 1-16 0,1 1 0 0,0 0-240 0,2 0-128 15,-1-5 128-15,1 2-128 0,0 0 0 16,1 0-320-16,3-5 64 0,-1 2 16 15,1-6-2240-15,1 1-448 0,2-3-80 0,-1-2-16352 16</inkml:trace>
  <inkml:trace contextRef="#ctx0" brushRef="#br0" timeOffset="127243.26">10319 9364 41871 0,'0'0'1856'0,"-7"2"384"0,1 4-1792 0,1 3-448 16,1 3 0-16,0 2 0 0,0-2 1312 0,1 3 176 0,1 2 48 0,-1 0 0 15,1 1-96-15,0-2-16 16,2 1 0-16,0-1 0 0,2-2-752 0,0 0-160 16,2-2-16-16,-1 0-16 0,1-2-288 0,1-2-48 0,-5-8-16 0,6 5 0 15,-6-5-128-15,0 0 0 0,8 0 0 0,0-1 0 16,-8 1 0-16,8-5 0 0,-2-2 0 0,1-1-176 16,-1-1 0-16,1-1 0 0,-2-3 0 0,0-2 0 15,0 0-80-15,1-2-32 0,-1-3 0 0,1-2 0 31,1-3-160-31,1-2-48 0,1-2 0 0,1-1 0 0,1-4 48 16,-1-1 16-16,1-3 0 0,0 2 0 0,1 1 240 0,-2 0 64 0,1 2 0 0,-1 4 0 16,-1 3 128-16,-2 4 0 0,-2 4 0 0,-1 5 128 0,0 1 208 15,-1 6 48-15,-3 6 16 0,0 0 0 0,0 0 96 16,0 0 16-16,0 0 0 0,4 10 0 0,-2 6-160 0,1 2-32 16,-2 3 0-16,-1 2 0 0,0 3-80 0,1 3-32 15,-1 1 0-15,2 0 0 0,-1 0-64 0,0 0-16 16,3 0 0-16,-1 0 0 0,-2-1-128 0,2-2 0 15,1-2 144-15,0-1-144 0,-1-3 0 0,1-1 128 16,2-1-128-16,-3-4 0 0,1-2 0 0,0-1 128 16,-1-2-128-16,1-2 0 0,-4-8 0 0,4 5 0 15,-4-5 0-15,0 0 0 0,0 0 0 0,0 0 0 16,0 0-192-16,0 0 64 0,8-4-64 0,-1-1 0 16,0 1 0-16,-1-5 0 0,1-2 0 0,-1 1-16 15,2-3 0-15,1 0 0 0,2-1 48 0,1-1 16 16,-1 2 0-16,1 1 0 0,0-1 144 0,0 0-160 0,-1 3 160 15,0-3-160-15,2 2 160 0,0 2 0 16,1 4-144-16,-1 1 144 0,-2 3 0 0,-1-2 0 16,0 2 0-16,1 2 0 0,-1 2 0 0,-1 2 0 15,-1 2 0-15,-1 0 0 0,-1 4 0 0,-2-2 0 16,0 4 0-16,-1 1 0 0,-3 2 0 0,-2-2 0 0,0 1 0 16,-2 0 0-16,-1 0 0 0,-2-1 0 0,-1-2 0 15,-1 0 0-15,0-1 0 0,0 1 0 0,-2-2 0 0,1 0 0 16,-3-3-192-16,1 2-64 0,3-3 0 15,1-2-16-15,3-3-1680 16,5-1-336-16,-8-3-64 0,2 1-16 0,6 2-2496 16,0 0-512-16</inkml:trace>
  <inkml:trace contextRef="#ctx0" brushRef="#br0" timeOffset="127402.9">11002 9297 8287 0,'12'-9'736'0,"-12"9"-592"0,5-4-144 0,-5 4 0 0,0 0 6464 0,0 0 1280 15,0 0 240-15,7 8 48 0,-4 0-3984 0,0 4-784 16,-2 3-176-16,-1 1-16 0,-1 1-1408 15,0 1-288-15,-2 2-48 0,1-2-16 0,-1-1-848 0,2 0-160 16,-1 0-48-16,2-1 0 0,0-2-256 0,0 0 0 16,2-2-176-16,0-3 176 15,1-2-2032-15,-3-7-288 0,0 0-64 0,6 3-19024 0</inkml:trace>
  <inkml:trace contextRef="#ctx0" brushRef="#br0" timeOffset="128040.39">11126 9230 28559 0,'0'0'2544'0,"0"0"-2032"15,0 0-512-15,0 0 0 0,0 0 3856 0,0 0 688 0,0 0 128 0,5 7 16 16,2 1-3056-16,-1 1-608 0,-2 3-128 0,3 1-32 16,2 1 224-16,-1 2 32 0,-1 2 16 0,3-1 0 15,0 4-496-15,-1-1-112 0,-2-1-16 0,-2 1 0 16,-1-1-16-16,0 0-16 0,0-4 0 0,-1 1 0 15,0-3-160-15,-2 0-48 0,1-1 0 0,-1-4 0 0,0 1-144 0,-1-9-128 16,0 0 144-16,0 0-144 16,0 0 128-16,0 0-128 0,0 0 0 0,0 0 0 0,0 0 0 0,0 0 0 15,0 0-176-15,5-6 176 0,-1 0-240 16,2-1 80-16,-2-3 16 0,1-2 0 0,1-1-16 16,1 0 0-16,-1-2 0 0,3-1 0 0,3-4-64 0,0 3-16 15,1-2 0-15,0 2 0 16,-1-1-32-16,-1 2-16 0,0 4 0 0,-1 2 0 0,1 1-48 0,-2 1-16 15,0 1 0-15,-3 2 0 0,-6 5 80 0,0 0 16 16,8 3 0-16,0 2 0 0,-1 4 256 16,-2 3 0-16,0-3 0 0,-1 4 0 0,0 1 208 15,0 1-48-15,2 0-16 0,2 1 0 0,0 0-144 0,1-2 192 16,2-2-192-16,2-1 192 0,1 0-64 0,2-1-128 16,2-1 192-16,-1-2-64 0,1-3-128 0,2 0 160 15,0 0-160-15,3-3 160 0,-1-2-160 0,0-1 0 16,-3-2 0-16,2-1 0 0,1-1 0 0,-2-2-144 15,-2-1 144-15,-1 0-160 0,-2-2-32 0,-2 0-16 16,0-3 0-16,-2 1 0 0,0-2-96 0,-2-1-16 16,-3-1 0-16,0 3 0 0,-2 1 128 0,-2 2 0 15,-2 1 16-15,-1 1 0 0,-4 0 176 0,1 3 0 0,-1 4 0 0,-3 2 0 16,-3 2 208-16,0 4 128 0,-1 0 32 0,-1 5 0 16,0 0-48-16,0 2-16 0,0 4 0 0,2-2 0 15,3 0-48-15,2 1 0 0,-1 0 0 0,5-1 0 16,0 1-64-16,4-2 0 0,0-1-16 0,4-1 0 15,1 0-176-15,4-2 0 0,1 2 0 16,3-3 0-16,5-2-272 0,1-1-96 0,0-1-16 0,1-1 0 0,1-1 96 0,1-3 16 16,-2-1 0-16,1-2 0 15,1-1-2480-15,-1-1-512 16,1-3-80-16,-2-1-16608 0</inkml:trace>
  <inkml:trace contextRef="#ctx0" brushRef="#br0" timeOffset="128341.74">12059 8606 25791 0,'0'0'2304'16,"0"0"-1856"-16,0 0-448 0,3 10 0 0,1 1 4736 0,1 2 864 16,3 3 160-16,1 4 48 0,1 2-4032 0,4 1-816 15,0 3-144-15,7 11-48 0,1-3 272 0,0 2 48 16,0 1 16-16,2 2 0 0,0 4-464 0,4 0-112 15,-1 4-16-15,1 0 0 0,-1 0-192 0,0 1-64 16,-6-12 0-16,0 7 0 0,-1-4-112 0,-3 3-16 0,-3 1-128 16,-2-1 192-16,-3 1-192 0,-3-1-128 0,-3-2 128 0,-2-1-208 15,-2-2 400-15,-3-3 96 0,-1-1 16 0,-4 5 0 16,-3-2-160-16,3-14-16 0,-2 0-128 0,1-1 192 16,-2-3-192-16,0-1 0 0,1 0 128 0,-2-4-128 15,0 0-304 1,-4-1-96-16,-3-2-32 0,2-1 0 0,2-1-1616 15,-1-3-320-15,-2 0-64 0</inkml:trace>
  <inkml:trace contextRef="#ctx0" brushRef="#br0" timeOffset="139173.29">11044 9162 28559 0,'0'0'1264'0,"-7"2"272"0,-1 2-1232 0,2-1-304 0,1 1 0 0,5-4 0 16,0 0 5424-16,0 0 1024 0,0 0 208 0,0 0 32 15,0 0-4336-15,0 0-880 0,0 0-160 0,0 0-32 16,0 0-1008-16,0 0-272 0,0 0 0 0,0 0 128 16,0 0-128-16,0 0 0 0,0 0 0 0,0 0 0 15,0 0-352-15,0 0-96 0,0 0-32 0,0 0 0 16,0 0-2320 0,8 0-464-16</inkml:trace>
  <inkml:trace contextRef="#ctx0" brushRef="#br0" timeOffset="144479.13">2268 11094 10127 0,'0'0'448'0,"0"0"96"0,0 0-544 0,0 0 0 15,0 0 0-15,0 0 0 0,-1-5 5424 0,1 5 976 0,0 0 192 0,0 0 32 16,0 0-3104-16,0 0-608 0,0 0-128 0,0 0-32 16,0 9-1152-16,1 1-224 0,-1 1-48 0,2 2-16 15,-1 4-448-15,-1 2-96 0,0 3 0 16,-1 2-16-16,2 2-240 0,-1-1-64 0,-1 1 0 0,-1-1 0 16,0-2-160-16,-1 0-32 0,1 0-16 0,-2 0 0 15,0-2-240-15,1 0 128 0,1-2-128 16,2 1 0-16,-2-4-640 15,1-2-240-15,0-2-32 0,2-2-16 0,0 1-2720 16,3-4-560-16</inkml:trace>
  <inkml:trace contextRef="#ctx0" brushRef="#br0" timeOffset="144715.66">2516 11297 44639 0,'0'0'1984'0,"-5"2"384"0,0-2-1888 0,5 0-480 16,0 0 0-16,0 0 0 0,0 0 976 0,0 0 112 16,0 0 0-16,0 0 16 0,0 0 16 0,0 0 0 15,10 0 0-15,3 0 0 0,2 0-848 0,0 0-272 0,-2 0 160 0,3 0-160 16,1-2 0-16,1 2 0 16,0 0 0-16,1 0 0 0,-1 0 0 0,-3 0-176 15,0-1 16-15,-2 1 0 16,3 0-1440-16,-2 0-304 0,0 0-48 0,1 0-16 15,-1-3-1936-15,-1 2-400 0</inkml:trace>
  <inkml:trace contextRef="#ctx0" brushRef="#br0" timeOffset="145102.65">2976 11142 4607 0,'0'0'192'0,"-2"0"64"0,-2 0-256 0,0-1 0 0,4 1 0 0,0 0 0 16,0 0 9728-16,0 0 1888 0,0 0 384 0,0 0 80 15,0 0-8672-15,12 0-1728 0,-2 0-336 0,3-3-80 0,0 2-752 0,2 1-128 16,-1 0-48-16,3 0 0 0,0 0-336 0,-2 0 128 16,0 1-128-16,-1 2 0 0,-2 1 0 0,0 1 0 15,-2 0 0-15,-2 0 0 0,-2 2 128 0,-2 1-128 16,0 1 160-16,-3 0-160 0,-2 1 288 0,-1 3-32 16,-2-1-16-16,-3 1 0 0,-1 0 48 0,-2 0 16 15,-2 0 0-15,-1 3 0 0,-1-4-80 0,-1 1-16 16,1 0 0-16,1-1 0 0,0-2-32 0,1 0-16 15,1 1 0-15,0-2 0 0,1-1-160 0,1 0 160 16,1-2-160-16,1 1 160 0,2-1-160 0,1 1 0 16,4-7 144-16,0 0-144 0,-1 7 0 0,1-7 0 15,0 0 0-15,0 0 128 0,0 0-128 0,9 7 0 16,0-3 0-16,3 0 0 0,2-3-144 0,2-1 144 16,1 0-160-16,1-1 160 0,0 0-208 0,0-2 48 15,3-1 16-15,1 0 0 0,1 1-112 0,-2-2 0 0,-1 1-16 16,1-1 0-1,-1-1-880-15,1 0-192 0,1 3-16 0,1-4-16 16,2 3-2528-16,-1-1-496 0</inkml:trace>
  <inkml:trace contextRef="#ctx0" brushRef="#br0" timeOffset="145318.04">3759 11150 6447 0,'-7'1'576'0,"1"1"-576"0,0-1 0 0,6-1 0 16,0 0 10432-16,0 0 1984 0,0 0 400 0,0 0 80 0,0 0-9728 0,0 0-1952 15,0 0-384-15,0 0-64 0,0 0-576 0,0 0-192 16,0 0 0-16,0 0 144 16,8 6-1808-16,-1-2-352 0,2 2-80 0,-1-1-13152 15,-1 0-2640-15</inkml:trace>
  <inkml:trace contextRef="#ctx0" brushRef="#br0" timeOffset="145446.88">3815 11301 45087 0,'0'0'2000'0,"0"0"416"0,-4 7-1936 0,1-2-480 0,3-5 0 0,-1 6 0 0,1-6 1552 0,0 0 224 15,0 0 32-15,0 0 16 0,0 0-800 0,0 0-144 16,0 0-48-16,0 0 0 0,0 0-832 0,0 0-384 16,0 0 16-16,10 3-15616 0,2-3-3120 0</inkml:trace>
  <inkml:trace contextRef="#ctx0" brushRef="#br0" timeOffset="147029.57">4609 11235 13823 0,'0'0'1216'0,"0"0"-960"15,0 0-256-15,0 0 0 0,0 0 4848 0,4-5 912 16,-1-2 192-16,1 0 48 0,0 1-3696 0,0-1-720 16,0 1-160-16,0-1-16 0,-1 0 0 0,-1 0 16 15,0-1 0-15,-2 2 0 0,-2-1-576 0,0 1-112 0,-4-1-32 0,1 2 0 16,0 1-32-16,-2 1-16 0,0 3 0 0,-2 0 0 15,-3 2-96-15,-3 3-32 0,1 3 0 0,-3 2 0 16,-1 5-128-16,-2 3-16 16,1 1-16-16,-1 1 0 0,3-1-240 0,0 1-128 0,3-2 160 0,2-1-160 15,2-1 0-15,3-3 0 0,2-1 0 0,2-2 0 16,3-2 0-16,0-8-256 0,0 0 16 0,7 4 16 31,2-3-288-31,2-2-64 0,0-1-16 0,2-4 0 16,2-2 64-16,0-1 16 0,4-1 0 0,-1-2 0 15,0 0 0-15,-1-1 0 0,-1 0 0 0,1 0 0 0,-2 0 80 0,0 0 32 16,-2 0 0-16,0 2 0 0,-2-2 208 0,0 4 64 0,-3 1 0 16,-2 3 0-16,-6 5 128 0,0 0 0 0,0 0 0 0,0 0-128 15,0 0 128-15,0 0 192 0,0 0-32 0,5 8-16 16,-2 3 256-16,-2 2 48 0,1 2 16 16,-1 3 0-16,-1-2-80 0,1 1 0 0,1 0-16 0,1-1 0 15,3-1-224-15,0 0-144 0,2-1 192 0,1-4-192 0,2 2 0 16,2-3 0-16,1-1 0 0,2-3 0 0,2-2 0 0,0 0-192 15,0-3 192-15,2-4-192 0,2-2 192 0,-2 0 0 16,0-2 0-16,1-1-144 0,-1-2 144 0,-1 0-128 16,2-1 128-16,0-1-128 0,-1 0-64 0,-1-1 0 15,0-2 0-15,-3-1 0 0,1-1-128 0,-2-2-16 16,-2 2-16-16,-1-2 0 0,-3 3 16 0,-2 2 0 16,-1 0 0-16,-2 2 0 0,-3 2 192 15,-2 0 144-15,-2 3-192 0,-2-1 192 0,0 3 0 0,-3 2 176 16,-1 1 0-16,-2 3 0 0,-1 3 208 15,-1-1 64-15,-2 5 0 0,-1 0 0 0,-2 2-128 0,1 2-32 16,0 4 0-16,1 2 0 0,-1 1-288 0,3 1 0 16,1 1 128-16,1 1-128 0,2 0 0 0,2-2 0 0,3-2 0 15,3 0 0-15,1-2 0 0,1-2-144 16,1-2 144-16,3-2-192 0,3-2-64 0,1-1 0 0,1-4-16 16,1-2 0-1,2-2-176-15,1-1-48 0,1-3 0 0,2-1 0 16,1-3-32-16,1 0-16 0,1-6 0 0,0 2 0 15,1-4-336-15,-2-1-64 0,-1 0-16 0,0-5 0 16,0 2 144-16,0-1 32 0,-2 2 0 0,1-1 0 0,-3-3 576 16,1-1 208-16,-1 3-144 0,0 0 144 0,-2 2 0 0,-2 3 272 15,-1 1-32-15,-3 4-16 0,-1 3 448 0,-3 3 96 0,-1 7 0 0,0 0 16 0,0 0 336 0,0 0 64 16,-8 7 16-16,1 2 0 0,-3 4-192 16,0 4-48-16,-4 2 0 0,2 4 0 0,2 1-336 15,0 1-80-15,1 1-16 0,1 0 0 0,2 0-240 16,2-2-48-16,3-2-16 0,1-1 0 0,1-2-224 0,0-2 0 15,2-2 0-15,2-2-160 16,2-4-208-16,0-1-32 16,3-3-16-16,0-2 0 0,2-3-240 0,-1-3-48 15,4-2-16-15,-1-2 0 0,-1 2 16 0,2-5 16 0,-1-2 0 0,0-3 0 16,-1 0 176-16,-1-2 48 0,1-3 0 0,-1 1 0 0,0-1 272 16,-2 1 192-16,0-2-208 0,2 3 80 0,-1 2 128 0,-1 0 128 15,-2 5-128-15,-2 3 176 0,-2 3 272 0,-4 5 48 16,0 0 16-16,0 0 0 0,0 7 512 0,0 4 128 15,0 2 0-15,-2 4 16 0,-2 5-192 0,0-1-32 16,0 2-16-16,0 2 0 0,0 0-544 0,1-2-96 16,3-2-32-16,-1 0 0 15,1-4-672-15,0-1-144 0,1-3-16 0,2-2-16 16,2 1-3056-16,0-4-592 0</inkml:trace>
  <inkml:trace contextRef="#ctx0" brushRef="#br0" timeOffset="147197.94">5596 10957 30399 0,'-13'-1'2704'0,"7"1"-2160"0,0 0-544 0,-1 0 0 15,1 1 3632-15,6-1 608 0,-5 3 128 0,5-3 32 16,-4 5-3632-16,1 1-768 0,2 2 0 0,2 3-144 16,3 2-1392-16,0 0-256 0,0 1-64 0,1 0-10592 15,1 1-2112-15</inkml:trace>
  <inkml:trace contextRef="#ctx0" brushRef="#br0" timeOffset="148013.29">5859 11121 30815 0,'0'0'1360'0,"0"0"288"0,0-6-1328 0,-1-1-320 16,-2 1 0-16,-1 1 0 0,0-1 2192 0,-1 2 368 16,-3 2 80-16,2 0 16 0,-2 2-288 15,-1 4-48-15,-3-2-16 0,-1 4 0 0,-1 2-880 0,-1 5-176 16,0 1-32-16,-1 2-16 0,-1 2-528 15,1 1-96-15,2-2-32 0,1 1 0 0,1-1-272 0,2-2-48 16,1 0-16-16,2-4 0 0,3 0-208 0,2-2 0 0,0-2-192 16,2-7 192-1,3 6-480-15,2-1 16 0,-5-5 0 0,12 3 0 16,0-1-336-16,1-4-64 0,1-1-16 0,2-2 0 16,1-1-96-16,0-1-32 0,-1-3 0 0,3 0 0 15,0-5 0-15,1 0 0 0,-2-3 0 0,0 0 0 16,-1 0-64-16,-1-1-16 0,-2 1 0 0,1 1 0 0,-2-2 608 0,0 0 112 0,-3 0 32 15,-1 3 0-15,-4 2 336 0,1 2 192 0,-2 3-32 16,0 3 0-16,-4 6 784 0,0 0 144 0,0 0 48 0,0 0 0 16,-7 6 224-16,2 4 48 0,-2 4 16 0,2 0 0 15,1 1-656-15,0 2-128 0,0 2-16 0,2-1-16 16,-1 1-368-16,2 0-80 0,1-1-16 0,1-1 0 16,3-1-144-16,1-2 0 0,0-1 0 15,2-4 0-15,-1-1-992 0,2-2-224 0,-1-3-64 16,1-2 0-16,2-1 320 0,-1-2 48 15,0 0 16-15,0-5 0 0,1-1-576 0,-3-3-128 0,3 1 0 0,-3-6-16 16,0-1 544 0,1-1 112-16,0-3 32 0,-1-1 0 0,1 0 752 0,1-4 176 0,0-2 0 15,1 0 0-15,-3-4 336 0,4 1 64 0,-1 1 16 0,1 3 0 0,-1-1 400 16,-2 6 80-16,0 5 0 0,-2 3 16 0,-2 5 240 0,-3 4 32 16,-1 5 16-16,0 0 0 0,0 0 160 0,2 10 48 15,-2 2 0-15,-2 3 0 0,1 6-368 0,0 1-64 16,-2 2-16-16,2 2 0 0,0 1-512 0,-1 1-128 15,1-1 0-15,0 1-16 0,1-1-176 0,0-4-128 16,0 2 144-16,1 0-144 0,0-4 0 0,1 1 0 16,-1-5 0-16,2 0 0 0,-2-3 0 0,0-2 0 15,0-2 0-15,2-1 0 0,-3-9 0 0,0 0 0 0,0 0-144 0,0 0 144 16,0 0-336-16,7 0 16 16,-7 0 16-16,7-2 0 0,0-2 48 0,-1-3 16 15,1-2 0-15,-1-1 0 0,1-3 48 0,0 1 0 0,0-1 0 16,2-1 0-16,2-2 64 0,2 0 128 15,0-1-208-15,1 2 80 0,-1 1 128 0,2-1-128 16,0 1 128-16,0 3-128 0,-2-2 128 0,0 4 0 0,0 1-144 0,0 3 144 16,-1 1 0-16,-2 3 0 15,-1 2 0-15,-1 2 0 0,-2 1 0 0,0 2 0 0,0 2 160 0,-2 0-160 16,-3 2 320-16,-1 0-64 0,-2 1 0 0,-1 5 0 16,-1-2 0-16,-1 2-16 0,-1 0 0 0,-2 0 0 15,-1 1-80-15,-2-1-16 0,1 0 0 0,-3-1 0 16,-2 0-144-16,0-1 0 15,-1-1 0-15,0-1 0 0,-1-2 0 0,1 2-272 0,0-3 32 0,3 0 16 16,0-2-1408-16,1-2-288 0,2-1-48 0,3-2-16 16,7-2-2432-1,0 0-512-15</inkml:trace>
  <inkml:trace contextRef="#ctx0" brushRef="#br0" timeOffset="148557.32">6731 11016 12895 0,'0'0'576'0,"0"0"112"0,0 0-560 0,0 0-128 0,0 0 0 0,0 0 0 0,-3 9 7344 0,0 1 1424 16,-4 1 304-16,-2 0 48 0,-2 4-6176 0,-2 0-1216 16,-1 2-256-16,0 3-64 0,-2-2-640 0,2 0-144 15,1 2-32-15,1 0 0 0,0-2-320 0,3-1-64 16,1-3-16-16,3-2 0 0,0-2-192 0,1 2 0 16,1-4 0-16,2-2-160 15,1-6-400-15,0 0-80 0,0 0 0 0,0 0-16 16,0 0-336-16,8 2-64 0,-8-2-16 0,10-3 0 15,1-2 176-15,-1-3 48 0,1-2 0 0,-2-2 0 16,1 0 240-16,1-2 48 0,0-2 16 0,1 0 0 0,0-2 224 0,1 1 64 16,0 0 0-16,-1 0 0 0,-2 0 256 0,0 2-160 0,0 2 160 15,-3 5-128-15,-1 0 128 0,-6 8 0 0,0 0 128 0,0 0-128 16,0 0 640-16,0 0 48 0,0 0 16 0,-2 10 0 16,1 2 192-16,-3 1 64 0,2 3 0 0,0-2 0 15,0 2-544-15,0 1-96 0,2-2-32 0,3 2 0 16,0-4-288-16,2 2 0 0,1-2 0 0,2 0 0 15,1-4 0-15,3-1 0 0,1-2 0 0,0-2-144 0,3-2-80 0,3-2-16 16,3-3 0-16,-1-1 0 16,-3-1-80-16,1-3 0 0,-1-2-16 0,2 0 0 0,-1-1 96 15,-1-2 32-15,-2-3 0 0,1-1 0 0,-4-1-48 16,-1-2 0-16,1-1 0 0,-2 1 0 0,1-3 128 0,0-1 128 16,-4-4-208-16,1 1 80 0,-1-1 128 0,0 4 0 15,-2 0 0-15,-1 5 0 0,-1 4 0 0,0 2 192 16,-3 0-64-16,-1 5 0 0,0 8 384 0,0 0 96 15,0 0 16-15,-5 4 0 0,-1 4 208 0,0 4 32 16,0 2 16-16,-1 5 0 0,0 1-432 0,0 1-96 16,-1 3-16-16,2 0 0 0,-1 0-208 0,2 1-128 15,0 1 128-15,1 0-128 0,1 0 0 0,2-3 0 16,0 1-160-16,2-2 160 16,0 0-1760-16,2-2-240 0,1-3-48 0,-2-3-11808 15,1-1-2352-15</inkml:trace>
  <inkml:trace contextRef="#ctx0" brushRef="#br0" timeOffset="148802.24">6936 11185 14735 0,'0'0'640'0,"0"0"160"0,0 0-640 0,0 0-160 0,4-5 0 0,4-2 0 16,2 1 6320-16,2 1 1232 0,-1-1 240 0,4 1 48 15,0 0-5280-15,1 0-1040 0,0 1-224 0,1-3-32 16,0 2-528-16,0 1-96 0,-2 0-32 0,2 2 0 15,0 0-80-15,-1 2-16 0,-2 0 0 0,0 2 0 16,-1 0-192-16,-1 2-32 0,-1 2-16 0,-2 1 0 0,-1 2-272 0,-2 2 160 16,-1 2-160-16,0 0 128 0,-1 0-128 0,-1 1 0 15,-2-1 0-15,1 0 0 16,-1 0-768-16,-1 2-128 0,-1-3-16 0,1-2-16 16,-2-2-2064-16,1-2-400 0</inkml:trace>
  <inkml:trace contextRef="#ctx0" brushRef="#br0" timeOffset="148952.6">7331 10987 12895 0,'0'0'576'16,"0"0"112"-16,-4-5-560 0,4 5-128 0,-3-7 0 0,1 3 0 0,-1-1 5872 0,3 5 1136 16,0 0 224-16,0 0 64 15,0 0-6272-15,0 0-1232 0,0 0-256 0,5 7-16416 0</inkml:trace>
  <inkml:trace contextRef="#ctx0" brushRef="#br0" timeOffset="149203.17">7671 11098 21183 0,'0'0'1888'0,"0"0"-1504"15,1-8-384-15,3 1 0 0,0 1 2688 0,-4 6 448 16,0 0 112-16,0 0 16 0,-1-4-960 0,-3 1-192 0,-1 5-48 0,-3 0 0 15,-2 5 304-15,-2 1 48 0,-1 3 16 0,-3 4 0 16,-3 0-912-16,-2 1-176 0,2 2-48 0,4 1 0 16,0 1-352-16,4-3-80 0,0-1-16 0,3 1 0 15,2-4-464-15,3 0-112 0,3-3-16 0,3 1 0 0,3-1-256 0,4-1 0 16,0 1 0-16,2-4-144 0,3-1 16 0,2-1 0 16,-1 0 0-16,4-1 0 15,-1-2-656-15,2-1-128 0,0-1-32 0,2-2 0 16,1-2-1904-16,1-2-384 0</inkml:trace>
  <inkml:trace contextRef="#ctx0" brushRef="#br0" timeOffset="149742.2">8863 10944 43359 0,'-11'-7'1920'0,"11"7"400"0,-6-2-1856 0,-1-5-464 16,2 2 0-16,0 0 0 0,-2 0 560 0,-1 2 16 16,1 0 0-16,-3 3 0 0,0 3 560 0,0 2 112 15,-2 3 32-15,-1 4 0 0,-1 0-608 0,-2 3-112 16,-1 5-32-16,-1 2 0 0,-2 1-112 0,2 4-32 16,-2 0 0-16,3 0 0 0,2-1-64 0,3-2-32 15,3 1 0-15,2-2 0 0,5-3-288 0,3-2-144 16,2-3 16-16,3-1 0 15,3-3-1904-15,4-2-368 0,3-2-80 0,4-2-16 16,0-4-1280-16,4-1-272 0,2-2-48 0</inkml:trace>
  <inkml:trace contextRef="#ctx0" brushRef="#br0" timeOffset="150859.15">9092 11087 11055 0,'0'0'976'0,"0"0"-784"0,3-6-192 0,-3 6 0 16,-7-7 5952-16,2 2 1152 0,-2 1 240 0,0 0 32 15,-4 4-3584-15,1 3-720 0,-5 1-128 0,1 1-48 16,-2 0-1056-16,1 4-224 0,-1 1-32 0,1 3-16 15,-1 1-848-15,0 0-160 0,1 4-48 0,0-1 0 0,2 0-256 0,3-1-64 16,1 0-16-16,2-1 0 16,2-2-176-16,2-1 0 0,2-1 0 0,1-1 0 0,3-4-160 0,-3-6-64 15,6 7-16-15,3-4 0 16,0-2-352-16,3 0-80 0,0-2-16 0,1-3 0 16,0-1-128-16,-1-2-16 0,2-1-16 0,0-2 0 31,2-3 320-31,1 0 64 0,0-4 16 0,1 1 0 0,-1-2 192 0,0-1 64 0,0-2 0 0,1 0 0 0,1 1 192 15,-1 1 0-15,-1 0-160 0,-3 3 160 0,-1 2 0 16,-1 4 0-16,-3 2 0 0,-1 3 0 0,-8 5 128 0,0 0 80 16,0 0 32-16,0 0 0 0,4 8 544 0,-2 4 112 15,0 2 32-15,-2 2 0 0,-2 0-240 16,1 3-48-16,0 0-16 0,-2 2 0 0,0 0-256 0,1 0-48 16,-1-2-16-16,2 1 0 0,0-3-144 0,1-4-32 15,0 0 0-15,0-3 0 0,1-2-128 0,-1-8 0 16,0 0 0-16,0 0 128 0,0 0-128 0,8 3 0 15,-2-1-160-15,1-4 160 0,-1-2-192 0,2-3 48 16,0 0 16-16,0-3 0 0,1 0-48 0,1-3 0 16,-1-3 0-16,1 1 0 0,-1-4 32 0,2 1 0 15,1-1 0-15,0 0 0 0,0-1 16 0,1 1 0 0,-2 1 0 0,1 4 0 16,-1 2 128-16,-2 3-192 0,-1 1 192 0,-2 3-192 16,-6 5 192-16,0 0 0 0,0 0 0 0,0 0 0 15,5 8 0-15,-2-1 128 0,1 4 0 0,-2-2 0 16,1 3 32-16,-2 1 16 0,1 0 0 0,-1 0 0 15,0 0-176-15,1 0 0 0,-1-1 144 0,0-1-144 16,0-3 0-16,2 1 0 0,-3-9 0 0,4 8 0 16,1-1 0-16,-5-7 0 0,0 0 0 0,8 2 0 0,-8-2-176 15,8-1 176-15,1-3-208 0,0-1 80 0,0-3-64 0,2-1-16 16,0-2 0-16,1 1 0 16,-1-2-64-16,0-2-16 0,1-3 0 0,1-1 0 0,1-2-32 0,1 1 0 15,-1-1 0-15,-1 2 0 0,-1 2 96 0,-3 4 16 16,-1 3 0-16,-3 3 0 0,-5 6 208 15,0 0-144-15,0 0 144 0,0 0-128 0,-3 9 400 0,-2 5 96 16,1 3 16-16,0 2 0 0,0-1-16 0,1 1 0 16,-1 1 0-16,1-1 0 0,0 1-240 0,2 0-128 15,0-4 128-15,1 1-128 0,2-5 0 0,2 0 0 16,2-3 0-16,-1-1 0 16,0-3-384-16,1-2-64 0,2-2 0 0,4-2 0 15,-2-2-368-15,2-2-80 0,0 1 0 0,0-6-16 16,-2-2 96-16,1-1 32 0,-1-2 0 0,0 1 0 15,2 0 160-15,-1-3 48 16,0-3 0-16,1 1 0 0,0-3 384 0,-1-1 192 0,2 1-192 0,1 0 192 0,-4 1 0 0,0 4 0 0,-2 3 144 16,0 1-16-16,-3 5 256 0,-5 8 48 0,0 0 16 0,0 0 0 15,3 7 448-15,-2 3 80 0,-1 3 32 16,-1 4 0-16,-2 2-32 0,1 4 0 0,0 0 0 0,0 2 0 16,-1 2-432-16,-1 2-96 0,0 2 0 15,0 2-16-15,-1-1-160 0,1 1-16 0,2-2-16 0,-1-1 0 16,0-1-240-16,1-2 0 0,-1-1 128 15,3 1-128-15,-1-5 0 0,-2-1 0 0,1-3 0 16,-1-3 0-16,0-2 0 0,2-1 128 0,0-1-128 16,0-5 0-16,1-6 0 0,0 0 0 0,0 0-192 0,0 0 192 15,0 0-320-15,0 0 32 0,-3-8 16 0,0-1 0 16,2-1-32-16,0-2 0 0,1-4 0 0,0-1 0 0,1-2 32 16,0-2 0-16,2-2 0 0,0-4 0 0,0-3-112 0,3-2 0 15,0-3-16-15,2 1 0 0,0 1 128 0,-2 2 16 16,2-4 16-16,0 3 0 0,0 2 240 0,2 2 0 15,1 2 0-15,-1 1 0 0,2 3 0 0,0 2 0 16,-2 3 176-16,3 3-48 0,-1 1 0 16,0 1 16-16,-1 4 0 0,2 2 0 0,-1 1-144 0,0 3 128 15,2 4-128-15,-1 2 128 0,-4 1-128 0,0 4 0 16,1 4 144-16,-5-1-144 0,-3 3 128 0,0 2-128 16,-2 3 160-16,-4 1-160 0,-3-1 144 15,-1 0-144-15,-1 1 128 0,0-2-128 0,-1 0 0 0,-1-1 0 16,1-1-144-16,1-4 144 15,1 0-1376-15,-1-1-160 0,1-3-48 0,1 0 0 16,7-9-2288-16,0 0-464 0</inkml:trace>
  <inkml:trace contextRef="#ctx0" brushRef="#br0" timeOffset="151203.5">10263 10803 16575 0,'0'0'1472'0,"0"0"-1168"0,-4 4-304 0,0 1 0 16,0 2 5680-16,2 2 1072 0,-2 3 224 0,2-1 32 15,1 2-4272-15,-2 3-864 0,3 2-160 0,0-2-48 16,-1 5-448-16,0-2-112 0,-2 2-16 0,3-1 0 0,3-1-512 0,1 0-96 16,-2-4-32-16,1 0 0 15,0-1-240-15,-2-1-48 0,0-3-16 0,0 0 0 0,-1-10 48 0,0 0 0 16,4 6 0-16,-4-6 0 0,0 0-192 0,0 0 192 16,0 0-192-16,0 0 192 0,0 0-192 0,0 0 0 15,4-6 0-15,0-2 128 0,0 0-128 0,0-4 0 16,0 0 0-16,1-1 0 0,0-2 0 0,2-1 0 15,1-1 0-15,-1 0 0 0,1 0 0 16,0 2 0-16,1-1-128 16,-1 2 128-16,0 1 0 0,-2 1 0 0,1 0 0 0,-2 4 0 0,2 1-160 0,1 0 160 15,-1 0 0-15,1 2-144 0,-1 1 144 0,0 2-208 16,1 0 80-16,0 1 128 0,-8 1-272 0,0 0 64 16,9-1 16-16,0 1 0 15,1 1-1024-15,-3 0-208 0,1 1-48 0,1 2-13504 16,0 3-2688-16</inkml:trace>
  <inkml:trace contextRef="#ctx0" brushRef="#br0" timeOffset="151512.99">10490 11103 25791 0,'0'0'2304'16,"0"0"-1856"-16,0 0-448 0,0 0 0 0,0 0 3200 0,0 0 560 0,0 0 96 15,0 0 32-15,1-5-1472 0,2 1-304 0,1-3-48 16,2 1-16-16,1-1-960 0,2 0-208 0,0-3-48 15,1 0 0-15,-1-2-512 0,1 1-96 0,0-3-32 0,0 1 0 16,1-1-64-16,1 0-128 0,-1-2 176 0,0 0-176 16,-3 2 0-16,1 0 0 0,-2 3 0 0,-3 1 0 15,-1 3 0-15,-3 7 0 0,-3-5 0 0,-2 4 0 16,-3 2 0-16,2 3 128 0,-2 1 16 0,-1 4 0 0,-3 3 256 16,0 0 48-16,-1 5 16 0,2-3 0 15,0 3-128-15,2 0-16 0,0-1-16 0,4-1 0 0,0-3-304 0,2 2 160 16,2 0-160-16,3-3 128 0,2 0-304 0,1-2-64 15,3 0-16-15,3-5 0 16,2 0-976-16,2-2-208 0,4 1-32 0,-1-4-16 16,3-2-880-16,3 2-160 0,4-1-32 0,-1-1-10176 15,-1-4-2048-15</inkml:trace>
  <inkml:trace contextRef="#ctx0" brushRef="#br0" timeOffset="151844.78">11161 10728 30399 0,'-16'-3'1344'0,"10"2"288"0,-3-2-1312 16,0 2-320-16,-2 1 0 0,1 1 0 0,-2 0 4032 0,0 2 720 16,1 2 160-16,-2 0 16 0,-2 2-2944 0,0 1-608 15,-2 1-112-15,-2 1-32 0,0 1-512 0,-1 0-96 16,2 4-32-16,2-2 0 0,1 1-272 0,2-1-48 0,1-1-16 0,2 1 0 16,-1 1 0-16,2-3-16 0,2-1 0 0,2 1 0 15,3 0-240-15,2-3 0 0,2 1 0 0,1-1 0 16,1 1 0-16,2 0 0 0,2-2 0 0,1-2 0 31,3 0-464-31,0 2 16 0,1-3 0 0,1 0 0 0,2 1 224 0,1-3 48 0,-4 2 16 0,1 3 0 16,-1-4 0-16,-1 0 0 0,-3 1 0 0,-9-4 0 0,10 6-16 15,-10-6 0-15,7 7 0 0,-3 0 0 0,-4-7 176 16,-3 6 0-16,-3 4 0 0,-1-4 0 0,-5 2 0 16,-1-4 0-16,-4 1 0 0,1-1 128 15,0 0-736-15,3-2-144 0,-1 1-16 16,0-2-16-16,3 1-1728 15,0-2-352-15,2-2-64 0</inkml:trace>
  <inkml:trace contextRef="#ctx0" brushRef="#br0" timeOffset="152191.31">11311 10769 22111 0,'0'0'1968'0,"0"0"-1584"15,0 0-384-15,0 0 0 0,0 0 5440 0,0 0 992 16,-6 3 208-16,-1 1 32 0,-1-3-4224 0,-1 4-848 15,-1-2-160-15,1 2-32 0,-1 0-528 0,0 1-112 16,-4-1 0-16,-1 1-16 0,1 1-432 0,1 1-96 16,0-1-16-16,1 1 0 0,3 0-208 0,-1 0 0 15,-1 1 128-15,3-1-128 0,0 0 0 0,3 1 0 0,0-3 0 0,4 3 0 16,-1-2 0-16,2-7 0 16,2 8 0-16,-1 0 0 0,2-2 0 0,2 1 0 0,0-2 0 0,3 0 0 15,-8-5 0-15,10 7-128 0,1-2 128 16,1-1 0-16,1 1-160 0,1 0 160 15,0-1-128-15,-2 3 128 0,-2-3-224 0,0-1 32 0,-1 1 16 16,-3 0 0-16,-6-4-16 0,5 7-16 0,-5-7 0 0,4 9 0 16,-2-3 80-16,-4 2 128 0,-4 1-208 0,-2-1 80 15,-2 0 128-15,-1 0 0 0,1-2 0 0,-3 1 0 16,-2-1 0-16,2-3 128 0,0 1-128 0,0 0 0 0,0 1 0 16,4-2-240-16,1-2 48 0,0 0 0 15,1-1-2432-15,1 0-464 0,6 0-112 0</inkml:trace>
  <inkml:trace contextRef="#ctx0" brushRef="#br0" timeOffset="152387.6">11419 10841 11055 0,'0'0'976'0,"0"0"-784"0,0 0-192 0,0 0 0 0,0 0 7200 0,0 0 1392 16,0 0 288-16,7 5 48 0,-7-5-5648 0,5 9-1120 15,-5-9-240-15,4 12-32 0,0 2-448 0,-3 1-96 16,2 0 0-16,-1 2-16 0,0-2-832 0,-1 2-176 15,0 1-16-15,2-4-16 0,-1 2-288 0,1-3 0 16,-2-1 0-16,2-1 0 16,0 0-1456-16,-1-2-240 0,-2-9-48 0,3 8-13696 15,-1-3-2736-15</inkml:trace>
  <inkml:trace contextRef="#ctx0" brushRef="#br0" timeOffset="153061.65">11593 10892 28559 0,'0'0'1264'0,"0"0"272"0,4-9-1232 0,1 1-304 0,3 1 0 0,-1 1 0 15,4-3 2496-15,-1 2 448 0,1 2 96 0,0 0 16 16,2 1-1648-16,2 0-320 0,-1 1-64 0,1-2 0 0,0 1-576 0,2 0-96 16,0-2-32-16,-1 1 0 0,-2 1-176 0,-2 1-144 15,-2 0 192-15,-2 2-192 0,-8 1 624 16,0 0 16-16,0 0 0 0,0 0 0 15,0 0 384-15,0 0 96 0,1 8 16 0,-3 1 0 16,-5 0-176-16,1 3-16 0,-3 1-16 0,-2 1 0 0,-2-2-368 0,-1 2-80 16,-1 3-16-16,1-2 0 0,1 0-176 15,1 0-32-15,2 0-16 0,2 1 0 0,2-3-240 0,-1 1 0 16,2-1 0-16,1-2 0 0,1-2 0 0,2 1 0 16,2-3 0-16,1-1 0 0,-2-6 0 0,0 0-160 15,5 6 160-15,3-2-192 0,1-2 0 0,0-1 0 16,1-2 0-16,2-1 0 0,0-2 0 0,-1-2 0 15,1 0 0-15,1-1 0 0,3-3 16 0,1 1 0 16,0-2 0-16,0 1 0 0,0-3 176 0,1 1-160 16,0 0 160-16,-1 2-160 0,0 1 160 0,-1 2 0 15,-5 1 0-15,1-1-128 0,-3 5 128 0,-1 2 0 0,-8 0 0 16,8 4 0-16,-8-4 352 0,4 7 0 0,-1 1 0 16,-2 3 0-16,-1 0 32 0,0 1 0 15,-1-1 0-15,1 0 0 0,0 2-192 0,0-3-16 16,0-1-16-16,0 0 0 0,0 0-32 0,0-9-128 0,1 6 192 15,-1-6-64-15,0 0-128 0,5 6 0 0,-5-6 0 16,0 0-176-16,0 0 176 0,0 0 0 0,7 0 0 16,-1 1-128-16,1-4 256 0,-1-1 48 0,-1-1 16 0,2-3 0 15,2-2-448-15,0 0-96 0,2-4-16 0,4-5 0 16,3-1 160-16,1-2 16 0,0 1 16 0,2 2 0 16,0-2 176-16,0 3-208 0,-2 1 80 0,0 4 128 15,-2 2 0-15,-4 3 0 0,0 3 224 0,-3 4-64 0,-2 1-160 0,0 4 0 16,-8-4-160-16,8 8 160 0,-3 3 336 0,-1 4 176 15,0 0 16-15,-2 2 16 0,-1 3-224 0,1-2-64 16,-1 0 0-16,0 2 0 0,1-1-176 16,-1 2-80-16,0-4 0 0,2 0 0 0,0-1 0 15,0-4 0-15,3 1 0 0,-1-2 0 16,3 2-576-16,-1-3-96 0,4-1-32 0,2-1 0 16,0-2-2880-16,3-1-576 0</inkml:trace>
  <inkml:trace contextRef="#ctx0" brushRef="#br0" timeOffset="153623.81">13244 10548 38463 0,'0'0'1712'0,"-3"-8"336"0,1-1-1632 0,1 0-416 0,0 1 0 0,1-3 0 0,0 2 640 0,0 1 64 15,-2 1 0-15,2 1 0 0,-1 1 704 0,1 5 160 16,0 0 32-16,0 0 0 0,-6 3-320 0,-2 3-48 16,-1 5-16-16,-3 6 0 0,-4 5-528 0,-1 4-112 15,-5 8-32-15,1 6 0 0,0 6 0 0,1 3 0 16,-1 2 0-16,0 1 0 0,0 1-32 0,3-3-16 16,1 0 0-16,4-4 0 0,2-1-240 0,5-1-64 15,3-2 0-15,4-4 0 0,2-4-192 0,2-4-160 16,3-4 32-16,1-3 0 15,2-3-1040-15,2-4-208 0,1-5-32 0,2-2-16 16,1-1-1264-16,2-2-256 0,2-3-64 0,2-1-10576 0,1-4-2128 16</inkml:trace>
  <inkml:trace contextRef="#ctx0" brushRef="#br0" timeOffset="153890.31">13559 10921 20271 0,'-3'-15'896'0,"2"9"192"0,-2-2-880 0,-1 1-208 0,0-2 0 0,0 0 0 0,-1 0 4992 0,0 2 960 16,-2 0 192-16,0 3 48 0,-4 1-3664 0,1 3-736 16,-3 1-128-16,-2 5-48 0,1 0-208 0,0 3-32 15,-3 6-16-15,-1 0 0 0,-2 3-640 0,-1 3-128 16,0 2-16-16,2 0-16 0,0 0-128 0,4 1-32 16,0-5 0-16,4 1 0 0,2 1-400 0,3-4 0 15,2 0 128-15,4 0-128 16,3-3-896-16,2 0-224 0,3-4-32 0,4 0-16 15,1-5-816-15,4-1-144 0,2-1-48 0,5-3 0 16,2-2-800-16,1 0-160 0,1-2-48 0,-2-3 0 16,-3-2-592-16,1-1-128 0</inkml:trace>
  <inkml:trace contextRef="#ctx0" brushRef="#br0" timeOffset="154589.54">13729 10921 29887 0,'0'0'1328'0,"0"0"272"0,0 0-1280 0,-3-7-320 15,-1 2 0-15,-2 1 0 0,-1 1 2704 0,-3 3 496 16,-1 3 80-16,-1-1 32 0,-1 5-912 0,0 1-176 15,0 1-48-15,0 1 0 0,0 2-912 0,0 0-192 0,1 1-48 16,0 0 0-16,1-1-512 0,0-1-96 16,3 1-32-16,2 0 0 0,1 1-208 0,1-4-48 0,1 1-128 0,2 1 192 15,1-11-192-15,0 0 0 0,0 0-192 0,4 6 192 16,1 1-384-16,-5-7 48 0,0 0 0 0,9 3 0 31,-1-3-128-31,1 0-32 0,1-3 0 0,1-1 0 0,-2-3-48 16,0 2-16-16,0-4 0 0,3-1 0 0,1-3-16 15,1-2 0-15,-1-2 0 0,2 0 0 0,0-2-96 16,2-1-32-16,2-1 0 0,-3 2 0 0,0 2 144 16,-2 3 32-16,-2 1 0 0,0 2 0 0,-3 5 528 0,-2 2 0 0,-7 4 0 0,0 0 0 15,0 0 832-15,3 10 240 0,-1 3 32 0,-2 3 16 16,-2-1 256-16,0 4 48 0,-2 2 16 0,0 1 0 16,0 1-640-16,0-1-128 15,0 1-32-15,0-3 0 0,1-3-208 0,0 0-48 0,2-1-16 16,-1-3 0-16,1-1-192 0,1-2-48 0,0-2 0 0,0-8 0 0,0 0-128 0,0 0 0 15,0 0 0-15,7 3 0 0,-7-3 0 0,7-2-144 16,1-2 144-16,1-2-160 0,-2-3 160 0,1 1-208 16,1-4 80-16,0 0 128 15,1-6-272-15,2 1 64 0,0-1 16 0,1-2 0 0,1-2-48 0,0 0 0 16,0 1 0-16,0 0 0 0,0 2 32 0,1 2 0 16,-4 1 0-16,0 5 0 0,-2 3 64 0,-1 2 16 15,-2 1 0-15,-6 5 0 0,0 0 128 0,0 0 0 16,0 0 0-16,0 13 128 0,0 3 192 0,-1 1 32 15,-2-3 16-15,1 2 0 0,0 1-64 0,1-2-16 16,0 0 0-16,2-1 0 0,-1 0-288 0,1 0 160 16,2-3-160-16,1 0 128 0,1-2-128 0,2-1 0 0,-2-1 0 0,1-1 0 15,1-1 0-15,-1-4 0 0,-6-1 0 16,10 0 0-16,-1-1-128 0,0-4 128 0,0-1-160 0,1 3 160 16,3-3-240-16,-2 0 48 0,-2-3 16 0,1-2 0 15,1 1 16-15,-1-3 0 0,1-2 0 0,-1 1 0 16,0 0 16-16,2-1 0 0,-1 0 0 15,-1 2 0-15,-1 1-16 0,-2 4 0 0,-2 3 0 0,-5 5 0 16,5-5 32-16,-5 5 0 0,0 0 0 0,0 0 0 16,0 0 128-16,0 10 128 0,-1 1-128 0,0 0 176 15,-1 2-48-15,1-1 0 0,-2 2 0 0,2 1 0 16,0-1-128-16,-1-1 0 0,1-1 0 0,1 0 0 0,0 1 0 16,3-2-256-16,-2-1 64 0,2-1 16 15,-3-9-1408-15,4 7-272 0,-4-7-64 0,6 7-16 16,1-2-720-16,-1-2-144 0,2-1-16 0,0-2-9088 15,2 0-1824-15</inkml:trace>
  <inkml:trace contextRef="#ctx0" brushRef="#br0" timeOffset="155019.38">14534 10859 13823 0,'4'-6'1216'0,"0"2"-960"16,-4 4-256-16,0 0 0 0,0 0 5184 0,0 0 976 16,0 0 208-16,0 0 32 0,-4 10-2912 0,0 5-592 15,0 0-112-15,-1 5-32 0,0 2-848 0,-3 1-176 16,1 2-48-16,1 1 0 0,-1 0-800 0,1 2-176 15,-1 2-16-15,2 0-16 0,0 0-304 0,1 1-64 16,1-4-16-16,2-1 0 0,0-2-288 0,-1-2 160 0,1-2-160 0,0-5 128 16,1 0-128-16,1-2 0 0,0-7 0 0,-1-6 0 15,-1 8 0-15,1-8 0 0,0 0 0 0,0 0 0 16,0 0-160-16,0 0-16 0,0 0 0 0,0 0 0 16,-3-7-80-16,1 2-32 0,-2-4 0 0,0 0 0 15,0-5-16-15,1-2 0 0,2-2 0 0,1-2 0 16,0-2-48-16,1-3-16 0,3-1 0 0,0 1 0 15,-1-3-64 1,1 0-16-16,1 0 0 0,1 3 0 0,2-2 240 0,1 2 32 0,2 4 16 0,1 0 0 0,1 1 160 16,0 2 0-16,0 1-144 0,0 4 144 0,0 2 0 0,1 1 0 15,0 4 0-15,-1 1 0 0,-1 3 0 16,0 0 0-16,0 2 0 0,-2 2 0 0,-1 5 0 0,-1-3 0 16,-1 4 0-16,-2 3 0 0,-1 4 176 0,-3 2-48 15,-2 1-128-15,-2 1 192 0,-1 5-16 0,-1-3-16 16,0 1 0-16,-3-4 0 0,-3 0 0 0,1-1 0 15,0-1 0-15,-1 0 0 0,-1-3-160 0,2-2 0 16,1 0 0-16,2-3 0 16,2-1-1328-16,5-7-144 0,0 0-16 0,-6 4-16 15,-1-4-2304-15,7 0-464 0,0 0-80 0</inkml:trace>
  <inkml:trace contextRef="#ctx0" brushRef="#br0" timeOffset="155305.17">14712 10906 18431 0,'8'-10'816'0,"-8"10"160"0,0 0-784 0,4-4-192 15,-1-3 0-15,-3 7 0 0,0 0 4816 0,0 0 928 16,0 0 176-16,6 7 32 0,0 2-3056 0,-1-1-608 16,-1 2-128-16,-2 2-32 0,0 1-640 0,-1 1-128 0,0 2-16 15,2 0-16-15,-2-2-528 0,2 0-96 0,-1-1-32 16,0 0 0-16,-1-2-304 0,0-1-64 0,2-1-16 0,-2-1 0 16,-1-8-96-16,0 0-32 0,0 0 0 0,0 0 0 15,0 0-16-15,0 0 0 0,0 0 0 0,0 0 0 16,0 0-144-16,8-1 0 0,-2-3 0 0,1-1 128 0,1-2-128 0,0-1 0 15,-1-1 0-15,3-1 0 0,-1-2 0 16,2 0 0-16,2-3 0 0,2 0-176 0,-1 2-80 0,3-4 0 16,0 2-16-1,0 0 0-15,-3 2-1008 0,1 0-192 16,-2 3-32-16,0 1-16 0,0 1-1952 16,-1 5-400-16,-2 3-80 0</inkml:trace>
  <inkml:trace contextRef="#ctx0" brushRef="#br0" timeOffset="155572.85">15157 11051 21183 0,'0'0'1888'15,"3"-7"-1504"-15,1 1-384 0,1-3 0 0,1-2 4416 0,3 1 832 16,2-3 144-16,1 1 48 0,-1 0-3984 0,4-2-800 16,0 0-144-16,1-1-48 0,-2 1 64 0,-1-2 16 15,2 3 0-15,-2 0 0 0,-3 4-544 0,-2 1 0 16,-4-1 0-16,0 4 0 0,-4 5 400 0,0 0-16 15,0 0-16-15,-8 8 0 0,-2-2 816 0,-4 5 160 0,-1 2 48 0,-1 2 0 16,1 2-432-16,0 2-96 0,1-1-16 0,1 1 0 16,1 0-320-16,2-1-64 0,2-1-16 15,1-1 0-15,2-2-320 0,2-1-128 0,3-3 0 16,4 1 0-16,0-2-896 16,4-3-288-16,1 0-48 0,4-2-16 15,4-2-1296-15,-1-2-256 0,3-2-48 0,2-2-16976 0</inkml:trace>
  <inkml:trace contextRef="#ctx0" brushRef="#br0" timeOffset="155898.37">15707 10816 41119 0,'0'0'1824'0,"-4"-4"368"0,-2-1-1744 0,-1 0-448 0,-1 0 0 0,1 1 0 0,-3 1 1680 0,1 1 256 16,0 2 48-16,0 1 16 0,-1 0-576 0,-3 0-112 16,1 3-32-16,0 2 0 0,0 0-544 0,1-1-112 15,-1-1-32-15,2 3 0 0,0 1-240 0,1-1-48 16,1 0-16-16,1-1 0 0,-1 1-128 0,3-1-32 15,1 1 0-15,0 1 0 0,1 0-128 0,2-1 0 16,1-7 144-16,1 8-144 0,-1-8 0 0,5 9 0 16,1-2 0-16,1 1 0 0,3 1 0 0,0-3 0 15,0 0 0-15,1 1-128 0,-2 0 128 0,0-1 0 16,0 1 0-16,2-1 0 0,-2 1 0 0,0 0 0 16,-3-2 0-16,2 1 0 0,0 1 0 15,0 2 0-15,-3-4 0 0,-1 2 0 0,-4-7 0 0,3 6 0 16,-3-6 0-16,-3 8 0 0,-2-1 0 0,-2-1 0 15,-1 2 0-15,-1-2 0 0,-1 1 0 0,-2-3 0 16,0-2 0-16,-1-2 0 0,-1 2 0 0,0-1-128 16,1 3 128-16,1-4-192 15,2 0-704-15,-1 0-128 0,1-3-48 0,2 1 0 0,8 2-2288 16,0 0-464-16,0 0-80 0</inkml:trace>
  <inkml:trace contextRef="#ctx0" brushRef="#br0" timeOffset="156272.85">15961 10825 28559 0,'0'0'1264'0,"0"0"272"0,2-5-1232 0,-1 1-304 0,-1 4 0 0,0 0 0 0,0 0 4480 0,0 0 848 16,-3-4 176-16,1 0 16 0,-3 2-3344 0,-1 2-688 15,0 0-128-15,-2 1-16 0,-2 0-576 0,-1 1-96 16,1 3-32-16,-1-1 0 0,2-2-384 0,0 2-64 16,-1 2-32-16,-1-1 0 0,1 1-16 0,2 1 0 15,0-5 0-15,2 4 0 0,-1 0-144 16,2 1 0-16,1-1 0 0,0 1 128 0,0-2-128 0,2 1 0 15,2-6 0-15,0 0 128 0,0 0-128 0,3 8 0 16,3 0 0-16,0 0 0 0,2-2 0 0,1 0 0 16,0-1 0-16,0-1 0 0,1 0 0 0,3 1 0 15,-3-1 0-15,2 1 0 0,-1 0 0 0,1 0 0 16,-1 1 0-16,-4 0 0 0,-1 1 0 0,-2-1 0 16,-2 1 0-16,-1-1 0 0,-1 3 0 0,-2-1 128 15,-3 0-128-15,-2 0 128 0,-1 0 16 0,-2-2 0 16,-2 2 0-16,0-1 0 0,2-1-144 0,0-1 128 15,0-1-128-15,0-1 128 0,0 1-128 0,2-3-192 16,0 0 32-16,0 2 16 16,2-3-992-16,-1 0-192 0,2 0-32 0,5 0-16 15,0 0-1696-15,0 0-352 0,0 0-64 0,5-7-16304 0</inkml:trace>
  <inkml:trace contextRef="#ctx0" brushRef="#br0" timeOffset="156785.4">16197 10900 23951 0,'0'0'2128'0,"0"0"-1696"0,-4-2-432 15,4 2 0-15,0 0 5616 0,-5 0 1040 0,0 3 192 0,-1 1 64 16,-2 0-4176-16,-1 2-832 0,-3 3-176 0,-1 2-16 0,-2-2-736 16,2 1-144-16,-1 2-16 0,1 0-16 0,0 0-432 15,3-1-96-15,0 2-16 0,4-3 0 0,-1-1-256 0,4 0 0 16,1 0 0-16,2-3 0 0,0-6 0 0,5 8 0 16,2-1 0-16,2-2-144 0,1-1 144 0,2-2-160 15,1 0 160-15,0-2-160 16,2-2-416-16,-1 0-96 0,0-5-16 0,1 2 0 15,-1-1 48-15,-1 0 0 0,-1-3 0 0,-2 1 0 16,-1-3-144-16,0 3-32 16,-1-1 0-16,-1 0 0 0,-1 0-80 0,0-1 0 0,-3 1-16 0,0 1 0 15,0-1 80-15,-2 2 32 0,0-1 0 0,1 1 0 16,-1-1 48-16,0 2 16 0,0-1 0 0,1 2 0 16,0 0 320-16,-2 5 64 0,4-7 16 0,-4 7 0 0,4-5 336 0,-4 5 0 15,0 0 0-15,0 0 0 0,0 0 560 0,0 0 16 16,0 0 16-16,0 0 0 0,8 7 304 0,-1-1 48 15,-4 3 16-15,0 2 0 0,-2 0 0 0,1 1 0 16,-1 1 0-16,-1 0 0 0,0 2-96 0,0-1-16 16,0-1 0-16,1-1 0 0,2-2-400 0,-2-1-96 0,1 0-16 15,0-1 0-15,1-1-128 0,-3-7-16 0,0 0-16 16,0 0 0-16,0 0 16 0,0 0 0 0,0 0 0 16,8 0 0-16,-2-3-48 0,1-1 0 0,-1-1 0 0,2-1 0 15,1-1-144-15,-1-1 0 0,-2-2 144 0,1-1-144 16,2 1 0-16,1-3 0 0,1 0 0 0,2 0 0 15,1-2 0-15,2 2 0 0,1-2 0 0,1-1-128 0,2 0 0 16,-1 2 0-16,3 1 0 0,2 1 0 16,-2-3-256-1,-1 0-64-15,-2 2 0 0,1-1 0 0,0 2-1616 0,-2 2-336 16,-1 1-64-16,-2-2-11952 0,0-2-2400 0</inkml:trace>
  <inkml:trace contextRef="#ctx0" brushRef="#br0" timeOffset="157106.44">16828 10250 41471 0,'0'0'1840'0,"3"8"368"16,1-1-1760-16,1 3-448 0,4-1 0 0,4 6 0 0,6-1 1232 0,0 2 176 15,1 3 16-15,1 1 16 0,2 3-48 0,2 2-16 16,1 2 0-16,-1 5 0 0,-2 2-448 0,-2 2-96 15,2 6 0-15,0-2-16 0,-3 7-304 0,0-1-48 16,-4-2-16-16,-3 2 0 0,-3-1-160 0,-5-12-32 16,-1 2-16-16,-1-1 0 0,-3 0-48 0,-3 1-16 15,-2-4 0-15,-2 1 0 0,1 3-32 0,-4 4 0 0,-2-6 0 16,0-3 0-16,-1 0-144 0,0-6 0 0,0-1 144 0,0-4-144 16,-1-1 0-16,-1-2 0 0,1-3 0 15,1-1 128-15,-3-2-128 0,4-2 0 16,1-1-176-16,0-1 176 15,1-2-1232-15,-1 1-160 0,1 2-16 0,1-2-23008 0</inkml:trace>
  <inkml:trace contextRef="#ctx0" brushRef="#br0" timeOffset="158756.03">2210 12537 26719 0,'-8'-4'1184'0,"4"3"240"0,-1 0-1136 0,0-1-288 16,5 2 0-16,0 0 0 0,0 0 5520 0,0 0 1056 0,0 0 208 0,2-5 32 16,1-1-4976-16,1 0-1008 0,2 1-192 0,3 0-32 15,1 0-352-15,3 1-80 16,0-1-16-16,1 1 0 0,3 0-160 0,-1 1 0 16,-2 1 0-16,-1 2 128 0,0 2-128 0,0 1 0 0,-3 1 0 0,1 1 128 15,-2 0-128-15,-3 3 160 0,-2 0-160 0,-1 1 160 16,-2 3 16-16,-2 1 0 0,-3 1 0 0,-1 2 0 15,-3-1 0-15,0 2 0 0,0 0 0 0,-2 0 0 16,-4 1-176-16,-1-1 160 0,2-1-160 0,0 1 160 16,-1-3-160-16,1 2 0 0,2-4 0 0,0 1 0 15,0 0 192-15,2-4-64 0,1-1 0 0,2-1 0 16,2 0-128-16,0 0 0 0,4-7 0 0,0 0-176 16,0 0 176-16,0 0 0 0,0 0 0 0,0 0 0 0,5 6-144 15,2-2 0-15,1-3 0 0,3-1 0 0,4-1-192 16,3-4-48-16,3-2 0 0,2-1 0 15,3-3-1280 1,2-1-272-16,2-1-48 0,2 0-16 0,3-1-1840 0,1-1-384 16,-1 3-64-16</inkml:trace>
  <inkml:trace contextRef="#ctx0" brushRef="#br0" timeOffset="158903.99">2812 12592 48319 0,'0'0'2144'0,"0"0"432"0,0 0-2064 0,0 0-512 15,0 0 0-15,0 0 0 0,0 0 576 0,0 0 0 16,0 0 0-16,1-5 0 0,1-1 128 0,2 1 16 16,1 1 16-16,4-2 0 15,3-2-1632-15,1 1-320 0,0 1-64 0,4-1-13648 16,1 1-2736-16</inkml:trace>
  <inkml:trace contextRef="#ctx0" brushRef="#br0" timeOffset="159348.96">3074 12415 23039 0,'-8'-7'1024'0,"4"4"192"0,1 0-960 0,0 0-256 16,3 3 0-16,0 0 0 0,0 0 6320 0,0 0 1216 0,0 0 240 15,0 0 48-15,6-5-5312 0,4 1-1056 0,1-1-224 16,2 3-32-16,-1 0-720 0,2 0-144 0,2 1-16 0,1 1-16 16,0 0-304-16,0 0 0 0,0 0 0 0,-2 1 0 15,-1 1 128-15,-3 0-128 0,-2 1 0 0,-1 1 0 0,-1 1 0 16,-3 0 0-16,-4-5 0 0,0 0 0 0,-2 9 0 0,1 2 128 15,-3-3-128-15,-2 1 0 0,-5 0 192 16,1 1-192-16,-2-1 192 0,-1 2-192 0,0-1 192 16,0 1-192-16,0-1 192 0,1-1-192 0,2-1 160 15,-1 0-160-15,2 0 128 0,1 1-128 0,3-4 0 0,2 2 0 16,3-7 0-16,0 9 0 0,0-9 0 0,3 6 0 16,1 1 0-16,1-1 0 0,3-1 0 0,1 1 0 15,0-2 0-15,4 1 0 0,3-1-128 0,1 1 128 16,0-1-160-16,0 0 160 0,0 0-144 15,0 1 144-15,0-1-128 0,-2 1 128 0,0 0 0 0,-2 2 0 16,1-1 0-16,-2 1-128 0,-4-2 128 0,-2 2 0 16,-1 0 0-16,-1 0 0 0,-2-1 0 0,-4 1 176 15,1-1-176-15,-3 2 192 0,-1 1 64 0,-3-1 0 16,-2 3 16-16,0-2 0 0,-1 0-144 0,-2 0-128 16,0-1 192-16,-2 0-192 0,0-1 0 0,-2 0 0 15,1 0 0-15,-1-1 0 16,0-1-1008-16,0-1-144 0,0-1-48 0,2-1-23664 0</inkml:trace>
  <inkml:trace contextRef="#ctx0" brushRef="#br0" timeOffset="159798.75">3828 12403 44639 0,'0'0'1984'0,"0"0"384"0,0 0-1888 0,0 0-480 16,0 0 0-16,0 0 0 0,0 0 496 0,0 0 0 0,0 0 0 15,0 0 0-15,-7 2 128 0,7-2 16 16,0 0 16-16,0 0 0 16,0 0-1680-16,-1 8-352 0,2 0-64 0,0 0-18784 0</inkml:trace>
  <inkml:trace contextRef="#ctx0" brushRef="#br0" timeOffset="159945.62">3852 12640 45151 0,'0'0'2000'0,"-3"7"416"0,-4-1-1936 0,3 1-480 0,2-1 0 0,2-6 0 15,-4 4 448-15,4-4-16 0,0 0 0 0,0 0 0 0,0 0-432 0,0 0-224 16,0 0 32-16,0 0 0 16,10 0-3504-16,2-1-688 0</inkml:trace>
  <inkml:trace contextRef="#ctx0" brushRef="#br0" timeOffset="160464.79">4487 12383 17503 0,'0'0'1552'0,"0"0"-1232"15,0 0-320-15,0 0 0 0,0 0 6624 0,0 0 1264 16,0 0 256-16,0 0 48 0,0 0-5504 0,0 0-1120 16,-1 8-224-16,0 1-32 0,-2 2-144 0,1 2-16 15,0 0-16-15,0 2 0 0,-1 2-672 0,2 0-128 16,-1 0-16-16,2 0-16 0,2-1-304 0,-1 1 0 0,2-3 128 0,1-2-128 31,-2-2-560-31,1-2-160 0,-3-8-48 0,0 0 0 16,0 0-2128-16,0 0-432 0,8 0-96 0</inkml:trace>
  <inkml:trace contextRef="#ctx0" brushRef="#br0" timeOffset="160612.48">4661 12159 29487 0,'0'0'1296'0,"0"0"288"15,-4-4-1264-15,4 4-320 0,0 0 0 0,0 0 0 0,0 0 2464 0,0 0 432 0,0 0 96 0,0 0 16 16,0 0-3616-16,9 3-720 0,3-2-144 15,2 3-16-15,4 0-2096 0,2 1-400 0</inkml:trace>
  <inkml:trace contextRef="#ctx0" brushRef="#br0" timeOffset="160885.88">4886 12250 31615 0,'0'0'1408'0,"0"0"272"0,-1 8-1344 0,0 1-336 0,-2-2 0 0,1 1 0 0,-2-1 3296 0,-3 1 592 16,2-1 112-16,-2 1 32 0,0-1-1664 0,-3 0-336 16,0-1-64-16,1 2-16 0,0-1-944 0,0-1-192 15,-1 2-48-15,1-1 0 0,2-2-368 0,-1-1-80 16,1 2 0-16,1 1-16 0,2-2-128 0,4-5-32 15,-4 5 0-15,4-5 0 0,0 0-144 0,0 0 160 16,4 7-160-16,1-1 160 0,-5-6-160 0,8 7 0 16,0-5 0-16,2 2 0 0,2-2 0 0,1 0 0 15,1 1 0-15,-1-3 0 0,0 1 0 0,-1 2 0 16,0-1 0-16,-1 1 0 0,0 1 0 0,-2 0 0 16,-1 0 0-16,0 1 0 0,-2 1 0 0,-2 1 0 15,-1-1 0-15,-2 2 0 0,-1 1 0 0,-1 2 0 16,-2-3 0-16,0 3 128 0,-2 0-128 0,-1 2 0 15,-2-4 144-15,-1 1-144 0,-2 1 0 16,2-5 0-16,-1 2 0 0,-1 0 0 16,1 0-640-16,-1-2-128 0,2-2-48 0,2 0 0 15,7-4-1904-15,0 0-384 0,0 0-80 0</inkml:trace>
  <inkml:trace contextRef="#ctx0" brushRef="#br0" timeOffset="161169.13">5129 12310 26719 0,'-1'8'2368'0,"-2"1"-1888"0,-1 2-480 0,-1 2 0 0,0 2 5664 16,-2 0 1040-16,-1 0 208 0,0 2 32 0,2-2-4544 0,-2 3-912 16,0-1-176-16,2-2-32 0,1 0-656 0,1-2-128 15,1 0-32-15,2-3 0 0,1-1-464 0,1-1 0 16,3-3 0-16,-4-5 0 0,6 6 0 16,2-5-208-16,1-1 16 0,0-1 0 15,1-3-304-15,0 0-48 0,0-3-16 0,0-2 0 16,-3 1-32-16,0-1-16 0,1-1 0 0,-2-3 0 15,0 0-32-15,-3 0-16 0,1-2 0 0,-1 0 0 16,-2-1 192-16,-1 2 32 0,-1-1 16 0,0 2 0 0,-2 0 32 16,-1 0 16-16,-1 0 0 0,-2 2 0 15,0 0-928 1,-1 3-192-16,-1-3-48 0,-1 0 0 16,1 2-864-16,2 0-176 0,-3 0-48 0</inkml:trace>
  <inkml:trace contextRef="#ctx0" brushRef="#br0" timeOffset="161677.49">5159 12164 13823 0,'14'-4'608'0,"-14"4"128"0,8-2-592 0,1-3-144 0,2 1 0 0,-2 0 0 16,0-3 2544-16,0 1 464 0,0-2 112 0,0 0 16 15,2 0-176-15,-2 2-16 0,0-5-16 0,-1 5 0 16,-1-1-576-16,0 3-112 0,-2 2-32 0,-5 2 0 16,0 0-368-16,8-3-80 0,-1 2-16 0,-7 1 0 15,0 0-448-15,0 0-80 0,0 0-32 0,7 8 0 16,0 1-432-16,-2 2-96 0,-1 3-16 0,0 2 0 15,-3 4-208-15,1 3-48 0,-1 4-16 0,0 1 0 0,0 1-48 0,2 1 0 16,0 0 0-16,1-1 0 0,-3-2-320 16,1-4 0-16,1 1 0 0,0-3 0 0,-1-2 0 15,1-3 0-15,0-2 0 0,-2-1 0 0,-1-4 0 16,0 1 0-16,1-3 0 0,-1-7 128 0,0 0-128 0,0 0 0 16,0 0 0-16,0 0 0 0,0 0 0 0,0 0 0 15,0 0 0-15,0 0 0 0,0 0-144 0,0 0 144 16,0 0-160-16,3-7 160 0,1-3-176 0,1 1 176 15,1-4-192-15,2-1 192 0,0-2-160 0,1 1 160 16,2 0-128-16,0 0 128 0,1-2 0 0,1 1 0 16,0-1 0-16,1 3 0 0,1-1 0 0,-1 4 0 15,2 0 0-15,-1 1-128 0,0 3 128 0,-1 3-128 16,-1 3 128-16,0 2-128 0,0 2 128 0,-1 4 0 16,-2 0 0-16,0 4 0 0,-4-2 0 0,1 3 0 0,-2 1 0 0,-3 1 0 15,0 0 0-15,-2-2 0 0,-3 1 0 16,-1 3 128-16,-1-2-128 0,-3 0 0 0,-1 1 128 0,-1-3-128 15,-2 1 0-15,0-2 0 0,-1 0 0 16,0-2 128-16,-3 0-128 0,2-1 0 0,0-2 0 0,-1 1 0 31,1-2-448-31,0 0-64 0,-2-1-16 0,3 0 0 16,0-1-608-16,3-1-112 0,2 1-32 0,0-2 0 16,0-1-1488-16,8 0-304 0,0 0-64 0,0 0-10240 0,3-4-2048 0</inkml:trace>
  <inkml:trace contextRef="#ctx0" brushRef="#br0" timeOffset="162361.94">5822 12279 46303 0,'0'0'2048'0,"0"0"432"0,-2 9-1984 0,-2 2-496 0,-1 0 0 0,-2 2 0 0,-1 2 1696 15,1 2 240-15,-4-2 48 0,1 1 16 0,-2 1-672 0,1 0-144 16,0 0-32-16,0-3 0 0,2 0-656 0,0 1-144 16,1-2-32-16,2 0 0 0,1-5-320 0,1 1 144 15,2-3-144-15,2-6 144 0,0 0-144 0,0 0-160 16,0 0 160-16,7 7-192 0,1-6-80 0,-1 0-32 15,3-2 0-15,-1 0 0 0,0-6-16 0,1 1-16 16,3-2 0-16,0-1 0 0,0-4 32 0,2 0 16 16,-1-2 0-16,0-2 0 0,1-2 32 15,-1-1 0-15,0 1 0 0,-1-3 0 0,-1 1 96 16,0 1 32-16,-2 3 0 0,-1 2 0 0,-1 2 128 0,-1 5 0 16,-3 1 0-16,-4 7 0 0,0 0 160 0,0 0 16 0,0 0 0 15,0 0 0-15,2 8 192 0,1 3 32 16,-2 2 16-16,1 1 0 0,-2 0-112 0,0 2-32 15,-3 1 0-15,3 0 0 0,1-3-272 0,1 0 160 0,0 1-160 0,-1-5 128 16,1 1-128-16,0-1 0 16,1-1 0-16,1 0 0 0,-4-9 0 0,0 0 0 15,5 4 0-15,-5-4 0 0,0 0 0 0,0 0 0 16,8 0 0-16,-2-1 0 0,1-2 0 0,1-3 0 0,0-1 0 16,-1-2 0-16,3-1 0 0,-1-1 0 0,1-2-144 15,2-2 144-15,2-2 0 0,2-3 0 0,1-1 0 0,-2 0 0 16,1 3 0-16,0 1-160 0,-2 2 160 0,-1 3-128 15,-1 3 128-15,-2 3-160 0,-1 4 160 0,-9 2-160 16,0 0 160-16,7 6 0 0,-2 4 128 0,0 1-128 0,-1 2 256 16,-2 4 0-16,-1-1-16 0,0 1 0 0,-1 0 16 0,0-2 0 15,0 0 0-15,0-1 0 0,1-1-256 16,1 0 144-16,-1-2-144 0,0-1 128 0,1-1-128 16,0 0 0-16,-2-9 0 0,4 7 0 0,-4-7 0 15,0 0 0-15,8 2 0 0,-1 0 0 0,-7-2 0 0,9 0 0 16,-2-3 0-16,1-1 0 0,0 0-176 0,3-4 176 15,0 1-128-15,0-1 128 0,-1-5-128 0,2 1 128 16,2-1-128-16,1-1 128 0,-4-1-144 16,5 0 144-16,0-1-160 0,-2 3 160 0,-2 1-176 0,-1 3 176 15,2 0-192-15,-1 5 192 0,-4 3 0 0,0 2-128 16,-8-1 128-16,8 7 0 0,-2 2 0 0,-1 0 0 16,-1 3 176-16,-2-1-176 0,-1 1 224 0,0 2-64 15,-1-2-16-15,1 1 0 0,1 0-144 0,-1 0 0 0,0 0 0 16,1-4 128-16,0 2-368 0,1-1-80 15,1-3 0-15,-4-7-16 16,6 6-1776-16,1 0-368 0,1-1-64 0</inkml:trace>
  <inkml:trace contextRef="#ctx0" brushRef="#br0" timeOffset="162520">6618 12232 27647 0,'0'0'2448'0,"0"0"-1952"0,0 0-496 0,0 0 0 15,0 0 2800-15,0 0 464 0,0 0 80 0,0 0 32 16,0 0-2992-16,0 0-576 0,0 0-128 0,10 0-11264 16,2 1-2240-16</inkml:trace>
  <inkml:trace contextRef="#ctx0" brushRef="#br0" timeOffset="162744.84">6961 12231 5519 0,'0'0'496'0,"6"-4"-496"0,-3 1 0 0,-2-1 0 0,2 2 7936 0,-3 2 1472 15,0 0 320-15,0 0 48 0,0 0-6208 0,0 0-1248 16,-3 2-240-16,-2 4-48 0,-3 1-176 0,-2 2-16 16,-1 5-16-16,-2-1 0 0,-4 4-864 0,0 1-160 15,2 0-32-15,-2 0-16 0,1 3-256 0,0-3-48 16,5-2-16-16,0 0 0 0,2-1-432 0,5-2 0 16,1 2 128-16,5 0-128 0,-1-6 0 0,6 3 0 15,2-1 0-15,1 0 0 0,4-4 0 0,3 1 0 0,2-3 0 0,3-1 112 16,4 0-112-16,1-2 0 15,1-2 0-15,0 0 0 16,1-4-640-16,0 2-64 0,2-6 0 0,-4 1-24768 0</inkml:trace>
  <inkml:trace contextRef="#ctx0" brushRef="#br0" timeOffset="164161.74">7743 11986 45839 0,'0'0'2032'0,"0"0"416"0,0 0-1952 0,0 0-496 16,-2 4 0-16,1 2 0 0,0 2 768 0,0 4 48 15,1 5 16-15,-4 2 0 0,-3 5 464 0,1 4 112 0,-1 6 0 16,-2 9 16-16,-1 4-608 0,-1-1-128 16,1-7-32-16,-1-1 0 0,3 1-288 0,1-8-64 0,-1-2-16 0,1-3 0 15,2-3-144-15,0-4-16 0,0-1-128 0,2-5 192 16,3 0-192-16,-1-5 0 0,1-8 0 15,0 0 0-15,0 0 0 0,0 0-208 0,0 0 64 0,0 0 16 16,5-7-112-16,1-2-16 0,2-1 0 0,0-3 0 16,0-3-16-16,2 0-16 15,1-3 0-15,1-1 0 0,-1-2-32 0,4-1 0 0,0-2 0 0,0 0 0 16,0 0-64-16,1 2-32 16,-1 1 0-16,0 3 0 0,-2 4 144 0,-1 4 16 0,-5 3 16 15,1 5 0-15,-8 3 240 0,0 0 0 0,0 0 0 0,7 10 0 0,-2 3 496 0,-1 3-16 16,-3 1 0-16,2 1 0 15,-2 0-112-15,0 0-32 0,2 1 0 0,0-2 0 0,-1-2-208 0,0 0-128 16,1-1 128-16,3-1-128 0,-1-1 0 0,0-2 0 16,-1 1 0-16,3-4 0 0,0 1 0 0,2-3-208 15,1-1 16-15,-1-1 16 0,0-3-144 0,1-1-48 16,1-1 0-16,0 0 0 16,1-2-176-16,1-4-32 0,0 0-16 15,0 0 0-15,0 2-176 0,2-6-16 0,-2 0-16 16,0-1 0-16,-2 0-240 0,3-5-48 0,-1 0-16 0,0-2 0 15,1-3-160-15,-2 1-16 0,-2-1-16 0,1 3 0 16,0 3-80-16,-2 2-16 0,-2 2 0 0,-2 3 0 0,-5 10 960 16,0 0 192-16,0 0 48 0,0 0 0 0,0 0 1296 0,-4 10 272 15,0 1 48-15,0 4 16 0,-1 4-32 0,0 0-16 16,1 1 0-16,0 1 0 0,2-1-608 0,0 1-112 16,2-1-32-16,2-3 0 0,0-2-144 0,2 0-48 0,1-2 0 15,3 0 0-15,3-4-256 0,2-1-48 16,2-3-16-16,3-1 0 0,3-3-128 0,3-2-256 0,1-2 64 15,-2-1 16-15,2-1-176 0,2-1-32 0,1-2-16 0,-1-3 0 16,-1 1 48-16,-1-2 16 0,0 2 0 0,-2-6 0 16,-1 2-144-1,-1-4-32-15,-3-1 0 0,-1-2 0 0,-2 2 320 0,-4-1 48 0,-2 1 16 0,-1 2 0 16,-3 2 128-16,-2 4 0 0,0 2-144 0,-6 2 144 16,-2 2 576-16,-3 4 176 0,-1 1 32 0,-4 4 16 15,-3 2 416-15,-2 3 96 0,-2 3 16 0,0 2 0 16,-3 2-608-16,1 1-112 0,0 0-32 15,3 0 0-15,-1 2-272 0,3-2-64 0,1-1-16 0,5-2 0 16,1 1-224-16,4-2 0 0,2-2 128 0,1-2-128 0,3-9-192 0,3 8-96 16,-3-8-16-16,7 7 0 15,0-1-304-15,4-4-64 0,1-2-16 0,-1 0 0 16,1-2 48-16,1 2 0 0,0-4 0 0,0-1 0 16,0 0 240-16,0 0 48 0,-1 1 16 0,0-3 0 0,-1-2 80 0,0 0 0 15,-2-1 16-15,3 2 0 0,-2-3 48 0,1 1 0 16,-2-2 0-16,-1 2 0 0,-2-2 48 0,1 3 16 15,-2 0 0-15,0 2 0 0,-1 2 128 0,-4 5 0 16,0 0 0-16,0 0 128 0,0 0 256 0,0 0 48 16,-3 9 16-16,1 3 0 0,-1 2 256 0,0 1 64 15,1 0 16-15,-1 1 0 0,3 0-272 0,0-1-64 0,2 1-16 16,0-4 0-16,1-1-224 0,1 2-32 16,1-2-16-16,3-3 0 0,1-2-160 0,1-1 0 0,2-5 0 15,2 0 0-15,2 0-128 0,1-5 128 0,0 0-160 0,1-2 160 16,0 0-144-16,2-3 144 0,-2 1-128 0,2-4 128 15,-1 0-176-15,0-1 176 0,-2-3-208 0,-1-1 80 16,1-3 0-16,0-3 0 0,-1 0 0 0,-2-4 0 16,-1 0 128-16,-1-1 0 0,0 0 0 15,-2 2 0-15,-1 1 0 0,1 0 0 0,-4 3 0 0,-1 5 0 16,-2 3 192-16,-2 2-48 0,-1 2 0 0,-1 5 0 0,1 6 256 16,0 0 48-16,-7 2 16 0,1 2 0 0,-2 5 112 0,0 4 0 15,-1 4 16-15,-1 3 0 0,-1 2-224 0,2 4-48 16,0 1-16-16,0 3 0 0,0 2-144 15,2-2-32-15,2 0 0 0,1-3 0 0,0-1-128 0,2 0 0 16,-1-4 0-16,3-2 0 16,1-2-768-16,1-1-128 0,3-1-16 0,-1-3-16 15,-2-3-992-15,2-1-192 0,1-1-32 16,1-1-11968-16,-1-2-2400 0</inkml:trace>
  <inkml:trace contextRef="#ctx0" brushRef="#br0" timeOffset="164337.22">8868 12292 23951 0,'0'0'2128'0,"0"0"-1696"16,0 0-432-16,0 0 0 0,0 0 4288 0,0 0 768 15,4-6 144-15,1 2 48 0,3 1-3344 0,2 0-672 16,3 1-128-16,4-1-16 0,3-1-640 0,3 0-128 16,3 2-32-16,2-3 0 0,0 1-288 0,2 0-256 15,0 0 64-15,2 0 0 16,-1 1-1952-16,3 1-384 0,4-2-80 0</inkml:trace>
  <inkml:trace contextRef="#ctx0" brushRef="#br0" timeOffset="165688.79">9960 12164 14735 0,'0'0'1312'0,"-5"-1"-1056"0,-1 0-256 0,-2-1 0 16,-1 2 6832-16,1 3 1296 0,-3-2 272 0,0 3 48 0,-2 1-5616 0,-19 16 352 15,15-9-1744-15,-2 4-96 0,1 1-32 16,2 1 0-16,-1 0 0 0,-1-1-784 0,1-1-144 16,1-1-48-16,4 0 0 0,5-2-336 15,0 0 144-15,2-3-144 0,1-1 0 0,0-2-144 0,4-7-144 16,0 0-32-16,0 0 0 16,5 5-256-16,2-1-64 0,2 0-16 0,1-3 0 15,0-2-16-15,-1-2 0 0,1-1 0 0,2-1 0 16,1 0 208-16,-1-2 32 0,-1 0 16 0,2-1 0 15,0 0-64-15,2-1-16 0,0-4 0 0,0 2 0 16,-2-2 32-16,-2 2 0 0,0-1 0 0,-1 1 0 0,-1 2 208 0,-1 3 64 16,-1-1 0-16,-1 1 0 0,-2 0 192 0,-4 6 0 15,0 0 0-15,0 0 0 0,0 0 272 0,0 0 0 16,0 0 0-16,4 6 0 0,-1 0 48 0,-1 2 16 16,1 4 0-16,0-2 0 0,-1 3-144 0,1-2-16 15,2 0-16-15,0 1 0 0,2 0-160 0,1 1 192 16,1-3-192-16,1-2 192 0,3 1-192 0,4-2 0 0,0-3 0 15,3 0 0-15,3-2-256 0,2 0 0 0,1-2 16 16,-3-2 0-16,0 0-128 0,-1-2-16 0,-1 0-16 16,-3-3 0-16,-1 1 400 0,-2-3-128 0,-2 0 128 15,0-3 0-15,1 1 0 0,-3 0 0 0,-2-2 0 0,-1 0 0 16,-3 0 0-16,-1 1 0 0,-2 0 0 0,-1 2 128 16,-2 0 64-16,-3 3 0 0,-1 3 16 0,-3-3 0 15,-3 3 160-15,0 3 16 0,-3 1 16 0,-1 3 0 0,-3 1 112 16,-2 1 32-16,0 3 0 0,1 1 0 15,-2 1-176-15,0 2-48 0,2-2 0 0,2 1 0 0,1 2-16 0,4-3-16 16,3 1 0-16,4-2 0 0,1-1-288 0,3 1-224 16,1-9 32-16,0 0 16 15,8 6-400-15,2-2-64 16,3-1-32-16,1-2 0 0,-1-1 16 0,3-1 0 0,2-2 0 0,1-1 0 16,-1-2 160-16,-1 2 48 0,0-3 0 15,0-3 0-15,0-2 128 0,0-1 16 0,0-1 16 0,-1-2 0 0,1-1 144 0,0-1 144 16,2-3-208-16,-4 1 80 0,2 0 128 0,0-1-192 15,-1-3 192-15,-2 1-192 0,0 1 64 0,0 1 0 16,-4 3 0-16,-1 3 0 0,-2 3 128 0,-3 3 176 16,-2 3-48-16,-2 6 0 0,0 0 464 0,0 0 96 15,0 0 16-15,-6 8 0 0,-2 5 208 0,0 0 48 16,-1 4 16-16,0 2 0 0,1-2-288 0,-1 3-64 16,0 1-16-16,2 1 0 0,1 1-192 0,2 1-32 15,0-1-16-15,1 2 0 0,3-4-368 0,0 2 144 16,4-3-144-16,3-5 0 0,-1 1 0 0,6 0 0 15,1-3 0-15,3-4 0 0,0 0-160 0,1-2-32 0,3-1-16 0,1-1 0 16,4-2-112-16,-1-2 0 0,-1-1-16 16,-3-1 0-16,0-2 128 0,-2-1 16 0,0 0 16 15,1-1 0-15,-4-3 176 0,0-1-128 0,-2-1 128 0,-2-1-128 16,0 0 128-16,-2 0 0 0,-1-4-144 16,-2 2 144-16,-2 0 0 0,-1 1-176 0,-2 0 176 0,-1 4-128 0,-2-1 128 15,-4 3 0-15,1 0 0 0,-3 4 128 0,-3 0 128 16,-2 4 16-16,-2 0 16 0,0 4 0 0,-4 3 32 15,0-1 16-15,-3 2 0 0,1 2 0 16,1 1-176-16,2 0-32 0,2 0-128 0,2 0 192 16,1 0-192-16,2-1 0 0,4-2 0 0,1 2 0 15,4-3 0-15,2 0 0 0,0-9-192 0,0 0 192 16,9 8-480-16,3-3 16 0,1 0 0 0,2-5 0 16,1 0-336-16,1 0-64 0,3 0-16 0,0-4 0 15,3-2-96-15,-3-2-32 0,0-2 0 0,0-2 0 16,-4-1 272-16,3-3 48 0,-1-3 16 0,2-1 0 15,-4-1 144-15,4-2 16 0,1-5 16 0,0 1 0 0,-3-2 176 0,-1 1 16 16,0-2 16-16,0 2 0 0,-1 2 128 16,-3 1 32-16,-3 3 0 0,-2 4 0 0,-3 1 256 0,-2 3 64 15,-3 2 16-15,-2 4 0 0,-3 2 752 0,0-1 128 0,-2 3 48 0,0 6 0 16,-3 4 80-16,0 3 32 16,-2 3 0-16,-1 2 0 0,-1 3-464 0,1 3-80 15,0-1-32-15,1 3 0 0,2 1-144 0,1-1-16 16,1 0-16-16,2 0 0 0,3 0-240 0,1 2-32 15,0-6-16-15,3 2 0 0,3-1-208 0,1-2 0 16,2-1 0-16,3-3 0 0,3 0 0 0,0-5 0 0,0-1 0 16,3-1-160-16,-1-4-64 0,2 0-16 0,0-2 0 0,2-2 0 15,-2-2-80-15,-1-2-32 0,1-2 0 0,2-2 0 32,-1-2-48-32,-1-1-16 0,0-3 0 15,1-1 0-15,0 0-80 0,1-2-16 0,-2-1 0 0,-3 5 0 16,-2 1 128-16,-3 4 0 0,-3 2 16 0,-2 2 0 0,-4 6 368 15,0 0 208-15,0 0-16 0,-8 2-16 0,-1 2 864 0,0 4 176 0,-1 2 48 0,-1 4 0 0,2 0-320 16,0 3-64-16,0 0-16 0,0 0 0 0,0 0-352 16,1-3-80-16,0 2-16 0,3-3 0 0,1-2-272 15,3 0-144-15,-1-1 160 0,2-2-160 16,0-8-448-16,3 9-176 16,-3-9-32-16,6 5-16 0,2-1-1440 0,3-2-304 0,-1-4-48 0,0-2-18592 15</inkml:trace>
  <inkml:trace contextRef="#ctx0" brushRef="#br0" timeOffset="165849.19">11405 11963 37887 0,'0'0'1680'0,"0"0"352"0,0 0-1632 0,0 0-400 16,0-7 0-16,3 0 0 0,0 2 0 0,1 0 0 15,3 1 0-15,1 1-176 16,1 1-1728-16,3-1-336 0</inkml:trace>
  <inkml:trace contextRef="#ctx0" brushRef="#br0" timeOffset="166048.51">11696 11836 34095 0,'0'0'1504'0,"-6"-3"320"0,6 3-1456 0,0 0-368 0,-5 0 0 16,0 3 0-16,1 3 3712 0,-1 5 656 0,-2 0 144 0,0 5 32 15,0-2-2496-15,-1 5-480 0,-1-1-96 0,-1 4-32 16,-1 3-784-16,-1 1-144 0,-1 1-48 0,2 1 0 15,-4 4-320-15,2 0-144 0,2-2 128 0,0-2-128 0,1 0 0 16,1-2 0-16,1-4 0 0,3-3 0 16,-2-2-704-16,2-5-80 0,0 0-16 0,1-4 0 15,0-1-1040-15,0 1-208 0,-1-4-32 16,1 0-16-16,4-4-2832 0,0 0-576 0</inkml:trace>
  <inkml:trace contextRef="#ctx0" brushRef="#br0" timeOffset="166258.26">11413 12239 17503 0,'0'0'1552'0,"0"0"-1232"0,1-8-320 0,2-3 0 0,2 2 4560 0,1 0 864 16,2 1 160-16,1 2 48 0,0-1-3072 0,2-1-624 16,2 2-112-16,0-1-32 0,0 2-192 0,1 1-64 15,1 0 0-15,0 2 0 0,-4 2-480 0,2-3-96 16,0 3-32-16,1 0 0 0,1 0-320 0,-2 3-64 16,-2-2-16-16,1 4 0 0,1 2-144 0,-4-1-48 15,-1 3 0-15,-1 2 0 0,-2-1-128 0,-1-1-16 16,-2 3-16-16,0 1 0 0,-1 0-176 0,-2 2 128 15,-2-1-128-15,0-1 128 0,1 1-128 0,-2-3 0 0,0-1 0 16,1-2 0 0,-1 2-544-16,0-2-144 0,2 1-16 0,2-9-16 15,0 0-2496-15,0 0-496 0,0 0-112 0</inkml:trace>
  <inkml:trace contextRef="#ctx0" brushRef="#br0" timeOffset="166859.15">11921 12069 17503 0,'0'0'768'0,"0"0"176"0,4-6-752 0,3 0-192 0,2 1 0 0,1 0 0 16,2 1 3168-16,-2 0 608 0,-2 0 112 0,3-1 16 0,2 4-2944 0,-2-2-608 15,-3 0-112-15,0 2-32 0,1 1-16 0,-1 1 0 16,-8-1 0-16,0 0 0 0,6 6 1024 0,-2 0 208 16,-2 2 48-16,-4 1 0 0,-2 0 768 0,-2 2 176 15,-3 0 16-15,-2 4 16 0,0-1-592 0,-2 2-128 16,-2 1-32-16,1 0 0 0,0 2-592 0,-1-3-112 15,4 0-32-15,0-1 0 0,1 1-496 0,2-3-96 16,0 0-32-16,3-1 0 0,1-3-336 0,1 0 144 16,2-1-144-16,1-8 0 0,0 0 0 0,0 0 0 15,0 0 0-15,7 5 0 0,-1-1 0 0,-6-4 128 16,8 0-128-16,1 0 0 0,1-4 0 0,1 1-304 16,-2-2 48-16,1 0 0 0,1-3 256 0,-1-1-160 15,-1 0 160-15,3-2-128 0,2 0 128 0,2-2-192 16,1 0 192-16,7-4-192 0,-2 2 192 0,-1 2-160 15,-2 1 160-15,-1 5-160 0,-2 0 160 0,-3 3 0 16,-1 4 0-16,-3 0-128 0,-9 0 128 0,0 0 0 16,0 0 160-16,5 7-160 0,0 1 304 0,-2 1-48 15,-2 1 0-15,1 2 0 0,-2-2-96 0,0 1-32 0,-2-1 0 16,2 1 0-16,0-1-128 0,0-2 0 0,0-8 0 0,0 10 0 16,2-3 0-16,-2-7 0 0,1 8 0 15,-1-8 0-15,0 0 0 0,0 0 0 0,0 0 0 0,8 2 0 16,1-2 0-16,0-1 0 0,0-3 0 0,1-1 0 15,2-2 0-15,1-2-176 0,2-1 48 0,0-1 0 16,3-2-48-16,2-2 0 0,1 0 0 0,0 2 0 0,0-1 32 16,1 1 0-16,-3 1 0 0,0 3 0 0,-4 2 144 0,0 5 0 15,-4 2 0-15,0 2 0 0,-2 2 0 0,0 4 272 16,-1-1-32-16,0 2-16 0,-2 0 128 0,2 1 32 16,-2 2 0-16,2 1 0 0,-1 2-208 0,-1-1-48 15,1 0 0-15,1 1 0 0,0-2-128 0,-1 0 0 16,1-2 0-16,1 1 0 15,2 0-640-15,-1-4-96 0,2 1-32 0,0 4-24640 0</inkml:trace>
  <inkml:trace contextRef="#ctx0" brushRef="#br0" timeOffset="167449.59">13569 11799 23039 0,'0'0'2048'0,"0"0"-1648"16,-1-8-400-16,-2 1 0 0,-1-1 4768 0,0 3 864 0,4 5 192 0,0 0 16 15,-6-3-3888-15,-1 3-784 0,1 4-144 0,-2 1-48 16,-1 2 480-16,-3 3 80 15,-1 6 32-15,-3 3 0 0,-1 5-912 0,-1 3-176 16,-3 3-32-16,-1 4-16 0,0 4 144 0,0 2 48 16,0-1 0-16,2 2 0 0,2-1-352 0,2-1-64 15,3-1-16-15,4-3 0 0,4-3-192 0,2-4 0 16,5-2 0-16,2-1 0 16,2-4-880-16,3-2-112 0,3-3-32 0,4-4 0 15,2 0-1008-15,4-5-208 0,3 0-32 0,2-3-12336 0,2-2-2480 16</inkml:trace>
  <inkml:trace contextRef="#ctx0" brushRef="#br0" timeOffset="167683.97">13809 12057 20271 0,'0'0'1792'0,"-5"-2"-1424"0,-3-3-368 0,0-1 0 0,-1 1 5152 0,-1 1 960 16,0 2 192-16,0 2 32 0,-2 0-3680 0,1 2-736 15,-3 5-160-15,1-2-32 0,-5 4-416 0,0 3-96 16,1 2 0-16,0 3-16 0,-1 0-656 0,1 3-128 15,-1 2-32-15,2 1 0 0,2-3-64 0,1 3-32 16,2-3 0-16,3 1 0 0,2-3-288 0,2-1 0 16,3 0 0-16,2-4 0 15,2-1-656-15,0 1-240 0,3-3-64 0,1-2 0 16,4-2-704-16,1 0-160 0,1-4-32 0,1-2 0 16,6 3-896-16,0-3-192 0,1-4-48 0,1-1-8848 15,1-3-1760-15</inkml:trace>
  <inkml:trace contextRef="#ctx0" brushRef="#br0" timeOffset="168450.31">13959 12115 42783 0,'-18'-4'1904'0,"10"4"384"0,-3 0-1840 0,1 4-448 0,-2-2 0 0,-1 4 0 16,0 0 768-16,0 3 64 16,-1 0 16-16,-1 2 0 0,0 0 688 0,0 3 128 0,2 0 16 0,0 2 16 15,0-1-896-15,2 2-176 0,-1 0-48 0,3 0 0 16,0 1-336-16,2-3-80 0,2-2-16 0,1 0 0 15,1-3-144-15,3 2 0 0,0-12 0 0,0 0 0 16,6 8-256-16,-1-3-64 0,3 0-32 0,1-2 0 16,1-3-160-16,2-2-48 0,0 0 0 0,-1-2 0 15,1-4 0 1,0 0 0-16,-2-2 0 0,2-2 0 0,1-1 240 0,0-1 64 0,0-3 0 0,1 0 0 16,1-4 112-16,0 1 144 0,1 0-208 0,1-1 80 0,0 1 128 15,0 2-128-15,-1 0 128 0,-2 1-128 0,-1 1 128 16,-1 3 0-16,-3 3 0 0,-1 2 0 0,-2-1 352 15,-1 3 0-15,-5 6 0 0,0 0 0 0,0 0 160 0,0 0 16 16,0 0 16-16,0 0 0 0,4 8 32 0,-1 1 16 16,-2 2 0-16,-1 3 0 0,-1-1-112 0,0 4-32 15,-2 1 0-15,0 2 0 0,-1 1-112 0,-1-3-16 16,1 2-16-16,0 0 0 0,1 1-128 0,0-5-32 16,0 1 0-16,2-3 0 0,0-1-144 0,-1-2 0 15,1-2 144-15,0-1-144 0,1-8 0 0,0 0 0 16,0 0 0-16,0 0 128 0,0 0-128 0,0 0 0 15,8-4 0-15,-1 1 0 0,0-1-144 0,-1-2-48 16,1-3-16-16,1-1 0 0,0-1-32 0,-1-4 0 16,3 0 0-16,0-2 0 0,0-2 16 0,1 1 0 0,-1-1 0 0,3 2 0 15,0 0 64-15,2 4 16 16,-4 0 0-16,1 1 0 0,-1 3 144 0,-2 2-128 16,0 5 128-16,-1-1-128 0,-8 3 128 0,0 0 0 0,6 5 128 15,-1 4-128-15,-1 3 320 0,-1 1 0 0,0 2 0 16,-2 0 0-16,-2 2-16 0,-1 0-16 0,0 0 0 15,2 0 0-15,0 1-128 0,0-3-32 0,0 0 0 0,1-4 0 16,0-2-128-16,1-1 0 0,-2-8 0 0,0 0 0 16,0 0 0-16,0 0 0 0,6 4-144 0,1-3 144 15,-1-4-256-15,2-1 48 0,-2-2 16 0,2-1 0 16,0-3-32-16,1-2 0 0,0-2 0 0,2 1 0 16,-1-4 32-16,2 0 0 0,0-1 0 0,1-1 0 0,0 1 16 0,0 0 16 15,0 0 0-15,-1 2 0 0,-1 4 160 16,0 0-160-16,-3 5 160 0,-2 1-160 0,-6 6 160 15,0 0 0-15,0 0 0 0,0 0 0 0,3 8 240 0,-2 4 16 16,-1 1 16-16,-1 3 0 0,-2 3-16 16,0-1-16-16,1 2 0 0,-2 1 0 0,0 0-240 15,1-2 176-15,2 1-176 0,0-3 160 0,-1 0-160 0,2-7 0 16,0 1 0-16,3-2-176 16,0-1-1072-16,-3-8-224 0,0 0-32 0,6 5-16 15,2-3-1648-15,1-2-336 0,3-1-64 16,-2-4-14832-16</inkml:trace>
  <inkml:trace contextRef="#ctx0" brushRef="#br0" timeOffset="168870.4">14763 11758 23039 0,'0'0'1024'0,"0"0"192"0,-5-7-960 0,5 7-256 16,-3-3 0-16,3 3 0 0,0 0 4832 0,-5 8 928 0,1 3 176 0,0 0 32 15,-1 1-3376-15,1 5-672 0,-1 4-144 0,1 1-32 16,2 0-768-16,-1 3-144 0,0 2-48 0,1 2 0 15,0 1-400-15,1 0-64 0,0 0-32 0,0-1 0 16,1-2-96-16,0 2 0 0,1-3-16 0,-1-1 0 16,0-3-48-16,-1-3-128 0,2 0 192 0,-1-4-64 15,0-2-128-15,1-2 160 0,0-3-160 0,-1-8 160 0,0 0-160 0,0 0 0 16,0 0 0-16,0 0 0 16,0 0 0-16,0 0 0 0,0 0 0 0,7-2 0 15,-1-3 0-15,1 0 0 0,0-2-176 0,-1-2 176 16,2 0-128-16,1 0 128 0,0-3-128 0,2 2 128 0,-1-3-160 0,2 2 160 15,1 2-192-15,1-1 192 0,0 1-144 16,1 1 144-16,-1-1 0 0,0 2-144 0,1 1 144 16,-1 2 0-16,-1 1-144 0,0 3 144 0,-2 1 0 0,-2 2-144 15,-9-3 144-15,5 8 0 0,-1 2 0 16,-5 1 0-16,-3 2 0 0,-2 2 0 0,0 2 0 0,-2 2 0 16,-2-1 192-16,-3-1-48 0,0 0 16 15,0 2 0-15,0-4 0 0,0-1 0 0,-1-2-160 16,1-2 0-16,3 1 0 0,0-4 0 15,0 0-1088-15,3-3-160 0,-1 0-32 0,1 0 0 16,7-4-1872-16,0 0-384 0,0 0-80 0,0 0-15408 16</inkml:trace>
  <inkml:trace contextRef="#ctx0" brushRef="#br0" timeOffset="169683.6">15101 12086 34031 0,'0'0'1504'0,"0"0"320"0,-3-1-1456 0,3 1-368 16,0 0 0-16,0 0 0 0,-4 8 2864 0,1 1 496 0,-1 5 96 15,-2 2 32-15,0-2-1328 0,-1 4-272 0,1 2-48 0,-1-1-16 16,3 4-800-16,1-1-176 0,-3 0-16 0,4-1-16 16,-1-2-496-16,3-3-112 0,1 0-16 0,2-1 0 15,1-3-192-15,1-3 0 0,-5-9 0 0,7 8 0 16,2-3 0-16,1-4 0 0,2 1 0 0,0-4 0 16,1 0-256-16,-2-2 0 0,1-3 0 0,0 0 0 15,0-3-112-15,-1-1-16 0,2 0 0 0,0-4 0 0,0-2 0 16,2-3 0-16,-1-1 0 0,0 2 0 15,1-1-16-15,-1 2-16 0,-2 0 0 16,-2 2 0-16,-2 3 96 0,-1 3 32 0,-2 2 0 0,-2 2 0 0,-3 6 288 0,0 0 0 16,0 0 0-16,-3 7 0 0,-1 2 384 0,0 2 144 15,0 0 32-15,0 2 0 0,-1 2-112 16,2-2 0-16,1 1-16 0,2 0 0 0,1 1-240 0,2-2-64 16,1-1 0-16,1-1 0 0,1-4-128 15,2-1 0-15,3 1 0 0,0-5 0 0,1-2 0 0,1 0 0 16,0-2 0-16,2-2 0 0,-1-1-320 0,-1-2 64 15,-1-2 16-15,1 0 0 0,0-3-16 0,0-1 0 16,-2-1 0-16,0-2 0 0,-1-1 256 0,-1 0-192 16,-1-2 192-16,1 2-192 0,1-3 192 0,-3 1 0 15,0 2 0-15,-2 0 0 0,0 4 0 0,-1 0 0 0,-2 4 0 16,-1 2 0-16,-1 7 0 0,0 0 208 16,0 0-64-16,0 0-16 0,0 0 0 0,0 0-128 15,0 0 192-15,0 0-64 0,-1 9-128 0,2 2 0 16,1 0 0-16,2 1 0 0,2 1 0 0,0-1-144 0,3-2 144 0,-1 1 0 15,0-1-336-15,0 1 32 0,-2-1 16 16,1 0 0 0,-2 1-320-16,-1-1-64 0,-2 1-16 0,-2-1 0 15,-1 1 176-15,-1 0 48 0,-1-2 0 0,-2 3 0 0,-2-1 464 0,1-2 0 0,-1-1 0 0,1-1 0 16,-2 0 176-16,1-2-32 0,7-5 0 0,0 0 0 16,0 0-144-16,0 0 160 0,0 0-160 0,0 0 160 15,0 0-160-15,0 0 0 0,0 0-192 0,9-6 192 16,2-1-304-16,1-2 64 0,1-3 16 0,0 2 0 15,1-5 224-15,0 1-192 0,2 0 192 0,1-5-192 0,0 1 192 16,-1 0 0-16,2-3 0 0,1-1 0 0,2-4 0 0,1-2 0 16,3-1 0-16,0-3 0 0,-2-2 0 0,1 2 0 15,-2-1 0-15,-2 4 0 0,-2 3 0 0,-4 4 192 16,-1 1-48-16,0 3 0 0,-4 2 496 0,-3 9 112 16,-5-2 16-16,-1 9 0 0,0 0 96 0,-7 10 32 15,-2 4 0-15,-1 5 0 0,-1 0-320 0,0 3-48 16,-1 3-16-16,0 2 0 0,-1 2-256 0,3 1-48 15,1 0-16-15,1 0 0 0,1 0-192 0,1 0 128 16,0-1-128-16,3-2 0 0,-1-1 0 0,2 0 0 16,1-1 0-16,1 0 0 0,0-6 0 0,1 1-256 0,-1-3 48 0,0-3 16 31,0-2-960-31,0-2-176 0,0-10-32 0,-1 8-16 16,0 1-1104-16,1-9-208 0,0 0-64 0,0 0-10592 15,0 0-2128-15</inkml:trace>
  <inkml:trace contextRef="#ctx0" brushRef="#br0" timeOffset="170258.86">15814 12124 38527 0,'0'0'1712'0,"0"0"336"0,7-3-1632 16,0 2-416-16,4 0 0 0,1-1 0 0,1 2 1488 0,1-1 224 0,2 1 32 0,-1 0 16 0,2 0-208 16,3 0-32-16,2-1-16 0,1-2 0 0,1 2-608 0,6 1-112 15,-1 0-16-15,-3 0-16 0,-3 0-240 0,-2 0-64 16,-3 4 0-16,-2-2 0 0,-4 2-144 0,-3 1-48 15,-9-5 0-15,4 10 0 0,-2 1 32 0,-3 2 0 16,-4 0 0-16,-3 2 0 0,-4 0 96 0,2-4 0 16,-2 2 16-16,0 0 0 0,-1-1-192 0,1 1-32 15,-1-2-16-15,3 1 0 16,1-1-160-16,1-2 0 0,3-3 0 0,1 1 0 0,0-2 0 16,4-5 0-16,0 0-192 0,0 0 192 0,0 0-320 0,0 0 48 15,0 0 16-15,9 0 0 0,2-3-48 0,0-1 0 16,1-2 0-16,1-2 0 15,1-2-144-15,2-2-16 0,0-1-16 0,-1 1 0 16,0-2-144-16,-1 1-16 0,0-3-16 0,1 2 0 16,-2 1 48-16,1 2 16 0,-2 3 0 0,-2 2 0 0,-2 1 272 15,0 0 64-15,-2 1 16 0,-6 4 0 0,7-3 240 0,-7 3 0 16,0 0 192-16,8 3-192 0,-8-3 304 0,8 5-48 16,-2 1-16-16,-1 2 0 0,-1 3 16 0,-1 2 16 0,-1 0 0 15,0 1 0-15,-1 0 128 0,0-2 32 16,1-1 0-16,-2 3 0 0,0-1-48 0,0-1 0 0,0-3 0 0,1 0 0 15,-1-1-16-15,3 0-16 0,-3-8 0 16,0 0 0-16,0 0-80 0,0 0-16 0,0 0 0 0,0 0 0 16,0 0-96-16,0 0-32 0,0 0 0 0,3-7 0 15,1-1-128-15,0-1 0 0,-2-1 0 16,0-1 0-16,2 1 0 0,3-3 0 0,0 0 0 0,4 0 0 16,1-3 0-16,1 2 0 0,2-1 0 0,2 1 0 15,2 0-160-15,-1 1 160 0,0 2 0 0,2-1-144 16,-1 3 144-16,1 3-160 0,-1-1 160 0,1 2-160 15,-2 1-96-15,2 2 0 0,0-1-16 0,1 2 0 16,-1-2-1216 0,1 2-240-16,0-2-64 0,-1 1-13504 0,1 0-2720 0</inkml:trace>
  <inkml:trace contextRef="#ctx0" brushRef="#br0" timeOffset="170572.44">16750 11574 20271 0,'0'0'1792'0,"0"0"-1424"16,0 0-368-16,0 0 0 0,0 0 4800 0,0 0 880 15,0 0 176-15,0 0 32 0,8 6-3264 0,2 3-672 16,2 0-128-16,1 2-32 0,2 2-320 0,0 3-80 16,2 1-16-16,4 3 0 0,1 3-608 0,2 0-128 15,-1 6-32-15,-1-1 0 0,2 2-144 0,0 2-16 0,0 0-16 0,-1 3 0 16,0 2-160-16,-3 1-16 15,0 2-16-15,-3 3 0 0,-4 0-240 0,-3 3 144 0,-3-1-144 0,-3 1 128 16,-3 0-128-16,-5-3 0 0,-4 0 0 0,-1-7 0 16,-4-4 0-16,2-1 0 0,-4 0 0 0,1-2 0 15,-2-4 0-15,-1-3 0 0,0 0 0 0,-1-5 0 16,0-1 0-16,1-5-144 0,0 1 144 0,1-4-160 16,2-3-432-16,5 0-96 15,-2-2-16-15,2-2 0 0,1-1-1856 0,8 0-368 16,-6 0-80-16</inkml:trace>
  <inkml:trace contextRef="#ctx0" brushRef="#br0" timeOffset="-186545.9">2282 13834 15663 0,'-17'2'688'15,"9"0"144"-15,0-2-656 0,-1 0-176 0,0-4 0 0,1 3 0 0,0 0 6288 0,1-3 1232 0,4 1 240 0,-1-1 48 16,4 4-4800-16,-2-5-960 16,1-1-192-16,2-1-32 0,2-1-976 0,2-1-192 15,0 0-32-15,3 0-16 0,1 0-416 0,4-2-64 0,4 2-128 0,-2-1 176 16,-1-2-176-16,2 4 0 0,1-1 0 0,0 3 0 15,1-1 0-15,0 2 0 16,-1 2 0-16,0-2 0 0,-1 4 0 0,-2-2 0 0,-2 3 128 0,-2 3-128 16,1-3 0-16,-2 1 0 0,-2 0 0 15,-1 4 0-15,-6-5 0 0,4 7 128 0,-4-7-128 16,2 8 0-16,-2 0 0 0,-1-2 128 0,1-6-128 0,-3 8 0 16,1-1 128-16,-2-1-128 0,-1 2 0 0,-2 0 128 15,-1 0-128-15,0-1 0 0,-1 0 0 0,0 1 128 0,0 1-128 16,-1-1 0-16,-2 1 0 0,1-3 0 0,0 2 0 15,2 1 0-15,-1-2 0 0,1-1 0 0,2 1 0 16,0-3 0-16,0 0 0 0,4 1 0 0,3-5 0 0,0 0 0 16,0 0 0-16,0 6 0 0,0-6 0 0,0 0 0 15,7 6-144-15,3-1 144 0,0 1 0 0,3-2 0 16,0 0 0-16,1 0 0 0,2 0 0 16,1 1 0-16,0 0 0 0,-1 1 0 0,-1-1 0 0,1-1-128 15,-2 1 128-15,2 0 0 0,-3 0 0 0,-3 2 0 16,-1 3 0-16,-2-3 0 0,-1 1 0 0,-2-1 0 15,-1 3 0-15,-2-3 0 0,-2 1 272 0,-2 0-32 16,-1 0-16-16,-2 2 0 0,-3-2 112 0,0 1 32 16,-3-1 0-16,-2 4 0 0,-3-4-112 0,-2 1 0 0,0 0-16 0,-2 1 0 15,-2-2-240-15,0 1 176 0,0-4-176 0,1 3 160 32,1 0-480-32,1 1-80 0,2 0-32 0,2-5 0 15,5 0-1712-15,2-3-352 0,9-1-64 0,0 0-19360 0</inkml:trace>
  <inkml:trace contextRef="#ctx0" brushRef="#br0" timeOffset="-186052.43">2677 13970 45151 0,'0'0'2000'0,"0"0"416"0,0 0-1936 0,0 0-480 0,0 0 0 0,0 0 0 16,0 0 1344-16,0 0 160 0,0 0 32 0,9 0 16 0,0-3-640 15,0 1-128-15,1-1-16 0,2-1-16 0,0 2-592 0,3-2-160 16,2 0 0-16,0 1 0 15,2-1-832-15,0 2-256 0,-1-2-32 0,5 1-16 16,-1 1-2816-16,0-2-560 0</inkml:trace>
  <inkml:trace contextRef="#ctx0" brushRef="#br0" timeOffset="-185962.47">3319 13673 33167 0,'0'0'2944'0,"0"0"-2352"16,0 0-464-16,0 0-128 0,0 0 3328 0,0 0 656 16,0 0 128-16,0 0 32 0,0 0-2160 0,0 0-448 15,0 0-64-15,0 0-32 0,0 0-608 0,-4 6-128 16,-1 1-32-16,0-1 0 0,1 3-352 0,-3-1-64 16,0 1 0-16,0-1-16 0,-1 1-32 0,1 2 0 15,-5-2 0-15,0 3 0 0,-1-1-32 0,0 1-16 16,0 1 0-16,0 0 0 0,-1-1-160 0,-1 1 128 0,2 0-128 15,0 1 128-15,1-3-128 0,2 0 0 0,1-1 0 0,1-1 0 16,0 0 0-16,2-4 0 0,0 2 0 0,3-2 0 16,3-5 0-16,0 0 0 0,0 0 0 15,0 0 0-15,0 0 0 0,0 0 0 0,0 0 0 0,7 6 0 16,1-3 0-16,1 1 0 0,0-4-144 0,2 0 144 16,-1 0 0-16,2-3-128 0,1 2 128 0,1 0 0 15,2-1 0-15,0-3-128 0,1 1 128 0,-2 0 0 16,1 0 0-16,1-1 0 0,-1-1-128 0,2 2 128 0,0 1-128 0,-1 2 128 15,-1-6-192-15,1 3 192 0,0 3-416 0,-1-2 32 16,0 1 0-16,-3 0 0 16,2 2-992-16,-4 0-192 0,0 0-32 15,-2 0-16-15,-9 0-864 0,8 0-160 0,-1 2-48 16,-7-2-10496-16,0 0-2112 0</inkml:trace>
  <inkml:trace contextRef="#ctx0" brushRef="#br0" timeOffset="-185696.7">3310 13664 28559 0,'-12'-7'1264'0,"12"7"272"0,-5-4-1232 0,1 0-304 16,0 0 0-16,4 4 0 0,0 0 4448 0,0 0 832 0,0 0 160 0,0 0 48 16,0 0-3072-16,0 0-624 15,0 0-112-15,0 0-16 0,2 11-1024 0,-1 2-192 16,3 4-32-16,0 2-16 0,0 2-144 0,0 1-16 0,0 4-16 0,-1 3 0 15,1 1-32-15,0 0-16 0,-1-1 0 0,1-2 0 16,0-5-176-16,0 2 0 16,-3-2 144-16,3 0-144 0,1-1 0 0,-1-2 0 15,0-2 0-15,1 0 0 16,2 0-432-16,-2-4-144 0,-3-1-48 0,2-3 0 16,0 0-1680-16,-4-9-320 0,7 4-80 0,1-1-19056 0</inkml:trace>
  <inkml:trace contextRef="#ctx0" brushRef="#br0" timeOffset="-185494.84">3742 13674 37775 0,'0'0'3360'0,"-6"3"-2688"0,1-1-544 0,5-2-128 0,0 0 3408 0,0 0 656 15,0 0 128-15,-4 7 32 0,0-2-2944 0,4-5-592 16,0 0-112-16,0 8-32 15,0-8-1536-15,6 8-304 0,-1 1-64 0,3-3-16 16,1 3-3024-16,1 2-592 0</inkml:trace>
  <inkml:trace contextRef="#ctx0" brushRef="#br0" timeOffset="-185363.91">3822 13918 25791 0,'0'0'1152'0,"-5"5"224"0,1 3-1104 0,2 0-272 0,-1-2 0 0,1 3 0 15,-1-2 5936-15,3-7 1120 0,-1 6 240 0,1-6 32 0,0 0-4832 0,-2 7-976 16,2-7-192-16,0 0-48 0,0 0-832 0,0 0-160 15,0 0-32-15,0 0-16 0,0 0-240 0,0 0 0 16,0 0 0-16,12 0-160 16,-2-3-2416-16,4 2-496 0</inkml:trace>
  <inkml:trace contextRef="#ctx0" brushRef="#br0" timeOffset="-180507.69">4483 13881 35007 0,'0'0'1552'0,"-1"-5"320"0,1-3-1488 0,1-2-384 0,1-3 0 0,0 0 0 0,1-3 944 0,1 2 112 16,0-2 32-16,0 0 0 15,1 0-64-15,0-1 0 0,0 2 0 0,1-3 0 0,0 0-528 0,-2 1-112 16,0 2-32-16,-1 4 0 0,-2-2-32 16,-1 4-16-16,-1 1 0 0,1 8 0 0,-7-3 512 0,-1 3 96 15,-1 1 32-15,-1 5 0 0,-1 3-112 0,-2 2 0 16,-4 4-16-16,-1 3 0 0,0 3-384 0,1 4-80 16,-1-1-16-16,1 4 0 0,2-1-80 0,4 1-32 15,-1-2 0-15,3 0 0 0,2-7-224 0,5 0 144 0,0-4-144 16,2-2 128-16,2 0-128 0,0-5 0 15,5 0-160-15,-1-3 160 0,2-2-256 0,1-3 64 0,2-3 0 16,-2-2 0-16,2 0-80 0,2-2-16 16,2-1 0-16,-1-1 0 0,-1-5 80 0,-1 0 16 15,1-1 0-15,0 0 0 0,0-2 32 0,0-2 16 16,-1 1 0-16,0 0 0 0,-3 2-16 0,0-2 0 16,-1 1 0-16,-1 3 0 0,0-2 160 0,-2 3 0 15,-1 1-144-15,-1 3 144 0,-1 1 0 0,0 2 0 16,-1-1 0-16,-1 7 0 0,0 0 0 0,0 0 0 0,0 0 0 15,0 0 0-15,0 0 0 0,0 0 0 16,0 8 0-16,-1 3 0 0,1 0 0 0,0 4 0 0,1 0 0 16,0 2 0-16,2 3 0 0,1-1 0 0,0 1-144 15,2-2 144-15,1-1 0 0,2 1 0 0,3-3-128 16,2-2 128-16,1-3 0 0,2-1-160 0,0-2 160 0,0-2-128 16,-1-1-16-16,1-1 0 0,2-2 0 0,-2-1 0 15,0-1 144-15,0-2 0 0,-2 0 0 0,0-3-128 0,-2-1 128 16,2-3 0-16,-2-1 0 0,-2 0 0 0,0-2 0 15,-2-2 0-15,0 0 0 0,-1-1 0 0,-2 0 0 0,1 2 0 16,-2 0 0-16,-1-1 0 16,-1 0 0-16,-2 0 144 0,-1 1-144 0,-1 2 0 15,-2 1 192-15,-1 0-64 0,-1 1 0 0,-2 2-128 0,1 1 224 0,-2 3-64 16,-1 2-16-16,-1 2 0 0,-2 1-16 0,0 3 0 16,0 3 0-16,-3 3 0 0,-4 3 16 0,3 3 0 15,-1-2 0-15,1 3 0 0,2 1-144 16,2 2 0-16,3-2 0 0,2 0 128 0,3 1-128 0,2-1 0 15,2-5 0-15,2 0 0 0,4-1-192 0,0-3 16 16,3-3 16-16,2-2 0 0,0-1-64 0,2-3-16 16,3-3 0-16,0-1 0 0,1-2 48 0,-3-2 0 15,0-4 0-15,1 0 0 0,-1-1 192 0,0-1-192 16,1 0 192-16,-2-2-192 0,2-1 192 0,0-1 0 16,-4 0 0-16,0-3 0 0,1-3 0 0,-1-1 0 15,1 1 0-15,-3-1 0 0,0 1 0 0,-1 4 0 16,-1 3 0-16,-3 4 0 0,-1-2 0 0,0 5 160 15,-3 2-160-15,-1 4 128 0,1 4 224 0,0 0 32 0,0 0 16 16,-7 1 0-16,1 6 112 0,-2 2 32 0,0 2 0 0,2 4 0 16,-1 1-272-16,1 2-48 0,0 3-16 0,2 0 0 15,2 0-208-15,2-1 128 0,0 0-128 0,2 0 0 0,2-2 0 16,3 0 0-16,1 0 0 0,1-1 0 16,0-2 0-16,1-2-192 0,1-3 192 0,0-1-208 15,1-1 16-15,-1-1 0 0,-1-4 0 16,1 0 0-16,-2-2 0 0,1-2 16 0,-1-3 0 0,3-1 0 0,-2 0 176 15,1-2-160-15,-1-4 160 0,2-1-160 16,1-1 160-16,-1-3 0 0,-2 0 0 0,2 1 0 0,-3-1 0 16,0 2 0-16,-1-1 128 0,0 6-128 0,-3 3 0 15,-5 6 144-15,0 0-144 0,0 0 0 0,0 0 512 16,0 0 0-16,0 0 0 0,1 10 0 0,-1 3 0 0,0 3 0 16,-2 2 0-16,-1 3 0 15,0 1-192-15,1 0-64 0,1 1 0 0,-1-3 0 0,1 1-256 16,0-2 0-16,2-1 0 0,-1-5 0 15,0-1-704-15,0-3-240 0,1-3-48 0,3 1-16 16,4-2-2576-16,0-2-512 0,1-2-96 0</inkml:trace>
  <inkml:trace contextRef="#ctx0" brushRef="#br0" timeOffset="-180360.76">5423 13630 27071 0,'-1'-21'1200'0,"0"12"240"0,-2-4-1152 0,-1 1-288 15,3 1 0-15,-2 1 0 0,0 0 2368 0,-1-1 432 16,0 5 80-16,0 0 0 0,0 5-896 0,-1-1-192 15,5 2-48-15,0 0 0 0,0 0-1200 0,0 0-240 16,-3 9-48-16,3-2-16 16,1 4-2352-16,2 1-480 0,1 2-96 0,1 0-14448 0</inkml:trace>
  <inkml:trace contextRef="#ctx0" brushRef="#br0" timeOffset="-179524.71">5633 13666 10127 0,'0'0'448'0,"0"0"96"0,4-6-544 0,0 0 0 0,-4 6 0 15,3-5 0-15,-1-4 7984 0,0 3 1488 0,-2 6 288 0,-3-4 64 0,3 4-6192 0,0 0-1248 16,-6-3-240-16,-2 6-48 0,-1-1-880 0,-2 6-192 16,-2 3-16-16,0 3-16 0,1 3-512 0,-3 2-96 15,-4 2-32-15,3 3 0 0,1-1-352 0,2 1 0 16,0-2 0-16,3 1 128 0,2 1-128 0,1-3 0 16,2-3 0-16,1-1 0 0,3-4-304 0,1-1 32 15,1-3 0-15,4-3 0 16,-5-6-752-16,8 4-128 0,1-3-48 0,3-1 0 15,0-1 368-15,0 0 64 0,2-6 0 0,2 1 16 16,-1-3-80-16,2 0-32 0,-1-3 0 0,1-1 0 16,-2-4-16-16,2 0 0 0,-1-1 0 0,0-2 0 15,-2-1 208-15,-1 0 32 0,0 0 16 0,0 1 0 0,-1-1 400 0,-2 1 80 16,-1 2 16-16,-1 2 0 0,-3 3 304 0,-1 3 64 16,-1 3 16-16,-3 7 0 0,0 0 640 0,0 0 144 15,0 0 32-15,0 0 0 0,0 0-48 0,-3 9-16 0,-1 2 0 16,1 3 0-16,-1-1-432 0,1 4-96 0,2 1-16 0,-1 1 0 15,1 0-272-15,1-2-64 0,0 3-128 0,3-3 192 16,1 0-192-16,2-2-128 0,1 0 128 0,0-2-208 31,1-2-944-31,1-3-192 0,2-1-48 0,-1-6 0 16,1-1-320-16,-1-1-64 0,2-6-16 0,-2 1 0 0,1-2 592 0,-1-1 112 16,2-4 32-16,-3-2 0 0,0 0 64 15,-1-4 16-15,0 1 0 0,-3-4 0 0,0 1 976 0,0-5 0 0,3-1 0 0,-3-2 0 16,1-1 688-16,-1 0 16 0,-1 1 16 0,1 2 0 15,-1 2 304-15,0 3 48 0,-2 3 16 0,0 3 0 0,-1 3 624 0,0 4 128 16,-1 2 16-16,0 7 16 0,0 0-224 0,0 0-48 16,0 0-16-16,0 0 0 0,0 0-608 0,2 12-112 15,-1 1-32-15,0 3 0 0,1 1-432 0,-1 2-80 16,-1 2-32-16,1 1 0 0,0 2-160 0,2 0-128 16,-2 2 192-16,2 1-192 0,-2-1 128 0,1 0-128 15,0 0 0-15,1-1 0 0,-2-2 128 16,2-1-128-16,-1-1 0 0,0-3 0 0,-1-1 128 0,0-1-128 15,2-3 0-15,-3-1 0 0,0-3 144 0,0-9-144 16,0 0 0-16,0 0 144 0,0 0-144 0,0 0 0 16,0 0 0-16,0 0 0 0,0 0 0 0,0 0-176 15,0 0 176-15,6-7-192 0,1 1 32 0,-1-6 0 16,0 0 0-16,0-1 0 0,2-4 160 0,0 0-192 16,0 0 192-16,-1 2-192 0,1-5 192 0,3 3-128 15,-1-1 128-15,2 1-128 0,0-1 128 0,1 1 0 16,-2 1 0-16,2 2-128 0,-2 2 128 0,1 3 0 15,-1 1 0-15,1 3-128 0,-2 1 128 0,1 4 0 0,-3 3 0 0,0 1 0 16,-2-1 0-16,1 4 0 16,-4 2 0-16,1 2 0 0,-1-1 128 0,-3 3 48 0,-3 1 16 0,-1 3 0 15,-1 2-192-15,-1 0 0 0,-3 1 0 0,-2-1 0 16,-1 1 0-16,1-2 128 0,-2-1 0 0,0 1 0 16,0-3-256-16,0-1-64 0,0-2-16 0,-2-2 0 15,1 1-944-15,1-4-176 16,0 0-32-16,4-2-16 0,0 0-2096 0,9-5-432 15,0 0-64-15,0 0-14208 0</inkml:trace>
  <inkml:trace contextRef="#ctx0" brushRef="#br0" timeOffset="-178947.38">6566 13583 13823 0,'0'0'1216'0,"0"0"-960"0,-2-2-256 0,2 2 0 0,0 0 7488 0,-2 2 1472 15,-4-1 272-15,1 4 64 0,-1 2-5840 0,-3 3-1184 16,1 1-224-16,-4 2-64 0,0 1-896 0,-1 3-192 15,-2 2-48-15,0 1 0 0,1-2-576 0,1 1-112 16,-1 0-32-16,3-1 0 0,3-1 0 0,2 0 0 16,-1 0 0-16,3-4 0 0,0 0-128 0,2-1-224 15,-1-3 48-15,3-2 16 0,0-7-48 0,0 0-16 16,0 0 0-16,0 0 0 16,9 4-240-16,0-4-48 0,1-2-16 0,0-4 0 15,2-1 80-15,1-2 32 0,0-1 0 0,0-3 0 0,-1-2 112 0,-1 0 32 16,1-2 0-16,0-2 0 0,-3 1 64 0,1-3 16 0,2 2 0 15,-2-1 0-15,0 1 192 0,-4 0-192 0,2 2 192 0,-2 4-192 16,1 2 192-16,-2 2 0 0,-2 2 0 16,-3 7 0-16,0 0 0 0,0 0 0 15,0 0 0-15,0 0 0 0,-1 12 224 0,-2 1 32 16,-1 1 16-16,0-1 0 0,1 3-96 0,1 1-32 0,-1 0 0 0,2 0 0 16,1-2-144-16,1 1 0 0,1 0 0 0,0-2 0 15,2 0 0-15,3-1-144 0,2-2 144 0,0-1-160 16,1-3-224-1,2-3-32-15,1-2-16 0,1 0 0 0,1-2-112 16,-2-2-32-16,1-3 0 0,0-1 0 0,2-2 272 0,-3-1 48 0,1-2 16 0,1 1 0 16,-2-6 240-16,0 2 0 0,-1-5-160 0,1 1 160 0,0-4 0 0,0-1 0 15,-2-2 0-15,0 0 0 0,-2 0 0 0,0 0 0 16,-1 2 0-16,-2 1 128 0,0 4-128 0,-1-2 128 16,-2 3-128-16,-3 3 128 0,0 5 192 0,-2 0 48 15,2 9 0-15,0 0 0 0,-1-4 240 0,1 4 48 16,0 0 16-16,-5 7 0 0,-2 3-240 0,1 0-48 15,0 2-16-15,1 2 0 0,1 6-240 0,0-1-128 16,2 1 160-16,-1 1-160 0,-1 1 0 0,3 1 0 16,-2 1 0-16,2-3 0 0,1 1 0 0,1 1 0 15,1-2-176-15,0 1 176 16,0-2-1552-16,-1-2-192 0,3-2-48 0,-2-1 0 16,1 2-2688-16,0-5-560 0</inkml:trace>
  <inkml:trace contextRef="#ctx0" brushRef="#br0" timeOffset="-178696.05">6709 13717 4607 0,'0'0'400'0,"0"0"-400"15,-3-4 0-15,3 4 0 0,0 0 7136 0,0 0 1344 0,0 0 272 0,7-4 48 16,1-1-5600-16,-1 1-1104 0,4 0-240 0,2 0-32 16,0 0-384-16,4-1-80 0,1 1-16 0,0-1 0 15,1 0-576-15,-1 1-112 0,0 1-16 0,0 1-16 16,-1-1 0-16,-1 0 0 0,-2 2 0 0,1 1 0 15,-2 0-224-15,0 1-32 0,-1 2-16 0,-2 1 0 0,-2 1-160 16,0 3-16-16,-3 0-16 0,1 2 0 0,0 1-160 0,-1-1 128 16,-1 1-128-16,0 0 128 0,0 0-272 15,-2-1-64-15,-1-1-16 0,1 0 0 16,0 0-2064-16,2-2-400 0,-4-7-96 16,0 0-18176-16</inkml:trace>
  <inkml:trace contextRef="#ctx0" brushRef="#br0" timeOffset="-178531.09">7087 13460 3679 0,'-4'-4'320'0,"0"2"-320"0,2-4 0 0,-2 5 0 0,4 1 9152 0,0 0 1776 0,0 0 336 16,0 0 80-16,0 0-8192 0,0 0-1632 16,0 0-336-16,0 0-64 0,-2 7-864 0,2-7-256 0,2 9 128 0,-1 1-128 31,3 1-1856-31,2-1-432 0,4 3-80 0,-1 1-16896 0</inkml:trace>
  <inkml:trace contextRef="#ctx0" brushRef="#br0" timeOffset="-178305.65">7387 13615 15663 0,'0'0'688'0,"-1"-5"144"0,-2-1-656 0,0-1-176 0,1 3 0 0,-2-1 0 15,4 5 6288-15,-4-3 1232 0,-1 1 240 0,-2 2 48 16,-1 2-4480-16,-1 4-896 0,-1 3-176 0,-1 0-32 15,1 3-880-15,-2 3-160 0,0 3-32 0,1 2-16 16,0-2-432-16,2 0-96 0,1 1-16 0,3 0 0 16,3 1-272-16,0-2-48 0,4-1-16 0,1 0 0 0,3 1-256 0,3-5 0 15,1 0 0-15,3-1 144 16,2-2-144-16,2-2-240 0,1-2 80 0,1-4 16 16,2-2-432-16,1-1-64 0,2-3-32 15,1-1-16240-15,3-2-3248 0</inkml:trace>
  <inkml:trace contextRef="#ctx0" brushRef="#br0" timeOffset="-173555.9">8187 13747 45327 0,'0'0'2000'0,"-5"3"432"0,-1-1-1952 0,6-2-480 0,0 0 0 0,0 0 0 0,0 0 928 0,0 0 96 16,0 0 0-16,0 0 16 0,0 0-80 0,-2-6 0 15,4-2-16-15,2-1 0 0,1 0-640 0,1-2-128 16,1-1-32-16,3 1 0 0,2-5-144 0,0 0 0 16,-2 1 0-16,1-2 0 0,0 1-176 0,-2 1 176 15,2 0-128-15,-2 2 128 0,-1 0 0 0,-4 3-160 16,0 1 160-16,-2 5 0 0,-2 4 0 0,0 0 0 0,0 0 0 0,-6 4 0 16,-2 5 128-16,-1 4 64 0,-2 4 32 0,-3 4 0 15,-2 5 64-15,2 1 16 0,1-1 0 0,0 1 0 16,1-2-32-16,3-1 0 0,1-3 0 15,4-2 0-15,2-2-272 0,0-3 128 0,2 1-128 0,2-7 0 16,0-2 0-16,5-2-272 0,-7-4 16 0,10 0 16 0,2-3-128 0,2 1-16 16,2-5-16-16,0-3 0 0,-2-2 32 0,3 0 16 15,0-2 0-15,0-2 0 16,0 1 144-16,-3-4 16 0,0 1 16 0,1-1 0 0,-2-1 176 16,-3 1-192-16,-1-2 192 0,-1 1-192 0,0 1 192 0,-1 3 0 15,-4 3 160-15,0 2-160 0,-2 5 416 0,-1 6-16 16,0 0 0-16,0 0 0 0,0 0 272 0,0 0 48 15,2 9 16-15,0 3 0 0,1 0-288 0,2 3-64 16,2 0-16-16,2 0 0 0,2 0-240 0,4-1-128 16,2 0 160-16,1-1-160 0,2-2 0 0,2 2 0 15,-1-5-128-15,1-1 128 16,0-1-1088-16,-1-3-96 0,0 0-32 0,-1 0 0 16,1-2-1840-16,-2 2-368 15,-1-3-80-15,-1-2-16192 0</inkml:trace>
  <inkml:trace contextRef="#ctx0" brushRef="#br0" timeOffset="-173365.57">8752 13518 23039 0,'0'0'2048'0,"-7"2"-1648"0,0 1-400 0,-3 2 0 16,0 3 6016-16,0 1 1104 0,-2 3 240 16,0 1 32-16,-1 4-4896 0,-1 2-992 0,-3 2-192 0,0 1-32 15,1 2-512-15,-1-1-112 0,3 1-16 0,1-2 0 16,0 1-384-16,1-5-96 0,2 1-16 0,0-4 0 15,5 0-1040-15,1-2-224 0,0-2-32 0,3-1-16 16,2-4-1968-16,-1-6-384 0,0 0-64 0,10 0-16304 16</inkml:trace>
  <inkml:trace contextRef="#ctx0" brushRef="#br0" timeOffset="-173154.32">8825 13510 39567 0,'0'0'1744'0,"0"0"368"0,0 0-1680 0,0 0-432 0,0 0 0 0,0 0 0 0,0 0 2496 0,5 6 432 15,0 5 80-15,-1 0 0 0,0 1-1136 0,-1 4-224 16,-2 3-48-16,2 2-16 0,-1 3-1008 0,1-2-192 16,2 3-32-16,-1-1-16 0,0 1-336 0,1 1 144 15,0 0-144-15,1 0 0 0,-1-1 0 0,0-1 0 16,-1-2 0-16,0-3 0 16,0 0-688-16,-2-4-240 0,1-2-48 0,-2 0-16 15,1-2-1024-15,-2-2-208 0,0-9-32 0,0 0-16 16,0 0-2432-16,0 0-480 0,0 0-112 0,0 0-16 0</inkml:trace>
  <inkml:trace contextRef="#ctx0" brushRef="#br0" timeOffset="-172928.95">8796 13637 38591 0,'-4'-13'1712'0,"4"8"336"0,0-1-1632 0,0-1-416 0,3 1 0 0,-1-1 0 16,4-1 2400-16,-1 3 400 0,0-1 80 0,2 2 0 15,2-3-1344-15,3 3-288 0,1 2-48 16,0-1-16-16,4-1-640 0,1 4-128 0,0 0-32 0,2 1 0 15,0 2-224-15,0 2-160 0,-3 2 192 0,1-1-192 16,-2 2 192-16,-2 1-192 0,-1 2 192 0,-2 2-192 16,-4 1 336-16,0 2-32 0,-3-2-16 0,-1 2 0 0,-3 1-288 0,-2-2-176 15,0-2 32-15,-1 0 0 16,-2 2 16-16,0-2 0 0,-2-3 0 0,-1 1 0 16,-2-2-1328-16,1-1-256 0,-2-2-48 15,2-1-16-15,-1 0-1824 0,3 1-368 0</inkml:trace>
  <inkml:trace contextRef="#ctx0" brushRef="#br0" timeOffset="-172560.77">9389 13441 23039 0,'0'0'2048'0,"0"0"-1648"16,0 0-400-16,-1 6 0 0,-2 3 5152 0,0 2 944 0,-1 0 192 16,-3 4 48-16,-2 3-3712 0,-3 2-720 0,-1-1-160 15,-1 3-16-15,0 2-656 0,1-1-128 16,-1 1-32-16,3-5 0 0,0 1-496 0,2-2-96 0,1-1-32 0,2-1 0 15,1-3-288-15,1 0 0 16,2-4 0-16,2-1 0 16,0-8-320-16,4 6-160 0,3-2-32 0,-1-1-16 15,2-6-496-15,1 0-112 0,2-2-16 0,0-1 0 16,3-1 416-16,0-3 80 0,-1-2 16 0,0 0 0 16,0 1 32-16,0-2 16 0,0-2 0 0,-3 0 0 0,2-2 320 0,-1 0 64 0,-1 1 16 15,-1 2 0-15,0 1 192 0,-1-2 0 0,-3 4 0 0,-1 1 0 16,0 3 544-16,-4 7 0 0,0 0 0 0,0 0 0 15,0 0 240-15,0 0 48 0,0 0 16 0,3 9 0 16,-2 1-224-16,0 3-48 0,1 2-16 0,-1 0 0 16,0 2-320-16,2-2-64 0,0-1-16 0,0 1 0 0,3 0-160 15,0-1 0-15,1-1 0 0,-1-1 0 16,2 0-832-16,0-4-192 16,1-2-32-16,0-1-16 0,2-1-2240 15,0-3-448-15,0 1-80 0</inkml:trace>
  <inkml:trace contextRef="#ctx0" brushRef="#br0" timeOffset="-172199.86">9714 13441 12895 0,'-12'0'1152'0,"8"0"-928"0,-2 0-224 0,2 6 0 0,1 1 7632 16,-1 0 1488-16,2 4 288 0,0 1 64 0,1 2-6448 0,1 3-1296 16,-2 1-256-16,2 2-48 0,-2-1-208 0,2 2-64 15,2 0 0-15,0 1 0 0,1 0-656 0,1-1-144 16,1-1-32-16,0-3 0 0,0-2-192 0,1 0-128 15,1-2 160-15,-1-3-160 0,-1-1 0 0,0-1 128 16,-1-4-128-16,-4-4 0 0,6 3 0 0,-6-3 0 16,6 0 0-16,-6 0-160 0,5-4-16 0,-1-4 0 15,-2 0 0-15,1 0 0 0,0-1 16 0,1-1 0 16,-1-7 0-16,1 1 0 0,0 0-16 0,1-1 0 16,1-1 0-16,0 0 0 0,1 1 48 0,-1 0 0 0,-1 0 0 0,1 3 0 15,-1 2 128-15,0 3 0 0,-1 2-144 16,-4 7 144-16,4-5 0 0,-4 5 0 0,0 0 0 0,0 0 0 15,5 7 0-15,2 3 160 0,-1 2 16 16,-2 2 0-16,0 3-48 0,0 1 0 0,1 2 0 0,2-2 0 16,-2 0-128-16,3-1 0 0,-3 2 0 0,1-5 128 31,2-1-640-31,1 0-128 0,2-2-16 0,1-2-16 16,1-2-2000-16,2-1-400 0,3-4-64 0,1 2-17600 0</inkml:trace>
  <inkml:trace contextRef="#ctx0" brushRef="#br0" timeOffset="-171847.65">10332 13507 11055 0,'0'0'976'0,"-7"-4"-784"16,1-1-192-16,-1 1 0 0,1 0 7264 0,-1 2 1408 15,0 0 288-15,-3 2 48 0,0 2-5616 0,1 0-1104 16,-2-2-240-16,0 1-32 0,-2 3-880 0,0 0-176 16,-2 0-48-16,4 1 0 0,-2 1-480 0,-1 0-112 15,1-2 0-15,3 3-16 0,1 0-176 0,0 1-128 16,-2-1 144-16,4 1-144 0,0-2 0 0,3 1 0 15,4-7 0-15,-1 7 0 0,2 1 0 0,3 0 0 16,0 1-192-16,1-2 192 0,3-1-304 0,2-1 48 16,1 1 16-16,2 0 0 0,1-2 64 0,3 0 16 15,1-3 0-15,1 3 0 0,-1 0 160 0,1 1-160 16,-2-1 160-16,0 0-160 0,-1 3 160 0,0-3 0 16,-2-1 0-16,-2 3-128 0,-2-4 128 0,-2 2 0 15,-8-4 0-15,6 5 0 0,-2 1 0 0,-1 0 0 0,-3-6 128 0,-1 8-128 16,-3 0 128-16,-1 0-128 0,-2 1 160 15,-1-1-160-15,-2 1 0 0,-1-3 0 0,1 1 0 16,-3-1 0-16,0-1-224 0,0 1-96 0,1-2 0 0,0 0-16 31,-2-3-1264-31,1 3-240 0,1-4-48 0,3-3-16 0,-3 2-1744 16,5-2-336-16</inkml:trace>
  <inkml:trace contextRef="#ctx0" brushRef="#br0" timeOffset="-171668.65">10425 13472 24879 0,'0'0'2208'0,"0"0"-1760"0,0 0-448 0,0 0 0 0,0 0 4544 0,0 0 832 16,6 6 176-16,-1 1 16 0,-5-7-2768 0,5 9-560 16,1 1-128-16,-1 1 0 0,-1 1-1248 0,0 1-240 15,0 1-48-15,1 3-16 0,0 1-560 0,0 2 0 16,0 1 0-16,1-4 0 16,-1 0-640-16,0-2-224 0,-1 0-48 0,0-2-16 15,1-2-2112-15,-1-2-416 0,0-2-96 0</inkml:trace>
  <inkml:trace contextRef="#ctx0" brushRef="#br0" timeOffset="-171083.37">10735 13442 30111 0,'9'-11'1344'0,"-3"9"256"0,2-2-1280 16,3 1-320-16,-1 3 0 0,1 0 0 0,-2 0 2368 0,-3 2 384 15,1 0 96-15,-7-2 16 0,0 0-304 0,2 5-48 16,-2-5-16-16,-2 10 0 0,-2 3-800 0,-4-2-160 0,-1 2-48 0,-3 3 0 16,-2-2-656-16,-2 2-144 0,-1 1-32 15,2-1 0-15,-4-2-272 0,4 0-64 0,0 1-16 0,4-1 0 16,0-1-304-16,3-3 0 0,2 0 128 0,2-1-128 16,3 0 0-16,-1-1 0 0,2-8 0 0,0 0 0 15,0 0-192-15,7 4 0 0,1-1 0 0,-1 0 0 16,-7-3-64-16,12 0-16 0,0-3 0 0,0 2 0 15,-2-4-16-15,2 0 0 0,1-3 0 0,0-1 0 16,-3 0 64-16,3-2 16 0,0 0 0 0,0-1 0 0,2-1 48 16,-1 0 16-16,-1 0 0 0,0 0 0 0,-1-2 144 15,0 2 0-15,-2 4-144 0,-1 0 144 0,0 4 0 16,0 2 0-16,-9 3 0 0,0 0 0 0,8 5 224 16,-1 3 64-16,-2 3 16 0,0 2 0 0,-1 1 80 0,-1 2 32 15,-2 1 0 1,0 0 0-16,1 0-192 0,-1-2-32 0,0 1-16 0,2-2 0 0,1 0-176 0,-2 0 0 15,1-4 0-15,-2-1 0 0,1 0 0 0,-2-9 0 16,0 0 0-16,0 0 0 0,0 0 0 0,6 3 0 16,-6-3 0-16,0 0 0 0,0 0-144 0,8-5 144 15,-2-3 0-15,2-1 0 0,0-3-192 0,1 0 64 16,0-6 128-16,3 0-208 0,1-2 32 0,3-2 16 16,1-3 0-16,2-1 0 0,2-1 0 0,1 2 0 15,2 4 0-15,-1-1 0 0,-1 2 160 0,-1 5 0 0,-2 6-144 16,-4 2 144-16,-2 3 0 0,-4 4 0 0,0 4 0 0,-1 4 0 15,-1 2 432-15,-2 3 0 0,-1 3 0 0,0 1 0 16,-3 1-112-16,0 3 0 0,1 0-16 0,0 1 0 16,2-2-160-16,0 1-16 0,-1-1-128 0,1 0 192 15,0-2-192-15,2 2 0 0,-1-3 0 0,1-2 0 16,-1 0-2224 0,1-5-336-16</inkml:trace>
  <inkml:trace contextRef="#ctx0" brushRef="#br0" timeOffset="-170513.02">12694 13198 23951 0,'0'0'2128'15,"-2"-4"-1696"-15,-4-1-432 0,1 0 0 0,0 1 4992 0,0 0 896 0,0 0 192 0,1 0 48 16,-2 2-3888-16,1-2-784 0,0 1-160 0,0 0-16 15,0 1-64-15,-1 2-16 0,0 0 0 0,-1 2 0 0,0 2-528 0,-4 3-96 16,-2 2-32-16,-1 4 0 0,-5 4-176 0,1 6-48 16,-1 7 0-16,-2 7 0 0,-1 3-48 0,-2 2-16 15,1 0 0-15,1 1 0 0,1 0-256 0,2-1 0 16,3-3 0-16,1-2 144 0,3 1-144 0,5-1 0 16,3-3 0-16,2-2 0 0,2-2 0 15,3-4 0-15,1-2 0 0,2-6 0 16,2 0-976-16,3-5-144 0,0-2-32 0,2-2 0 15,2-3-1664-15,0 0-320 0,4-4-80 0,-1-2-11072 0,-1-1-2224 16</inkml:trace>
  <inkml:trace contextRef="#ctx0" brushRef="#br0" timeOffset="-170279.14">12855 13255 26719 0,'-7'-10'1184'0,"7"10"240"0,-5-6-1136 0,0 0-288 15,1 2 0-15,4 4 0 0,0 0 5456 0,0 0 1040 16,0 0 208-16,-5 3 32 0,5-3-4240 0,-4 8-864 0,0 4-160 0,1 1-48 16,1 6-832-16,-1 5-160 0,-1 3-48 0,0 2 0 15,0 1-384-15,2 0 0 0,-2 0 0 0,1-3 0 16,0 3 0-16,0 0 0 0,-1 0 0 0,0-1 0 16,1-6-128-16,1-1-16 0,0-1 0 0,1-1 0 15,-2-6-752-15,2 2-160 0,1-6-32 0,0-1 0 16,-1-1-1200-1,1-8-240-15,0 0-48 0,0 0-11568 0,0 0-2320 0</inkml:trace>
  <inkml:trace contextRef="#ctx0" brushRef="#br0" timeOffset="-169785.19">12600 13545 31327 0,'-7'-7'1392'0,"3"6"272"0,0 0-1328 0,4 1-336 15,0 0 0-15,0 0 0 0,0 0 4800 0,0 0 880 16,0 0 176-16,0 0 32 0,0 0-3856 0,10 4-784 15,2 0-160-15,2-2-16 0,3-2-688 0,0 0-144 0,3-1-32 0,3-2 0 16,2-2-208-16,1 1 176 16,3 0-176-16,1-1 160 0,0-3-160 0,0-1 0 0,-2-1 0 0,0 1 128 15,-3 1-128-15,-1 0 0 0,0 0 0 0,-5 2 0 16,-2 2 0-16,-1 1 0 16,-4 0 0-16,-3 5 0 0,0 2 0 0,-3 1 0 0,-3 4 0 0,-2 1 0 15,-2 2 0-15,0 1 160 16,-1 2-32-16,-1 0-128 0,-1 3 320 0,0 1-32 0,0-4-16 15,0 2 0-15,0-1-272 0,1 0 0 0,2-3 128 16,1-2-48-16,0-2-80 0,1-1 0 0,-1-8 0 16,0 0 0-16,0 0 0 0,6 4-240 0,-1-3 80 0,1 1 16 15,3-5 0-15,1-2 0 0,-1-2 0 0,0-2 0 16,0 0 144-16,3-4-192 0,1-1 192 0,1-2-192 16,2-1 192-16,-1 0-192 0,1-4 192 0,0 3-192 15,-3 0 192-15,0 4 0 0,-2 3-144 0,0 1 144 0,-2 2 0 16,-1 3 0-16,-2 1 0 0,-6 4 0 0,0 0 0 0,0 0 128 15,4 9 0-15,-1 3 0 0,-2-3 64 16,0 2 16-16,1 1 0 0,-1 0 0 0,0 0-208 0,1-1 144 16,-1 1-144-16,2 0 128 0,-1-2-128 15,1 1 0-15,-1-1 0 0,4-3 0 0,-1 1-320 0,1-3-64 16,2 0 0-16,0 0 0 16,1-4-768-16,-2 1-176 0,-7-2-16 0,9 1-16 15,0-1-1216-15,0-1-240 0,1-2-64 16,0 1 0-16,0 0-1168 0,-2 0-240 0,0-6-64 0</inkml:trace>
  <inkml:trace contextRef="#ctx0" brushRef="#br0" timeOffset="-169190.04">13517 13459 4607 0,'3'-5'400'0,"-1"-2"-400"16,-2 1 0-16,0 6 0 0,0 0 7664 0,0 0 1440 15,0 0 304-15,0 0 48 0,-2 6-4816 0,0 5-960 16,0 2-192-16,-2 0-32 0,1 1-1648 0,2 3-320 16,-2 1-64-16,1 0-16 0,-1-2-688 0,2 1-144 15,-2-1-16-15,3-1-16 0,1 1-288 0,1-2-64 16,0-2-16-16,1-2 0 0,1 0-176 0,0-4 0 0,0-2 0 0,1 1 0 15,-5-5 0-15,5 2 0 0,0-1 0 0,2-2 0 16,-1-3 0-16,0 0 0 0,-1-3 0 0,0-3 0 16,3-2-208-16,-2 0 80 0,0-1 128 0,0-2-208 15,2-2 32-15,1-6 16 0,1 3 0 0,2-6 0 16,1-1-64-16,0-2-16 0,0-5 0 0,2-3 0 16,0-2 48-16,1 1 0 0,0 0 0 0,0 4 0 15,-1 3 192-15,-2 5-144 0,-3 1 144 0,-2 6-128 16,0 4 128-16,-3 5 0 0,-1 4 0 0,-4 6 0 15,0 0 320-15,0 0-16 0,0 0 0 0,3 9 0 0,-2 2-16 16,-1 5 0-16,0 0 0 0,0 3 0 16,0 3-144-16,0 2-16 0,0 2-128 15,0 3 192-15,0-2-192 0,1 0 128 0,1 1-128 0,0-1 0 0,1-3 0 0,1-4 128 16,1 3-128-16,1-4 0 0,0-1 0 0,-2 1 0 16,-1-5 0-16,1 2 0 0,2-3 0 0,0-6 0 15,-3 1 0-15,-3-8 0 0,4 8 0 0,-4-8 0 16,5 4 0-16,-5-4 0 0,0 0 0 0,0 0-160 15,0 0 160-15,0 0-128 0,0 0 128 0,0 0-160 16,5-4 160-16,-1-2-160 0,1 0 160 0,0-1-192 16,1-3 192-1,0 3-192-15,-1-5 192 0,3 0-192 0,1 2 192 0,0 1-192 0,-1-4 192 0,0 2-160 16,3-2 160-16,0 3-160 0,2 1 160 0,-1-2 0 16,-2 2-144-16,2 2 144 0,-1 2 0 0,-1 1 0 15,0 2 0-15,1 2 0 0,-11 0 0 0,10 0 0 0,-1 2 0 16,1 4 0-16,-10-6 0 0,9 9 0 0,-1 2 0 0,-3 1 0 15,-3-1 144-15,-2 2-144 16,0 2 160-16,-1 1-160 0,-2 0 144 0,0-1-144 0,-3 0 128 0,0-1-128 16,-2 4 0-16,0-5 128 0,0 0-128 0,2-1 0 15,-3 0 0-15,-2-3 0 16,0-1-224-16,-1-2 80 0,1 1-1072 16,2-5-192-16,1 0-64 0,2 0 0 0,-3-2-2688 15,9 0-560-15</inkml:trace>
  <inkml:trace contextRef="#ctx0" brushRef="#br0" timeOffset="-168991.12">14247 13343 15663 0,'0'0'1392'0,"0"0"-1120"0,1 12-272 0,-1-2 0 0,-1 3 6448 0,0 0 1232 16,-1 0 240-16,1 1 48 0,0-1-4832 0,-2 3-976 16,2-3-192-16,0 2-48 0,1 0-832 0,1-1-192 15,-1 2-16-15,1 1-16 0,1-3-608 0,0-1-128 16,-1-1-128-16,2-1 176 0,-3-1-176 0,0-10 0 15,1 9-160-15,-1-9 160 16,3 5-1504-16,-3-5-208 0,0 7-32 0,0-7-13344 16,0 0-2656-16</inkml:trace>
  <inkml:trace contextRef="#ctx0" brushRef="#br0" timeOffset="-168372.01">14324 13356 41695 0,'0'0'1856'0,"0"0"368"0,0 0-1776 0,0 0-448 16,0 0 0-16,8-1 0 0,0-2 1280 0,-1 3 160 0,3 3 32 0,0-1 16 16,-2 5 176-16,1 1 16 0,0 1 16 0,1 1 0 15,0 3-736-15,-3 1-160 0,0 2-32 0,-2 0 0 16,0-1-224-16,-2 4-48 0,1-4-16 0,0 2 0 16,-2 0-224-16,1 0-64 0,-2-4 0 0,1-1 0 15,0 0-192-15,1-2 176 16,-1-1-176-16,1-1 160 0,-3-8-160 0,0 0 0 0,0 0 0 0,0 0 0 15,0 0 0-15,0 0 0 0,0 0 0 0,8 1 0 16,0-1 0-16,0-1 0 0,-1-3-160 0,0 0 160 0,-2-5-192 0,3 0 192 16,-2-3-208-16,2 0 80 0,1-1-48 0,2-1 0 15,-1 0 0-15,1-1 0 0,-2 2-16 0,0 2 0 16,0-2 0-16,0 1 0 0,-1 4 32 0,-2 2 0 16,0-1 0-16,-6 7 0 0,0 0 160 0,0 0-128 15,0 0 128-15,0 0-128 0,0 0 128 0,2 9 224 16,0-1-48-16,-1 4-16 0,-2-1 0 0,2 2 0 15,0 0 0-15,1 1 0 0,-1-1-160 0,3 0 128 0,1 0-128 16,3 0 128-16,1-2-128 0,0 1 0 16,0 1 0-16,2-4 0 0,3-1 0 0,2-1 0 15,-2-1-128-15,2-3 128 0,-1 1 0 0,2-4 0 16,-1-4-144-16,1 1 144 0,-2-2 0 0,2 0-160 16,-1-3 160-16,0 0-128 0,-3-1 0 0,2-1 0 0,1-4 0 15,0 0 0-15,-1-3-64 0,1 0-16 16,-2-1 0-16,-2 1 0 0,-3 0-96 0,-1-1-16 15,0 4 0-15,-4 0 0 0,-4 4 48 0,-2 2 0 16,2 8 0-16,0 0 0 0,-7-2 448 0,-1 3 80 16,0 3 32-16,-1 1 0 0,-2 0 112 0,1 4 32 15,-1 3 0-15,2 0 0 0,2 0-144 0,0 1-32 0,2-3 0 0,1 4 0 16,1 2-64-16,3 0 0 0,0-2-16 0,5 2 0 16,3-3-176-16,1 1 0 0,2 0 0 0,3-1 0 15,2-1 0-15,1-3 0 0,0-1 0 0,1-1 0 16,0-3-560-1,2-2-32-15,1 1-16 0,-3-3 0 0,-1-2-992 16,-2 0-192-16,2-2-32 0,-4 0-16 0,1-2-1744 0,-1-2-336 16,0-4-80-16</inkml:trace>
  <inkml:trace contextRef="#ctx0" brushRef="#br0" timeOffset="-168083.61">15278 12999 17503 0,'0'0'1552'0,"0"0"-1232"0,-5-2-320 0,1 2 0 0,0 0 4960 0,4 0 928 15,0 0 192-15,0 0 48 0,2 9-3072 0,0-1-624 16,3 4-112-16,1 0-16 0,0 1-368 0,3 1-64 16,3 3-16-16,2 1 0 0,2 2-944 0,1 1-192 15,1 1-32-15,2 1-16 0,-2 2-224 0,3 4-32 16,1 2-16-16,0 2 0 0,-1-1-176 0,4 9-32 16,-3-3-16-16,-3-2 0 0,-2 1-128 0,-2-1-48 15,-2 1 0-15,-4-1 0 0,-3 1 0 16,0-2 0-16,-5 0 0 0,-2 0 0 0,-3 0 0 0,-3 1 0 15,-1-4 0-15,-1-2 0 0,0-1 0 0,-4-3 0 16,-1-3 0-16,-2-3 0 0,0-3 0 0,1-1 0 16,-2-3 0-16,1-2 0 0,1-4 0 0,0-1 0 15,2 0 0-15,1-3 0 16,2 1-1216-16,1-1-128 0,1 0-16 0,0-1-23424 0</inkml:trace>
  <inkml:trace contextRef="#ctx0" brushRef="#br0" timeOffset="-166699.33">2386 14914 46015 0,'0'0'2048'0,"0"0"400"0,0 0-1952 0,0 0-496 0,0 0 0 0,12 2 0 16,-12-2 640-16,0 0 48 0,0 0 0 0,0 0 0 15,0 0 400-15,3 10 96 0,-3-3 16 0,0-7 0 16,-6 11-320-16,-2-1-64 0,-1 5-16 0,-3-2 0 15,-2-2-336-15,0 2-64 0,-1-1-16 0,-2 1 0 16,0-1-240-16,2 0-144 0,-2-1 160 0,1 1-160 0,0 2 144 16,3-1-144-16,-1-1 128 0,2-1-128 15,2-2 0-15,-1-1 0 0,2-2 128 0,9-6-128 16,-9 7 0-16,9-7 0 0,-9 6 0 0,9-6 0 0,0 0 0 0,0 0 0 16,0 0 0-16,0 0 0 15,0 0 0-15,5 7 0 0,4-1 0 0,2-2 0 16,-1-3 0-16,3-1 0 0,2 0 0 0,2-1 0 15,-2-2 0-15,6 2 0 0,3-5-144 0,2 0 144 0,-3 1 0 0,2 3-128 16,0-5 128-16,1 2 0 0,0 0-240 0,-1-1 64 16,-2 1 16-16,-1 3 0 15,-1-2-512-15,-1 1-96 0,-3-2-32 0,-2 2 0 16,-3 1-928-16,-2 0-176 0,-2 4-32 0,-8-2-16 16,0 0-2272-16,0 0-448 0</inkml:trace>
  <inkml:trace contextRef="#ctx0" brushRef="#br0" timeOffset="-166466.03">2411 14928 27647 0,'-4'-9'2448'0,"4"9"-1952"0,0 0-496 15,0 0 0-15,0 0 3664 0,0 0 640 0,0 0 128 0,0 0 32 16,0 0-2736-16,0 0-528 0,9 10-112 16,-1 2-32-16,-2 1 272 0,1 2 48 0,-2 0 16 0,1 3 0 15,1 5-624-15,-2 3-112 0,0 2-16 0,-1 5-16 16,-1 0-240-16,-1 3-32 0,-2 3-16 0,2-1 0 15,-1-3-128-15,0-2-16 0,1 1-16 0,-2-6 0 16,0 0-176-16,0-5 0 0,0-3 0 0,2-3 0 16,1-3-384-1,-1-2-96-15,1-4-32 0,-3-8 0 0,0 0-1680 0,11 5-352 0,-1 0-64 16,2-5-19104-16</inkml:trace>
  <inkml:trace contextRef="#ctx0" brushRef="#br0" timeOffset="-166266.79">2781 15194 22111 0,'-5'-6'1968'0,"5"6"-1584"0,-3-3-384 0,3 3 0 0,0 0 5776 0,0 0 1072 16,10-5 224-16,0 2 32 0,0-3-5008 0,0 0-1008 15,0 3-208-15,4 0-48 0,4 2 48 0,-5-3 0 16,-2 0 0-16,3 1 0 0,3-1-592 0,1 2-112 16,0-2-32-16,2-1 0 15,0 2-576-15,-2 2-112 0,1-3-32 0,1 1 0 16,-1-2-1472-16,2 2-320 0,3 1-48 0,-3 2-11632 15,-3 0-2336-15</inkml:trace>
  <inkml:trace contextRef="#ctx0" brushRef="#br0" timeOffset="-166039.84">3322 14786 43359 0,'0'0'1920'0,"0"0"400"0,0 0-1856 0,0 0-464 0,0 9 0 0,0 3 0 16,0 1 1712-16,0 3 240 0,0 2 48 0,0 1 16 15,0 5-480-15,1 2-112 0,0 0-16 0,2 1 0 16,-2 2-832-16,2-4-192 0,1 1-16 0,-1-1-16 16,2-2-224-16,0 1-128 0,0-4 128 0,0 0-128 0,1 0 144 0,-2-3-144 15,-1-2 192-15,1-2-192 0,2-1 0 16,-1-3 0-16,-1-1-160 0,0-3 160 16,1 2-1072-16,-5-7-80 0,0 0-32 0,0 0 0 15,6 1-1872-15,1 0-368 0,1-1-80 16</inkml:trace>
  <inkml:trace contextRef="#ctx0" brushRef="#br0" timeOffset="-165839.85">3778 14940 51999 0,'0'0'2304'0,"0"0"480"0,0 0-2224 0,0 0-560 15,0 0 0-15,0 0 0 0,0 0 704 0,0 0 48 0,0 0 0 0,0 0 0 16,0 0-480-16,0 0-80 16,0 8-32-16,0-8 0 15,0 6-1120-15,0 2-208 0,1 0-48 0,2 4-16 16,1-2-2848-16,0 3-560 0</inkml:trace>
  <inkml:trace contextRef="#ctx0" brushRef="#br0" timeOffset="-165700.75">3825 15168 5519 0,'0'0'496'0,"0"0"-496"0,0 0 0 15,0 0 0-15,-5 4 8624 0,5-4 1616 0,0 0 336 0,0 0 64 16,-1 6-7632-16,1-6-1520 0,0 0-304 0,0 0-64 16,0 0-240-16,0 0-48 0,0 0-16 0,0 0 0 15,0 0-1184 1,7 2-224-16,1-2-48 0,1 1-21296 0</inkml:trace>
  <inkml:trace contextRef="#ctx0" brushRef="#br0" timeOffset="-165072.89">4382 14932 22111 0,'-3'-9'1968'0,"3"9"-1584"0,-1-9-384 0,1 9 0 0,-1-5 4096 0,1 5 752 0,0 0 144 0,0 0 16 16,0 0-2432-16,0 0-480 15,0 0-112-15,0 17 0 0,-2-2-576 0,1 3-128 0,0 2 0 0,-1 0-16 16,0-1-560-16,-1-2-128 16,1 3 0-16,0-5-16 0,1 1-368 0,0 0-64 0,-1-1 0 0,2-2-128 15,2-2 0-15,-2-11 0 16,0 9-192-16,0-9 48 16,5 8-2688-16,0-2-544 0,-5-6-96 0</inkml:trace>
  <inkml:trace contextRef="#ctx0" brushRef="#br0" timeOffset="-164614.62">4490 14769 5519 0,'0'0'496'0,"-4"-5"-496"0,-1 0 0 0,5 5 0 0,0 0 9152 16,0 0 1728-16,0 0 336 0,0 0 80 16,0 0-9344-16,0 0-1952 0,0 0-224 0,0 0-128 15,0 0-96-15,12 10-32 0,1 1 0 0,0-4 0 16,1 4-976-16,2 1-192 0,1-2-32 0,-2 0-16 15,0-1 576-15,-1 2 112 0,-1-1 32 0,1-1 0 0,-2 1 800 0,0 0 176 16,-12-10 0-16,10 13 0 0,-2-1 1120 0,-3 0 176 16,-5-12 48-16,0 0 0 0,4 13 544 0,-4-13 112 15,0 10 32-15,0-10 0 0,-1 13-512 0,1-13-112 16,-8 8 0-16,3 1-16 0,-2-1-496 0,2-2-80 16,0 1-32-16,-2-1 0 0,0 1-272 0,0 1-64 15,7-8-16-15,-6 6 0 0,6-6-208 0,-7 7-32 16,7-7-16-16,0 0 0 0,0 0-176 0,0 0 0 15,0 0 0-15,0 0 128 0,0 0-128 0,9 8 0 16,-9-8 0-16,13 3 0 0,0 7 0 0,0-6 0 16,0-1 0-16,0 1 0 0,-1 0 0 0,0 0 0 15,1 0 0-15,-3 3 0 0,-10-7 0 0,9 6 0 16,-9-6 0-16,8 8 0 0,-1 2 0 0,-3-2 0 16,-4-8 0-16,1 11 0 0,-2-2 0 0,-2 0 128 15,-2-1-128-15,-2 0 128 0,-1 1 0 0,-1-2-128 0,-1 3 192 0,1-4-64 16,-3 1-128-16,-1-1 0 0,0 1 144 0,0 0-144 15,-1 0-128-15,1 0-112 0,0-2-16 0,-4 0 0 16,4-2-1664 0,5-1-320-16,8-2-80 0,0 0-16 0,0 0-2688 15,0 0-544-15</inkml:trace>
  <inkml:trace contextRef="#ctx0" brushRef="#br0" timeOffset="-164372.77">4976 14956 15663 0,'0'0'1392'0,"0"0"-1120"0,0 0-272 0,0 0 0 15,-1 10 5872-15,-3 2 1104 0,1 1 240 0,0 1 32 0,-3 0-3952 0,1 1-800 16,0 0-144-16,0 0-48 0,-2-1-1024 0,2 0-192 16,1 1-64-16,0-1 0 0,2-3-656 0,0-1-144 15,1-2-32-15,1 0 0 0,0-8-192 0,0 0 0 16,0 0 128-16,0 0-128 0,0 0 0 0,8 4 0 16,-8-4 0-16,11-2-160 15,0 0-208-15,-2-5-32 0,-2-2-16 0,-1 1 0 16,1-4-288-16,-1 2-64 0,-1-3-16 0,-1 0 0 15,-1 0-144-15,-1 0-32 0,1 1 0 0,-2-4 0 16,-1 2-64-16,0-3 0 0,-1-1-16 0,0 0 0 16,-1-1-1968-16,1 2-400 0,0 1-80 0</inkml:trace>
  <inkml:trace contextRef="#ctx0" brushRef="#br0" timeOffset="-163951.8">5056 14734 25279 0,'9'-8'1120'0,"-9"8"224"0,6-6-1072 16,1 0-272-16,-1 1 0 0,2 3 0 0,-1-4 2240 0,-1 5 384 0,-6 1 64 15,0 0 32-15,9 0-160 0,-9 0-48 0,8 4 0 16,0 4 0-16,-1 2-672 0,-2 5-144 0,0 0-32 0,0 6 0 16,1 1-544-16,-1 6-112 0,0-1-32 0,0 0 0 15,0 3-448-15,1-1-80 0,-1 0-32 0,0-2 0 16,-1-1-96-16,1-5-32 0,-1 0 0 0,0-2 0 16,0 0-288-16,0-4 0 0,-2 0 0 0,0-6 0 15,0-1 128-15,-2-8-128 0,0 0 192 0,0 0-192 0,0 0 144 16,0 0-144-16,0 0 0 0,0 0 144 15,0 0-144-15,0 0 0 0,0 0 0 0,0 0 0 0,4-11-144 0,0 1 144 16,1-2-192-16,2 0 192 0,1-1-256 0,2-1 48 16,1 0 16-16,2 0 0 0,0-1-80 15,1-1-16-15,0 1 0 0,2 0 0 0,1 2 32 0,0 1 0 16,-3 2 0-16,1 2 0 0,-1 3 64 0,-1 1 32 16,-1 0 0-16,-2 5 0 0,0 3 160 0,0 3-128 15,-3-1 128-15,-1 4-128 0,-2 0 128 0,-2 2 0 16,-1 1 0-16,-1 2 0 0,-2 0 144 0,-1-1-144 15,-2 2 192-15,-1-1-192 0,-2 1 240 0,0 0-64 16,-1-2-16-16,0-1 0 0,0 0-32 0,-2-1-128 16,-1-2 192-16,1 1-64 0,-2-4-128 0,1 1-192 15,0-1 32-15,3 1 16 16,4-4-2400-16,-2 1-464 0,-1-1-112 0,8-4-10896 16,0 0-2192-16</inkml:trace>
  <inkml:trace contextRef="#ctx0" brushRef="#br0" timeOffset="-163374">5700 14907 30399 0,'-3'7'2704'0,"1"5"-2160"0,-1-2-544 0,-2 3 0 15,0 1 3904-15,-1 2 688 0,0-2 128 0,-1 5 16 16,1-5-2608-16,-1 2-528 0,2-2-96 0,2 0-32 16,0-2-832-16,0-2-160 0,0 0-32 0,2-3-16 15,0 0-304-15,1-7-128 0,0 0 0 0,0 0 128 0,0 0-128 0,6 5-192 16,1-5 32-16,1 0 16 15,-1-5-496-15,1 0-80 0,0-2-32 0,1 1 0 16,0-1-272-16,-1-3-64 0,0-1-16 0,0 0 0 16,0-3 208-16,-2 1 64 0,-1-1 0 0,1 1 0 0,-3-3 336 0,3 3 80 15,-1 2 16-15,0 0 0 0,-1 1 400 16,1 1 0-16,0 1 0 0,-1 3-128 0,-4 5 400 0,0 0 96 16,0 0 16-16,0 0 0 0,0 0 224 0,8 5 48 15,-1 0 16-15,-2 3 0 0,0 1 32 0,-2 0 0 16,-1 5 0-16,4 0 0 0,-3-1-128 0,3 0 0 15,-1 1-16-15,1-1 0 0,0 0-192 0,-2 0-48 16,-1 0 0-16,1-2 0 0,0-1-128 0,0-1-16 16,0 0-16-16,0-2 0 0,-4-7-32 0,0 0-128 15,0 0 192-15,7 4-64 0,-7-4-128 0,7 0 160 16,1-3-160-16,0 0 160 0,-1 2-160 0,-1-7 0 16,2-1 0-16,0 0 0 0,1-1-128 0,-1-2 128 15,-1-1 0-15,3-3 0 0,-1-1 0 0,1-1 0 16,2-2 0-16,1 0 0 0,0-3-160 0,-1 4 160 15,2 1 0-15,-1 1-144 0,0 2 144 0,-1 5 0 0,-3 2 0 0,0 2 0 16,-2 3 0-16,-7 3 144 0,0 0-16 0,7 5-128 16,0 3 448-16,-1 2 0 0,0 3-16 0,-2 3 0 15,-2 1-96-15,1 3-16 0,-2-3 0 0,0 2 0 16,1-1-128-16,0 1-48 0,1-2 0 0,0 2 0 16,-1-3-144-16,1-1 0 0,-2 0 0 0,2-4 128 15,-2-1-128-15,0-3 0 0,1 0 0 0,-2-7 0 16,0 0 0-16,0 0-144 0,0 0 144 0,0 0-208 15,0 0-1072-15,0 0-224 0,0 0-32 0,0 0-16 16,0 0-2512-16,0 0-496 0,6-14-112 16,2-3 0-16</inkml:trace>
  <inkml:trace contextRef="#ctx0" brushRef="#br0" timeOffset="-163231.2">6227 14727 39279 0,'0'0'1728'0,"0"0"384"0,-4-4-1696 0,4 4-416 0,0 0 0 0,0 0 0 0,0 0 752 0,0 0 64 15,0 0 16-15,0 0 0 0,0 0-448 0,0 0-96 16,4 14-16-16,1-4 0 16,1 0-1104-16,2 1-240 0,1 2-32 0,2 1-11040 15,2 1-2192-15</inkml:trace>
  <inkml:trace contextRef="#ctx0" brushRef="#br0" timeOffset="-163009.96">6539 14854 5519 0,'0'0'496'0,"0"0"-496"16,0 0 0-16,0-7 0 0,0 7 6848 0,0 0 1264 0,0 0 256 15,0 0 48-15,0 0-4336 0,0 0-880 16,0 0-160-16,-7 7-32 0,-3 2-1088 0,0 4-192 0,0 3-64 16,-2 1 0-16,0 3-704 0,0 1-160 0,2 1-32 0,2-1 0 15,0-1-240-15,2-2-48 0,1-1-16 0,1-3 0 16,2 3-240-16,4-2-48 0,-1-5-16 0,3-1 0 16,2-1-160-16,2 0 0 0,1-2 0 15,3 0 0-15,1-2 0 0,2-2 0 0,0-1 0 16,2-1 0-16,1 0 0 0,3-1-176 0,4 0 48 0,0-3 0 15,1-1-1728-15,13-2-320 16,0 2-80-16</inkml:trace>
  <inkml:trace contextRef="#ctx0" brushRef="#br0" timeOffset="-162150.65">7516 14671 27647 0,'-9'-11'2448'0,"2"8"-1952"0,-1 0-496 15,-1 3 0-15,0 3 4672 0,1 3 832 0,1 2 160 0,-1 4 32 16,1 1-3664-16,1 8-752 0,-2 5-128 0,0 4-48 0,3 4 48 0,1 5 16 16,0-2 0-16,3 0 0 0,-1 1-736 15,4-4-160-15,-1-3-16 0,2 1-16 0,-2-6-112 0,0-2 0 16,2-1-128-16,-1-6 192 0,1-2-192 0,0-2 144 16,-3-13-144-16,0 0 128 0,1 9-128 0,0-2 0 15,-1-7 144-15,0 0-144 0,0 0 0 0,0 0 0 16,0 0 0-16,0 0 0 0,0 0 0 0,0 0 0 15,2-8-128-15,1-2 128 0,1-2-208 0,2-1 32 16,0-3 16-16,2-1 0 0,1-1-96 0,0-3-32 16,2-2 0-16,0-3 0 15,2-2-160-15,2 1-16 0,-1-1-16 0,7-8 0 16,-4 9-80-16,-3 4-16 0,-2 6 0 0,-2 3 0 0,-2 5 208 0,-8 9 48 16,0 0 0-16,0 0 0 0,11 4 320 0,-11-4 0 15,6 13 0-15,-1 3 0 0,-1 1 384 0,-1 2-16 0,-2 3 0 16,1 0 0-16,-1-1-112 0,1 1 0 0,2 1-16 0,0-3 0 15,0 0-240-15,1 0 144 0,2-5-144 16,1 1 128-16,1-2-128 0,-3-5 0 0,2-1 144 0,1-1-144 16,2 1 0-16,-1-3 0 0,2-1 0 15,0-2 0-15,-1 0-128 0,1-1 0 0,-1-1 0 16,0 0 0-16,1-3-112 0,-2-1-16 0,1 0 0 0,-1-1 0 16,-1-1-80-16,1-2-32 0,-3-1 0 15,2 0 0-15,1-2-80 16,-1-1 0-16,0-1-16 0,-1 0 0 15,-2 0-128-15,-1-1-32 0,1-2 0 0,-2 2 0 0,-1 0 48 16,1 1 0-16,-1 0 0 0,-2 2 0 0,-2 2 272 0,0 3 64 0,-2 0 16 0,-1 2 0 0,-1 3 224 0,-2 4 256 16,1 2-48-16,-1 1-16 0,1 4 496 0,-2 0 80 15,0 3 32-15,3 1 0 0,1 1-224 16,0-1-64-16,0 0 0 0,3 1 0 0,1 0-320 0,1 0-192 16,2-1 192-16,2-1-192 15,3 1-752-15,2-1-256 0,5 1-48 0,2-4-16 16,2-1-1936-16,2-1-384 0,1-2-64 0,3 0-8160 15,2-6-1632-15</inkml:trace>
  <inkml:trace contextRef="#ctx0" brushRef="#br0" timeOffset="-161562.75">8371 15008 9215 0,'13'-21'400'0,"-8"12"96"0,-2-3-496 0,0-2 0 16,-2 1 0-16,0-8 0 0,-1 5 4976 0,-2 10 896 16,-4 0 176-16,-1 5 32 0,-3-3-2176 0,-1 5-448 15,-4 3-96-15,-2 4-16 0,-1 3-976 0,-1 2-208 16,-2 4-48-16,0-3 0 0,0 3-992 0,2 0-208 15,0 1-32-15,4-4-16 0,0 2-432 0,4-2-96 16,1-1-16-16,4-1 0 0,1 0-320 0,1 0 0 16,2-6 0-16,2-6 128 0,2 8-368 0,2-2-64 15,0 4-16-15,2-6 0 16,1-2-384-16,2-1-96 0,0-1-16 0,0-1 0 16,1-3-240-16,1 2-48 0,-1-5-16 0,2 1 0 15,0-2-144-15,1-1-16 0,-1 0-16 0,-1-1 0 16,1 1 16-16,1-1 16 0,-1-2 0 0,0 0 0 0,-2-1 352 15,0 2 64-15,1-4 16 0,-2 4 0 0,0-3 480 0,-1 5 96 0,-4 2 32 0,0 0 0 0,-2 0 384 16,-2 7 80-16,0 0 16 0,0 0 0 16,0 0 768-16,0 11 144 0,-1 2 48 0,0 0 0 15,-2 1-192-15,2 1-16 0,-1-2-16 0,2 1 0 16,2 0-592-16,2 1-112 0,1-1-32 0,1-1 0 0,2-1-256 16,1-2 0-16,2-1 128 0,2-1-128 0,1-3-160 0,2-1-96 15,1-2 0-15,0-2-16 16,0 0-128-16,0-2-32 0,0 1 0 0,0-3 0 15,-1-1 192-15,1-2 48 0,-1 0 0 0,0-4 0 16,-2-1 192-16,-1-1 0 0,0-1 0 0,0-2 0 0,-1-2 0 16,0-1 128-16,-1-5-128 0,1 1 0 0,-1-3 144 0,0-2-144 15,2 0 0-15,2-5 144 0,-2 0-144 0,0 2 0 16,0-3 0-16,-2 5 0 0,0 6 384 0,-3 2 0 16,-2 5 0-16,-1 5 0 0,-1 3 576 15,-4 8 128-15,0 0 0 0,0 0 16 0,-1 8-112 0,-2 5-32 16,0 4 0-16,-3 5 0 0,0 4-208 0,-2 0-48 15,1 4-16-15,1 0 0 0,-1 0-368 0,2 0-80 0,0 0-16 16,2-1 0-16,1-2-224 0,2-2 0 16,1 0 0-16,0-6 0 0,1 1 0 0,-1-3 0 0,0-3 0 15,3-1-160 1,-2-1-864-16,0-4-160 0,-1-2-32 0,1 2-16 16,-2-8-1264-16,0 0-240 0,0 0-48 0,0 0-9936 0,0 0-1984 15</inkml:trace>
  <inkml:trace contextRef="#ctx0" brushRef="#br0" timeOffset="-161395.84">8611 14969 19343 0,'-5'-3'1728'0,"1"0"-1392"15,4 3-336-15,0 0 0 0,0 0 5696 0,0 0 1056 16,0 0 224-16,0 0 32 0,8-1-4832 0,2-3-976 16,2 0-192-16,2 2-48 0,3-1-352 0,3 0-80 15,1 1-16-15,2-2 0 0,6 0-512 0,2 1-192 16,2 2 0-16,3-3-14496 15,5 3-2896-15</inkml:trace>
  <inkml:trace contextRef="#ctx0" brushRef="#br0" timeOffset="-160694.77">9649 14875 12895 0,'-12'2'1152'0,"7"1"-928"16,-2 1-224-16,1 1 0 0,-2 3 7552 0,3 4 1456 0,0 1 288 0,-1 4 64 15,2-2-6896-15,1 2-1376 16,-1 0-288-16,1 0-48 0,0-1 192 0,2-1 32 16,0 1 16-16,1-2 0 0,0-1-608 0,0-1-128 15,0-4-32-15,1 0 0 0,0-2-80 0,-1-6-16 0,0 0 0 0,0 0 0 16,0 0 64-16,0 0 16 0,0 0 0 0,0 0 0 15,0 0 32-15,0 0 0 0,2-8 0 0,-1 1 0 16,-2-2-80-16,2-2-16 0,0 1 0 0,2-2 0 16,2-2-144-16,2-2 0 0,0-1 0 0,1-1 128 15,1-3-128-15,2 0-256 0,-2 1 64 0,4 1 16 16,1-1-960-16,3 2-192 0,-2 1-32 16,6-4-16-16,-3 6-2112 0,-6 8-416 0,-1 5-96 15</inkml:trace>
  <inkml:trace contextRef="#ctx0" brushRef="#br0" timeOffset="-160211.41">9817 15082 14735 0,'0'0'640'0,"0"0"160"0,0 0-640 0,0 0-160 16,0 0 0-16,0 0 0 0,0 0 5360 0,0 0 1040 15,0 0 192-15,8-4 64 0,0-2-4192 0,2-2-832 16,2-1-160-16,0-1-48 0,-2 0-608 0,2-2-128 16,-1-2-32-16,2 0 0 0,1 1-528 0,0-4-128 15,-1 0 0-15,0-2 0 0,-1 3 0 0,-1-1-144 16,0 0 144-16,-2 1-208 0,-3 2 64 0,0 2 16 15,-2 1 0-15,-2 4 0 0,-2 0 128 0,0 7 0 16,0 0 0-16,0 0 128 0,-8 7 192 0,1 2 64 16,-4 2 0-16,1 4 0 0,-1 0 192 0,1 5 32 15,1-2 16-15,1 2 0 0,0-1-336 0,3 1-64 16,1 0-16-16,1-4 0 0,2 0-208 0,2-4 0 16,2 1 0-16,2-1 0 0,3-3 0 0,1-1 0 0,0-2 0 15,0 1 0-15,2-5-384 0,-1 0 48 0,1 0 0 0,0-4 0 16,1-1-48-16,0-1-16 0,0 0 0 15,-1-5 0-15,1 0 256 0,1-2 144 0,0-2-160 0,0 0 160 16,0-2 0-16,0-2 0 0,0-2 0 0,0-1 0 16,-1 0 208-16,-2 1-64 0,2 2-16 0,-3 1 0 15,-1 3 160-15,-1 2 32 0,-2 5 0 0,-5 6 0 16,0 0 256-16,0 0 64 0,0 0 16 0,0 14 0 16,-3 6-16-16,-1 2 0 0,-1 4 0 0,-1 1 0 15,-2 5-48-15,1 0-16 0,-1 2 0 0,2 1 0 0,-1 2-272 16,2-2-64-16,0 2-16 0,1-1 0 0,0-3-224 0,0-2 144 15,0-1-144-15,2-5 128 0,-1-3-128 0,1-3 0 16,-2-2 0-16,1-2 0 16,2-5-736-16,-1-2-176 0,2-8-48 0,0 0 0 15,0 0-1728-15,0 0-368 0,0 0-64 0,0 0-17264 0</inkml:trace>
  <inkml:trace contextRef="#ctx0" brushRef="#br0" timeOffset="-160043.75">10281 14737 30399 0,'-12'-14'1344'0,"8"11"288"0,1-3-1312 0,-1 2-320 15,4 4 0-15,0 0 0 0,0 0 3904 0,0 0 704 16,0 0 128-16,0 0 48 0,0 0-3248 0,0 0-640 16,0 0-128-16,0 0-16 15,7-1-1440-15,3 1-272 0,0 0-64 0,2 3-16 16,1 1-3088-16,6 2-608 0</inkml:trace>
  <inkml:trace contextRef="#ctx0" brushRef="#br0" timeOffset="-159756.39">10401 15085 38639 0,'0'0'1712'0,"0"0"352"0,0 0-1648 0,0 0-416 0,0 0 0 0,9 6 0 16,0-5 1360-16,0 1 192 0,-1-4 48 0,3-1 0 0,0-1 128 0,2-3 48 15,2 1 0-15,-2-4 0 0,2 3-1024 0,2-5-208 16,0 0-32-16,0-1-16 0,-1 0-320 0,0-4-176 15,-1-2 192-15,1 0-192 0,-2 1 128 0,-2 1-128 16,0 0 0-16,-2 2 0 0,-2 0 128 0,-3 2-128 16,-4 1 0-16,-2 5 0 0,1 0 0 0,-4 3 0 15,-2 3 128-15,-3 3-128 0,-2 5 128 0,-2 2-128 16,-1 3 192-16,-2 2-192 0,1 3 256 0,-1 3-64 16,-1 1-16-16,1 1 0 0,2 0-176 0,1-1 0 15,1 0 144-15,4-4-144 0,1 2 0 0,1-3 0 0,4 2 0 16,0-2 0-1,4-3-1040-15,2-2-176 0,2-1-48 0,7 1 0 16,2-3-2064-16,0-1-400 0,1-5-96 0,-3-2-14416 0</inkml:trace>
  <inkml:trace contextRef="#ctx0" brushRef="#br0" timeOffset="-159343.89">10962 14853 32703 0,'2'-14'1456'0,"-3"9"288"0,1-1-1392 0,0 1-352 0,0 5 0 16,0 0 0-16,-4-4 2352 0,-1 2 400 0,-2 2 64 0,-1 6 32 15,-2-3-944-15,0 7-192 0,-2 1-48 0,0 4 0 16,-1 2-624-16,0 1-128 0,0 1-16 0,1 0-16 16,1 2-496-16,0-2-112 0,2 1-16 0,3-3 0 15,0 0-256-15,4-2 0 0,2 0 128 0,4-2-128 16,0 0 0-16,2-4 0 0,1-1-128 0,0-1 128 16,2-1-448-16,2-3 16 0,1 0 0 0,1-3 0 15,0-3-144-15,2 0-48 0,0-4 0 0,2-1 0 16,0-1-96-16,1-1-32 0,1-3 0 15,1 0 0-15,0-6 80 0,-1 1 16 0,1-7 0 0,1 1 0 16,-1-4-192-16,3 0-48 0,-1-5 0 0,-1-1 0 16,-1-1 320-16,0 1 48 0,-3 1 16 0,-3 5 0 0,-2 0 688 15,-3 5 144-15,-1 5 16 0,-3 1 16 0,-1 2 1024 0,-1 4 208 16,-3 5 32-16,0 6 16 0,0 0-192 0,0 0-32 16,0 0-16-16,0 0 0 0,-6 7-720 0,1 5-144 15,-1 2-16-15,-1 2-16 0,1 2-240 0,0 1-64 16,0 4 0-16,1 0 0 0,1-1-192 0,0 2 144 15,0-1-144-15,1 1 128 0,2-4-128 0,0 3 0 16,-1-3 0-16,1 0 0 0,-1 0 0 0,0-4-176 16,0 0 48-16,0 1 0 15,1-5-1232-15,-2 2-240 0,1-2-64 0,-1-2 0 16,1-1-1744-16,-1 1-368 0,3-10-64 0</inkml:trace>
  <inkml:trace contextRef="#ctx0" brushRef="#br0" timeOffset="-159111.61">11058 14945 11055 0,'0'0'976'0,"0"0"-784"0,0 0-192 0,0-6 0 16,1-1 5296-16,2 2 1008 0,1 0 208 0,1-2 32 16,3 2-3472-16,1 0-704 0,0 2-144 0,3-2-32 15,1 1-512-15,1 0-96 0,2 1-32 0,1 0 0 16,0 3-528-16,-1 0-96 0,-2 0-32 0,0 0 0 16,1 0-176-16,-2 2-32 0,-3 2-16 0,2-1 0 0,-3 3-208 0,0 2-32 15,-1 1-16-15,-2 3 0 0,0 0-256 0,0 1-160 16,-1 1 192-16,-1 2-192 0,-2-2 128 15,-1 2-128-15,-1-5 0 0,0 1 0 32,0 1-336-32,1-4-128 0,-1 2-32 0,0-4 0 0,0 0-1648 0,0 2-336 0,1-1-64 15,1-3-18848-15</inkml:trace>
  <inkml:trace contextRef="#ctx0" brushRef="#br0" timeOffset="-158489.3">11351 14850 3679 0,'0'0'320'0,"0"-7"-320"15,0 1 0-15,2-2 0 0,-1-1 6640 0,2 2 1248 0,-1 1 256 0,2 1 48 16,0 1-6336-16,-4 4-1264 16,7-5-256-16,0 3-48 0,-7 2-288 0,11 0 0 15,1 0-208-15,1 2 80 16,1 0-2160-16,3 1-416 0,0-2-96 0,1 2-16 16,0-1 768-16,-1 1 128 0,2 0 48 0,-2-2 0 0,-2 4 1376 0,0-4 288 15,-2 2 48-15,-2 0 16 0,-2-1 3344 0,-1 2 656 16,-8-4 144-16,7 7 32 0,-2 0-672 0,-2 3-128 15,-3-3-32-15,-2 4 0 0,-2 1-912 0,0 2-192 16,-1 2-48-16,-1-1 0 0,-2-1-752 0,0 2-144 16,0-2-48-16,0 1 0 0,1-2-496 0,0 0-96 15,1-4-32-15,0 0 0 0,1 2-256 0,1-5-48 0,2 1-16 16,2-7 0-16,0 0-160 0,0 0 0 0,0 0 144 0,0 0-144 16,0 0 0-16,0 0 0 0,0 0 0 0,0 0 0 15,7 0 0-15,1-4-128 0,0-2 128 0,1 3-128 16,2-7 128-16,0 1 0 0,1-1-144 0,2-2 144 0,0-2 0 0,1-2 0 15,1-1-144-15,1 2 144 0,2-1 0 16,0 3 0-16,-3 1-128 0,-1 4 128 0,-2 2 0 0,-3 5 0 16,-1-2 0-16,-1 6 0 0,-8-3 0 0,8 6 0 15,-3 3 128-15,1 2-128 0,-3 0 224 0,0 4-48 16,-2-1-16-16,2 0 0 16,-2 1-32-16,2 0 0 0,-1-3 0 0,1 1 0 0,0-2-128 15,1-1 0-15,-1-1 144 0,1-1-144 0,0 0 0 0,0-2 144 16,-4-6-144-16,7 4 0 15,-2 0 144-15,-5-4-144 0,6 1 0 0,-6-1 144 0,7 0-144 0,1-1 0 16,0-4 144-16,1 0-144 0,0-3 0 0,1-1 0 16,2 0 0-16,0-6 0 0,1 1 0 0,4-2 0 15,2-2-128-15,2-2 128 0,0 1-160 0,1 1 160 16,2 1-192-16,-2 2 192 0,-1 2-160 0,-2 4 160 16,-3 3-128-16,0 3 128 0,-2 3 0 0,0 4 0 15,-1 1 0-15,-1 2 0 0,-2 2 256 0,1 3-32 16,-1-1 0-16,-1 2 0 0,-1 2-96 0,0-1 0 15,0 0-128-15,-2-1 192 0,1 0-192 0,-2 0 0 0,2-1 0 0,-2 0 0 32,-1 0-336-32,0-2-176 0,1-2-16 0,0 2-16368 0,2 3-3264 0</inkml:trace>
  <inkml:trace contextRef="#ctx0" brushRef="#br0" timeOffset="-156141.98">13070 15592 20271 0,'2'-24'1792'0,"1"11"-1424"0,0 4-368 0,-3 9 0 0,0 0 3552 0,0 0 640 15,7-2 128-15,4 0 32 0,2-2-3200 0,4 4-624 0,2 0-128 16,5 2-16-16,2-5 480 0,7 3 96 0,6 1 32 16,5-1 0-16,5 0-448 0,6-1-96 0,5-3 0 0,5 0-16 15,5 0-96-15,4-2-16 16,7-3 0-16,2-1 0 0,2 0 208 0,3-2 48 0,2 1 0 0,3-1 0 15,0 3-240-15,-3-3-32 0,-3 3-16 16,-2 1 0-16,-6 0-288 0,-6 2 160 16,-6 0-160-16,-5 3 128 0,-2-1-128 0,-6 1 0 0,-7 0 144 0,-4 0-144 15,-4-3 0-15,-4 4 0 0,-4-3 0 0,-3 1 128 16,-6 0-128-16,-4 0 0 0,-4 1 0 0,-2-1 0 16,-2 2 0-16,-10 2 0 0,0 0 0 0,0 0 0 15,0 0 0-15,0 0 0 0,0 0 0 0,0 0-128 16,0 0-64-16,0 0 0 0,0 0 0 0,0 0 0 15,0 0-1888-15,0 0-384 16,-9 6-80-16</inkml:trace>
  <inkml:trace contextRef="#ctx0" brushRef="#br0" timeOffset="-70806.75">21179 9413 13823 0,'0'0'1216'0,"-4"0"-960"15,-1 0-256-15,0 0 0 0,-2-2 4320 0,2 2 816 16,1-1 176-16,4 1 16 0,0 0-3616 0,-5 1-736 16,1 3-144-16,1 0-16 0,1 1 96 0,-2 1 32 15,0 4 0-15,0 1 0 0,0 4-400 0,0 3-80 0,-3-1-16 0,1 2 0 16,-1 2 64-16,1 4 16 15,-2-4 0-15,2 1 0 0,-1 1-80 0,1-4-32 0,-1-1 0 0,3-1 0 16,-1-3-176-16,0-1-48 0,-1-1 0 0,3-3 0 16,-3-1-48-16,6-8-16 0,0 0 0 0,0 0 0 15,0 0-128-15,0 0 0 0,0 0 0 0,0 0 0 16,3-7 0-16,1-3 0 0,0-3-192 0,1-3 192 16,0-2-176-16,2-1 176 0,-1-1-128 0,2-5 128 15,1 0 0-15,2 2-160 0,-1-4 160 0,0-1 0 16,4 3 0-16,-1-1-128 0,0 4 128 0,-3 3 0 15,-1 3 0-15,-1 4 0 0,0 3 0 0,0 4 0 0,-2 0 0 16,-6 5 224-16,0 0-16 0,11 5 0 0,-2 3 80 0,-1 3 16 16,-1 6 0-16,0 0 0 0,-1 3-112 15,1-2-32-15,-1 2 0 0,2 1 0 0,0 1-160 0,1-3 0 16,0 0 0-16,2-1 128 16,-1 0-1536-16,2-1-320 0,1 0-64 15,0-5-17376-15</inkml:trace>
  <inkml:trace contextRef="#ctx0" brushRef="#br0" timeOffset="-70114.22">21069 9580 9215 0,'0'0'816'0,"0"0"-656"0,0 0-160 0,0 0 0 16,-1-5 3072-16,0 0 592 0,-3 1 112 0,4 4 32 0,-3-7-1488 0,3 7-288 15,0 0-64-15,0 0-16 0,-1-6-528 0,1 6-96 16,0 0-32-16,0 0 0 0,0 0-368 0,0 0-80 15,0 0-16-15,0 0 0 0,0 0 64 0,0 0 0 16,0 0 0-16,3 10 0 0,-2 1-240 0,1 1-32 16,1 2-16-16,-2 3 0 0,-2 1-272 0,2 2-48 15,1 0-16-15,-2 4 0 0,0 2-96 0,-2-1-32 16,2 1 0-16,0 3 0 0,0 2-144 0,0 4 0 16,-1 2 144-16,0 0-144 0,1 5 0 0,0 1 0 15,-2 4 0-15,2 1 128 0,0 2-128 0,0 1 0 16,0 2 0-16,-2 28 128 0,-2-5-128 0,1-3 0 15,1 0 0-15,-1 0 0 0,1 0 0 0,-1 0 0 16,-1 1 0-16,0 0 0 0,-2 3 0 0,2 4 0 16,1 1 0-16,3-1 0 0,-3-3 0 0,1 3 176 15,-1 0-176-15,2 4 192 0,1 3 32 0,1-3 16 16,1-3 0-16,-2 0 0 0,0 0 16 0,1 6 16 16,3-1 0-16,-2 0 0 0,1-2-80 0,-2 0 0 15,1 1-16-15,0 0 0 0,1 0-48 0,-1-1-128 0,1-6 192 0,0 1-64 16,-1-2-128-16,1 0 0 0,-2 0 144 15,2-1-144-15,1-2 128 0,0-4-128 16,-1-3 160-16,0-1-160 0,0-1 160 0,-1 1-160 0,1-5 160 0,-3-19-160 16,1 4 160-16,1 3-160 0,-2-5 160 0,0 2-160 15,0 0 128-15,0 0-128 0,-2 1 0 0,1-1 0 16,0-1 144-16,1-2-144 0,-2-1 128 16,2 0-128-16,-1-4 128 0,0-3-128 0,1-5 0 0,0-1 128 15,0-5-128-15,0-1 0 0,0 0 0 0,1 3 0 0,2-2 0 16,-2-7-176-16,0-2 48 0,-1-8 0 15,2-2-240-15,0 1-32 0,-2-7-16 0,0 0 0 16,4 5-1280-16,-4-5-256 0,0 0-48 16,7 4-10928-16,0-4-2176 0</inkml:trace>
  <inkml:trace contextRef="#ctx0" brushRef="#br0" timeOffset="-69174.87">20977 14813 24879 0,'0'0'1088'0,"0"0"256"0,0 0-1088 0,0 0-256 15,-5-3 0-15,5 3 0 0,0 0 3088 0,0 0 560 16,11-7 128-16,2 3 0 0,0 3-3056 0,3-1-720 16,2 0 0-16,2-2 0 0,1 0 0 0,2 0 0 15,2 2 0-15,-4-2 128 0,4 1-128 0,5 0 0 16,2 1 0-16,6 0 0 0,4-1 0 0,2-1 0 15,3 0-160-15,25-3 160 0,-7 2 0 0,0 0 0 16,3 1 0-16,5 0 0 0,6 0 0 0,6-1 0 0,4-2 0 16,1 1 0-16,0-2 144 0,7 1 128 0,9 1 32 15,-3 1 0-15,-4 0-304 0,4-1 0 0,5 0 0 0,4 1 0 16,3 2 0-16,-3-2 0 0,-2 0 0 0,5 2 0 0,6 2 0 16,-3-2 0-16,-7-1 0 0,5 2 0 0,8-2 0 15,-4-2 0-15,-5 4 0 0,1 0 0 0,4-3 208 16,0 4-64-16,-3-2-16 0,-1 2 0 0,-3-2 128 15,4 3 0-15,4 0 16 0,-7 0 0 0,-8 0 80 0,5 0 16 16,4 3 0-16,-5 1 0 16,-7 0-144-16,-2 0-32 0,-2-2 0 0,1 2 0 15,1 3-192-15,-7-2 0 0,-10-1 0 0,-3 2 0 0,-3-2 0 0,1 2 0 16,-1-1 0-16,-3 0 0 0,-3 0 0 0,-7-1 0 16,-7-1 0-16,-5-2 0 0,-3-1 0 15,-2 1 0-15,-2 2 128 0,-16-3-128 0,1 1 128 0,0 1-128 16,-1-2 176-16,-3 0-176 0,0 0 208 15,-3 0-64-15,-3 0-16 0,-3 0 0 0,-1 1-128 0,-4-1 192 16,-1 0-192-16,-3 0 192 0,-2 0-192 0,-7 0 192 0,0 0-192 16,0 0 192-16,0 0-64 0,0 0 0 15,0 0 0-15,0 0 0 0,0 0-128 0,0 0 160 16,0 0-160-16,-5-4 160 16,-2 0-1056-16,-1 0-224 0,-1-1-32 0,0 1-16 15,-1 0-2480-15,-2 1-480 0</inkml:trace>
  <inkml:trace contextRef="#ctx0" brushRef="#br0" timeOffset="-68765.31">27342 14558 33167 0,'0'0'2944'0,"0"0"-2352"0,0 0-464 0,0 0-128 0,0 0 2880 0,0 0 544 16,0 0 112-16,0 0 32 0,0 0-2608 0,0 0-512 15,0 0-96-15,0 0-32 0,6 6 320 0,2-2 64 16,0 0 16-16,1 1 0 0,0 2-208 0,1-1-32 16,2 1-16-16,-1 0 0 0,0-1-272 0,1 1-48 15,1 0-16-15,1 1 0 0,1-1-128 0,-1 1 0 16,-1-1 0-16,0 2 128 0,-1-2-128 0,0 1 0 15,-1-2 0-15,1 3 0 0,-3-2 0 0,0 0 0 16,-1-2 0-16,-1 0 0 0,-7-5 0 0,4 6 192 16,-4-6-192-16,1 7 192 0,-1-7 96 0,-3 8 32 15,-2 0 0-15,-1-1 0 0,-2 1 128 0,-3 0 16 16,1-3 16-16,-3 2 0 0,-3-2-160 16,-1 2-16-16,-1-2-16 0,0 1 0 0,-2 0-128 0,-1 0-32 15,-1-2 0-15,0 0 0 0,0-2-128 0,1 1 0 16,0-2 0-16,3 1-176 15,2-1-704-15,3 0-144 0,3 1-16 0,2-1-16 16,1 0-1968-16,7-1-400 0,0 0-80 0</inkml:trace>
  <inkml:trace contextRef="#ctx0" brushRef="#br0" timeOffset="-67750.44">27656 15262 23039 0,'0'0'1024'0,"0"0"192"0,-7-1-960 0,2-3-256 0,0 0 0 0,5 4 0 16,-4-3 5584-16,4 3 1072 15,0 0 224-15,0 0 32 0,0 0-4288 0,0 0-848 16,0 0-176-16,0 0-48 0,0 0-672 0,0 0-144 16,0 0-32-16,0 0 0 0,0 0-352 0,1 7-80 0,1 4-16 0,-1 1 0 15,1 2-64-15,1 3 0 0,0 2-16 0,-1 4 0 16,1 3-48-16,1 2-128 0,0 0 192 0,0 1-64 16,-3-3 0-16,1-1-128 0,0-2 192 0,-1 1-64 15,0-3-128-15,2-2 0 0,0-1 0 16,1-2 0-16,-1-2 0 0,1-3 0 0,-1-1 0 0,1-2 0 0,-4-8 128 15,0 0-128-15,0 0 0 0,0 0 128 0,0 0-128 16,0 0 0-16,8 1 144 0,0-1-144 0,-8 0 0 0,9-5 128 16,-2-1-128-16,1-2 96 0,0-1-96 15,-1-2 0-15,2 0 0 0,0-4 0 0,0-2 0 0,0-1 0 16,2-4 0-16,0 0 0 0,1-4 0 16,1-2 0-16,0-4 0 0,0 0 0 0,0 1 0 0,-1 1 0 15,-2 0 0-15,-1 3 0 0,1 2 0 0,-3 1 0 16,-1 4 0-16,-2 3 0 15,-3 4-1088-15,-1 1-144 0,-1 5-48 0,1 7 0 16,0 0-1888-16,0 0-384 0,-8 7-80 0</inkml:trace>
  <inkml:trace contextRef="#ctx0" brushRef="#br0" timeOffset="-67430.56">27497 15439 35935 0,'-15'0'3200'0,"10"0"-2560"0,5 0-512 0,0 0-128 16,0 0 2144-16,0 0 416 0,0 0 64 0,0 0 32 15,0 0-1360-15,0 0-272 0,0 0-48 0,9-5-16 16,2 1 32-16,2 1 0 0,1 1 0 0,4-1 0 0,1 1-688 0,4-1-144 16,3-1-32-16,2 0 0 0,-1-1-128 0,3 1 0 15,1 0 0-15,3-1 0 0,-1 1 0 0,1 0 0 16,-2 0 0-16,1 0 0 16,-1 2-1920-16,1-1-304 0,0 1-64 0,-4 0-18896 15</inkml:trace>
  <inkml:trace contextRef="#ctx0" brushRef="#br0" timeOffset="-66543.52">19712 9908 44463 0,'0'0'1968'0,"0"0"400"0,0 0-1888 0,0 0-480 0,0 0 0 0,4 10 0 15,1 2 448-15,2 2-16 0,-2-1 0 0,2 1 0 16,-2 5 336-16,0 0 80 0,-1 2 16 0,1 3 0 0,0 2-288 0,3 4-64 15,-1 0-16-15,-2 1 0 0,0-2-224 0,0-2-32 16,-1-1-16-16,0-3 0 0,1 0-96 0,-2-4-128 16,0-2 176-16,-1-4-176 0,0 0 0 0,0-2 0 15,-2-2 0-15,0-9 0 16,0 0-416-16,0 0-96 0,0 0 0 0,0 0-16 16,0 0-1136-16,0 0-240 0,0 0-32 0,0 0-16 15,0 0-736-15,0 0-160 0,-1-15-32 0,-2-3-13360 0</inkml:trace>
  <inkml:trace contextRef="#ctx0" brushRef="#br0" timeOffset="-66245.12">19609 9892 25791 0,'-9'-3'2304'0,"-1"-2"-1856"15,1-1-448-15,-1-1 0 0,1 1 3888 0,3-1 672 16,1-1 144-16,5 8 32 0,0 0-2816 0,0 0-576 16,0 0-96-16,0 0-32 0,3-9-192 0,3 3-32 0,-6 6-16 15,10-7 0-15,4-2-528 0,3 4-128 0,4-1 0 0,0 3-16 16,4-1-176-16,1 1-128 0,1-2 192 0,3 4-192 15,3-2 0-15,0 3 0 0,-2 0 0 0,-1-1 0 16,0-1 0-16,-2 2 0 0,0 2 0 0,-3 2 0 16,-2-4 0-16,-1 2 0 0,-1 2 0 0,-8 0 0 15,-2 0 0-15,-2 1 0 0,-1 2 0 0,-2 0 0 16,-2 4 0-16,0 4-144 0,-2 0 144 0,-3-1 0 16,-8 0 0-16,-3 2 224 0,-2 1-32 0,-2 1 0 0,-2 1 128 15,-2-2 32-15,1-1 0 0,-3-1 0 0,-3-2-32 0,2 0 0 16,-4-1 0-16,0-1 0 0,0 1-160 0,1-4-32 15,1 1-128-15,1-2 192 0,1-1-336 0,3-2-80 16,3 0-16-16,3-1 0 16,0-1-2448-16,14-2-480 0</inkml:trace>
  <inkml:trace contextRef="#ctx0" brushRef="#br0" timeOffset="-58540.3">24510 13697 9215 0,'0'0'816'0,"0"0"-656"0,0 0-160 0,0 0 0 0,0 0 4096 15,0 0 768-15,0 0 176 0,0 0 16 0,0 0-3488 0,0 0-704 16,0 0-144-16,0 0-16 0,0 0 464 0,0 0 112 15,-3 7 0-15,-1-1 16 0,0 0-560 0,1 0-112 16,-3-2-32-16,0 1 0 0,-1 1 144 0,1-3 32 16,-1 0 0-16,1 0 0 0,-1-2-112 0,1 0-16 15,-3 1 0-15,2-2 0 0,2 2-208 0,0-2-48 16,-2 0-16-16,1-2 0 0,-1-2-160 0,2 0-16 16,0-1-16-16,1-1 0 0,-1 1-176 0,1 1 0 15,1-2 0-15,3-1 0 0,1-2 0 0,2 0 0 16,0-2 0-16,0 1-176 0,4-2 176 0,1 1-160 15,-2 0 160-15,2-2-160 0,4 3 32 0,1 1 0 16,0 1 0-16,1 0 0 0,1 0 128 0,-1 3 0 16,0 1 0-16,1 3 0 0,0-2 0 0,-2 6 0 15,0-2 0-15,-1 2 0 0,0-2 0 0,0 3 0 16,-3 2 128-16,1 2-128 0,-1-1 128 0,-1-1-128 16,-3 5 160-16,0-1-160 0,1 0 160 0,-5 2-160 0,-1-3 160 0,-1 2-160 15,-2 0 256-15,0 1-32 0,-2-1-16 0,0-1 0 16,-1-1 16-16,-2-1 0 0,-1-1 0 0,-1-1 0 15,1-1-16-15,0 1 0 0,-3-1 0 16,2-4 0-16,-2 2-48 0,1-1-16 0,-4-4 0 0,2 0 0 16,0 1-144-16,0 0 160 0,0-2-160 0,1 1 160 15,1-2-160-15,0 0 0 0,3-4 0 0,1 1 0 16,-1 1 0-16,1-1-144 0,2-1 144 0,2 1-208 16,2-4 48-16,1 1 16 0,1-2 0 15,2 2 0-15,0 1 0 0,1 1 0 0,1-3 0 0,1 5 0 0,1 1 144 16,-1 1-160-16,2 0 160 0,1 1-160 0,0 2 160 15,0-1-192-15,1 1 192 0,-1 1-192 16,-1 1 192-16,-1 1 0 0,-7-2 0 0,8 4 0 0,-1 0 0 16,-7-4 0-16,5 5 0 0,-5-5 0 0,4 8 128 0,-2-1-128 15,-2 3 128-15,-1-3-128 0,-1 0 176 0,-2-1-48 16,-2 1 0-16,0-1 0 0,-2 0 0 0,0-1-128 16,-1-1 192-16,-1 0-64 0,-1-2-320 0,1 2-80 15,-2 0-16-15,2-1 0 16,1 1-2896-16,-2-4-576 0</inkml:trace>
  <inkml:trace contextRef="#ctx0" brushRef="#br0" timeOffset="-58197.95">24458 14082 30399 0,'0'0'1344'0,"0"0"288"0,0 0-1312 0,0 0-320 0,0 0 0 0,0 0 0 0,0 0 1472 0,0 0 208 16,0 9 48-16,0 2 16 0,0 0-240 15,-2 0-48-15,1 0-16 0,-1 4 0 0,-1 2-688 0,0 0-144 16,-1-2-32-16,0 2 0 0,1-1-352 0,-1 0-80 16,0-3-16-16,1 0 0 0,1-2-272 0,-1 0-64 15,0 2-16-15,2-7 0 16,1-6-2016-16,0 0-416 0,0 0-80 0,0 0-8528 16,5 6-1696-16</inkml:trace>
  <inkml:trace contextRef="#ctx0" brushRef="#br0" timeOffset="-57750.45">24408 13993 8287 0,'0'0'736'0,"-8"-1"-592"16,-2 0-144-16,-2-3 0 0,0 1 5184 0,2-1 992 16,-2 2 208-16,2 0 32 0,1 1-4240 0,-2 0-832 15,1 0-192-15,-1 1-16 0,2 1-64 0,-2 1-16 0,-2 2 0 0,-3 3 0 16,-1 1-448-16,1 2-96 0,1 2 0 0,-1 2-16 15,2 3 160-15,-1 1 48 16,0 2 0-16,-1 3 0 0,3 2-48 0,1 1 0 0,2 2 0 0,2 0 0 16,3 0-64-16,1 0-16 0,3-2 0 0,3 2 0 15,3-2-272-15,5-1-64 0,1-2-16 0,4-1 0 16,2-1-224-16,3-3 176 0,1-1-176 0,4-1 160 16,1-3-160-16,2-1 0 0,-1-2 0 0,3-3 0 15,1-2 0-15,4-4 0 0,2 1-144 16,1-2 144-16,1-3-176 0,0-1 176 0,0-1-160 0,-1-2 160 15,-3-1-192-15,-1 2 48 0,-3-6 16 0,-2 0 0 0,-2-1-192 16,-2 0-48-16,-3-4 0 0,-1 2 0 16,-4-2-64-16,-1 0-16 0,-5 0 0 0,0 0 0 15,-3-1 320-15,-3 1 128 0,-4 0-128 0,-2-1 128 0,-2 2 0 0,-2 0 192 16,-1-2 0-16,-4 0-16 0,0 0 208 0,-3-1 32 16,-1 1 16-16,-2 0 0 0,-2 0-144 0,-2 1-32 15,-2 0 0-15,-1 2 0 0,-1 2-256 0,1-1 0 16,-1 1 0-16,2 0 0 15,1 1-384-15,2 0-96 0,2 1-16 0,2 0 0 16,4 1-1664-16,0-1-336 0,5-2-64 0,2 2-15392 0</inkml:trace>
  <inkml:trace contextRef="#ctx0" brushRef="#br0" timeOffset="-54801.12">24454 13694 10015 0,'0'0'448'0,"0"0"80"0,0 0-528 16,0 0 0-16,0 0 0 0,0 0 0 0,0 0 1088 0,0 0 128 15,0 7 0-15,1 1 16 0,-1-8 288 0,0 0 48 16,3 7 16-16,-3-7 0 0,4 6-240 0,-4-6-32 16,4 4-16-16,-4-4 0 0,3 5-224 0,-3-5-48 0,0 0-16 0,6 6 0 15,-6-6 64-15,5 5 16 16,-5-5 0-16,0 0 0 0,0 0-80 0,0 0-16 0,4 5 0 16,-4-5 0-16,0 0-224 0,0 0-32 0,0 0-16 0,0 0 0 15,0 0-304-15,0 0-64 0,0 0-16 0,0 0 0 16,0 0-80-16,0 0 0 0,-4 5-16 0,4-5 0 15,-8 0-32-15,2 0 0 0,-1 0 0 0,1 0 0 16,-2-2-16-16,1 0 0 0,1 0 0 0,-1-1 0 16,-1 0-48-16,-1 0-16 0,0-1 0 0,-1 0 0 15,-1 0-128-15,-1-1 192 0,1 1-192 0,-1-3 192 16,0 1-192-16,-1-1 128 0,0 2-128 0,-1 0 128 16,1-2 144-16,0 1 32 0,0-1 0 0,0 2 0 0,0-2-176 15,-2 0-128-15,0-3 144 0,-4 0-144 0,1 4 208 16,-1-2-48-16,-2-1-16 0,-1-1 0 0,-2 0-144 0,-2 1 192 15,-1-2-192-15,-1 1 192 0,0-6-192 0,-1 1 128 16,2-1-128-16,-1 0 128 0,0 0 0 0,-1-1 0 16,0 0 0-16,2 1 0 0,-1-1 64 0,1 0 0 15,0 0 0-15,-2-2 0 0,-1 0-16 0,-3 2 0 16,1-1 0-16,-15-8 0 0,6-3-48 0,2 2-128 16,2 1 192-16,-1 0-64 0,1 2-128 0,1 0 0 15,0-2 0-15,3-1 128 0,0 5-128 0,0 0 0 16,1-1 0-16,-2 0 0 0,-1-1 0 15,0 0 0-15,-1 1 0 0,2-2 0 0,4 0 0 0,0-1 0 16,0-3 128-16,0 1-128 0,2 2 0 0,0-3 0 0,1 0 0 16,2-1 0-16,1 0 0 0,-1-2 0 15,-1-1 0-15,1 1 0 0,-1 2 0 0,-2-4 0 16,1-3 0-16,0-2 0 0,-3-5 0 0,2 1 0 16,2 0 0-16,3 1 0 0,2 2 0 0,3 3 0 15,2 5 0-15,2 2 0 0,-1 3 0 0,1 4 0 16,2 1 0-16,3 2 0 0,0 2 0 0,1 0 128 15,2 1-128-15,-2 1 128 0,0-2-128 0,2 1 128 0,-2-1-128 16,0-1 128-16,0 0-128 0,-1 1 0 0,1-1 0 0,0 0 0 16,-1-3 0-16,0 0 0 0,-1 1 0 0,0 1 0 15,0-2 0-15,1 2 0 0,0 1 0 0,2 2 0 16,2 3 0-16,0 2 0 0,0 3 0 0,1 2 0 16,0 2-304-1,4 5-80-15,0 0-32 0,0 0 0 0,0 0-2080 0,0 0-432 16,10-10-80-16</inkml:trace>
  <inkml:trace contextRef="#ctx0" brushRef="#br0" timeOffset="-53829.67">22170 11668 23951 0,'0'0'1056'0,"0"0"224"0,0 0-1024 15,0 0-256-15,0 0 0 0,0 0 0 0,-4-4 1088 0,4 4 144 16,-3-7 48-16,3 7 0 0,-1-6-352 0,1-4-64 16,0 1-16-16,1 2 0 0,2-1-256 0,1 1-48 15,0-1-16-15,1 1 0 0,1 0 112 0,1 2 32 16,-1 0 0-16,2 1 0 0,0 1 176 0,0 3 48 15,1 0 0-15,0 0 0 0,-9 0-128 0,9 3-32 16,-1-1 0-16,-1 2 0 0,-7-4-208 0,6 7-32 0,-6-7-16 0,4 8 0 16,0-2-80-16,-3 1-16 0,-2-1 0 0,0 1 0 15,-2-1-160-15,-1 1-32 0,-1 0-16 0,0 0 0 16,-1-2-176-16,0-1 0 16,-3-1 0-16,0-2 128 0,-3 0-128 0,2-1 0 15,-2 0 0-15,0-1 128 0,0-3-128 0,-1 0 0 0,0-1 0 16,0-2 0-16,1 0-160 0,2-1 160 0,0-1 0 15,0 0-144-15,1-2 144 0,2 1-208 0,0-2 80 0,2 2 128 16,0-3-144-16,1-2 144 0,2 1 0 0,2 2 0 16,-1 0 0-16,1 1-128 0,1-1 128 0,1 1 0 15,-1 1 0-15,2 1 0 0,-1 1 0 0,2 2 0 0,1-1 0 16,2 2 0-16,-7 5 0 0,9-4 0 0,-1 1 144 0,1 3 48 16,-1 2 0-16,1-1 0 0,-1 4 144 15,0 0 48-15,-1 2 0 0,0 2 0 0,-2-2 16 0,0 2 16 16,0 1 0-16,-2 1 0 0,0-2-96 0,-2 1 0 15,0 0-16-15,-1 1 0 16,-1-2-160-16,0-2-16 0,-2 0-128 0,-1 3 192 0,0-1-192 16,0-2 128-16,-1 0-128 0,0 0 0 0,-2-1 0 0,1 1 128 15,-1-5-128-15,0 2 0 0,-1-4 0 0,0 1 0 16,-1-1 0-16,1 2 0 0,0-4-144 0,0 1 144 16,2-4-208-16,1-2 80 0,-1 2 128 0,2 0-160 15,1-2 160-15,-1 2-160 0,1-1 160 0,0-1-128 16,1-1 128-16,1 0-128 0,1 1 128 0,0-1 0 15,0 0-144-15,0 0 144 0,0-1 0 0,1 3 0 16,-1-4-144-16,1 3 144 0,0-1 0 0,2 1 0 16,0-1 0-16,-1 2 0 0,-2 6-192 0,0 0 192 15,3-7-192-15,-3 7 192 16,0 0-1088-16,5-4-128 0,-5 4 0 0,9-6-16 16,2-1-1744-16,0 4-352 0,1 0-64 0</inkml:trace>
  <inkml:trace contextRef="#ctx0" brushRef="#br0" timeOffset="-53137.35">22852 12829 15951 0,'0'0'704'0,"0"0"144"0,0 0-672 0,0 0-176 16,-6-5 0-16,6 5 0 0,0 0 1744 0,0 0 320 15,-5-10 64-15,5 10 16 0,0 0 416 0,0 0 96 16,0 0 16-16,0 0 0 0,0 0-320 0,0 0-64 16,0 0-16-16,0 0 0 0,0 0-688 0,-2 10-144 15,2-10-32-15,3 13 0 0,-1 1-432 0,2 2-80 0,2-2-32 0,1 3 0 16,1 3-288-16,-1-1-48 15,1 0-16-15,1-2 0 0,0-2-192 0,1 1-32 16,-3 0-16-16,1-1 0 0,0 1-128 0,0-1-16 0,0-2-128 0,-2 1 192 16,-1-1-192-16,1-2 144 0,-6-11-144 0,6 12 128 15,-6-12-128-15,5 7 128 0,-5-7-128 16,0 0 128-16,0 0-128 0,0 0-176 0,0 0 48 16,0 0 0-16,0 0-16 0,3-12 0 0,-4-4 0 0,-2 2 0 0,-1-1 0 15,-1-3 0-15,0 0 0 0,-2 1 0 0,1 0 144 16,-1 1-208-16,-1-1 80 0,2-1 128 0,1 0-128 15,-1 0 128-15,1 5 0 0,3-2 0 16,-1 2 0-16,2 2 0 0,-1-1 0 0,2 3 0 16,0 9 0-16,3-11 0 0,-3 11 0 0,5-10 0 0,-5 10 0 0,8-11 0 15,1 5 0-15,2 1 0 0,-1-1 208 16,4 3-32-16,3-1-16 0,3 1 0 0,-1 3 96 16,2 0 32-16,-1-1 0 0,-2 1 0 15,-1-2-96-15,0 1 0 0,0 0-16 0,-1-2 0 0,-1 2-176 0,-1-3 0 16,-2 3 0-16,0-1 128 0,-2 2-128 0,-10 0 0 15,13-4-160-15,-13 4 160 16,12-1-1744-16,-1 0-256 0,-1 1-48 0</inkml:trace>
  <inkml:trace contextRef="#ctx0" brushRef="#br0" timeOffset="-51667.44">21539 11535 29487 0,'-19'0'1296'0,"13"0"288"0,-1 0-1264 0,1-2-320 16,6 2 0-16,0 0 0 0,0 0 2864 0,0 0 512 0,0 0 96 0,0 0 32 15,8-4-2224-15,1 0-448 0,1 1-96 0,2-1-16 16,0-2-352-16,1 2-80 0,0 2-16 0,1-1 0 16,-1-1-272-16,-1 2 128 0,1 0-128 0,-1 4 0 15,-3-2 144-15,-9 0-144 0,0 0 0 0,10 9 144 16,-5 0 192-16,-2 4 48 0,-4-1 0 0,-2-3 0 15,-1 1 96-15,-2 3 32 0,-2 3 0 0,-3 0 0 16,1-2-224-16,-2 2-32 0,-1 1-16 0,0 0 0 16,0 0-96-16,1-1-16 0,1 0 0 0,0-2 0 15,2-2-128-15,1-1 0 0,1-2 144 0,1-1-144 0,2-2 0 16,4-6 0-16,0 0 0 0,0 0 128 0,0 0-128 0,0 0-128 16,0 0 128-16,0 0-192 15,0 0-672-15,0 0-144 0,7-4-16 0,2-2-16 16,4-1-2128-16,0-5-416 0,1 1-96 0</inkml:trace>
  <inkml:trace contextRef="#ctx0" brushRef="#br0" timeOffset="-51278.97">21617 11406 11055 0,'0'0'976'0,"-18"1"-784"15,-3-1-192-15,6 0 0 0,-1 0 5808 0,-1 1 1104 16,1 0 240-16,-1 2 32 0,-3 0-5008 0,0 2-992 15,0 1-208-15,-1 3-32 0,0-1 496 0,2 5 96 16,-2 3 32-16,1 0 0 0,1 4-624 0,1 3-128 16,-1 1-32-16,2 3 0 0,2-1 48 0,-4 17 16 0,8-6 0 0,2 1 0 15,-1-3-336-15,8-12-64 0,1-1 0 0,2-1-16 16,3 1-304-16,4-1-128 0,1-2 128 0,5 1-128 16,3-2 0-16,4-1 0 0,2-1 0 0,3-3 0 15,3-3-192-15,1-1 16 0,1-2 16 0,2-6 0 16,1-1-80-16,1-1-16 0,-4-6 0 0,2 1 0 15,-2-3-48-15,0-2-16 0,-2-2 0 0,0 0 0 0,0-3 16 0,-3 1 0 16,-3-2 0-16,-1-1 0 16,-2-2-16-16,-3-1-16 0,-3-1 0 0,-2-2 0 15,-3 1 336-15,-3 1-176 0,-3-2 176 0,-3 2-128 16,-3 1 128-16,-2 2 0 0,-4 1 0 16,-1 1-128-16,-3 1 128 0,-3 2 0 0,-2-1 0 0,-10-3 0 0,2 2-144 0,0 5-112 15,1 2 0-15,2-2-16 16,2 2-2064-16,3 0-416 15,0 1-64-15,2 2-15360 0</inkml:trace>
  <inkml:trace contextRef="#ctx0" brushRef="#br0" timeOffset="-50356.16">22196 11522 27359 0,'0'0'1216'0,"0"0"240"0,0 0-1168 0,0 0-288 0,0 0 0 0,-11-3 0 0,1 0 1664 0,10 3 288 16,0 0 48-16,0 0 16 0,0 0-48 0,0 0-16 15,0 0 0-15,0 0 0 0,6-5-896 0,5 1-176 16,-1 0-48-16,5 0 0 0,2 2-432 0,-2-1-80 16,3 1-32-16,5 2 0 0,4-3 176 0,4 0 48 15,5 2 0-15,3 1 0 0,4-3 64 0,1 2 32 16,0-1 0-16,2-1 0 0,2 0-304 15,3-1-64-15,1-1-16 0,4 3 0 0,4 0-224 0,1 1 0 16,1-2 128-16,-4 1-128 0,-2-1 0 0,1 1 0 16,-3-2 0-16,1 1 0 0,2 0 0 0,1 1 128 15,-1 0-128-15,-2 2 0 0,-3-3 0 0,-4 0 0 16,-3 0 0-16,-5 1 0 0,-3-1 0 0,-4 1 0 16,1-1 0-16,2 0 0 0,-3-1 0 0,3 3 0 15,-2 0 0-15,-3 0 0 0,-1-2 0 0,-3 2 0 16,1 1-144-16,-4 0 144 0,-2-2-208 15,-2 2 48-15,-3 0 16 0,-1 0 0 0,-3 0-112 0,-2 0 0 16,-1 0-16-16,-3 0 0 16,-7 0-864-16,0 0-160 0,0 0-48 0,0 0 0 15,0 0-2544-15,0 0-512 0</inkml:trace>
  <inkml:trace contextRef="#ctx0" brushRef="#br0" timeOffset="-49953.52">23232 11327 42559 0,'0'0'1888'0,"0"0"384"0,-6 5-1824 0,-1-3-448 0,7-2 0 0,0 0 0 0,-5 4 752 0,0 1 48 16,1 0 16-16,4-5 0 0,0 0 352 0,-1 8 80 15,1-2 16-15,1 4 0 0,-1-1-688 0,4-1-128 16,1-1-16-16,0 3-16 0,2-3-272 0,1 1-144 16,1 0 160-16,1-2-160 0,2 1 128 0,1 0-128 15,0-4 0-15,1 3 0 0,2-2 0 0,-2-2 0 16,-1 1 0-16,2-1 0 0,-4 1 0 0,2-2-240 16,-2 1 80-16,-2-2 16 0,-9 0 144 0,0 0 0 15,0 0 0-15,0 0-128 0,0 0 128 0,0 0 0 16,0 0 128-16,0 0-128 0,-5 5 240 0,-2 0-32 15,-1 2 0-15,-1-4 0 0,-1 3-80 0,-2-1 0 0,-2 1-128 0,-1 1 192 16,1-1-192-16,0 1 144 16,1-1-144-16,0 0 128 0,1-1-288 0,3 0-64 0,0 0-16 0,2 1 0 31,2-3-2048-31,5-3-400 0,0 0-96 0,3 4-17504 0</inkml:trace>
  <inkml:trace contextRef="#ctx0" brushRef="#br0" timeOffset="-49233.8">24052 11394 19631 0,'-9'0'864'0,"7"0"192"0,-2-2-848 0,4 2-208 16,-4-1 0-16,0 0 0 0,1-2 2080 0,-1 1 368 15,2-1 80-15,2 3 16 0,0 0-176 0,0 0-48 16,0 0 0-16,0 0 0 0,0 0-592 0,0 0-128 16,0 0-32-16,0 0 0 0,10-4-768 0,1 3-160 15,-2 1-16-15,1 0-16 0,-1 1-96 0,0 2-32 16,-9-3 0-16,8 5 0 0,0 1 64 0,-1 1 16 16,-2 1 0-16,-1 0 0 0,0 1 16 0,-2 2 16 0,-1-3 0 15,-1 0 0-15,0 0-144 0,-1-2-16 0,-1 1-16 0,2-7 0 16,-6 7-224-16,1-5-32 0,0 2-16 0,0-1 0 15,-3-2-16-15,1-1 0 0,1 0 0 0,-1-1 0 16,1-2-128-16,1 0 0 0,-1 0 0 0,0-1 0 16,1 1 0-16,1-4-176 0,0 1 176 0,1-1-192 15,1 1-16-15,0-2-16 0,2 0 0 0,0 0 0 16,3 1-16-16,1-1 0 0,1 0 0 0,2 0 0 0,-1 0 80 0,2 1 16 16,1 0 0-16,1 0 0 0,1 1 144 0,1-2-192 15,1 4 192-15,-2 0-192 0,2 2 192 0,0 0 0 16,-1 1 0-16,1 1 0 0,-1 0 0 0,1 1 144 15,-1 1 0-15,1 0 0 0,-3 1 16 0,1 0 0 16,-2 0 0-16,0 4 0 0,-3-3 32 16,1 1 16-16,-2 2 0 0,0-1 0 0,-2-1 112 0,-3-5 0 15,0 0 16-15,1 8 0 0,-1 0-80 16,0-8-32-16,-2 7 0 0,-2-1 0 0,-1-1-16 0,-2 0 0 16,-1-1 0-16,-1-1 0 0,0 0-208 0,-2 0 144 15,1-3-144-15,1 0 128 0,-3 0-128 0,-2 0 0 16,0 0 0-16,-2-2 0 0,3-1-384 0,1 1 32 15,2-2 16-15,1-1 0 16,-2 1-1120-16,5-2-208 0,2 3-64 0,2-4 0 16,2-2-1152-16,2 0-256 0,2-3-32 0,2-1-14800 0</inkml:trace>
  <inkml:trace contextRef="#ctx0" brushRef="#br0" timeOffset="-48633.44">24201 10733 5519 0,'-14'-4'496'0,"8"3"-496"0,0-2 0 0,2-1 0 0,4 4 8160 0,-1-5 1536 15,2-2 304-15,3 2 64 0,0 0-7520 0,1 0-1520 16,3-3-288-16,-2 1-64 0,3 1 368 0,3-1 80 16,0 2 16-16,1 0 0 0,1-2-560 0,1 2-96 15,-1 0-32-15,0 0 0 0,2 1-256 0,-2-3-64 16,2 3-128-16,0 2 192 0,-3-3-192 0,0 1 128 16,-2 1-128-16,-1 2 0 0,-10 1 208 0,0 0-48 15,0 0-16-15,0 0 0 0,0 0 48 0,0 0 0 16,0 0 0-16,0 0 0 0,0 0 32 0,0 0 16 15,-6 6 0-15,1 1 0 0,-3-1-96 0,0 1-16 16,1-1 0-16,-1 1 0 0,-1-1-128 0,1 1 0 16,0-2 0-16,0 2 0 0,0-1 0 0,2-1 0 15,1 1 0-15,1-1 0 0,0 1 0 0,4-6 0 0,0 0 0 16,0 0 0-16,-3 7-144 0,3-7 144 0,0 8-192 0,0-8 192 16,4 7-352-16,1 1 32 15,2-1 16-15,1-3 0 0,1 0 48 0,1 1 16 0,1-4 0 16,0 3 0-16,2 0 112 0,-1-3 128 0,-3 1-208 0,-1 0 80 15,0 2 128-15,-8-4 0 0,0 0 0 0,9 7 0 16,-2-1 0-16,-7-6 0 0,0 0 0 0,1 8 176 16,-1-8 128-16,-1 8 16 0,-2 0 16 0,-1-1 0 15,-4 0-48-15,0-1-16 0,-1 0 0 0,-1-1 0 16,-2 0-272-16,0 2 160 0,1 0-160 0,-2 0 128 0,0-2-128 16,-2 0 0-16,1 1 0 0,-2-1 0 0,-1-1-304 15,0 0 16-15,0 1 0 0,3-4 0 16,0 4-1616-16,1-3-320 0,1 0-64 0,2 1-16 15,0-3-2304-15,10 0-480 0,-13-3-96 16,13 3 0-16</inkml:trace>
  <inkml:trace contextRef="#ctx0" brushRef="#br0" timeOffset="-48251.74">24391 10451 13823 0,'0'0'1216'0,"-2"-8"-960"0,-4-1-256 0,1 0 0 0,0 0 3760 0,-2 0 704 15,1 0 144-15,-1 2 16 0,0 1-2448 0,-1-1-480 16,0 3-96-16,0 2-32 0,-1 0-160 0,0 5-48 16,-2 2 0-16,0 2 0 0,-4 2-400 0,1 3-64 15,0 3-32-15,-2 1 0 0,-1 5 0 0,-1 1 0 16,1 3 0-16,0 3 0 0,3 4 48 0,2 2 16 16,3 1 0-16,4 0 0 0,3-4-352 0,6 2-80 15,4-2-16-15,4-1 0 0,1-3-288 0,4 1-48 0,4-6-16 0,2-1 0 16,0-4-128-16,2-3 0 0,0-2 0 15,2-6 0-15,3 1 0 0,0-3 0 0,-1-3 0 0,2-2 0 16,2-2 0-16,1-1 0 0,0-2 0 0,-2-2 0 16,0-1-160-16,-2 0 160 0,-2 1 0 0,-4-5-144 15,-3 0 144-15,-3-2-160 0,-2 0 160 0,-2-3-160 16,-4-1 160-16,1-4 0 0,-3-1 0 0,-3-2 0 16,-3-1 0-16,0-2-128 0,-2-1 128 0,-4 2-128 15,-3-1 0-15,-2 2 0 0,-3 2 0 0,-3 1 0 16,-5 2-256-16,-2 3-32 15,-1 0-16-15,-2 2 0 0,-3 3-672 16,2 1-144-16,0 1-32 0,0 3-12736 0,1 3-2560 0</inkml:trace>
  <inkml:trace contextRef="#ctx0" brushRef="#br0" timeOffset="-45890.37">24198 11362 12895 0,'0'0'1152'0,"0"0"-928"0,0 0-224 0,0 0 0 15,-5 4 2304-15,0-1 400 0,5-3 96 0,0 0 16 16,0 0-896-16,0 0-160 0,0 0-32 0,0 0-16 0,0 0-640 0,0 0-128 15,0 0-32-15,0 0 0 0,0 0-464 0,0 0-80 16,8 7-32-16,-2-4 0 0,-1 4 160 0,3-1 16 16,1 1 16-16,2 1 0 0,1 0 112 15,1 2 32-15,-2 0 0 0,4 4 0 0,0-1 32 0,2 1 16 16,4 2 0-16,0 2 0 0,-1 0-112 16,3 6-32-16,3-2 0 0,4 5 0 15,3-1-48-15,2 4-16 0,4 3 0 0,0 2 0 0,0 0-144 0,2 2-48 16,-1-1 0-16,2 2 0 0,-1 0 64 0,2 0 16 15,0 1 0-15,2 0 0 0,2 1 16 0,0-2 0 16,-2 1 0-16,-2 2 0 0,0-4 128 0,-1 1 32 16,-2-1 0-16,2-1 0 0,-1 1-416 0,-1-5-160 15,0-3 128-15,1-2-128 0,1 2 192 0,-1-2-32 16,2-3-16-16,-1 1 0 0,-2-1-16 0,-3 0 0 16,-3-1 0-16,-2-1 0 0,0 1 64 0,0 1 0 0,1-1 0 15,-2 0 0-15,1 0-32 0,-1 2 0 0,0-5 0 0,0 2 0 16,2 1-32-16,0-2-128 15,-1-1 192-15,-1-2-64 0,1-2-128 0,-1-2 192 0,-4 0-192 0,-2-1 192 16,0-3-192-16,-3 0 0 16,0 0 144-16,-2 1-144 0,-2-1 0 0,0-1 0 0,-1-2 0 0,2 1 128 15,-4 1-128-15,1 0 144 0,-1-1-144 16,2 1 160-16,2 0-160 0,-2 2 0 0,0-1-160 0,-2 0 160 16,1 1 0-16,-2 1 0 0,1-2 128 0,-2 3-128 0,1-3 128 0,-1 1-128 15,-1-2 0-15,1-1 0 0,-3 0 128 16,1-1-128-16,-1 0 144 15,0 0-144-15,2-1 0 0,-3 1 0 0,-1-1 0 0,1 1-160 0,3-1 160 0,-3 1-128 16,-1-1 128-16,0 1-128 0,0-2 128 16,2 1 0-16,-2 1 0 0,1-1 0 0,0 1 0 0,-1-1 0 15,0 0 0-15,0-1 0 0,-1-1 0 16,0 1-128-16,-2 2 128 0,0-4 0 0,-5-3-128 0,6 4 128 16,-3 2-128-16,-3-6 128 0,0 0-192 0,0 0 64 15,0 0 0-15,0 0 0 16,0 0-1248-16,0 0-240 0,0 0-48 0,0 0-16 15,2-7-1744-15,-4 1-352 0</inkml:trace>
  <inkml:trace contextRef="#ctx0" brushRef="#br0" timeOffset="-44893.73">26816 13460 7359 0,'-1'17'656'0,"1"-10"-528"0,0-7-128 0,0 0 0 0,0 0 6560 0,0 0 1280 16,0 4 256-16,0-4 48 0,0 0-5600 0,0 0-1136 16,0 0-208-16,6 3-48 0,-6-3-192 0,10 0-16 15,-1-1-16-15,1 4 0 0,2-1-288 0,-3 1-64 16,3-2-16-16,-2 3 0 0,1 0-240 0,-2 3-32 15,1-1-16-15,0 1 0 0,0-1 48 0,-1 2 0 16,-1 1 0-16,-2-1 0 0,-1-2-32 0,-1 4 0 16,0 0 0-16,-1 0 0 0,-2-2-48 0,-1 0-16 0,0 0 0 0,-1 0 0 15,-1-2 32-15,0 1 16 16,-3-2 0-16,-1 0 0 0,1-1-272 0,0 0 0 16,-3-3-176-16,0-2 176 0,0-3 0 0,1 0-128 0,-2-2 128 0,-1-3 0 15,3 1-240-15,-1-3 16 0,-1-2 0 0,1-1 0 16,0 0-32-16,0-1-16 15,0 0 0-15,3 0 0 0,3 2 272 0,2 1-160 0,-3 1 160 0,3-1-128 16,3-1 336-16,0 1 80 0,0 1 16 0,0 0 0 16,1 2-432-16,1 2-96 0,0 0-16 0,2 0 0 15,-1 1 240-15,2 2 0 0,1 1 0 0,0 2 160 16,0-1-160-16,2 4 0 0,-1 0 144 16,1 4-144-16,-1 0 192 0,0 1-48 0,1 3 0 0,-2 0 0 0,-1 2 48 0,0-1 0 15,-2-2 0-15,1 0 0 0,-2 3-64 0,-1-1 0 16,-2 0 0-16,0-2 0 0,-2 0-128 0,-2-1 160 15,1 0-160-15,-2-2 160 16,3-6-160-16,-3 7 0 0,-3-2 0 0,1 0 0 0,-1-2 0 0,-1-2-144 16,-1-2 144-16,0 1-208 0,-1 1 0 0,0-1 0 15,-1 0 0-15,-1-1 0 0,1-2 64 0,-1-1 16 16,2 2 0-16,0-5 0 16,-1-1 128-16,1 0-160 0,1 2 160 0,0-2-160 0,0-4 160 0,2 1 192 15,2-1-32-15,1 0-16 0,2 0-288 0,1 1-64 16,0-1-16-16,2 0 0 0,2 2 224 0,0-2 0 15,0 0 0-15,1 2 0 0,3 0 0 0,0 2 0 16,-1 0 0-16,-1 0 0 0,2 2 0 0,0 0 128 16,0 1-128-16,1 2 0 0,0 3 192 0,0 3-192 15,0-2 192-15,0 3-192 0,2 2 272 0,-2 0-48 0,-1 2-16 0,-1 0 0 16,1 0 32-16,0-1 0 0,-1 2 0 0,-2 2 0 16,0-3-64-16,-1 1-16 0,0 0 0 0,-2 0 0 15,1 2-160-15,-2-2 128 0,-1-9-128 0,0 0 128 16,-1 9-128-16,1-1 0 0,0-8-160 0,0 0 160 15,0 0-2672-15,-7 2-432 16,0-3-96-16</inkml:trace>
  <inkml:trace contextRef="#ctx0" brushRef="#br0" timeOffset="-44386.41">25442 12720 24879 0,'0'0'2208'0,"0"0"-1760"16,0 0-448-16,0 0 0 0,0 0 3632 0,0 0 640 15,0 0 128-15,10 0 16 0,2 1-2480 0,4 2-496 0,1 0-96 0,5 3-32 16,4-1-96-16,4 3-32 16,3 1 0-16,1 4 0 0,-1 0-512 0,0-3-96 0,-3 1-32 0,-1-1 0 15,-3 2-192-15,-1-3-32 0,-3-1-16 0,-3-2 0 16,-2-3-144-16,-1 1-32 0,-3-1 0 0,-3-2 0 15,-1-2 0-15,-1-1 0 0,-8 2 0 0,0 0 0 16,5-5 32-16,1 0 0 0,-4-2 0 16,0-1 0-16,-4-1 32 0,1-1 0 0,-3-3 0 0,-1 0 0 0,-2-2-48 0,0 0 0 15,-3-2 0-15,0-3 0 0,-2-3-144 16,0-2 0-16,-2-1 144 0,0 0-144 0,-2-3 0 16,1 2 0-16,-2 1 0 0,-2-2 128 0,0 0-128 15,-1 0 0-15,1 2-128 0,0-2 128 16,1 2-528-16,1-3-32 0,0 0 0 0,2 2 0 15,0 1-1680 1,4 2-352-16,0 0-64 0,3 0-18480 0</inkml:trace>
  <inkml:trace contextRef="#ctx0" brushRef="#br0" timeOffset="-42746.87">27576 13137 40079 0,'0'0'1776'0,"0"0"368"0,0 0-1712 0,0 0-432 0,-2-5 0 0,2 5 0 16,-2-6 288-16,2 6-32 0,0 0 0 0,0 0 0 15,0 0 608-15,0 0 112 0,0 0 32 0,0 0 0 16,0 0-192-16,0 0-48 0,-5 6 0 0,0 0 0 0,1 3 16 0,-3 3 0 16,0 1 0-16,-2 0 0 0,-1 4-288 0,0-1-64 15,-6 6-16-15,1 0 0 0,-1-1-160 0,0-2-16 16,2 0-16-16,-2-1 0 0,2-1-80 15,1-1-16-15,1-3 0 0,2 0 0 0,1-4-128 16,1 0 0-16,0-3 0 0,3 1 128 0,1-1-128 16,4-6 160-16,0 0-160 0,0 0 160 0,0 0-160 0,0 0-192 15,9 7 32-15,0-2 16 0,0-2 16 16,3-2 0-16,0 2 0 0,1-3 0 0,1-3 128 0,3 2-160 16,-1-2 160-16,-1 1-160 0,1-1 160 0,0-1 0 15,-1 0 0-15,1 0-128 0,1 0-16 16,-1 0 0-16,2 2 0 0,-1-2 0 15,-3-1-368-15,0-2-64 0,1 3 0 0,-1 2-16 16,0-5-1392-16,0 2-288 0,-1-2-48 0,-3 0-16 16,0 3-1440-16,-2-3-272 0</inkml:trace>
  <inkml:trace contextRef="#ctx0" brushRef="#br0" timeOffset="-42481.35">27553 13166 36799 0,'0'0'1632'0,"0"0"336"0,0 0-1584 0,0 0-384 0,0 0 0 0,0 0 0 16,0 0 1312-16,0 0 176 0,0 0 48 0,4 7 0 15,-4-7 48-15,2 9 16 0,0 2 0 0,0-1 0 16,2 2-672-16,-1 4-128 0,-1 1-32 0,0 2 0 16,-1 2-256-16,0 1-64 0,-1 0-16 0,0 2 0 15,0-1-176-15,0-1-16 0,0 1-16 0,0 0 0 0,0-3-224 0,0-1 144 16,2-1-144-16,-2 1 128 0,0-2-128 0,0 0 0 15,1-4 0-15,0 1 0 16,0-1-1024 0,2 0-144-16,0-1-32 0,-1 2-8928 0,2-3-1792 0,0 0-368 0</inkml:trace>
  <inkml:trace contextRef="#ctx0" brushRef="#br0" timeOffset="-41678.13">27690 13130 27647 0,'-8'-10'2448'0,"3"5"-1952"0,-5-2-496 0,1-1 0 0,2 1 3008 0,-1 0 496 15,0 0 96-15,0 1 32 0,2-1-2928 0,-4 2-704 0,0 0 0 0,0-2 0 16,-2 4 784-16,0 0 112 0,-1-2 0 0,-1 1 16 16,-2 4-96-16,-1 1-32 15,-1 3 0-15,0 3 0 0,-3 0-272 0,-1 4-48 0,-2 2-16 0,1 3 0 16,-5 0-96-16,4 5-32 0,0 3 0 0,1 2 0 15,0 0 64-15,3 3 0 0,1 1 0 16,4 0 0-16,2 2-384 0,4 2 0 0,2-4 0 0,6 1 0 16,2 1 0-16,6-2 0 0,3 0 0 0,3-3 0 15,4 2-256-15,2-3 48 0,6-3 0 0,1-2 0 16,2-1 208-16,0-5-144 0,0-2 144 0,0-2-128 16,2-3 128-16,0-3-192 0,-1-1 192 0,0-4-192 15,-1 0 192-15,0-6-128 0,-2 1 128 0,0-3-128 16,0-1 128-16,0 0 0 0,-1-5-144 0,-2-2 144 0,0-1 0 0,-3 0-144 15,-3-1 144-15,0-2 0 0,-2 0-192 0,-4-4 64 16,0-2 128-16,-2-1-208 0,-3 1 208 0,-2-2-192 16,-5 2 192-16,-2 1-192 0,-2 2 192 0,-5-1 0 15,-2 2-160-15,-1 4 160 0,-3-3-240 16,-1 6 32-16,-1-2 0 0,-1 2 0 16,-1 4-1200-16,-1-1-224 0,0 3-48 0,2 1-11264 15,-1 3-2256-15</inkml:trace>
  <inkml:trace contextRef="#ctx0" brushRef="#br0" timeOffset="-40994.58">24683 13802 10127 0,'-10'-7'896'0,"10"7"-704"0,-8-2-192 0,-1-2 0 0,-2 1 3968 0,1 0 752 16,0 0 144-16,0-1 48 0,1 0-3440 0,-1-1-704 15,1 3-128-15,2-2-16 0,1 2 1568 0,6 2 320 16,-7-4 64-16,7 4 16 0,0 0-992 0,0 0-192 16,-5-5-32-16,5 5-16 0,0 0-400 0,0 0-64 15,0 0-32-15,0 0 0 0,0 0-272 0,12-3-48 16,2 2-16-16,4-5 0 0,3 4-320 0,4 1-64 16,4-1-16-16,2 1 0 0,2 0 16 0,0-1 0 15,3 1 0-15,5 0 0 0,4-1-16 0,-10 1-128 16,5-1 192-16,9 0-64 0,5 2-128 0,4-2 0 15,2 0 0-15,2 0 0 0,5-2 0 0,3-1 0 0,4-2 0 16,5 2 128-16,1 1-128 0,35-1 0 16,-20 1 0-16,-9 1 0 0,-6-2 0 0,-3 1 0 0,-3-1 0 15,-5 1 0-15,-5 3 0 0,-6-1 0 0,-8 1 0 0,-16 1 0 16,-2-1-160-16,-1-1 160 0,0 2 0 0,0-1-144 16,-2 0-176-16,-2 1-16 0,-2-1-16 15,-3-1 0-15,-3 0-256 16,-4 0-48-16,-2 1-16 0,-4 0 0 0,-9 1 32 15,0 0 0-15,0 0 0 0,0 0 0 0,0 0-800 0,0 0-160 0,0 0-16 16,-11-4-16-16,-2 4-1392 0,-4 4-288 16,-12-2-48-16,3 2-16 0</inkml:trace>
  <inkml:trace contextRef="#ctx0" brushRef="#br0" timeOffset="-40502.38">25760 13634 12895 0,'0'0'1152'0,"-5"-4"-928"15,5 4-224-15,0 0 0 0,-5-4 5680 0,5 4 1088 0,0 0 208 0,0 0 64 16,-9-3-4624-16,2 3-928 0,-2 0-176 0,-3 3-32 16,-1 1 32-16,4-3 16 0,-1 4 0 0,-5 2 0 15,1-3-384-15,1 1-80 0,-1 1-16 0,3 0 0 16,-1-1-256-16,-5 3-48 0,1-2-16 0,2-1 0 0,4 1-144 0,2-3-16 15,0 1-16-15,-5 2 0 16,0-3-176-16,3 3-48 0,1-2 0 0,9-4 0 0,0 0-128 0,-5 4 0 16,5-4 0-16,-6 7 128 0,6-7-128 0,0 0 128 15,0 0-128-15,0 0 128 0,0 0-128 0,0 0 0 16,6 11 144-16,-6-11-144 0,11 8 0 0,-2-4 144 16,1 1-144-16,4-1 0 0,0 0 128 0,3-1-128 15,0 0 0-15,-4-2 0 0,1 1 0 0,3 0 0 16,0 1 0-16,2-1 0 0,-1 1 0 0,0 1 0 15,-1-1 0-15,5 2 0 16,-3 0-1152-16,-4-1-128 0,-2 0-16 0,-1 1-21760 0</inkml:trace>
  <inkml:trace contextRef="#ctx0" brushRef="#br0" timeOffset="19492.44">19673 6948 25791 0,'0'0'2304'0,"0"0"-1856"16,-5-1-448-16,5 1 0 0,0 0 3200 0,0 0 528 0,0 0 112 0,0 6 32 16,0 3-2320-16,0 3-464 0,-1 4-80 0,2 1-32 15,0 1 128-15,0 2 32 0,1-1 0 0,-1 2 0 16,-1 0-464-16,-1 0-96 0,1-3 0 0,1 0-16 0,0-1-272 0,1 0-48 15,-1-1-16-15,0-3 0 0,1-4-224 0,-2-9 176 16,0 0-176-16,0 0 160 0,0 0-160 0,0 0 0 16,0 0 0-16,0 0 128 0,0 0-128 0,6-4 0 15,1-4 0-15,-1-1 0 0,1-3-128 0,-1-1 128 16,1 0-160-16,-1-5 160 0,2-3 0 0,1-1-144 16,0-3 144-16,3-1 0 0,0-1-128 0,0 1 128 15,1-4-128-15,1 2 128 0,-1 4 0 0,0 1-128 16,0 3 128-16,1 1 0 0,-2 4 0 0,0 3 0 15,0 4 0-15,-1 4 0 0,-2 2 0 0,-1 2 256 16,0 3-64-16,-1 7-16 0,-2 3 144 0,0 5 48 16,0 4 0-16,-1 5 0 0,-1 5 112 0,-1 3 32 15,0 3 0-15,-2 2 0 0,0 2-144 0,1 1-32 0,-2 0 0 16,-1 0 0-16,1 1-192 0,0-3-144 16,-1-1 192-16,1-1-192 0,0 0 128 0,1-2-128 0,1-5 0 0,-2-2 0 15,0-2 0-15,1-2-304 0,1 0 64 0,-1-5 16 31,-1-4-1104-31,1-2-208 0,0 0-64 0,1-1 0 16,0 0-1216-16,0-1-240 0,2-1-48 0</inkml:trace>
  <inkml:trace contextRef="#ctx0" brushRef="#br0" timeOffset="19708.33">20205 7347 4607 0,'0'0'400'0,"0"0"-400"0,0 0 0 0,0 0 0 15,-5 5 8608-15,1 2 1632 0,1 1 336 0,-1 2 64 0,0 2-7184 16,1 3-1424-16,-1 4-304 0,0 3-48 0,0 0-720 0,1 5-128 16,1 3-48-16,0-2 0 0,1-4-576 0,0 0-208 15,-1-2 144-15,2 0-144 0,0-1 0 0,0-1 0 16,0-1 0-16,0 0 0 16,2-4-1472-16,-1-1-160 0,0-2-32 0,-1-1-16 15,0-2-1392-15,0 0-288 0,0-9-48 0,0 6-13488 16</inkml:trace>
  <inkml:trace contextRef="#ctx0" brushRef="#br0" timeOffset="20159.53">20029 7599 24879 0,'0'0'2208'0,"-5"5"-1760"16,0-3-448-16,1 4 0 0,1-1 3616 0,2 1 640 0,1 2 128 15,0-8 32-15,0 0-2384 0,0 0-480 16,0 0-80-16,8 7-32 0,1-2-720 0,0-1-144 15,3-3-16-15,1-1-16 0,-2-1-208 0,4-4-32 16,-2-2-16-16,2 1 0 0,1-2-32 0,1-1-16 0,-1 1 0 0,-2-3 0 16,0 2-112-16,1 3 0 0,-2-1-128 0,-2 3 192 15,0-1-192-15,-1 4 176 0,-2 1-176 0,-8 0 160 16,8 4 192-16,-2 5 32 0,0 1 16 0,-2 5 0 16,-2 0 96-16,1 2 16 0,-2 1 0 0,0-1 0 15,1 0-224-15,-1-4-32 0,-1 2-16 0,1 0 0 16,1-2-240-16,-1 0 128 0,0-2-128 0,0-2 0 15,-1-9 0-15,3 7 0 0,-3-7 0 0,0 0 0 16,0 0 0-16,0 0 0 0,0 0 0 0,8-2 0 0,-2-2-208 16,1 0 16-16,-2-2 0 15,2-6 0-15,1-2 0 0,-2 0 0 0,1-1 0 0,-1 0 0 0,2-1-16 16,0-2 0-16,1-1 0 0,-1 4 0 0,-1 0 208 16,1 2-192-16,0 2 192 0,1 1-192 0,-2 3 192 0,-1 1 0 15,0 4 0-15,-6 2 0 0,0 0 0 0,3 9 0 16,3 1 128-16,-2 3-128 15,-2 2 272-15,1 2-48 0,-1 0-16 0,1 0 0 0,-3-2-80 0,1 1-128 16,1 0 176-16,0-2-176 0,1-2 0 0,-1-1 0 16,2 0-160-16,3-2 160 15,1-1-3008-15,-1-2-496 16,0-3-80-16</inkml:trace>
  <inkml:trace contextRef="#ctx0" brushRef="#br0" timeOffset="20447.64">20740 7085 5519 0,'0'0'496'0,"-4"5"-496"0,4-5 0 0,0 0 0 15,0 0 8688-15,0 0 1632 0,0 0 336 0,0 0 64 0,0 0-7424 0,6 7-1488 16,2-1-288-16,1-3-64 0,2-2-624 0,0 0-128 16,1 1-32-16,1 0 0 0,0 0-432 0,1-1-96 15,-1-1-16-15,2 0 0 0,0 0-128 0,0 1 0 16,-4 1 0-16,1 0 0 16,1-3-624-16,2 0-208 0,-2-2-32 0,0 3-16 15,2 1-2144-15,-2 2-432 0,0 1-96 0</inkml:trace>
  <inkml:trace contextRef="#ctx0" brushRef="#br0" timeOffset="20671.35">20723 7277 12895 0,'0'0'1152'0,"-6"4"-928"16,1-2-224-16,5-2 0 0,0 0 7456 0,0 0 1440 15,0 0 304-15,0 0 48 0,0 0-6624 0,0 0-1344 16,12 3-256-16,0-2-48 0,1-2-416 0,2 1-96 15,1-3-16-15,2 2 0 0,2-2-448 0,1-1 128 16,3 2-128-16,0-2 0 16,-1 0-960-16,2 0-224 0,1-1-48 0,0 0-20352 0</inkml:trace>
  <inkml:trace contextRef="#ctx0" brushRef="#br0" timeOffset="21721.38">21447 6883 33167 0,'0'0'2944'0,"0"0"-2352"0,0 0-464 0,0 0-128 0,0 0 2784 0,0 0 544 16,-3 5 96-16,-1 2 32 0,0-1-1504 0,0 3-288 16,1 2-64-16,1 2-16 0,-1 1-928 0,0 3-176 15,1 1-32-15,-1 1-16 0,1-1-224 0,-1-1-32 16,0-3-16-16,1 0 0 0,0 1-160 0,2-2 0 16,0-1 0-16,2-1 0 15,0 0-1168-15,1-2-224 0,-2-1-32 0,-1-8-16 16,7 5-1824-16,1-1-384 0,-1-2-64 0,0 0-13984 0</inkml:trace>
  <inkml:trace contextRef="#ctx0" brushRef="#br0" timeOffset="22247.54">21660 6695 40143 0,'0'0'1776'0,"0"0"368"0,0 0-1712 0,0 0-432 0,-4-2 0 0,4 2 0 16,0 0 1776-16,0 0 272 0,0 0 48 0,-3 6 16 15,1 1-400-15,1 3-80 0,-1 0-16 0,4 6 0 16,-1 1-848-16,1 3-160 0,1 0-32 0,0 3-16 16,1 0-256-16,-2 1-48 0,-1-1-16 0,2 1 0 0,1 0-112 0,0 0-128 15,0-2 176-15,0-3-176 0,0 0 128 0,-2-5-128 16,1-1 0-16,-1-1 0 0,1-3 128 0,1-1-128 16,-4-8 0-16,3 6 0 0,-3-6 0 0,0 0 0 15,0 0 0-15,0 0 0 0,0 0 0 0,0 0 0 16,0 0 0-16,0 0 0 0,0 0 0 0,6-8 0 15,-1 1 0-15,-1-4 0 0,0-2 0 0,-1-1 0 16,-3-2 0-16,2-3-144 0,2-1 144 0,1 1 0 16,1-1 0-16,-1-1 0 0,1 0 0 0,2 0 0 15,0 3 0-15,-1-1-128 0,0 2 128 0,1 1 0 16,0 3 0-16,0 3 0 0,-3 2 0 0,2 5 0 16,-7 3 0-16,0 0 0 0,9 3 0 0,-1 2 0 15,-2 4 0-15,1 3 128 0,-1 2-128 0,1 0 0 16,-2 5 128-16,0 0-128 0,0 2 0 0,1 0 128 15,-1 1-128-15,0-2 0 0,-1-1 0 0,1 0 128 16,0-3-128-16,0-1 0 0,1-2 128 0,-1-3-128 16,1-2 128-16,2-1-128 0,-1-2 0 0,-1-1 0 15,2-2 0-15,0 0 0 0,-2-5 0 0,1-1-128 0,1 0 0 0,-2-2 0 16,1-3-32-16,1-3 0 0,-1 0 0 16,1-1 0-16,-1-1 160 0,2-2 0 0,-3-1 0 15,1 0 0-15,0-4 0 0,-1 2 0 0,1-5 128 16,0 2-128-1,0-3-464-15,-1 3-176 0,1 3-16 0,-2 2-16 0,-1 2-992 16,0 4-192-16,-1 2-32 0,0 2-13024 0,-1 0-2624 16</inkml:trace>
  <inkml:trace contextRef="#ctx0" brushRef="#br0" timeOffset="22482.37">21423 6657 24879 0,'-8'0'2208'16,"0"0"-1760"-16,3 0-448 0,5 0 0 0,0 0 5056 0,0 0 944 15,0 0 176-15,8-1 32 0,2-2-4016 0,2 3-800 16,2-1-176-16,4 0-16 0,3-2-672 0,1 1-128 16,1-2-16-16,0 1-16 0,-1 1-240 0,2-1-128 15,-2 2 160-15,3-3-160 16,-1 1-400-16,1-1-176 0,1 2-48 0,-1-2 0 15,1 1-1968-15,0 0-400 0,0 1-80 0,-1 1-16464 0</inkml:trace>
  <inkml:trace contextRef="#ctx0" brushRef="#br0" timeOffset="22648.09">22149 6563 21183 0,'0'0'944'0,"0"0"192"0,0 0-912 0,0 0-224 0,0 0 0 0,0 0 0 16,0 0 4128-16,0 0 784 0,0 0 144 15,0 0 48-15,10 2-2800 0,-10-2-576 0,11 0-96 0,0 0-32 16,0-3-1168-16,1 1-240 0,-2-1-64 0,2-1 0 16,-2-1-1344-16,2 1-288 0,-3 0-48 0,0 0-11072 15,-1-1-2224-15</inkml:trace>
  <inkml:trace contextRef="#ctx0" brushRef="#br0" timeOffset="22982.05">22059 6344 38879 0,'-16'0'1728'0,"11"0"336"0,-1-2-1648 0,6 2-416 0,0 0 0 0,0 0 0 0,-6 0 1568 0,1 2 224 16,0-2 64-16,-2 2 0 0,2-1-160 0,0 3-32 16,0 3 0-16,-2-1 0 0,1 3-896 0,-1 3-192 15,-1 0-48-15,1-1 0 0,-3 2-144 0,4 3-48 16,1-3 0-16,-1 0 0 0,1-1-160 0,3-2-48 15,-1-1 0-15,3 1 0 0,0-4-128 0,0-6 0 16,4 7 0-16,-4-7 0 0,8 3 0 0,1 0 0 16,0-2 0-16,1-1-176 0,1-1-16 0,-1-2-16 0,-1 1 0 0,2-2 0 15,-1-3 16-15,-1 0 0 16,-1-3 0-16,0 1 0 0,-1 2 64 0,-2 0 128 16,-1-2-208-16,-2 1 80 0,0-1 128 0,-1 0 0 0,0 1 0 0,1 1-128 15,-5-3-160-15,0 4-32 0,1-1 0 16,-1-2 0-1,0 2-1280-15,3 7-256 0,-5-5-48 0,5 5-16 16,-6-2-1936-16,6 2-400 0</inkml:trace>
  <inkml:trace contextRef="#ctx0" brushRef="#br0" timeOffset="23416.01">22264 6853 43247 0,'0'0'1920'0,"0"0"384"0,0 0-1840 0,0 0-464 16,0 0 0-16,0 0 0 0,0 0 1664 0,0 0 224 16,0 0 48-16,0 0 16 0,0 0-688 0,10 1-144 15,0-1-32-15,2 0 0 0,-1 0-704 0,0 0-128 16,1 0-48-16,-2 2 0 0,4 0-208 0,-3-2 128 15,0 1-128-15,-1 1 0 0,-1-1 0 0,-9-1 128 16,9 3-128-16,-9-3 0 0,8 1 0 0,-8-1 176 16,5 5-176-16,-5-5 160 0,0 0-32 0,0 0 0 15,-2 9 0-15,-2 0 0 0,-1 1 160 0,-3 0 32 16,-1 0 0-16,0 2 0 0,-3 1-320 0,0 0 160 0,0 0-160 16,1 0 128-16,-1 0 64 0,2 2 0 15,-1-2 0-15,2-3 0 0,1-1-64 0,3 2 0 0,1-5 0 0,0 2 0 16,1-1-128-16,3-7 0 0,0 9 0 15,0-9 0-15,0 0-128 0,6 6 128 0,0 1 0 0,1-1 0 16,1-2 0-16,1 0 0 0,0-1 0 0,3-1 0 16,-1 1 0-16,2-2-144 0,0-1 144 0,3 0 0 31,-2 0-480-31,3 0 16 0,0 1 0 0,3-2 0 0,3-4-1984 0,2-2-400 16,5 0-80-16</inkml:trace>
  <inkml:trace contextRef="#ctx0" brushRef="#br0" timeOffset="23787.43">23145 6599 6447 0,'-7'-8'576'0,"3"7"-576"0,-1-5 0 0,-1 5 0 0,6 1 8720 0,0 0 1648 16,-4 0 320-16,0 0 64 0,0 0-6896 0,0 3-1360 15,0 1-288-15,0 2-48 0,2 5-912 0,-1-1-176 16,-1 3-48-16,0 1 0 0,2 1-704 0,-1 2-160 0,-1 1-32 0,1 3 0 16,2 1-128-16,0 0 0 15,1-1 0-15,0-2 0 0,0 0 0 0,0-2 0 16,1 0 0-16,2-4 0 0,-3 0 0 0,0-2-176 0,0-1 48 0,0-1 0 31,0-9-1104-31,0 0-224 0,0 0-32 0,0 0-16 16,0 0-736-16,0 0-160 0,0 0-32 0,0 0 0 15,0 0-1056-15,0 0-224 0,-8-6-32 0,0 0-11360 0</inkml:trace>
  <inkml:trace contextRef="#ctx0" brushRef="#br0" timeOffset="23951.45">22841 6766 23951 0,'-8'3'1056'0,"8"-3"224"0,-4 0-1024 0,0 3-256 0,4-3 0 0,0 0 0 0,0 0 4896 0,0 0 928 15,0 0 176-15,0 0 32 0,12 4-3696 0,0-1-736 16,2-2-160-16,3 0-32 0,3 1-768 0,3 0-176 16,3-1-16-16,2-1-16 0,0-1-288 0,2 1-144 15,0-2 160-15,3-2-160 16,-2 0-896-16,3-3-288 0,1-1-48 0</inkml:trace>
  <inkml:trace contextRef="#ctx0" brushRef="#br0" timeOffset="25059.41">24039 6633 39967 0,'-6'-12'1776'0,"4"8"352"0,0 0-1696 0,2 4-432 0,0-6 0 0,0 6 0 0,2-6 2000 0,-2 6 320 16,0 0 64-16,0 0 16 0,0 0-416 0,0 0-64 15,0 0-32-15,0 0 0 0,0 0-1040 0,7 8-208 16,-2 3-32-16,-1-1-16 0,0 2-304 0,-1 3-64 16,-2 5-16-16,1 2 0 0,1 4-64 0,0 0-16 15,-2 2 0-15,0-1 0 0,2-1-128 0,0 0 128 16,2-1-128-16,-1 0 128 0,0-4-80 0,1-2-48 15,0 1 0-15,-1-6 0 0,0-2 0 0,1-2 0 16,-1-1 0-16,0-2 0 0,0-2 0 0,-4-5 0 16,0 0 0-16,6 0 0 0,-6 0 0 0,8-1 0 15,-3-5 0-15,1 0 0 0,-1-2 0 0,0-1 0 16,-1-3 0-16,1-1 0 0,2-1 0 0,0-2 0 0,0-2 0 16,1-2 0-16,-2-3 0 0,2 0 0 15,3-1 0-15,-1-2 0 0,0-1 0 0,1 2-240 16,-1 1 80-16,-1 1 16 0,1 2 144 0,-1 4 0 0,-2 0 0 15,1 5 0-15,-1 5 0 0,-1 0 0 0,-6 7 0 0,0 0 0 16,0 0 0-16,0 0 0 0,0 0 0 0,7 7 0 16,-2 2 0-16,-1 5 144 0,-3-1-16 0,-1 4-128 15,2 3 128-15,-1-1-128 0,1 2 0 16,1 0 0-16,0 0 0 0,-1 0 0 0,1-4 0 0,1-1-144 0,0 0 144 16,0-4 0-16,1-2 160 0,0-1-32 15,0-2-128-15,2-2 0 0,-1-1 0 0,-6-4 0 16,8 1-176-16,0-1 176 0,1-1-160 0,-1-2 160 15,-3-2 0-15,2-1 0 0,-1-1 0 0,1-1 0 0,-1-2 0 16,-1-2 0-16,2-1 0 0,1-2 0 0,0-2 0 16,-2-3 0-16,2 3 0 0,0-4 0 0,0 0 0 0,-1 1 0 15,0-3-128-15,-2 5 128 16,0 2-448-16,-1 2-64 0,-1 1 0 0,-2 1 0 16,-2 3-1136-16,-2 1-224 0,-1 2-48 0,-1-1-13712 15,-3 2-2736-15</inkml:trace>
  <inkml:trace contextRef="#ctx0" brushRef="#br0" timeOffset="25302.94">23794 6510 46415 0,'0'0'2048'0,"0"0"448"0,0 0-2000 0,0 0-496 16,0 0 0-16,0 0 0 0,0 0 1024 0,9 0 96 15,2 1 32-15,2 1 0 0,1-2-128 0,3-2-32 0,0 1 0 0,1-3 0 16,4 3-720-16,1 1-144 0,-1 0-128 16,4-1 192-16,1-2-192 0,-1-1 0 0,2 0 0 15,0 1-176 1,0 1-976-16,-1-1-192 0,-1 2-32 0,0 0-16 0,-1-2-2464 0,0 0-496 16,-3 1-112-16</inkml:trace>
  <inkml:trace contextRef="#ctx0" brushRef="#br0" timeOffset="25530.71">24507 6447 24879 0,'-6'-1'2208'0,"-1"-1"-1760"0,2-1-448 0,0 2 0 0,5 1 5296 0,0 0 976 16,0 0 192-16,0 0 32 15,0 0-3728-15,0 0-736 0,0 0-160 0,8 1-16 0,1 0-1024 0,2 1-192 16,1-2-32-16,3 0-16 0,2 0-592 0,1-2 0 15,-1 0 0-15,0-1 0 0,0 3-208 0,0-3 32 16,0 1 16-16,1 1 0 16,-3-5-1200-16,0 2-240 0,-5 2-64 0,3 0 0 15,0-1-1824-15,-2-1-368 0,-7 0-80 0</inkml:trace>
  <inkml:trace contextRef="#ctx0" brushRef="#br0" timeOffset="25873.38">24403 6193 19343 0,'0'0'1728'0,"0"0"-1392"0,-8 0-336 0,2-1 0 16,6 1 6016-16,0 0 1152 0,-6 0 208 0,0 1 48 16,-1 1-4384-16,7-2-880 0,-7 3-176 0,0 0-48 15,1 1-992-15,0 0-208 0,1 1-32 0,1 0-16 16,-1 2-336-16,1-2-64 0,4-5-16 0,-3 7 0 15,1-1-272-15,2-6 160 0,-1 7-160 0,1-7 128 16,1 7-128-16,-1-7 0 0,2 4 0 0,-2-4 0 16,4 6 0-16,-4-6 0 0,7 5 0 0,1-3 0 15,0-2 0-15,1 0 0 0,-9 0 0 0,7-2 0 16,3 0 0-16,-3-1 0 0,1-3 0 0,-1 2 0 0,-2-1-128 16,0 0 128-16,-2-2 0 0,1 2 0 0,-4 5 0 0,0 0-144 15,2-6 144-15,0-1 0 0,-2-1-256 0,0 1 48 16,0-1 16-16,0 8 0 15,-4-5-960-15,4 5-192 0,0 0-48 0,0 0 0 16,0 0-1424-16,-7-2-272 0,7 2-64 0</inkml:trace>
  <inkml:trace contextRef="#ctx0" brushRef="#br0" timeOffset="26954.5">21234 7606 26719 0,'7'-2'1184'0,"-3"-2"240"0,0 1-1136 0,4 1-288 16,5-3 0-16,3-2 0 0,-1 0 4912 0,6 2 912 15,4-1 192-15,5-1 48 0,3 3-4080 0,6-1-832 16,4 3-144-16,5-2-48 0,3 0-320 0,4 1-80 16,1 0-16-16,8 2 0 0,6 0-208 0,6 1-32 0,3 0-16 0,5 0 0 15,-14 0-16-15,6 1 0 0,6-1 0 0,4 1 0 0,-3 2-96 16,7-2-32-16,7-2 0 0,0 1 0 15,25 0-144-15,-13 1 0 0,-11-2 0 0,-2 1 128 16,-16-1-128-16,1-2 0 0,1 2 0 0,-8-6 0 16,-7 3-240-16,-9 2 32 0,-4-3 0 0,-7 2 0 0,4 0-48 0,-16 1-16 15,0-1 0-15,-4 2 0 0,-2-2 96 0,-4 1 32 16,-6 0 0-16,-2 0 0 16,-2 0-752-16,-4 2-128 0,0-1-48 15,-2 1 0-15,-4 0-2496 0,-5 0-496 16</inkml:trace>
  <inkml:trace contextRef="#ctx0" brushRef="#br0" timeOffset="27584.72">22223 8115 11967 0,'0'0'1072'0,"0"0"-864"0,-4 3-208 0,0-3 0 0,-1 1 6096 0,5-1 1184 0,-2 0 224 0,-2 1 48 0,4-1-3904 0,0 0-768 15,0 0-176-15,0 0-16 0,0 0-1024 0,0 0-192 16,9 1-32-16,4-1-16 0,1-2-672 0,-1 1-144 16,-1 1-32-16,0 0 0 0,1 0-288 0,-2 1-64 15,1 1-16-15,-1 1 0 0,-1 0-80 0,-10-3 0 16,0 0-128-16,8 5 192 0,-2 1-16 0,-2 1-16 16,-4 2 0-16,0-2 0 0,-2 0 48 0,-4 3 16 15,-1-1 0-15,-3 4 0 0,-1 0-96 0,-1 1 0 16,0 0-128-16,-1 1 192 0,-2 0-128 0,0 0-64 15,4-1 0-15,-3-1 0 0,1-1 0 0,3 1 0 16,1 0 0-16,2-3 0 0,1 1 0 0,1-2 0 16,1-1 0-16,4-8 0 0,-2 8 0 0,4-2 0 0,-2-6 0 15,0 0 0-15,8 5 0 0,1-1 0 0,2 0 0 16,2-1 0-16,2-2 0 0,0-1 0 0,2-1 0 0,3-2 0 31,2-2-448-31,3-2-96 0,2 0-16 0,2-3 0 0,0 0-1392 16,3 0-288-16,5-1-48 0,-2-2-13200 0,0-1-2656 0</inkml:trace>
  <inkml:trace contextRef="#ctx0" brushRef="#br0" timeOffset="27961.71">22866 8017 5519 0,'0'0'240'0,"-4"-4"64"0,0-1-304 0,-1 0 0 0,-2 0 0 0,3-1 0 0,2 2 9024 16,-1 1 1728-16,-1 0 368 0,-1 2 64 0,0-1-7248 0,0 2-1440 15,5 0-304-15,-7 4-48 0,-1 1-960 0,0 3-192 16,2 3-32-16,-1 3-16 0,0 0-304 0,-1 6-64 15,-1 3-16-15,1 0 0 0,0-3-432 0,2 1-128 16,0 0 0-16,1 1 80 0,1 0-80 0,3 1 0 16,1-1 0-16,2-1 0 0,4-4 0 0,0 0 0 15,2-2 0-15,1 0 0 0,4-1 0 0,2-2 0 16,-1-3 0-16,3-1 0 0,1-5 0 0,3 0 0 16,1-3 0-16,2 0 0 0,0 0 0 0,1-4 0 15,0 2 0-15,-2-5 0 0,0-1-160 0,-1 0 160 16,-3 1-128-16,-1-5 128 0,-1 0 0 0,-1 0 0 0,-2-1 0 15,-2-1-128-15,-1-2 128 0,-2-2 0 16,-1-1 0-16,-3-1 0 0,-1 3 0 0,-3-2-128 0,-2 2 128 16,-1-3 0-16,-2 2 0 0,-2-1-160 15,-3 1 160-15,-2 3 0 0,0 0-192 0,-4 2 192 16,-2 1-192-16,-1 2 192 16,-1 1-896-16,-2 1-64 0,-1 3 0 0,-1 1-16 15,1 1-1008-15,1 3-192 0,0 3-32 0,2 0-12576 16,1 2-2496-16</inkml:trace>
  <inkml:trace contextRef="#ctx0" brushRef="#br0" timeOffset="28208.34">22842 8134 44687 0,'0'0'1984'0,"0"0"400"0,0 0-1904 0,0 0-480 0,0 0 0 0,0 0 0 0,0 0 1712 0,0 0 240 16,6 7 48-16,-1 0 16 0,1-1-480 0,2 1-80 15,0-1-32-15,1 3 0 0,0 2-912 0,2-1-192 16,-2 0-48-16,1 4 0 0,1-4-144 0,0 2-128 16,0-1 144-16,1 2-144 0,-1-1 0 0,1-1 0 15,-2-1 0-15,1-1 0 0,1-1 0 0,-3-1 0 16,-1-2-208-16,-1-1 64 16,1 0-880-16,-1-2-160 0,-7-2-32 0,6 1-16 15,2-1-1504-15,-8 0-288 0,5-2-64 0,2-2-17568 0</inkml:trace>
  <inkml:trace contextRef="#ctx0" brushRef="#br0" timeOffset="28536.91">22979 7831 47103 0,'0'0'2096'0,"0"0"416"0,-4-4-2000 0,4 4-512 0,0 0 0 0,0 0 0 15,0 0 960-15,0 0 112 0,0 0 16 16,0 0 0-16,0 0 368 0,0 0 80 15,0 0 0-15,0 0 16 0,0 0-976 0,0 0-208 0,0 0-48 0,0 0 0 16,3 9-64-16,-2 0 0 0,-1 0-16 0,0 0 0 16,-1 0-112-16,1-9-128 0,-1 7 176 0,-2-1-32 15,3 0-144-15,0-6 0 0,0 8 0 0,0-8 0 16,0 0 0-16,0 0 0 0,0 0 0 0,5 6 0 0,-5-6 0 0,8 5 0 16,0 0 0-16,-8-5 0 0,9 0 0 0,-1-2-128 15,0-2 128-15,0 1-160 0,-2-1 160 0,1 1-128 16,-2-3 128-16,0 1-128 0,-1-1 128 0,-1-1 0 15,-1 1-144-15,-1-2 144 0,-1 0 0 0,-1 1-176 16,-1 1 176-16,-1-1-128 0,-1 3-128 0,0-1-32 16,-1 1 0-16,5 4 0 15,-7-2-1040-15,2 0-208 0,5 2-32 0,0 0-16 16,0 0-1568-16,-4 6-320 0,0 1-64 0</inkml:trace>
  <inkml:trace contextRef="#ctx0" brushRef="#br0" timeOffset="29186.32">23325 8320 19343 0,'0'0'1728'0,"-4"-6"-1392"0,-1 0-336 0,1-1 0 0,0 3 5184 0,4 4 960 16,-1-5 192-16,-1 0 32 15,0-2-3040-15,2 1-624 0,0 6-112 0,0 0-32 0,2-4-1008 0,-2 4-208 16,0 0-32-16,7-6-16 0,2 0-1008 0,0 2-288 15,-1-1 0-15,2 1 128 0,1 2 128 0,2 0 32 16,1 1 0-16,0 1 0 0,2 0-288 0,-2 0 0 16,1 1 128-16,-2 1-128 0,-3-2 0 0,1 1 0 15,-4 0 128-15,-7-1-128 0,0 0 128 0,0 0-128 16,0 0 144-16,0 0-144 0,0 0 208 0,0 0-48 16,0 0-16-16,-1 9 0 0,-3 1-144 0,0-3 192 0,-1 0-192 0,-1-1 192 15,-1 0-192-15,-1-1 0 16,0 0 0-16,1 2 128 0,0-1-128 0,1-2 0 15,-1-1 0-15,7-3 128 0,-6 5-80 0,2 0-48 0,4-5 0 0,0 0 0 16,0 0 0-16,0 0 0 0,0 8 0 0,0-8 0 16,0 0 0-16,7 6 0 0,3 1 0 0,1-2 0 15,1-1 0-15,1 0-128 16,0 0 128-16,1 0 0 0,1 0 0 0,-1 0 0 0,0-1 0 16,2 4 0-16,-3-2 0 0,-1 2 0 0,0-1 0 0,-3 2 0 15,-3-4 0-15,1 3 0 0,-3-1 0 0,-2 1 0 16,-2 0 0-16,-2 1 0 0,-2-1 0 0,-3-1 128 15,-1-1-128-15,-1 2 0 0,-1-2 0 0,-1 0 0 16,-2 1 0-16,-1 0 0 0,-2-3 0 16,2 1 0-16,-2 0 0 0,1-2 0 0,-1 1 0 0,3-2 0 15,-1 0 0-15,-2-1 0 0,4 0 0 0,-1-1 0 16,0 0 0-16,0-2 0 0,0 1 0 0,0-2 0 16,3 0-496-1,2-1-80-15,1-3-32 0,4 0-24992 0</inkml:trace>
  <inkml:trace contextRef="#ctx0" brushRef="#br0" timeOffset="31580.88">18956 16182 29487 0,'0'0'1296'0,"-3"-4"288"0,-2-2-1264 0,0 3-320 0,5 3 0 0,-7 4 0 0,1 1 3712 0,1 2 704 15,0 2 128-15,-2 3 16 0,1 1-2800 0,0 2-560 16,2 1-112-16,0 0-32 0,1 3-288 0,1 0-48 16,2-1-16-16,2-1 0 0,0 0-480 0,2-3-96 15,0-1-128-15,0-1 176 0,1-4-16 0,0-1 0 0,-5-7 0 0,8 7 0 16,-8-7-160-16,9 0 128 16,-1 0-128-16,0 0 128 0,1-5-128 0,0 0 0 15,0-3 0-15,0-1 0 0,-1-1 0 0,1-1 0 0,1-5 0 0,-1 0 0 16,1-4 0-16,0-1 0 15,2-1 0-15,1-2 0 0,0 2 0 0,0-5 0 16,2-1 128-16,-1 1-128 0,2-1 0 0,-1 1 0 0,0 1 0 16,-1 1 0-16,0 2 0 0,-1 3 0 0,-1 6 0 15,-1 2 0-15,-1 2 0 0,-1 4 128 16,-1 4-128-16,-8 2 128 0,9 6 160 0,0 4 32 16,-1 4 0-16,-2 4 0 0,0 7-48 0,-2 6 0 0,-2 6 0 0,1 4 0 15,-2 9-80-15,2 2-32 0,-1 8 0 0,1 4 0 16,0 2-160-16,0 1 160 0,3-1-160 0,-1 1 160 15,0 1-160-15,0-4 160 0,1-2-160 0,-1-2 160 16,1-4-160-16,1-4 0 0,-3-1 144 0,0-8-144 0,-2-2 128 16,0-2-128-16,-1-8 128 0,-1-2-128 0,1-2 0 0,-1-5 144 15,-1-2-144-15,0-5 0 0,1 0 0 0,0-6 0 16,-2-1 0-16,2-8-144 16,0 0-832-16,0 0-176 0,0 0-16 0,0 0-16 15,0 0-1632-15,15-11-320 0,4-7-64 16</inkml:trace>
  <inkml:trace contextRef="#ctx0" brushRef="#br0" timeOffset="31822.61">19668 16895 22111 0,'0'0'1968'0,"0"0"-1584"16,0 0-384-16,0 0 0 0,0 0 3696 0,0 0 656 15,0 0 128-15,0 0 16 0,-4 7-1808 0,1 2-352 16,1 2-80-16,-1 0-16 0,2 4-496 0,0 2-96 15,-2 1-32-15,2 4 0 0,-1 1-816 0,1 2-160 16,-2-4-48-16,3-1 0 0,0-1-224 0,0 1-48 0,0 1-16 16,0-2 0-16,0-1-304 0,0-1 0 15,0-1 0-15,0 4 0 16,0-6-448-16,2-1-208 0,-2-1-48 0,0-3 0 16,0-9-992-16,1 9-208 0,-1-9-32 0,0 9-16 15,0-9-1232-15,0 0-240 0,0 0-48 0,0 0-13472 0</inkml:trace>
  <inkml:trace contextRef="#ctx0" brushRef="#br0" timeOffset="32247.52">19528 17185 17503 0,'0'0'1552'0,"0"0"-1232"0,-6 0-320 0,-1-1 0 0,2-2 5040 15,1 2 944-15,4 1 192 0,0 0 32 0,0 0-3392 0,0 0-672 16,0 0-144-16,0 0-16 0,0 0-704 0,0 0-128 16,9-3-16-16,2-1-16 0,-1 2-560 0,2 0-112 15,1-3-32-15,-1 0 0 0,1-2-272 0,0 1-144 16,1-2 160-16,0 0-160 0,1-2 192 0,-1-1-64 15,0 1-128-15,2 1 192 0,-3 0 16 0,2-1 0 16,-2 3 0-16,-2 3 0 0,0-1 96 0,-1 3 16 16,-2 2 0-16,0 3 0 0,-8-3 64 0,8 8 32 15,-3 2 0-15,1 3 0 0,1 1-48 0,-2 2-16 16,-1 0 0-16,0-1 0 0,1 1-208 0,-1 0-144 16,0-1 192-16,0 0-192 0,0-2 128 15,0 0-128-15,0-4 0 0,1 1 0 0,-1-3 128 0,-4-7-128 16,6 6 0-16,-6-6 0 0,7 4 0 0,-7-4 0 0,0 0 0 15,0 0 0-15,8-1 0 0,-8 1 0 0,7-5-144 16,0-2 144-16,-1-1 0 0,2-1-128 16,0-1 128-16,0 1 0 0,0-2 0 0,1-2-160 0,0-2 160 15,1 2 0-15,1 0-144 0,-2 1 144 16,-1 3 0-16,-2 2-144 0,1 3 144 0,-7 4 0 0,0 0-144 16,0 0 144-16,8 4 0 0,-1 3 0 0,0-1 160 15,-2 2-160-15,-1 1 192 0,0 2-64 0,0 2 0 0,0 0-128 16,0 2 0-16,0-3 0 0,1 1 0 0,1 5 0 15,1-3-528-15,1-2-224 16,2-2-32-16,1 0-16 0,-1-3-2464 16,2-2-480-16,-1-1-96 0</inkml:trace>
  <inkml:trace contextRef="#ctx0" brushRef="#br0" timeOffset="32555.49">20514 16600 48959 0,'-13'-10'2176'0,"13"10"432"0,0 0-2096 0,0 0-512 16,-3-1 0-16,3 1 0 0,0 0 1392 0,0 0 160 15,0 0 48-15,0 0 0 0,0 0-656 0,9-3-128 16,2 3-32-16,-1 0 0 0,1-1-560 0,0 1-224 15,1 1 176-15,1-1-176 0,0 3 0 0,0-3 128 16,0 3-128-16,0-1 0 0,2 1 0 0,0 0 0 16,0 0 0-16,4 1-160 15,-2-1-608-15,-1 0-112 0,-3 0-16 0,-1 0-16 16,-12-3-1120-16,10 7-208 0,-3-2-64 0,-7-5 0 16,4 9-2432-16,-4 0-480 0,-6 1-96 0,-2 1-32 0</inkml:trace>
  <inkml:trace contextRef="#ctx0" brushRef="#br0" timeOffset="32754.05">20530 16772 36975 0,'-13'2'1632'0,"3"0"352"0,-1 0-1600 0,0-2-384 0,3 0 0 0,8 0 0 0,-7 3 2096 16,7-3 336-16,0 0 64 0,0 0 0 0,0 0-544 15,0 0-112-15,0 0-32 0,0 0 0 0,11 6-976 0,2-2-192 16,-1-3-32-16,4-1-16 16,-1-1-272-16,4 0-64 0,-1-2-16 0,0 1 0 0,0-4-240 0,2 3 176 15,1-1-176-15,0 0 160 0,0 1-160 0,-2 0 0 16,1 2-192-16,-1 0 192 15,1 0-1664-15,-2 2-224 0,-2 1-32 0,-1 1-13360 16,0 0-2656-16</inkml:trace>
  <inkml:trace contextRef="#ctx0" brushRef="#br0" timeOffset="35634.04">21690 15877 39615 0,'0'0'3520'0,"-10"0"-2816"16,-1 0-560-16,11 0-144 0,-9 5 2816 0,2 3 544 15,1 3 96-15,1 0 32 0,1 1-2416 0,0 4-496 16,0 3-80-16,1 5-32 0,2-2 16 0,0 3 0 0,-1-2 0 0,2 1 0 16,0 0-336-16,2 1-144 0,-1-1 128 0,2-2-128 15,-1-1 0-15,1 1 0 0,-1-3 128 0,2-2-128 16,-1-2 0-16,0-4-192 0,1 0 32 15,-4-11 16 1,5 10-1296-16,-5-10-256 0,0 0-48 0,0 0-16 16,9 11-1728-16,-1-5-352 0,-8-6-64 0</inkml:trace>
  <inkml:trace contextRef="#ctx0" brushRef="#br0" timeOffset="36174.07">21814 15893 40943 0,'0'0'1808'0,"0"0"384"0,-2-8-1744 15,2 8-448-15,0 0 0 0,0 0 0 0,0 0 1200 0,0 0 144 16,0 0 48-16,0 0 0 0,6 8 128 0,-1 2 16 16,0 3 16-16,0 3 0 0,1 1-848 0,-1 3-192 15,1 0-16-15,1 3-16 0,-1 0 64 0,1 2 16 16,-1 0 0-16,1-1 0 0,1 1-256 0,0-1-48 16,-1-1-16-16,1-1 0 0,0-1-96 0,0-1-16 15,0-3 0-15,-1-3 0 0,0-1-128 0,0 0 0 16,-2-5 0-16,0 0 128 0,1-3-128 0,-6-5 0 15,0 0 144-15,0 0-144 0,8 0 0 0,-8 0 0 16,8-5 0-16,-1-2 0 0,-2 1 0 0,0-4 0 16,0 1 0-16,2-4 0 0,-1-1 0 0,1-4 0 15,-2 1 0-15,2-4 0 0,-1-3 0 0,1 1 0 16,-1-4-176-16,1 2 176 0,-2 0 0 0,0 2-144 16,-1 0 144-16,1 4 0 0,-1 3 0 0,0 4 0 0,-1 3 0 15,-1 4 0-15,-2 5 128 0,0 0 0 16,0 0 0-16,0 0 0 0,4 9-128 0,0 3 0 0,1 1 128 0,0 3-128 15,2 2 144-15,0-2-144 0,-1 1 192 0,1 1-192 16,0 0 128-16,2 2-128 0,1 0 0 0,-1-3 0 16,0 0 128-16,1 0-128 0,1-1 0 0,-1 0 0 15,1-5 128-15,-2 0-128 0,0-2 0 0,0-3 0 16,0 0 128-16,0-3-128 0,0 0 0 0,-9-3 0 16,0 0 144-16,11-1-144 0,-11 1 0 15,8-7 144-15,-2-1-144 0,-1-1 160 0,1-1-160 0,-1-1 160 16,-1-2-160-16,0-1 128 0,-1-2-128 0,1-4 128 0,0-1-128 15,2-3 160-15,-3-1-160 0,1 1 160 0,-1 0-112 16,0-1-48-16,-1-1 0 0,-1 2 0 0,-1 0-224 16,0 5-32-16,0 0-16 0,-1 1 0 15,-1 4-416-15,-2 3-80 0,-2 0 0 0,3 1-16 16,-1 4-752-16,4 6-160 0,-7-5-32 0,7 5-13568 16,-10 2-2736-16</inkml:trace>
  <inkml:trace contextRef="#ctx0" brushRef="#br0" timeOffset="36435.27">21742 15800 29487 0,'-9'-6'2624'0,"1"1"-2112"0,8 5-512 0,0 0 0 0,-5-7 4448 0,5 7 784 0,0 0 144 0,0 0 48 15,10-9-3200-15,3 2-640 16,3 2-128-16,4 1-32 0,3-1-976 0,3 1-192 16,0 2-32-16,2 0-16 0,0-2-208 0,1 3 0 15,0 1 0-15,-1 1 0 0,1 1-912 0,-2 0-176 0,-1 1-48 0,2 1 0 16,-1 2-2800-16,-1-2-560 0,4 3-112 16,-4-1-32-16</inkml:trace>
  <inkml:trace contextRef="#ctx0" brushRef="#br0" timeOffset="36595.97">22351 15804 8287 0,'0'0'736'0,"0"0"-592"0,0 0-144 0,8-4 0 0,-2-5 7392 0,5 3 1440 15,0-1 304-15,0 2 48 0,-2-3-5776 0,1 3-1152 16,2-2-224-16,1 2-48 0,3 1-1024 0,-2-1-208 16,1 1-48-16,-1 0 0 15,0 0-1104-15,-1 0-240 0,-1 2-32 0,1 2-16 16,1 0-2672-16,-3 0-544 0,-11 0-96 0</inkml:trace>
  <inkml:trace contextRef="#ctx0" brushRef="#br0" timeOffset="36912.96">22278 15486 22111 0,'-5'-10'1968'0,"-1"-1"-1584"16,3 2-384-16,0 1 0 0,0 3 4928 0,3 5 912 0,0 0 176 0,0 0 48 15,0 0-3344-15,0 0-672 0,0 0-128 0,0 0-16 16,0 0-800-16,-6 7-144 0,-1 0-48 0,1 3 0 16,1-1-496-16,1 0-96 0,1 3-32 0,0-2 0 15,3-10-64-15,-1 13-16 0,2-1 0 0,2-2 0 16,-3-10-208-16,0 0 0 16,0 0 0-16,8 13 0 0,-2-6 128 0,-6-7-128 0,12 6 0 0,0-3 0 15,0-2 0-15,-1-1 0 0,0 0 0 0,-1-2 0 16,1-2 0-16,-1 0 0 0,-10 4 0 0,12-5 0 15,-2-2 0-15,-2-1 0 0,-3 0 0 0,0 2 0 16,-5 6-192-16,4-9 32 0,-1 0 0 0,-2 2 0 16,-1 7-224-16,-1-9-64 0,1 9 0 0,0 0 0 15,-4-9-1280-15,4 9-256 0,0 0-48 0,0 0-16 16,0 0-2448-16,-6 6-496 0</inkml:trace>
  <inkml:trace contextRef="#ctx0" brushRef="#br0" timeOffset="37360.89">22709 16118 32255 0,'0'0'2864'0,"0"0"-2288"15,0 0-576-15,0 0 0 0,0 0 4096 0,0 0 704 16,-5-5 128-16,5 5 48 0,0 0-2752 0,0 0-560 16,0 0-96-16,0 0-32 0,11-1-944 0,-11 1-192 0,13 0-32 0,1 1-16 15,0-1-160-15,-1 2-16 0,-1-1-16 0,1 1 0 16,2 0-160-16,-4 0 0 0,-11-2 0 0,12 4 128 16,-3 1-128-16,-9-5 0 0,8 8 0 0,-8-8 0 15,0 0 128-15,4 11-128 0,-3-1 128 0,-2 1-128 16,1-11 160-16,-5 11-160 0,-2-2 192 0,-2 2-192 15,-3-2 192-15,2 1-192 0,-3 1 192 0,2-1-192 0,0 1 192 0,0 0-192 16,1 0 192-16,1-2-48 16,1-1-144-16,8-8 0 0,-7 9 0 0,7-9 0 0,0 0 0 0,0 0 0 15,-5 8 0-15,5-8 0 0,0 0 0 16,0 0 0-16,0 0 0 0,11 9 0 0,-1-5 0 0,2 0 0 16,1-2 0-16,1 0 0 0,2-2 0 15,1 0 0-15,0-2 0 0,2 2 0 16,1-2-704-16,1-2-16 15,1 0-16-15,0 0 0 0,0-1-1776 16,3 1-368-16,1 3-64 0,3-2 0 0</inkml:trace>
  <inkml:trace contextRef="#ctx0" brushRef="#br0" timeOffset="37840.76">23432 15849 29487 0,'-2'-8'2624'0,"1"0"-2112"16,1 8-512-16,1-9 0 0,2-2 4960 0,-3 11 880 15,3-9 176-15,-3 9 48 0,0 0-3696 0,0 0-752 0,0 0-144 0,0 0-16 16,10-2-880-16,-10 2-192 0,0 0-16 0,0 0-16 16,10 9-128-16,-2 4-32 0,-2 0 0 0,-3 2 0 15,1 1-192-15,-1 2 0 0,-3 2 0 0,0 1 0 16,0 0 0-16,0-2 0 0,-1 1 0 0,-1-2 0 15,2-1 0-15,0 0 0 0,-1-4 0 0,0 0 0 0,1 0 0 0,0-1-160 16,-2-3 32-16,2-9 0 16,-1 9-608-16,1-9-112 15,-2 10-32-15,2-10 0 0,0 0-400 0,0 0-64 0,-7 6-32 0,7-6 0 16,-5 5-544-16,5-5-128 0,-9 1 0 0,9-1-16 16,-11 0-64-16,11 0-16 0,-13-9 0 0,1 0 0 15,2 2-2336-15,-2-2-448 0,1-1-112 0,-2-1-16 16,-2 0 3520-16,1 0 688 0,0 1 144 0,0 3 16 15,1 3 3520-15,2-2 704 0,0-1 144 0,3 3 32 0,2 1 368 0,6 3 80 16,0 0 0-16,0 0 16 0,0 0-1696 0,0 0-352 16,0 0-64-16,0 0-16 0,0 0-848 0,0 0-176 15,0 0-48-15,16 0 0 0,-2-3-496 0,4 0-96 16,2 1-32-16,-1-1 0 0,0 1-224 0,1-1-128 16,3-1 160-16,0 1-160 15,-1 1-400-15,2-1-176 0,-1 2-48 0,2 1 0 16,0 1-2848-16,1 2-576 0</inkml:trace>
  <inkml:trace contextRef="#ctx0" brushRef="#br0" timeOffset="43563.5">23649 6888 11055 0,'-9'0'976'0,"0"0"-784"15,0 0-192-15,0 1 0 0,4-1 7696 0,5 0 1504 16,0 0 288-16,0 0 64 0,0 0-6192 0,0 0-1248 16,0 0-240-16,0 0-48 0,0 0-720 0,0 0-144 0,0 0-16 0,11 0-16 15,0 0-640-15,2-1-128 16,1-1-32-16,1 0 0 0,0 1-128 0,1 1 0 0,-3-1 0 0,1 1 0 15,1 0 0-15,-2 0 0 0,-2 0 0 0,0 1 0 16,-11-1 0-16,10 1 0 16,-10-1 0-16,8 5 0 0,-8-5 0 0,7 7 0 15,-7-7 0-15,2 9 128 0,-1-1-128 0,-3 0 192 0,-2 0-192 16,0 1 192-16,-1 0-48 0,-2 1 0 16,0 1 0-16,-1-2 0 0,-1 1-16 0,-1-1-128 15,1-1 192-15,0 1-64 0,-1-1-128 0,1 1 0 0,1 0 144 16,1-1-144-16,2-1 0 0,0-5 128 0,5-2-128 0,0 0 0 15,-3 6 0-15,3-6 0 0,0 0 0 0,0 0 0 16,0 0 0-16,4 6 0 0,1-1 0 0,2 0 0 0,-1 1 0 0,4 0 0 16,-1-2 0-1,1 0 0-15,1-3 0 0,0 1 0 0,1-2 0 0,1 2-128 0,0 0 128 16,-1 0 0-16,0 1 0 0,1-1 0 0,-2 1 0 16,0 0 0-16,-11-3 0 0,0 0 0 0,0 0 0 0,9 5 0 15,-9-5 0-15,5 6 0 0,0 2 0 16,-5-8 0-16,3 9 128 0,-3-1-128 0,-3-3 176 0,-3 2-48 15,-1-1 0-15,-1 2 0 0,-2 1 0 16,0 2 0-16,-1-3 0 0,-1-1 0 0,2 0-128 16,-2-1 0-16,1 1 144 0,0 1-144 0,2-2 0 0,-1-2 0 15,-2 0 0-15,4 0 0 16,0 0-352-16,8-4-96 0,0 0 0 0,0 0-16 16,0 0-1184-16,0 0-224 0,0 0-48 0,0 0-16 15,11-4-2544-15,3-1-512 0</inkml:trace>
  <inkml:trace contextRef="#ctx0" brushRef="#br0" timeOffset="44013.3">24835 6811 42671 0,'0'0'1888'0,"0"0"400"0,0 0-1840 0,0 0-448 0,0 0 0 0,0 0 0 16,0 0 2208-16,0 0 352 0,0 0 64 0,0 0 0 15,-4 5-928-15,0 1-192 0,0-2-32 0,-1-1-16 16,1 1-816-16,0 0-176 0,-3 1-16 0,2 2-16 16,-2 2-320-16,1-2-112 0,-2-1 0 0,-1 2 0 0,0 1 0 0,0 2 0 15,-3-1 0-15,-1 2 0 0,1-1 0 0,-1 1 0 16,0 0 0-16,0 1 0 0,-1 0 0 0,2 0 0 16,2-1 0-16,1-2 0 0,-1-3 0 0,1 1 0 15,1-3 0-15,3 1 0 0,0 2 0 0,0 1 0 16,2-4 0-16,3-5 0 0,0 0 0 0,0 0 0 15,0 0 0-15,0 0 0 0,0 0 0 0,0 0 0 16,8 7 0-16,1-3 0 0,0-3 0 16,2-1 0-16,0-1 0 0,1 1 0 0,1 0 0 0,0 0 0 15,0 1 0-15,0-2 0 0,0-2 0 0,0 1 0 0,-1-2 0 16,-1 1 0-16,0 2 0 0,0 0 0 16,-1-1 0-16,1 0 0 0,-2 2 0 15,0-3 0-15,-1-1 0 0,-1 1 0 0,-7 3 0 16,8-1 0-16,-8 1 0 0,8 0 0 0,-8 0-224 0,7-5-32 15,-7 5-16-15,0 0 0 16,6-5-736-16,-6 5-144 0,0 0-16 0,7-3-16 16,-3-2-1568-16,1 0-304 0,-5 5-64 0,0 0-10912 15,0 0-2192-15</inkml:trace>
  <inkml:trace contextRef="#ctx0" brushRef="#br0" timeOffset="44279.52">24788 6876 23951 0,'0'0'1056'0,"0"0"224"0,0 0-1024 0,0 0-256 0,0 0 0 0,0 0 0 16,0 0 5248-16,0 0 976 0,0 0 208 0,0 0 32 0,0 0-3552 0,0 0-720 16,0 8-144-16,0 3-16 0,0-2-944 0,-2 3-176 15,2 3-32-15,2-1-16 0,0 3-416 0,-1 2-96 16,-1 0-16-16,2 2 0 0,0 1-336 0,0 0 128 16,-2 1-128-16,1-3 96 0,-1-1-96 0,1-1 0 15,1 2 0-15,-1-2 0 0,-1-1 0 0,1 0 0 16,1 0 0-16,-1 0 0 0,0-2 0 0,0 0 0 15,2-1 0-15,-2-1 0 0,1-3 0 0,-1 1 0 16,2-3 0-16,-3-8 0 0,0 0-256 0,5 7-64 16,-1 0 0-16,-4-7 0 15,0 0-1184-15,8 3-240 0,-1-2-48 0,2-1-22112 0</inkml:trace>
  <inkml:trace contextRef="#ctx0" brushRef="#br0" timeOffset="50681.69">23979 16152 13823 0,'0'0'1216'0,"-1"-9"-960"0,-2-3-256 0,2 3 0 0,0 3 6528 0,1 6 1280 15,2-9 240-15,-2 9 48 0,6-7-5792 0,0 2-1168 16,-6 5-240-16,11-5-32 0,-1 1 208 0,2-1 32 15,-2 2 16-15,2 2 0 0,0-1-832 0,-6 2-160 16,1-2-128-16,-1 2 144 0,2 2-144 0,-2-2 0 16,2 0 0-16,0 0 0 0,-1 2 0 0,-7-2 0 15,0 0 0-15,0 0 0 0,0 0 0 0,0 0 0 16,0 0 0-16,0 0 0 0,0 0 192 0,0 0-32 16,-6 5-16-16,0 0 0 0,-1-2 80 0,1 1 16 15,-2 1 0-15,2-3 0 0,-1 2-64 0,0 0-16 16,1 0 0-16,1 1 0 0,5-5-160 0,0 0 160 15,0 0-160-15,0 0 160 0,0 0-160 0,0 0 0 16,0 0 0-16,0 0 128 0,2 8-128 0,5 0 0 16,1-3 0-16,1 1 0 0,1-3 0 0,2 4 0 15,1-3 0-15,1 0 0 0,1 0 0 0,-1 0 0 16,0 1-144-16,-1-1 144 0,0 1 0 0,-2-2 0 16,-3 2 0-16,0 0 0 0,-2-1 0 0,-6-4 0 0,0 0 0 0,0 0 0 15,3 9 0-15,-3-1 144 0,-2 1-144 16,0-1 192-16,-2-3 48 0,-3 2 16 0,2-2 0 15,-1 1 0-15,-4-3-64 0,0 1-16 0,0 1 0 0,-1-4 0 16,1 2-176-16,-2-1 0 0,0 0 0 16,1-1 128-16,-1 0-336 0,0 2-80 0,2-2-16 0,-3 1 0 15,2-2-1168 1,11 0-256-16,-10 0-32 0,10 0-16 0,0 0-1488 16,0 0-320-16,-8-8-48 0,8 8-16 0</inkml:trace>
  <inkml:trace contextRef="#ctx0" brushRef="#br0" timeOffset="51203.62">24374 15708 30399 0,'0'0'1344'0,"-1"-7"288"0,0 2-1312 0,1 5-320 0,0 0 0 0,0 0 0 0,0 0 3200 0,0 0 576 16,0 0 128-16,0 0 0 0,0 9-1664 0,0 4-320 15,0 3-80-15,0 2-16 0,0 3-880 0,1 0-176 0,0 0-48 0,-1 1 0 16,2 1-176-16,0-2-32 15,2 1-16-15,1-2 0 0,1-1-288 0,-1 0-48 16,1-2-16-16,1-2 0 0,1 0-144 0,-2-4 128 16,1-2-128-16,-1-1 128 0,1-1-128 0,-1-2 0 15,-6-5 144-15,0 0-144 0,0 0 0 0,0 0 0 16,0 0 0-16,0 0 128 0,7-4-128 0,-2-1 0 16,0-2 0-16,-1 1 128 0,0-6-128 0,1 0 0 0,0-1 0 0,2-1 0 15,-1-2 0-15,2-2 0 0,1 0 0 0,1-4 0 16,0-2 0-16,0 1 0 0,1-1 0 15,-1 3-128-15,1 2 128 0,-1 2 0 0,-1 3-144 0,-1 2 144 16,0 1 0-16,-2 4 0 0,0 1 0 0,-6 6 0 16,7-1 0-16,-7 1 192 0,8 7-32 0,1 2 0 15,1 4-32-15,-1 2-128 0,-2 2 192 0,3 4-64 16,-3 1-128-16,3 3 160 0,0-1-160 0,0-1 160 16,1 2-160-16,-1-4 0 0,2-2 0 0,0 1 128 0,-1-4-128 0,1-1 0 15,1-1 0-15,-1-3 128 16,-3-3-128-16,0-2 0 0,0-1 144 0,-1-1-144 0,-8-4 0 0,8-2 144 15,-8 2-144 1,8-2 0-16,-2-3 144 0,-2-1-144 0,0-2 0 0,-1-1 144 16,-1-2-144-16,1 0 0 0,-2-1 144 0,1-1-144 0,-1-3 0 15,-1 2 0-15,0-2 0 0,1-1 0 0,0 0 0 0,1-4 0 16,-2 2 0-16,1-7-192 16,0 1-384-16,-1 4-64 0,-1 2-32 15,1 4 0-15,0 4-1184 0,0 11-224 0,-1-13-48 0,-1 2-20480 16</inkml:trace>
  <inkml:trace contextRef="#ctx0" brushRef="#br0" timeOffset="51445.38">24193 15628 3679 0,'-8'-8'320'0,"2"2"-320"0,-1 1 0 0,2 1 0 15,1-1 9536-15,4 5 1824 0,0 0 368 0,0 0 80 16,0 0-8416-16,8-2-1664 0,0-3-352 0,5 4-64 16,1-2-480-16,2 2-80 0,2-3-32 0,2 1 0 15,-1 1-512-15,2-1-208 0,0 0 176 0,2 1-176 16,2 1 0-16,-1-1 0 0,2 2 0 0,11-2 0 16,-3-1-1776-16,-1 6-240 0,0 1-48 0,-10 1-12560 15,3 4-2512-15</inkml:trace>
  <inkml:trace contextRef="#ctx0" brushRef="#br0" timeOffset="51625.13">24924 15617 37375 0,'0'0'1664'0,"0"0"320"0,3-8-1584 0,0 4-400 16,1-3 0-16,1 2 0 0,0 0 896 0,2 1 80 16,-1 0 32-16,2 1 0 0,1 1 112 0,1-1 32 15,0-1 0-15,0 0 0 0,2 2-896 0,-1-1-256 16,2 1 128-16,6-2-128 15,-4 0-768-15,0 1-240 0,-2 6-32 0,-1-2-16 16,-2-2-2272-16,-10 1-464 0</inkml:trace>
  <inkml:trace contextRef="#ctx0" brushRef="#br0" timeOffset="51941.12">24880 15314 36975 0,'0'0'1632'0,"-5"-5"352"0,-4-2-1600 0,1 2-384 16,0 1 0-16,0-2 0 0,1 0 1680 0,-3 3 256 16,1-1 48-16,0 4 16 0,1 0-192 0,0 0-32 0,-1 2-16 15,2 2 0-15,-1 0-864 0,0 1-160 0,0 0-32 0,0 2-16 16,2 0-208-16,1 2-32 0,1-3-16 0,1 2 0 16,2-1-288-16,1 0-144 0,0-7 160 0,2 9-160 15,2-1 128-15,1-1-128 0,-5-7 0 0,8 6 0 16,1-2 0-16,2-1 128 0,-1-1-128 0,1-2 0 0,-2 0 0 15,1-1 0-15,1-1 0 0,-1-1 0 0,-1-1 0 16,0-1 0-16,-1 0 0 0,-1 1 0 0,-2-3 0 16,-1-1 0-16,-2 2 0 0,1-1 0 0,0 1 0 15,-2-1 0-15,-1 7 0 0,0-6 0 0,0-1-320 0,0 7-16 16,-3-6 0-16,3 6 0 16,-2-7-1136-16,2 7-240 0,0 0-32 0,0 0-16 15,0 0-1632-15,0 0-336 0,0 0-64 0</inkml:trace>
  <inkml:trace contextRef="#ctx0" brushRef="#br0" timeOffset="52352.16">25379 15808 14735 0,'0'0'640'0,"0"0"160"0,-5-2-640 0,0 0-160 16,0 0 0-16,0 2 0 0,5 0 8000 0,-6 2 1584 16,0 1 304-16,-1 2 64 0,1-1-6720 0,1 1-1344 15,-1-1-272-15,1 1-48 0,-1-1-992 0,0 3-208 0,0 1-48 0,-1-1 0 16,0 1-112-16,-1 1-16 0,0 2-16 0,-1-2 0 16,0-1-48-16,0 1-128 0,-1-3 192 0,3 1-64 15,-1-2-128-15,0 2 160 0,1-2-160 0,1 1 160 16,1-3-160-16,0 1 0 0,5-4 0 0,0 0 128 15,0 0-128-15,0 0 0 0,0 0 144 0,0 0-48 16,0 0-96-16,0 0 0 0,0 0 0 0,0 0 0 16,0 0 0-16,0 0 0 0,0 0 0 0,7 6 0 0,2-3 0 0,1 0 0 15,-3-2 0-15,3 0 0 0,0-1 0 0,0 0 0 16,1-1 0-16,3 0 0 0,-2-2 0 0,0 0 0 16,-2 1 0-16,0 0 0 0,2 1-128 0,-1 0-32 15,-1-2 0-15,-10 3 0 16,13-2-896-16,-2 0-176 0,-11 2-48 0,10-2 0 15,-10 2-2992-15,0 0-592 0</inkml:trace>
  <inkml:trace contextRef="#ctx0" brushRef="#br0" timeOffset="52559.03">25303 15845 12895 0,'0'0'1152'0,"0"0"-928"15,-6-4-224-15,6 4 0 0,0 0 7440 0,0 0 1456 0,0 0 272 16,0 0 64-16,0 0-5984 0,4 13-1200 0,1 0-256 15,1 0-32-15,-1 0-832 0,0 0-160 0,2 0-48 16,-1-1 0-16,1 3-272 0,0 0-64 0,1 0-16 0,-1 2 0 16,-1 0-368-16,1 1 0 0,-1 1 0 0,0-2-128 15,-1-2 128-15,-1 1-128 0,0 1 128 0,1-3-128 32,-1-1-1408-32,1 3-288 0,-1 0-48 0,0 2-13568 0,0-1-2720 0</inkml:trace>
  <inkml:trace contextRef="#ctx0" brushRef="#br0" timeOffset="53204.93">22305 16773 37663 0,'-11'-7'1664'0,"4"2"352"0,-2-1-1616 0,0-1-400 0,0 1 0 0,2-1 0 0,2 1 1920 0,1 0 320 16,0 0 48-16,4 6 16 15,0 0-288-15,0 0-48 0,4-9-16 0,3 4 0 0,0 1-1088 0,6 0-224 16,6 1-32-16,3 0-16 0,4 1-224 0,6 1-48 15,5 2-16-15,6 0 0 0,5-1-48 16,4 0-16-16,3-2 0 0,4 2 0 0,2 0-240 0,9 0 0 16,9 0 128-16,4 0-128 0,3 3 0 0,0 0 144 15,-1-6-144-15,6 3 128 0,6 0-128 0,2 3 0 16,2-2 0-16,4 1 128 0,-1-2-128 0,6 0 0 16,4 0 0-16,-4 1 0 0,-6-1 0 0,0 0 0 15,1-1 0-15,-4 2 0 0,-3 2 0 0,-8-1 0 16,-8 0 0-16,-3 0 0 0,-4-2 0 0,-3 1 0 15,-4-1 0-15,-8 0 0 0,-10 2 0 0,-4-2 0 16,-6-2 0-16,-4 1 0 0,-9-3 0 0,-2 2 0 16,-4-4 128-16,-2 2-128 0,-3 2 0 0,-3 1 0 0,-4-6 0 0,-9 7 0 15,10-3-240-15,-10 3 32 16,0 0 0-16,0 0 0 16,0 0-208-16,0 0-32 0,0 0-16 0,0 0 0 15,0 0-656-15,0 0-128 0,-10-2-32 0,-2 4 0 16,-1 5-2240-16,-1-1-448 0</inkml:trace>
  <inkml:trace contextRef="#ctx0" brushRef="#br0" timeOffset="53946.28">23171 17392 39615 0,'0'0'1760'0,"0"0"352"0,-7-2-1680 0,7 2-432 0,0 0 0 0,0 0 0 0,0 0 2000 0,0 0 320 15,0 0 64-15,0 0 16 0,0 0-544 0,11-4-96 16,1 1-32-16,-1-1 0 0,0 0-992 0,1 3-208 16,-1 1-32-16,-11 0-16 0,15 1-288 0,-2 2-48 15,0-1-16-15,-2 1 0 0,0 1-128 0,-11-4 0 16,0 0 0-16,0 0 0 0,9 8 160 0,-9-8-160 16,0 0 192-16,3 13-192 0,-5-1 304 0,-4-1-48 15,-3-2-16-15,-2 4 0 0,-2 2-112 0,-1-1 0 16,-1-1-128-16,0 0 192 0,0 0-64 0,2 2 0 0,2-1-128 15,0-1 192-15,1-1-192 0,2-1 144 16,2 1-144-16,2-1 128 0,4-11-80 0,-2 11-48 0,2-11 0 16,3 11 0-16,-3-11 0 0,6 10 0 0,2-2 0 15,1-3 0-15,2-2 0 0,1-1 0 0,1 1 0 16,1-3 0 0,0 0-464-16,2-1 16 0,0-1 0 0,2 0 0 15,0-2-1024-15,2-1-208 0,2-2-48 0,1 6-14192 0,3-4-2832 0</inkml:trace>
  <inkml:trace contextRef="#ctx0" brushRef="#br0" timeOffset="54339.36">23767 17283 28559 0,'-7'-4'2544'0,"1"-1"-2032"0,-1 2-512 0,-1 2 0 15,-1 2 3840-15,0 3 688 0,0 1 128 0,0 0 16 0,-2 4-1968 0,1 3-400 16,0 4-64-16,-1-2-32 0,-1 4-976 0,2 2-192 15,0 1-32-15,2 0-16 0,1 1-448 0,3 0-96 16,3 0 0-16,4-1-16 0,2 0-288 0,3-2-144 16,1 1 160-16,1-2-160 0,2-1 0 0,1 0 128 15,1-1-128-15,3-5 0 0,2-4 0 0,-3 0 0 16,1-1 0-16,0-1 0 0,2-2 0 0,-1-3 0 16,-1-3 0-16,1 1 0 0,-1-1 0 0,3-1-128 15,0-1 128-15,0 0 0 0,-2-2-160 0,1-1 160 16,-3-3-128-16,3-1 128 0,-2-1 0 0,-2-1-128 15,0-2 128-15,-2-2 0 0,0-1-208 0,-2 0 32 0,-1-2 16 16,-3-3 0-16,-1 2 16 0,-2-2 0 0,-4-1 0 16,-3 1 0-16,-1 1 144 0,-3 3-160 0,0 1 160 0,-4 3-160 15,-1-1 160-15,-2 1 0 0,-1 2 0 0,-2 1 0 16,-2 3 0-16,1 1 0 0,-1 1-128 16,-1 1 128-1,-1 3-832-15,2 3-96 0,0 1-16 0,1 3 0 16,0 7-1376-16,0 2-288 0,1 1-48 0,1 1-18352 15</inkml:trace>
  <inkml:trace contextRef="#ctx0" brushRef="#br0" timeOffset="54605.61">23863 17489 27647 0,'0'0'2448'0,"0"0"-1952"0,0 0-496 0,0 0 0 0,0 0 4752 0,0 0 864 16,0 0 160-16,0 0 48 0,0 0-3376 0,7 13-656 16,-1 0-144-16,1 0-32 0,1 0-592 0,-1 1-112 15,1 0-16-15,0 1-16 0,-1-1-624 0,0 1-112 16,1 0-16-16,1-1-128 0,2-2 128 0,-2 0-128 16,0-2 0-16,0-2 0 0,-9-8 0 0,11 8 0 15,-11-8 0-15,10 7 0 16,-2-2-400-16,-8-5-192 0,0 0-48 0,0 0 0 15,0 0-928-15,0 0-192 0,6 6-32 0,-6-6-13664 16,0 0-2720-16</inkml:trace>
  <inkml:trace contextRef="#ctx0" brushRef="#br0" timeOffset="54970.73">24013 17005 28559 0,'0'0'1264'0,"3"-9"272"0,-2 0-1232 0,2 2-304 0,-3 7 0 0,4-9 0 16,-4 9 3776-16,0 0 688 0,4-6 144 0,-4 6 16 16,0 0-1920-16,0 0-384 0,0 0-80 0,0 0 0 15,0 0-1056-15,0 0-208 0,0 0-32 0,0 0-16 16,0 0-384-16,0 0-80 0,-6 9-16 0,0 1 0 16,-1 1-256-16,1-1-64 0,-1-2-128 0,1 1 192 0,-1 0-192 0,7-9 128 15,-5 10-128-15,5-10 0 16,-4 12 0-16,4-12 128 0,-4 8-128 0,4-8 0 0,0 0 0 0,0 0 0 15,0 0 0-15,5 9 0 0,-5-9 0 0,0 0 0 16,9 7 0-16,-9-7 0 0,12 2 0 0,-12-2 0 16,11-1-128-16,-11 1 128 0,10-1 0 0,-10 1-128 15,9-6 128-15,-1 0 0 0,-3 1-176 0,-1-4 176 16,-4 9-160-16,3-11 160 0,-2 2-240 0,-1 1 48 16,-1 2 16-16,1 6 0 15,0 0-528-15,0 0-96 0,-7-7-32 0,7 7 0 16,0 0-960-16,0 0-208 0,-6 7-48 0,-1 1-12880 15,2 5-2592-15</inkml:trace>
  <inkml:trace contextRef="#ctx0" brushRef="#br0" timeOffset="55538.7">24399 17526 11055 0,'0'0'976'0,"0"0"-784"0,0 0-192 0,-4-7 0 16,0-1 8096-16,4 8 1568 0,0 0 320 0,2-9 64 15,-2 9-6272-15,2-9-1280 0,-2 9-240 0,7-8-48 16,-1 1-1040-16,-6 7-208 0,9-6-32 0,2 2-16 16,0 0-608-16,0 1-128 0,-11 3-32 0,13-2 0 15,-1-1-96-15,-1 2-48 0,1 1 0 0,0 0 0 16,-12 0 0-16,12 0 0 0,-12 0 0 0,11 1 0 15,-11-1 0-15,0 0 0 0,0 0 0 0,0 0 0 0,0 0 0 0,0 0 0 16,0 0 0-16,0 0 0 0,0 0 0 0,0 0 0 16,0 0 0-16,-2 10 0 0,2-10 0 0,-7 11 0 15,-1-3 0-15,2 0 0 0,-1-2 0 0,1 1 0 16,-1-1 0-16,7-6 0 0,0 0 0 0,-5 12 0 16,0-4 0-16,5-8 0 0,-5 10 0 0,5-10 0 15,-3 12 0-15,3-12 0 0,-1 10 0 0,1 1 0 16,0-2 0-16,0-9 0 0,5 9 0 0,2 1 0 15,0-3 0-15,2 2 0 0,3-1 0 0,1-2 0 16,2 2 0-16,0 0 0 0,3 0 0 0,1 0 0 16,-2-2 0-16,1 1 0 0,0 1 0 0,-2-1 0 15,-2 1 0-15,-1 1 0 0,-1 0 0 0,-4-2 0 16,-8-7 0-16,6 8 0 0,-6-8 0 0,4 9 0 0,-3 0 0 0,-1-9 0 16,0 0 0-16,-6 8 0 0,-2-2 0 0,-1 0 0 15,-1-3 0-15,-2 1 0 0,-2-1 0 0,0 1 0 16,-1-3 0-16,-1 4 0 15,-1-1 0-15,0-1 0 0,0-3 0 0,0 1 0 0,0 1 0 0,2-2 0 16,0-2 0-16,1 1 0 0,1 1 0 0,0 0 0 16,-1 0 0-16,1 0 0 0,2-3 0 0,2 3 0 31,-1 0-512-31,10 0-80 0,-8 6-32 0,8-6-24976 0</inkml:trace>
  <inkml:trace contextRef="#ctx0" brushRef="#br0" timeOffset="87526.84">1146 16652 46367 0,'-8'-26'2048'0,"3"13"432"0,-2 1-1984 0,7 12-496 0,0 0 0 0,0 0 0 16,0 0 0-16,0 0 0 0,2 14 0 0,-1 6-160 16,-1 2 160-16,0 7 192 0,3 3-32 0,-1 6-16 15,1 2 240-15,1 5 32 0,-2-1 16 0,2 2 0 16,0-3-144-16,0 0-32 0,-1-5 0 0,-1-1 0 16,1-3 0-16,-2-4 0 0,-1-2 0 0,2-4 0 15,-1-4-32-15,-1-4-16 0,-3-5 0 0,3-11 0 16,-1 11 48-16,1-11 16 0,0 0 0 0,0 0 0 15,0 0-96-15,0 0-32 0,0 0 0 0,-3-11 0 16,1-2-144-16,0-6 0 0,2-5-192 0,0-3 192 16,2-6-640-1,-1-6 0-15,2-5 0 0,-1-4 0 0,2-5-352 16,1 0-80-16,3-3-16 0,-1 2 0 0,-3 4-64 16,-2 7 0-16,1 6-16 0,-2 11 0 0,-1 9 1168 0,-1 5 128 0,1 12 64 0,0 0 32 0,0 0 480 15,0 0 112-15,0 0 16 0,5 12 0 0,3 2-448 16,2 5-96-16,2-1-16 0,1 4 0 0,0 2 32 15,4 2 0-15,3 4 0 0,2-2 0 0,3 1-144 0,2 2-32 16,3 1 0-16,0 0 0 0,0-6-128 16,-1 2 160-16,-2-1-160 0,0 0 160 0,-1 1-160 0,-1-5 192 15,-3-5-192-15,-3 1 192 0,-4-4-192 0,-4 0 128 16,-4-2-128-16,-1-3 128 0,-2-2-128 0,-4-8 0 16,0 0 0-16,0 0 128 0,-7 8 64 0,-1-2 16 15,-2-2 0-15,-3 0 0 0,-3-4 0 0,-1-1 0 16,-5-2 0-16,-4-3 0 0,-4-1-208 0,-4-1 144 15,-4-1-144-15,-1-4 128 0,-4 1-256 0,-1 1-64 0,-4-5-16 0,-1-1 0 32,0-2-176-32,-3-1-48 0,-4-1 0 0,-2-1 0 15,1 1-16-15,3 0-16 0,2 0 0 0,26 8 0 0,-3 2 256 16,1-4 48-16,-2 2 16 0,2 0 0 0,4 2 496 0,2 0 96 16,3 2 32-16,-8-5 0 0,10 4 112 0,8 4 32 15,9 6 0-15,0 0 0 0,8-7-288 0,9 0-48 0,5 0-16 0,-5 5 0 16,6 0-272-16,7 1 0 0,5-2 0 0,6 1 0 15,2 0 0-15,4 0 0 0,2-1 0 0,46-3 0 16,-11-1 0-16,-9 2 0 0,-3 1 0 0,-3 1 0 16,-4 2 0-16,-3 4 0 0,-5 1 0 0,-6 2 0 15,-7 1 0-15,-3-1 0 0,-6 3 0 0,-6 2 0 16,-5-1 0-16,-5 2 0 0,-6 0 0 0,-4 2 0 16,-8 0 0-16,-6 3 0 0,-8 4 0 0,-4 3 0 0,-4 2 0 0,-5 0 160 15,-5 4 0-15,-5 2 0 0,-4 2 160 0,-3 0 16 16,-4-1 16-16,-2 1 0 0,-4-1-32 15,3 3-16-15,-1-1 0 0,2-1 0 0,4-4-144 16,4-3-32-16,5 2 0 0,5-4 0 0,2-3-128 0,7-3 0 16,5 0 0-16,6-1 0 15,6-1-2176-15,8 2-320 0,10-3-64 16</inkml:trace>
  <inkml:trace contextRef="#ctx0" brushRef="#br0" timeOffset="88035.15">2476 16749 42159 0,'-17'-14'1856'0,"5"8"400"0,-2-4-1808 0,-1 4-448 0,1 2 0 0,0 4 0 15,-2-1 528-15,-2 1 16 0,-2-2 0 0,1 6 0 16,-2 3 416-16,0 2 96 0,0 3 16 0,0 1 0 0,0 2-624 0,-1 0-128 16,-3-4-32-16,6 6 0 15,3 2-144-15,2-2-16 0,1-4-128 0,1 0 192 0,3 0 0 0,4 0 0 16,1-2 0-16,4 1 0 0,3 3-192 0,3-4 128 15,2 0-128-15,2-1 0 0,3-3 0 0,4 1 0 16,4-1 0-16,1 2 0 0,3-2 0 0,2-1 0 16,5 0 0-16,2 0 0 0,-2-1 0 0,2 1 0 15,-1 0 0-15,1 1 0 0,-2 1 0 0,-1 1 0 16,-2 0 0-16,-4 1 0 0,-3 1 0 0,-2 0 0 16,-7 0 0-16,-3 2 0 0,-2-1 0 0,-5-1 0 15,-5 1 0-15,-3 0 0 0,-3-1 0 0,-2 3 0 16,-3-1 0-16,-4-2 144 0,-3 1 32 0,-2 0 0 15,-1-1 0-15,-1 1 0 0,-2-1-176 0,0-1 192 16,-1 3-192-16,1-2 192 0,-6-4-432 0,5 0-80 16,1 1 0-16,2-4-16 15,3-3-1328-15,7-1-272 0,4-3-48 0,10 3-16 16,-8-6-2208-16,7-6-432 0</inkml:trace>
  <inkml:trace contextRef="#ctx0" brushRef="#br0" timeOffset="88262.22">2731 16679 27647 0,'4'-13'1216'0,"-4"13"256"0,0 0-1168 0,0 0-304 0,0 0 0 0,11 9 0 16,-11-9 3008-16,10 13 560 0,-2 4 96 0,-2 0 32 15,-2 3-1712-15,2 0-352 0,-3 5-64 0,3 0-16 16,-2 2-640-16,-2 2-128 0,1-2-16 0,1 2-16 16,0-1-352-16,-2 0-64 0,0 0-16 0,0-2 0 15,1 0-128-15,-2-5-48 0,-2-1 0 0,1 0 0 0,1-2-16 16,-1-1-128-16,-1-1 192 0,1-3-64 0,0 3-320 15,0-5-64-15,0-11 0 0,0 0-16 16,-2 12-1696-16,2-12-336 0,-1 12-64 0,1-12 0 16,0 0-1392-16,0 0-272 0</inkml:trace>
  <inkml:trace contextRef="#ctx0" brushRef="#br0" timeOffset="89805.25">2558 17086 28559 0,'-5'-13'2544'0,"3"8"-2032"0,1 1-512 0,1 4 0 0,0 0 2480 0,16-4 400 15,1 1 64-15,-2 1 32 0,0 0-1744 0,3-2-336 16,3-1-80-16,1 1-16 0,1-4 352 0,3 2 64 16,1-1 0-16,0-1 16 0,0 1-592 0,2-5-128 0,1 2-32 0,1 2 0 15,2-4-208-15,-1 2-32 0,0-4-16 0,-1 3 0 16,0-1-224-16,-2 0 0 0,-2 1 0 0,-2 0 0 16,-3 1 0-16,-3-2-128 0,-4 4-16 0,-2-1 0 31,-1 4-336-31,-12 5-64 0,0 0-16 0,0 0 0 0,0 0 240 0,0 0 32 0,-10 5 16 0,-2 2 0 15,-3 2 400-15,0 1 96 0,-2 4 16 0,0 2 0 16,0 2 64-16,1 1 16 0,2-2 0 16,1 1 0-16,1 1-16 0,2 0 0 0,1-1 0 0,3 0 0 15,3-1-176-15,3-1-128 0,-3-3 192 0,4 0-192 16,2-2 0-16,2 1 0 0,0-1 0 0,3-1 0 16,4-1 0-16,2-1-192 0,2 1 0 0,2-1 0 15,2-2-192-15,0 0-48 16,4-4 0-16,3 0 0 0,3-5-144 15,0-1-16-15,-1-2-16 0,2-2 0 0,2 1-160 0,2-3-48 16,2-1 0-16,-1 0 0 0,1-4-336 0,-2 0-80 0,1-1-16 0,-2-1 0 16,0-1 448-16,-3 2 96 0,-3-3 0 0,-5 2 16 15,-3 2 496-15,-3 0 192 0,-4-1-176 0,-3 2 176 0,-3 1 256 0,-5-2 160 16,-3 4 32-16,-2 0 0 0,-3 5 800 0,-3-1 160 16,-3-1 48-16,-2 4 0 0,-3 2-400 0,0 2-80 15,-3 1-16-15,-1 3 0 0,-2 3-240 0,1 2-48 16,0 4-16-16,1-2 0 0,0 1-192 0,1 2-32 15,2 1-16-15,1-1 0 0,0 1-32 0,4 0-16 16,1 1 0-16,3-2 0 0,1-1-112 0,3 0-32 16,4-1 0-16,1 0 0 0,1 1-224 15,3-5 144-15,-4-8-144 0,8 10 128 0,2-2-128 0,2-2 0 16,0-2 0-16,1 0 0 0,1-1-176 0,1-3 48 0,-1 0 0 16,2-3 0-16,-1 1-64 0,1-4-16 0,-1 0 0 15,1-3 0-15,0-2-64 0,-1-1-16 0,2-2 0 16,0 0 0-1,-2-2-224-15,-1 1-64 0,-1 0 0 0,-1 0 0 16,-3 0-160-16,-1 2-32 0,-2 0-16 0,-1 3 0 16,-1 1 112-16,-4 9 32 0,0 0 0 0,0 0 0 0,0 0 480 0,0 0 160 0,0 0 0 0,0 0 0 15,0 0 176-15,0 0 144 0,0 0 16 0,0 0 16 16,-5 11-80-16,3 1-16 0,0 0 0 0,5 0 0 16,1-2 0-16,1 2-16 0,1 1 0 0,2 0 0 15,1-2-240-15,3 1 176 0,2-3-176 0,2 3 160 16,4-3-32-16,2 0 0 0,1-2 0 0,3-1 0 0,2 1 0 15,0-2 0-15,1-2 0 0,0-3 0 0,0 0 0 16,2-3-128-16,1 0 192 0,0-2-64 0,-5-3-128 16,0-1 0-16,1-2 0 0,-2-1 0 15,-4-1-176-15,-2 0 48 0,-3-2 0 0,-3 4 0 16,-1-2-128-16,-4-2-32 0,-2 1 0 0,-4 1 0 0,-1 0 32 0,-4 1 0 16,0-1 0-16,-3 0 0 0,-2 3 112 15,-3 1 144-15,-3 1-208 0,-3 3 80 0,-1 1 288 0,-2 1 64 16,-4 0 16-16,-1 2 0 0,-2 2-96 0,-1 3-16 15,1 2 0-15,2 0 0 0,0 3-128 0,3 2 0 16,0 0 0-16,2 4 0 0,1-4 0 0,2 4-176 16,3-1 176-16,3 0-128 0,2 2 128 0,2 0 192 15,4-1-32-15,2 1-16 0,2-2 96 0,4-1 16 16,0-1 0-16,5-1 0 0,2-1-112 0,1-1-16 0,0-2 0 16,2-2 0-16,1-1 0 0,1 0 0 15,0-4 0-15,2-2 0 0,1 0-128 0,0-3 160 0,1-2-160 0,0-3 160 16,0-3-160-16,-1-2-144 15,0-3 144-15,-2 0-208 0,-2-2 0 0,0-2 0 0,-2-1 0 16,-1-4 0 0,2-4-192-16,-2 1-48 0,0-4 0 0,-2 2 0 15,-1 0-144-15,-2 5-48 0,-3 1 0 0,-1 1 0 0,-2 6 192 0,-2-2 48 0,-2 2 0 0,-2 9 0 16,3 10 784-16,0 0 144 0,-6-5 48 0,6 5 0 16,-11 2 320-16,4 5 64 0,1 2 0 0,1 4 16 15,0 4-464-15,1-1-112 0,0 2-16 0,2 3 0 16,-1 0 16-16,3 3 0 0,1 3 0 0,3-1 0 15,1-2-80-15,2 1 0 0,1-1-16 0,1-1 0 0,1-1-112 0,2-2 0 16,1-3-16-16,0 0 0 0,-1-6-48 16,0 1 0-16,-1-4 0 0,1-3 0 0,0-2-128 15,-1 1 128-15,1-4-128 0,0 0 128 0,0-3-128 16,-2-1 0-16,-1-1 0 0,0-2 0 0,1-2-320 0,-1-1 64 16,-2-2 16-16,3-1 0 15,-1-1-176-15,0-2-32 0,-1-2-16 0,-1 1 0 16,0 3-64-16,0 1-16 15,-2 2 0-15,-5 11 0 0,0 0 320 0,0 0 64 0,0 0 16 0,0 0 0 0,0 0 464 0,0 0 80 16,-4 8 32-16,1 4 0 0,1-1-80 0,2 2-16 16,1 1 0-16,2-1 0 0,-1-2-16 0,3 2-16 15,2 2 0-15,2-2 0 0,3 0-304 0,1 0 0 0,1-1 0 0,2-1 0 16,1 1 0-16,2-3 0 16,3-2 0-16,-1-2 0 0,-1-1 0 0,-2 0 0 15,-1-4-240-15,-1-2 80 16,-1 0-272-16,0-2-48 0,-2-1-16 0,-2-2 0 0,0-1 128 15,-2-2 32-15,-1-3 0 0,-2 0 0 0,1-2 112 0,-1 0 32 16,0-3 0-16,-1-2 0 0,1-2-176 0,2 0-16 0,0-1-16 16,1 3 0-16,-1-5 16 0,-2 7 16 0,-2 5 0 15,0 2 0-15,-4 11 368 0,0 0 0 0,0 0 0 0,0 0 0 16,0 0 512-16,0 0 192 0,0 14 16 0,0 2 16 16,-1 2 128-16,0 3 32 0,-1 1 0 15,1 4 0-15,1 3-128 0,0 4-32 0,0 1 0 0,1 0 0 16,1-3-112-16,0 0-32 0,1 2 0 0,-1-1 0 15,0 0-240-15,0-1-48 0,0-1-16 0,0-1 0 0,1-3-160 16,-1-3-128-16,0-3 192 0,-1-3-192 16,0-3 192-16,-1 0-192 0,0-3 192 0,0-1-192 0,0-10 0 0,0 0 0 15,0 0 0-15,2 11 0 16,-2-11-1280-16,0 0-144 0,0 0-48 0,0 0-13920 16,15-3-2784-16</inkml:trace>
  <inkml:trace contextRef="#ctx0" brushRef="#br0" timeOffset="89979.01">5438 17041 27647 0,'-3'-11'1216'0,"3"11"256"0,0-7-1168 0,0 7-304 16,7-4 0-16,1-1 0 0,2 1 4480 0,2 0 832 0,1 2 160 0,2-2 32 16,4 0-3856-16,0 1-784 0,5 1-160 0,2-1-16 15,2 2-688-15,4-3 0 0,-1 1-176 0,4 3 48 31,4 0-2880-31,2-2-560 0,0 0-112 0</inkml:trace>
  <inkml:trace contextRef="#ctx0" brushRef="#br0" timeOffset="90437.64">6357 16717 10127 0,'1'-21'896'0,"-1"7"-704"0,0-5-192 0,0-1 0 0,0-4 6640 0,0-1 1296 15,-1-3 256-15,2 2 48 0,2 1-6192 0,-2 1-1248 16,0 0-240-16,-2 1-48 0,-3 3 512 0,2-1 96 15,-1 2 32-15,-1 2 0 0,-2 3-576 0,-1 2-96 16,-1 2-32-16,0 0 0 0,-1 0-208 0,1 4-48 16,-1-1-16-16,2 5 0 0,-3 0-48 0,4 4-128 15,6-2 192-15,-9 6-64 0,0 1 16 0,1 1 0 16,1-1 0-16,1 4 0 0,1 5 48 0,-1 3 0 16,2 3 0-16,3 4 0 0,-1 2 16 0,0 4 16 0,2 5 0 15,0-2 0-15,0-1 96 0,0 4 32 0,2 2 0 0,0 3 0 16,2 3 48-16,0-2 16 0,0 0 0 15,1 1 0-15,0-1-160 0,1-2-16 0,-3-2-16 0,3-3 0 16,-2-7-224-16,1 1 176 0,-3-2-176 0,1-2 160 16,-2-1-160-16,1-2 0 15,-2-2 0-15,-2-5 128 0,0-2-320 0,-2 0-80 0,-1-2-16 0,-2-2 0 32,-1 0-1408-32,0-3-288 0,-1-3-48 0,-1-2-16 15,-3-3-1072-15,0 0-208 0,-3-4-64 0</inkml:trace>
  <inkml:trace contextRef="#ctx0" brushRef="#br0" timeOffset="90762.82">5864 16975 29487 0,'0'0'1296'0,"0"0"288"0,0 0-1264 0,0 0-320 0,13-7 0 0,3 4 0 0,1 0 3152 0,1 2 576 16,0 1 112-16,3-4 32 0,1 0-2240 0,3 0-448 16,1-1-96-16,3-2 0 0,2 1-512 0,2-3-112 15,1-1-16-15,-1 0 0 0,1 0-192 0,3-3-64 16,1-1 0-16,-1 0 0 0,0-2-192 0,-2 2 176 15,-1-3-176-15,-3 2 160 0,-2-2-160 0,-2 0 0 16,-2 1 0-16,-1-2 0 0,-2 0-320 0,-3 2 16 16,-3 4 0-16,-3 4 0 0,-2 3 112 0,-11 5 0 15,0 0 16-15,0 0 0 0,0 0 176 0,0 0 256 16,3 11-64-16,-3 2-16 0,-2 1 368 0,-1 3 80 0,1 1 16 16,-1 3 0-16,-1 4-128 0,0 0 0 0,0 1-16 15,3 0 0-15,1-3-288 0,0 1-48 0,0 2-16 0,4-3 0 16,2 1-144-16,0-2 0 15,-1-1 0-15,1-2 0 16,2 1-816-16,1-3-192 0,2-3-32 0,0-1-16 16,4-1-2080-16,0 0-432 0,2 1-80 0,2-7-14672 0</inkml:trace>
  <inkml:trace contextRef="#ctx0" brushRef="#br0" timeOffset="91421.57">7058 16879 3679 0,'0'0'320'0,"-5"-6"-320"0,-1 0 0 0,-2 1 0 16,0 1 8880-16,-1-3 1696 0,-6 3 352 0,4 3 64 15,-1 2-7088-15,-1 3-1408 0,-1 0-272 0,-2 0-64 16,-1 1-1136-16,0 3-240 0,0 1-32 0,2 4-16 0,1-2-448 0,1 2-96 16,2 0 0-16,2 1-16 0,1-1-48 0,1 0-128 15,2-2 192-15,2 0-64 0,3 0-128 16,3 2 0-16,-3-13 0 0,5 11-176 0,0 1 176 0,2-5-192 16,1-1 192-16,4 1-192 0,-1-5 32 0,2 1 0 15,0-2 0-15,3-1 0 0,0-1-112 0,-1-2-32 16,1-2 0-16,2-1 0 15,2-2-144-15,-1-1-16 0,0-3-16 0,-3 0 0 16,-1-3-96-16,-2 0 0 0,-3 2-16 16,-2-2 0-16,-1-2 192 0,-2 4 32 0,-1 2 16 0,-4 11 0 0,0-9 352 0,0 9 0 15,0 0 160-15,0 0-160 0,-7-5 592 0,7 5 16 16,0 0 0-16,0 0 0 0,-9 5-192 0,3 1-32 16,-1 2-16-16,2 1 0 0,1 3 16 0,0-3 0 15,1 3 0-15,2 0 0 0,2 0-128 0,2 1 0 0,0 2-16 0,2-2 0 16,1 2-112-16,2-2 0 0,0-2-128 0,2 1 192 15,1-2-64-15,-1 2-128 0,1-5 176 16,0-1-176-16,2-1 144 0,2-2-144 0,0 0 0 16,1-3 144-16,-2-3-144 0,1 2 0 0,-1-3 0 0,0 0 128 15,1-3-128-15,-2 0 0 16,-1-3 0-16,1 0 0 0,-2-2 0 0,1-2 0 0,-3-2 0 0,-1 1 0 16,-1 2 0-16,-2-3 0 0,-1 2 0 15,-3 2 0-15,-1 0 0 0,0 2 0 0,0 10-128 0,-3-7 128 16,3 7 0-16,-6-2 192 0,1-2-32 0,5 4 0 15,0 0 16-15,0 0 0 0,0 0 0 0,0 0 0 16,-3 11-176-16,3-11 0 0,3 14 0 0,1-3 0 16,1 1 0-16,4 0 0 0,1-1 0 0,5 2 0 15,-1-1 0-15,2 0 0 0,1 0 0 0,0-2 0 16,0 2 0-16,1-3 0 0,1-3 0 0,0 1 0 16,-1-2 0-16,-1-1 0 0,-2-1 0 0,0-2 0 0,-1-1 0 15,0-1 0-15,-2-3 144 0,0 1-144 0,0-3 128 16,-3-1-128-16,-3-3 160 0,1 1-160 0,-1 0 192 0,1-3-48 15,-2-3-16-15,-1 1 0 0,-1-2-128 0,-1 0 0 16,1-4 144-16,-3 0-144 0,-3 0 0 0,1-1-208 16,-2-1 16-16,0 1 16 15,-3-7-256-15,1 6-48 0,1 1-16 0,-1 3 0 16,-2 2-816-16,2 5-160 0,1-2-48 0,0 2-13600 16,5 11-2736-16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8-07T22:52:22.571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1119 402 21183 0,'0'0'1888'0,"-7"-1"-1504"0,2 0-384 0,-2-1 0 0,1 2 3520 0,-1 3 624 15,-1 2 128-15,-1 4 16 0,0 4-2352 0,0 3-464 16,-1 6-112-16,-3 5-16 0,0 7-112 0,0 4-16 16,0 4-16-16,1-3 0 0,-3 0-368 0,4 0-80 15,-1 0-16-15,0-2 0 0,4-2-400 0,2-1-80 16,1-2 0-16,-1-2-16 0,4-1-240 0,1-4 0 15,-1-6 0-15,2-2 0 0,-1-1 0 0,1-2 0 16,0-4 0-16,0-1 0 0,0-9 0 0,0 0-128 16,0 0 128-16,0 0 0 0,0 0-288 0,3-8 48 0,0 0 16 0,1-5 0 15,2-5-80-15,0-4-16 0,2-5 0 0,1-3 0 16,1-3-32-16,1-4-16 16,-1-5 0-16,2-1 0 0,1-5 112 0,0-1 32 0,0-1 0 15,0 2 0-15,2-2 96 0,-2 5 128 0,-3 7-208 0,-1 7 80 16,-2 6 128-16,-2 6 0 0,-1 6 0 0,-2 6 0 15,-2 7 416-15,0 0 112 0,0 0 32 0,0 0 0 16,3 10-64-16,0 3-16 0,-2 3 0 0,3 3 0 16,0 3-272-16,1 1-48 0,2 1-16 0,0 2 0 15,0 2-144-15,3-1 0 0,3 1 0 0,2 0 128 0,-2-2-128 16,2 0 0-16,2-3 0 0,2-1 0 0,0 1 0 16,-1-1 0-16,2-1 0 0,-1 0 0 0,0-3-128 0,-1 1 128 15,-2-1-160-15,-1-4 160 0,-3 2-368 0,-2-6 32 16,-2-1 0-16,-3 2 0 0,-2-5 96 15,-3-6 32-15,0 0 0 0,-4 4 0 0,-1 0 208 0,-3 1 0 16,-4-3 0-16,-1-1 160 0,-2-4-160 0,-4 1 128 16,-3-1-128-16,-2-1 128 0,-5 0-128 0,-1-1 160 15,-1 0-160-15,-5-2 160 0,-1-2-160 0,-8 0-272 16,-3-5 64-16,-2-1 16 0,-4 0 0 0,11 2 16 16,-3 0 0-16,0-3 0 0,2-1 176 15,4 0-192-15,-1 2 192 0,5 3-192 0,2-1 192 0,-22-2 192 16,18 6-32-16,11 3-16 0,7 2 368 0,7 1 64 15,13 3 0-15,0 0 16 0,0 0-288 0,0 0-64 0,12 4-16 0,3 0 0 16,4 0-224-16,4 0 0 16,6-3 0-16,-8-1 0 0,6-2 0 0,8-1 0 15,7 0 0-15,5 1 0 0,2-3 0 0,4-1 0 16,0 1 0-16,15-1 0 0,-4-1 0 0,-4-1 0 0,-2 2 0 16,-2 1 0-16,-3 1 0 0,-5 1 0 15,-4 2 0-15,-3 1 144 0,-6 1-144 0,-5 2-144 0,-6-1 144 0,-3 2-208 16,-5 3 208-16,-4-1 128 0,-4 1 0 0,-5 2-128 15,-1 1 384-15,-4 1-16 0,-4-1-16 0,-5 3 0 16,-4 4 272-16,-2 0 48 0,-3 1 16 0,-3-1 0 16,-3 3-224-16,-3 1-32 0,-2 1-16 0,-4 1 0 15,1 2-208-15,0 0-32 0,1 1-16 0,-1-1 0 16,2-3-160-16,0-1-144 0,2 1 144 0,3-3-208 16,2 0-1824-1,4-2-352-15,1-3-80 0</inkml:trace>
  <inkml:trace contextRef="#ctx0" brushRef="#br0" timeOffset="501.57">2195 418 26719 0,'0'0'2368'0,"-5"-7"-1888"0,5 7-480 0,0 0 0 0,0 0 3216 0,0 0 560 0,0 0 96 0,0 0 32 0,0 0-2048 0,0 0-384 15,-2 13-96-15,0 7-16 0,2 5-176 0,0-5-32 16,-2 7-16-16,2 3 0 0,-2 5-512 0,1 1-112 15,-1 2 0-15,-1 1-16 0,2 0-144 0,-2 0-32 16,0 2 0-16,1-5 0 0,-2 1-144 0,1-2-48 16,1-1 0-16,-1-3 0 0,0-2-128 0,2-3 0 15,1 0 0-15,0-4 0 16,-1-4-368-16,0-1-96 0,1-4-32 0,1-3 0 16,0 0-1920-16,0-3-384 0,-1-7-80 0,0 0-17056 0</inkml:trace>
  <inkml:trace contextRef="#ctx0" brushRef="#br0" timeOffset="752.77">1763 462 45375 0,'0'0'2016'0,"0"0"416"0,0 0-1952 0,0 0-480 0,0 0 0 0,0 0 0 15,0 0 384-15,9-4 0 0,2-4-16 0,5 2 0 16,2 1 464-16,6-2 112 0,2 3 16 0,4-2 0 15,3-3-416-15,0 2-80 0,1 1-16 0,3-2 0 16,3-1-160-16,3-1-32 0,3 1-16 0,-1 0 0 16,1 3-240-16,1-1 144 0,-1 1-144 0,-1 2 128 15,0 1-128-15,-4 2-192 0,-3 0 32 0,-3 2 16 16,-5 3-1520-16,-2 2-320 16,-5 2-48-16,-2 3-16 0,-1 2-1568 15,-6 5-320-15,-2 3-64 0</inkml:trace>
  <inkml:trace contextRef="#ctx0" brushRef="#br0" timeOffset="1083.76">2403 795 10127 0,'0'0'896'0,"0"0"-704"15,0 0-192-15,0 0 0 0,0 0 6432 0,6 3 1248 16,2 4 256-16,1 1 64 0,-1 1-4544 0,1 4-912 16,0 4-176-16,2 2-48 0,-1 2-768 0,1 1-144 15,-4 3-48-15,1 1 0 0,-1 2-512 0,-1-2-96 16,2-3-32-16,-3 1 0 0,-2-2-272 0,0-5-64 15,0 0-16-15,0-2 0 0,0-3-144 0,-1-1-32 0,-2-2 0 0,2-1 0 16,-2-8-16-16,0 0-16 16,0 0 0-16,0 0 0 0,0 0-32 0,0 0 0 15,0 0 0-15,-2-7 0 0,1-1-128 0,0-1 0 16,-1-3 0-16,2-1 0 0,2-2 0 0,-1-4 0 0,2-3 0 0,0-3 0 16,1-1-160-16,2 0 160 15,-2 0-208-15,1 1 80 0,1 2-80 0,2 1-16 0,1 2 0 16,0 3 0-1,0 4-672-15,1-1-128 0,-1 2-16 0,1 3-16 16,2 3-800-16,0 2-144 0,-1 4-48 0,2 2 0 16,3 2-1856-16,0 1-368 0,-1 1-80 0,1 0-11424 0</inkml:trace>
  <inkml:trace contextRef="#ctx0" brushRef="#br0" timeOffset="3036.37">2956 883 17503 0,'0'0'1552'0,"0"0"-1232"0,0 0-320 0,5-5 0 0,0 0 3904 15,-2 1 704-15,-1-3 160 0,1 1 32 0,-3 6-1888 0,0 0-368 16,0-5-80-16,0 5-16 0,-3-4-704 0,-1 1-144 15,-4 0-16-15,1 5-16 0,-4 0-368 0,-1 6-80 16,-2 4-16-16,-2 1 0 0,0 1-592 0,-1 5-112 16,2 1-16-16,1 3-16 0,-2-1-208 0,3 0-32 15,4-1-128-15,0-2 192 0,1 1-192 0,3-3 0 16,2-2 0-16,2 0 0 0,0-3-224 16,1-2 16-16,1-2 0 15,-1-8 0-15,7 6-368 0,2-2-80 0,1-2-16 0,-1-4 0 16,3-2-416-16,0 0-96 0,-1-2-16 0,2-5 0 15,0 0 208-15,1-2 32 0,1-2 16 0,0 0 0 16,-2-5 304-16,0 2 48 0,-2-2 16 0,1 0 0 0,-2 0 400 0,0 0 176 16,-3 2-128-16,0 1 128 0,-2 3 0 0,-1 1 0 15,-3 4 0-15,1 1 0 0,-2 1 128 0,-2 2 16 16,2 5 0-16,0 0 0 0,0 0 224 0,-6 1 32 16,-1 3 16-16,1 0 0 0,1 4-240 0,1 1-48 15,0 2-128-15,0 2 192 0,-1 2-192 0,2 2 0 16,2 0 0-16,1 1 0 0,1 1-160 0,3-2 160 0,2-2-128 15,2 1 128-15,0-3-272 0,3 1 16 0,-1-2 16 0,2-3 0 32,-1-2-576-32,2-2-112 0,2-2-32 0,-1-2 0 0,2-1-384 15,-2-1-96-15,2-2-16 0,-2-4 0 16,0 2 816-16,-2-1 176 0,0-5 16 0,1-3 16 0,-3 0 432 16,0-2 256-16,-3-1-48 0,1-1 0 0,-1-1 352 0,-2 1 64 0,0 0 16 0,0 1 0 15,-1 1 144-15,-1 3 48 0,-2-1 0 0,0 5 0 0,-1 9 272 16,0 0 64-16,0 0 16 0,0 0 0 0,0 0 32 15,-2 8 0-15,-1 3 0 0,1 4 0 0,0 2-640 0,1 5-128 16,-2 0-32-16,2 3 0 0,2 1-208 16,-1 3-32-16,0 3-16 0,0 2 0 0,0 1-160 0,2 0 0 15,0-2 0-15,1 1 0 0,-3-5 0 0,1-1 0 16,1-2 128-16,-2-1-128 0,0 0 0 0,0-3 0 16,-2-4 0-16,2-1 0 0,0-2-256 0,0-4 64 15,-1 1 0-15,0-4 16 0,1-8-160 0,0 0-48 16,0 0 0-16,0 0 0 15,0 0-96-15,0 0-32 0,-7-3 0 0,1-2 0 16,0-3-80-16,1-3-32 0,0-3 0 0,1-4 0 16,3 0-144-16,-1-7-16 0,1-2-16 0,2-4 0 15,1-6 32-15,2-2 16 0,2-3 0 0,1-1 0 0,1 0 384 16,-1 1 80-16,4 1 16 0,-1 3 0 0,-1 3 272 16,-1 5-128-16,1 4 128 0,-1 5 0 0,-1 4 0 0,0 1 304 15,0 3-48-15,-3 4 0 0,1 4 352 0,-5 5 64 16,0 0 16-16,0 0 0 0,0 0-32 0,0 0 0 15,0 0 0-15,9 1 0 0,-9-1-272 0,8 7-64 16,-1 0-16-16,-2 3 0 0,-3-1-304 0,1 2 0 0,-2 3 0 0,-1 0 0 16,0-2 0-16,0 2 0 0,-1 0-176 0,1-1 176 15,-1-1-448 1,1 0 32-16,2-2 0 0,1-1 0 0,-2-1-128 0,-1-8-32 16,0 0 0-16,0 0 0 0,0 0-416 15,8 1-96-15,1-2 0 0,0-3-16 0,2-4-32 0,-1-1 0 16,2-1 0-16,1-4 0 0,0-2 464 0,1 0 96 15,1 1 0-15,-2-1 16 0,-3-2 320 0,1 1 64 0,-1 0 16 0,0 5 0 16,0 3 480-16,-3 2 112 0,-7 7 16 0,0 0 0 0,7-2 1232 16,-7 2 256-16,0 0 48 0,4 10 16 0,-2 3-32 15,0 4-16-15,-1 3 0 0,-1 2 0 0,-1 3-1056 0,1 3-224 16,0 0-32-16,-2 4-16 0,2-2-304 0,-1 6-64 16,0-3-16-16,-1 1 0 0,2 0-96 0,0-1-16 15,2-3 0-15,-4-2 0 0,1-1-128 0,0-3 128 16,-2 0-128-16,1-2 128 0,-1-5-128 0,0-1 0 15,1-2 144-15,-2-2-144 0,0-3 0 0,0-1 0 16,-1-2-192-16,5-6 64 16,0 0-384-16,0 0-80 0,0 0-16 0,0 0 0 15,-5-6-256-15,1-2-48 0,1-3-16 0,2-2 0 16,1-4 96-16,0-4 32 0,0-2 0 0,2-2 0 0,1-2 352 0,2-3 64 16,2-4 0-16,3-1 16 0,1 0 208 0,2-3 160 15,1-1-208-15,2-2 80 0,-1 2 128 0,1 3 0 0,-2 2 0 16,3 4-128-16,0 4 256 0,-2 5 48 0,-2 1 16 0,0 6 0 15,-2 1 144-15,0 4 48 0,-2 4 0 16,-1 1 0-16,-8 4 192 0,0 0 64 0,8 1 0 0,-8-1 0 16,0 0 64-16,0 0 32 0,7 4 0 0,-1 2 0 15,-4 2-352-15,1 1-64 0,-2-2 0 16,0 2-16-16,-1-1-176 0,0 1-128 0,0 1 192 0,-1-1-192 16,0 2 176-16,-1-1-176 0,1 1 160 15,1-2-160-15,-2 0 144 0,-1-1-144 0,-1-2 128 0,4-6-128 16,-3 8 0-16,0 0 0 0,-1-1 0 0,4-7 0 15,0 0 0-15,-4 6 0 0,-2-1 0 0,6-5 0 16,0 0 0-16,0 0 0 0,-5 4-144 0,5-4 144 0,0 0 0 0,0 0-160 16,0 0 160-16,0 0-128 0,0 0-80 0,0 0-16 15,0 0 0-15,0 0 0 0,7-1 224 0,1-2 0 16,1 1 0-16,0-2 0 0,0-1-224 0,3-1 48 16,-1 2 16-16,1-2 0 0,3-1 160 0,0 1 0 15,1 1-144-15,-2-1 144 0,2 1 0 0,-1 0-144 16,1-2 144-16,0 2 0 0,-1 1 0 0,0-3 0 15,0 1 0-15,1 2 0 0,-2-1-144 0,1 0 144 16,-1 0 0-16,-2 1-144 0,0-1 144 0,-2 1 0 16,-1 0 0-16,1 0 0 0,-2-1 0 0,-1-1 0 15,-2 1 0-15,-5 5 128 0,0 0-128 0,0 0 128 16,3-4-128-16,-3 4 128 0,0-6 48 0,0 6 16 0,-4-8 0 0,0 4 0 16,-1 0-64-16,-1 2-128 0,0 2 192 0,-1 0-64 15,0 1-128-15,-1 1 0 16,0 4 0-16,-1 0 0 0,0-1 0 0,0 6 0 0,1-1 0 15,0 3 0-15,0 2 0 0,2 2-144 0,0 1 144 0,4-1-160 16,0-2 160-16,4 2-160 16,0-1 160-16,5 0-160 0,1-2-160 0,3 0-48 0,4-3 0 15,2-1 0-15,1-1-608 16,4-2-128-16,4-1-32 0,2-4 0 0,0-2 240 16,4-2 64-16,-1-3 0 0,0-3 0 0,0-2 384 0,-1-2 96 0,-1-1 16 0,-2-1 0 15,3-1 176-15,-1 1 160 0,-3-3-208 0,0 3 80 16,-1-3 128-16,-2 1 0 0,0 1 0 0,-4-1 0 15,-1 2 0-15,-3 1 224 0,-5 1-48 0,-2-1-16 0,-3 0 608 16,-2 2 128-16,-4 2 32 0,-3 3 0 16,-4 0 352-16,-3 3 80 0,-2 0 16 0,-1 2 0 0,-3 1-384 15,-1 1-80-15,-3 2-16 0,-1 0 0 16,-2 5-576-16,2 0-128 0,1 3-32 0,0 0 0 0,1 2-160 0,1 2 0 16,4 0 0-16,0 2 0 0,4 0 0 0,3 0-176 15,0 0 176-15,3 1-128 0,3-3 128 16,2-1-208-16,0 0 80 0,4-3 128 0,2-1-384 0,1-1 64 15,1-2 0-15,1-3 0 16,2-2-288-16,1-2-48 0,1-2-16 0,0-2 0 16,1-3 144-16,-1 0 16 0,3-4 16 0,-1-1 0 0,0-3 160 0,0-2 16 15,1-4 16-15,-2 1 0 0,2-4 48 0,0-1 0 16,-3-3 0-16,1 0 0 0,0-4 256 0,-1-1-192 16,0-4 192-16,0 1-160 0,-1-1 160 0,-1-1 0 15,-1-2 0-15,-1 2 0 0,-1 3 208 0,-3 4 80 16,-2 3 16-16,-2 5 0 0,0 3 640 0,-2 5 128 15,-2 3 16-15,0 3 16 0,-1 2 176 0,4 7 16 0,-7 0 16 0,2 3 0 16,0 2-416-16,-1 7-96 0,0 2-16 16,-1 8 0-16,0 2-352 0,0 4-80 0,1 6-16 0,0-1 0 15,1 3 16-15,3 2 0 0,-1 1 0 16,2-2 0-16,-1-5-224 0,2 1-128 0,2-3 128 0,-1-1-128 16,2-1 0-16,0 0 0 0,0-4 0 15,1-1 0-15,0-4-720 16,0-1-112-16,1-1-32 0,0-1 0 15,2-2-1760-15,1-1-336 0,1 0-80 0</inkml:trace>
  <inkml:trace contextRef="#ctx0" brushRef="#br0" timeOffset="7053.86">5443 744 16575 0,'0'0'1472'0,"0"0"-1168"0,0 0-304 0,0 0 0 0,0 0 6720 0,-4 6 1280 16,2 1 256-16,0-1 48 0,2 2-6080 0,0 4-1216 15,-1-2-240-15,1 3-64 0,0 0 64 0,0 3 0 16,0 1 0-16,0 1 0 0,0 0-320 0,0 2-48 15,-1 1-16-15,1-4 0 0,0 0-144 0,0-2-48 0,-2-2 0 0,2-1 0 16,-1 0-64-16,1-6 0 16,0-6-128-16,0 0 192 0,0 0-192 0,0 0 176 15,0 0-176-15,0 0 160 0,0 0-160 0,0 0 0 16,0 0 0-16,0 0 0 0,0 0 0 0,-3-6 0 16,2-3 0-16,1-2-176 0,-1 1 176 0,2-6-192 15,2-2 192-15,2 0-192 0,0-2 192 0,2-1-192 0,-1 0 192 16,3-1-192-16,3 1 192 0,-2 3-128 0,2 4 128 15,-1 1-128-15,-1 1 128 0,0 4 0 16,-2 3 0-16,0 4-128 0,-8 1 128 0,9 4 144 0,-2 2-16 16,-1 3-128-16,-2 4 336 0,1 0-32 0,-1 4-16 0,0 2 0 15,-2 0-112-15,0 1-32 0,1-1 0 0,-1 1 0 16,1-1-144-16,0-3 0 0,-2-2 144 16,0-1-144-16,2-2 0 0,-1-2 0 0,-2-9 0 15,0 0 128-15,0 0-128 0,0 0 0 0,0 0 0 0,0 0 0 0,0 0 0 0,10-4-160 16,-1-2 160-16,-2-4-160 0,1-1 160 15,1-4-208-15,1-2 80 0,0 0 128 0,0 0-208 0,3-2 80 16,-1-3 128-16,1 0-208 0,2-1 208 0,-1 3-192 16,2-3 192-16,-3 4-192 0,0-1 192 0,0 1 0 15,0 3-160-15,-3 4 160 0,-2 3 0 0,0 5 0 16,0 0-144-16,-8 4 144 0,0 0 0 0,6 6 0 16,-1 1 0-16,1 4 0 0,-3 3 0 0,1 1 0 15,-1 0 0-15,2 2 0 0,2 3 0 0,-1-2 0 16,1-1 0-16,1 0 0 0,1-2 0 0,1 0 0 15,1-5-208-15,2 1 64 16,0-2-1008-16,2-3-192 0,1-3-32 0,1-3-16 16,1-1 320-16,2-1 64 0,-1-3 16 0,-1-1 0 15,2-4 80-15,0 1 16 0,-3 3 0 0,-2-5 0 0,-2 0 592 0,-1-1 128 16,-2 0 32-16,-1 0 0 0,-1 1 480 0,-2 0 112 16,-3 0 0-16,0-1 16 0,-2-1 528 0,-1 0 96 15,-1 4 32-15,-2 1 0 0,-2 1-144 0,-1 1-16 16,-2 3-16-16,-3 3 0 0,-2 3-48 0,-1 3-16 15,-2 3 0-15,1 3 0 0,0 4-496 0,0-2-80 0,-2 2-32 0,1 1 0 16,3-2-128-16,3 2-16 0,1 0-128 16,2-1 192-16,1-3-192 0,4-1 0 0,4-1 0 0,1 0 0 15,3-3-208-15,2-3-48 0,1-1 0 0,2-2 0 32,1 0-288-32,2-2-64 0,1-2-16 0,0-2 0 0,1-2-16 15,0-2 0-15,-2 0 0 0,0-1 0 0,1-1 224 0,-2-1 32 0,-1 1 16 0,-1-2 0 16,2-2 144-16,-2 1 32 0,-2-3 0 0,0 2 0 15,0-2 192-15,0 2 0 0,-1 1 0 0,-3 4 0 16,-2 0 0-16,-1 2 0 0,-2 7 0 0,0 0 0 16,0 0 640-16,0 0 0 0,-6 5 16 0,1 3 0 0,0 4-32 15,-1-2-16-15,1 3 0 0,1 2 0 16,2-1-416-16,0 2-64 0,2-1-128 0,3 0 176 0,1-1-176 16,1-1 0-16,3 0 0 0,4 1 0 0,-1-3-224 0,4-1 32 15,-1-2 0-15,3 0 0 16,2-6-1264-16,0 2-240 0,0-4-48 0,1 0-16 15,2-4-1264-15,-1 2-256 0,0-2-48 0,-2-3-8048 16,2-2-1600-16</inkml:trace>
  <inkml:trace contextRef="#ctx0" brushRef="#br0" timeOffset="7400.52">6709 675 29423 0,'0'0'1296'0,"0"0"288"0,-8-6-1264 0,0 4-320 16,0-3 0-16,-1 3 0 0,0 0 3200 0,-1 2 576 15,1 0 112-15,0 2 16 0,-2 0-1456 0,2 3-288 16,-1-1-64-16,2 2-16 0,-3-1-1088 0,2 1-224 15,0 0-32-15,0 1-16 0,1-1-464 0,0 2-80 16,0 0-32-16,2 0 0 0,1-2-144 0,1 3 0 16,2-2 0-16,2-7 0 0,0 0 0 0,0 0 0 15,3 6 0-15,2 1 0 0,-5-7 0 0,9 6-144 0,3 0 144 0,1-1-160 16,-1-3 160-16,2 4-128 0,2-1 128 0,-2-1-128 16,2-3 128-16,0 2 0 0,-1-1 0 0,0 1-128 15,-2 1 128-15,-2-4 0 0,0 2 0 0,-2 2 0 16,0 0 0-16,-2 1 0 0,-2 2 0 0,-5-7 0 0,0 0 128 15,0 0-128-15,-2 9 128 0,0-1-128 0,-3 0 224 0,-3 1-32 16,-3-3 0-16,0 2 0 0,-2 1-64 0,-2 0-128 16,1 1 176-16,-2-1-176 0,1 0 0 0,-1-3 0 15,0 1 0-15,2-1 0 16,1-3-624-16,4 0-224 0,1-2-48 0,8-1-16 16,0 0-1424-16,0 0-288 0,3-5-48 0,6-1-16 15,1 0-1472 1,5-3-320-16,3-6-48 0,3 0-16 0</inkml:trace>
  <inkml:trace contextRef="#ctx0" brushRef="#br0" timeOffset="7691.1">7075 608 16575 0,'0'0'1472'0,"0"0"-1168"16,0 0-304-16,0 0 0 0,0 0 5488 0,0 0 1040 15,0 0 192-15,0 0 64 0,0 0-3072 0,-8-1-624 16,1 0-112-16,-1 2-32 0,-3 1-1472 0,0 2-288 16,-4 0-64-16,1 3-16 0,-3-1-672 0,0 1-144 15,0 2-32-15,1 0 0 0,2-1-256 0,2 2 160 16,1-2-160-16,0 1 128 0,2 0-128 0,3 2 0 15,3-2 0-15,2 0 0 0,1-1 0 0,2 0 0 0,4-2-128 0,1 2 128 16,2 0 0-16,3 0-176 0,3 1 176 0,0-3-128 16,0 2 128-16,1-1-128 0,3-1 128 0,-2-1-128 15,0 1 128-15,1-1-160 0,-1 0 160 16,0 0-160-16,-4-1 160 0,1 0 0 0,-1 1 0 0,-2 2 0 16,-2-1 0-16,-1 1 0 0,-3 1 0 0,-5-8 0 15,2 8 0-15,-2-8 0 0,-5 9 128 0,-1 0-128 16,-3 1 208-16,-2 1-16 0,-1 0-16 0,-2 2 0 0,-2-3-176 15,1-1 0-15,-5 0-192 0,1 0 192 16,3-1-2112 0,-1 0-288-16,0-1-64 0</inkml:trace>
  <inkml:trace contextRef="#ctx0" brushRef="#br0" timeOffset="8324.6">7901 686 25791 0,'-7'0'2304'0,"0"0"-1856"16,0-1-448-16,1 0 0 0,6 1 4080 0,0 0 720 16,0 0 128-16,0 0 48 0,0 0-2704 0,13 0-544 15,3-2-96-15,4 2-32 0,1 0-640 0,2 0-128 16,4 0-16-16,5 0-16 0,4 0-384 0,3 0-80 16,-2 0-16-16,5-1 0 0,1 1-80 0,2 1-32 15,2 1 0-15,1-1 0 0,2-2-208 0,-1-1 144 16,-2 1-144-16,0 0 128 0,0 1-128 0,-2-1 0 15,-5-1 0-15,-4 1 0 16,0 0-480-16,-2-1-176 0,-2 0-48 16,-2-1 0-16,-1-1-1520 0,0 0-304 0,-1 0-64 0,-2-2-11248 0,-6-1-2256 15</inkml:trace>
  <inkml:trace contextRef="#ctx0" brushRef="#br0" timeOffset="8609.57">8791 525 28559 0,'-5'1'2544'0,"-3"0"-2032"0,-1 1-512 0,1-1 0 15,1 0 3680-15,7-1 640 0,0 0 128 0,0 0 32 16,0 0-2384-16,0 0-480 0,0 0-80 0,3 9-32 16,0-2-672-16,2 1-144 0,1-1-32 0,2 1 0 15,1 0-224-15,3 1-48 0,1 0-16 0,3 1 0 16,1-1-240-16,2 0-128 0,2-1 160 0,0-1-160 0,1 0 0 0,2 1 128 16,0-2-128-16,0 2 0 0,-2-3 0 0,-1 1 0 15,-3-1 0-15,-1 0 0 0,-3 0 0 0,-1-1 0 16,1 1 0-16,-5-2 0 0,-9-3 144 0,0 0-144 15,0 0 128-15,0 0-128 0,0 0 256 16,-4 8-16-16,-1-2-16 0,-3 1 0 0,-1-1-32 0,-3 1 0 16,-3-1 0-16,0 1 0 0,-2-5-192 15,-1 2 144-15,-1 0-144 0,1 1 128 16,0-1-832-16,2 2-192 0,3-1-16 16,1-1-15168-16,2 1-3040 0</inkml:trace>
  <inkml:trace contextRef="#ctx0" brushRef="#br0" timeOffset="10938.41">10237 591 23039 0,'-8'-10'2048'0,"5"1"-1648"0,2-2-400 0,0-3 0 15,-3-4 2720-15,0-1 464 0,3 1 80 0,-2-1 32 16,0 2-2016-16,0 1-384 0,0 2-96 0,0 1-16 0,-3 0 432 0,1 1 64 16,-2 0 32-16,-1 3 0 0,2 1-496 0,-1 4-112 15,-3-2 0-15,1 2-16 0,1 1-48 0,-3 3-16 16,1-2 0-16,2 4 0 0,-1 5-304 0,1-1-64 15,-1-1-16-15,0 5 0 0,-2 0-32 0,2 4 0 16,-1 3 0-16,-1 4 0 0,2 3 48 0,0 2 0 16,1 0 0-16,2 4 0 0,-1-3 32 15,3 6 16-15,1 1 0 16,-1 1 0-16,-2-3-304 0,3 2 160 0,-1-2-160 0,0 0 128 0,0-1-128 0,-1 3 0 16,1-2 0-16,0-2 128 0,0-2-128 0,-1 0 0 15,-2-2 144-15,2-3-144 0,-2-1 0 0,1-1-208 16,-1-1 16-16,1-3 16 15,1-2-1120-15,-2 0-240 0,-1-2-32 0,0-1-16 16,1-2-1152-16,0-1-224 0,-2 0-48 0,0-2-13968 0</inkml:trace>
  <inkml:trace contextRef="#ctx0" brushRef="#br0" timeOffset="11204.52">9801 873 11967 0,'0'0'528'0,"0"0"112"0,0 0-512 0,2-4-128 0,-2 4 0 0,4-7 0 0,-1 1 6400 0,5-1 1264 16,0 1 240-16,0-1 48 0,2-2-5584 0,2 1-1136 0,0-2-208 0,3 2-64 16,2-1-384-16,3 0-64 0,0 0-32 0,0 0 0 15,1-1-272-15,1 1-48 0,2-2-16 0,-1 1 0 16,1 3-144-16,-1 0 0 0,-1 2 0 0,-2 2 0 16,-3-1 128-16,-1 4-128 0,-2 4 128 0,-1 0-128 15,-1 4 0-15,-4 2 0 0,-3 5 0 0,-1-1 0 0,-2 3 0 16,0 1 0-16,-2-2 0 0,-2 2 128 15,-2 0-128-15,0 1 0 0,-2-2 0 0,1-2 128 16,2-2-368-16,2-1-80 0,1 0 0 0,0-4-16 16,0-2-2576-16,0-6-512 0,0 0-96 15</inkml:trace>
  <inkml:trace contextRef="#ctx0" brushRef="#br0" timeOffset="11354.31">10354 585 18431 0,'-4'-12'816'0,"4"12"160"0,-2-8-784 0,-1 0-192 0,0 2 0 0,1-1 0 0,-2 1 4128 0,-1 1 784 16,2-1 144-16,3 6 48 0,0 0-3328 0,0 0-672 16,0 0-128-16,0 0-16 15,0 0-2112-15,0 0-400 0,0 0-96 0,0 0-16 16,5 11-1360-16,2-3-288 0,-1 1-48 0</inkml:trace>
  <inkml:trace contextRef="#ctx0" brushRef="#br0" timeOffset="11838.56">10457 660 8287 0,'0'0'736'0,"4"8"-592"16,-1 3-144-16,-2 2 0 0,0 1 4864 15,1 2 960-15,-4-1 176 0,2 1 32 0,-1-3-2544 0,-2 1-512 0,2-1-96 16,0 0-32-16,-2 0-896 0,2-4-176 0,-2 1-48 0,2-3 0 16,1-7-832-16,-1 8-192 0,1 1-16 0,0-9-16 15,0 0-384-15,0 0-80 0,0 0-16 0,0 0 0 16,0 0-192-16,0 0 0 0,0 0 0 0,0 0 0 16,6-6 0-16,-1-1 0 0,2-2 0 0,-1 0 0 15,1-3 0-15,1-1 0 0,1 0 0 0,0 0 0 16,1-1 0-16,1-2 0 0,-1-1 0 0,2 0 0 15,-2 0 0-15,2 2 0 0,1 0 0 0,-1 4 0 0,-2 2 0 0,-1 3 0 16,-1 1 0-16,-1 2 0 0,-7 3 0 16,6 4 0-16,1 3 0 0,-3 2 144 0,-3 3 160 15,0-2 16-15,-1 3 16 0,0 2 0 0,0 2-176 0,-1 1-32 16,0-4-128-16,1 2 192 0,1-1-192 0,2 1 0 16,2-2 128-16,-1-1-128 0,0-2 0 15,1-1 0-15,1-3 0 0,1-1 0 0,-1-2-304 0,4-1 48 16,-3-2 16-16,3 0 0 15,-1 1-176-15,0-4-32 0,0 0-16 0,1-2 0 0,-1-3 48 0,1 0 16 16,-3-3 0-16,1 1 0 0,0-1 160 0,0-2 48 16,0 0 0-16,1-1 0 0,-1-1 192 0,1-2-192 15,0 1 192-15,-1-1-192 0,0 4 192 0,-1 3 0 16,1-1-160-16,-1 3 160 0,-2 3 0 0,-5 4 0 16,0 0 0-16,0 0 128 0,0 0 416 0,4 8 80 15,0 1 16-15,-2 2 0 0,0 1-192 0,0 1-48 0,0 0 0 0,-1 0 0 16,0-2-272-16,2 1-128 0,-1-1 0 15,2-1 128-15,2 0-128 0,-1 1 0 0,-4-1 0 0,3-2 0 16,-4-8-240-16,5 7-80 0,-5-7 0 16,0 0-16-1,7 5-2000-15,-1 1-400 0,-6-6-80 0,7 2-16160 0</inkml:trace>
  <inkml:trace contextRef="#ctx0" brushRef="#br0" timeOffset="11988.66">11002 413 17503 0,'0'0'1552'0,"-6"1"-1232"0,-4-2-320 0,1-1 0 0,3 0 5168 0,-1 0 976 16,7 2 192-16,0 0 32 15,-6 0-5024-15,6 0-992 0,0 0-208 0,0 0-144 16,0 0-512-16,0 0-224 0,4 7-32 0,2 1-10864 16,3-2-2160-16</inkml:trace>
  <inkml:trace contextRef="#ctx0" brushRef="#br0" timeOffset="12416.87">11293 389 35823 0,'-8'-3'1584'0,"8"3"336"16,0 0-1536-16,0 0-384 0,-4 7 0 0,0 2 0 0,2 0 1744 0,-1 6 288 0,-2 2 48 0,1 2 16 16,-1 3-432-16,-1 4-96 15,0 2-16-15,1 0 0 0,1 4-880 0,0-2-176 16,-1 0-48-16,-1-2 0 0,4 0-224 0,0-2-48 15,0-5-16-15,1 1 0 0,3-4-160 0,1 0 128 16,1-5-128-16,0 2 128 0,1-2-128 0,0-2 0 0,2-1 0 0,0-4 0 16,4-1-192-16,-1-2 16 0,3-2 16 0,0-1 0 15,-1-2-240-15,2-2-48 16,1-4-16-16,-1-1 0 16,2-2 16-16,1-2 16 0,-2-1 0 0,4-2 0 0,-1 1 144 0,-3-2 32 15,0-2 0-15,-1 0 0 0,-2-3 80 0,1 0 32 0,0-2 0 16,-1 3 0-16,-3 3 144 0,-1 2 0 0,-2 5 128 0,-2 2-128 0,-1 1 176 0,-3 8-48 15,-4-4 0-15,0 0 0 0,-1 4 464 16,-1 4 96-16,0 0 16 0,-2 4 0 0,2 1-256 0,-1 2-64 16,2 2 0-16,0 2 0 15,1-2-256-15,1-1-128 0,0 2 0 0,2 0 128 0,-1-1-128 16,3 0 0-16,1 0 0 0,2-2 0 0,3 3 0 0,1-2-144 16,2-2 144-16,1-2-160 15,2-3-688-15,1 2-144 16,0-5-32-16,1 2 0 0,-1-4-1232 15,3 2-256-15,1-1-48 0,0-1-16 0,-1-1-1328 0,-4-5-272 0,4-8-48 0,-1-2-16 0</inkml:trace>
  <inkml:trace contextRef="#ctx0" brushRef="#br0" timeOffset="12612.86">11029 589 9215 0,'-7'0'816'0,"0"0"-656"15,7 0-160-15,0 0 0 0,0 0 7952 0,0 0 1568 16,0 0 304-16,11 0 64 16,3-2-8288-16,4 2-1600 0,6-4-448 0,6 2-32 0,5-1 176 0,7-1 48 0,1-1 0 0,2 1 0 31,2 0-1856-31,4 0-384 0,0 0-64 0,5-1-8384 0,4 1-1696 16</inkml:trace>
  <inkml:trace contextRef="#ctx0" brushRef="#br0" timeOffset="12874.18">12560 287 42911 0,'-12'-4'1904'0,"7"4"384"0,-1 2-1840 0,0-1-448 0,6-1 0 0,-4 4 0 0,-3 1 1248 0,0 2 160 16,1 1 16-16,-1 5 16 0,-1 4-272 0,0 3-48 15,1 5-16-15,-1 1 0 0,0 4-672 0,1 2-144 16,1-2-32-16,2 1 0 0,0 1-256 0,0 1 0 15,2-2 0-15,0-1 0 0,0-6 0 0,0-1 0 16,0 1 0-16,0-2 0 16,1-4-384-16,0 0-16 0,-2-3-16 0,1 0 0 15,-1-3-784-15,-1 1-144 0,1-6-48 0,2 0 0 16,2 1-448-16,1-1-80 0,-5-2-32 0,3-5 0 16,0 0-1168-16,0 0-224 0,-6-1-48 0,-3-1-10688 15</inkml:trace>
  <inkml:trace contextRef="#ctx0" brushRef="#br0" timeOffset="13089.94">12303 697 8287 0,'0'0'736'0,"0"0"-592"16,0-7-144-16,0 7 0 0,0 0 6016 0,3-5 1184 16,2 1 224-16,3 0 64 0,1 0-4224 0,0-1-832 0,0 4-160 0,3-3-32 15,1 1-912-15,3-2-176 0,-1 1-48 0,2 2 0 16,1-2-352-16,1 1-80 0,-2 0-16 0,0 1 0 16,1 0-272-16,-1 2-64 0,-4 0-16 0,0 2 0 15,-1-1-112-15,-1 3 0 0,0 1-16 0,-3 2 0 16,1-1 64-16,-1 3 16 0,-3 2 0 0,0 1 0 0,-1 1-80 0,-1 0-16 15,-1 0 0-15,1-2 0 0,-2 1-160 0,-1 0 0 16,1-2 0-16,1-1 0 16,-1-1-1392-16,2 0-208 0,-1 0-32 15,-2-8-12992-15,0 0-2592 0</inkml:trace>
  <inkml:trace contextRef="#ctx0" brushRef="#br0" timeOffset="13911.32">12707 538 21183 0,'0'0'944'0,"0"0"192"0,0 0-912 0,0 0-224 16,0 0 0-16,0 0 0 0,0 0 2256 0,7-3 416 15,1 1 80-15,-1 0 0 16,4 1-2576-16,-1 0-528 0,2 1-96 0,2 0-32 16,1 0-416-16,0 1-96 0,-2 2-16 0,-2-1 0 0,-3 1 624 0,0-2 112 15,-2 4 16-15,-1 3 16 0,-1 2 2352 0,-1 4 448 16,-2 0 112-16,-1 3 16 0,-1 0 496 0,-2 1 96 15,1 2 32-15,-1-2 0 0,0-1-1232 0,1 0-240 0,-3-3-48 0,2 0-16 16,0-2-896-16,2-1-176 16,0-2-48-16,-1 0 0 0,2-9-384 0,0 6-80 0,0-6 0 15,0 0-16-15,0 0-176 0,0 0 128 0,0 0-128 16,0 0 128-16,0 0-128 0,0 0 0 0,0 0 0 0,0 0 0 16,0 0 0-16,0 0 0 15,7-4 0-15,-2-2 0 0,0-3 0 0,2 0-144 0,-1-2 144 0,2 2 0 16,0-1-176-16,0-1 176 0,0 1-160 15,-1-1 160-15,3 2-128 0,0 0 128 0,-2 1 0 0,-2 2-144 16,-6 6 144-16,0 0 0 0,7 0 0 0,-7 0 0 0,0 0 0 0,0 0 0 16,8 4 0-16,-2 2 0 0,-1 1 176 0,1 1-48 15,-2-1 0-15,0 1 0 0,-1 0-128 0,1 0 0 16,0 0 0-16,1 1 128 0,1-3-128 16,0-2 0-16,1 0 0 0,-1 0 0 0,-6-4 0 0,7 4 0 15,1-1 0-15,-1-2 0 0,1-2 0 0,0-1 0 16,0 0 0-16,-2-1 0 0,1-1-144 0,-1 0 144 15,2 0 0-15,0-1 0 0,1-3-144 0,2-3 144 16,-1-1 0-16,0-4-144 16,2 2-48-16,1 1 0 0,0-4 0 0,0 1 0 0,-1 1-16 15,0 2-16-15,-2 1 0 0,-1 5 0 0,-2 1 80 0,-2-1 16 16,-5 7 0-16,0 0 0 0,0 0 128 0,0 0 0 16,0 0 128-16,-1 11-128 0,-2 0 192 0,1 4-16 15,-1-1-16-15,2 0 0 0,-1 1-160 0,4-2 0 16,0-3 0-16,2 2 0 0,0-2 0 0,3 1 0 15,0-5 0-15,4 1 0 0,1-2 0 0,1 0 0 16,1-2 0-16,2-2 0 0,1-1-192 0,2-1 192 16,3 0-192-16,-1-1 192 0,0-3-160 0,-1 1 160 0,-2-4 0 15,1 2-144-15,0-3 144 0,-1 0 0 0,1-2 0 0,0-1 0 16,-2-1 0-16,0 0 0 0,-3 0 0 0,2-2 0 16,-5-1 0-16,1 0 0 0,-2-1 0 0,1 2 0 15,-5 2 0-15,0 0 0 0,-4 4-144 0,0 2 144 16,-4 2 0-16,2 5 0 0,-6-1 0 0,-2 3 0 15,-1 3 0-15,-2 4 160 0,0 2-32 0,0-1-128 16,-2 1 224-16,0 3-64 0,1 2-16 0,1 1 0 0,0-2 32 16,2 2 0-16,3 0 0 0,0 3 0 15,4-3-48-15,3 4-128 0,3-7 192 0,2 0-64 0,2 1-128 16,5-2 0-16,2-2 0 0,0 0 0 0,2-2 0 0,4 1 0 16,3 1 0-16,2-2 0 0,1-1 0 0,3 0 0 15,3-1 0-15,2 1 0 16,0-1-544-16,3-1-32 0,1-1-16 15,14 1 0-15,0-4-2528 0,0 2-496 0</inkml:trace>
  <inkml:trace contextRef="#ctx0" brushRef="#br0" timeOffset="15877.88">14724 337 38127 0,'0'0'1680'0,"0"0"368"0,-4-5-1648 0,0 1-400 0,4 4 0 0,0 0 0 0,0 0 672 0,0 0 48 15,0 0 16-15,0 0 0 0,0 0 576 0,-5 8 112 16,-1 2 32-16,-1 6 0 0,1 3-608 0,-2 7-112 15,-1 4-32-15,0 4 0 0,-1 0-368 0,1 3-80 16,-1 2 0-16,1-3-16 0,0 1-240 0,2-6 144 16,1-1-144-16,0-3 128 15,1-2-672-15,3-1-144 0,2-2-16 0,0-7-16 16,2-2-2224-16,3-2-448 0,-1-3-96 16</inkml:trace>
  <inkml:trace contextRef="#ctx0" brushRef="#br0" timeOffset="16193.12">15085 269 20271 0,'0'0'896'0,"-6"-4"192"0,-2 3-880 0,0 0-208 16,0-3 0-16,-1 2 0 0,0 0 3696 0,-1 1 688 16,-2-1 144-16,1 2 16 0,0 2-2848 0,0 0-576 15,1-1-112-15,1 5-32 0,1-4-576 0,-1 3-112 0,1 1-32 0,1 0 0 16,1-2-256-16,2 0 0 15,0 1 0-15,2 2 0 0,2 1-176 0,0-8 176 0,2 9-192 0,2-3 192 16,4 2-224-16,1 1 64 0,1-1 16 0,3 0 0 16,0-3 16-16,3 0 0 0,1-1 0 0,1 0 0 15,1-1-32-15,-1 1 0 0,-1-1 0 0,-2 3 0 16,0-5-16-16,-2 4 0 0,-3-2 0 0,-2 2 0 16,-1 2 176-16,-2-1 0 0,-5-6 128 0,1 9-128 15,-2-1 576-15,-2 1 64 0,-1 0 0 0,-1 2 0 0,-3-2 320 16,0 0 64-16,-3 0 0 0,-1 0 16 0,-1-2-480 0,0-1-112 15,-1-1 0-15,1 1-16 0,2-4-432 16,3 0-176-16,0-1 16 0,8-1 0 16,-7-1-2528-16,7 1-512 0,0 0-112 0</inkml:trace>
  <inkml:trace contextRef="#ctx0" brushRef="#br0" timeOffset="16398.31">15244 203 19343 0,'0'0'848'0,"0"0"192"0,0 0-832 0,0 0-208 15,0 0 0-15,0 0 0 0,0 0 4416 0,0 0 832 16,0 0 160-16,0 0 32 0,0 7-3008 0,-1 7-592 16,0 1-128-16,-1 0-32 0,0 0-976 0,-1 2-192 15,-1 3-32-15,0 2-16 0,1 1-336 0,-1 1-128 16,1-1 0-16,0 1 144 0,-1-2-144 0,2 0 0 16,1-1 0-16,1-3 0 15,-2-2-1600-15,2-2-192 0,3-2-32 0,-1-2-10912 16,0-1-2176-16</inkml:trace>
  <inkml:trace contextRef="#ctx0" brushRef="#br0" timeOffset="16574.03">15144 346 7359 0,'-4'-3'656'0,"0"0"-528"0,2-1-128 0,2 4 0 0,0 0 7744 16,0 0 1504-16,0 0 304 0,0 0 64 0,6-6-7168 0,4 1-1424 15,2 1-304-15,3 2-48 0,2-2-224 0,-1 1-32 16,3 1-16-16,-1-1 0 0,3 2-400 0,0 1 0 15,1 0 0-15,0 0 0 16,0 1-1104-16,-1 2-304 0,0 2-64 0,0 1-11216 16,0 2-2240-16</inkml:trace>
  <inkml:trace contextRef="#ctx0" brushRef="#br0" timeOffset="16759.16">14937 701 40767 0,'-19'6'1808'0,"13"-3"368"0,2-3-1728 0,4 0-448 16,0 0 0-16,0 0 0 0,0 0 576 0,0 0 16 16,10 1 16-16,3 0 0 0,4-1-256 0,4 0-48 15,3 0-16-15,3-1 0 0,1-3-288 0,1 0-272 16,3-2 48-16,-1-1 16 16,3-3-496-16,0 1-80 0,4-2-32 0,1 0 0 15,1-3-2928-15,3 0-592 0</inkml:trace>
  <inkml:trace contextRef="#ctx0" brushRef="#br0" timeOffset="17794.86">15873 272 33055 0,'0'0'1472'0,"0"0"288"0,-2-7-1408 0,2 7-352 0,0 0 0 0,0 0 0 0,0 0 1872 16,0 0 304-16,0 0 64 0,0 0 16 16,0 0 144-16,-3 8 32 0,-3 2 0 0,0 6 0 0,-5 4-1168 0,2 4-240 15,-1 5-32-15,-1 2-16 0,1 2-688 0,-2 2-144 16,-1-3-16-16,1 3-128 0,3-3 384 0,0 2-48 15,1 0 0-15,2-4 0 0,1-1-208 0,-1-7-128 16,3-1 128-16,0-2-128 0,3 0 0 0,1-2 0 16,3 1 0-16,1-5 0 0,2-4 0 0,1 0-208 15,1-1 80-15,0 0 128 16,0 1-464-16,3-4 16 0,2-1 16 0,3-3 0 16,3-3-896-16,1-2-176 0,2-3-32 0,2-1-16 15,1 1-432-15,3-4-64 0,0-2-32 0,3-1 0 16,-2-4 800-16,-2-1 176 0,0 1 16 0,-2 0 16 15,-1-6 192-15,-4 2 48 0,-3 1 0 0,-3-2 0 0,-2 3 688 16,-1 1 144-16,-4 2 0 0,-1 0 0 0,-4 2 880 0,0 4 128 16,-2 0 16-16,-2 4 16 0,1 7 800 0,-6-3 144 0,6 3 48 15,-11 0 0-15,1 1-400 0,-3 6-80 16,0-1-16-16,-2 3 0 0,0 4-896 0,-2 3-192 0,0 1-48 16,1 1 0-16,2 0-240 0,1 1-160 15,1 0 192-15,2-3-192 0,0 0 0 0,4-1 0 0,1 0 0 16,1-2 0-16,2-3 0 0,1-1 0 0,1-9-208 0,4 7 80 31,-4-7-304-31,8 5-48 0,1 0-16 0,1-4 0 0,1-1-288 0,1-2-64 16,-1-1-16-16,2-1 0 0,-1-4 288 0,0 1 64 15,0-1 16-15,-1-4 0 0,0 2 176 0,0-2 48 0,0-1 0 0,-1-3 0 16,-1-1 272-16,2 0 0 0,-1 0 0 0,-2 3 144 16,-1 2-144-16,-2 3 0 0,-1 3 0 0,-4 6 0 0,0 0 256 0,0 0 0 15,0 0 16-15,0 0 0 0,0 0 352 0,-3 8 64 16,1 3 16-16,0 2 0 0,-2 0 0 15,2 4 0-15,-1-1 0 0,2 0 0 0,-2-3-704 0,3 0 0 16,2 0 0-16,0-2 0 0,1 0 0 16,2-3 0-16,1 1 0 0,2-3 0 15,0-2-624-15,1-1-208 0,2-3-32 0,-1 1-16 16,-10-1-208-16,11 0-64 0,0-1 0 0,0-3 0 16,0-3-1232-16,0 2-256 0,-1 0-48 0,1-3-16 15,-1-2 432-15,1-1 96 0,-1-3 0 0,0 0 16 16,2-2 304-16,1 0 48 0,-1-3 16 0,0-1 0 15,-1 1 560-15,0 2 112 0,-1 1 32 0,2 2 0 0,-2 1 1632 0,-2 2 336 16,-3 1 64-16,-1 3 16 0,-5 1 1888 0,1 6 384 0,0 0 80 0,0 0 16 16,-8 1 64-16,2 3 0 15,-1 3 16-15,1 2 0 0,-2 1-1552 0,1 2-320 16,2 1-64-16,0 1-16 0,-2 2-704 0,4 1-144 0,0 0-32 0,3-2 0 16,1 0-304-16,2-2-64 0,-2 0-16 15,4 0 0-15,2-5-192 0,1 1 0 0,-2-1 0 16,2-3 0-16,1-3 0 0,2 0-128 0,-1-2 128 15,2-2-160-15,-2 1 160 0,1 0-160 0,-1-3 160 0,0-1-160 16,0-1 160-16,0-1 0 0,-2-1 0 0,0-3-128 16,-1 1 128-16,3 0 0 0,-4-1 0 0,1 1 0 15,-2-1 0-15,0 2 0 0,2 1 0 0,-4 2 0 16,1-1 0-16,-4 7 0 0,0 0 0 0,0 0 0 16,0 0 240-16,0 0 16 0,0 0 16 0,-1 9 0 0,-2 2 128 15,1 1 32-15,-1-1 0 0,2 2 0 0,0 0-208 0,1-1-32 16,1 0-16-16,3 0 0 15,-3-1-176-15,4-2 128 0,2 2-128 0,1-3 128 0,0-1-128 0,1 1 0 16,1-1 0-16,2-5 0 0,2 2-176 0,2-4 176 16,-1 0-128-16,1 0 128 0,0-4-160 0,-2 2 160 15,-2-1-192-15,0 1 192 0,-2-5 0 0,-2 2 0 16,0 0 0-16,-1-2 0 0,0 1 0 0,-3-2 0 16,1-1 0-16,-2-3 0 0,-1-2 0 0,1-1 0 15,0 0 0-15,-1 0 0 0,-1-2 0 0,1 4 0 16,-4 0 0-16,1 0 0 0,0 3-128 0,0-3-80 15,-2 2-16-15,0 1-15200 16,1 1-3056-16</inkml:trace>
  <inkml:trace contextRef="#ctx0" brushRef="#br0" timeOffset="57723.31">18204 544 3679 0,'-18'8'160'0,"10"-3"32"0,-4 3-192 0,2 3 0 15,-1 2 0-15,-2 4 0 0,1 2 8576 0,-1 2 1664 16,-1 2 320-16,1 5 80 0,-1-3-8080 0,-2 1-1600 16,2 0-336-16,1-2-64 0,1-1 80 0,3-3 32 15,0 1 0-15,2-4 0 0,1-1-320 0,0-3-64 16,2-3-16-16,2-2 0 0,2-8-272 0,0 0 0 15,0 0 0-15,0 0 0 0,0 0 0 0,0 0-176 0,0 0 176 0,0 0-208 16,6-9-112-16,1-3-32 0,1 1 0 16,0-4 0-16,-1-2 32 0,2 0 16 0,1-1 0 15,0-3 0-15,0 0 160 0,1 1 144 0,-2-1-208 16,1 0 80-16,2 1 128 0,-1-1 0 0,-1 6 0 0,-2-2 0 16,1 4 0-16,0 2-128 0,-1 2 128 0,0 4 0 15,-2 2 0-15,-6 3 0 0,8 2 144 0,-1 0-144 0,-7-2 384 16,7 8-48-16,1 1 0 0,0 0 0 15,0 2-192-15,1-1-144 0,-1 1 192 0,1 0-192 16,1 1 128-16,2 0-128 0,1-2 0 0,2-1 0 0,0 1 0 16,-1-1 0-16,1 0 0 0,-1-3 0 15,-1 1 0-15,0-1-192 0,-1 5 48 0,0-5 16 16,-2 0-368-16,-1-1-64 16,-1-1-16-16,-1 1 0 0,-7-5 192 0,0 0 16 0,4 6 16 0,-4-6 0 0,0 0 352 0,-3 8 0 15,0 0 0-15,-2-1 0 16,-3-4 272-16,-2 1 32 0,-2 0 0 0,-1 0 0 0,-1-1 80 15,-5-2 0-15,0 0 16 0,-3 1 0 0,-4 0-112 0,0 0-32 16,-2 0 0-16,1-2 0 0,-2-2-256 0,2 2 0 16,1 1 0-16,2-1 0 15,2-1-464-15,3-1-48 0,3 2-16 0,3 0 0 16,2 0-1472-16,11 0-304 0,0 0-48 0</inkml:trace>
  <inkml:trace contextRef="#ctx0" brushRef="#br0" timeOffset="58078.12">18909 446 23951 0,'0'0'2128'0,"-4"-3"-1696"0,0-1-432 0,-1 0 0 0,-1 0 3632 0,0 1 640 0,2 1 128 0,4 2 16 15,-3 2-2560-15,-3 2-528 0,2 1-112 0,0 2 0 16,1 2-32-16,0 3 0 0,-2 3 0 0,0 2 0 16,-1 3-592-16,1 3-112 0,0 5-32 0,1 0 0 0,0 2-144 0,1 0-48 15,2-2 0-15,0-1 0 0,1 2-32 0,1-3-16 16,4 0 0-16,2 1 0 0,1-3-208 0,1-1 0 16,1-1 128-16,2-2-128 0,0-4 0 15,1-2 0-15,1-1 0 0,2-3 0 0,1 1 0 16,1-5 0-16,2-2 0 0,-1 0 0 0,1-4-368 0,0-1 48 15,4-2 0-15,-1-1 0 16,2-5-1104-16,-1 0-224 0,0-1-32 0,4-2-16 16,0 0-1088-16,1-1-224 0,-4-4-32 0,-2-1-13664 0</inkml:trace>
  <inkml:trace contextRef="#ctx0" brushRef="#br0" timeOffset="58306.86">18867 444 16575 0,'-13'-3'1472'15,"13"3"-1168"-15,-5-1-304 0,5 1 0 0,0 0 5776 0,0 0 1104 0,8-4 224 0,2 3 32 16,0-2-5504-16,3 2-1104 0,1-2-208 0,2 3-64 16,0-4 416-16,5 2 80 0,2-2 16 0,1 1 0 15,-2 1-448-15,5-2-96 0,-1-2-16 0,2 3 0 16,-2 1-208-16,3-2 176 0,-2 3-176 0,1 0 160 15,-2-3-1680 1,-1 2-336-16,-1 4-64 0,-3 2-10848 0,-1-3-2176 0</inkml:trace>
  <inkml:trace contextRef="#ctx0" brushRef="#br0" timeOffset="58502.39">18886 583 7359 0,'-23'7'656'0,"16"-3"-528"0,-1-2-128 0,1 1 0 0,7-3 8512 0,0 0 1664 15,0 0 320-15,0 0 80 0,0 0-8240 0,11 7-1648 16,0-2-336-16,3-3-64 0,-1 0 224 0,4-2 64 16,1-2 0-16,3 0 0 0,-1-1-416 0,5 1-160 15,0-2 128-15,0 0-128 0,3 0 0 0,1 0 0 16,1 1-224-16,0-3 80 16,3-1-2304-16,3 2-464 0,3 1-96 0</inkml:trace>
  <inkml:trace contextRef="#ctx0" brushRef="#br0" timeOffset="59369.87">19759 646 36335 0,'0'0'1600'0,"0"0"352"0,0 0-1568 0,0 0-384 15,-8-4 0-15,3 1 0 0,4 3 800 0,-2-1 80 16,-1 1 16-16,3 0 0 0,1 0 432 0,0 0 80 15,9-1 32-15,2 1 0 0,3 0-800 0,2-2-144 16,2 1-48-16,7 0 0 0,1 0-272 0,-2-1-176 16,1 0 192-16,0 0-192 0,-3 1 0 0,-1 1 0 15,0-1-192-15,0 1 48 16,-2-4-1744-16,1 3-352 0,-1-1-64 0,-3 2-10000 0,-4 0-2016 16</inkml:trace>
  <inkml:trace contextRef="#ctx0" brushRef="#br0" timeOffset="59539.69">19805 753 38463 0,'-20'1'1712'0,"14"0"336"0,-1 1-1632 15,1-1-416-15,-1 2 0 0,7-3 0 0,0 0 576 0,0 0 16 0,0 0 16 0,0 0 0 0,0 0 272 16,0 0 48-16,13 0 16 0,2 0 0 0,3 1-672 0,3-1-128 16,1 0-16-16,3-1-128 0,2-2 0 15,0 0-176-15,1 1 0 0,-1-3 0 16,2 1-1376-16,1 1-288 0,0-1-48 0,2 2-9952 15,1-2-2000-15</inkml:trace>
  <inkml:trace contextRef="#ctx0" brushRef="#br0" timeOffset="60655.56">20862 542 10127 0,'0'0'896'0,"1"-7"-704"0,-2-1-192 0,1 0 0 0,0-1 4656 0,0 0 896 16,0 0 176-16,-1 0 32 0,-2 0-3808 0,-2 1-768 15,-2 1-160-15,-2 2-16 0,0 0 816 0,-1 1 160 16,-1 2 48-16,0 2 0 0,-2 1-816 0,-2 1-176 15,1 6-16-15,-2 4-16 0,-1 4-272 0,0 3-48 16,0 2-16-16,0 5 0 0,-1 3-16 0,1 2 0 16,3 0 0-16,2-1 0 0,3-1-112 0,3-2-32 15,3 1 0-15,4-3 0 0,3-2-336 0,5 2-176 0,6-4 160 0,2-2-160 16,-1-3 0-16,4-3-128 16,5-3-16-16,2-1 0 15,2-2-272-15,2-2-48 0,2-2-16 0,1-3 0 16,-2-3-224-16,0-1-64 0,-2-2 0 0,0-2 0 15,-4-4 208-15,-3-1 48 0,-2-1 0 0,0 1 0 16,-2-4 240-16,-2 1 48 0,-1 2 16 0,-3-4 0 0,-1-3 208 0,-3-1 0 16,-1-2 0-16,-3-1 0 0,-1 1 176 0,-4-1 16 0,-3 0 16 0,-2 2 0 15,-3-1-80-15,0 3 0 0,-2 2-128 0,-3 0 192 16,0 3-192-16,-4 2 0 0,-3 4 0 0,-3 2 0 16,-5 2-304-1,-3 3-144-15,-4 3-48 0,1 3 0 0,-1 1-832 16,1 2-160-16,1 5-48 0,3-1 0 0,3 3-1664 0,4 1-352 0</inkml:trace>
  <inkml:trace contextRef="#ctx0" brushRef="#br0" timeOffset="60880.78">20803 741 39615 0,'0'0'1760'0,"0"0"352"0,0 0-1680 0,0 0-432 0,0 0 0 0,8 1 0 0,1 3 944 0,-1-2 96 16,-3 3 32-16,2 1 0 0,1 3 464 0,-2 3 80 16,-1 3 32-16,2 0 0 0,-2 1-1040 0,2 2-208 15,-1 0-32-15,1 2-16 0,-1-1-352 0,2 1 144 16,-1 1-144-16,0-4 0 16,1 2-1104-16,3-4-336 0,2 0-64 0,1-2-12640 15,2-3-2544-15</inkml:trace>
  <inkml:trace contextRef="#ctx0" brushRef="#br0" timeOffset="61067.22">21381 707 41807 0,'0'0'1856'0,"0"0"384"0,0 0-1792 0,0 0-448 15,12 4 0-15,1-3 0 0,0-1 608 0,1 0 32 0,0 0 16 0,2 0 0 0,2-1-208 0,2 0-64 16,1-2 0-16,1 1 0 15,1 0-1376-15,1-2-288 0,-1 2-48 0,2-1-11360 16,1 1-2288-16</inkml:trace>
  <inkml:trace contextRef="#ctx0" brushRef="#br0" timeOffset="61569.48">22021 459 31327 0,'-13'0'2784'0,"13"0"-2224"0,0 0-560 0,-4 6 0 0,0-2 2656 0,2 5 416 16,2 1 96-16,0 3 16 0,-3 3-1312 0,0 2-256 15,1 4-48-15,0 3-16 0,2 2-240 0,2 2-48 16,-1 1-16-16,2 0 0 0,1 0-640 0,-2-1-128 0,2-3-32 16,1-1 0-16,2-2-272 0,-1-2-176 15,2-2 192-15,0-2-192 0,1-4 0 0,0-2 0 0,0-2 0 0,1-1 0 16,-3-4 0-16,0-2 0 0,-7-2-192 0,9 0 48 15,1-2-48-15,0-2 0 0,-1-5 0 0,0 0 0 16,-1-2 192-16,1-1-160 0,-1-1 160 0,-1-2-160 16,3-4 160-16,-1 0-128 0,0-1 128 15,1-2-128-15,2-3 128 0,1-1 0 0,1 0 0 0,-1-2-128 16,-1 2 128-16,1 1 0 0,0 3 0 16,-1 2 0-16,-3 2 0 0,0 5 0 0,-2 2 0 0,-2 5 0 15,-5 6 0-15,0 0 128 0,0 0 0 0,0 0 0 0,1 10 128 0,-1 3 16 16,-1 3 16-16,0 5 0 15,-2 0-160-15,2 2-128 0,-1 2 192 0,2-2-192 0,2-2 144 16,0 0-144-16,0-1 0 0,3-2 144 0,1-1-144 0,2-3 0 16,0-1 0-16,1-2 0 0,0-5 0 0,0 1 0 15,2-2 0-15,-1-1 0 0,1-2 0 0,0 0 0 16,1-2 0-16,-1-3 0 0,0-1 0 0,1-1 0 16,0-2 0-16,-1 0 0 0,1-4 0 0,0-1 0 15,-2-1 0-15,3-2 0 0,0-2 0 0,0-5 0 16,1-3 0-16,-1-2 0 15,0-2-640-15,-2-1-64 0,0 0-16 0,-1 2 0 16,2 4-1392-16,-4 0-256 16,-4 5-64-16,-2 4-18368 0</inkml:trace>
  <inkml:trace contextRef="#ctx0" brushRef="#br0" timeOffset="61773.28">21497 501 23951 0,'-10'-4'2128'0,"2"2"-1696"0,1-2-432 0,5 0 0 15,2 4 5296-15,6-5 976 0,2 1 192 0,2-1 32 16,6-1-5056-16,2 1-1008 0,6-1-208 0,2 0-32 16,1 1-32-16,4 0 0 0,3 0 0 0,6-2 0 15,0 1-960-15,4 0-192 0,2 1-32 0,6 0-12752 16,7 0-2544-16</inkml:trace>
  <inkml:trace contextRef="#ctx0" brushRef="#br0" timeOffset="61940">22655 323 25791 0,'0'0'2304'0,"0"0"-1856"0,8-2-448 0,1 1 0 0,0 0 4880 0,3-3 880 16,1 1 192-16,0-1 16 0,1 3-3712 0,0 0-736 15,-1-2-160-15,3 0-16 0,0 0-576 0,1 0-128 16,2 0 0-16,1-1-16 0,1 2-464 0,1 0-160 15,-1 1 0-15,2-1 144 16,0 0-1104-16,2 1-240 0,-1-3-32 0,-1 4-14192 16,5 3-2816-16</inkml:trace>
  <inkml:trace contextRef="#ctx0" brushRef="#br0" timeOffset="66190.36">854 2659 46991 0,'4'13'1024'0,"11"12"224"0,-26-3 32 0,-4 5 64 0,2 6-1088 16,-1 1-256-16,0 0 0 0,3 2 0 0,1 2 224 0,3 0-16 0,2 0 0 0,4-2 0 16,3-3-208-16,2-2 0 0,4-4 0 15,1-2 0-15,4-4 0 0,3-3 0 0,1-3-176 0,1-2 176 16,3-7-272-16,1-1 64 0,2-1 16 0,0-4 0 0,0-4-80 15,-1-1-16-15,1-5 0 0,-1 1 0 16,-1-2-96 0,-1-2-32-16,-1-3 0 0,-2-3 0 15,-2-1-112-15,-2 1-32 0,0 0 0 0,-2-3 0 0,-4 0 192 0,0 0 48 0,-2 0 0 16,-4 1 0-16,-2-1 320 0,-3 1 0 0,-1 0 0 0,-2 2 0 0,-1 0 0 0,1 5 0 16,-4-3 192-16,-1 4-64 0,-2 1-128 15,0 4 0-15,-3 1 0 0,-1 1 0 16,0 2-336-16,-1 3-112 0,-2 1 0 0,-1 1-16 15,2 1-352-15,-1 0-64 0,2 1-16 0,2 1 0 16,3 2-1392-16,4-3-272 0,3 1-64 0</inkml:trace>
  <inkml:trace contextRef="#ctx0" brushRef="#br0" timeOffset="66446.61">1493 2579 29487 0,'-5'2'2624'15,"-1"0"-2112"-15,2 1-512 0,4-3 0 0,-5 2 2352 0,3 5 352 0,0 1 80 0,0 1 16 0,-1 1-864 16,0 2-160-16,2 6-48 0,1 3 0 0,0 3-752 0,3 3-144 16,-1 3-48-16,2 0 0 0,-1 1-528 0,1 1-128 15,-2-2 0-15,1-2-128 0,2 1 0 0,-1-2 0 16,1-1 0-16,-1 0 0 0,1-1-256 0,-1 0-128 15,-1-4 0-15,1 0-16 16,0-3-1760-16,1-1-336 0,3 0-80 0,-3-1-9952 16,-1-3-1984-16</inkml:trace>
  <inkml:trace contextRef="#ctx0" brushRef="#br0" timeOffset="66679.53">1760 2611 16575 0,'0'0'736'0,"-1"-7"160"0,-1 2-720 0,2 5-176 0,-4-5 0 0,1 1 0 16,3 4 5008-16,0 0 976 16,0 0 192-16,0 0 32 0,-7 5-3536 0,4 4-720 0,1 3-144 0,1 1-16 15,-3 1-896-15,2 4-192 16,2 3-16-16,0 5-16 0,0 0-368 0,0 3-80 16,3 1-16-16,-2 1 0 0,1-1-208 0,-1 2 0 15,0-1 0-15,2-1 0 0,-2 0 0 0,2-3 0 0,-2 1 0 0,2-2 0 31,-1-1-432-31,-1-3-128 0,-1-4-16 0,2-1-16 0,2-3-1584 16,-3-1-320-16,-1-1-64 0,0-3-9664 0,0-1-1920 0</inkml:trace>
  <inkml:trace contextRef="#ctx0" brushRef="#br0" timeOffset="67123.35">1306 2940 38015 0,'0'0'1680'0,"0"0"352"0,0 0-1632 0,0 0-400 0,0 0 0 0,0 0 0 0,9 3 192 0,3 1-64 16,1-3 0-16,4 1 0 0,3-1 288 0,2 2 48 15,3-2 16-15,1 1 0 0,-1-2-224 0,1 0-32 16,1-2-16-16,0-1 0 0,-1-1-208 0,0 0 144 16,1 0-144-16,0-1 128 0,-1-3-128 0,0 2 0 15,0-2 144-15,-1 2-144 0,-2 0 0 0,0 2 0 16,-4 1 0-16,-1 0 0 0,-2-1 0 0,-2 1 0 0,-2 3 0 15,-3 2 0-15,-9-2 128 0,0 0-128 16,7 5 160-16,-3 3-160 0,-3 2 576 0,-1 3 32 16,-1 2 0-16,-2 0 0 0,-1 3-32 0,-1-1-16 15,0 3 0-15,1-3 0 0,0 1-208 0,0 0-32 0,1 1-16 0,2-4 0 16,1-3-304-16,1-2 0 0,2 0 128 0,2 0-128 16,2-3 0-16,2-4 0 0,1 1-176 15,1 0 176-15,0-4-288 0,4-1 48 0,-2-2 16 0,1-1 0 16,2 1 16-16,-1-4 0 0,1-2 0 0,-2 0 0 15,2 0-128-15,-2 0-32 0,1-3 0 0,-2 1 0 16,-1 0 112-16,-2-1 0 0,-1-1 16 16,-2 0 0-16,-2 1 240 0,-1 0-176 0,-2 1 176 0,0 1-160 15,-5-1 160-15,0 3 0 0,1 1 160 0,-2 1-160 16,-3-2 128-16,0 2-128 0,-3 3 0 0,-1-4 0 16,-2 2-1152-16,-3 0-320 15,-2-2-64-15</inkml:trace>
  <inkml:trace contextRef="#ctx0" brushRef="#br0" timeOffset="68815.8">3135 2605 30111 0,'-7'-13'1344'0,"3"8"256"0,-4-3-1280 0,1-2-320 0,2-3 0 0,-1 1 0 0,-2 0 800 0,-1 2 96 15,-3-2 0-15,3 2 16 0,0-2 688 0,-2 2 128 16,1 2 16-16,-2 1 16 0,0 2-672 15,-1 4-144-15,0-2-32 0,0 6 0 0,-1 3-368 0,1 5-80 16,-1 3-16-16,-2 4 0 0,2 3-144 0,1 5-48 16,-1 2 0-16,1 2 0 0,0 1 64 0,2 2 0 15,2 0 0-15,2-1 0 0,2-1-320 0,2-2 160 16,1-3-160-16,4-1 128 0,3-3-128 0,3-4 0 16,0-2 0-16,1-3-176 0,0-2 0 0,0-2 0 15,2 1 0-15,2-4 0 0,1-3-96 0,-1-2-32 16,3-1 0-16,0-1 0 15,1-3-208-15,-1-1-64 0,1-2 0 0,0-1 0 16,-1 0-192-16,0-3-64 0,-1-1 0 0,1-1 0 16,0-1 80-16,-3-2 16 0,-3-2 0 0,0-1 0 15,0 2 352-15,-3-1 64 0,0-1 0 0,-2 0 16 0,0 0 304 0,-1 1 0 16,0 2 0-16,1 6 0 0,-2 0 0 0,0 4 0 16,-1-1 0-16,-2 7 0 0,0 0 336 0,0 0-16 15,-6-2-16-15,-1 4 0 0,2 2 96 0,1 4 32 16,0 4 0-16,0 2 0 0,2 2-288 0,0 3-144 15,1 0 160-15,2 0-160 0,2 1 128 0,0-1-128 0,0 0 0 0,3-2 144 16,2-1-144-16,1-4 0 0,0 0 0 16,1-3 0-16,2 0-240 0,0-1 80 0,-1-1 16 0,1-4 0 31,-1-1-224-31,0-4-32 0,1 0-16 0,-2-2 0 16,2-1-208-16,0-2-32 0,0 2-16 0,-1-2 0 0,1 1 176 15,-1-3 48-15,-2-2 0 0,0 1 0 0,-3 0 224 16,2-1 48-16,-1 2 16 0,-1-4 0 0,-1 0 160 0,-1 0 0 0,-2 0 0 0,0 2 0 0,0 2 240 0,-1 1 16 15,-1 2 16-15,0 1 0 0,0 5 368 0,0 0 80 16,0 0 16-16,0 0 0 0,0 0 224 0,0 0 64 16,0 0 0-16,-5 6 0 0,1 3-384 0,1 2-80 15,0 2-16-15,1 2 0 0,-1 2-160 0,2 3-16 16,0 0-16-16,1 3 0 0,0 2-96 0,0 3-32 16,0-1 0-16,1 2 0 0,0 4-32 0,-1 1-16 15,2-3 0-15,-1 2 0 0,0-2-176 16,0 0 0-16,2-1 0 0,0-1 128 0,-2-3-128 15,0-1 0-15,1-2 0 0,-1-3 0 16,0-4-960-16,2-3-288 0,-1-2-48 0,1-1-16 16,-2-3-1264-16,-1-7-256 0,0 0-48 0</inkml:trace>
  <inkml:trace contextRef="#ctx0" brushRef="#br0" timeOffset="69465.5">3653 2783 31391 0,'0'0'1392'0,"-7"-4"272"0,0 0-1328 0,-1-1-336 0,-1-1 0 0,1 4 0 16,-1 1 1360-16,1 2 208 0,-1 0 32 0,1 3 16 15,0 0-80-15,-1 3 0 0,-1 0-16 0,1 5 0 16,1 2-816-16,0 1-144 0,-1 2-48 0,2 1 0 16,1-1-320-16,0 2-64 0,0-2 0 0,3 3-128 15,2-3 144-15,1 0-144 0,0-2 0 0,3 0 144 16,1-2-144-16,1-3-176 0,1-1 48 0,2-1 0 15,1 0-64-15,0-3 0 0,2 0 0 0,1-5 0 16,2 0-128-16,0-3-48 0,2-3 0 0,0 0 0 16,-1-2-80-1,2-1 0-15,-1-4-16 0,-1-3 0 0,2-2-48 0,0-4-16 16,2-3 0-16,-4-1 0 0,-2-4 96 0,0-1 32 0,0-5 0 16,-1 1 0-16,-2 1 224 0,1-2 176 0,-1 2-208 0,-1 1 80 15,-1 2 128-15,-1 4 0 0,-3 3 0 0,-2 5 0 0,1 3 192 0,-2 4 0 16,-1 6 16-16,0 6 0 0,-2-7 688 0,2 7 144 15,0 0 32-15,-7 7 0 0,1 1-336 0,0 5-64 16,2 2-16-16,-1 5 0 0,0 3-464 0,1 1-192 16,1 2 128-16,1 1-128 0,2 3 0 0,0 0 0 15,1 2 0-15,2-4 0 0,-1-2 0 0,4-2 0 16,0-2 0-16,2-1 0 0,1-4 0 0,2 1-192 0,-1-5 64 16,2-1 128-16,-1-4-320 0,1-2 48 0,0-2 16 0,1-1 0 31,0-2-160-31,1-1-32 0,-1-3 0 0,2-2 0 15,-1-4-304-15,0-4-64 0,1-1-16 0,0-2 0 16,1-1-32-16,0-3-16 0,-1 0 0 0,1-5 0 16,1-3 176-16,-3 2 48 0,-1 0 0 0,-1 1 0 0,-3 1 528 0,-1 4 128 0,-2 2 0 15,-2 5 0-15,-4 0 0 0,-2 6 224 0,2 7-48 0,-9 0-16 16,-4 3 912-16,0 3 176 0,-2 5 32 0,2 1 16 16,0 6-208-16,1 1-32 0,2 5-16 0,1-2 0 15,1 2-448-15,3-2-80 0,1 1-32 0,4-1 0 16,1 0-480-16,4 2 0 0,5-5 0 0,1 1 0 0,5-2 128 15,2-1-128-15,3-1 0 0,3-2 0 0,2 1 0 0,2-1 0 16,1-4 0-16,0-1 0 0,-1-2 0 16,4 0-160-16,-2-5 0 0,0 2 0 15,3-1-2928-15,0-1-592 0</inkml:trace>
  <inkml:trace contextRef="#ctx0" brushRef="#br0" timeOffset="70049.33">1269 3555 33167 0,'-25'-3'1472'0,"8"3"304"0,0 0-1424 0,-3 0-352 0,-1-4 0 0,3 3 0 16,0-1 2928-16,-2 2 512 0,2 0 96 0,2 0 32 0,2 0-1680 0,4 0-336 15,1 0-64-15,9 0-16 16,0 0-640-16,0 0-144 0,0 0-32 0,0 0 0 0,0 0-304 16,14 2-64-16,4-2-16 0,4 0 0 0,3 0-144 0,6 0-128 15,7 2 144-15,9 1-144 0,8-2 128 0,7 3-128 16,8-1 0-16,3 1 0 0,1-3 128 16,7 0-128-16,5-1 0 0,8 2 0 0,3 0 0 0,4-4 128 15,-2-2-128-15,-27 1 0 0,12 0 0 0,8 2 128 16,5-4-128-16,4 1 0 0,2-3 0 0,2 4 0 15,5-1 0-15,-2-3 0 0,-2 1 0 0,-1-2-160 16,2 3 160-16,-3 1-192 0,-4 0 48 0,-7 1 0 16,-5-2 0-16,-5 4 0 0,-1-2-16 15,-6 3 0-15,-6 0 0 0,-6-1 0 0,-8-1 16 0,-4 2 0 0,-6 2 0 16,-7-1 0-16,-8-2-96 0,-3 1-16 16,-6 0 0-16,-4 1 0 0,-2 2 16 0,-4-3 0 0,-5 0 0 15,-7 0 0-15,0 0 48 0,0 0 0 16,7 1 0-16,-7-1 0 15,0 0-512-15,0 0-112 0,8 5-16 0,-8-5 0 16,0 0-1984-16,5 1-384 0,-5-1-96 0</inkml:trace>
  <inkml:trace contextRef="#ctx0" brushRef="#br0" timeOffset="80524.17">2253 4300 21183 0,'0'0'1888'0,"0"0"-1504"15,0 0-384-15,0 0 0 0,0 0 2016 0,0 0 336 0,-4 7 64 0,1 2 16 16,1 1-1152-16,0 3-240 16,1 0-32-16,1 3-16 0,1 1-160 0,1 4-48 15,-1 1 0-15,2 1 0 0,-2 1-416 0,2 1-96 16,0-1-16-16,1 4 0 0,2 6-96 0,-4-3-32 16,3-2 0-16,-1-3 0 0,-2-1-128 0,-1-5 0 0,2-3 0 0,0-1 0 15,1-2-1936 1,0-1-320-16,-1-2-64 0</inkml:trace>
  <inkml:trace contextRef="#ctx0" brushRef="#br0" timeOffset="80720.47">2495 4538 36575 0,'-10'1'1616'0,"10"-1"336"0,0 0-1568 0,0 0-384 0,0 0 0 0,0 0 0 0,0 0 176 0,0 0-48 15,9 0-128-15,1 0 192 0,1 0 224 0,-2 0 32 16,3-1 16-16,1-1 0 0,1 2-464 0,2 0 0 16,1-1 0-16,0 1 0 0,0 0-192 0,2 0-48 15,-1-4 0-15,1 1 0 16,-1 1-2160-16,0-1-432 0,0-1-96 0</inkml:trace>
  <inkml:trace contextRef="#ctx0" brushRef="#br0" timeOffset="81187.91">2958 4342 12895 0,'0'0'1152'0,"0"0"-928"0,-6 1-224 0,-1 2 0 16,1-1 5328-16,2 0 1024 0,4-2 208 0,0 0 32 15,0 0-4656-15,0 0-928 0,0 0-192 0,0 0-48 16,0 0 128-16,0 0 32 0,9 0 0 0,0 0 0 0,0 2-416 0,3-2-96 15,1 0-16-15,1 0 0 0,2 0-160 0,-1 0-48 16,2 2 0-16,-1-1 0 16,1 0-192-16,0 2 144 0,-1-3-144 0,-3 0 128 0,-4 3-128 0,0-1 0 15,0 1 144-15,-1 1-144 0,-3 1 144 0,0 1-144 16,-1 1 192-16,-1 1-192 16,-2 2 192-16,-1 2-64 0,1-2 0 0,-2 2-128 0,-2 0 272 0,1 0-48 15,-2 1-16-15,-1 0 0 0,-2-2-16 0,-1 1 0 16,1-2 0-16,-4 4 0 0,1 0 112 0,-2-1 16 15,0 0 0-15,-1 0 0 0,0-3-64 0,1 1 0 16,1-2 0-16,-1 1 0 0,0 1 16 0,2-2 0 16,1-1 0-16,2-2 0 0,2 0 48 15,1-1 16-15,4-5 0 0,0 0 0 0,0 0-96 0,0 0-32 16,0 0 0-16,8 4 0 0,1-2-208 0,4-2 128 16,1-1-128-16,3 0 0 0,2-2 128 0,0-1-128 15,2 2 0-15,2-4 144 0,0 1-144 0,-1 2 0 16,-1-3 0-16,-1 2 128 0,1 1-128 0,-1 1 0 15,-2-1 0-15,-1 1 0 0,3-1 0 0,-2 0-144 16,-1 2 144-16,0 0-208 16,-2-1-2800-16,2 2-576 0</inkml:trace>
  <inkml:trace contextRef="#ctx0" brushRef="#br0" timeOffset="82753.5">5538 2441 17503 0,'0'0'768'0,"0"0"176"0,0 0-752 15,0 0-192-15,-6-5 0 0,6 5 0 0,-6-8 2944 0,6 8 544 16,-5-6 112-16,5 6 32 0,-8-6-1520 0,2 1-320 16,-2 0-48-16,2 1-16 0,-1 3-416 0,-1 2-96 15,2 0 0-15,-1 2-16 0,-1-2-304 0,2 3-48 16,-1 3-16-16,1-1 0 0,-5 3-192 0,-2 0-32 16,2 6-16-16,-4 2 0 0,0 6-64 0,-2 5-16 15,-2 3 0-15,0 5 0 0,-2 5 64 0,-1 3 16 16,2 0 0-16,1 2 0 0,0-2 16 0,3-1 0 15,2-2 0-15,4-1 0 0,1 2-288 0,5-2-64 16,1-1-16-16,6-5 0 0,2-1-240 0,3-3 128 16,1-1-128-16,3-2 0 0,2-1 0 0,2-2 0 15,1-5 0-15,0-1-160 0,0-2-112 0,0 0-32 0,0-3 0 16,-2-3 0 0,1-3-1216-16,-2-2-240 0,1 0-48 0,-1-1-16 15,0 0-1584-15,1-3-320 0</inkml:trace>
  <inkml:trace contextRef="#ctx0" brushRef="#br0" timeOffset="86497.23">5953 2798 13823 0,'0'0'1216'0,"0"0"-960"16,0 0-256-16,0 0 0 0,0 0 3120 0,0 0 576 16,0 0 112-16,0 0 32 0,-9-6-1712 0,1 2-336 0,1-3-64 0,-2 7 0 15,-4 2-32-15,0 0 0 0,-1 2 0 0,1 0 0 16,-2-1-720-16,2 1-144 0,2 0-16 0,1-1-16 16,1 1-464-16,-2 3-80 0,0-3-32 0,2 2 0 15,-1 0-48-15,2 0-16 0,0-1 0 0,0 1 0 0,2-3-160 16,0 0 0-16,1 1 144 0,5-4-144 0,-4 6 0 0,0 0 0 15,4-6 0-15,0 0-128 0,0 0 128 0,4 9-160 16,-4-9 160-16,7 9-160 0,2-3 160 0,0-4 0 16,3 3 0-16,1-2 0 0,-1 0 0 0,1 1 0 15,1 0 0-15,0 0 0 0,1 1 0 0,-1-2 0 16,0 1 0-16,1-1 0 16,-1 0 0-16,-1 1 0 0,-1 0 0 0,3 0 0 15,-3-1 0-15,-1 2 0 0,-11-5 0 0,0 0 0 0,6 7 0 16,-6-7 0-16,0 0 0 0,0 0 0 0,3 10 160 0,-6 0 16 15,-2 0 0-15,-3-3 0 0,-1 0 16 0,-3 2 0 16,-3-1 0-16,-2 0 0 0,-3-3-192 0,-1 0 0 16,-1-1 0-16,6 0 128 0,1 1-288 0,-2 2-64 15,-1-2-16-15,-1-1 0 16,2-2-1264-16,2 1-256 0,0 0-48 0,5 0-16 16,1-3 352-16,2 0 64 0,7 0 0 0,0 0-14048 0</inkml:trace>
  <inkml:trace contextRef="#ctx0" brushRef="#br0" timeOffset="86719.2">6151 2844 36511 0,'0'0'1616'0,"0"0"336"0,0 0-1568 0,0 8-384 16,0 1 0-16,0 0 0 0,1 3 1312 0,1 1 176 0,-1 1 48 16,-1 2 0-16,1 1-16 0,0 1 0 0,1 3 0 0,0 5 0 15,2 0-800-15,0 4-144 0,-1-3-48 0,-1 1 0 16,1-3-320-16,1-2-64 0,0-1-16 0,0 0 0 15,-2 1-128-15,1-3 0 0,0-1 0 0,-1-2 0 16,-1-6-416-16,1 1-112 0,-2 1-32 0,1-6 0 16,-1-7-1296-16,0 0-256 0,0 0-48 0,0 0-16 15,0 0-960-15,0 0-208 0,0 0-48 0</inkml:trace>
  <inkml:trace contextRef="#ctx0" brushRef="#br0" timeOffset="86997.91">6070 2970 13823 0,'-8'-15'1216'0,"4"7"-960"0,0-2-256 0,1 2 0 0,-1 0 4912 0,1 0 928 16,-1 2 192-16,3 0 48 0,1 6-3728 0,4-6-752 16,-4 6-128-16,6-8-48 0,-6 8-240 0,11-7-48 15,2 1-16-15,-5 3 0 0,2-1-592 0,2 4-112 16,3-3-32-16,2 0 0 0,0 0-240 0,1 1-144 16,-1 0 160-16,2 2-160 0,-1 2 128 0,0 0-128 15,2 2 0-15,-2-1 0 0,-5 1 128 0,1 1-128 16,-1 1 0-16,-1 5 0 0,-1-2 0 0,-2 3 128 15,0 0-128-15,-3-1 0 0,-2-2 0 0,-2 2 0 16,-5-2 0-16,0 1 0 0,-1 2 0 0,-1 0 144 0,-3-2-144 16,-1 2 128-16,-1-5-128 0,-2 2 128 0,0 0-128 0,1-1 128 15,-2-1-288-15,0 0-64 0,-2-2-16 0,2 0 0 16,0-1-1248 0,1-1-256-16,1-1-48 0,2-2-16 0,1 0-1888 15,8 0-368-15,-3-6-80 0</inkml:trace>
  <inkml:trace contextRef="#ctx0" brushRef="#br0" timeOffset="87597.3">6609 2775 32943 0,'0'0'1456'0,"0"0"304"0,0 0-1408 0,-4 4-352 0,0 2 0 0,-1 1 0 16,-3-1 1968-16,1 3 320 0,-1 2 64 0,-1-1 16 0,-1 5-688 0,-2 0-128 16,2 2-16-16,-2 0-16 0,0-2-592 0,0-1-112 15,2-1-32-15,1 0 0 0,1-4-464 0,3 3-80 16,2-2-32-16,3-1 0 0,0-9-208 0,0 0-192 15,3 8 48-15,-3-8 0 16,6 7-240-16,2-2-64 0,-8-5 0 0,9 0 0 16,-1 0-192-16,1-3-32 0,-1 1-16 0,0-2 0 15,1-1-64-15,0-1-16 0,0 0 0 0,0-2 0 0,1-1 336 0,-1-1 64 16,-2-1 16-16,1 2 0 0,0-4 352 0,-1 2 0 16,0 1-144-16,0 1 144 0,-2 1 0 0,0 3 0 15,-5 5 0-15,0 0 0 0,0 0 176 0,0 0-16 16,0 0 0-16,0 0 0 0,0 0 400 0,0 0 80 15,0 0 0-15,8 8 16 0,-3 0-272 0,1-1-64 0,-2 1-16 16,-1 3 0-16,1 0-176 0,0 1-128 0,2-1 192 16,-1-1-192-16,-1 0 128 0,1-1-128 0,0-1 0 15,0 0 0-15,0 0 0 0,-5-8 0 16,7 6 0-16,-7-6 0 0,0 0 0 0,0 0 0 0,9 2 0 0,-9-2 0 16,9 0 0-16,0 0 0 15,-9 0-160-15,7-4 160 0,-1-3 0 0,0 1-176 16,-2-3 176-16,1 1-128 0,0-1 128 0,0-2-160 0,0 0 160 15,1-2-160-15,-1-4 160 0,1-2-160 0,1 1 160 0,1-3-160 16,0 0 160-16,2-2-208 0,0-2 80 0,1 2 128 16,-2 1-208-16,0 1 80 0,0 2 128 0,0 6-208 15,2 2 208-15,-3 3-144 0,-2 4 144 0,1-3-128 16,-2 2 128-16,-5 5 0 0,0 0 0 0,0 0 128 0,6 5 240 0,1 2 48 16,-1-1 16-16,1 5 0 0,-2 2-128 0,0 4-32 15,1 2 0-15,-1 1 0 0,0 1-128 0,0 0-16 16,0 1-128-16,3 0 192 0,0 1-192 0,0-2 0 15,-2 3 0-15,1-5 0 0,-1-2 0 0,0-1 0 16,0-2 0-16,-1 1 0 16,1-1-256-16,-2-1-160 15,-1-1-32-15,1-3 0 0,2 0-1984 0,0-3-384 16,-2-3-96-16,0 1-14496 0</inkml:trace>
  <inkml:trace contextRef="#ctx0" brushRef="#br0" timeOffset="88020.45">7271 2733 30575 0,'0'0'1344'0,"0"0"304"0,0 0-1328 0,-4 1-320 0,-1-1 0 0,-2 2 0 0,2-2 1760 0,-3 4 288 16,0 1 48-16,-1 1 16 16,-3 2-128-16,2 5 0 0,0 3-16 0,-2 0 0 0,-2-1-944 0,-1 2-192 15,3 1-48-15,1-2 0 0,-2 1-256 0,1 0-48 16,2-1-16-16,0-2 0 0,3-1-192 0,1-3-32 15,2 0-16-15,2 0 0 0,-1-4-224 0,2 2 0 16,1-1 0-16,0-7 0 0,5 5 0 0,2-1-160 16,0 0 160-16,3-2-192 0,1 1 192 0,2-2-160 15,0 2 160-15,0-3-160 0,2-3 160 0,0 1-208 16,1-2 80-16,0 0 128 16,1 0-1024-16,0 0-64 0,-2-2-32 0,5 0 0 15,1 2-1840-15,1-2-368 0,0-3-80 0</inkml:trace>
  <inkml:trace contextRef="#ctx0" brushRef="#br0" timeOffset="88449.3">7383 2835 40607 0,'-17'1'1792'0,"10"0"384"0,2 1-1744 0,5-2-432 0,-4 1 0 0,4-1 0 0,0 0 1136 15,0 0 144-15,-4 5 16 0,4-5 16 16,0 0-112-16,3 9-32 0,-3-9 0 0,4 8 0 0,0 0-656 0,1 1-128 16,0 3-16-16,1-3-16 0,-1-1-224 0,0 2-128 15,1 1 160-15,0 0-160 0,-1 3 128 0,-1 0-128 16,0 1 0-16,0 1 144 0,0-2-144 0,-1 1 128 15,0-2-128-15,0 0 128 0,-1 0-128 0,0 0 0 16,-1-3 0-16,1 1 0 0,1-3 0 0,0-2 0 16,-3-6 128-16,0 0-128 0,0 0 0 0,0 0 0 15,0 0 0-15,0 0 0 0,0 0 0 0,0 0 0 16,0 0 0-16,0 0 0 0,0 0 0 0,0 0 0 16,0 0-144-16,0 0 144 0,0 0-160 0,0 0 160 15,5-5-128-15,-5 5 128 0,0 0 0 0,0 0 0 16,0 0 0-16,0 0 0 0,0 0 0 0,0 0 0 15,5-5 0-15,-5 5 0 0,0 0 0 0,0 0-192 16,0 0 64-16,0 0 0 16,0 0-2256-16,0 0-448 0,0 0-96 0</inkml:trace>
  <inkml:trace contextRef="#ctx0" brushRef="#br0" timeOffset="90385.57">7650 2849 12895 0,'0'0'1152'0,"0"0"-928"0,0 0-224 0,0 0 0 0,0 0 4992 0,-2-5 960 16,-2-3 192-16,-2 3 48 0,0-2-4352 0,-1 2-880 16,2 1-160-16,0 0-32 0,1 0 448 0,-1 2 80 15,-2 1 32-15,1 2 0 0,-2 1-560 0,-2 4-96 16,-3 2-32-16,1-1 0 0,0 2-224 0,2 1-48 15,-1-1-16-15,1 2 0 0,-2-1-128 0,4 1-32 16,2 1 0-16,3-2 0 0,3 0-192 0,3-3 0 16,-3-7 0-16,5 8 0 0,3 0-192 0,2-1-48 15,1-2 0-15,0-1 0 16,2-3-336-16,2-1-80 0,-1-1-16 0,0-1 0 16,1 0-224-16,-1-1-32 0,0 1-16 0,2-1 0 15,0-4 80-15,-3 1 16 0,1-3 0 0,-2 2 0 0,0 1 384 0,-1-1 80 16,-2 1 0-16,1-1 16 0,-3-1 368 0,-1 2-144 15,-1-1 144-15,-5 7 0 0,0 0 0 0,0 0 176 16,0 0 0-16,0 0 0 0,0 0 720 0,0 0 128 0,0 0 48 0,0 0 0 16,-4 6-160-16,0 1-16 0,1 3-16 0,-1 0 0 15,3 2-544-15,1 1-96 0,0 1-32 0,3 2 0 16,1 2-80-16,1 3-128 0,0 2 176 0,2 2-176 16,-2 0 0-16,1 1 0 0,2 1 0 0,-1 2 0 15,-1 0 0-15,1-1 0 0,-2 1 0 0,-1-2 0 16,-2 2 0-16,0-4 0 0,-4-2 0 0,0-1-192 15,-2-3-80-15,0-4-16 0,-1-3 0 0,-2 0 0 16,-2 0 144-16,-1-2 144 0,-2-1-208 0,0-5 80 0,1-3 128 0,-1-1 192 16,3-1-32-16,-3-2-16 0,0 2-144 15,2-5 0-15,1-1 0 0,0-3 0 0,-1-1 0 16,1-3 0-16,3-4 0 0,-1-2 0 0,2-1 0 16,2-1-224-16,3-5 48 0,0-1 16 0,2 0 16 0,2-2 0 15,2-3 0-15,3-1 0 0,2 2 0 0,2-1 0 16,1 3 0-16,-1-3 0 0,3 3 144 0,-2 2 0 15,2 0-144-15,-1 4 144 0,0 1 0 0,-1 6 0 16,-1 1 0-16,0 4 0 0,0 4 0 0,-2-1 0 16,0 5 160-16,0 0-160 0,-2 4 560 0,-1 4 0 15,0-1 0-15,-1 3 0 0,1 2 80 0,0 1 32 16,0 1 0-16,0 3 0 0,-2 2-272 0,1 0-48 16,-2 0-16-16,1 0 0 0,0-4-144 0,0-1-48 15,1-1 0-15,-2 1 0 0,-2 0-144 0,-2-4 192 16,-1-6-192-16,0 0 192 0,0 0-192 0,0 0 128 15,0 0-128-15,0 0 128 0,0 0-128 0,0 0 0 0,0 0 0 0,0 0 0 16,8-3 0-16,-3-3 0 0,0-1 0 0,0-1 0 16,1-1-128-16,-1-1 128 0,-1-3 0 0,2 0 0 15,2-1 0-15,0 0-176 0,0-1 176 0,2 1-128 16,-2 1 128-16,0 0 0 0,0 0 0 0,-1 2-128 16,1 1 128-16,-1 2 0 0,-2 2 0 0,-5 6-128 15,5-2 128-15,-5 2 0 0,0 0 0 0,7 3 128 16,-7-3 144-16,6 8 48 0,1 0 0 0,-1 3 0 0,-1 0-112 0,-1 1-16 15,0 1 0-15,1-2 0 0,1 0-192 16,-1-1 0-16,0-1 128 0,0 0-128 0,1 1 0 0,0-3 0 16,1 1 0-16,-1-1 0 0,-6-7-224 0,8 5 16 15,-8-5 0-15,8 0 0 16,-8 0-240-16,0 0-64 0,0 0 0 0,0 0 0 16,8-5 80-16,-2 0 16 0,-1-3 0 0,0 1 0 0,-1 2 256 15,-1-4 160-15,1 1-192 0,0-1 192 0,0-2-176 16,1-2 176-16,-2 0-160 0,2 0 160 0,0 3-128 0,2-2 128 15,-1 3 0-15,1 1-144 0,-2 2 144 16,-5 6 0-16,0 0 0 0,0 0-128 0,0 0 272 0,8 2 64 16,-8-2 16-16,5 7 0 0,0 1 368 0,0 1 80 15,-1 1 16-15,1 2 0 0,1 1-480 0,-3 1-80 16,5 1-128-16,-1-2 176 0,-3-2-176 0,2 0 0 16,1-2 0-16,1 1-176 15,3-2-1760-15,1 0-368 0,0-1-64 0,0-3-16640 16</inkml:trace>
  <inkml:trace contextRef="#ctx0" brushRef="#br0" timeOffset="90562.06">8435 2609 28559 0,'0'0'2544'0,"0"0"-2032"0,0 0-512 0,0 0 0 15,0 0 2368-15,0 0 368 0,-5-1 80 0,5 1 0 0,0 0-2320 16,0 0-496-16,0 0 0 0,9-4-128 15,1-1-1856-15,3 0-384 0,2-1-64 0,3 1-12192 16</inkml:trace>
  <inkml:trace contextRef="#ctx0" brushRef="#br0" timeOffset="90735.55">8638 2513 30287 0,'0'0'1344'0,"0"0"272"0,0 0-1296 0,0 0-320 0,0 0 0 0,0 0 0 16,0 0 2848-16,0 0 496 0,0 0 112 0,0 0 0 0,2 8-1504 0,-2-1-304 15,0 3-64-15,1 1-16 0,0 4-608 0,1 2-128 16,0 1-32-16,2 1 0 0,-1 1-432 0,-1 1-96 15,1 1-16-15,1 1 0 0,1 1-256 0,-1 1 0 16,-1-2 0-16,-1 1 0 0,1-3 0 0,-2-2-224 16,0-1 16-16,1-1 0 15,-2-1-1152-15,0 0-240 0,0-2-32 0,-2-1-16 16,0-3-736-16,1 0-160 0,-2-3-16 0,3-7-9408 16,0 0-1888-16</inkml:trace>
  <inkml:trace contextRef="#ctx0" brushRef="#br0" timeOffset="90960.34">8571 2798 7359 0,'0'0'320'0,"0"0"80"0,-4-5-400 0,1 1 0 16,3 4 0-16,0 0 0 0,0 0 7312 0,0 0 1392 15,5-6 256-15,3 2 64 0,0 0-6144 0,4 0-1216 16,1 0-256-16,0 0-64 0,1 2-784 0,0-1-176 0,2-1-16 0,-2 1-16 16,1 3-352-16,2 0 144 0,0 2-144 0,-2 2 0 15,-2 1 384-15,-1 1-48 0,0 1 0 0,0 2 0 16,-2 3 224-16,-1 1 32 0,0 0 16 0,-2 0 0 15,1 0-352-15,-2 0-64 0,-2-1 0 0,1-1-16 16,0 2-176-16,1-2-176 0,-2-2 48 0,-1-1 0 16,4-2-2176-16,-7-6-448 0,5 6-64 15,2-3-16448-15</inkml:trace>
  <inkml:trace contextRef="#ctx0" brushRef="#br0" timeOffset="91113.49">8867 2605 5519 0,'0'0'496'0,"0"0"-496"16,0 0 0-16,0 0 0 0,0 0 5952 0,0 0 1088 16,0 0 208-16,0 0 48 0,0 0-5376 0,0 0-1088 15,6 8-224-15,5 1-32 0,2-2-576 0,1-1-320 16,0 0 32-16,5-1-14496 0</inkml:trace>
  <inkml:trace contextRef="#ctx0" brushRef="#br0" timeOffset="91610.16">9322 2732 32543 0,'0'0'1440'0,"0"0"288"0,0 0-1376 0,0 0-352 0,0 0 0 0,-6 6 0 16,-3-3 1520-16,0 1 224 0,0 0 48 0,-1 2 16 15,-3 2-64-15,1 4-16 0,-1-2 0 0,1 2 0 16,0-4-496-16,1 2-96 0,-2 1-32 0,1 0 0 16,1 1-480-16,1 0-112 0,2-6 0 0,2 2-16 15,0 1-336-15,4-1-160 0,4 0 160 0,-2-8-160 16,0 0 0-16,6 7 0 0,0-4 0 0,2 1-160 15,-8-4-208-15,9 3-32 0,0 1-16 0,-1-4 0 16,-8 0-80-16,8-4-16 0,1-1 0 0,1 0 0 16,1-3 192-16,1 0 16 0,1-1 16 0,0-2 0 15,0 1-32-15,0-4-16 0,0-1 0 0,0 2 0 0,-2 0 144 16,0 3 16-16,-3-1 16 0,1 5 0 0,-1 2 160 16,-8 4 0-16,0 0 0 0,0 0 128 0,0 0 432 0,6 8 80 15,-1 1 32-15,1 3 0 0,-2 2 80 16,-2-1 16-16,1-1 0 0,1 1 0 0,0-2-432 0,-1 0-80 15,1-2 0-15,0-1-16 0,0 1-112 0,1-4 0 16,1 2-128-16,-6-7 192 0,0 0-192 0,7 4 0 16,3-3 0-16,-1 0 0 0,-1-1 0 0,-2 0 0 15,-6 0 0-15,11-4 0 0,0-4-176 0,0-1 176 16,-2-1-160-16,1-2 160 0,2 0-304 0,1-1 48 16,0-4 0-16,4-1 0 0,3-3-112 0,-1 2-16 15,-1-3 0-15,1-1 0 0,-1 3 144 0,0 3 32 0,0 2 0 16,-2 5 0-16,-2 3 208 0,-3 3-144 15,-2 3 144-15,-1 1-128 0,-8 0 544 0,5 8 112 16,-1 2 32-16,-2 5 0 0,0 2 448 0,-1 2 80 16,2 3 32-16,-1-1 0 0,1 1-528 0,-1 2-96 15,2-5-32-15,2 2 0 0,-1-1-336 0,1-1-128 16,1-4 0-16,2 0 144 16,3 0-1488-16,-1-1-288 0,2 0-64 0</inkml:trace>
  <inkml:trace contextRef="#ctx0" brushRef="#br0" timeOffset="94306.06">10355 2925 38991 0,'0'0'1728'0,"0"0"352"0,0 0-1664 0,0 0-416 0,0 0 0 0,0 0 0 0,0 0-160 0,0 0-112 16,0 0-32-16,0 0 0 0,4-5 1104 0,2-1 224 15,0 1 32-15,3 0 16 0,-1-2-624 0,2 1-112 16,1-3-16-16,-1 1-16 0,2-2-112 0,0-2-32 16,0 0 0-16,1-1 0 0,0 1-160 0,-2 1 0 15,2-2 0-15,0-2 0 0,-1 1-432 0,-3 0 48 16,2-1 0-16,-2 2 0 0,-3 1 48 0,-2 2 16 16,0 1 0-16,-3 2 0 0,-1 2 320 0,0 5 0 15,-5-2 0-15,-1 3 0 0,-2 3 272 0,-3 2 128 16,0 3 32-16,-1 4 0 0,0 2 176 0,1 2 32 15,-1 2 16-15,1 1 0 0,2-2-176 0,3-1-32 16,1 0-16-16,2-3 0 0,2 2-240 0,1-6-32 16,0-1-16-16,4-1 0 0,2 1-144 0,3-2-176 0,2-2 48 15,-1-2 0 1,3-2-240-16,1 0-32 0,2-1-16 16,1-1 0-16,-3-4-224 0,3 1-32 0,0-3-16 0,-1 1 0 15,0-2 96-15,-1-1 16 0,1 0 0 0,-2 0 0 0,-2-2 160 0,0 1 32 0,-1-1 16 16,1-2 0-16,0 2 192 0,-3-1 48 15,0 3 0-15,-1 0 0 0,-2 0 256 0,1 1 64 0,-2 1 16 16,-5 7 0-16,0 0 416 0,0 0 80 0,0 0 0 16,7 5 16-16,-5 3 240 0,0 1 64 0,0 2 0 15,1 1 0-15,-2 2-192 0,2 2-16 0,-1-3-16 16,1 0 0-16,0 1-416 0,0-4-96 0,1 1-16 0,0-2 0 16,0 0-272-16,-4-9 128 0,7 5-128 0,-1-1 0 15,-6-4 0-15,8 4 0 0,0-1 0 0,0-3 0 16,-1-3-240-16,1 0 48 0,-1 0 16 0,-1-3 0 0,2-1-32 0,-1-3-16 15,1 0 0-15,-1 0 0 0,1 0-16 16,0-3 0-16,0-1 0 0,0 0 0 0,-2-2-32 0,1 0-16 16,-2 2 0-16,0 1 0 0,-1 0 48 15,1 1 16-15,-1 4 0 0,-1 2 0 0,-3 6 32 0,0 0 16 16,0 0 0-16,0 0 0 0,0 0 400 0,0 0 80 16,-2 10 16-16,1 3 0 0,0 0 32 0,1 2 16 15,-1 0 0-15,1-2 0 0,0 4-208 0,2-4-32 16,1 2-128-16,2-2 192 0,0-1-192 0,3-2 0 15,1-2 0-15,2 1 0 0,-1-3 0 0,3 1-256 16,1-3 48-16,1 0 16 0,0-2-128 0,2 1 0 16,2 0-16-16,0-3 0 15,1-3-80-15,-1 0-16 0,-1 1 0 0,2-3 0 16,1-2-256-16,0-2-48 0,-3-2-16 0,0 1 0 16,0 1 0-16,1-3 0 0,-2-1 0 0,-2 1 0 15,0-5 240-15,-1 2 32 0,-2-2 16 0,-1-1 0 0,0 1 224 0,-1 1 48 16,-1 3 16-16,-1 1 0 0,-3 4 304 0,-1 1 64 15,-4 7 16-15,0 0 0 0,0 0 832 0,0 0 176 0,0 0 16 0,0 0 16 16,0 0-160-16,-2 7-16 0,2 4-16 0,0-1 0 0,2 5-608 16,2 0-112-16,-1 4-16 0,1 1-16 15,0 0-48-15,2 3-16 0,2 1 0 0,1 1 0 0,0 1-240 16,0 0 144-16,3 0-144 0,-1 4 128 16,-1 4-128-16,-1 1 0 0,0 1 0 0,-1-2 0 0,0 2 0 0,-2-3 0 15,-2 0 0-15,-1-2 0 0,-3-1-336 16,0-2 48-16,-3-4 16 0,1-3 0 0,-2-2 16 15,-1-4 16-15,-3 0 0 0,-1-2 0 0,-2-7-80 16,1 1-32-16,-3-3 0 0,0-2 0 0,0 2 352 0,1-4-144 16,-4-3 144-16,2 0 0 0,0-1 0 0,-1-3 176 15,1 1 0-15,0-5 0 0,1-2 48 0,2-2 16 16,-1-2 0-16,3-2 0 0,3-2-240 0,2-2-128 16,1-3 128-16,3-1-208 0,4-3 80 0,3-2 128 15,2-2-208-15,1 0 80 0,3 1-16 0,2 0 0 16,-1-4 0-16,2 7 0 0,-1 1 144 0,1 2 0 15,2 0 0-15,0 4 0 0,2 0 0 0,-2 3 0 16,2 4 192-16,-2-1-64 0,0 1-128 0,-1 3 144 16,3 2-144-16,-1 1 160 0,0 4 96 0,-1 1 0 0,-2 1 16 15,-1 2 0-15,1 2 16 0,-2 2 0 16,0 0 0-16,0 5 0 0,-3-1-96 0,1 5 0 0,-2 2-16 0,0 0 0 16,-3 1-176-16,0 2 128 0,-2 0-128 0,-1-2 128 15,0-1-128-15,-1-3 0 0,-2-1 0 16,-1 2 0-1,0-1-416-15,1 1-64 0,2-1-16 0,-3-3 0 16,0-7-1168-16,0 0-256 0,0 0-32 0,0 0-10432 0,0 0-2080 16</inkml:trace>
  <inkml:trace contextRef="#ctx0" brushRef="#br0" timeOffset="94899.61">11773 2616 23951 0,'0'0'2128'0,"0"0"-1696"0,0 0-432 0,0 0 0 0,0 0 3584 0,0 0 640 16,0 0 128-16,0 0 32 0,10 0-3296 0,0 1-640 15,0 0-144-15,-1 3-32 0,0-1 304 0,-1 2 64 16,1 0 16-16,0 2 0 0,0-1 112 0,-1 5 32 16,0-2 0-16,-1 4 0 0,0 1-16 0,0 2 0 15,-2 0 0-15,0 2 0 0,-1-2-80 0,0-1 0 16,0 1-16-16,0-3 0 0,-2-3-288 0,1 1-48 16,-1-2-16-16,2-1 0 0,-4-8-192 0,6 6-144 15,-6-6 192-15,0 0-192 0,0 0 144 0,7 5-144 16,1-5 0-16,0 0 144 0,-8 0-144 0,8-2 0 15,0-1 0-15,-1-2 0 0,1-3 0 0,-2-1 0 16,0 0-144-16,1-2 144 0,0 0 0 0,0-2-128 16,-2-2 128-16,2 1 0 0,-1-2-224 0,3 1 64 15,0-2 16-15,2 2 0 0,-1 2 0 0,1 2 0 16,-4 3 0-16,3 1 0 0,-3 1 144 0,0 2-128 16,-7 4 128-16,8 1-128 0,-8-1 128 0,8 7 0 0,-2 2 0 15,1 0 128-15,-1 3 0 0,-1 3 0 0,2-2 0 16,1 4 0-16,0 0-128 0,1 0 128 0,2 0-128 15,2-1 128-15,2-3-128 0,0 0 0 0,1-4 0 0,1 0 0 16,1-1-144-16,1-1 144 0,-1-2-160 0,-1 0 160 16,0-5-320-16,1 0 48 0,-2-4 0 0,1 1 0 15,-3-2-128 1,-1 1-32-16,0-4 0 0,-1-1 0 0,-1-1 48 0,-1-2 16 0,-1-1 0 0,-3-1 0 16,2-1 160-16,-3 2 16 0,0-4 16 0,-1 4 0 15,2 0 176-15,-4 2 0 0,1 2 0 16,-5 1-128-16,2 8 128 0,-3-5 0 0,-3 2 160 0,6 3-160 0,0 0 416 0,-9 0-16 15,-1 4 0-15,1 2 0 0,0 3-16 16,2 2 0-16,2 1 0 0,1 1 0 0,1 1-256 16,2 0-128-16,1 2 128 0,3-2-128 0,2-1 0 15,1 0 0-15,3 0 0 0,3-3 0 0,3 0 0 16,-1 0-192-16,0-3 64 0,2-1 128 0,-1-3-432 0,2 0 48 16,0-3 0-16,0 0 0 15,2-2-960-15,-2 0-192 0,-1 0-48 0,3-4 0 16,-2-1-1232-16,-2-4-256 0,0-1-64 0</inkml:trace>
  <inkml:trace contextRef="#ctx0" brushRef="#br0" timeOffset="95214.03">12576 2106 23951 0,'0'0'1056'0,"-7"-4"224"0,-1 0-1024 0,8 4-256 15,-2-4 0-15,2 4 0 0,0 0 3712 0,0 0 704 16,0 0 128-16,0 0 16 0,5 8-2336 0,3 0-480 15,2 4-80-15,5-3-32 0,1 5-720 0,5 3-144 0,3 1-16 0,4 3-16 16,5 3-208-16,2-1-32 0,0 3-16 0,2 2 0 16,1-2-96-16,-2 2-32 15,-1 4 0-15,1 0 0 0,-8-7-160 0,0 2-16 0,-3 3-16 0,-1-1 0 0,0 2-160 16,-3 1 0-16,-3 0 144 0,-1 2-144 0,0 9 0 16,-6-10 144-16,-1-2-144 0,-4-1 0 0,-3-1 160 0,-2-1-160 15,-4-4 128-15,-2 2-128 0,-1-3 128 0,-2 1-128 16,-1-2 128-16,0-1-128 0,0-2 144 15,-2-2-144-15,2-1 160 0,-1-2-160 0,-1-1 0 16,-2 2 0-16,3-3-128 0,2-5 128 16,0-1-1136-16,1-3-112 0,2 0-32 0,5-3 0 15,-5 4-2144-15,5-4-432 0</inkml:trace>
  <inkml:trace contextRef="#ctx0" brushRef="#br0" timeOffset="120101.68">7373 2647 23039 0,'-14'3'2048'0,"9"-1"-1648"0,-1-2-400 0,1 2 0 0,5-2 4480 0,0 0 800 16,0 0 160-16,0 0 48 15,0 0-5728-15,0 0-1136 0,0 0-224 0,0 0-15744 16</inkml:trace>
  <inkml:trace contextRef="#ctx0" brushRef="#br0" timeOffset="131191.54">3761 4468 26719 0,'0'0'2368'0,"-5"-2"-1888"16,1-2-480-16,-1-1 0 0,0 5 3888 0,5 0 672 0,0 0 144 0,0 0 32 15,-6 2-3456-15,6-2-672 0,0 0-144 0,0 0-16 16,0 0-160-16,-3 4-32 15,3-4 0-15,0 0 0 0,0 0-512 0,0 0-96 0,0 0-32 0,1 9 0 16,4 2-2512 0,-1-3-512-16,-4-8-112 0</inkml:trace>
  <inkml:trace contextRef="#ctx0" brushRef="#br0" timeOffset="131338.19">3791 4648 26719 0,'0'0'2368'0,"0"0"-1888"16,-2 6-480-16,0-1 0 0,2-5 3520 0,-1 5 624 15,1-5 112-15,-1 7 32 0,-2-4-2768 0,3-3-560 16,0 0-96-16,-1 7-32 0,1-7-448 0,0 0-112 16,0 0-16-16,2 8 0 15,5-2-2304-15,-1-1-480 0,-6-5-96 0</inkml:trace>
  <inkml:trace contextRef="#ctx0" brushRef="#br0" timeOffset="133777.47">4691 4513 25791 0,'0'0'2304'0,"0"0"-1856"0,-3-11-448 0,1 2 0 0,-1 0 1792 0,2 0 256 16,1 0 48-16,-2 0 16 0,-2 1-1280 0,1 0-256 16,-4 2-64-16,3-2 0 0,1 0 192 0,3 8 48 15,-6-5 0-15,1-1 0 0,0 1-128 0,-2 1-32 16,-3 2 0-16,-3 3 0 0,0 3 0 0,-1 2 0 15,-2 5 0-15,4-3 0 0,-3 5-144 0,0 0-48 16,-2 4 0-16,0 2 0 0,-1 3-192 0,1-2-32 16,0 3-16-16,2-3 0 0,2 1-160 0,3-2 160 15,2-3-160-15,2 0 160 0,2-3-160 0,2-1 0 0,2-3-192 0,0-9 192 32,0 0-512-32,7 5 0 0,-7-5 16 0,10 1 0 15,1-2 48-15,2-4 0 0,0-1 0 0,0 0 0 0,1-2 128 0,1-1 48 16,-1-3 0-16,-1 0 0 0,3-1-64 0,-2 0-16 15,0-1 0-15,-2 0 0 0,0-1-160 16,-1 1-48-16,0-2 0 0,-1 2 0 0,1 0 176 0,-2-1 48 0,-1 1 0 0,-2 2 0 16,-1 3 336-16,-1 1 0 0,-2 2 0 0,-2 6 0 0,0 0 0 15,0 0 128-15,0 0 32 0,0 0 0 16,-4-3 288-16,4 3 48 0,-4 3 16 0,1 2 0 0,1 2-96 16,0 0-16-16,1 4 0 0,1-1 0 0,0 2-400 15,3 0 0-15,1 1 0 0,2-2 0 16,2 4 0-16,1-2 0 0,1 0 0 0,5 1 0 0,-1 1-160 15,2-1 160-15,2-1 0 0,-1 0-144 0,1-4 144 16,3 0 0-16,-3-2 0 0,3-2 0 0,0-1 0 16,-3 0 0-16,1-4 0 0,0-1 0 0,1 1 0 0,-2-4 0 15,-1-2 0-15,-1 0 0 0,0-3-144 0,1-2 144 16,0 3-160-16,-1-3 160 0,-2-1-368 0,-1 0 32 16,-1-1 0-16,-1 2 0 0,-2 0-32 15,-3 2 0-15,-1-3 0 0,-2 0 0 0,-2 1 368 0,-1 3 0 16,-1-4 0-16,-2 3 0 0,-2 0 0 15,-1 2 128-15,-3 1 0 0,-2 1 0 0,-1 3 144 0,-1 2 32 16,0 0 0-16,-1 2 0 0,0 3 0 0,-1 1 0 16,-2 2 0-16,2 1 0 0,2 4-48 0,-2 0-16 15,2-2 0-15,2 2 0 0,0 1-112 0,2 2 0 16,0 0-128-16,4-2 192 0,1 0-192 0,1-1 0 0,2-1 0 16,1-2 0-16,1 0-176 0,2-3 176 0,3 0-160 0,1-2 160 15,-1-1-272-15,2-1 32 16,1-3 16-16,2-2 0 0,0 0-48 0,2-1-16 15,2-2 0-15,-2-2 0 0,0-2-80 0,1-1-16 16,1-1 0-16,-2 1 0 16,1-3-48-16,-1-1-16 0,0-2 0 0,0-1 0 0,-1 1 144 0,-1-2 32 0,0-3 0 15,-2 0 0-15,0 2 80 0,0-2 32 0,-1-1 0 0,-1 0 0 16,-2-1 160-16,0 4-128 0,-1-1 128 0,-1 1-128 16,-3 3 128-16,0 3 0 0,-2 3 128 0,0 2-128 0,-1 3 576 15,-1 3 64-15,-4 0 0 0,3 4 0 16,0 5 208-16,1-1 48 0,0 4 16 0,0 1 0 0,0 5-384 15,2 1-80-15,0 2 0 0,2 1-16 0,0 1-176 16,0 1-48-16,3 0 0 0,1-1 0 16,1 0-208-16,3-2 0 0,0 0 0 0,1-1 0 0,0 1 0 15,1-3 0-15,1-2 0 0,-1-3 0 0,2-1-304 16,0-1 48-16,1-1 16 0,-2-3 0 16,1-1-16-16,-1-1-16 0,-1-3 0 0,1 0 0 0,-1-5 48 0,2 0 16 15,-1-2 0-15,1-2 0 0,-1-2-112 0,-1-2 0 16,2-1-16-16,-3-2 0 0,-1 1-32 0,0-2 0 15,-2 0 0-15,1-3 0 0,0 3 176 0,0 4 16 16,-1-2 16-16,0 3 0 0,-2 3 160 0,-2 1 224 16,-2 8-48-16,0 0-16 0,0 0 752 0,0 0 160 15,0 0 16-15,1 9 16 0,-1 4-96 0,0 3-32 16,-1 1 0-16,0 2 0 0,1 2-400 0,0 0-96 16,0 0-16-16,0-3 0 0,0 2-320 0,1-3-144 0,2-2 128 15,1 1-128 1,-2-4-992-16,3-1-288 0,3-3-48 0,0-1-11152 0,0-3-2240 0</inkml:trace>
  <inkml:trace contextRef="#ctx0" brushRef="#br0" timeOffset="134775.29">5583 4281 25791 0,'0'0'1152'0,"-7"4"224"0,-1 0-1104 0,2-1-272 0,2 4 0 0,-1-2 0 0,-1 0 2704 0,0 2 496 16,2-2 80-16,1 3 32 0,1 2-2640 15,2 3-528-15,1-2-144 0,3 1 0 0,0 2 0 0,2-4-176 16,2 2 32-16,3 0 0 16,2-2-1312-16,2-1-256 0,2 0-48 0,1-1-16 15,1-2-1056-15,-1-3-224 0,0 0-32 0,3 1-16 16,1-3-256-16,2 1-48 0,-2-2-16 0,-3-2 0 16,-2-2 2272-16,-1 0 448 0,-3-2 80 0,-1 1 32 0,-2-1 2496 15,-2 3 496-15,-1-1 96 0,-4 0 32 0,-3 4 592 0,0 0 112 16,2-7 32-16,-2 7 0 0,-4-4-688 0,-3 2-128 15,0 0-16-15,-5 4-16 0,-3-1-688 0,0 4-128 0,-3 3-16 16,2 4-16-16,-1 3-352 0,0 0-64 0,1 2 0 0,2-2-16 16,0 0-368-16,1-1-80 15,4-1-16-15,2 0 0 0,0 1-464 0,5-4-80 0,2-3-128 16,0-7 176-16,0 0-368 0,6 7-64 16,2-1 0-16,1-4-16 15,0-2-304-15,3-2-48 0,1-3-16 0,2 0 0 16,0-2-48-16,2 1-16 0,-1-4 0 0,-2-1 0 15,0-1 192-15,1-1 16 0,-2-2 16 0,0 0 0 0,0 1 288 0,0 0 48 0,0-2 16 16,-1 3 0-16,-3-1 128 0,-1 2 0 0,-2 0 0 16,1 3 128-16,-3 1 0 0,-4 8 0 0,0 0 0 0,0 0 0 15,0 0 576-15,0 0 128 0,1 7 32 0,0 3 0 16,-1 2-240-16,0 2-48 0,0 3-16 0,0 0 0 16,0-1-240-16,2-1-32 0,0 1-16 0,3-2 0 0,-1 1-272 15,2-1 0-15,1 0 128 0,1-4-128 0,-1-3-128 0,0-1-96 16,1-2-16-16,1-1 0 15,-1-3-432-15,1 0-96 0,1-2 0 0,-1-2-16 16,0-3-16-16,-1 0 0 0,-2-3 0 0,1 0 0 16,-1 0 368-16,1-2 80 0,-2-2 16 0,0-2 0 0,-1-1 336 0,1-1 0 15,-1-3-144-15,0-1 144 0,0-2 0 16,1-1 0-16,0-3 128 0,-1 2-128 0,2 1 320 0,-1 0-16 16,0 4-16-16,0 4 0 0,0 4 304 15,-1 3 64-15,-1 3 16 0,-3 7 0 0,0 0 368 0,0 0 80 16,0 0 16-16,6 7 0 0,1-1-320 0,-1 2-64 15,0 3-16-15,0 3 0 0,-1 2-384 0,2 2-80 16,-2 3-16-16,0 1 0 0,3-3-128 0,0 2-128 16,0 0 192-16,0 0-192 0,-1 1 128 0,1 0-128 15,-1 0 0-15,-1-2 0 0,1-2 0 0,-2-2 0 0,0-2 0 16,0 2 0-16,-2-3 176 0,1-3-176 0,0 1 160 0,-1-2-160 16,-3-9 0-16,0 0 128 15,0 0-128-15,0 0 0 0,0 0 0 0,0 0 0 16,0 0 0-16,0 0 0 0,0 0-240 0,0 0 64 0,6-7 16 0,-1 1 0 15,-1-2 0-15,0-1 0 16,1 0 0-16,-2 1 0 0,-2-2 160 0,2 0-192 0,-1-1 192 16,1-1-192-16,0-1 192 0,2 1 0 0,-1 0 0 0,0 2-128 15,0 1 128-15,-1 2 0 0,0 1 0 0,0-1 0 16,3-2 0-16,-1 3 0 0,1 1 160 0,0-1-160 0,1 2 224 0,2-1-48 16,1 4-16-16,2-3 0 15,-2 0-32-15,1 1-128 0,-2 1 192 0,1-1-64 16,1 2-128-16,2 1 0 0,-1 3 0 0,-2-1 128 15,-1 2-128-15,2-1 0 0,-2 2 0 0,0-1 0 16,-1 2 0-16,-2 1 0 0,-1-1-144 0,-1 2 144 16,-1 1 0-16,-3 2 0 0,-3-1 0 0,-1 1 0 0,0-1 0 0,-1 0 0 15,-1 1 0-15,-2-1 144 0,-3 1-144 0,1 0 0 16,-2-1 0-16,1 0 0 0,0 0 0 0,-1-2-304 16,1 0 48-16,-2 0 16 15,-2-2-1440-15,1 1-304 0,2-1-48 0,2-3-16 16,-1-2-1920-16,4-1-384 0,-9 0-64 0,16 0-32 0</inkml:trace>
  <inkml:trace contextRef="#ctx0" brushRef="#br0" timeOffset="135365.34">6824 4359 28271 0,'0'0'1248'0,"0"0"272"0,0 0-1216 0,0 0-304 15,0 0 0-15,0 0 0 0,-6 8 2592 0,-1 2 464 0,-3 2 80 0,-1 1 32 16,-1-1-1232-16,-1 1-240 0,-1 2-48 0,-2 0-16 15,2-1-624-15,1-1-128 0,0-1-32 16,2 1 0-16,2 0-560 0,1 0-112 0,0-5-32 0,4 1 0 16,2-3-272-16,2-6-64 0,0 0-16 0,0 0 0 15,0 0-416-15,0 0-80 16,0 0 0-16,10 3-16 0,1-3-352 0,0-3-64 0,0-1-16 0,2-2 0 16,0 1-64-16,0-2-32 0,1-2 0 0,-1-1 0 15,2-2 272-15,-1-2 48 16,-1-2 16-16,-1 3 0 0,0-3 512 0,-2 5 96 0,0 1 32 15,-2 0 0-15,0 2 272 0,-1 2 0 0,-2 0 0 0,-5 6 144 0,0 0 512 0,0 0 112 16,0 0 0-16,-4 8 16 0,0 3-48 0,0 0-16 16,1 2 0-16,1 2 0 0,1 0-208 0,1-2-64 15,1 0 0-15,3 1 0 0,2-3-208 16,5 1-48-16,-1-2-16 0,2-3 0 0,0-1-176 16,1 0 0-16,1-2-192 0,2-2 192 0,-3 0-160 0,0-1 160 15,0-2 0-15,0-2-144 16,-1-2-304-16,-1-1-64 0,1 0-16 0,-2-4 0 15,1 0 80-15,-1 0 0 0,-1-2 16 0,1-1 0 0,-1-1 176 0,-2-3 48 16,1-3 0-16,0-1 0 0,0 1 208 0,0-4 0 16,-4-1 0-16,2-1 0 0,1-1 0 0,-1-2 0 15,-1 2 0-15,1 2-144 0,-2 2 144 0,-2 3 0 16,-1 4 0-16,1 3 128 0,-1 4 448 0,-1 3 112 16,0 6 16-16,0 0 0 0,0 0 528 0,0 0 112 15,-1 8 32-15,-1 3 0 0,0 0-704 0,1 3-144 16,1 2-16-16,1 1-16 0,-1 1-288 0,0 0-48 0,1 2-16 0,0 2 0 15,1 1-144-15,0 1 0 0,1-2 0 0,0 0 128 16,-1-1-128-16,1 0 0 0,-1-2 0 16,1 0 128-16,0-4-128 0,-2-2 0 15,-1 0 0-15,0 0 128 16,0-1-1296-16,0 0-272 0,-1-4-48 0,1-8-16 16,0 0-1440-16,0 0-304 0,0 0-48 0,0 0-11552 0</inkml:trace>
  <inkml:trace contextRef="#ctx0" brushRef="#br0" timeOffset="135614.4">7037 4354 30063 0,'0'0'1328'0,"0"0"272"0,0 0-1280 0,0 0-320 0,0 0 0 0,0 0 0 0,0 0 1984 0,0 0 320 15,7 5 64-15,3-1 0 0,1-2-928 0,2 1-192 16,0-3-32-16,3 0-16 0,1 0-624 0,1 0-112 16,-1-1-16-16,2-2-16 0,2-1-272 0,-1 0-160 15,1 0 192-15,-1 0-192 0,0 2 128 0,0 2-128 16,-2-3 0-16,-3 2 0 0,2 0 0 0,-1 1 0 15,-2 1 0-15,-2 3 0 0,-1 0 144 0,-2 2-144 16,0 2 0-16,-3 1 144 0,-1 0-144 0,-1 2 192 16,-1-1-192-16,0 2 192 0,-2 1-192 0,0 0 192 15,-2-1-192-15,1 0 192 0,0-2-416 0,1-1-80 16,2-1-16-16,-1 0 0 16,1-2-3184-16,-3-6-640 0</inkml:trace>
  <inkml:trace contextRef="#ctx0" brushRef="#br0" timeOffset="135766.82">7409 4309 29535 0,'0'0'1312'0,"-1"-9"272"0,-2 0-1264 0,3 0-320 0,0 0 0 0,1 2 0 15,-1 7 528-15,4-6 48 0,-4 6 16 0,6-4 0 16,-6 4-80-16,5-3-32 0,3 2 0 0,1 0 0 16,2-2-656-16,2 3-128 0,4 1-16 0,-1 2-16 15,-2 0-2528 1,2 2-496-16,-2-3-96 0</inkml:trace>
  <inkml:trace contextRef="#ctx0" brushRef="#br0" timeOffset="135980.73">7725 4303 8287 0,'0'0'736'0,"0"0"-592"0,0 0-144 15,0 0 0-15,7-3 3936 0,0 1 752 0,-2-1 160 0,2 0 16 0,-7 3-2736 16,0 0-544-16,0 0-112 0,0 0-32 0,0 0 160 0,0 0 16 16,0 0 16-16,-7 6 0 15,-1 1-128-15,-1 4-32 0,-3 1 0 0,1 2 0 0,-4 3-384 0,4 1-96 16,-2 0-16-16,2 1 0 0,1-1 112 0,1-2 0 15,2-1 16-15,3 1 0 0,2-1-400 0,2 0-96 16,1-1-16-16,3-2 0 0,2-2-448 0,2-1-144 16,1-1 0-16,3 0 0 0,2 0 0 0,2-5 0 15,1 0 0-15,4-1 0 16,2-4-1072-16,3 0-160 0,2-2-48 0,6 1-20448 0</inkml:trace>
  <inkml:trace contextRef="#ctx0" brushRef="#br0" timeOffset="137392">8848 4364 9215 0,'-7'-8'816'0,"4"4"-656"0,-2-2-160 0,-2-1 0 0,1 0 5344 0,2 0 1040 16,-3-2 208-16,-3 0 32 0,-2 1-4048 0,0 0-800 16,1 2-176-16,-1 2-16 0,0 0 288 0,0 1 64 15,2 3 16-15,0 1 0 0,-2 3-688 0,-1-1-144 16,-3 2-32-16,2 3 0 0,-2 2-320 0,0 5-64 16,1-1 0-16,-3 4-16 0,-1 1-320 0,4-1-64 15,2 0-16-15,1 0 0 0,3-2-288 0,2 1 128 0,1 0-128 0,4-1 0 16,4-5 0-16,3 0-352 15,3-2 48-15,2 0 16 16,3-1-1232-16,3 1-240 0,2-5-48 0,3-2-16 16,-1 1-80-16,2-4-16 0,1-3 0 0,1 0 0 15,-1 1-608-15,1-1-128 0,-2-2-32 0,1-5 0 16,2 0-352-16,1-2-80 0,-2-2-16 0,-1 0 0 0,-1 0 1456 0,-1 2 272 0,-3 0 64 0,2 0 16 16,-3-1 1504-16,-4 1 288 0,-3-1 64 0,-2 3 16 15,-4 2 2336-15,-1 1 448 0,-3 0 112 0,0 8 16 16,-4-5-48-16,-2 1 0 0,-1 3 0 15,-2 2 0-15,-1 3-1008 0,0 4-208 0,-2 2-32 0,1 1-16 16,0 1-896-16,1 2-176 0,-1-2-48 0,1 2 0 16,1 0-480-16,0 1-96 0,1-1-32 0,1-1 0 15,3-3-256-15,2 0-160 0,0-3 192 16,2 1-192-16,0-8 0 0,3 8 0 0,-3-8-240 0,6 7 80 16,2-2-288-16,0-3-48 0,3-2-16 0,-1 0 0 15,0 0 0-15,1-1-16 16,1-2 0-16,-1-2 0 0,1-1-112 0,1-2 0 0,0-1-16 15,0 0 0-15,0 0 208 0,-1-1 32 0,0-3 16 0,1 0 0 0,0-1 112 0,0 0 32 16,-1-2 0-16,1 0 0 0,-2 1 16 0,1 2 16 16,0 0 0-16,-3 1 0 0,0 1 224 0,-1 4 0 15,-2 0 0-15,1 3 0 0,-7 4 192 0,0 0 96 16,0 0 16-16,8 3 0 0,-2 3 320 0,-1-2 64 16,-1 4 16-16,0 3 0 0,-1 0-48 0,-1 5 0 15,1-3 0-15,0 4 0 0,-1-3-176 0,1 2-32 16,-1-2-16-16,1 1 0 0,0-1-176 0,-1-4-16 15,1-1-16-15,1-1 0 0,-2 1-96 0,1-2-128 16,-3-7 176-16,0 0-176 0,8 3 0 0,-8-3 0 16,8 0 0-16,0-2 0 0,-8 2-144 0,7-1-48 0,0-4 0 15,1-2 0-15,0-1-80 0,-1-2-32 16,1-2 0-16,-1 0 0 16,-1 1-96-16,1-1-32 0,-1-2 0 0,2-2 0 0,0 2 64 0,0-2 16 0,-2 2 0 15,1 1 0-15,-2 2 176 0,0 3 48 0,-1 3 0 16,-4 5 0-16,0 0 128 0,0 0 144 0,0 0-16 0,0 0-128 15,1 12 656-15,-1 2 32 0,0 2 0 0,0 0 0 16,-1-2-224-16,0 0-32 0,2-1-16 0,0 0 0 16,2-1-192-16,1-3-32 0,0 0-16 0,0 0 0 0,-4-9-176 15,8 7 0-15,-8-7 0 0,11 3-176 0,0-1-160 16,-2-1-48-16,0-1 0 0,1-2 0 16,1-2-80-16,-1-1-32 0,-2-2 0 0,1-1 0 15,0 1 160-15,0-3 16 0,1 1 16 0,-1-1 0 0,0-3 16 16,0 0 0-16,1 0 0 0,1-2 0 0,-2 2 64 0,0 0 16 15,0 0 0-15,-1 3 0 16,-1 1 208-16,-1 5 0 0,-6 4-160 0,0 0 160 0,0 0 0 0,0 0 256 16,0 0-32-16,3 8-16 0,-1 3 288 15,1 2 48-15,-2 2 16 0,-1 0 0 0,0 2-224 0,1 0-32 16,-1-1-16-16,-1 1 0 0,2-3-288 0,2 2 160 16,1-2-160-16,0-1 128 0,1-1-128 0,0-2 0 15,1 1 0-15,0-3-176 16,3-3-272-16,-1-1-48 0,0-2-16 0,0 1 0 15,1-3-416-15,-1 0-96 0,-1-3 0 0,1 1-16 16,0 1-48-16,0-2 0 0,0-1 0 0,1-1 0 16,-3 0 400-16,1-2 80 0,-2 1 16 0,0-2 0 0,1-3 304 15,-1 1 64-15,1-1 16 0,-1-2 0 0,1-1 208 0,0 1-176 0,-2-3 176 16,1 3-160-16,-1 3 160 0,0-3 192 0,0 2-32 0,0 5-16 16,-1-1 544-16,-3 7 96 0,0 0 32 0,0 0 0 15,0 0 368-15,0 0 80 0,3 8 16 0,3 3 0 16,-4 0-336-16,1 2-64 0,-2-1-16 0,2 4 0 15,-1 2-528-15,2 0-96 0,0 2-32 0,0-1 0 16,-1 2-208-16,-1 1 0 0,2-1 128 0,0 3-128 16,0 1 0-16,1-2 128 0,-1-2-128 0,0-2 0 15,0 1-256 1,-1-4-160-16,-1-2-32 0,1-1 0 0,0-3-1296 16,-2 0-272-16,0-3-48 0,-1-7-16 0,0 0 32 0,0 0 0 0,0 0 0 0,0 0 0 15,0 0-1328-15,0 0-256 16,-9-1-48-16</inkml:trace>
  <inkml:trace contextRef="#ctx0" brushRef="#br0" timeOffset="137642.71">9818 4332 13823 0,'0'0'608'0,"0"-8"128"16,0 2-592-16,0 0-144 0,2-2 0 0,-1 2 0 0,2 0 5344 0,-3 6 1040 16,5-5 208-16,0 1 32 0,4 0-4320 0,1 2-880 15,2-1-160-15,0 2-48 0,1-2-560 0,3 2-112 16,-1 0-32-16,2 1 0 0,1 0-352 0,1 0-160 15,-4 0 128-15,1 2-128 0,1 2 0 0,-1 1 0 16,-2 2 0-16,-2 1 0 0,-3 1 0 0,-4 1 0 16,-2 2 0-16,-2 2-176 0,-2 2 176 0,-2 1 0 15,-2 0 0-15,-3 0 0 0,-1-4 0 0,-3 0 0 16,2-1 0-16,-1-1 0 0,1 2-208 16,1-1-64-16,-2-3-16 0,2 0 0 15,1-6-1824-15,-1 1-352 0,1-4-80 0,2 1-13968 0</inkml:trace>
  <inkml:trace contextRef="#ctx0" brushRef="#br0" timeOffset="137909.6">10082 4244 12895 0,'0'0'1152'0,"0"0"-928"0,0 0-224 0,0 0 0 0,9 3 5184 0,-1 3 1008 16,-3 2 192-16,0 4 32 0,2 0-3328 0,-2 2-656 16,1 3-144-16,1 0-32 0,-2 2-720 0,-1-3-160 15,1 1-32-15,0 0 0 0,-1 0-544 0,0-1-112 16,1-2-32-16,-1-1 0 0,0-5-224 0,-1-2-48 15,-3-6-16-15,0 0 0 0,0 0-176 0,0 0-48 16,5 7 0-16,-5-7 0 0,0 0 0 0,0 0 0 16,0 0 0-16,0 0 0 0,0-5-144 0,1-2 160 15,1-2-160-15,0 2 160 0,2-2-160 0,0 1 0 16,-1-3 0-16,1-1 0 0,1-2 0 0,3 2-176 16,2-1 176-16,2-1-192 15,-2-2-192-15,-1 2-32 0,3-1-16 0,-1 2 0 16,0 0-1344-16,2 1-272 0,0 2-48 0,0 2-16 15,0 3-2416-15,-1 1-480 0</inkml:trace>
  <inkml:trace contextRef="#ctx0" brushRef="#br0" timeOffset="138192.59">10513 4395 4607 0,'0'0'400'0,"0"0"-400"0,0 0 0 0,11 2 0 16,-11-2 5120-16,11-2 960 0,-2-3 176 0,2 0 32 15,1-2-3984-15,2 0-816 0,-2-2-144 0,1-1-48 16,-2-3-176-16,3 2-32 0,0-1-16 0,0-1 0 15,-1-3-656-15,-1 3-128 0,-2 1-32 0,-2 2 0 16,-1 0-256-16,-3 0 0 0,-4 1 0 0,-2 3 0 16,-2 1 528-16,-2 2 112 0,-5 0 0 0,-2 6 16 0,-1 2 896 0,-2 2 176 15,1 2 48-15,-1 0 0 16,2 4-448-16,-1 1-96 0,1 2-16 0,0 1 0 16,2 1-528-16,2-1-112 0,2 1-32 0,4-3 0 15,1-2-400-15,3-1-144 0,2-3 0 0,-1 0 144 16,5 0-976-16,2-3-208 0,4-2-48 0,1-1 0 15,1-3-880-15,6 0-176 0,1-3-32 0,1 1-16 16,3-2-1024-16,-1 0-208 0,3-3-32 0,-1 1-10928 0</inkml:trace>
  <inkml:trace contextRef="#ctx0" brushRef="#br0" timeOffset="138530.25">11018 4114 4607 0,'0'0'400'15,"0"0"-400"-15,-7-5 0 0,-2 3 0 0,0-2 7840 0,-1 0 1488 16,0 2 288-16,0 1 64 0,0-1-6368 0,-4 2-1280 15,3 2-256-15,-1-1-48 0,-1 3-576 0,0 0-96 16,1 1-32-16,-1 1 0 0,0 1-352 0,0 1-80 16,1-2-16-16,2 2 0 0,0 0-112 0,2 0-16 15,1 0-16-15,1 1 0 0,-3 0-176 0,2-3-16 16,6 1-16-16,3 1 0 0,-2-8-224 0,0 0 0 16,7 9 128-16,1-3-128 0,1 1 0 0,3-1 0 15,-1 0 0-15,2-1-160 0,2 0 160 0,-1 3 0 0,2-4 0 0,-1 0-128 16,4 1 128-16,-4-3-128 0,1 2 128 15,-1-1-128-15,1 2 128 0,-2-1 0 0,-2 0 0 0,-1 1-128 16,-2 0 128-16,-1 1 0 0,-8-6-144 0,5 6 144 16,-5-6 0-16,1 9 0 0,-1 0 0 0,-3 2 0 15,-2-5-128-15,-3 2 128 0,-1-1 0 0,-2-2 0 0,-1 3 0 16,-1-2-144-16,-2 0 144 0,1-1 0 16,0 0-352-16,1-1 32 0,-2-3 16 0,2-1 0 15,2 0-1616-15,0 0-336 0,1-1-64 16,1-2-16-16,9 3-1744 15,-3-6-336-15,2-11-80 0,7 2-16 0</inkml:trace>
  <inkml:trace contextRef="#ctx0" brushRef="#br0" timeOffset="138909.39">11275 4123 16575 0,'5'-5'1472'0,"0"1"-1168"16,-1-3-304-16,0 3 0 0,-4 4 5056 0,4-6 944 16,-3-2 192-16,-1 3 32 0,-3 1-3104 0,-1 1-624 15,-1 1-128-15,-1 0-32 0,-3 1-832 0,0 0-160 16,-2 1-48-16,-3 0 0 0,-2 2-704 0,2 2-144 15,-1-1-16-15,4 1-16 0,-1 0-224 0,0 0-32 16,3 0-16-16,-1 2 0 0,1 1-144 0,2 0 0 16,3 1 0-16,0 0 128 0,0-1-128 0,2-1 0 15,-2 2 0-15,4 0 0 0,0-8-160 0,4 10 160 0,0 1 0 0,3 0-144 16,3-3 144-16,1 0-128 0,1-1 128 0,1 0-128 16,3-3 128-16,1 1-208 0,0 2 80 0,0-2 128 15,-2-1-256-15,1 1 80 0,-3 2 16 0,-1-3 0 16,-2 1 16-16,-1 0 0 0,3 0 0 15,-3 1 0-15,-9-6 144 0,0 0-208 0,8 7 80 0,-3 0 128 16,-5-7-192-16,0 0 192 0,7 8-160 0,-6 1 160 16,-5-3 0-16,0 2 0 0,0 1 0 0,0-2 0 15,-5-1 0-15,1 1 0 0,0-2 0 16,-1 0 0-16,-2 2 0 0,-1-1-144 0,-1 1 144 0,0-3-128 16,-2 0-176-16,5 0-16 0,2-2-16 0,-1 0 0 15,-1 0-1072-15,-1-1-224 0,3-1-32 0,3 0-16 16,5 0-1376-16,0 0-272 0,0 0-48 0,0-6-12816 15</inkml:trace>
  <inkml:trace contextRef="#ctx0" brushRef="#br0" timeOffset="139109.73">11481 4089 32255 0,'0'0'2864'0,"-3"8"-2288"15,0-2-576-15,3 5 0 0,-2-3 3072 0,0 3 512 16,1 2 112-16,2 2 16 0,-1 0-2352 0,3 2-464 15,-3-2-80-15,0 0-32 0,0 2-48 0,1 0-16 16,1-1 0-16,-1 0 0 0,-1-2-512 0,4-1-208 16,0 0 176-16,-2-3-176 15,1-1-896-15,1-1-256 0,0-1-64 0,0-2-16 16,-4-5-2608-16,0 0-528 0,14-3-112 0,-14 3 0 0</inkml:trace>
  <inkml:trace contextRef="#ctx0" brushRef="#br0" timeOffset="139799.96">11499 4101 13823 0,'0'0'608'0,"0"0"128"0,0 0-592 0,0 0-144 0,0 0 0 0,0 0 0 16,0 0 4320-16,0 0 832 0,0 0 160 0,0 0 48 15,0 0-3760-15,0 0-768 0,0 0-128 0,0 0-48 0,9 6-656 16,1 2 0-16,3 0-256 0,0 1 80 16,2-1-640-16,0-3-128 0,2 3-16 0,4-2-16 15,1 0-96 1,1-1-16-16,-5-1 0 0,0 1 0 0,-2-4 1088 0,-2 1 0 0,0-2 128 0,-1-2 16 0,3 2 1280 0,-2-1 256 15,-2-2 48-15,-1 1 16 0,-5-1-16 0,-1 1-16 16,-5 2 0-16,0 0 0 0,0 0 16 16,0 0 0-16,0 0 0 0,0 0 0 0,-11 3-320 15,-1 3-64-15,3 3-16 0,-2 0 0 0,0 3-592 0,-3-1-112 16,1 1-32-16,3 0 0 0,1 1-144 0,1 0-16 16,2-1-16-16,2-1 0 0,-2 0-240 0,3-1-48 15,0-1-128-15,2-1 192 0,1-8-192 0,0 0 0 16,0 0 0-16,2 7 0 0,-2-7-192 0,0 0 32 15,7 2 0-15,-1 0 0 0,2-4-128 0,0 0-32 16,1-3 0-16,-1-1 0 16,0-2-64-16,1-1-32 0,3-1 0 0,-3 0 0 0,-2-4 32 0,4 0 16 0,3 0 0 15,1-2 0-15,0-2 112 0,1-2 0 16,0 1 16-16,-2 2 0 0,2-3 48 0,-2 5 0 16,0 2 0-16,1 1 0 0,-5 0 192 0,0 4-176 0,0 2 176 0,-4 3-160 15,-6 3 288-15,0 0 48 0,9 4 16 0,-2 3 0 16,-2 0 320-16,0 3 64 15,-2 1 0-15,1 2 16 0,0 3-96 0,-2 0-32 0,1 1 0 0,-2 1 0 16,0-3-112-16,2 2-32 0,-2 0 0 0,1-2 0 0,-2 0 112 16,1 0 16-16,-1-2 0 0,1-2 0 15,0 0-448-15,1-3-144 0,-2-8 0 0,2 8 0 16,-2-8 144-16,0 0 0 0,0 0 128 0,0 0-128 16,0 0 176-16,0 0-48 0,0 0 0 0,0 0 0 15,0 0-128-15,7-6 0 0,-1 0 0 0,2-2 0 0,1-1-160 16,1-2-16-16,0 0 0 0,3-2 0 0,1-2 176 0,3-2-208 15,3-1 80-15,2 0 128 0,3 0-208 0,1-1 80 16,0 2 128-16,0 3-208 0,-1 2 208 0,-2 2 0 16,-2 3 0-16,-3 3-144 0,-1 2 144 0,-2 2 0 15,-4 2 0-15,-2 2 0 0,-1 3 256 0,0 3-32 16,-1 1 0-16,-2 2 0 0,-1 0 32 0,1 0 0 16,-1 4 0-16,-1-3 0 0,-1 2-96 0,1-1-16 15,-1 1 0-15,1 4 0 0,0-3-144 0,-2-2 0 16,0-2 0-16,0-1 0 15,1 0-704-15,-1-3-192 0,3-1-16 0,0 0-15472 16,1-2-3072-16</inkml:trace>
  <inkml:trace contextRef="#ctx0" brushRef="#br0" timeOffset="145045.7">13525 3809 11967 0,'0'0'528'0,"0"0"112"0,-2-7-512 0,1 1-128 16,-1-1 0-16,-1 2 0 0,-1 0 3984 0,0 1 768 15,2 0 160-15,-1 1 16 0,-2 1-2240 0,5 2-448 0,-4 1-80 0,-1 2-32 16,-2 1-432-16,3 1-96 0,-1 1 0 0,-2 5-16 15,-3-1-384-15,1 3-80 0,-2 3-16 0,0 2 0 16,-4 4-160-16,-2 10-48 0,0-1 0 0,2 1 0 16,-2 2-208-16,3 3-48 0,2-3-16 0,0 1 0 15,4-1-352-15,3-2-64 0,1 0-16 0,1-1 0 16,5-1-192-16,2-1 0 0,1-5 0 16,0 0 0-16,2-10 0 0,2 2 0 0,1-2-160 15,1-1 160-15,-1-2-368 0,2-2 16 0,1-3 0 0,0 1 0 16,0-1-1744-16,1 0-336 15,2-1-80-15,-2 0-16 0,3 0-1376 0,-2 0-256 16</inkml:trace>
  <inkml:trace contextRef="#ctx0" brushRef="#br0" timeOffset="147136.4">13965 4050 20271 0,'0'0'1792'0,"0"0"-1424"0,0 0-368 0,-5-5 0 0,-1-2 2816 0,-1 3 512 15,-2-1 80-15,0 4 32 0,-2-2-880 0,1 3-160 16,-3-1-32-16,0 5-16 0,-3 0-816 0,2 5-144 15,-2 0-48-15,2 5 0 0,-2-1-480 0,-1 4-96 16,2 3-32-16,-2 2 0 0,2 1-288 0,1 1-48 16,4-1-16-16,1-2 0 0,2 1-224 0,1-1-160 15,3-2 192-15,3-3-192 0,0 0 0 0,4-2-144 16,2-2-16-16,2 0 0 16,4-6-1008-16,1 0-208 0,1-5-32 0,2-1-16 15,1-3-624-15,4-1-112 0,1-2-16 0,3-3-16 16,-2-2-688-16,2 1-128 0,-4-1-16 0,1-2-16 15,-2-1 544-15,-4 2 128 0,1 1 0 0,-4-2 16 16,0-2 336-16,-3 1 64 0,-3-2 16 0,1 2 0 0,-3 2 2976 0,-1-1 608 0,-1 1 112 16,0 3 32-16,-3-1 928 0,-2 3 192 15,2 7 32-15,0 0 16 0,-6-4-256 0,-2 3-48 16,-1 2-16-16,0 3 0 0,0 3-656 0,-2 3-144 0,-1-1-32 0,-1 4 0 16,2 2-672-16,0-1-144 0,2 1-32 15,0-1 0-15,1 0-448 0,2 2-80 0,2-3-32 0,0-1 0 16,2-1-400-16,2 0 0 0,2-2 0 0,0-1 0 15,-2-8 0-15,8 6-192 0,1-3 0 0,0-1 16 16,2 0-320 0,1-2-64-16,-1-3-16 0,2 1 0 0,-1-4-320 15,0-2-64-15,-2-1 0 0,2 0-16 0,0-1 208 0,-2-1 64 0,-1 1 0 16,0-3 0-16,2-1 304 0,-2-1 64 0,1 0 16 0,1-4 0 0,-1 2 320 0,-1 0-176 16,1 2 176-16,-3-1-128 0,-1 4 128 0,-1 3 0 15,0 3 0-15,-5 6 128 0,0 0 160 0,0 0 32 16,0 0 16-16,0 0 0 0,1 8 560 0,2 3 96 15,-2 4 32-15,1 0 0 0,-4 2-144 0,2 3-32 16,0-3 0-16,0 2 0 0,0-3-352 0,0 1-80 16,0 0-16-16,0-1 0 0,0-2-272 0,0-4-128 15,0-1 0-15,3 1 128 16,-1-3-944-16,-2-7-192 0,0 0-32 0,0 0-16 16,0 0 1616-16,0 0 320 0,0 0 64 0,10-2 16 0,-1-2-960 0,-3-1 0 15,2-3 0-15,0 0 0 0,0-1-320 0,1-3 64 16,-1 0 16-16,1-3 0 0,1-1-80 0,1-1 0 15,-1-1-16-15,0 0 0 0,2 2 144 0,-1 0 16 0,-1-1 16 16,0 4 0-16,1 2 32 0,-2 3 0 16,-1 1 0-16,-2 2 0 0,-6 5 0 0,0 0 0 0,0 0 0 0,4 8 0 15,-1 2 256-15,-2-1 48 0,-1 6 16 0,0-2 0 16,-1 1 128-16,0 2 16 0,-1-2 16 0,2 1 0 16,0-1-160-16,2-2-16 0,-1 1-16 0,0-2 0 15,2 2-160-15,1-3 0 0,2-3 0 0,-1 0 0 16,1-1 0-16,0-3 0 0,2-2-160 15,0 2 160-15,0-3-176 0,1-3 176 0,1 1-192 0,-1 0 192 16,2-4-240-16,-2-1 64 0,1 1 16 0,1-2 0 0,1-1 0 16,-1-2 0-16,0 1 0 0,-1 0 0 0,-1-2-112 0,0-1-32 15,0 0 0-15,-1 0 0 0,0-2 96 0,-1 2 16 16,-1 2 0-16,-2 3 0 0,0 0 192 16,-4 8 0-16,0 0 0 0,0 0 0 0,0 0 0 0,0 0 256 15,0 0-48-15,0 0-16 0,-1 8 96 0,-1 1 16 16,1 1 0-16,1-2 0 0,-1 3-160 0,1 0-16 15,0-2-128-15,2 2 192 0,0-1-192 0,0-2 0 16,1 1 0-16,-1 0-160 0,1 2 160 0,1-3-128 16,0 1 128-16,1-1-128 15,0-2-256-15,2-1-64 0,-2-1 0 0,2 0 0 16,-1 1-1408-16,2-3-272 0,1-1-64 0,-1-1-16 16,-8 0 32-16,9-5 0 0,0-2 0 0,2 1 0 15,-2-2-1088-15,0 1-192 0</inkml:trace>
  <inkml:trace contextRef="#ctx0" brushRef="#br0" timeOffset="147548.91">14840 4127 7359 0,'0'0'656'0,"0"0"-528"0,0 0-128 0,0 0 0 16,0 0 4400-16,0 0 848 0,0 0 160 16,0 0 32-16,0 0-1984 0,0 10-416 0,-1 3-80 15,-2 0-16-15,2 3-928 0,0 2-192 0,-1 2-32 0,1 1-16 16,1 2-704-16,-1 2-144 0,1 2-32 0,0 1 0 16,1-1-448-16,0 0-112 0,1-2-16 0,-1 1 0 15,2-1-192-15,-2 0-128 0,-1-2 128 0,1-1-128 16,-1-3 0-16,0-1 0 0,0-5 0 0,0 0 0 15,-1-1 0-15,0-3 0 0,-1 0 0 0,2-9 0 16,0 0-368-16,0 0 16 0,0 0 0 0,0 0 0 16,0 0-256-16,0 0-48 0,-2-10-16 0,0 0 0 15,2-4 0 1,0 0 0-16,2-2 0 0,-1-2 0 0,0-3-208 16,2-1-32-16,0-3-16 0,0 0 0 15,1-1-224-15,0 0-32 0,0-1-16 0,1 1 0 0,-1 0 416 0,2 2 80 0,-1 2 0 0,1 1 16 16,1 2 688-16,1 0 176 0,-1 2 16 0,3 4 0 0,-1-1 352 15,1 2 80-15,-1 2 16 0,2 3 0 0,-1 1 192 0,0 2 64 16,0 1 0-16,0 2 0 0,2 0-128 16,-2 1-32-16,1 1 0 0,0 2 0 0,-1 2-416 15,-3-1-64-15,1 5-32 0,-1 0 0 0,-3 3-32 0,-1 1-16 16,-3 0 0-16,-1 2 0 0,0 2-48 0,-3 0 0 16,-3 3 0-16,0-3 0 0,-1 0-128 0,1-2 160 15,-2 0-160-15,0 0 160 0,1-3-160 0,2-3 0 16,2-2 0-16,0-1 0 15,4-6-1920-15,0 0-256 0,0 0-48 0,0 0-9184 16,0 0-1840-16</inkml:trace>
  <inkml:trace contextRef="#ctx0" brushRef="#br0" timeOffset="147850.53">15174 4008 25791 0,'0'0'2304'0,"-4"8"-1856"0,1 0-448 0,2 2 0 16,-1 1 3008-16,2 2 512 0,1 1 112 0,-2 0 16 15,1 3-1936-15,1 0-384 0,1 0-80 0,0 0-16 16,0 0 0-16,1-1 0 0,0-2 0 0,-1-1 0 0,1-1-640 0,-1-2-128 16,0-1-16-16,0-1-16 0,-2-8-176 15,0 0-48-15,0 0 0 0,0 0 0 16,0 0 48-16,0 0 0 0,0 0 0 0,0 0 0 0,0 0 32 0,0 0 16 16,0 0 0-16,0 0 0 0,0 0-160 0,0 0-16 15,3-6-128-15,0-2 192 0,-3-1-192 0,2-2 0 16,2 2 0-16,0-1 0 0,-1-1 0 0,3 0 0 15,2-1-192-15,0-1 192 0,0 0-352 0,1 0 32 16,-3 0 16-16,2 2 0 16,0 1-864-16,-2 1-176 0,3 2-48 0,2 1 0 15,-2-1-1216-15,3 2-240 0,0 1-48 0,-2 3-14672 0</inkml:trace>
  <inkml:trace contextRef="#ctx0" brushRef="#br0" timeOffset="148115.91">15403 4239 5519 0,'0'0'496'0,"0"0"-496"0,0 0 0 0,0 0 0 0,0 0 6832 0,0 0 1264 16,0 0 256-16,0 0 48 0,7-5-6416 0,-1-2-1280 16,2-1-256-16,1-1-48 0,3-1 448 0,0-2 96 15,1 0 16-15,1-1 0 0,1 0-576 0,0 0-128 0,-2 0 0 0,-1-1-16 16,0 0-32-16,-2-1 0 0,-3 1 0 0,-1 2 0 16,-1 3 48-16,-1 4 16 0,-5-2 0 0,1 7 0 15,-5-4 432-15,-3 3 96 0,-2 4 16 0,-2 2 0 16,-3 4 128-16,0 4 16 0,-2 1 16 0,0 3 0 15,0 2-336-15,3 0-64 0,-1 1 0 0,4-1-16 16,0 1-336-16,2-2-64 0,4 0-16 0,1-3 0 16,3-1-144-16,2 0 0 0,3-3-192 0,1-1 192 15,2-1-1344-15,2-2-128 0,2-3-48 16,6-2 0-16,4-4-1408 0,1-2-272 0,2-1-64 0,-1-2-14096 16</inkml:trace>
  <inkml:trace contextRef="#ctx0" brushRef="#br0" timeOffset="148449.84">15830 4036 3679 0,'0'0'320'0,"0"0"-320"0,-5-7 0 0,-1 3 0 0,6 4 7136 0,-6-2 1360 16,6 2 272-16,-8-2 48 0,-2 1-5504 0,-1 0-1104 15,-1 1-224-15,2 1-32 0,1 3-496 0,0 1-112 16,-3 2 0-16,2-1-16 0,-1-1-496 0,2 2-80 16,0 1-32-16,1 1 0 0,0-3-336 0,2 2-64 15,-1 0 0-15,2 0-16 0,0-2-304 0,2 1 0 16,3-7 128-16,0 8-128 0,0-8 0 0,4 9 0 15,0-1 0-15,1-1 0 0,0 0-160 0,2-1 160 16,1 0-160-16,-2-1 160 0,3 0-144 0,3-1 144 16,0 0-128-16,0 0 128 0,-2-2 0 0,-1 2-160 15,2-4 160-15,-1 3 0 0,2 1 0 0,-12-4 0 0,8 1 0 16,-2 2 0-16,-1 1 0 0,2 0 0 0,-7-4 0 16,0 0 0-16,2 7 0 0,-2 4 0 0,-2-5 0 0,-3 0 144 15,-5 0 0-15,-1 1 0 0,0-1 0 0,1-1 0 16,-2 2-144-16,2-5 192 0,-1 2-192 0,2-1 192 15,0-2-192-15,1-1-176 0,2-1 48 0,6 1 0 16,0 0-1536 0,-4-5-288-16,4 5-64 0,1-8-16 0,3 0-2208 0,1-1-448 0</inkml:trace>
  <inkml:trace contextRef="#ctx0" brushRef="#br0" timeOffset="148801.32">15998 4012 16575 0,'0'0'736'0,"0"0"160"0,0 0-720 0,0 0-176 0,0 0 0 0,0 0 0 0,0 0 5904 0,0 0 1152 15,-3-4 240-15,3 4 32 0,-2-2-4592 0,2 2-928 16,-6 0-176-16,0 1-32 0,-3-1-816 0,1 1-144 16,-1 2-48-16,0 1 0 0,0 0-336 0,0 2-64 15,-1 3 0-15,1-2-16 0,0-1-176 0,1 1 160 16,-1-1-160-16,3 2 160 0,0 1-160 0,1 0 0 16,1 1 0-16,3-1 128 0,0 0-128 0,1-3 0 15,0-6 0-15,4 8 0 0,1 1 0 0,1-1-176 16,2-1 176-16,1-1-128 0,2-1 128 0,0-2-160 15,3 0 160-15,0-1-160 0,-1 1-64 0,1-1-16 16,-1 2 0-16,0 0 0 0,-2 0-64 0,-2 1-16 16,-1-2 0-16,-2 1 0 0,-1 1 320 0,-5-5-160 15,0 0 160-15,0 0-128 0,-1 7 128 0,-1-1 0 0,-1 1 160 16,-1-1-160-16,-3 1 192 0,0-1-48 16,-1-1-16-16,0 1 0 0,0-1-128 0,-1 1 160 0,0-3-160 15,0 1 160-15,0-2-160 0,1 2 0 16,1-4 0-16,2 0-176 15,5 0-1248-15,0 0-256 0,-6-4-48 0,2-1-16 0,4 5-2368 16,0-8-480-16</inkml:trace>
  <inkml:trace contextRef="#ctx0" brushRef="#br0" timeOffset="148963.06">16169 4071 15663 0,'0'0'1392'0,"0"0"-1120"0,0 0-272 0,0 0 0 0,-3 6 4656 0,3 2 864 15,1 0 176-15,-1 1 48 0,0 3-3168 0,-1-2-624 16,2 2-128-16,1 2-32 0,-2 1-1264 0,1 0-256 15,0 1-48-15,2-2-16 0,1-1-208 0,-2-4 0 16,1 2 0-16,1-2 0 16,1-1-1104-16,0 0-320 0,2-3-64 0,1 1-10528 15,-3-6-2096-15</inkml:trace>
  <inkml:trace contextRef="#ctx0" brushRef="#br0" timeOffset="149589.73">16280 4010 5519 0,'0'0'496'0,"0"0"-496"0,0 0 0 0,7 1 0 0,2-1 2512 15,2 0 416-15,1 0 80 0,1 1 0 16,0 0-3008-16,1 2-752 0,0 0-80 0,3-2 0 16,0-1-496-16,2 0-80 0,-3-1-32 0,0-1 0 0,-2 4 2848 0,0-1 560 0,-5-1 112 15,-9 0 32-15,0 0 1904 0,0 0 384 0,0 0 80 0,0 0 0 16,0 0-896-16,0 0-176 0,0 0-32 0,-2 10-16 15,-3 1-1280-15,-1 2-256 0,-5-1-48 0,1 2-16 16,-5 2-768-16,2-1-160 0,0 1-16 0,2 1-16 16,-1-4-320-16,3 1-64 0,1 2-16 0,3-3 0 15,1-3-400-15,0 1 128 0,0-2-128 16,1-1 0-16,2-1 0 0,1 0 0 0,0-7 0 16,0 0-176-16,0 0-48 0,0 0-16 0,10 4 0 0,0-3 0 15,0-2-176-15,-1-2-32 0,2 1-16 0,0-2 0 16,1-1 16-16,0-3 16 0,0-3 0 0,1 0 0 15,1-1 112-15,0 0 0 0,1-1 16 0,2-1 0 0,1-2 112 0,0-1 0 16,2 3 16-16,-1-2 0 0,-1 3 176 0,-1 3-128 16,-4 3 128-16,-2 3-128 0,-3 2 128 0,-2 0 0 15,-6 2 0-15,0 0 0 0,5 6 336 0,-1 1 112 16,-1 4 0-16,-1-3 16 16,0 2 176-16,-1 2 16 0,0-2 16 0,1 2 0 0,-1 0-288 0,-1-1-64 15,0 1-16-15,0 0 0 0,1 1-112 0,1-4-32 16,-1-1 0-16,2-2 0 0,-3-6-160 0,0 0 160 15,0 0-160-15,0 0 160 0,0 0-160 0,0 0 128 16,6 4-128-16,1-4 128 0,-1-4-128 0,1 1 0 16,0-3 0-16,1-2 0 0,1-1 0 0,1-2 0 15,1-2 0-15,2-2-176 0,0 0 176 0,0-1-160 16,3 0 160-16,1 1-160 0,0 0 160 0,-1 0 0 0,-1 2 0 0,0 1-128 16,-1 4 128-16,-2 3 0 0,-5 2 0 15,3 3 0-15,-10 0 192 0,6 4 0 0,2 3 16 16,-2 2 0-16,-2 0 176 0,0 5 48 0,0-1 0 15,0 3 0-15,1 0-240 0,-1 1-64 0,0-2 0 0,1 2 0 16,2-1-320-16,-1-1-64 0,2 1 0 0,3-2-16 16,3-2-3184-1,3 0-640-15</inkml:trace>
  <inkml:trace contextRef="#ctx0" brushRef="#br0" timeOffset="150167.63">17864 4006 21183 0,'-10'-4'944'0,"6"1"192"0,1-1-912 0,6 0-224 0,8-4 0 0,-3 3 0 15,-8 5 3888-15,-3-6 720 0,1-2 160 0,-4 1 32 16,0 5-2928-16,-3-3-576 0,0-1-112 0,-2 4-32 16,-1-1-144-16,1 3-48 0,-4 0 0 0,2 4 0 15,-2 1-256-15,0-1-64 0,1 1-16 0,0 2 0 16,-2-1-80-16,3 1-16 0,0-2 0 0,2 2 0 16,1-1-128-16,4 3-16 0,0-2-16 0,2-2 0 15,4-5-240-15,0 0-128 0,3 9 128 0,4 0-128 0,-1 0 0 0,4-1 0 16,3 1 0-16,2-1 0 0,0 1 0 0,2-2-128 15,0 1 128-15,2-1-128 0,-1 1 128 0,0-1 0 16,-2-3 0-16,-2 2 0 0,-2 2 0 0,-2 0 0 16,-1 0 0-16,-1-2 0 0,-3-1 0 0,-5-5 0 15,4 7 0-15,-1 1 0 0,-3-8 128 0,-1 9-128 16,-3-1 128-16,-3 1-128 0,-3-1 128 0,-2-2-128 16,-2-1 128-16,-2 1-128 0,-2-1 0 15,-2 1 144-15,-1-2-144 0,-1 0 0 0,-1-1 0 0,1-1-320 16,-1 0 32-16,4-2 16 15,1-2-1856-15,1 2-368 0,2-2-80 0,2-1-11040 0,4-1-2192 16</inkml:trace>
  <inkml:trace contextRef="#ctx0" brushRef="#br0" timeOffset="151034.89">17943 3850 7359 0,'0'0'656'0,"0"0"-528"0,0 0-128 0,0 0 0 16,10 4 7440-16,1 0 1456 0,-1 2 304 0,-2 0 48 15,-1 3-6560-15,-1 4-1296 0,-2-1-272 0,1 4-48 16,1 1 256-16,-1 1 48 0,0 1 16 16,0 2 0-16,-1 3-672 0,0-1-128 0,0 2-16 0,0-2-16 15,-2 1-304-15,1-3-48 0,-2 1-16 0,1-1 0 16,-2-2-192-16,0-2 128 0,-2-1-128 0,1-2 0 16,0-2 0-16,-2-2 0 0,1-1-208 0,-1-1 64 15,0-1-240-15,3-7-64 0,-4 6 0 0,4-6 0 16,0 0-304-16,-6 2-64 0,6-2-16 0,-7-2 0 15,7 2-304-15,-6-4-64 16,-3-1-16-16,1 1 0 0,0-2 64 0,3-2 16 0,-2 0 0 0,2-1 0 16,0-1 496-16,1-2 112 0,0-1 16 0,1 0 0 0,1-2 80 0,-1 1 32 15,1 0 0-15,-1-1 0 0,2 2 400 0,1 2-128 16,0-1 128-16,1 0 0 0,0 0 384 0,1 3 176 16,-1-1 16-16,3 2 16 0,0 0 368 0,0 3 80 15,1 1 16-15,0 0 0 0,-1-2-80 0,3 2-16 16,-2-1 0-16,3 1 0 0,1 0-224 0,-1 1-48 15,2 1-16-15,2-1 0 0,-1 2-240 0,1-1-48 0,0 0-16 16,1 0 0-16,-1 1-176 0,-1 0-48 16,0 1 0-16,-1 0 0 0,1 2 32 0,-1 2 0 15,-1 0 0-15,0 0 0 0,-1 0 160 0,0 1 48 16,0 2 0-16,0-1 0 0,-2 2-80 0,-1 3-16 16,1 2 0-16,-1-2 0 0,0 0-112 0,0-1-32 0,-1 2 0 15,0 0 0-15,0-2-16 0,0 2 0 0,0-3 0 16,1-1 0-16,-4-2-128 0,-1-6 0 0,3 5 0 0,-3-5 128 15,0 0-128-15,0 0 0 0,0 0 144 16,0 0-144-16,0 0 0 0,0 0 0 16,0 0 0-16,0 0 0 0,5-2-144 0,0-3 144 0,1-1-160 0,-1 0 160 15,1-2-192-15,1 0 48 0,-1 2 16 16,3-3 0-16,3 1 128 0,0-4-192 0,-2 2 192 0,2 2-192 16,0-3 192-16,1 2-160 0,-1 0 160 0,-1 1-160 15,1 2 160-15,0 1-192 0,-2 1 192 0,2 2-192 0,-4 0 192 16,0 2-128-16,-1 0 128 0,1 1-128 0,-8-1 128 0,0 0 0 15,0 0 0-15,7 7 128 0,-2 0 48 0,-1 3 16 16,-1-1 0-16,-1 0 0 0,-1 0-16 0,-1 0 0 16,-1 0 0-16,0 2 0 0,0 0-176 0,-2 1 0 15,-1 1 144-15,1-1-144 0,5-3 0 0,-2 1 128 16,-3 2-128-16,3-3 0 0,0 0 0 0,1-1 0 16,1-1 0-16,0-1 128 0,2 1-128 15,0-2 0-15,0-1-176 0,4 0 176 0,-2 0-336 0,2-3 16 16,0-1 16-16,1 0 0 15,2-1-144-15,0-2-48 0,2 0 0 0,0 0 0 16,-1-3-288-16,0 1-64 0,-2-1-16 16,-1-2 0-16,1-1 144 0,-4 1 16 15,-1-4 16-15,-1 0 0 0,-2 1 496 0,-2-2 192 0,-2 0-176 0,0 0 176 0,-2-3 0 0,-2 2 320 0,0-1-64 0,-2 1 0 16,-1 1 224-16,-1 1 32 16,-1 2 16-16,1 2 0 0,-1 3-144 0,1 1-48 15,-1 1 0-15,2 2 0 0,1-2-208 0,1 3-128 0,-1-1 128 0,8 1-128 31,0 0-1808-31,0 0-432 0,-3 8-96 0</inkml:trace>
  <inkml:trace contextRef="#ctx0" brushRef="#br0" timeOffset="151329.51">18676 3845 46591 0,'0'0'2064'0,"0"0"432"0,0 0-2000 0,4 8-496 0,0 1 0 0,1 2 0 0,0-1 768 0,-1 2 48 16,0-2 16-16,0 5 0 0,0 2 112 0,0 2 16 16,-1 2 16-16,1 0 0 0,0 0-592 0,2 1-128 15,-3-3-32-15,0 2 0 0,-3 0-96 0,0-1-128 16,4-1 176-16,1-1-176 0,-5-1 0 0,1-2 0 15,3-4-192-15,-1-1 48 16,-3-3-1072-16,0-7-192 0,5 7-64 0,0-2 0 16,1 0-1344-16,0-3-256 0,2-1-64 0,0-1-15280 0</inkml:trace>
  <inkml:trace contextRef="#ctx0" brushRef="#br0" timeOffset="151710.57">18970 3981 20271 0,'0'0'1792'0,"0"0"-1424"15,-5 5-368-15,-1 0 0 0,-2-5 4784 0,1 4 880 0,-1 1 176 16,1 3 48-16,-2 1-3408 0,-2 3-688 0,1 1-128 0,-2 1-16 16,2 1-224-16,0-2-32 0,4 1-16 0,1 2 0 15,1-1-672-15,1 1-128 0,2 0-16 0,1-1-16 16,4 2-336-16,1-5-64 0,1 0-16 0,5-2 0 16,2 2-128-16,1-3 0 0,3-1 0 0,-1-2 0 15,0-2-208-15,0-1 80 0,1-2 128 0,2-1-208 0,0-1-48 16,-2-2 0-16,0-1 0 0,-1 2 0 0,-1-6-80 15,0 0-32-15,-2-2 0 0,0-1 0 16,-1-3-208-16,-1 0-64 0,0-2 0 16,-2 0 0-16,-1-2 0 0,-2 1-16 0,1 3 0 0,-3-1 0 15,-3 5 128-15,-2 0 16 0,-3 2 16 0,-1 1 0 16,-2 1 496-16,-1 2 208 0,-2 1-16 0,-1 3 0 0,0 4 640 16,-1 1 128-16,0 3 32 0,2 1 0 0,1 0-400 0,1 2-80 15,0 1 0-15,1 1-16 0,2-2-272 0,4 2-48 16,2 0-16-16,2 0 0 0,-1-1-160 15,4-1 0-15,0-1-160 0,2-1 160 16,1-2-944-16,1-2-80 0,2-1-32 0,1 0 0 16,0-2-1088-16,2-2-224 0,-2 0-32 0,0 0-16 15,-2-5-1616-15,2-1-320 0</inkml:trace>
  <inkml:trace contextRef="#ctx0" brushRef="#br0" timeOffset="152018.57">19202 3611 32255 0,'0'0'2864'0,"0"0"-2288"0,0 0-576 0,0 0 0 15,3 11 2368-15,1 1 352 0,4 1 80 0,0 1 16 16,-1-1-1216-16,0 2-256 0,-1 2-32 0,4 4-16 16,3 2-176-16,1 3-32 0,2 2-16 0,2 0 0 0,1-2-384 0,4 4-80 15,-1-4-16-15,-1 4 0 0,-2 0-96 0,-3-5-32 16,1 0 0-16,-2 1 0 0,1 3-192 15,0-1-32-15,-1 2-16 0,0 0 0 0,-1 0 16 0,-2 3 0 16,-3-3 0-16,-1-1 0 0,-2 0-240 16,-2 0 0-16,-1-3 0 0,-3-1 0 0,-2-3 0 0,0-1 0 15,-3-3 0-15,-1-1 0 0,0-1 0 16,-3-3 0-16,1 0 0 0,-1-1 0 0,-2-3-144 0,2 0 144 16,0-1-208-16,0-2 80 15,1 0-992-15,2-1-192 0,0 0-32 0,1-1-14400 16,0-2-2864-16</inkml:trace>
  <inkml:trace contextRef="#ctx0" brushRef="#br0" timeOffset="153035.99">2296 5862 27647 0,'-11'5'1216'0,"11"-5"256"0,0 0-1168 0,0 0-304 0,0 0 0 0,0 0 0 0,0 0 3344 0,0 0 624 16,0 0 112-16,8-4 16 0,-8 4-2672 0,11-2-528 15,2-1-128-15,2-1 0 0,1 0-208 0,1 0-48 16,-5 2 0-16,3-2 0 0,2 3-256 0,0-1-48 16,0 0-16-16,-1 0 0 0,-1 1-16 0,0 0-16 15,-1 1 0-15,0 0 0 0,0 2 32 0,-4 2 0 16,-2-1 0-16,-8-3 0 0,2 6 160 0,-2 2 32 16,-2 0 16-16,-2 4 0 0,-1 2 144 0,-3 3 32 15,-3 1 0-15,0 2 0 0,-2-2-128 0,-2 0 0 16,0 1-16-16,-1-1 0 0,0 0-144 15,1 0-32-15,-2-1 0 0,2-2 0 0,2-4-128 0,2 0-128 16,2-1 144-16,1-1-144 0,1 1 0 0,3-1 128 16,2-1-128-16,2-8 0 0,0 0 0 0,0 0 0 0,0 0 0 15,6 6 0-15,3 1-160 0,2-2 160 0,2-1-128 16,1-2 128-16,2-2 0 0,1-1-160 0,2-2 160 0,2 1 0 16,1-2-320-16,0 0 64 0,2-1 0 0,1-2 0 15,-3-1-1088 1,1-2-224-16,3 0-32 0,-2 0-16 0,-2-1-1584 0,-2 0-320 15,-1 0-64-15,-2 1-14144 0</inkml:trace>
  <inkml:trace contextRef="#ctx0" brushRef="#br0" timeOffset="153271.47">2846 5940 43311 0,'0'0'1920'0,"0"0"384"0,0 0-1840 0,0 0-464 0,0 0 0 0,0 0 0 0,0 0 976 0,0 0 112 16,0 0 0-16,0 0 16 0,0 0 176 0,0 0 16 15,0 0 16-15,0 0 0 0,10 2-928 0,2-1-176 16,0-1-32-16,0-1-16 16,2-2-608-16,2-1-112 0,1-2-16 0,0-2-16 15,-1-1-1536-15,4 0-304 0,3 1-64 0,0-3-10944 16,-2 1-2192-16</inkml:trace>
  <inkml:trace contextRef="#ctx0" brushRef="#br0" timeOffset="153687.39">3168 5733 29487 0,'-10'1'2624'0,"10"-1"-2112"0,0 0-512 0,0 0 0 0,0 0 3264 0,0 0 528 16,0 0 112-16,0 0 32 0,9-4-2912 0,0 2-576 0,1-1-112 15,-1 1-16-15,2 0 544 0,1-2 112 0,1 2 32 0,-2-1 0 16,1 2-448-16,-1 0-96 0,0 1-16 0,0 0 0 15,-11 0-96-15,9 1-32 0,0 0 0 0,-9-1 0 16,0 0-64-16,8 4-32 0,-8-4 0 0,0 0 0 16,6 7-48-16,-6-7-16 0,2 7 0 0,-1 1 0 15,-2 0 48-15,-1 1 16 0,-2 0 0 0,0 2 0 0,1 0-32 16,-3 0 0-16,0-1 0 0,1-1 0 0,-1 3-64 0,1 1-128 16,1 0 176-16,0 0-176 0,0-4 128 15,2 2-128-15,1-3 0 0,-1 2 0 0,2 2 0 0,2-4 0 16,1 1 0-16,1-1 0 0,0-1 0 0,1 0-144 15,3-1 144-15,1 2-128 0,2 1 128 0,2 2-128 16,1-3 128-16,-1 1-128 0,0-1-32 0,0-1 0 16,0 0 0-16,0 1 0 0,0 1 160 0,0 0-128 15,-3 0 128-15,-1-1-128 16,-3-1 128-16,-6-7 0 0,4 6 0 0,0 2 0 0,-3 0 0 0,-1 0 0 16,-2-1 128-16,-3 1-128 0,-3 0 160 0,-1 0-32 15,-2-2-128-15,-1 3 192 0,1 1-192 0,-2-1 128 16,-2 0-128-16,2 0 0 0,-1-3 0 0,0-2 0 15,1 2 0-15,1 0-160 16,3-1-1040-16,0 1-208 0,1-3-32 0,8-3-16 16,0 0-1904-16,0 0-384 0,0 0-80 0</inkml:trace>
  <inkml:trace contextRef="#ctx0" brushRef="#br0" timeOffset="153887.12">3852 5807 51087 0,'-9'7'2256'0,"9"-7"480"0,0 0-2192 0,0 0-544 0,0 0 0 0,0 0 0 0,-1 6 160 0,-3 2-160 15,2-1 128-15,-1 2-128 0,3-9 208 0,-1 8-32 16,-1-1-16-16,1 1 0 16,1 0-1840-16,1 0-368 0,3 0-80 0,1 0-11952 15,1 1-2400-15</inkml:trace>
  <inkml:trace contextRef="#ctx0" brushRef="#br0" timeOffset="154003.19">3910 6094 20271 0,'-7'4'1792'0,"3"1"-1424"0,1 2-368 0,3-7 0 0,0 0 4944 0,0 0 928 15,-2 6 176-15,2-6 32 0,0 0-4208 0,0 0-848 16,-1 7-160-16,1-7-32 0,0 0-256 0,0 0-32 16,0 0-16-16,9-1-14224 15,0-1-2832-15</inkml:trace>
  <inkml:trace contextRef="#ctx0" brushRef="#br0" timeOffset="154425.87">4507 5667 16575 0,'0'0'1472'0,"0"0"-1168"0,0 0-304 0,0 0 0 0,0 0 5504 0,0 0 1056 16,1 9 208-16,1 2 32 0,-1 2-3936 0,0 2-800 15,-2-1-144-15,0 3-48 0,-1-3-320 0,2 3-64 16,0 3-16-16,2-1 0 0,0 4-816 0,2 0-160 16,-3 2-48-16,2-2 0 0,1-1-304 0,0-1-144 15,-3-5 128-15,3 0-128 0,0 3 0 0,0-2 0 0,-2-3-224 0,2-3 80 31,-1-6-1936-31,-3-5-384 0,6 1-80 0,2 1-19136 0</inkml:trace>
  <inkml:trace contextRef="#ctx0" brushRef="#br0" timeOffset="154560.69">4600 5601 18431 0,'0'0'816'0,"-7"0"160"0,2 4-784 0,5-4-192 0,-5 3 0 0,5-3 0 15,0 0 1104-15,0 0 176 0,0 0 48 0,1 8 0 16,3 0-2288-16,2-1-464 0</inkml:trace>
  <inkml:trace contextRef="#ctx0" brushRef="#br0" timeOffset="154870.1">4879 5732 13823 0,'0'0'608'0,"0"0"128"0,-4 9-592 0,1-1-144 0,-1 1 0 0,-2-3 0 0,-5 1 5120 16,1 1 1008-16,-3 1 192 0,1-1 32 0,-1-3-3264 0,0 1-656 15,0 2-128-15,0 0-16 0,-2 1-784 0,1 0-160 16,0-1-16-16,-1 0-16 0,5 0-544 0,2-2-96 16,3-1-32-16,0 1 0 0,0-1-208 0,1 0-48 15,4-5-16-15,0 0 0 0,0 0-368 0,6 7 0 16,5-2 0-16,0 1 0 0,1-2 0 0,2-1-128 16,2-2 128-16,1 0-192 0,1 1 192 0,3 0 0 15,0-2 0-15,-2 2-128 0,0-2 128 16,-4 0 0-16,0 1 0 0,-2 2 0 0,-2 0 0 0,0 1 0 15,-2 2 0-15,-1 0 0 0,-2 1 0 0,-6-7 0 16,4 6 0-16,-2 3 0 0,-2 2 0 0,-2-1 0 16,0 2 0-16,-1-4 0 0,-2 0 0 0,-2-1 0 15,0 0-160-15,-1-1 160 16,2 0-960-16,0 0-96 0,-1 1-16 0,7-7 0 16,0 0-1488-16,0 0-288 0,0 0-64 0,0 0-15792 0</inkml:trace>
  <inkml:trace contextRef="#ctx0" brushRef="#br0" timeOffset="155187.85">5081 5831 13823 0,'0'0'1216'0,"-3"9"-960"0,-5-1-256 15,2 1 0-15,-1 1 6496 0,1 3 1248 0,-1-1 256 0,2 2 64 16,-2 3-5168-16,2-1-1024 0,1 1-208 0,0 0-32 16,2 0-384-16,0-4-80 0,4-1-16 0,-1-1 0 15,-1 0-688-15,4-1-144 0,2-1-16 0,4-2-16 16,-1-3-288-16,5-2 0 0,2-2-128 0,2-2 128 15,1 0-304-15,1 0 48 0,1-2 0 0,0-1 0 16,-2 0-352-16,1-2-64 0,-2-1-16 0,-1 2 0 16,-1-3-16-16,-3 1-16 15,-2 0 0-15,-1-1 0 0,-5-2 208 0,-1 1 64 0,-3-1 0 16,0 2 0-16,-2-4 256 0,-2 2 192 0,0-1-208 0,-3 0 80 16,-2 0 128-16,-2 2 0 0,-2 1-144 0,-1-3 144 0,-1 3 0 0,1 4-144 15,0 1 144-15,0-1 0 0,-3 3-320 0,2-2 32 16,0 2 16-16,2 2 0 15,1 0-816-15,4 0-144 0,0 0-48 0,7 0 0 16,0 0-1056-16,0 0-224 0,0 0-32 0,0 0-16 16,10 4-528-16,3 1-96 0,3-1-32 0</inkml:trace>
  <inkml:trace contextRef="#ctx0" brushRef="#br0" timeOffset="155438.44">5444 5845 7359 0,'13'-4'320'15,"-6"3"80"-15,1-2-400 0,0-1 0 0,1 2 0 0,0-2 0 0,-1 0 4176 0,-1-1 752 16,0 0 160-16,-2-1 32 0,-1 1-2544 0,-4 5-496 0,0 0-96 0,0 0-32 15,0 0 240-15,-6-1 48 16,-1 1 16-16,-2 2 0 0,-2 2-336 0,0 2-80 16,-1 1-16-16,-1 4 0 0,0 2-512 0,-1 1-96 0,-2 4-32 0,0-1 0 15,2 0-432-15,1 0-96 16,1 0-16-16,3-1 0 0,1-2-288 0,3 2-64 0,2-2-16 0,5-1 0 16,2-4-272-16,2-1 0 0,3-1-128 15,3-1 128-15,2 1-416 0,2-2 16 0,1-1 0 0,3-4 0 16,-1-4-1024-1,3-1-208-15,0-4-32 0,2 1-16 0,-2 0-896 16,1-1-176-16,0-3-48 0,-2 0 0 0,-1-6-1168 16,0 0-256-16</inkml:trace>
  <inkml:trace contextRef="#ctx0" brushRef="#br0" timeOffset="155842.13">5697 5646 7359 0,'-6'-11'656'0,"2"7"-528"0,-1 0-128 0,-1 1 0 0,0 0 6592 0,6 3 1296 15,-7-3 256-15,2 3 48 0,0 2-5056 0,5-2-1024 16,-3 5-208-16,2 1-48 0,-2 2-128 0,3 3-48 15,2-1 0-15,-1 2 0 0,0 3-624 0,1 2-128 16,0 2-32-16,2 0 0 0,1 3-384 0,1-1-96 16,0 1-16-16,1 2 0 0,-1-3-144 0,1 1-16 15,-1-3-16-15,2 1 0 0,0-2-96 0,0-1-128 16,-2-1 176-16,-1-3-176 0,-1-4 160 0,3-1-160 16,-3-2 128-16,0 0-128 0,0-1 0 0,-4-5 128 15,0 0-128-15,0 0 0 0,0 0 0 0,5 0 0 16,-5 0 128-16,8-4-128 0,-3 1 0 0,0-1 0 15,0-4 0-15,2 1-176 0,-1-4 176 0,2-1-128 0,0-2 128 0,1-2-128 16,3 1-16-16,-1-2 0 0,1 0 0 16,1 1 0-16,3-2-48 0,-3 1 0 0,0 1 0 0,-1 1 0 15,-1 0 64-15,0 4 0 0,-2 0 0 16,-1 5 0-16,-2 3 128 0,-6 3 0 16,0 0 0-16,7 4 0 0,-2 3 0 0,0 0 256 0,-2 3-64 0,-2 1-16 15,2 0 64-15,-2 2 16 0,0 0 0 0,2 2 0 16,0 2-256-16,1 2 128 0,-2-4-128 0,3 1 0 0,1-2 0 15,-1-1-128-15,1 0-16 0,2-4 0 16,1 1-1264-16,2-3-256 0,-1-1-64 16,2-1 0-16,2 1-1072 0,2-4-208 0,-2-2-64 0,3-2-9520 15,-1-3-1904-15</inkml:trace>
  <inkml:trace contextRef="#ctx0" brushRef="#br0" timeOffset="156401.81">6314 5823 26895 0,'0'0'1184'0,"-4"-3"256"0,-1-1-1152 0,-2 1-288 0,2 0 0 0,-1 2 0 0,-2 1 2992 0,-1 1 528 15,-1 2 128-15,0 0 0 0,-2 1-992 0,2 2-208 16,-2 0-32-16,0 2-16 0,1 1-992 0,-1 1-208 16,1 0-48-16,1 1 0 0,2-3-512 0,-1 1-128 15,3 0 0-15,2 2-16 0,1-3-336 0,2 2-160 16,1-1 160-16,1 0-160 0,-1-9 0 0,7 4 0 16,0 0-208-16,1 1 64 0,1-2-176 0,2 0-48 15,-1-1 0-15,2-2 0 16,-2-1-256-16,2-2-48 0,1-1-16 0,-1-1 0 15,-2-1-64-15,2-1-16 0,0-1 0 0,1-1 0 16,1-1 16-16,-1-1 0 0,0-3 0 0,-1 0 0 16,-2-1 240-16,2 4 64 0,-3-1 0 0,0 1 0 0,2 0 304 15,-2 0 144-15,-1 1-128 0,1 3 128 0,-3-1 0 0,1 5 128 16,-7 3 0-16,0 0 0 0,0 0 576 0,5 0 128 0,-5 0 32 0,5 3 0 16,2 3-32-16,-3 0 0 0,-2 3 0 0,2-1 0 15,0 5-160-15,0 0-32 0,1 0-16 0,1 2 0 0,-5-1-224 16,1 0-32-16,1 1-16 0,0-2 0 15,1-2-160-15,0 0-48 0,1-5 0 0,-1 1 0 16,0 1-144-16,-2-2 0 0,-2-6 0 0,4 4 128 0,-4-4-128 0,7 1 0 16,-7-1 0-16,6-1 0 0,1-1 0 0,-2-2 0 15,0-2 0-15,2 1 0 0,-1-3-176 0,1-2 176 16,-1-2-128-16,1 0 128 0,2 1-192 0,0-2 32 16,0-2 16-16,1 0 0 0,1-1-112 0,-1-1 0 15,2 0-16-15,0 3 0 0,0-2 64 0,-2 6 16 16,0-1 0-16,-2 2 0 15,-1 5 192-15,-2-2 0 0,1 3 0 0,-6 3-144 0,0 0 320 0,0 0 64 16,6 5 16-16,-1 2 0 0,0 3 112 0,-1-2 16 0,0 1 16 16,0 2 0-16,0 0-192 0,0 1-32 15,-2 0-16-15,3 1 0 0,-1-1-160 0,2 3 0 16,-1-2 0-16,-1-1 0 0,1 0 0 16,1 1 0-16,1-3 0 0,-1 1 0 15,2-5-1088-15,-1-1-192 0,-1-1-32 0,2-1-16 16,1-2-2656-16,-1-1-544 0,6-1-96 0,-2-7-32 0</inkml:trace>
  <inkml:trace contextRef="#ctx0" brushRef="#br0" timeOffset="156556.24">6788 5600 14735 0,'0'0'640'0,"0"0"160"0,0 0-640 0,0 0-160 0,-3 1 0 0,0 3 0 16,3-4 4288-16,0 0 816 0,6 9 160 0,1 2 48 0,-2-1-4416 15,4 1-896-15,4-2-160 0,3 1-9744 16,0 3-1936-16</inkml:trace>
  <inkml:trace contextRef="#ctx0" brushRef="#br0" timeOffset="156800.4">7199 5771 9215 0,'0'0'816'0,"4"-4"-656"0,-3-1-160 0,2-2 0 0,-3 7 3792 0,0-6 736 16,1-1 144-16,-1 7 16 0,-5-6-1680 0,-3 2-320 15,2 0-80-15,-5 4-16 0,-2 0 96 0,0 2 32 16,-1 4 0-16,0 1 0 0,-1 3-864 0,1 1-192 16,1 4-16-16,-2 0-16 0,-1-2-624 0,1 2-128 15,3-2-32-15,3 1 0 0,5 2-272 0,3-1-64 16,1 1-16-16,3-2 0 0,2-1-336 0,4-1-160 16,0 0 160-16,2-3-160 0,0 1 0 0,4-2 0 15,2-1 0-15,1-2 0 0,0-1 0 0,3-2 0 16,-5 0 0-16,1-2 0 0,2-2-272 0,1 1 48 0,1 0 16 15,1-3 0 1,-1-4-2208-16,-1-1-432 0</inkml:trace>
  <inkml:trace contextRef="#ctx0" brushRef="#br0" timeOffset="158224.44">7821 5502 13823 0,'0'0'1216'0,"0"0"-960"15,-5 5-256-15,5-5 0 0,0 0 7680 0,17 8 1472 16,23 3 320-16,-11-1 48 0,-23 2-7024 0,-2 2-1392 0,-2 2-272 0,-2 5-64 16,-2-3 176-16,1 7 32 0,0-2 16 0,-2 3 0 15,2-1-416-15,-1 1-64 0,1 0-32 0,0 0 0 16,1-4-288-16,0-1-48 0,1-1-16 0,0-3 0 16,-1-2-128-16,-1-3 0 0,2-1 0 0,-1 0-176 15,2-4 176-15,-2-7 0 0,0 0 128 0,0 0-128 16,0 0 0-16,0 0-128 0,0 0 0 0,5-7 0 0,0 1-64 0,0-5 0 15,2 1 0-15,-2-3 0 0,0-1 0 0,1-2-16 16,0 0 0-16,1 1 0 0,0-5-96 0,1-1-16 16,1 0 0-16,-1 2 0 0,0-1 0 15,0 3-16-15,-2 0 0 0,1 3 0 16,-1 2 80-16,1 6 32 16,-1 1 0-16,-6 5 0 0,0 0 224 0,0 0 0 0,6 5 144 0,-1 3-144 0,-1 2 480 0,1 2 0 15,1 1 0-15,0 4 0 0,-2-2-128 0,1 4-32 16,1 0 0-16,1-2 0 0,1-1-192 0,0-2-128 15,1 2 128-15,1-3-128 0,-1-3 0 0,2 1 0 16,0-2 0-16,1-3 0 0,0 1-160 0,1-5 0 16,1 1 0-16,-2-2 0 0,-3-1-32 0,0-1 0 15,2-2 0-15,-4 1 0 0,3-5 0 0,-1 2 0 0,-1-1 0 16,-2-2 0-16,2-1 0 0,0 1 0 16,-2-3 0-16,-1 1 0 0,-1-2 0 0,2 2 0 0,-3-5 0 15,1 1 0-15,0 0 0 0,-2 1 0 0,-1 0 0 16,-1 2 0-16,0 2 192 0,0 3-192 15,0 6 192-15,0 0-192 0,0 0 192 0,0 0 0 16,0 0 0-16,0 0 128 0,0 0-128 0,0 0 176 0,0 0-176 0,0 6 192 16,0 3-192-16,1 2 0 0,2 0 0 15,1 4 0-15,2-3 0 0,1 2 0 0,-1 0 0 0,5 1 0 16,0-1 0-16,4-1-176 16,2-1 176-16,1 1-192 0,2-3 0 0,0-1-16 15,3-1 0-15,0-3 0 16,4-2-272-16,-2-2-48 0,-1-2-16 0,-1 0 0 15,1-2-96-15,-2-1 0 0,-1-1-16 0,-1 1 0 0,1-3 80 16,-2 0 32-16,-4-1 0 0,1 0 0 0,-3-1 192 0,0-2 32 0,-3 0 16 16,-1-1 0-16,-2 0 304 0,-3-1 0 0,-3 0 0 0,1 1 0 0,-4 3 368 0,0-1 16 15,-4 2 16-15,0 3 0 0,-3 0 480 16,-3 3 80-16,0 2 32 0,-2 2 0 0,0 3 144 0,-2 1 16 16,0 2 16-16,1 1 0 0,2-1-528 0,0 3-128 15,0-1 0-15,2 0-16 0,5 1-272 0,-1-3-48 16,2 1-16-16,1 1 0 0,1-1-160 0,2-2 0 15,1 1-160-15,4-2 160 0,-4-6-384 0,5 5 0 16,-5-5 16-16,8 4 0 16,1 0-80-16,0-1 0 0,-9-3-16 0,11 0 0 15,0-3 16-15,0 1 0 0,-1-2 0 0,1-2 0 16,0 1-64-16,0-1 0 0,-5-2 0 16,2 0 0-16,-1-1-64 0,-2 0-32 15,1 0 0-15,1 0 0 0,-2-2 160 0,-1 2 48 0,0 0 0 0,-3 2 0 0,-1 7 160 16,0 0 48-16,0 0 0 0,0 0 0 0,0 0 368 0,0 0 80 15,0 0 0-15,0 0 16 0,-4 8 160 0,2 1 16 16,0 0 16-16,2 1 0 0,0-3-224 0,4 3-48 0,2 0-16 0,1 0 0 16,3 1-176-16,-1-3 0 0,2-1 0 0,2 1 0 15,2-1-128-15,2-1-16 0,1-2 0 0,2-1 0 16,-1-1-176-16,1 1-16 0,1-4-16 0,-1-1 0 16,0 0 32-16,-1-2 16 0,2-1 0 0,-4 1 0 15,-1-3 112-15,0-1 32 0,-3 2 0 0,0-2 0 16,-3-2-32-16,-1-2 0 0,0-1 0 0,-1-3 0 15,-1-1 0-15,-1 0-16 0,-1-1 0 0,1 0 0 0,-2-2 64 0,-1 2 16 16,1-1 0-16,-2 0 0 0,-1-4 128 16,0 3 144-16,1-1-16 0,-2 6-128 0,0 2 416 0,-2 2-32 15,1 2 0 1,0 1 0-16,-3 2 432 0,1 3 80 0,3 3 0 0,0 0 16 0,0 0-48 0,0 0-16 16,0 0 0-16,0 0 0 0,0 7-400 15,0 3-96-15,0 2-16 0,0 2 0 0,3 3-112 16,-1 3-32-16,1-1 0 0,0 2 0 0,0 1-192 15,0 2 128-15,0 1-128 0,1-2 0 0,1-1 0 16,-1 0 0-16,0-1 0 0,1-1 0 16,-3-1-432-16,1-3-16 0,0-2-16 0,-1-1 0 15,2-2-1136-15,-1-2-240 0,-2-1-32 0,-1-8-16 16,0 0-1392-16,0 0-288 0,0 0-48 0</inkml:trace>
  <inkml:trace contextRef="#ctx0" brushRef="#br0" timeOffset="158412.2">9024 5711 39615 0,'-13'1'1760'0,"13"-1"352"0,-6 0-1680 0,2 3-432 15,4-3 0-15,0 0 0 0,0 0 1504 0,0 0 224 0,0 0 32 16,10 2 16-16,3 2-512 0,3-1-112 16,2 1 0-16,3 0-16 0,4 0-720 0,1-3-144 0,3-1-16 15,2 0-16 1,5-1-880-16,2-2-192 0,3-1-16 0,4-1-20944 0</inkml:trace>
  <inkml:trace contextRef="#ctx0" brushRef="#br0" timeOffset="159958.76">10125 5721 4607 0,'0'0'400'0,"0"0"-400"0,0 0 0 16,0-9 0-16,1 1 6976 0,7-2 1328 15,7-3 256-15,-4 4 48 0,-10-2-6192 0,-5 2-1248 16,-6 0-240-16,-1 1-48 0,0-3 592 0,-1 1 128 16,-2 3 32-16,-2 1 0 0,-5 4-512 0,0-1-96 15,0 2-32-15,-1 2 0 0,1 2-208 0,0-1-32 0,2 5-16 0,1 2 0 16,-1 3-144-16,1 1-16 0,3-3-16 0,1 2 0 16,4 2-368-16,2-1-192 15,2-1 192-15,2 0-192 0,3-2 0 0,2 1-224 0,0-2 16 0,4-1 0 31,3-2-288-31,1-1-48 0,2-1-16 0,2-1 0 0,1-1-144 16,3-3-16-16,1-1-16 0,1-2 0 0,-1-2-160 16,-1 0-48-16,-3-1 0 0,2 0 0 0,-1-1 16 15,1 0 0-15,0-1 0 0,-2 0 0 0,-2 0 160 0,1-2 48 16,2 3 0-16,-2-3 0 0,-2 1-48 0,-1 3-16 16,-2 0 0-16,0 1 0 0,1-1 224 0,-4 3 48 15,-5 4 16-15,0 0 0 0,0 0 672 0,0 0 128 0,0 0 16 0,0 0 16 0,0 0 832 0,-1 9 176 16,0-2 16-16,1 2 16 0,0 0-480 0,2 3-112 15,2-3-16-15,3 3 0 0,-1-1-416 0,2 1-96 16,3 0 0-16,0 1-16 0,1-3-112 0,4-1-128 16,-1 1 176-16,2-3-176 0,1 0 128 0,1-2-128 15,2 2 0-15,-1-2 0 0,3-5 0 0,-3 0-144 16,1 0 16-16,0-3 0 0,0 1-64 0,-1 0 0 16,-2-3 0-16,1 1 0 0,-2-1 192 0,2 0-160 15,-5-3 160-15,0 0-160 0,-3 0 160 0,-1 0-192 16,-1 1 192-16,-1-1-192 0,-3 1 192 0,1-3 0 15,-1 1 0-15,-1 1 0 0,-6 0 0 0,-3 2 128 16,-1 0 0-16,-2-1 0 0,1-3 128 0,1 3 48 16,-3 1 0-16,-1 4 0 0,-4-5 80 0,-1 5 32 0,1-1 0 15,-1 3 0-15,-1-1-96 0,-1-1-32 16,-2 4 0-16,2 0 0 0,-2 4-96 0,1 0 0 0,-1 2-16 16,2 1 0-16,4-1-48 0,1 2 0 0,2-1 0 0,2 2 0 15,0 2 16-15,3-1 0 0,2-2 0 16,2-1 0-16,1 0-144 0,2-1 0 0,4-1 0 0,0-2 0 15,1-1-240-15,0 0 32 0,1-2 0 0,3-2 0 0,0-1-112 16,4-2 0-16,-2-1-16 0,0-1 0 16,0 1-64-16,1-6-16 0,-1 1 0 0,2 0 0 15,-4-2-272-15,4 1-48 0,-1-2-16 16,-2-2 0-16,1-3-64 0,-1 0-16 0,2 1 0 0,-1-1 0 16,-1-2 128-16,-2-2 0 0,0-3 16 0,1 2 0 0,-2 1 448 15,-1 3 96-15,-3 4 16 0,0-2 0 0,-1 2 480 0,-1 3 96 16,-6 3 32-16,1 3 0 0,-1 1 800 15,3 4 176-15,-7 4 16 0,2 1 16 0,-1 1-192 0,1 2-32 16,2 2-16-16,0 3 0 0,2 3-752 0,1 1-160 16,1 0-16-16,1 1-16 0,-1 0-48 0,2 0-16 15,0 1 0-15,3-1 0 0,0 1-48 0,5 1 0 16,2-2 0-16,0 0 0 0,-3-1-192 0,2 0 0 16,2-4 128-16,2 0-128 0,2-1 0 0,0-1 0 15,1-1 0-15,-1-4 0 0,1 0-256 0,1-2 48 16,-3-3 16-16,1-1 0 15,0-1-240-15,1-1-32 0,-4-2-16 0,1 0 0 16,-2-2-16-16,1-1 0 0,-4 1 0 0,0-2 0 0,-1 0 112 0,-1-2 32 16,-2 1 0-16,-1-2 0 0,-2-3 144 0,-2 0 16 15,-2-1 16-15,0 0 0 0,-2 6 176 0,2 1 0 0,-2 0 0 0,-2 1 0 16,-5 1 256-16,0-1 16 0,-2 2 16 16,-2 4 0-16,-1 1 288 0,-1 2 64 0,-2 4 16 0,2 0 0 15,-1 1-32-15,2-1-16 0,-1 1 0 0,2 1 0 16,0 1-384-16,3 1-80 0,1 2-16 0,2-3 0 15,2-1-128-15,1 1 0 0,3 1 0 0,2-3 0 16,-1-1 0-16,1 1 0 0,-1-7 0 0,6 8 0 16,0-3-256-16,2-1 80 0,0-3 16 0,2-1 0 15,-1 0-64-15,2-1-16 0,1-2 0 0,1 1 0 16,1-4-32-16,-1 0-16 0,-1-2 0 0,-1-1 0 16,1 0 32-16,0 0 0 0,0-3 0 0,-1-1 0 0,2-1 80 15,-1-2 32-15,-1 0 0 0,0-2 0 0,1 0 16 16,0-1 0-16,0 1 0 0,-3-4 0 0,0 1 128 15,0 0-192-15,-4 3 192 0,-1 2-192 0,0 5 192 16,-1-1 128-16,-3 4-128 0,-3 3 176 0,3 5 528 0,-5-1 96 16,-1 3 32-16,-1 3 0 0,-1 3-32 0,1 3 0 15,5 2 0-15,-2 1 0 0,-1 2-384 0,1-3-80 16,2 1-16-16,1 2 0 0,0 1-176 0,2-2-144 16,0 1 192-16,3 2-192 0,3-3 128 0,1 2-128 15,1-3 0-15,1 0 0 0,3 1 128 0,3-2-128 16,-3-3 0-16,0-1 0 0,0-2 0 0,1-2 0 15,2-1 0-15,-2-2 0 0,1-3-192 0,-1 0 0 16,2-2 0-16,-2 1 0 0,-1-4-176 0,-1 0-16 0,-1-1-16 16,1-2 0-1,-3-1-32-15,0-1 0 0,-1 1 0 0,0 0 0 0,-1-2 48 0,-1 1 0 0,1 1 0 16,-3 1 0-16,-2 0 256 0,-1 1 128 0,-1 0-128 16,0 8 128-16,0 0 368 0,0 0 144 15,0 0 48-15,0 0 0 0,0 0 176 0,0 0 32 0,0 0 16 16,-2 5 0-16,-1 3-400 0,2 1-96 0,1 2-16 0,1-1 0 15,1-1-272-15,-1 2 0 0,1-1 0 0,4 2 0 16,-2-3-496 0,1 1-144-16,0-1-48 0,0 1 0 0,0-5-1440 0,3-1-304 15,-8-4-48-15,8 4-11072 0,3-3-2208 0</inkml:trace>
  <inkml:trace contextRef="#ctx0" brushRef="#br0" timeOffset="160109.91">11467 5483 19343 0,'-3'-5'1728'0,"-3"-5"-1392"0,1-1-336 0,-1-2 0 0,3 1 4144 0,2 0 752 16,-1 2 160-16,2 1 16 0,0-1-3536 0,0 10-704 16,-1-6-128-16,1 6-48 0,1-7-32 0,-1 7-16 15,3-5 0-15,1 0 0 16,2 0-848-16,2 2-160 0,3-2-48 0,2 1-11776 16,1 1-2368-16</inkml:trace>
  <inkml:trace contextRef="#ctx0" brushRef="#br0" timeOffset="160307.89">11758 5287 42207 0,'-12'0'1872'0,"9"0"384"0,3 0-1808 0,0 0-448 16,0 0 0-16,0 0 0 0,0 0 944 0,0 0 80 15,0 0 32-15,1 11 0 0,-2 0 368 0,2 4 80 16,0 0 16-16,0 4 0 0,-2-1-656 0,-1 3-128 0,-1 0-32 16,2 1 0-16,-1-3-384 0,2 1-96 15,-1-1-16-15,-2 0 0 0,2-2-208 0,0-2 0 0,0 0 0 0,-1-2 0 31,0 0-688-31,2-2-128 0,0 0-16 0,0-3-16 16,-2 1-1344-16,1-3-272 0,1-6-48 0,0 0-11280 0,0 0-2256 0</inkml:trace>
  <inkml:trace contextRef="#ctx0" brushRef="#br0" timeOffset="160566.66">11564 5493 33631 0,'0'0'1488'0,"0"0"304"0,0 0-1424 0,0 0-368 0,0 0 0 0,0 0 0 0,10 0 1664 0,1-1 272 15,1 2 48-15,-1 2 16 0,4-3-112 0,-1 0-32 16,-1 2 0-16,4 0 0 0,1-4-832 0,0 2-192 16,1 0-16-16,0 0-16 0,0-1-416 0,-1 2-96 15,0 1-16-15,0 0 0 0,-1 2 0 0,-1 1 0 16,-2 3 0-16,-1-1 0 0,-1 1 96 0,-2 1 16 16,1 4 0-16,-2-3 0 0,-3-1-64 0,1 0 0 15,-2 1 0-15,0 1 0 0,-1-2-144 0,0 3-48 16,-1-1 0-16,-1-2 0 15,0-1-128-15,-1-2 0 0,-1-6 0 0,0 0 0 16,0 0-1072-16,0 0-240 0,3 7-48 0,-3-7-16 16,5 2-3312-16,-5-2-672 0</inkml:trace>
  <inkml:trace contextRef="#ctx0" brushRef="#br0" timeOffset="161283.97">11963 5317 10127 0,'0'0'896'0,"0"0"-704"0,0 0-192 0,0 0 0 15,0 0 5808-15,0 0 1120 0,0 0 240 0,0 0 32 16,0 0-5408-16,6 11-1088 0,0-2-224 0,0 1-32 16,1-1-128-16,2 2-32 0,-1-1 0 0,2 1 0 15,0-2-288-15,0 1 0 0,1 1 0 0,2-1 0 16,2-1-512-16,-1 0-128 0,-1-2 0 0,3 1-16 16,1-1-592-16,-3 1-112 0,0-1-32 0,2-1 0 15,1 1 656-15,0-3 128 0,0 0 32 0,-1-2 0 0,2-1 576 0,-1-1 336 16,-6 0-32-16,1 0-16 0,-1-1 832 0,-4 0 160 15,-7 1 48-15,0 0 0 0,4-5-80 0,-4 5-16 16,0 0 0-16,0 0 0 0,-2-4-112 0,-3-3-32 16,-2 5 0-16,-1 0 0 0,-1 4-64 15,-1 0 0-15,-3 2-16 0,0 1 0 0,-2 1-112 16,0 0 0-16,-1-1-16 0,0 3 0 0,-5 4-112 16,3 1-32-16,3-1 0 0,1-2 0 0,4-1-400 0,1-1-80 15,1 0 0-15,4 0-16 0,2 1-240 0,0-3 0 16,2-6 0-16,3 8 0 0,-3-8-192 0,0 0 192 15,6 7-192-15,2-2 192 0,1-1-272 0,0-2 48 16,1 2 16-16,-3-4 0 0,3 0-64 0,0-4-16 16,-1 2 0-16,0-1 0 0,2 1 0 0,0-2 0 15,1-2 0-15,1 0 0 0,0-3 32 16,0 0 16-16,0 0 0 0,0-1 0 0,2 0 48 0,-1 1 0 16,0 0 0-16,-1 0 0 0,-1 5 192 0,-1 0 0 15,-2-1 0-15,0 3 0 0,0 2 0 0,-1 3 288 16,-2 2-32-16,1 2-16 0,-7-7 432 0,2 9 96 0,1-3 0 15,0 3 16-15,-2 2-176 0,0-1-32 0,1-2-16 0,0 0 0 16,2 0-224-16,-1 0-32 0,-3-8-16 16,2 6 0-16,2 1-288 0,3-2 160 0,-2-1-160 0,0-2 128 15,0 1-128-15,2 1 0 0,1-3 0 16,1-1 128-16,-1-1-128 0,-2-3 0 0,-1-1 0 0,2 1 0 16,-1-3 0-16,1-1 0 0,-1 1 0 0,2-1 0 15,1-4 0-15,0 2-176 0,1-2 176 0,-1 0-128 16,1-1 128-16,2 0-160 0,1-1 160 0,1-1-160 0,1 1 160 15,-1 1 0-15,0 0-144 0,1 3 144 0,-1 2 0 0,-1 1 0 16,-1 3 0-16,-3 3 0 0,0 4 0 16,-1-1 0-16,-8-2 224 0,10 7-64 0,2 2 144 0,0 1 16 15,-1 1 16-15,1 2 0 0,0-2-144 0,-2 4-16 16,2-3-16-16,0 1 0 0,1 2-160 0,0-2 128 16,-3-1-128-16,2 1 128 0,1-1-128 0,0-3 0 15,0 1 0-15,0 1 0 16,-1-3-1344-1,2 1-256-15,2-1-64 0</inkml:trace>
  <inkml:trace contextRef="#ctx0" brushRef="#br0" timeOffset="168530.25">2237 7309 20271 0,'-5'-1'1792'0,"5"1"-1424"15,0 0-368-15,0 0 0 0,0-7 3952 0,1 1 720 16,4 1 128-16,2-2 48 0,0-1-4080 0,3 2-768 16,-1-1-256-16,4 1 0 0,1-1 256 0,2 1 192 15,-2-1-16-15,3 3-16 0,-1 2-160 0,0 0 160 16,-1 2-160-16,1 2 160 0,-3-1-160 0,-1 0 128 16,-4 1-128-16,1 0 128 0,-1 1 48 0,-8-3 0 15,0 0 0-15,3 8 0 0,0 1 288 0,-2-3 64 16,-2 2 16-16,-3 1 0 0,-1 0 192 0,-3 2 32 15,0-3 16-15,-1 1 0 0,-1 0-64 0,-1 1-16 16,0-3 0-16,-1 1 0 0,-1 1-128 0,2-3-16 0,1 1-16 16,1-2 0-16,1 0-176 0,1 0-48 0,2-1 0 15,5-4 0-15,0 0-192 0,0 0-128 0,0 0 160 0,0 0-160 16,0 0 0-16,0 0-128 0,9 6-16 0,3-1 0 16,1-4 144-16,3 2-208 0,1-1 80 0,1-2 128 15,0 2-192-15,2-2 192 0,2 0-192 0,-3 0 192 16,-2 1-160-16,2 3 160 0,-4-2 0 0,-2 4-144 15,-1 0 144-15,-1 3 0 0,-4-1 0 0,1 1 0 0,-4 2 0 16,0-1 0-16,0 2 160 0,-4 0-160 0,-3-1 304 0,1 2-48 16,-2-5 0-16,-1 3 0 0,-3 2 160 0,0-2 32 15,-2 0 0-15,-2-2 0 0,-3 1-160 16,1-2-32-16,0 0 0 0,-3 0 0 0,0-2-128 16,0 1-128-16,-1-5 192 0,1 2-192 0,0 0 0 0,0 0-192 15,2-1 0-15,2-1 0 16,2 1-1664-16,2 0-336 0,1-3-64 0,8 0-11552 15,0 0-2304-15</inkml:trace>
  <inkml:trace contextRef="#ctx0" brushRef="#br0" timeOffset="168698.71">2770 7368 16575 0,'0'0'1472'0,"0"0"-1168"15,0 0-304-15,0 0 0 0,0 0 6240 0,0 0 1184 16,0 0 256-16,0 0 32 0,0 0-6368 0,13 4-1344 15,3-3-144-15,-3 0-96 0,-1-1 64 0,1-1 16 0,4 0 0 0,2-4 0 32,5-2-3744-32,-1 1-736 0</inkml:trace>
  <inkml:trace contextRef="#ctx0" brushRef="#br0" timeOffset="169090.42">3358 7131 28559 0,'-9'4'2544'0,"9"-4"-2032"0,0 0-512 0,0 0 0 0,-4 5 3120 16,4-5 528-16,-2 5 96 0,2-5 32 0,0 0-1920 0,-3 6-368 15,-1 1-80-15,4-7 0 0,-1 8-32 0,-2 0 0 16,1-1 0-16,-1 1 0 0,0 3-656 0,0-2-128 16,-3 1-16-16,1 1-16 0,-1-1-160 0,0 1-16 15,0-1-16-15,-1 0 0 0,0 1-112 0,-1 2 0 16,0 0-16-16,1-3 0 0,-2 1-96 0,1-5-16 15,2 2 0-15,-1 0 0 0,1 0-128 0,1-2 0 0,5-6 0 0,-2 7 128 16,0-1-128-16,2-6 0 16,0 0 0-16,0 7 0 0,0-7 0 0,0 0 0 15,5 5 0-15,1 2 0 0,1-2 0 0,1-3 0 16,0 2 0-16,1-4 0 0,3 2-160 0,-1-2 160 0,1 0 0 0,0 0-144 16,3-2 144-16,2 2-160 15,0-4 160-15,-1 2-160 0,2-3-32 0,0-1 0 16,1 1 0-16,2 0 0 15,-1 0-192-15,-1 1-32 0,0-3-16 0,-1 1 0 16,1-1-864-16,-2 2-176 0,-2 0-48 0,-2 1 0 16,-2 1-112-16,-1-1-32 0,-1 2 0 0,-1 2 0 0,0-4-544 15,-8 4-112-15,0 0-32 0,0 0 0 0,0 0-880 16,0 0-176-16</inkml:trace>
  <inkml:trace contextRef="#ctx0" brushRef="#br0" timeOffset="169354.45">3408 7161 18431 0,'0'0'1632'0,"0"0"-1312"0,0 0-320 0,0 0 0 15,-4-2 4688-15,4 2 880 0,0 0 160 0,0 0 32 0,0 0-3680 0,0 0-736 16,0 0-160-16,0 0-32 16,0 0 224-16,5 8 32 0,0 1 16 0,1-1 0 0,-1 4-624 0,0 2-128 15,2 2-32-15,-1 3 0 0,-1 6-192 0,1 1-32 16,-1 2-16-16,0 0 0 0,0 4-96 0,0 0-32 15,-1 1 0-15,0-1 0 0,0-2-272 0,0-1 160 16,0-2-160-16,0-3 128 0,0-1-128 0,-2-2 0 16,1-3 0-16,1-1 0 15,1-4-464-15,0-2-176 0,-1-2-48 0,1-3 0 16,1-2-1744-16,3-1-368 0,5 1-64 0</inkml:trace>
  <inkml:trace contextRef="#ctx0" brushRef="#br0" timeOffset="169537.16">3989 7240 48255 0,'-13'9'2144'0,"13"-9"432"0,0 0-2064 0,-6 2-512 0,6-2 0 0,0 0 0 16,0 0 224-16,0 0-64 0,-4 5-16 0,4-5 0 31,0 0-960-31,0 0-192 0,6 5-32 0,4 2-12784 0,1-1-2544 15</inkml:trace>
  <inkml:trace contextRef="#ctx0" brushRef="#br0" timeOffset="169659.67">4182 7419 4607 0,'-9'8'400'0,"3"-1"-400"0,-1 1 0 0,2 1 0 16,1-2 8640-16,1 1 1664 0,1-2 320 0,-1 1 64 0,3-7-7616 0,-1 6-1536 16,1-6-288-16,0 0-64 0,0 0-448 0,4 7-96 15,-4-7 0-15,5 4-16 16,2-3-1792-16,3-2-368 0,6-3-64 0,1 0 0 0</inkml:trace>
  <inkml:trace contextRef="#ctx0" brushRef="#br0" timeOffset="170891.82">4843 7399 23615 0,'0'0'1040'0,"9"-6"224"0,4-2-1008 0,1-3-256 0,-3 0 0 0,2-1 0 0,-1 0-176 0,-2 2-80 15,0-3 0-15,-4 1-16 0,1 0 1904 0,-1 2 384 16,-2-2 80-16,1-2 16 0,-6-3 192 0,0 5 64 15,-1 4 0-15,1-1 0 0,1 9-640 0,-4-8-128 16,-1 3-32-16,5 5 0 0,-7 0-608 0,0 3-112 16,-4-2-16-16,-1 4-16 0,-1 3-144 0,-1 2-32 0,0 2 0 0,-3 3 0 15,-4 3-192-15,3 1-32 16,1 2-16-16,1 0 0 0,0 0-160 0,3 0-48 0,3-6 0 0,2 4 0 16,2-4-192-16,4 0 0 15,5-2 0-15,2-2 0 0,0-1-256 0,4-4 16 0,2-1 0 0,2-1 0 31,1-1-272-31,2-3-48 0,0-3-16 0,-1 1 0 16,1-4-80-16,-1 1-32 0,1-3 0 0,0 1 0 16,-2-3-96-16,0 1-32 0,1 0 0 0,-1 0 0 15,-2-3 32-15,0 1 0 0,-3-1 0 0,0 0 0 16,-3 0 224-16,2 1 48 0,-1-1 16 0,-2 3 0 0,0-3 240 0,-1 3 32 0,0 1 16 0,0 3 0 16,-4 5 208-16,0 0 0 0,0 0 0 15,0 0 0-15,0 0 448 0,0 0 96 0,4 8 16 0,0 1 0 16,0 1 16-16,1 1 16 0,-1-2 0 15,4 3 0-15,1 1-256 0,1 0-48 0,2-3-16 0,2 2 0 16,3-3-272-16,3 0 0 0,2-1 0 0,1-3 0 0,3 0 0 16,0-2 0-16,3-3 0 0,-1-1 0 0,-1-1 0 0,-1-3-192 15,-1 0 192-15,0 0-192 0,-3-1 32 0,0 0 16 16,-1-3 0-16,-3 0 0 0,-1 0-48 16,-1-1 0-16,-3-1 0 0,-4-1 0 0,0 0 192 0,-3 2 0 15,-2-2 0-15,-1 0 0 0,-3-1 0 0,0 2 0 16,-3-1 0-16,-1 1 176 0,-1 2 224 0,-1 3 48 15,-4-1 16-15,1 3 0 0,-2 0 224 0,-1 2 32 16,-1 0 16-16,0 4 0 16,0 2 0-16,-2 2 0 0,1 3 0 0,1 2 0 0,0-2-272 0,0 3-48 15,0-1-16-15,1 2 0 0,4 0-256 0,1 2-144 16,0-3 160-16,4-1-160 0,2 2 0 0,2-4 0 16,2 1 0-16,2-3-160 0,4-1-128 0,1-1-32 15,0-4 0-15,0 2 0 0,1-1-64 0,1-2 0 16,-1 0-16-16,1-2 0 0,0-2 16 0,1-1 16 15,0-2 0-15,-1 1 0 0,-3-2 96 0,1 0 16 0,1-1 0 16,-1-2 0-16,-1-2-48 0,0-2 0 0,0-1 0 16,0-1 0-1,-1-1-128-15,0 0-16 0,0-3-16 0,-2 1 0 0,1-1 304 0,0 2 160 0,-2-3-160 0,-3 5 160 16,1 4 0-16,-2 2 0 0,1 3 0 0,-2 3 0 16,0 5 432-16,0 0 16 0,0 0 16 0,0 0 0 15,-7 9 368-15,2 2 80 0,0 3 16 0,-1 2 0 16,4 1-416-16,0 2-96 0,1 1-16 0,2-1 0 15,2 2-144-15,1 1-48 0,1 2 0 0,2-6 0 0,1-2-208 16,2-1 0-16,0 0 0 16,2-2 0-16,1-2 0 0,2-1-192 0,-2-4 192 0,1-1-208 0,2-2-96 0,-1-3-16 15,1-1 0-15,1-3 0 16,-3-2-128-16,-1 1-48 0,0-3 0 16,-1-1 0-16,1-1 32 15,-1-2 0-15,-2-2 0 0,1-1 0 0,-2 1-16 0,-2 0 0 16,0-4 0-16,0 1 0 0,-1 0 304 0,-1 2 176 0,0 0-192 0,-1 3 192 0,-1 0 0 0,0 3 0 15,-2 3 0-15,-1 6 0 0,0 0 496 0,0 0 48 16,0 0 16-16,0 0 0 0,1 7 336 0,1 4 64 16,-1 0 0-16,0 3 16 0,0 0-512 0,3 2-96 15,-1-1-32-15,1 1 0 0,0 1-336 0,1-4 0 16,0-1 0-16,2-1 0 16,-1 2-480-16,1-4-160 0,-1-1-48 0,2-1 0 15,1-1-1552-15,3-4-304 0,-2-1-64 0,1-1-15600 16</inkml:trace>
  <inkml:trace contextRef="#ctx0" brushRef="#br0" timeOffset="171808">6047 7200 13823 0,'-4'-9'1216'0,"-1"-2"-960"15,-2-2-256-15,0 1 0 0,4 3 3088 0,-3 3 576 16,0-1 112-16,-1 1 32 0,1 2-1872 0,-1 1-368 16,-1 3-80-16,3 1-16 0,5-1 192 0,0 0 16 0,0 0 16 0,-2 8 0 15,2 0-1344-15,2 0-352 16,-2-8 0-16,9 8 0 15,2 2-640-15,2-1-224 0,4 2-48 0,1-2-16 16,2-1-576-16,0-4-112 0,1 1-32 0,3-1 0 16,-1 2-192-16,-1-3-32 0,-1 1-16 0,-2-2 0 0,-1-2 1312 0,-4-1 272 0,-2-2 48 0,-2 2 16 15,-1 1 1936-15,-9 0 384 0,0 0 80 0,0 0 16 0,0 0 224 0,0 0 48 16,0 0 16-16,0 0 0 0,0 0-512 0,0 0-96 16,-7 5-32-16,-1 3 0 0,-3 0-608 0,1 1-112 15,-2 3-16-15,0 2-16 0,-2-1-352 0,2 0-64 16,1 2-16-16,0-4 0 0,2-1-320 15,1-1-80-15,2 0-16 0,2-1 0 0,1-2-224 0,3-6 0 16,0 0 0-16,0 0 0 0,4 7-304 0,-4-7 0 16,9 2 0-16,2 0 0 15,0-4-272-15,2 0-48 0,2-4-16 16,-1 1 0-16,-1-1-144 0,2-2-48 0,-1-1 0 0,0 0 0 16,1-2 0-16,-1-1-16 0,0 1 0 0,-1 0 0 15,-2 0 176-15,-1 1 32 0,-1 3 16 0,-2 0 0 0,-2 2 400 0,-5 5 80 16,0 0 16-16,0 0 0 0,0 0 288 0,0 0 64 15,4 8 16-15,-2 0 0 0,1 1 400 0,0 2 64 16,-1 1 32-16,2 0 0 0,1 0-416 0,3-1-64 16,3 1-32-16,-1 0 0 0,2-2-224 0,1-1 0 0,-1-1 0 0,1-1 0 31,1-3-560-31,0 1 0 0,1-5 0 0,-1-3 0 16,2 1-1728-16,-1-2-336 0,0-3-80 0,-1 1-16 15,-2-2 1120-15,-2 1 240 0,1-3 32 0,-4-1 16 16,0 2-352-16,-2-2-64 0,-1-2 0 0,-1 1-16 15,-2-4 544-15,-1 1 112 0,-1-2 32 0,-1 0 0 0,1-3 1056 0,0-1 0 0,-1 0 208 0,1 0-16 16,0-1 1184-16,1-1 240 0,-1 1 48 0,2 0 16 16,-1 3 128-16,1 5 32 0,-1 2 0 0,3 3 0 15,-2 5-112-15,-1 4-32 0,0 0 0 0,0 0 0 0,0 0-64 16,5 8-16-16,0 4 0 0,-1 1 0 16,2 4-352-16,0-2-80 0,-2 4-16 0,1 0 0 0,0 2-432 0,-1 0-96 15,0 0 0-15,0 1-16 0,1 0-224 16,1 0-32-16,-1 2-16 0,0-2 0 0,2-1-224 15,-2-2-128-15,-1-2 128 0,0-1-128 0,0-3 0 0,-1-3 0 16,1-1 0-16,-4-9 128 0,2 8-128 0,-2-8 0 16,0 0 0-16,0 0 0 0,0 0-192 0,0 0 32 15,0 0 16-15,0 0 0 0,0 0-80 0,0 0-16 16,4-5 0-16,-2-1 0 0,1-1 48 0,-1-1 0 16,2-2 0-16,2-2 0 0,-1 0 192 0,0 1-176 15,1-1 176-15,2 0-160 0,0-1 160 0,1 0-208 16,2 0 80-16,0 3 128 0,1 2-192 0,1 1 192 15,0 2-192-15,-2 2 192 0,-2-1-176 16,0 2 176-16,1 1-128 0,-1 2 128 0,1 3 0 0,-4 1 0 16,-1 3 0-16,1 0 0 0,0 1 160 0,-3-1 16 0,-3 2 0 0,0 3 0 15,-2 1 48-15,0 1 16 0,0-2 0 16,-1 0 0-16,-3 0-48 0,0 0-16 16,-1-3 0-16,1 1 0 0,1-2-176 0,-1 1 0 0,2-3 0 15,0-2 0 1,4-5-944-16,0 0-208 0,0 0-64 0,0 0 0 15,0 0-1472-15,0 0-288 0,7 3-64 0,1-5-16 16,1-2-880-16,3-1-176 0,3 1-48 0</inkml:trace>
  <inkml:trace contextRef="#ctx0" brushRef="#br0" timeOffset="172367.92">7189 7202 11967 0,'0'0'1072'0,"0"0"-864"0,0 0-208 0,0 0 0 0,0 0 5088 16,-7 4 976-16,-2 3 192 0,-1 2 32 0,-3 1-2640 0,1 2-512 15,0 0-128-15,0 3 0 0,1 1-1504 0,2 0-288 16,-2-1-64-16,2 2-16 0,1-2-544 0,2-2-96 15,0 0-32-15,4-3 0 0,-1-1-336 0,3-1-128 16,0-8 0-16,4 8 144 0,-4-8-144 0,7 6-176 16,0-2 48-16,4-1 0 15,-1-2-336-15,2-1-64 0,2-2-16 0,1-1 0 16,-1-1-304-16,-1-2-64 0,-4-2-16 16,3-3 0-16,0 4-48 0,-1-4-16 0,1-2 0 0,0-1 0 15,-3-1 192-15,1-2 32 0,1 2 16 16,-1-1 0-16,-2-1 144 0,0 2 32 0,-2 2 0 0,0 1 0 0,-2 1 304 0,-2 5 64 15,-2 6 16-15,0 0 0 0,0 0 192 0,0 0 256 16,-5-1-48-16,1 2-16 0,0 3 608 0,0 4 112 16,-1 1 32-16,2 1 0 0,1 1-240 0,1 0-64 15,2 1 0-15,0 1 0 0,2 0-304 0,1 0-64 16,1 0-16-16,3-1 0 0,1-3-128 0,3-1-128 0,-1 0 144 0,4-2-144 16,2-2 0-16,1 0 0 15,-3-1 0-15,2-3 0 0,2 0 0 0,0-3 0 0,-2-1-144 0,0-1 144 16,-3-2-192-16,1 0 48 0,-2-3 16 0,-3 1 0 15,1-6-64-15,-1 0 0 16,1 2 0-16,-4-4 0 0,1-1 16 0,0 0 0 0,-1-2 0 0,0-2 0 16,0-3 176-16,1-2-208 0,-2 0 80 15,3-1 128-15,0 1-160 0,-2 1 160 0,1 2 0 0,-2 3-144 16,1 4 144-16,-2 4 0 0,-2 4 0 16,-1 4 128-16,-2 5 624 0,0 0 128 0,0 0 16 0,-4 7 16 15,-1 0 240-15,1 5 64 0,0 3 0 0,0 3 0 16,-1 3-640-16,3 1-128 0,-2-1-32 0,1 0 0 15,0-1-288-15,2 1-128 0,1-4 128 0,1 3-128 16,-1-1 0-16,0 1 0 0,2-1 0 0,-1-2 0 0,2-2-128 16,-1-2-64-16,1-3-16 0,-2 1 0 15,1-2-1456-15,-1-1-304 0,-1-8-48 0,0 0-16 16,0 0-1008-16,0 0-208 0,0 0-32 0,0 0-7456 16,0 0-1488-16</inkml:trace>
  <inkml:trace contextRef="#ctx0" brushRef="#br0" timeOffset="172600.13">7575 7188 5519 0,'-4'-12'240'0,"4"12"64"0,0 0-304 0,0 0 0 0,-7-5 0 0,2 0 0 0,-2-2 6320 0,5 2 1200 16,3 0 240-16,-1 5 48 0,0 0-4800 0,0 0-976 15,8-1-192-15,1-1-48 0,2 0-448 0,0-1-112 0,1 2-16 0,2-3 0 16,3 3-656-16,-1-1-144 16,-2 2-32-16,1 0 0 0,-1 2-160 0,0-1-32 15,-1 0-16-15,-1 3 0 0,-2 1 224 0,0 3 48 16,-1 1 16-16,-1-1 0 0,-2 1 128 0,2 2 32 15,-4 0 0-15,1 2 0 0,0 0-288 0,2 2-48 0,-5-2-16 0,2 0 0 16,0-1-272-16,0-1 0 0,0-3 128 0,0 0-128 16,-4-8-192-16,4 6-80 0,-4-6-32 0,0 0 0 15,0 0-1600-15,0 0-320 16,10 2-64-16,1-2-11280 0,-3-2-2240 0</inkml:trace>
  <inkml:trace contextRef="#ctx0" brushRef="#br0" timeOffset="172974.63">7864 7097 16575 0,'0'0'1472'0,"0"0"-1168"0,0 0-304 0,0 0 0 0,0 0 3472 0,0 0 640 16,0 0 128-16,0 0 32 0,0 0-3168 0,0 0-624 15,0 0-128-15,0 0-32 0,5 8-320 0,3 1-256 16,5-2 32-16,0 1 16 16,3 0-1776-16,1 0-336 0,4 0-80 0,1-2-16 15,-1 0 496-15,-2-1 80 0,2-4 32 0,-1 0 0 16,-2 1 32-16,0 0 16 0,-1-2 0 0,-3 0 0 0,1-2 1888 0,-1-1 368 15,-2-2 80-15,0 2 0 0,-3-2 1920 0,0 2 384 16,0 1 80-16,-1 0 16 0,-2 0-240 0,-6 2-48 16,5-7-16-16,-5 7 0 0,0 0-400 0,0 0-80 15,0 0-16-15,0 0 0 0,-7 2-272 0,0 0-64 16,-3 3-16-16,-1 2 0 0,0 2-768 0,-4 2-160 16,1 0-16-16,-1 1-16 0,1 0-160 0,1-2-48 0,1 1 0 0,2-1 0 15,1 2-224-15,2-2-48 0,3 1-16 16,4-2 0-16,0-1-368 0,3-1 144 0,1 1-144 0,2-1 0 15,2-1 0-15,0 2 0 0,3-1 0 0,0-3 0 16,2-1 0-16,4 0 0 0,0-2 0 16,1-1-144-16,2 0-48 0,0 0-16 0,2-1 0 0,1-3 0 15,1-4-2528 1,2-1-496-16</inkml:trace>
  <inkml:trace contextRef="#ctx0" brushRef="#br0" timeOffset="174352">8949 7410 28559 0,'0'0'1264'0,"0"0"272"0,0 0-1232 0,0 0-304 16,0 0 0-16,0 0 0 0,0 0 2832 0,8-4 512 16,-2 0 112-16,2-3 0 0,0-2-2256 0,0 0-464 15,1 0-96-15,0 0 0 0,0-6-16 0,1 2 0 16,2-1 0-16,0 0 0 0,0-1-432 0,1 0-192 15,0-2 160-15,0-1-160 0,0-1 0 0,-2 0 0 16,1-3 0-16,-1 2 0 0,-2 2 0 0,-1 1 0 16,-1 1 0-16,-3 1-160 0,-1 0 160 0,-3 3 0 0,-1 3 0 0,-2 4-128 15,3 5 256-15,-7 0 48 0,0 3 16 0,-3 3 0 16,0 3 288-16,-2 2 64 0,1 3 16 0,0 2 0 16,1 2-192-16,-1 3-48 0,3 0 0 0,3 0 0 15,3-2-96-15,2-2-32 0,4 0 0 0,1 0 0 0,1 1-192 0,5-3 0 16,-1 0 128-16,3-2-128 15,3-2 0-15,1-3-128 0,0-2 128 0,0-2-208 16,-2-1-48-16,2-2 0 0,0-1 0 0,3-3 0 16,-1-2-80-16,0-1-32 0,-2-2 0 0,1-1 0 0,-1-3-16 0,0-1-16 15,-2 0 0-15,1-2 0 0,-3 0 16 16,1-3 0-16,-1-1 0 0,-1 1 0 0,0 0 192 0,-2-2 64 16,-2 2 0-16,1 1 0 0,-1 1 128 0,0 3 0 15,-2 2 0-15,0 3 0 0,-1 1 224 0,-5 7 80 16,0 0 16-16,0 0 0 0,8 0 400 0,-1 3 96 15,1 1 16-15,0 2 0 0,1 5-336 0,2-1-64 16,-1 3-16-16,2 2 0 0,0-1-416 0,1 2 128 16,4 0-128-16,0 3 0 15,-1-5-544-15,3 2-192 0,-2-2-32 0,0 0-16 16,1-1-2320-16,1 2-464 0,0-7-80 0</inkml:trace>
  <inkml:trace contextRef="#ctx0" brushRef="#br0" timeOffset="174564.21">9794 7020 41631 0,'-14'9'1856'0,"7"-5"368"0,-4 0-1776 0,-3 2-448 0,0 5 0 0,-3 3 0 16,-2 4 400-16,0 2 0 0,-2-2 0 0,1 4 0 15,0 2 240-15,-1-1 32 0,1 1 16 0,3-2 0 16,2 0-272-16,1-1-48 0,3-2-16 0,2 0 0 15,2-2-1104-15,1-3-208 0,3-2-64 0,2-2 0 16,2-1-2144-16,2-2-432 0</inkml:trace>
  <inkml:trace contextRef="#ctx0" brushRef="#br0" timeOffset="174802.63">9839 7086 23951 0,'0'0'2128'0,"0"0"-1696"15,0 0-432-15,0 0 0 0,-2 6 3856 0,0 3 688 16,2 0 144-16,0 2 32 0,2 3-2864 0,-1 1-560 16,0 2-112-16,0 3-32 0,3 1 0 0,3 1 0 15,-1 1 0-15,2 3 0 0,1-1-640 0,0 1-144 16,-1-1-32-16,0-2 0 0,-1-2-208 0,-1-1-128 16,1-1 128-16,-1-3-128 0,1 1 0 0,-1-3-192 15,-1-2 32-15,1-3 0 16,-6-9-1504-16,5 8-288 0,-5-8-64 0,0 0-16 15,0 0-976-15,0 0-208 0,0 0-48 0,0 0 0 16,4-7-928-16,-3 0-192 0</inkml:trace>
  <inkml:trace contextRef="#ctx0" brushRef="#br0" timeOffset="175034.97">9893 7247 22399 0,'-7'-20'992'0,"4"12"208"0,0-5-960 0,0 0-240 0,0 0 0 0,1 3 0 16,-1-2 2176-16,2 3 400 0,1 0 80 0,1 2 16 15,0 1-576-15,3-2-112 0,3 3-32 0,-1-1 0 16,1 1-672-16,2 0-144 0,3 1-32 0,0 0 0 0,3-1-528 0,2 1-128 15,0-1 0-15,3 2-16 16,-2 1-240-16,1 0-64 0,2 1 0 0,-1 2 0 0,-2 1-128 0,0 0 0 16,-1 3 0-16,-2 3 0 0,-6 4 160 0,0 1-160 15,-3 3 192-15,0-2-192 0,-2 2 384 0,-2-1-16 16,-2 1-16-16,-2 0 0 16,-2 1-48-16,-2-2-16 0,-1 0 0 0,-3-2 0 0,1 0-288 0,0-2 0 15,-1 0 0-15,1-2 0 16,0-1-672-16,2-2-96 0,2-2 0 0,0 0-16 15,-1 1-2688-15,6-5-544 0,0 0-96 0</inkml:trace>
  <inkml:trace contextRef="#ctx0" brushRef="#br0" timeOffset="175406.93">10466 7034 38175 0,'0'0'1696'0,"-5"7"352"0,-4-1-1648 0,0 2-400 16,-3 2 0-16,0 2 0 0,-1 1 1504 0,0 2 224 15,-1 0 32-15,1 2 16 0,0 1-272 0,0 1-48 0,1-2-16 0,2 0 0 16,-1-2-560-16,3 0-112 16,2-2-32-16,1 0 0 0,1-4-544 0,2-1-192 0,2-8 0 0,3 7 144 31,1 0-480-31,1-2-112 0,2-1 0 0,2-1-16 16,1-3-432-16,2-3-64 0,0-1-32 0,-1 0 0 15,1 0-128-15,1-2-32 0,0-3 0 0,-1 0 0 16,-2-2-128-16,1-1-48 0,-1 1 0 0,1-1 0 15,-1 0 432-15,-1 2 96 0,-1-3 16 0,0 2 0 0,-3-2 512 16,0-2 96-16,1 3 32 0,-3 3 0 0,1 2 496 0,-4 7 96 16,0 0 32-16,0 0 0 0,0 0 400 0,0 0 80 0,0 0 0 0,0 0 16 0,3 9 48 0,1 2 0 15,0 0 0-15,1 1 0 0,0-3-640 16,0 2-128-16,2 0-32 0,1 1 0 16,1 1-224-16,0-2 0 0,0-1 128 0,0 1-128 0,3-4 0 0,0 0 0 15,-1-2-144-15,3 0 144 16,0 1-1856-16,1-1-256 15,1-3-64-15,-2 2-9728 0,0-6-1952 0</inkml:trace>
  <inkml:trace contextRef="#ctx0" brushRef="#br0" timeOffset="175788.84">10754 7062 25791 0,'0'0'1152'0,"0"0"224"0,-5 2-1104 0,5-2-272 15,-5 4 0-15,1 3 0 0,0 2 4224 0,3-1 800 16,0 3 160-16,1-2 16 0,1 2-3136 0,-1 1-624 15,-1-1-128-15,2 1-32 0,1 1-368 0,2-3-80 16,2 2 0-16,-1-1-16 0,-1-2-480 0,0-1-80 16,1-2-32-16,0 1 0 0,-5-7-224 0,7 6 0 0,-1-2 128 0,-6-4-128 15,0 0 0-15,0 0 0 0,8-1 0 0,0-2 0 16,-8 3-160-16,6-4 160 0,1-2-128 0,-2-1 128 16,0-1-176-16,-1 1 176 0,0-1-208 0,1-4 80 15,2 0-16-15,-1 1 0 0,1-1 0 0,-1-1 0 16,2-3-16-16,0 2 0 15,0 1 0-15,0 0 0 0,-2-2 160 0,2 6-192 0,0 3 192 0,1-1-192 16,-1-1 192-16,-2 4 0 0,-6 4 0 0,0 0 0 16,0 0 128-16,8 8 64 0,-1 3 16 0,-2-2 0 15,-1 1 144-15,1 1 32 0,-1-2 0 0,1 3 0 0,0 1-240 16,-1 0-144-16,3 0 192 0,-1 0-192 0,2 0 0 0,0-3 0 16,0 1 0-16,1-1 0 0,0 2-224 0,3-4-96 15,1-1-32-15,1-1 0 16,0-4-1984-16,3 1-400 0,2-2-80 0,-1-1 0 15,1-1-1664-15,1 0-320 0,1-2-64 0</inkml:trace>
  <inkml:trace contextRef="#ctx0" brushRef="#br0" timeOffset="176158.8">11411 7047 4607 0,'0'0'400'16,"2"-9"-400"-16,-1 0 0 0,-1 0 0 0,0 0 6096 0,0-2 1136 16,-1 3 240-16,-2 1 32 0,-1 0-4048 0,4 7-832 15,-6-4-144-15,0 0-48 0,0 2-448 0,-2 2-80 16,0 0-32-16,1 0 0 0,-1 1-784 0,0 2-144 15,0 0-48-15,-1 3 0 0,-2-4-448 0,2 4-112 16,-1-1-16-16,2 1 0 0,2 1-112 0,0 1-16 16,2 1-16-16,1-3 0 0,-3-1-176 0,6-5 0 0,-2 8 144 15,2 0-144-15,2 1 0 0,2-2 0 16,1-1 0-16,2 1 128 0,1-2-128 0,1 0 0 0,1-2 0 16,2 1 0-16,0 0 0 0,1 0-160 0,0-1 160 0,1 1 0 15,2-2-192-15,-2-1 192 0,1-1-192 0,-1 1 192 16,2 2-224-16,-2 1 64 0,-2 0 16 0,-3 0 0 15,-1-2-16-15,-2 2 0 0,-1 0 0 0,-5-4 0 16,0 0 160-16,2 8-128 0,-2-8 128 0,-3 8-128 0,-4-2 128 16,0 1 0-16,-2-1 160 0,-2 1-160 15,1-1 128-15,-1 1-128 0,0-1 0 0,-3 1 144 0,1-3-144 16,0-2 0-16,0 2 0 0,2-1-176 16,-2-1-144-16,0 1-16 0,1-2-16 0,0 1 0 15,3-1-1024-15,0-2-208 0,0-2-32 0,2 0-16 16,7 3-1184-1,0 0-224-15,0 0-48 0,5-9-7952 0,3-2-1584 0</inkml:trace>
  <inkml:trace contextRef="#ctx0" brushRef="#br0" timeOffset="176326.1">11550 6974 14735 0,'0'0'1312'0,"0"0"-1056"0,0 0-256 0,0 0 0 0,0 0 6016 0,7 11 1136 16,1 0 224-16,-3 1 48 0,2 0-4864 0,0-2-960 15,-4 2-208-15,3 1-48 0,-4-1-432 0,3 1-80 16,1 1-32-16,-2-1 0 0,1-1-544 0,0 0-96 15,-1-2-32-15,1-1 0 16,2-1-784-16,-2 0-176 0,1-2-16 0,2 0-16 16,0-1-3056-16,0-1-624 0</inkml:trace>
  <inkml:trace contextRef="#ctx0" brushRef="#br0" timeOffset="176958.75">11717 6964 9215 0,'0'0'816'0,"-4"-3"-656"0,4 3-160 0,0 0 0 15,0 0 6016-15,0 0 1152 0,-6-1 256 0,6 1 32 16,-2-3-6000-16,2 3-1200 0,0 0-256 0,0 0 0 16,12 0 0-16,2 2 192 0,1-1-32 0,4 0-16 15,0 0-720-15,2 1-160 16,0-1-32-16,-1 2 0 0,-3-3-64 16,-2 0-32-16,1 1 0 0,-3 2 0 0,-3-1 1280 0,1-1 256 0,-3 5 48 0,-8-6 16 15,0 0 1312-15,0 0 256 0,6 5 48 0,-6-5 16 16,4 10-80-16,-3 2-16 0,-2 1 0 0,-3 1 0 0,-2-1-800 0,-1 1-176 15,-1 0-16-15,0 2-16 0,-1 0-544 0,0 3-96 16,-1-6-32-16,2 0 0 0,1-1-288 0,2-1-64 16,1-3-16-16,0 0 0 0,4 0-224 0,0 1 0 15,0-9 0-15,3 6 0 0,-3-6-224 0,6 4 16 16,-6-4 0-16,10 2 0 0,-1-1-112 0,0-1-32 16,1-3 0-16,1-1 0 0,-1-1-32 0,1-1 0 15,0-2 0-15,0-1 0 0,0 1 80 0,0-1 16 16,2-2 0-16,0 0 0 0,-3-4 96 0,1 2 32 0,2 0 0 15,0 0 0-15,-1-3 160 0,1 3 0 16,0 2 0-16,0 0-128 0,-2 3 128 0,-1 3 0 16,0 1 0-16,-10 4 128 0,8 0 176 0,-8 0 32 15,9 6 16-15,-1 0 0 0,-2 3 32 0,1 2 0 16,-3-1 0-16,0 0 0 0,0 2-128 0,-1-3 0 16,0 3-16-16,0 0 0 0,-1-2-96 0,1 1-16 0,-2-1 0 15,2 1 0-15,-1-4-128 0,-2-7 0 0,0 0 144 0,3 8-144 16,-3-8 0-16,3 7 0 0,-3-7 0 0,0 0 128 15,0 0-128-15,7 2 0 0,1-2-176 0,3-1 176 16,-1-3-240-16,-1 0 48 0,3-2 16 0,0-3 0 16,2-6-80-16,0 1 0 0,3-2-16 0,2 2 0 0,1 0-32 0,1-2 0 15,0 0 0-15,-1 1 0 0,-1-2 112 16,1 1 32-16,-1 2 0 0,1 3 0 0,-2 5 160 16,-1-1 0-16,-1 5 0 0,-1 2-128 15,-3 2 128-15,1 5 224 0,0 1-48 0,-1 2-16 0,-4 2 176 16,0 2 48-16,-1 3 0 0,1 1 0 0,-1 0-96 0,-3 2-16 15,1-3 0-15,0 1 0 0,2-1-272 16,-5-1 160-16,2-1-160 0,0 1 128 16,-3 0-1008-16,5-3-208 15,1 4-32-15,3-7-14800 0,-5 1-2960 0</inkml:trace>
  <inkml:trace contextRef="#ctx0" brushRef="#br0" timeOffset="177537.91">13971 6510 19343 0,'-6'0'1728'0,"1"0"-1392"0,-1 0-336 0,-1 0 0 0,1-3 4736 0,6 3 864 16,24 0 176-16,-11 4 48 0,-18 4-4320 0,-12 3-864 15,-9 6-160-15,-5-1-32 0,-4 5 912 0,0 2 192 16,7-1 48-16,-1 5 0 0,1 6-320 0,2 4-64 15,2-1-16-15,2 1 0 0,3 3-336 0,3 0-64 16,2 0-16-16,2 9 0 0,5-6-416 0,5-7-96 16,0-2-16-16,6 0 0 0,4-3-256 0,4-1 0 15,2-5 0-15,2-3 0 0,-2-2-208 0,3-2-48 16,1-5-16-16,1-1 0 16,1 1-704-16,1-5-144 0,0-3-32 0,0-1 0 15,0 2-592-15,-2-6-128 0,5 0-32 0,-2 0 0 16,2-2-1072-16,-4-2-224 0,0-4-32 0,0 0-12928 0</inkml:trace>
  <inkml:trace contextRef="#ctx0" brushRef="#br0" timeOffset="177765.22">14108 6897 28559 0,'0'0'1264'0,"0"0"272"0,0 0-1232 0,0 0-304 0,-4 4 0 0,0 1 0 16,4-5 3520-16,-3 8 640 0,2 1 128 0,-2 3 16 0,2 1-2432 0,0 4-480 15,1 1-112-15,0 3 0 0,1-1-160 0,-1 3-32 16,1-2 0-16,2 1 0 0,1-1-512 0,0 1-128 15,0 0 0-15,1 1-16 0,0-4-304 0,0-1-128 16,0-1 0-16,1 0 128 0,-2-5-128 0,-1 0-176 16,1-2 48-16,0-1 0 15,-1-2-320-15,-3-7-48 0,0 0-16 0,0 0 0 16,0 0-368-16,0 0-80 0,0 0 0 0,0 0-16 16,0 0-1296-16,0 0-256 0,1-7-48 0,-1-2-16 15,-1-1-1440-15,0-3-304 0,-3-3-48 0</inkml:trace>
  <inkml:trace contextRef="#ctx0" brushRef="#br0" timeOffset="178292.53">14016 6901 15663 0,'-14'-10'1392'0,"14"10"-1120"16,-5-3-272-16,5 3 0 0,0 0 5184 0,0 0 992 15,0 0 192-15,0 0 32 0,0 0-3872 0,8-4-784 16,2 3-144-16,3 0-48 0,1 1-656 0,3 1-144 0,3-1-32 0,1 0 0 16,0 0-288-16,1 1-64 0,2 1-16 0,0 0 0 15,1 1-352-15,0 1 144 0,-1-2-144 16,-3 2 0-16,0 3 128 0,-3 2-128 0,-1 0 0 15,-4 3 0-15,-1-3 224 0,-3 1-16 0,-4 2 0 0,-2 1 0 16,-3 3 128-16,-3-1 32 0,-3 0 0 0,-2-1 0 16,0-1-48-16,-2-1-16 0,-2-2 0 15,-1-1 0-15,0 2-304 0,-1-5 0 0,-1-1 128 0,2 2-128 16,1-1-320-16,1 0-112 0,0-4-16 16,2 2-16-16,1-4-1376 0,8 0-272 15,-6-4-48-15,6 4-16 0,0 0-1024 0,0 0-224 0,1-6-32 0,3-3-16 16,4-2 1648-16,2-2 336 0,5 1 64 0,-1-2 16 15,3-3-784-15,1 0-160 0,2 0-16 0,1 0-16 16,-1 2 768-16,3-4 144 0,-1 4 48 16,-1 0 0-16,-1 1 2720 0,-1 4 560 0,-4 3 96 0,-2 2 32 0,-3 1 912 15,-4 1 192-15,-6 3 48 0,0 0 0 0,0 0 16 0,0 0 16 16,-3 8 0-16,0 3 0 0,-1 0-800 0,-3 4-176 16,1-1-16-16,-1 2-16 0,2 1-1008 0,0-3-208 15,1-1-48-15,0 3 0 0,3-5-352 0,1 2-80 16,1-1-16-16,1-4 0 0,-2-8-288 0,8 7-160 15,1-2 160-15,2-1-160 0,-1-2 0 0,5 2-256 16,-1-4 16-16,0 0 16 0,-1-2-96 0,0-1-32 16,-1-2 0-16,0 0 0 0,0-1 32 0,-3 1 0 15,-2-1 0-15,0-2 0 0,-3-3 16 0,0 2 16 0,-2 0 0 16,0 0 0 0,-1 1-160-16,-2-1-16 0,-2-3-16 0,1 3 0 15,-2 3-144-15,-2-3-16 0,1 3-16 0,0 0 0 16,0-1-176-16,0 2-48 0,-3 1 0 15,1-2 0-15,7 6-1632 0,-5-3-336 0,5 3-64 0,0 0-7824 0,0 0-1552 0</inkml:trace>
  <inkml:trace contextRef="#ctx0" brushRef="#br0" timeOffset="178771.71">14720 6883 22111 0,'0'0'1968'0,"0"0"-1584"0,-2 8-384 0,-1 0 0 0,0 1 4704 0,1 1 864 15,1 3 160-15,-1 0 32 0,1-1-3520 0,0 2-720 16,-1 1-144-16,2-1-32 0,0 0 0 0,2-1-16 15,-2-2 0-15,2-1 0 0,2-1-736 0,1-1-144 16,2-1-16-16,-1-2-16 0,-6-5-416 0,10 4 0 16,-1 0 0-16,0-4 0 0,1 1 0 0,-1-1 0 15,0-1 0-15,1-3 0 0,-1-1 0 0,0-1 0 16,0 0-144-16,-3-1 144 0,1 1 0 0,0-2-192 16,-2 0 192-16,0-1-160 0,-1 1 160 0,0-4 0 15,-2 1 0-15,1-1-128 0,0 0 128 0,-1 3 0 16,0-1 0-16,-1 3 0 0,0-2 0 0,-1 9 0 15,0 0 0-15,0 0 0 0,0 0 0 0,0 0 0 16,0 0 0-16,0 0 0 0,0 0 240 0,0 0-32 16,3 9 0-16,-2 0 0 0,2 3-32 0,-1 1-16 0,1 0 0 0,1 0 0 15,0 0-160-15,1-5 160 16,1 1-160-16,1 0 160 0,2 2-160 0,1-2 0 16,1-3 0-16,2 0 0 0,0-3 0 0,0 3 0 0,0-4-176 15,0 0 176-15,0 0-144 0,-1-2 144 16,-2-2-160-16,2 0 160 0,-2 0-160 0,2-4 160 0,-4 3-160 15,0-3 160-15,-2 0-128 0,0-1 128 0,0-1 0 16,-2-1-144-16,0 0 144 0,-1-3-192 0,0-1 192 0,0 0-192 16,0-1 0-16,-1-2 0 0,1 1 0 0,-1-1 0 31,0-1-320-31,-2 2-64 0,4-2 0 0,-2 1-16 0,0 3-1072 16,-2 1-224-16,2 3-32 0,-2 9-16 0,0 0-544 15,0 0-96-15,0 0-32 0,0 0 0 0,0 0-576 0,0 0-112 0</inkml:trace>
  <inkml:trace contextRef="#ctx0" brushRef="#br0" timeOffset="179026.07">15180 7029 18431 0,'0'0'1632'0,"0"0"-1312"0,6 0-320 0,0 0 0 0,-6 0 3280 0,9-1 592 15,2-3 112-15,-2 0 32 0,3-4-2352 0,-1 1-448 16,1 0-112-16,-1-2-16 0,0 1 144 0,1-4 32 16,0 2 0-16,1-2 0 0,0 0-672 0,-1 2-128 15,1-2-16-15,-2 0-16 0,0-1-304 0,-2 1-128 16,-3 1 128-16,0 0-128 0,-2 5 192 0,-4 6-32 15,0 0-16-15,0 0 0 0,0 0 560 0,-7 1 128 16,-1 4 0-16,-2 3 16 0,-2 1 240 0,0 3 64 16,-1 2 0-16,2 2 0 0,0 0-384 0,2 0-80 15,-1 1-16-15,2 2 0 0,1-4-368 0,2 1-80 16,2 0-16-16,3-2 0 0,3 0-208 0,0-1-256 16,2-2 48-16,3-1 16 15,1-6-1280-15,2 1-256 0,4-1-64 0,0-1 0 16,2-2-1504-16,2-1-304 0,-1-2-64 0,0-2-13488 0</inkml:trace>
  <inkml:trace contextRef="#ctx0" brushRef="#br0" timeOffset="179306.84">15544 6889 14735 0,'-5'-5'1312'0,"1"5"-1056"0,4 0-256 0,0 0 0 16,0 0 5424-16,-5 7 1024 0,1 1 208 16,1 1 32-16,1 1-3760 0,-1 3-752 0,-1 1-160 0,2 2-32 15,2 1-336-15,0 0-80 0,0 0-16 0,1 0 0 16,0 1-656-16,3-3-128 0,3 0-16 0,-1-2-16 15,-1 0-416-15,2-2-64 0,1-1-32 0,-2-1 0 16,1-5-224-16,-1 0 0 0,1 0 0 0,-7-4 0 16,0 0 0-16,0 0 128 0,0 0-128 0,0 0 0 0,0 0 240 15,0 0 0-15,4-5 0 0,-3-2 0 0,2-2 16 0,-1 3 0 16,0-1 0-16,0-1 0 0,-2-2-256 0,3-2 144 16,2 0-144-16,1-1 128 0,4-1-128 0,0 0 0 15,2-2 0-15,1-2 0 0,1-2 0 0,2-1-144 16,2 0 144-16,0 2-160 15,2-3-800-15,2-2-144 0,-4 5-48 0,6-1-22960 0</inkml:trace>
  <inkml:trace contextRef="#ctx0" brushRef="#br0" timeOffset="179854.55">16500 6826 14735 0,'0'0'1312'0,"0"0"-1056"0,1-8-256 0,2 0 0 16,2-1 3776-16,1-2 704 0,4 1 144 0,0-1 32 0,-1 4-3184 0,-1-2-624 16,-1-2-128-16,-2 2-16 0,-3 1 1184 0,1 2 240 15,-2 0 48-15,-1 0 16 0,-1-2-672 0,-2 3-144 16,-1 1-32-16,4 4 0 0,-7-3-224 0,-4 2-48 16,1 1-16-16,-2 1 0 0,0 1-352 0,-1-1-80 15,-1 2-16-15,1 0 0 0,1 1-240 0,0 2-48 16,1 0-16-16,0-1 0 0,2 1-80 0,3 0-16 15,-2 1 0-15,3-1 0 0,2 1-80 0,2-2-128 16,1 1 176-16,1 2-176 0,3 0 176 0,2 1-176 16,2-2 160-16,3 0-160 0,2 0 0 0,2 2 0 15,2-2 0-15,3-1 0 0,1 1 0 0,0 0-128 16,1 3 128-16,0-3-160 0,-1 0 32 0,-2-1 0 16,0 4 0-16,-4-1 0 0,-2 1 128 0,-1-2-160 15,-4 2 160-15,-3 0-160 0,-2-1 160 0,-3 0 0 16,-3-1 0-16,-4 1 0 0,-2 1 176 0,-1-2-48 15,-1 0 0-15,-2 0 0 0,-1-2-128 0,-2 1 128 16,1-1-128-16,-1-3 128 0,2-2-128 0,-1 2-224 0,1-3 48 0,1 0 16 31,1 0-672-31,1 0-144 0,0 0-32 0,3-4 0 16,1-1-1216-16,7 5-240 0,-6-7-48 0,4 1-10976 0,2-4-2192 16</inkml:trace>
  <inkml:trace contextRef="#ctx0" brushRef="#br0" timeOffset="180102.21">16804 6687 30399 0,'0'-2'1344'0,"-2"0"288"0,2 0-1312 0,0 2-320 0,0 0 0 0,0 0 0 0,0 0 3408 0,9 9 624 15,-1-3 112-15,1 4 16 0,-2 0-2480 0,1 3-496 16,-2-2-96-16,-1 4-32 0,5 3-240 0,-1 2-48 16,-1-2-16-16,-1 3 0 0,1 0-496 0,-1 0-80 15,-1 1-32-15,1 0 0 0,-2 2-144 0,-1-4 0 16,0 1 0-16,-2 0 0 15,0-7-896-15,-1 1-96 0,-1-3-32 0,0-1 0 16,-1-2-1120-16,1 1-224 0,-2-1-64 0,0-3 0 16,2-6-1312-16,0 0-272 0,-5 2-48 0,-1-1-16 15,-1 0-448-15,0 2-80 0,0-3-32 0</inkml:trace>
  <inkml:trace contextRef="#ctx0" brushRef="#br0" timeOffset="180623.14">16836 7054 3679 0,'0'0'320'0,"0"0"-320"0,-8-11 0 0,2 0 0 0,-2-1 3744 0,4-1 672 15,0-2 144-15,3 4 32 0,1-2-768 0,1 0-160 16,-1 2-16-16,3 2-16 0,1-1-1008 0,0 2-192 15,2 0-32-15,2 3-16 0,1 0-784 0,0 1-144 16,4 0-48-16,2 2 0 0,-4 1-384 0,2 1-64 16,2-2-32-16,-1 2 0 0,0 0-208 0,2 2-32 0,-2-2-16 0,2 4 0 15,-2 0-240-15,-1 1-48 0,0 2-16 0,-2 2 0 16,1 0-112-16,-2 3-32 0,0-3 0 0,0 3 0 16,-5 1-32-16,1 0-16 0,2 0 0 0,-1 0 0 15,-2-3-48-15,-1-1-128 0,1-2 192 0,-1-1-64 0,-4-6-128 16,4 8 192-16,-4-8-192 0,0 0 192 15,0 0-192-15,0 0 128 0,0 0-128 0,0 0 128 0,-1 3-128 0,-1-3 0 16,1 0 0-16,1-4 0 0,1 1 0 16,-1-1 0-16,2-2 0 0,1-1 0 0,1 1-192 0,2-1 192 15,0-6-192-15,2 3 192 0,2-2-288 16,-1 0 64-16,3-1 16 0,1 0 0 0,2 0 16 16,2-1 0-16,-1 2 0 0,1 2 0 0,0-3-64 0,-1 2 0 15,0 2 0-15,-1 1 0 0,1 3 48 0,-2 0 0 16,-1 2 0-16,-2 2 0 0,-1 2 208 0,-2 2 0 15,-8-3 0-15,0 0 0 0,0 0 384 0,3 10 64 16,-3 1 0-16,-3-1 16 0,-2 3 48 0,-2-2 0 16,2 2 0-16,-1 1 0 0,-2-2-160 0,1-1-32 15,1 0 0-15,0-1 0 0,3 2-320 0,0-3 0 16,2-1 0-16,1 0 0 0,2-2-144 0,-2-6 144 0,0 0-160 16,8 5 160-16,1 1-304 0,2-2 48 15,2 0 0-15,0-2 0 0,-13-2-32 0,14 0 0 16,-1-2 0-16,1-2 0 0,-2 0-32 0,1 1-16 15,-1-1 0-15,0-1 0 0,-3-3 16 0,0 0 16 0,-1 1 0 0,-3-1 0 16,-1-3-32-16,-2 1-16 0,-2-1 0 16,-1 1 0-1,-1 0-144-15,-2 0-16 0,-2 0-16 0,0 2 0 16,-2-1-320-16,-1 1-64 0,0 0-16 0,0 1 0 16,-2-1-1104-16,2 0-208 0,1 1-64 0,2 1-10032 0,-1 2-2000 0</inkml:trace>
  <inkml:trace contextRef="#ctx0" brushRef="#br0" timeOffset="180857.67">17643 6609 18431 0,'0'0'816'0,"0"0"160"0,0 0-784 0,0 0-192 0,0 0 0 0,8 1 0 0,4 2 5824 0,-4 4 1136 16,-2 2 208-16,-2 0 64 0,-4-9-4864 0,7 13-960 15,0 2-192-15,0 4-32 0,-3 3-224 0,1 3-32 16,-2-1-16-16,-2 1 0 0,-1 0-592 0,3-2-128 15,-2 2-32-15,1 0 0 0,2 0-160 0,2-3 0 16,0-1 0-16,-2 0 0 0,-4-4-144 0,1-2-112 16,3-3-32-16,1 0 0 15,1-7-1744-15,1 0-336 0,4 0-80 0,1-2-11344 16,-3 0-2272-16</inkml:trace>
  <inkml:trace contextRef="#ctx0" brushRef="#br0" timeOffset="181222.12">17912 6823 5519 0,'0'0'240'0,"1"-7"64"0,-4 0-304 0,0 0 0 16,3 7 0-16,0 0 0 0,-6-3 7440 0,1 1 1440 16,-1 2 272-16,0 2 64 0,-1 4-5296 0,-1 4-1056 0,-1-2-224 15,1 4-32-15,-3-1-1056 0,2 2-208 16,-1 2-32-16,2 0-16 0,4 0-464 0,1-1-112 0,1 0-16 0,1 1 0 16,1 0-352-16,2-2-80 0,2 1-16 0,3-3 0 15,2 0-256-15,1-4 0 0,2 0 0 0,0-3 0 16,2 0 0-16,2 1-176 0,3-4 176 0,-1-1-160 15,-2-1-16-15,-3-3 0 0,4 0 0 0,0-1 0 16,-1-2-64-16,1 2-16 0,0-1 0 0,-2-2 0 16,1-2 0-16,3-5-16 0,-3 1 0 0,-3-1 0 15,-3 1-16-15,0-1 0 0,-4 3 0 0,1 0 0 0,-2 4 160 0,-3 2 128 16,-2 0-192-16,0 6 192 0,-3-3 0 16,-4 1 176-16,-1 1 0 0,0 1 0 0,-1 1 272 15,3 2 64-15,-1 1 16 0,1 1 0 0,-1 2-208 0,2-1-64 16,2 3 0-16,1-1 0 0,-1 1-112 0,2-1-16 15,2 4-128-15,3-5 192 0,0 3-192 0,3-3 0 16,0 3 0-16,2-1 0 0,2-4-256 0,2 1 16 16,3 0 0-16,1-2 0 15,-1-2-1264-15,1-1-256 0,0 2-48 0,0-3-16 16,2-3-1552-16,1-2-304 0,-1-1-64 0</inkml:trace>
  <inkml:trace contextRef="#ctx0" brushRef="#br0" timeOffset="181542.61">18053 6123 28559 0,'0'0'2544'0,"0"0"-2032"0,0 0-512 0,0 0 0 0,0 0 4336 0,6 6 768 0,5 2 144 0,2 1 48 15,-2 2-3936-15,4-1-784 0,0 3-144 0,6 3-48 16,5 1 592-16,0 1 112 0,-1 3 32 0,0 5 0 0,0 0-416 0,1 5-96 15,1 5-16-15,2-1 0 16,-3 1-240-16,0 3-48 0,-3 2-16 0,0 0 0 0,-1 4-144 0,-3-2-16 16,1 1-128-16,-5 1 192 0,-2-2-192 15,-2-2 144-15,-1 1-144 0,-3-2 128 0,-5-2-128 0,-2-4 128 16,-1-1-128-16,-3-5 128 0,-2 1-128 16,-2-4 0-16,-1-3 0 0,-2-1 0 0,0-2 0 0,-2 0 0 15,-2-5-192-15,1-1 192 16,0-1-1088-16,-1-2-80 0,2 1-32 0,3-2-14880 15,-5-1-2992-15</inkml:trace>
  <inkml:trace contextRef="#ctx0" brushRef="#br0" timeOffset="210533.47">2570 8570 32303 0,'0'0'1424'0,"0"0"304"0,-7-1-1376 0,2 1-352 0,5 0 0 0,0 0 0 0,0 0 1472 16,0 0 240-16,0 0 32 0,-4 2 16 0,4-2 112 0,0 0 32 15,-7 5 0-15,2 2 0 0,-1 1-592 0,-3 1-112 16,1 0-32-16,0 1 0 0,-4 2-576 0,2 3-112 16,-2 0-32-16,-1-3 0 0,0 1-48 0,-1 1-16 15,-1 1 0-15,1-4 0 0,-2 1-128 0,3 1-48 16,0 0 0-16,0 0 0 0,-1-2-208 0,3-1 144 16,2 0-144-16,3-2 128 0,1 0-128 0,-2 0 0 15,1-2 0-15,2 0 0 0,4-6 0 0,0 0 0 16,0 0 0-16,0 0 0 0,0 0 0 0,0 0 0 15,0 0 0-15,0 0 0 0,0 0-128 0,11 4 128 16,1-2-160-16,2 0 160 0,3-2 0 0,2-2-144 16,0 2 144-16,3-4 0 0,1 2 0 0,0-1-160 0,-1 0 160 15,2 1 0-15,0-1-176 0,0 1 176 0,-2-2-160 16,-1 1 160 0,1 2-448-16,-2 1 16 0,-2-1 0 0,-1-1 0 15,-3 2-384-15,-1-2-80 0,-1 0 0 0,-2 2-16 16,-1-1-1072-16,-1 1-224 0,0 1-32 0,-1 1-16 15,-7-2-640-15,0 0-128 0,0 0-32 0</inkml:trace>
  <inkml:trace contextRef="#ctx0" brushRef="#br0" timeOffset="210760">2533 8627 4607 0,'0'0'192'0,"0"0"64"0,-4-2-256 0,0-2 0 0,-2 1 0 0,6 3 0 16,-4 0 7184-16,4 0 1392 0,0 0 288 0,0 0 48 0,0 0-5728 15,-3 7-1152-15,2-1-240 0,1 5-32 0,1 2-672 0,1 1-128 16,-1 4-16-16,-2 6-16 0,1-1-368 0,-2 5-80 16,1 2-16-16,0 1 0 0,-2 0-96 0,0 2-32 15,-2-2 0-15,3 0 0 0,0 1-208 0,1-2-128 16,1-2 160-16,0-2-160 16,1-2-592-16,-1-2-224 0,2-4-32 0,4-2-16 15,7-3-2400-15,-1-3-464 0,-2-2-112 0</inkml:trace>
  <inkml:trace contextRef="#ctx0" brushRef="#br0" timeOffset="210968.68">2903 8850 15663 0,'0'0'688'0,"0"0"144"0,0 0-656 0,0 0-176 0,0 0 0 0,0 0 0 15,0 0 6208-15,0 0 1200 16,0 0 240-16,0 0 48 0,8-4-5824 0,3 0-1168 0,2-1-224 0,1 1-48 15,2 0-432-15,1 2 0 0,0-5 128 0,2 2-128 16,2 0-208-16,1 0-80 0,0-2-16 0,2 1 0 16,1-2-2064-16,1 1-400 0,1-2-96 0,-4 1-13760 15</inkml:trace>
  <inkml:trace contextRef="#ctx0" brushRef="#br0" timeOffset="211189.37">3431 8436 23951 0,'-6'5'2128'0,"-2"3"-1696"15,0 2-432-15,3 1 0 0,1 2 4128 0,-1 6 736 16,1 2 160-16,0 4 32 0,0 2-2976 0,2 2-592 16,0-1-112-16,2 2-32 0,0 0-384 0,0 2-64 15,-1-1-32-15,1 2 0 0,1-1-544 0,2 0-96 16,1-1-32-16,0-1 0 0,0 0-192 0,1-3-208 15,1 1 32-15,0-4 16 16,1-5-1856-16,0-1-368 0,1-5-80 0,1 0-10928 16,-1-3-2192-16</inkml:trace>
  <inkml:trace contextRef="#ctx0" brushRef="#br0" timeOffset="211395.34">3868 8612 28559 0,'-12'6'2544'0,"10"-2"-2032"0,2-4-512 0,0 0 0 15,-5 4 2928-15,5-4 480 0,0 0 112 0,0 0 0 16,0 0-2656-16,0 0-544 0,1 8-96 0,1 0-32 16,-2-8-192-16,6 9 0 0,-2-1 0 0,2 1-160 15,1-3-3744-15,-1 2-736 0</inkml:trace>
  <inkml:trace contextRef="#ctx0" brushRef="#br0" timeOffset="211518.42">3965 8797 32191 0,'-8'6'1424'0,"8"-6"304"0,-4 7-1392 0,0-1-336 0,-1 2 0 0,1-1 0 0,1-1 2560 0,-1-1 432 15,2 1 80-15,-1 0 32 0,-1 1-1216 0,4-7-240 16,0 0-48-16,0 0-16 0,0 0-880 0,0 0-192 16,0 0-16-16,0 0-16 15,0 0-976-15,5 6-192 0,-5-6-32 0,10 3-13888 16,0-3-2784-16</inkml:trace>
  <inkml:trace contextRef="#ctx0" brushRef="#br0" timeOffset="212537.44">4477 8647 25791 0,'0'0'1152'0,"-5"4"224"0,0 1-1104 16,5-5-272-16,-3 6 0 0,0 4 0 0,1-1 3728 0,0 2 688 15,1 4 144-15,0 0 32 0,-1 4-2928 0,0-2-592 0,-1 4-112 0,1 1-32 16,-1 0-448-16,2 0-96 0,-1 0 0 0,1-2-16 16,0-5-368-16,2 0 144 0,3-2-144 0,-1-4 0 15,1-1-768-15,-4-8-256 0,0 0-48 0,6 2-16 16,2-3-3008-16,1-4-592 15</inkml:trace>
  <inkml:trace contextRef="#ctx0" brushRef="#br0" timeOffset="212720.79">4632 8442 41871 0,'-18'1'1856'16,"10"-1"384"-16,0 0-1792 0,0 2-448 0,1-2 0 0,0 0 0 0,-1 0 288 0,3 0-32 15,0 0 0-15,5 0 0 0,-4 1-80 0,4-1-32 16,0 0 0-16,0 0 0 16,0 0-1856-16,5 8-368 0,0 0-80 0,3 2-9360 15,1 2-1888-15</inkml:trace>
  <inkml:trace contextRef="#ctx0" brushRef="#br0" timeOffset="-209212.08">4970 8592 6447 0,'0'0'272'0,"0"0"80"0,0 0-352 0,0 0 0 16,-5 1 0-16,5-1 0 0,0 0 8192 0,0 0 1552 15,-6 0 320-15,6 0 64 0,-5-1-6736 0,0 0-1360 16,-2-1-272-16,2 1-48 0,5 1-464 0,-6-2-96 15,-2 0 0-15,1 1-16 0,2 0-544 0,-1 1-96 16,-1 0-32-16,1 0 0 0,-2 0-144 0,0 2-16 16,-1 2-16-16,0-1 0 0,-3 1-112 0,-1 0-32 0,1 0 0 0,0 1 0 15,1 0-144-15,-2 1 0 16,2 1 0-16,2-1 128 0,0 1-128 0,1 1 0 0,0 0 0 0,4-2 0 16,4-6 0-16,0 0 0 0,0 0 0 0,6 7 0 15,-1 1 0-15,3-1 0 0,-1 1-128 0,7-1 128 16,1-1 0-16,2-3 0 0,0 1 0 0,3 0 0 15,-2 1-128-15,-1 0 128 0,-2 2 0 0,2-2 0 16,-1-1 0-16,0 2 0 0,-2-2 0 0,-2 1 0 0,-2 2 0 16,-1 1 0-16,-2-2 0 0,-3 1 0 15,-4-7 160-15,0 9 0 0,-3 1 0 0,-2 1 0 0,-3-1 80 16,-1 1 16-16,-1-2 0 0,-2 0 0 16,0-1-112-16,-1-1-16 0,0 0 0 0,0-2 0 15,3-1-128-15,-3-1-144 0,-1-2 144 0,3-1-208 16,0 0-1008-16,2-1-208 0,1-2-48 0,4-2 0 15,4-3-2688-15,4-2-560 0,4-3-96 0</inkml:trace>
  <inkml:trace contextRef="#ctx0" brushRef="#br0" timeOffset="-208905.3">5111 8593 17503 0,'0'0'1552'0,"0"0"-1232"16,0 0-320-16,0 0 0 0,0 0 5152 0,5 7 976 0,-5-7 192 0,4 12 32 16,-4 2-2784-16,-3 0-560 15,-1 2-128-15,-1 0 0 0,-2-1-1248 0,0 2-240 16,-4-2-48-16,2 0-16 0,0 2-592 0,0 0-112 15,0-1-32-15,2-2 0 0,2-1-288 0,1-1-64 16,1-2-16-16,2-1 0 0,1-1-224 0,4 0 0 16,-4-8 0-16,8 5 0 0,4-1-240 0,2-1 64 15,2-3 16-15,-1 0 0 0,1-2-128 0,1 0-32 0,0-1 0 0,0-2 0 16,0 0 0-16,-2 0 0 0,0-1 0 16,-2 1 0-16,-3-1 128 0,-2-2 0 15,-2 0 16-15,0 0 0 0,-4 0 176 0,0 1-208 0,-4-1 80 0,0 1 128 16,-2-2-320-16,-1 1 48 0,-2 0 16 15,1 3 0-15,-1-1-224 16,-1 2-32-16,0 1-16 0,-1 1 0 0,0-1-912 16,0 0-176-16,-1-1-48 0,0 3 0 0,3 1-432 15,-1 1-80-15,8-1-32 0,0 0-9968 0,-7-1-2000 0</inkml:trace>
  <inkml:trace contextRef="#ctx0" brushRef="#br0" timeOffset="-207770.99">5541 8636 11055 0,'0'0'976'0,"0"0"-784"0,2-5-192 0,-2 5 0 0,0 0 5408 0,0 0 1040 15,-4-6 208-15,4 6 32 0,-6-4-3296 0,-2 1-640 16,0 3-144-16,-1 1-32 0,-3 6-496 0,1 3-96 16,-4 2-32-16,1 1 0 0,-2 2-944 0,1 0-192 15,-1 1-48-15,0 1 0 0,3 0-288 0,2-3-64 16,0 2-16-16,5-2 0 0,2-2-400 0,3-2 0 15,1-1 128-15,3 2-128 0,4-5-224 0,2 1-80 16,3-3-16-16,2-2 0 16,2 0-464-16,1-4-112 0,2-2 0 0,2-1-16 15,-1-1-304-15,3-2-64 0,2-1-16 0,-3-3 0 16,2 0 64-16,-4-1 16 0,1-1 0 0,-2-2 0 0,-1 1 640 16,-1-1 144-16,-3-1 32 0,-2-3 0 0,-2-2 400 0,-1 0 0 15,-2 0 0-15,-1 1 0 0,0 2 352 0,-2 2 96 0,-3 2 32 0,-1 4 0 16,-1 1 688-16,-1 4 144 0,0 1 32 0,2 5 0 15,0 0 112-15,0 0 16 0,0 0 16 0,0 0 0 16,-4 6-656-16,1 3-144 0,2 3-32 0,0 1 0 16,2 3-336-16,0 1-80 0,2 1-16 0,-1 1 0 15,0 1 64-15,2 0 16 0,1 0 0 0,0 0 0 16,2-2-304-16,-2-1 0 0,-1-2 0 0,1-2 0 16,1-2 320-16,1 1 0 0,-1-3 0 0,1-1 0 15,-1-2-672-15,-6-6-128 16,7 6-32-16,-1-5 0 0,-6-1 512 0,0 0 208 0,7-1-16 0,0 1 0 0,-1-4-192 15,2-1 0-15,-3-3 0 0,0-1 0 0,2-2 0 0,1-3-256 16,1 0 48-16,0-1 16 0,0 0 192 0,1-2 0 16,1-3 0-16,1 0 160 0,-3 2-160 0,1 1 0 15,1 3 0-15,-2 2 0 0,-1 2 0 0,-1 2 0 16,0 3 0 0,-7 5 0-16,6 0 0 0,-6 0 0 0,7 5 0 0,-1 3 0 0,-2 1 0 15,-1 3 192-15,0 1-192 0,-1 1 192 0,1 2-32 0,-1-1 0 16,1 2 0-16,1 0 0 0,1-5-160 0,2 0-176 15,0 1 48-15,3-4 0 16,-1 1-576-16,2 1-128 0,2-5 0 0,4 1-16 16,2-5-1104-16,-1 1-224 0,3-3-32 0,1 0-16 15,1-1-656-15,0-1-144 0,-1 0-32 0,-1-3 0 16,1-2 1728-16,-4-1 352 0,-1-2 64 0,-3-1 16 0,-2 2 896 0,-2-3 0 0,2 2 0 0,-4-2 176 16,-1 1 1232-16,-2 0 256 0,-3 1 64 15,-2 3 0-15,-2 1 304 0,2 6 64 0,-7-6 16 0,-1 3 0 16,-1 0-256-16,-1 2-32 0,-2 2-16 0,-1 2 0 15,0 2-608-15,0 3-128 0,-4-2-32 0,3 3 0 16,1 0-784-16,-2 0-256 0,2 1 160 0,2-1-160 16,0 1 176-16,2 1-48 0,0-2-128 15,2-1 192-15,3-2-192 0,2 1 0 0,2-7 0 0,-1 9 0 0,1-9 0 16,0 0-128-16,7 6 128 0,1-2-208 0,3-1-128 0,0-2-32 16,2-1 0-16,2-1 0 15,-1 1 112-15,2-4 32 0,-1 1 0 0,1-3 0 16,0-5-224-16,-1 2-32 15,1-1-16-15,0-2 0 0,-1 0 272 0,2 1 48 0,-1-1 16 0,-1 0 0 0,1-1 160 0,-2 3 0 16,-2 0-144-16,-1 4 144 0,-2 2 0 0,-1 3 0 16,-1 2 0-16,0 2 0 0,-7-3 0 0,5 6 288 15,-1 2-32-15,-3 1 0 0,2 0 224 0,1 2 32 16,-2-1 16-16,1 1 0 16,0-2-528-16,-1 0 0 0,1-1 0 0,0 1 0 0,-2-3 128 0,-1-6 64 15,6 8 0-15,0-3 16 0,-6-5-208 0,0 0 0 16,7 4 0-16,1-1 0 0,1-2 0 0,-1-1 0 15,-8 0 0-15,0 0 0 0,8-4-128 0,0-1 128 16,0-2 0-16,1 2 0 0,0-4-128 0,0 1 128 0,0 0 0 0,0-1 0 16,2 0 0-16,0-4 0 15,1 1 0-15,0 1 0 0,-2 0 0 0,1 1 0 16,-1 1 0-16,1 2 0 0,-2 2 0 0,-1 4-208 0,-1-2 64 0,0 3 16 16,-7 0 128-16,8 4 0 0,0 2 0 15,-3 2 0-15,0 1 384 0,-2 1 144 0,0-1 48 0,3 1 0 16,0 3-384-16,-1 0-64 0,-1-2 0 0,2 0-128 15,-1 0 160-15,0-1-160 0,0-3 128 16,2 1-128-16,-2 1 0 0,1-3-224 0,0 2 32 0,-1-3 0 16,-5-5-784-1,8 3-160-15,2-2-16 0,-1 0-16 0,-1-1-2272 16,3 0-448-16,-1-1-80 0</inkml:trace>
  <inkml:trace contextRef="#ctx0" brushRef="#br0" timeOffset="-207620.74">7007 8472 25791 0,'0'0'2304'0,"0"0"-1856"0,-6-5-448 0,1 1 0 0,0 1 3536 0,5 3 624 16,-4-1 112-16,0-3 16 0,-2 3-2736 0,6 1-544 15,0 0-112-15,0 0-32 0,0 0-624 0,0 0-240 16,0 0 176-16,4 8-176 16,2 2-2528-16,0-1-608 0,3 3-112 0</inkml:trace>
  <inkml:trace contextRef="#ctx0" brushRef="#br0" timeOffset="-207394.24">7289 8569 8287 0,'0'0'736'0,"0"0"-592"16,0 0-144-16,-6-2 0 0,6 2 6576 0,-10 2 1280 16,10-2 256-16,-11 2 48 0,-4 3-4688 0,2 5-928 15,-1 1-192-15,-3 6-48 0,-1 0-288 0,0 1-64 0,3 1-16 0,2-1 0 16,1 0-784-16,5-3-144 0,-1 0-48 0,4 1 0 15,4 1-528-15,1 0-112 0,2-3-32 16,5 2 0-16,2-6-288 0,3 2-176 0,4-2 32 0,1 1 0 16,6-5-48-16,1-2 0 0,1 0 0 0,2-3 0 31,4-1-1008-31,4 0-208 0,4-4-32 0,0-1-22112 0</inkml:trace>
  <inkml:trace contextRef="#ctx0" brushRef="#br0" timeOffset="-206590.09">8185 8380 30399 0,'0'0'2704'0,"0"0"-2160"0,0 0-544 16,0 0 0-16,-4 6 4800 0,3 2 864 0,3 4 160 0,1 5 48 15,-3-3-4080-15,1 3-800 0,0 5-160 0,1 2-48 16,3 3-16-16,-1 3-16 0,0 1 0 0,2-1 0 16,1-2-416-16,7 26 176 0,-6-30-272 15,-2-3-240-15,1-2 144 0,-3 1-144 0,1-7 128 0,-2-2-128 0,1 1 0 16,1-3 0-16,-4-2 128 0,-1-7-128 0,0 0 0 15,0 0 0-15,0 0 0 0,0 0 0 0,0 0-256 16,0 0 48-16,0 0 0 0,5-7 16 0,1-2 16 16,-1-3 0-16,1-1 0 0,2-1 0 0,0-2 0 15,0 1 0-15,2-1 0 0,-1-1 16 0,2 2 0 16,-1 0 0-16,1 4 0 0,-2 3 0 16,-3 1 0-16,-6 7 0 0,0 0 0 0,9 0 160 0,-1 3 0 15,-8-3 0-15,8 9 0 0,-2 1 256 0,1 2-32 16,-3 1 0-16,1 0 0 0,2 0-64 0,0 0-16 15,3-2 0-15,1 2 0 0,2-4-144 0,3 0 0 16,1 0 0-16,1-2-176 0,2-1 176 0,1-3 0 16,-1-3 0-16,1-3 0 0,0-1-272 0,0-1-32 15,-1-2 0-15,-1 1 0 0,-2 1 64 0,1-6 16 16,1 2 0-16,-4-1 0 0,0-2 32 0,-1 0 0 16,-2-1 0-16,-1 0 0 0,0 0 192 0,-2-2-176 15,-1 0 176-15,-2 0-160 0,0 0 160 0,-3 2 0 0,-1 3 0 16,-1 1-128-16,-1 1 128 0,0 8 0 0,0 0 160 0,0 0-160 15,-6-3 320-15,-2 3-48 0,0 4 0 16,1 1 0-16,1 2 48 0,1 2 16 0,-3 3 0 16,1 1 0-16,2 0-144 0,1 0-16 0,0 0-16 0,3 1 0 15,1-1-160-15,3 0 0 0,0 2 0 0,4-2 0 0,0 0-144 16,3 0 144-16,3-5 0 0,3 1 0 16,-1 0-752-16,5 1-32 15,1-3-16-15,2-1 0 0,5-3-1280 0,2-2-256 0,3-1-48 16,1 0-11952-16,-2 0-2400 0</inkml:trace>
  <inkml:trace contextRef="#ctx0" brushRef="#br0" timeOffset="-206149.28">9370 8636 30399 0,'0'0'1344'0,"0"0"288"16,0 0-1312-16,0 0-320 0,-4-2 0 0,4 2 0 0,-7-3 1376 0,2 3 208 15,-1-2 32-15,-1 0 16 0,1 2 512 0,-4 4 96 16,1-1 32-16,0 2 0 0,-1 0-784 0,-2 3-144 16,-1 1-48-16,-1 0 0 0,1-1-304 0,0 1-64 15,0 2-16-15,1 2 0 0,0-3-320 0,0 3-64 16,1-4-16-16,2 2 0 0,1-2-368 0,2 0-144 16,0-1 0-16,3 0 144 0,2-1-144 0,1-7 0 15,1 8 0-15,-1-8-176 0,7 7-80 0,1-3-32 0,-2 2 0 0,3-3 0 31,2-2-176-31,-1 2-48 0,1-3 0 0,-1-3 0 16,0 2 0-16,1-2 0 0,-1-1 0 0,1-1 0 0,-2-1 192 0,-1-1 16 16,1-1 16-16,-1 2 0 0,0-3 96 0,-1 1 32 0,1 0 0 0,-1-1 0 15,-1 0 160-15,1-3 0 0,-3 2 0 16,0 2-128-16,-2 1 128 0,1 2 0 0,-3 5 128 0,0 0-128 16,0 0 352-16,0 0 0 0,0 0 0 0,0 0 0 0,0 0 320 15,0 0 64-15,0 0 16 0,0 0 0 0,0 0-400 0,5 9-80 16,-1 0-16-16,1 0 0 15,2-1-256-15,0 0 0 0,1 0 0 0,4 1 0 0,1 0 0 0,0 0-256 16,3-2 80-16,1-2 16 16,1 0-1376-16,3-1-288 0,2-3-48 0,2 1-12464 15,2-1-2496-15</inkml:trace>
  <inkml:trace contextRef="#ctx0" brushRef="#br0" timeOffset="-205922.37">9773 8344 45151 0,'0'0'2000'0,"0"0"416"0,-7-1-1936 0,1-2-480 16,0 3 0-16,1 3 0 0,1 4 1328 0,0-1 160 0,2 3 48 0,-1 3 0 15,-1 0-384-15,3 2-64 16,-2 2 0-16,2 2-16 0,0 1-560 0,1 4-128 16,1 0 0-16,2 3-16 0,-3 0-368 0,1 2 144 0,2-4-144 0,0 1 0 15,1 0 0-15,0-2 0 0,2 0-192 0,-1-3 48 31,-1-1-784-31,0-2-160 0,-2-2-16 0,1 1-16 16,-1-3-688-16,1-1-144 0,0-3-32 0,-1-1 0 16,-2-8-1840-16,0 0-368 0</inkml:trace>
  <inkml:trace contextRef="#ctx0" brushRef="#br0" timeOffset="-205745.84">9442 8631 41807 0,'0'0'1856'0,"0"0"384"0,-6 1-1792 0,6-1-448 0,0 0 0 0,0 0 0 0,6 8 1280 0,1 0 160 16,2-1 32-16,3-5 16 0,1 2-352 0,5-4-80 16,5 0-16-16,3 1 0 0,2-1-640 0,4 0-128 15,2 0-16-15,2-1-16 16,-1-5-1136-16,4 0-208 0,3 1-48 0,5-3-20704 0</inkml:trace>
  <inkml:trace contextRef="#ctx0" brushRef="#br0" timeOffset="-205274.21">10490 8569 30399 0,'0'0'1344'0,"0"0"288"0,0 0-1312 0,0 0-320 0,0 0 0 0,6 6 0 16,-1 1 4048-16,3-1 752 0,1 3 128 0,2 2 48 15,-3 3-3600-15,-1 2-720 0,1 1-144 0,0-2-16 16,0 6 384-16,-2-1 80 0,4-2 0 0,-4 2 16 0,2-4-144 0,-2 0-48 15,0-2 0-15,-1-1 0 0,-1-1-624 0,0-1-160 16,-2-4 0-16,1 0 0 0,-3-7 0 0,0 0 0 16,0 0 0-16,0 0 0 0,0 0 0 0,0 0 0 15,0 0 0-15,3-7 0 0,-1-2 0 0,2 0 0 16,3-4 0-16,-2-1 0 0,1 2 0 0,3-2 0 16,1-2 0-16,0-1 0 0,2-4 0 0,-1 2 0 15,2-2 0-15,1 3 0 0,0-2-256 16,-2 3-64-16,-2 2-32 0,0 3 0 0,2 0 176 0,-3 3 48 15,0 2 0-15,-1 3 0 0,-8 4-64 0,7 0 0 16,-7 0 0-16,6 3 0 0,-6-3 64 0,7 5 0 16,1 1 0-16,-2 0 0 15,1 1-1200-15,0-1-224 0,1 1-48 0,0 0-16 16,3-1-2400-16,-1-2-464 0</inkml:trace>
  <inkml:trace contextRef="#ctx0" brushRef="#br0" timeOffset="-204659.75">10963 8755 17503 0,'0'0'1552'0,"0"0"-1232"0,-7 7-320 0,1-1 0 0,1-1 4640 0,-1 2 864 16,3-3 192-16,3-4 16 0,0 0-2640 15,0 0-512-15,0 0-128 0,0 0 0 16,0 0-944-16,0 0-176 0,0 0-32 0,9 4-16 16,0-3-656-16,1-1-128 0,1-1-32 0,2-3 0 0,1-1-288 0,-1-3-160 15,1-1 160-15,2-1-160 0,-2 0 0 0,3 0 0 16,0-3 0-16,-1 0 0 16,1-2 0-16,0 1-192 0,-3-2 192 0,-2 3-208 0,-4 4 16 0,-3 2 0 15,0 2 0-15,-5 5 0 0,0 0 192 0,-6-1 0 16,-1 4 0-16,-3 2-144 0,-2 3 320 0,-1 5 64 15,-1 0 16-15,-1 2 0 0,2 1 0 0,2 0 16 16,-3-1 0-16,4 2 0 0,1 0-48 0,1 0-16 16,3-1 0-16,2-2 0 0,3-2-208 0,2 0 0 15,1-3 0-15,4 0 0 0,1-1 0 0,2-2-240 16,2-1 32-16,4-2 0 16,1-2-336-16,2-2-64 0,2-2-16 0,1-1 0 15,0-1-144-15,0-1-48 0,-1-1 0 0,0-5 0 16,-1 1 192-16,-2-2 48 0,-1-2 0 0,0 0 0 0,-1-1 320 0,-2-1 64 15,-1 0 0-15,0 2 16 0,-1-4 176 0,-2 1 0 0,2 0 0 16,-3 2 0-16,-1 2 176 0,0 5 64 0,-3 2 16 0,0 1 0 16,0 3 496-16,-5 3 96 0,0 0 32 0,0 0 0 15,3 9 272-15,-2 4 48 16,0 0 16-16,1 4 0 0,-1 1-512 0,-1 2-80 0,1 1-32 0,1 2 0 16,-4 5-336-16,2-1-80 0,0 6-16 0,2-1 0 15,0 1-160-15,-2 1 192 0,2-6-192 0,-2 2 192 0,0-1-192 16,0 0 0-16,0-3 0 0,0-3 0 0,-2-2 0 15,4-3 0-15,-2-2-144 0,0-3 144 16,0-4-960-16,-3-2-64 16,3-7-32-16,0 0 0 0,0 0-1488 0,0 0-288 0,0 0-64 0,3-7-11184 15,-1-3-2240-15</inkml:trace>
  <inkml:trace contextRef="#ctx0" brushRef="#br0" timeOffset="-204493.89">11513 8350 25791 0,'0'0'2304'0,"-8"0"-1856"0,-1-4-448 0,1 1 0 0,8 3 5488 0,0 0 992 16,-5 0 208-16,5 0 32 0,-4 1-5520 0,4-1-1200 15,0 0 0-15,0 0-224 0,3 12 224 0,1-1 0 16,2 2 0-16,2 0 0 16,0-2-1152-16,1 5-128 0,1 1-16 0,2 1-16 15,0 2-2176-15,0 2-432 0,-1 1-96 0</inkml:trace>
  <inkml:trace contextRef="#ctx0" brushRef="#br0" timeOffset="-203833.24">11646 8758 13823 0,'0'0'1216'0,"0"0"-960"0,0 0-256 0,0 0 0 0,0 0 4608 16,0 0 896-16,0 0 160 0,9 1 32 0,-9-1-3600 0,11-1-736 0,2-2-144 15,-2-2-16-15,1-4-144 0,0-2-32 0,0 1 0 0,-1-2 0 16,0 2-176-16,2-2-32 0,-3-2-16 16,1-1 0-16,-2 1-288 0,-3 0-48 0,0 1-16 0,-3 2 0 15,-1 5-32-15,-2 6-16 0,0 0 0 0,0 0 0 16,-12 2 544-16,-1 5 96 0,-1 3 32 0,-2 3 0 15,0 5-320-15,1 2-64 0,-1 0-16 16,0-1 0-16,3 1-224 0,3-1-64 0,1-1 0 0,1 1 0 0,3-1-240 0,1 0-144 16,4-3 160-16,3-2-160 15,2-2-384 1,4 0-192-16,1-2-16 0,5-4-16 0,4-1-928 0,5-3-176 0,2-1-32 16,2-2-16-16,2-2-1264 15,0-3-256-15,0-2-48 0,-1-1-16 0,1-2-1056 0,-3-1-208 0,1-4-32 16,-3-1-16-16,-2 1 2928 0,0-1 592 0,-3-1 112 0,0 0 32 0,-5-1 2128 0,1-2 416 15,-4 1 96-15,-1-1 16 0,-2 2 1088 0,-2 2 208 16,-2 3 48-16,-1 0 16 0,-4 2-176 0,0 3-32 0,-4 1-16 16,2 2 0-16,-2 1-592 0,-2 2-112 0,0 1-32 0,-2 3 0 15,-1 1-720-15,-1 3-128 16,-2 4-48-16,0 1 0 0,-2 4-592 0,1 3-112 16,-2 0-16-16,1 2-16 0,0 0-112 0,-1 0-32 15,5 1 0-15,1-1 0 0,1-1-144 0,3 0-16 16,1 0-128-16,3-2 192 0,2-2-192 0,3-1 0 15,1-1 0-15,3-1 0 0,4 0-256 0,1-1 48 0,2-1 16 16,1-2 0 0,1-4-240-16,-2-2-32 0,5-2-16 0,0-2 0 15,-1 0-144-15,1-2-16 0,-2 0-16 0,1-3 0 16,2-3-64-16,0-2-16 0,-1-3 0 0,-1-1 0 16,0-2 128-16,-1-1 32 0,0-2 0 0,0-5 0 15,1 0 96-15,-2-1 32 0,-2 2 0 0,0-1 0 0,-4 0 256 0,-2 0 48 0,-1 5 16 0,-3 3 0 16,2 4 320-16,-3 5 80 0,-3 2 16 0,-1 2 0 0,0 7 720 15,0 0 144-15,0 0 16 0,0 0 16 0,0 0-208 16,-5 8-32-16,0 2-16 0,0 2 0 16,-1 1-576-16,2 3-112 0,0 1-32 0,2 2 0 0,-1 2-208 15,2 1 176-15,-2 0-176 0,2 2 160 0,0-2-160 0,-1 0 0 16,2-1 0-16,0 0 0 0,3 0 0 0,-2 0 0 16,1-6-192-16,-2 1 192 15,0-2-960-15,-2-1-64 0,1-2 0 16,1-1-16-16,1-1-784 0,-1-1-160 0,-2-1-16 0,2-7-16 15,0 0-2032-15,0 0-416 0</inkml:trace>
  <inkml:trace contextRef="#ctx0" brushRef="#br0" timeOffset="-203595.5">12286 8584 17503 0,'0'0'1552'0,"0"0"-1232"16,0 0-320-16,0 0 0 0,7-1 4720 0,-1 0 880 15,-6 1 176-15,12 0 48 0,1 0-3200 0,1 0-624 16,1 1-128-16,0 0-16 0,4 1-512 0,-2 0-80 15,0-1-32-15,-2 3 0 0,1 2-336 0,-1-1-64 16,0 3 0-16,-2-1-16 0,-1 5-144 0,1-3-32 16,-2 3 0-16,0 0 0 0,0 0-208 0,-1-1-48 0,-4 2-16 0,1 0 0 15,-2 2-240-15,1-1-128 0,-2 0 160 0,0-2-160 16,-1 0 0-16,-2-2 0 0,0-1 0 0,1 0-160 31,-1-1-960-31,0-1-192 0,3 1-32 0,0-3-16 16,-4-5-3392-16,0 0-688 0,0 0-128 0,13-12-16 0</inkml:trace>
  <inkml:trace contextRef="#ctx0" brushRef="#br0" timeOffset="-202899.68">12706 8466 5519 0,'0'0'496'0,"0"0"-496"0,0 0 0 0,0 0 0 0,0 0 5296 0,8 1 960 16,-8-1 192-16,0 0 32 0,0 0-4288 0,8 10-848 15,-1 1-192-15,3 1-16 0,1-2-1136 0,1 3-128 16,-3-1-80-16,3 1-16 15,2 0-304-15,5 1-64 0,1-1-16 0,0-1 0 0,-2 0 352 0,0-3 80 16,-1 1 16-16,0-3 0 0,0 1 1040 0,-2-2 208 16,-2 1 32-16,0-4 16 0,-13-3 656 0,0 0 128 15,11 2 16-15,-11-2 16 0,0 0-336 0,11 1-64 16,-11-1-16-16,0 0 0 0,0 0-464 0,0 0-112 16,0 0 0-16,0 0-16 0,0 0 80 0,0 0 32 15,-7 7 0-15,-3 0 0 0,0 3-416 0,-5 0-96 16,-3 2-16-16,0-1 0 0,-1 2-192 0,2 1-32 15,3-1-16-15,2-2 0 0,2 0-128 0,1-3-32 16,1 1 0-16,4-2 0 0,0 1-128 0,3-1 0 16,1-7 0-16,0 0 0 0,0 0 0 0,6 6-224 15,-6-6 80-15,11 6 16 0,2-4-64 0,1-1-16 0,1-2 0 16,1-3 0-16,-2-1 16 0,1-1 0 16,0-2 0-16,-1-1 0 0,0-1 192 0,-1 0-176 0,0 0 176 0,0-2-160 15,-1-2 160-15,1 2 0 0,0 0 0 0,-1 3 0 16,1 1 0-16,-3 2 0 0,-3 2 0 0,-7 4 0 15,0 0 0-15,0 0 0 0,0 0 160 0,0 0-160 16,0 0 384-16,10 2-32 0,-10-2 0 0,9 8 0 16,-9-8-128-16,7 8-32 0,-2 0 0 0,2 0 0 0,-2 1-192 15,1-3 144-15,0 2-144 0,0 0 128 0,-6-8-128 16,9 5 0-16,-1-1 0 0,1 1-176 0,-9-5 176 16,9 3 0-16,0 1 0 0,-9-4 0 15,11-4 0-15,-2 1 0 0,-1-2 0 0,1 0 0 0,-1 0 0 0,1-2-192 16,0-1 192-16,3-2-192 0,1-3 192 15,0 0-192-15,-1-4 192 0,2 0-192 0,2 1 32 16,-1 1 0-16,1 0 0 0,-2-2 0 0,1 3 160 0,-5 5 0 16,0 1-144-16,0 1 144 0,-3 2 0 15,1 4 0-15,0 1 128 0,-2 1-128 0,0 3 448 0,-1-1 0 16,0 2 0-16,3 5 0 0,0 1-128 16,1 1 0-16,0 1-16 0,3 0 0 0,1 0-160 0,0 1-16 15,2-1-128-15,4 0 192 0,2 0-192 0,1-1 0 16,3 0 128-16,-1-2-128 0,2-1 0 0,2-1 176 0,-3-2-176 15,1 0 160-15,0 0-112 0,-2-2-48 16,0 0 0-16,-1-1 0 0,1-2 0 0,2-1-240 16,-1 0 80-16,-1 0 16 15,-3-1-1104-15,1-1-224 0,1 2-32 16</inkml:trace>
  <inkml:trace contextRef="#ctx0" brushRef="#br0" timeOffset="-192697.38">23080 3067 38127 0,'-11'-7'1680'0,"11"7"368"0,0 0-1648 0,0 0-400 0,-4-4 0 0,4 4 0 0,0 0 336 0,0 0-16 16,0 0 0-16,0 0 0 0,0 0 720 0,-6 4 144 15,-2 3 32-15,-1 5 0 0,-2 3 0 0,-2 5 16 16,-1 2 0-16,-2 4 0 0,0 3-464 0,-1-1-112 16,-2 5-16-16,0-3 0 0,0-1-160 0,1-2-32 15,1-3-16-15,3-5 0 0,1 1-240 0,1-3-64 16,2-6 0-16,1 1 0 0,1-5-128 0,3-1 0 0,-1-2 0 0,6-4 128 16,0 0-128-16,0 0-192 0,0 0 32 0,2-9 16 15,0-3-192-15,2-2-48 0,4-2 0 0,0-2 0 16,-2-2 48-16,5-2 0 0,1-3 0 0,1-1 0 0,1-1-48 15,0 0-16-15,1-2 0 0,0 0 0 16,2 1 224-16,-1 2 176 0,-1 2-208 0,0 4 80 16,0 5 128-16,0 4 0 0,-3 4 0 0,-2 4 0 0,-1 3 256 15,-1 1 48-15,-2 6 0 0,0 2 0 0,-2 4 304 16,-1 3 64-16,1 3 16 0,0 2 0 0,1 0-176 16,2 1-16-16,0-1-16 0,-1 2 0 15,1 2-288-15,0-1-48 0,1-1-16 0,1-2 0 16,0-3-128-16,1-2-224 0,-1-2 48 0,0-2 16 15,3-2-1488-15,-2 2-288 0,0-3-64 16,2-1-12448-16,1-4-2480 0</inkml:trace>
  <inkml:trace contextRef="#ctx0" brushRef="#br0" timeOffset="-191802.5">23021 3114 14735 0,'0'0'1312'0,"0"0"-1056"0,0 0-256 0,-4-4 0 0,2-1 3392 0,2 5 608 16,-2-5 128-16,2 5 32 0,-2-6-1840 0,2 6-352 15,0 0-80-15,0 0-16 0,0 0 176 0,0 0 16 16,0 0 16-16,0 0 0 0,0 0-800 0,0 0-144 15,-3 9-48-15,0 3 0 0,-1 3-192 0,3-2-32 0,0 2-16 0,0 2 0 16,-1 4-288-16,2 2-64 16,0 4-16-16,0 0 0 0,0 2-128 0,0 1-32 15,2 2 0-15,-1 2 0 0,0 0-144 0,0 2-48 0,-1 2 0 16,2 3 0-16,2 2 16 0,-2 4 0 0,1-2 0 0,0 4 0 16,-1 0-144-16,-1-1 0 0,1 1 0 0,-2 0 0 15,-2-1 128-15,0 3-128 0,1 1 0 0,-2 2 128 16,-1-1-128-16,1 2 0 0,-1 1 144 0,1 1-144 15,-1-3 128-15,-2 3-128 0,3 2 160 0,-3 3-160 16,0-2 224-16,1 4-48 0,1 3-16 0,-2 1 0 16,1-5 0-16,-1 4 0 0,-1 3 0 0,1 2 0 0,0 1-160 15,0 1 0-15,-1-2 0 0,2-2 128 0,1 2-128 16,-1-3 128-16,0 3-128 16,0-2 128-16,1 1-128 0,1-1 128 0,-1-2-128 15,2-2 128-15,-1 0-128 0,2-1 0 0,-1 1 0 0,1 1 128 0,0-1-128 0,0 1 128 16,-1-2-128-16,2-1 128 0,-1-2-128 0,0 1 0 15,-2 1 0-15,2 1 0 0,1-1 0 0,-3 0 0 16,0 0 0-16,1-2 128 0,-1-4-128 0,1-4 0 16,-1 3 0-16,0-1 0 0,2-2 0 15,0 0 0-15,0-2 0 0,1-1 0 0,-2 0 0 0,2-3 0 16,2-4 0-16,-1-2 0 0,-1-2 0 0,1-1 0 16,-1-1 128-16,1-1-128 0,1-2 0 0,-1-4 0 15,0 2 0-15,2-3 0 0,-2-3 0 0,2-2 0 16,1-2 0-16,0 0 0 0,-3-5 0 0,3-1 0 15,-1-3-192-15,-1 0 192 16,-1-4-640-16,1 0 0 0,-1-3 0 0,-1-7 0 16,0 0-1136-16,0 0-224 0,0 0-48 0,0 0-20400 0</inkml:trace>
  <inkml:trace contextRef="#ctx0" brushRef="#br0" timeOffset="-190857.15">22691 8141 13823 0,'0'0'1216'0,"0"0"-960"0,0 0-256 0,0 0 0 15,0 0 5104-15,0 0 976 0,9 0 192 0,0 0 32 16,-1 0-5280-16,3-3-1024 0,0 1-288 0,2 0-16 16,1 4 1088-16,1-1 224 0,3-1 32 0,3 0 16 15,3-1-384-15,2-1-80 0,2 1-16 0,5 0 0 0,4 0 32 16,3-1 0-16,4 0 0 0,1 0 0 15,-1 1-480-15,0 0-128 0,2 1 0 0,2-3 0 0,3 1 0 0,4-4 0 16,2 2 0-16,3 0 0 0,3-1 0 16,-1 0 0-16,0-1 0 0,0 0 128 0,-11 1-128 15,9-1 0-15,10 0 0 0,3 2 0 0,2 1 0 0,3-1 304 16,8 0-48-16,4 0-16 0,4-1 64 0,1 2 16 16,1-1 0-16,6 1 0 15,5-2-160-15,3 1-32 0,-1 2 0 0,33-1 0 0,2 2-128 0,-8 2 0 16,-4-1 0-16,1 1 0 0,0 1 0 0,-1 0 0 0,-5 2 0 0,9 1 0 15,-21-1 0-15,-2 2 0 16,-2 0 0-16,2 1 0 0,5 0 0 0,0 0 0 16,2 2 0-16,-7 0-176 0,-9-1 176 0,3 0 0 0,7-2 0 15,-3 4 128-15,-3-3-128 0,-5 2 0 0,-5-2 0 0,4 1 0 16,6 4 0-16,-7-5 0 16,-9 3 0-16,-5-3-128 0,-2 0 128 0,0-1 0 0,-2 0 128 15,-3 0-128-15,-5-1 0 0,-4 2 0 0,-9-2 0 16,-2 2 0-16,-2-4 192 0,-7 3 64 0,-4-4 0 0,-2 2 16 15,0-1 32-15,-5-1 0 0,-5 1 0 16,-4 1 0-16,-3-1-128 0,-3 0-32 0,-6 1 0 16,-3-2 0-16,-3 2-144 0,-3-3 0 0,-1 0 0 0,-9-1 128 15,0 0-336-15,0 0-80 0,0 0-16 0,0 0 0 16,0 0-272-16,0 0-48 0,0 0-16 0,0 0 0 16,0 0-1424-16,-6 0-304 0,-2-1-48 15,0 1-16-15,8 0-1392 0,-9 0-272 0</inkml:trace>
  <inkml:trace contextRef="#ctx0" brushRef="#br0" timeOffset="-190489.88">29293 8123 40367 0,'0'0'1792'0,"0"0"368"0,0 0-1728 0,0 0-432 0,0 0 0 0,0 0 0 0,0 0 720 0,0 0 64 16,0 0 16-16,0 0 0 0,0 0 656 0,0 0 128 15,0 0 16-15,0 0 16 0,0 0-480 0,0 0-112 16,0 0 0-16,9 8-16 0,-1-1-496 0,0 3-80 16,1-4-32-16,2 1 0 0,-2 2-176 0,2 0-32 15,2-1-16-15,2-2 0 0,-2 2-176 0,4-2 0 16,0 0 144-16,0 2-144 0,1 1 0 0,0 1 0 16,-2-5 0-16,1 2 0 0,1-1 0 0,-2 0 0 0,-6 0 0 0,1 1 0 15,-4-2 0-15,0 0 0 0,-7-5 0 16,0 0 0-16,0 0 0 0,0 0 144 0,0 0-144 0,-4 7 0 15,-1-1 224-15,-2 1-64 0,-1-1-16 0,-2-2 0 16,-4 0 48-16,-1 0 16 0,-2 1 0 0,-1-1 0 16,1 0-32-16,-1 1-16 0,-2-2 0 0,3 2 0 15,-1 0-160-15,1-2 128 0,2 2-128 16,-1-2 128-16,0-1-128 0,3-1-176 0,-1 2 48 0,2-2 0 16,2 2-1040-1,2 0-208-15,1 0-32 0,7-3-14544 0,0 0-2912 0</inkml:trace>
  <inkml:trace contextRef="#ctx0" brushRef="#br0" timeOffset="-189242.62">29585 8724 9215 0,'0'0'400'0,"0"0"96"0,5-7-496 0,-2-3 0 16,-4-2 0-16,-3 3 0 0,-3 0 7104 0,2 1 1344 0,4 1 256 0,0 4 48 15,1 3-5456-15,0 0-1088 16,0 0-224-16,0 0-32 0,0 0-544 0,0 0-96 0,0 0-32 0,5 10 0 15,0 3-416-15,-1 3-96 0,1-1 0 0,0 6-16 16,1 0-192-16,-1 3-48 0,1 0 0 0,1 1 0 16,-1-1-192-16,1-1-64 0,-1 2 0 0,2-4 0 15,0-3-112-15,0-1-16 0,-2-3-128 0,1-2 192 16,1-3-192-16,-3-1 144 0,-1-2-144 0,-4-6 128 16,0 0-128-16,0 0 128 0,0 0-128 0,0 0 128 0,6 0-128 15,-6 0 0-15,7-2 0 0,-7 2 0 0,5-8 128 0,-1 0-128 16,1 0 128-16,-1-5-16 0,-1 0-112 0,1-1 0 15,-1-2 0-15,1-1 0 0,0-1 0 0,2-3 0 16,0-1 0-16,-1-3 0 0,2-1 0 0,1 3 0 16,1-5 0-16,1 1-160 15,1-3-256-15,-2 0-48 0,-3 0-16 0,1 3 0 16,-2-1-848-16,1 3-160 16,0 3-48-16,-4 7-14448 0,0 2-2896 0</inkml:trace>
  <inkml:trace contextRef="#ctx0" brushRef="#br0" timeOffset="-189018.96">29330 8878 48607 0,'0'0'2160'0,"0"0"432"0,0 0-2080 0,4-8-512 15,5 1 0-15,2 1 0 0,4-1 512 0,0 2 0 0,1-2 0 0,5 2 0 16,2-1 576-16,5 1 96 0,2 1 32 0,1 0 0 15,2-3-640-15,-2 3-112 0,2-1-16 0,-1 1-16 16,-1 0-192-16,2 0-48 0,-2 2 0 0,3-2 0 16,1 1-192-16,1-3 0 0,-1 2 0 0,0 1-160 31,-1 3-1456-31,0 1-304 0,0 2-48 0,0-3-21312 0</inkml:trace>
  <inkml:trace contextRef="#ctx0" brushRef="#br0" timeOffset="-187854.55">21672 3561 44111 0,'0'0'1952'0,"0"0"416"0,0 0-1904 0,0 0-464 0,0 0 0 0,0 0 0 15,0 0 224-15,0 0-48 0,2 10-16 0,2 4 0 16,0 1 672-16,1 2 144 0,1 5 32 0,0 4 0 16,1 2-208-16,-1 2-32 0,1 2-16 0,0 2 0 15,3-3-336-15,-4-1-64 0,1-2-16 0,-1-1 0 16,1-3-192-16,-1-2-144 0,1-1 192 0,-1-2-192 15,-1-6 0-15,1 0 0 0,-1-1 0 0,-3-3-144 16,1-1-1040-16,-3-8-208 0,0 0-32 0,0 0-16 16,0 0-640-16,0 0-128 0,0 0-32 0,0 0 0 15,0 0-352-15,-1-9-80 0,-3-3-16 0,-1-1 0 16,-2-5 32-16,1-2 0 0,-1 1 0 0,-1-5 0 16,-1 1 1264-16,-1-3 256 0,-2-6 48 0,0 4 16 15,1 2 176-15,-3-3 16 0,0 2 16 16,1-1 0-16,0 2 1440 0,0 1 272 0,0 3 64 0,0 1 16 0,0 3 2048 0,-1 0 416 15,2 4 64-15,1 1 32 0,4-1-544 0,-3 1-96 16,3 2-32-16,0 2 0 0,5 2-960 0,0 3-208 16,4-2-48-16,-2 6 0 0,5-7-624 0,1 3-128 15,5 2-16-15,0-2-16 0,1 1-272 0,2 2-48 0,1-1-16 16,2 1 0-16,0 0-64 0,2 1-16 16,3-1 0-16,1 1 0 0,0 2-208 0,2 1-32 15,0-2-16-15,1 3 0 0,-2 0-144 0,4 1 0 16,-2-1 144-16,0 1-144 0,-3 2 0 0,1 1 0 15,-2-1 0-15,-2 1 0 0,-5 0 0 0,-2 0 0 16,-1 0 0-16,-3 2 0 0,-5-1 0 0,-1 2 0 0,-3-1 0 0,-3 1 128 16,-2-1-128-16,-3 0 144 15,-2 1-144-15,-3 1 160 0,-2-1-160 0,-2 0 0 0,-1-1 0 16,0-1 128-16,-2-1-128 0,-1-1 0 0,1-1 0 0,-3 2 0 16,1-3-384-16,3 2 0 0,-1-5 0 0,3 4 0 15,-1-3-2288-15,2 0-464 16,4-2-80-16</inkml:trace>
  <inkml:trace contextRef="#ctx0" brushRef="#br0" timeOffset="-185441.49">27332 7228 5519 0,'0'0'496'0,"0"0"-496"16,0 0 0-16,7-2 0 0,-1-2 3904 0,-6 4 672 0,8-3 144 0,0-1 16 15,-8 4-2032-15,0 0-400 0,0 0-96 0,0 0-16 16,0 0-112-16,0 0-32 0,0 0 0 0,0 0 0 16,0 0-512-16,7 7-96 0,-7-7-32 0,4 10 0 15,-2-2-400-15,-2-8-96 0,-4 9-16 0,0-1 0 0,0 1-336 0,1 0-80 16,-4-1-16-16,-1-1 0 0,2-2-208 0,-1 0-32 16,1-1-16-16,-1-1 0 0,1-1-80 0,-2 0 0 15,0-1-128-15,0-1 192 0,0 0-192 0,-1-3 0 16,1-1 128-16,3 2-128 0,-1-1 0 0,-2-1 0 15,1 0 0-15,2-2 0 0,1-1 0 0,0 1 0 16,2-1 0-16,0 1 0 16,2-1-128-16,2 1 128 0,0-1-192 0,1-1 192 0,2-1-192 0,3-1 64 15,1 1 128-15,1 1-208 0,1 1 64 0,-1 2 16 16,3 0 0-16,2 0 0 0,0 1 128 0,1 1 0 16,0 2-144-16,-1 1 144 0,0-1-128 0,-1 2 128 15,0 0-160-15,-1 3 160 0,-1 1 0 0,-3-1 0 0,0 3 0 16,0-1 0-16,-1 1 0 0,0-1 0 0,-3 1-128 15,-1-1 128-15,-1 5 0 0,-2-1 0 16,-1-1 0-16,-1-1 0 0,-2 0 0 0,-1-2 0 0,0 0 128 16,-1 0-128-16,-1-1 128 0,-2 1-128 0,3-1 144 0,-3-3-144 15,-1 0 176-15,-2-1-176 16,2 0 192-16,-3-1-192 0,1-1 128 0,-1 0-128 0,0-3 0 0,2 0 0 16,-3 1 0-16,1-3 0 0,2 1-160 0,-1-1 160 15,2 1-192-15,1 1 192 0,2-1-192 0,-1 0 192 16,2-6-176-16,1 2 176 0,1-1-128 0,2 3 128 15,0 1-176-15,2-1 176 0,0 1-208 0,1-2 80 16,2 1-16-16,1 1 0 0,0-1 0 0,2 5 0 16,0-1 144-16,1 2-160 0,-8 1 160 0,9 0-160 15,0-1 160-15,2 1 0 0,-2 0 0 0,-1 2 0 0,-8-2 0 16,6 5 0-16,0 1 0 0,-6-6 128 16,0 0 0-16,0 0 0 0,3 7 0 0,0 1 0 15,-3-8 0-15,0 8 16 0,-1 0 0 0,-2-2 0 0,-1 0-144 16,-1-1 0-16,-1-1 0 0,-1 1 128 0,0 0-128 0,1-2-256 15,-1-3 64-15,0 0 16 16,-1 1-2208-16,0 2-448 0,0-1-96 0</inkml:trace>
  <inkml:trace contextRef="#ctx0" brushRef="#br0" timeOffset="-185062.67">27742 7610 9215 0,'0'0'816'0,"0"0"-656"0,0 0-160 0,0 0 0 16,0 0 5760-16,8-5 1136 0,-8 5 208 0,9-1 64 15,-9 1-4848-15,0 0-960 0,0 0-192 0,9 6-32 0,-4 1 480 16,2 1 112-16,-2 1 0 0,-3 0 16 16,1 4-912-16,0 1-176 0,-2 2-32 0,0 0-16 0,-2-2-224 0,0 2-64 15,-1-1 0-15,1 1 0 0,0-3-320 0,-1 0 0 16,0-1 0-16,-1-1 0 15,2 0-1424-15,0-1-208 0,-1-1-32 0,1-2-16 16,1-7-1600-16,0 0-320 0,0 0-64 0</inkml:trace>
  <inkml:trace contextRef="#ctx0" brushRef="#br0" timeOffset="-184591.93">27765 7575 7359 0,'-8'-12'320'0,"8"12"80"0,-5-2-400 0,-1-3 0 16,-2 1 0-16,0 0 0 0,0 1 5888 0,2 1 1104 16,1-1 224-16,-3 0 32 0,0 2-4720 0,0 1-944 15,0 0-192-15,0 1-48 0,-1 2 64 0,0 0 0 16,-1 1 0-16,-1 1 0 0,0 4-608 0,0-1-112 16,-1 2-32-16,1 2 0 0,-1 1 32 0,0-1 0 15,-1 2 0-15,0 3 0 0,0 2-48 0,0 1-16 16,0 0 0-16,3 0 0 0,0-1-128 0,4 0-32 15,-2-1 0-15,3 2 0 0,2 1-208 0,3 0-32 16,2 1-16-16,2-3 0 0,2-3-80 0,3 1 0 0,3 1-128 16,1-1 192-16,1 0-192 0,2-1 0 0,2-1 0 15,2-1 0-15,-1-3 0 0,2-2 0 0,3-1 0 0,-1-1 0 16,4-1 0-16,2-1 0 16,0-2 0-16,1-4 0 0,0 1 0 0,-2-4-128 0,2-1 128 15,0-2 0-15,-2-1 0 0,-1 0-192 0,-1-2 192 0,-2-2-160 16,-2 1-32-16,-3-1-16 0,-2 0 0 0,-1-1 0 15,-4-3-32-15,-2-1 0 0,-2 1 0 0,-1-1 0 0,-2-2 240 0,-3 2-176 16,1 0 176-16,-3-1-160 0,-3 0 160 16,-1-2 0-16,1 1 0 0,-4 2 0 0,-2 0 0 0,0 4 0 15,-2-1 0-15,0-1 0 16,-5 1-128-16,0-3 0 0,-1 4 0 0,0 0 0 0,-1 1-224 0,0 2-32 16,0-2-16-16,1 3 0 15,0 0-1328-15,-1 1-256 0,1 1-48 0,1-2-11264 16,2 0-2256-16</inkml:trace>
  <inkml:trace contextRef="#ctx0" brushRef="#br0" timeOffset="-183409.62">27237 7292 21647 0,'0'0'960'0,"0"0"192"0,0 0-912 0,0 0-240 0,0 0 0 0,0 0 0 16,0 0 1200-16,0 0 192 0,0 0 32 0,-6 0 16 15,6 0-608-15,0 0-128 0,-8-4-32 0,1 2 0 0,2-1-96 16,5 3 0-16,-6-2-16 0,0 0 0 0,6 2 0 0,-6 0 0 15,-1 0 0-15,2 0 0 0,5 0-16 16,-8-2 0-16,1 2 0 0,0-2 0 0,-1 2-16 0,0 0 0 16,2 0 0-16,-2 0 0 0,-1 0-144 0,0-1-48 15,0 0 0-15,0-1 0 0,-2 1-144 0,1 0-48 16,-1 0 0-16,0-1 0 0,-1 0-144 0,0 0 192 16,-1 1-192-16,-1 0 192 0,-2-3 48 15,-1-1 16-15,-1-1 0 0,0 4 0 0,-1-1 80 0,1 1 32 16,-1-4 0-16,-1 2 0 0,-1 0-32 15,0 1 0-15,-1-3 0 0,1-1 0 0,0-1-16 0,1 1-16 16,-1 2 0-16,0-2 0 0,0 0 0 0,1-2 0 16,1-1 0-16,1 1 0 0,-2 0-48 0,2 0 0 15,0-1 0-15,-2-1 0 0,0 1-112 0,0 1-16 16,-3-1-128-16,1 0 192 0,-4-3-64 0,-3 0 0 16,1 0-128-16,-2 1 192 0,1 0 0 0,0 1 0 15,-1-2 0-15,2 0 0 0,-1-4-32 0,2 4-16 16,-3 0 0-16,0 0 0 0,0-3-144 0,0-1 0 15,-3-1 0-15,1 1 0 0,-2 1 0 0,-3-1 0 0,-2-1 0 0,-1-2 0 16,-1 1 224-16,1 1-32 0,1-3-16 0,0-1 0 16,1-1-32-16,1 0 0 0,1-1 0 0,-16-8 0 15,6 4-144-15,3 2 128 0,1 0-128 0,-1 0 128 16,2 2 0-16,-1-4 0 0,4 3 0 0,1 2 0 16,2-1 64-16,3 1 0 0,0-6 0 0,2 3 0 0,0 1 0 15,3 2 0-15,1-2 0 0,3 0 0 16,2 2-48-16,-2-4 0 0,1-1 0 0,0 1 0 0,0 1-144 15,1-2 192-15,2 2-192 0,-1-1 192 16,-2-3-192-16,1 1 128 0,-1 2-128 0,2-1 128 0,2 2-128 16,0 0 0-16,1-2 0 0,1 2 0 0,2 1 0 0,1 0 0 15,-3 0 0-15,3 2 0 0,0 3 0 16,0-2 0-16,0 1 0 0,0-2 0 0,0-1 0 0,1 5 0 16,0-6 0-16,1 4 0 0,-2 2 0 0,1-1 0 15,0-1 0-15,2 0 0 0,-1 0 0 0,2 1 0 16,0-1 0-16,0 1 0 0,2 5 0 0,1 0 0 15,-2 0 0-15,2 1 0 0,2 3 0 0,-2 0-176 0,3 1 176 0,0 1-128 32,0 0-240-32,2 2-32 0,1 7-16 0,-3-8 0 15,3 8-1552-15,0-8-304 0,0 8-64 0,0 0-11168 0,0 0-2224 0</inkml:trace>
  <inkml:trace contextRef="#ctx0" brushRef="#br0" timeOffset="-182388.21">24297 5282 21183 0,'0'0'944'0,"0"0"192"16,0 0-912-16,0 0-224 0,-4-4 0 0,4 4 0 0,0 0 2288 0,0 0 400 0,0 0 96 0,0 0 16 15,0 0-1744-15,0 0-352 0,3-5-64 0,-3 5 0 16,0 0 704-16,0 0 128 0,0 0 48 0,0 0 0 16,0 0-240-16,0 0-32 0,0 0-16 0,0 0 0 15,7 5-272-15,-7-5-48 0,0 0-16 0,0 0 0 16,0 0-240-16,-2 9-48 0,1-2-16 0,-2-1 0 0,1 1-192 0,-2-2-32 15,-4-1-16-15,2-2 0 16,-1 1-128-16,0 0-32 0,1-3 0 0,-1-3 0 16,2 2-48-16,0-2-16 0,0 1 0 0,1-1 0 0,4 3-128 0,-4-4 0 15,1-1 144-15,2-2-144 0,0 1 0 0,2-2 0 16,2-1 0-16,2 0-192 16,-1-2 192-16,2 2-192 0,2-3 192 0,1 2-192 0,2 2 192 0,-1-2-160 15,-1 1 160-15,0 1-160 0,1 1 160 0,-1 2 0 16,-3 1-144-16,1 0 144 0,-7 4 0 0,7-1 0 15,-7 1 0-15,0 0 0 0,10 5 176 0,-4-1 0 0,-1 3 0 16,-1-1 0-16,0 2 48 0,-1 1 16 16,-3 0 0-16,0 2 0 0,0-1-16 0,0 0 0 15,-2 2 0-15,0-4 0 0,-1 0-48 0,1 0-16 16,-2-2 0-16,4-6 0 0,-5 7-32 0,1-3-128 16,4-4 192-16,-7 5-64 0,1-1-128 0,-1-2 160 15,1 1-160-15,0-2 160 0,0-1-160 0,-1-1 192 16,-1 0-192-16,2-1 192 0,-1 1-192 0,1 0 0 15,-1-1 144-15,2 1-144 0,1-1 0 0,4 2 0 0,-4-6 0 0,3 0 0 16,1-1 0-16,3-1 0 0,1 1 0 16,1-1 0-16,0 0 0 0,2 0-160 0,0 0 16 15,1 0 0-15,1 2 144 0,2 1-160 0,-1 0 160 16,1 1-160-16,-2 0 160 0,0 1 0 0,0 1 0 0,0 2-128 16,0 0 128-16,-1 2 0 0,0-2 0 0,0 3 0 15,-8-3 0-15,0 0 0 0,8 4 128 0,-2 2-128 16,-6-6 176-16,0 0-48 0,4 7 0 0,-4-7 0 15,3 6 32-15,-2 2 0 0,-1-1 0 0,-3 2 0 16,-1-3-16-16,-1-1 0 0,0 2 0 0,-3-1 0 16,0 1-144-16,-1-2 0 0,-1-2 0 0,-1 1 0 15,0-2-768-15,0 2-128 16,3 0-16-16,0 0-14912 0,1 0-2992 0</inkml:trace>
  <inkml:trace contextRef="#ctx0" brushRef="#br0" timeOffset="-181684.77">25382 6381 7359 0,'0'0'656'0,"0"0"-528"0,0 0-128 0,-6 4 0 16,-2 1 7552-16,1 3 1472 0,3 2 288 0,-4 2 64 15,-5 2-6624-15,3 2-1312 0,0 4-272 0,-2-1-48 0,-5 3 352 0,3 2 80 16,2-1 16-16,1 2 0 0,0-5-672 0,2 0-144 15,-2 0-32-15,3 0 0 0,2-5-336 0,1 1-64 16,-1-3 0-16,1-1-16 0,1-5-304 0,0 0 128 16,4-7-128-16,0 0 0 0,-4 5 0 0,4-5 0 15,0 0 0-15,0 0 0 0,0 0-224 0,0 0 48 16,0 0 16-16,-2-6 0 0,0-1-32 0,1 1-16 16,0-2 0-16,1-4 0 0,1-1-48 0,2-3 0 15,-1-2 0-15,2 0 0 0,0 1 0 0,1 0 0 16,-1 0 0-16,3-5 0 0,1 1 80 0,-2-1 16 0,1 2 0 15,-1 2 0-15,-1 2 160 0,-1 2 0 16,0 2 0-16,0 5-128 0,-1-3 128 0,-3 10 224 16,0 0-48-16,4-4-16 0,-4 4 160 0,0 0 48 15,0 0 0-15,8-2 0 0,-1 4-80 0,1 1-16 16,0 1 0-16,0 3 0 0,0-1-16 0,1 1 0 0,1 0 0 16,2 3 0-16,0-4-64 0,-1 3-32 15,2-1 0-15,2 0 0 0,-1 0-160 16,0-1 0-16,2-1 0 0,1-1 128 0,1 0-128 0,-1-1 0 0,-1-1 0 0,0-2 0 31,-1-1-608-31,1 0-96 0,-1-1-32 0,1-2 0 0,-2 0-1776 16,1 2-368-16,-2 1-64 0</inkml:trace>
  <inkml:trace contextRef="#ctx0" brushRef="#br0" timeOffset="-180793.87">23576 5221 19343 0,'0'0'848'0,"-5"0"192"0,5 0-832 0,0 0-208 15,0 0 0-15,0 0 0 0,-8 0 6064 0,1-3 1168 16,7 3 224-16,0 0 48 0,0 0-5328 0,0 0-1056 0,0 0-224 0,0 0-32 16,10-1-288-16,0-1-64 0,1 2-16 0,1 0 0 15,-1-1-304-15,1 1-48 0,1-2-16 0,-1 2 0 16,-2 2 0-16,-1-2-128 0,1 1 192 0,-4 1-64 15,-6-2 0-15,0 0-128 0,0 0 192 0,4 6-64 16,-3 2 144-16,-1 1 32 0,-2 2 0 0,-4 0 0 0,-3 1 144 0,-1 1 16 16,-2 3 16-16,-1-1 0 0,-1 1-96 15,1 1-32-15,0 1 0 0,1-1 0 0,0 0-80 16,2-2-16-16,1-1 0 0,1 0 0 0,1-2-128 0,3 0-128 16,3-3 192-16,1-1-192 15,0-8 128-15,4 9-128 0,3-4 0 0,2 0 0 0,1-1 0 16,2-1 0-16,0-2 0 0,2-1 0 0,0 0 0 0,1-3-256 15,3-2 32-15,0 0 0 16,0 0-880-16,1-4-176 16,-2 0-48-16,-1-3 0 0,1-1-1824 0,-1-4-368 15,0 1-80-15</inkml:trace>
  <inkml:trace contextRef="#ctx0" brushRef="#br0" timeOffset="-180448.31">23752 5052 35247 0,'-28'-1'1552'0,"15"0"336"0,-4-3-1504 15,-4 0-384-15,-3 0 0 0,0 2 0 0,-1 0 720 0,0 4 80 16,-1 1 16-16,0 3 0 0,-1-2 896 0,-1 2 176 16,3 2 32-16,1 4 16 0,-1 1-352 0,1 4-80 15,2 1-16-15,3 3 0 0,-1 2-432 0,3 3-96 16,2 2 0-16,2-2-16 0,1 4-320 0,1 1-64 16,2 0-16-16,4 1 0 0,2 0-288 0,3-1-64 15,3-2-16-15,1-1 0 0,2-2-176 0,4 0 0 16,1 0 0-16,5-5 128 0,2-2-128 0,2-2-176 15,2-1 48-15,4-4 0 0,3-2-176 0,-1-1-16 0,5-2-16 16,1-2 0 0,0-3-80-16,1 0-16 0,0-2 0 0,0-3 0 15,-1-1-208-15,-2 0-32 0,-5-2-16 0,-1-3 0 16,-1-3 64-16,-3-1 16 0,0-1 0 0,-2 2 0 0,-2-1 272 0,-5-3 48 16,-1 2 16-16,-3-4 0 0,-1 1 272 0,-4 0 0 0,-2-2 0 0,-1 0 0 15,-1-2 144-15,-1-1 48 0,-4 0 0 0,-2-2 0 0,0 1-192 16,0-1 0-16,-2 1 144 0,0-2-144 15,-2 0-752-15,1 2-208 0,0-1-64 0,-2 2-19584 16</inkml:trace>
  <inkml:trace contextRef="#ctx0" brushRef="#br0" timeOffset="-179457.5">24360 5294 11967 0,'0'0'528'0,"0"0"112"0,0 0-512 0,0 0-128 16,0 0 0-16,0 0 0 0,0 0 2816 0,0 0 512 15,0 0 128-15,0 0 0 0,0 0-1136 0,0 0-224 0,0 0-48 0,0 0-16 16,0 0-80-16,0 0-16 0,0 0 0 0,0 0 0 15,0 0-480-15,0 0-112 0,0 0 0 0,0 0-16 16,0 0-288-16,0 0-48 0,0 0-16 0,0 0 0 16,0-7-288-16,0 1-64 0,0-2-16 0,-1 0 0 15,-2 0-96-15,2-4-32 0,-2 1 0 0,2-1 0 16,-3 0 0-16,3 1 0 0,-2-1 0 0,0-3 0 16,1-2-160-16,-1-2-48 0,2-2 0 0,0 0 0 15,-2-1-80-15,2 0-32 0,-1-2 0 0,1-3 0 16,1-3-160-16,0 0 160 0,-1-4-160 0,1 2 160 0,0-2-160 15,0-3 0-15,0-3 0 0,1-2 128 0,-1 0-128 16,1 2 0-16,1-1 0 0,-1 0 128 0,0-2-128 0,1-2 0 16,0-3 0-16,-1 1 0 0,2 0 0 15,0 2 0-15,-1 0 0 0,1 2 0 0,-2 7 0 0,2 1 128 16,-2 3-128-16,0 4 0 0,1 0 128 0,-4 5-128 16,2 1 128-16,0 5-128 0,-1 2 128 0,-1 4-128 15,0 0 0-15,2 2 128 16,-1 1-128-16,-2 2 0 0,2-1 0 0,1 7 128 0,0 0-128 15,0 0 0-15,0 0 0 0,0 0 0 0,0 0 0 0,0 0 0 16,-3-2 0-16,3 2 0 0,0 0 0 0,0 0 0 16,0 0 0-16,0 0 0 0,0 0 0 0,0 0 0 15,0 0 0-15,0 0 0 0,0 0 0 0,0 0 0 16,0 0 0-16,0 0 0 0,0 0 0 0,0 0 0 16,0 0-160-16,0 0 160 0,0 0-336 0,-1-4 16 15,0 1 16-15,1 3 0 16,0 0-1360-16,0 0-256 0,0 0-64 0,0 0-16 15,0 0-2096-15,0 0-400 0</inkml:trace>
  <inkml:trace contextRef="#ctx0" brushRef="#br0" timeOffset="-178412">24342 3870 19343 0,'0'0'848'0,"0"0"192"0,0 0-832 0,0 0-208 0,0 0 0 0,0 0 0 16,0 0 3488-16,0 0 656 0,0 0 128 0,0 0 16 0,0 0-2048 0,0 0-432 16,0 0-80-16,-4 5 0 0,4-5-512 0,-4 7-112 15,0 1-16-15,1-2 0 0,-1 1-208 0,1-1-48 16,-3 1-16-16,1-2 0 0,-1-1-64 0,-2 0-16 16,1-2 0-16,1 2 0 0,-2-1-176 0,0-1-48 15,-1 0 0-15,1-1 0 0,0-1-160 0,2 0-32 16,-1 0-16-16,2 0 0 0,0-3-144 0,-2 1-32 15,3-1 0-15,1 1 0 0,-1-2-128 0,1 0 0 16,0-1 144-16,2-1-144 0,1 1 0 0,0-3 0 16,1 0 0-16,2-2 0 0,1 2 0 0,2-3 0 15,2-1 0-15,1 1-128 0,0 2 128 0,2-1 0 16,1-1-144-16,-1 2 144 0,0 3 0 0,1-3-144 0,-1 2 144 0,1 2 0 16,-2 1-160-16,1 3 160 0,-1 1-128 0,-1 0 128 15,-1 1 0-15,0 2 0 0,-8-3 0 0,8 6-128 16,-3 3 128-16,-1-1 0 0,0 4 0 0,-1-3 0 15,-3 1 192-15,1 2-48 16,-1 1 0-16,-1-1 0 0,-1-2 0 0,1-1 0 0,-3-1 0 0,0 0 0 16,0 0-16-16,-2 0 0 15,2 1 0-15,-1-5 0 0,-2-2 32 0,1 2 0 0,-1 0 0 0,0 0 0 16,1-3-160-16,-1-1 192 0,1 0-192 0,-1 0 192 16,1-1-64-16,-1 0-128 0,2-2 192 0,0-1-64 15,0 0-128-15,5 4 0 0,-5-4 0 0,-1 2 0 16,2-5 0-16,2 1 0 0,0-2 0 0,4 1 0 0,0 0 0 15,2-1 0-15,0-1 0 0,1 2-176 0,2-2 176 0,1 0-192 16,-3 0 192-16,3 0-192 0,0 1 192 16,-1 1 0-16,1 1 0 0,1 1-128 0,1 1 128 15,-1 0 0-15,0 1 0 0,0 0-128 0,-1 2 128 0,1 1 0 16,1-2 0-16,-1 2-128 0,1 0 128 0,-3 2 0 16,-7-2 0-16,0 0 0 0,0 0 0 0,6 7 0 15,-6-7 0-15,5 6 0 0,-5-6 0 0,2 8 0 16,0 0 0-16,-2 0 0 0,0 0 0 0,-3-1 0 15,-2 2 0-15,0-1 0 16,-2 0-768-16,-1 1-160 0,1-2-32 0,-1 4-16 16,0 3-1440-16,0 4-272 0,0-1-64 15,2 2-17504-15</inkml:trace>
  <inkml:trace contextRef="#ctx0" brushRef="#br0" timeOffset="-177909.32">24377 4350 31679 0,'0'0'1408'0,"0"0"272"0,0 0-1344 0,0 0-336 0,0 0 0 0,0 0 0 16,-8 4 1536-16,0-2 224 0,0 1 48 0,2 2 16 0,-2 0 560 0,0 4 112 15,0 2 32-15,1-2 0 0,-1 1-1104 0,-3 2-208 16,0 0-64-16,-1 1 0 0,0 1-320 0,-2 2-64 16,1-3 0-16,1 1-16 0,-2-2-112 0,3-2-32 15,1 1 0-15,2-1 0 0,-1 1-480 0,2-2-128 16,1-1 0-16,-1 0 0 0,2-2 0 0,1-1 0 16,4-5-128-16,0 0 128 0,0 0-192 0,0 0 64 15,0 0 0-15,0 0 0 0,0 0-96 0,0 0-16 16,0 0 0-16,0 0 0 0,0 0 64 0,5-6 16 15,-5 6 0-15,7-8 0 0,2-1 160 0,0-2-208 16,-1-2 80-16,0 0 128 0,2 0-192 0,-1-1 192 16,2-2-160-16,1 2 160 0,-1-3-160 0,1 1 160 15,0 1-160-15,0 0 160 0,-3 4 0 0,0 0 0 16,-1 3 0-16,-1 1 0 0,0 3 0 0,-7 4 0 16,8 0 0-16,0 1 0 0,-8-1 128 0,9 3 64 15,-1 0 0-15,-1 3 16 0,1 2-16 0,0 1 0 16,1 0 0-16,2 0 0 0,-1-1-192 0,0 0 0 0,0-2 128 15,0 1-128-15,0 0 0 0,1 0 0 0,-2-3 0 0,1 1 0 32,1-1-512-32,-1-1-80 0,-10-3-32 0,11 1 0 15,-1 1-1184-15,1 1-240 0,-2 0-64 0,1-1-12192 0,1 0-2448 0</inkml:trace>
  <inkml:trace contextRef="#ctx0" brushRef="#br0" timeOffset="-177106.78">23424 3643 26719 0,'0'0'2368'0,"-5"-4"-1888"0,-1 2-480 0,6 2 0 15,-3-7 3024-15,0 3 512 0,2-1 112 0,1 5 0 0,0 0-2240 0,4-5-464 16,-1-2-96-16,4 2-16 0,1 1-128 0,2-1-16 15,1 4-16-15,0-3 0 0,4 0-672 0,0 1 0 16,1 1 0-16,0 0 0 0,-2 1 0 0,2 2 0 16,-1 1 0-16,0-1 0 0,-1-1 0 0,-1 1 0 15,-3 3 0-15,-2-1 0 0,-8-3 0 0,8 4 0 16,-8-4 0-16,0 0 128 0,0 0 48 0,1 7 0 16,-1-7 0-16,-2 10 0 0,-3-3 192 0,-2 1 32 15,-2-1 16-15,0-1 0 0,0-1-32 0,0 3-16 16,-1-1 0-16,1-1 0 0,0 2-48 0,1-1 0 15,2-3 0-15,1 1 0 0,-1-1-64 0,6-4-32 16,0 0 0-16,0 0 0 0,0 0-96 0,0 8-128 16,2-1 176-16,2 1-176 0,2-1 176 0,2-1-176 15,1-2 160-15,3 1-160 0,1 2 0 0,0 1 128 16,1-2-128-16,1-2 0 0,-1 1 0 0,2 1 0 16,-3-3 128-16,1 3-128 0,0 0 0 0,-1-2 0 15,-2 1 0-15,-1 1 0 0,-2 0 128 0,-1-1-128 16,-2 0 0-16,0 1 144 0,-5-6-144 0,0 0 192 0,3 6-192 0,-3-6 192 15,1 7 0-15,-1-7 0 16,-4 6 0-16,1 1 0 0,-2-2 0 0,-1 0 0 0,-4-2 0 0,0 1 0 16,0 2-192-16,-2-3 128 0,-1 1-128 15,-1-2 128-15,-2 2-288 0,-1-2-64 0,0 1-16 0,1 0 0 32,1-3-1024-32,-1-1-208 0,0-1-32 0,2 1-16 15,1 0-1232-15,0 0-256 0,0-1-64 0,3-2-14912 0</inkml:trace>
  <inkml:trace contextRef="#ctx0" brushRef="#br0" timeOffset="-176649.07">23676 3319 29775 0,'-21'-11'1312'0,"12"9"288"0,-2-1-1280 0,-1 0-320 16,-1 1 0-16,-1 0 0 0,-2 1 768 0,1 1 80 15,-4 0 32-15,1 0 0 0,-1 3 1024 0,-1 2 208 16,1 3 32-16,-1 1 16 0,0 0-704 0,1 1-144 16,-2 2-32-16,1 5 0 0,2 0-256 0,0 4-64 15,0 2-16-15,-1 3 0 0,1 3-192 0,3 1-48 16,-2 3 0-16,1 2 0 0,0 4-192 0,5 0-64 16,1 0 0-16,4 0 0 0,2 0-224 0,4-1-48 15,3-1-16-15,3-1 0 0,3-6-160 16,3 0 128-16,2 0-128 0,3-4 128 0,3-2-128 0,2-6 0 15,1 0 0-15,4-2 0 0,1-2 0 0,4-1 0 16,1-5 0-16,3-1 0 0,1-5 0 0,1-2 0 0,0 0 0 0,0-2 0 16,-2-4-176-16,0-1 48 0,-4-4 0 0,-1 1 0 15,-1-3-128-15,0 0-32 0,-1-2 0 0,-2 2 0 16,0-4-16-16,-1 0 0 0,-3-1 0 16,-2 0 0-16,-3-2 96 0,-2 1 16 0,-3-6 0 0,-3 0 0 15,-1 0 192-15,-2 1 0 0,-4-2 0 16,-5 0 0-16,1-1 0 0,-3 3 0 0,-2-4 208 0,-2 2-64 15,-1 1 16-15,-3 2 0 0,-1 2 0 0,-2-2 0 16,0 3-32-16,-2 1 0 0,0 2 0 0,0 2 0 16,0 1-128-16,1 1-272 0,2 0 64 0,0 1 16 15,-1-1-1472 1,2 1-272-16,3 3-64 0,1 0-18672 0</inkml:trace>
  <inkml:trace contextRef="#ctx0" brushRef="#br0" timeOffset="-174222.09">24359 3787 13823 0,'0'0'1216'0,"0"0"-960"0,0 0-256 0,0 0 0 0,0 0 2048 16,0 0 352-16,0 0 80 0,0 0 16 15,0 0-1328-15,0 0-256 0,0 0-48 0,7 5-16 0,1-1 144 0,-8-4 32 16,0 0 0-16,8 6 0 0,-1 1-128 0,-1-1-32 15,-6-6 0-15,7 7 0 0,-1-1-112 0,-6-6-32 16,0 0 0-16,7 8 0 0,-3 1-96 0,-2-4-32 16,-2-5 0-16,5 8 0 0,1 0-176 0,-1 1-32 15,1-2-16-15,1 1 0 0,-1-3-128 0,2 0-32 16,0 2 0-16,0-1 0 0,0 1-80 0,0-1-128 16,1-1 176-16,0 2-176 0,0 3 176 0,0-3-176 15,0 1 160-15,0-1-160 0,0 3 256 0,1-1-32 16,-1 0-16-16,0 0 0 0,-1-1 176 0,-1 1 48 15,1-1 0-15,1 1 0 0,1 0-96 0,-1 0-16 16,0 0 0-16,0 0 0 0,1 2-128 0,-1-2-48 0,1 1 0 0,-1-2 0 16,0 1-144-16,0 2 0 15,0-1 0-15,0 2 128 0,0-3-128 0,2 1 0 16,-1 1 144-16,1-2-144 0,-2 1 128 0,1 2-128 16,-1 0 160-16,2-2-160 0,-2 2 128 0,1 0-128 0,-1-3 0 15,2-1 144-15,-1 1-144 0,1 1 160 0,-1 1-160 0,2-1 160 16,0 2 32-16,1 1 0 0,-2 0 0 15,2 0 0-15,3 1-192 0,1 1 0 0,0-1 0 0,1 0 0 16,-2-2 0-16,1 0 0 0,1-2 0 0,2 2 128 16,-1 2-128-16,2 2 0 0,1-2 0 0,0 2 0 0,7 1 0 15,-3 1 0-15,-2-1 0 0,-1 1 128 0,-3-2-128 16,0-3 0-16,1 1 0 0,1 2 0 0,2-2 0 16,-1 2 0-16,0 1 128 0,-1-3-128 0,1 2 0 0,1 0 0 15,2 0 0-15,6 3 128 0,-7-4 208 16,1 2 48-16,-1 0 0 0,1 2 0 0,1-4-624 0,1 3-112 15,-2-1-32-15,1 0 0 0,-1-1 384 0,-1 0 0 16,0-2 0-16,0 2 0 0,1 1 0 16,0 0 0-16,0-1 0 0,-1 1 0 0,-1-1 128 15,2 0 64-15,2 1 0 0,1 0 0 0,1-3-192 0,1 3-256 16,0 1 64-16,0-2 16 0,1 1 176 0,0 0 0 16,1-3 0-16,-1 2 0 0,-2 1 0 0,2-3 0 15,-1 0 0-15,-2-1 0 0,-1 2 144 0,1-1 16 16,-2 2 0-16,9 3 0 0,-9-7-160 0,0 1 0 15,1-1 144-15,2-1-144 0,-3 1 0 0,1 1-160 16,-2-1 16-16,1 0 0 0,7 2 144 0,-2-1 0 0,-2 0 0 16,0-1 0-16,-6-4 0 0,1-1 0 0,-3 1 0 15,1 0 0-15,1 1 0 0,-2-2 0 16,-4-1 0-16,2 1 0 0,-2-1 0 0,-1 1 144 0,1 1-144 0,-1-3 0 16,-1 0 128-16,-1 0-128 0,0 2 0 15,-1-3 0-15,-1 0 0 0,-1-2 0 0,-2 1 128 0,1 1-128 16,-1-2 0-16,-1 2 128 0,-1-4-128 0,-1 0 0 15,0 3 144-15,0 0-144 0,-7-3 0 0,0 0 144 16,8 1-144-16,-2-1 128 0,-6 0-128 0,0 0 128 0,6 1-128 0,-6-1 192 16,0 0-192-16,0 0 192 15,0 0-64-15,0 0 0 0,0 0 0 0,0 0 0 0,0 0-128 16,0 0 0-16,0 0 0 0,0 0 0 16,0 0 0-16,0 0 0 0,9 0 0 0,-2 0 0 0,-7 0 0 15,0 0 0-15,8 1 0 0,0-1 0 0,1 0 0 16,-4 0 0-16,-5 0 0 0,0 0 0 0,7 2 0 0,-1-2 0 15,-2 0 0-15,2 1 0 0,-1-1 0 0,-1 3 0 16,-4-3 128-16,0 0-128 0,0 0 0 0,0 0 0 16,0 0 0-16,0 0 0 0,0 0 0 0,0 0 0 15,8 2 0-15,-2 0 0 0,-1-1 0 0,1-1 0 16,-6 0 0-16,0 0 0 0,0 0 0 0,0 0 0 16,0 0 0-16,0 0 0 0,0 0-256 0,0 0 64 15,0 0 0-15,3 4 16 16,4-2-1680-16,-3 2-320 0,0-1-80 0</inkml:trace>
  <inkml:trace contextRef="#ctx0" brushRef="#br0" timeOffset="-173480.23">26202 5073 35071 0,'0'0'1552'0,"-5"-4"320"0,-2-2-1488 0,5-1-384 0,2 2 0 0,-2 3 0 16,1-4 768-16,-1 5 64 0,2 1 32 0,0 0 0 15,-3-1 720-15,3 1 144 0,-4 0 16 0,4 0 16 16,0 0-672-16,0 0-144 0,0 0-32 0,0 0 0 16,0 0-480-16,-1 8-112 0,1-1 0 0,1 1-16 0,2 1-176 0,1 0-128 15,1 1 144-15,0-3-144 16,2 1 0-16,-1 1 0 0,1 3 0 0,0-4 0 16,5 1 0-16,-1-1 0 0,-2 0 0 0,0 0 0 15,1 1 0-15,-2 0 0 0,-1 0 0 0,-1-1 0 0,-1 0 0 16,0 1 0-16,-2 0 0 0,-3 0 0 0,-1-1 0 0,-2 0 128 15,-1-2-128-15,-1 1 0 0,-4-1 144 0,-3 2-16 16,-2 1 0-16,-2 0 0 0,-3-2 128 0,0-1 0 16,-1 1 16-16,-1-2 0 0,0 1 128 15,0 0 32-15,1-2 0 0,3 0 0 0,3-1-176 0,0 0-48 16,2 0 0-16,0-2 0 0,2-1-208 0,2 0 0 16,3-1-192-16,5 1 192 15,0 0-2416-15,0 0-368 0,8-4-80 0,3 0-17648 16</inkml:trace>
  <inkml:trace contextRef="#ctx0" brushRef="#br0" timeOffset="-172536.5">27403 5626 11055 0,'-9'3'480'0,"9"-3"112"0,-4-2-464 0,4 2-128 0,-4-5 0 0,0 1 0 0,-1 3 3888 0,5 0 752 15,4-2 160-15,0 2 16 0,-4 1-1936 0,0 0-400 16,0 0-80-16,0 0-16 0,0 9-688 0,-2 0-144 15,2 0-16-15,-1 0-16 0,-2 2-496 0,3 2-112 0,0-3-16 0,0 1 0 16,0-1-368-16,0-1-80 16,-1 0 0-16,0-2-16 0,-1-1-176 0,1 1-16 15,0-1-16-15,1-6 0 0,0 0-16 0,-5 6 0 16,5-6 0-16,-7 5 0 0,-1-4 48 0,2 2 0 16,6-3 0-16,-8 0 0 0,-1-2-32 0,0 1 0 15,1 0 0-15,0-3 0 0,0 1-80 0,2-1-16 0,-2-2 0 0,3-1 0 16,1 1-128-16,2-1 128 0,1-2-128 0,2 1 128 15,2-2-128-15,1 1 0 0,1 0 0 0,2 0-176 16,1-3 176-16,2 0-128 0,0 0 128 0,2 2-128 16,1 2 128-16,0 4 0 0,0 0-144 0,-1 0 144 15,-2 2 0-15,2-1-144 0,0 1 144 0,1 2 0 16,-3 2 0-16,-2 1 0 0,1-1 0 0,-2 2 0 16,-1 3 0-16,1-2 128 0,-2 2-128 0,0 0 0 15,-1 4 144-15,-1-3-144 0,-2-1 128 0,-1 3-128 16,-1-1 144-16,-1 0-144 0,0 0 160 0,-1-1-160 0,-2 0 160 15,0-2-160-15,-2 1 160 0,0-2-160 0,-3 1 192 16,3-2-64-16,-1-1-128 0,-1-1 192 0,-1 1-192 16,0-2 176-16,0-1-176 0,-1-1 160 0,1 0-160 0,1-1 0 15,0 1 0-15,1-1 128 0,0-2-128 0,3-2 0 16,1 0 0-16,1-1 0 0,3 7 0 0,0-6 0 16,0-2-128-16,3 2 128 0,1 0-160 15,2-3 160-15,5 0-208 0,0 0 80 0,2 0 0 0,0 2 0 16,0 1 0-16,0-1 0 0,2-1 128 0,-1 3-128 15,-1 1 128-15,0 3-128 0,-1 0 128 0,-2 1 0 16,0 0 0-16,-1 2 0 0,-9-2 0 0,7 7 0 16,0-1 0-16,-2 2 0 0,-1 1 0 0,-1 0 0 15,-2 1 160-15,0 1-160 0,-2-2 224 0,0 3-48 16,-2-1-16-16,1 0 0 0,-2 0-16 0,-2-1 0 16,0-1 0-16,-1 0 0 0,1 1-144 0,-2-1 192 0,-1-3-192 15,-2 1 192-15,1-1-32 0,0-1 0 16,-3 1 0-16,0-1 0 0,-1-1-160 0,1-2 0 15,-1 1 0-15,0-2 0 0,-1-1 0 0,1 0-192 0,1-1 32 16,1-2 16 0,3 1-1072-16,1-1-224 0,1 1-32 0,1-2-16 15,2 0-2544-15,3-4-512 0</inkml:trace>
  <inkml:trace contextRef="#ctx0" brushRef="#br0" timeOffset="-171986.01">28034 4964 31615 0,'0'0'1408'0,"-3"-7"272"0,1 1-1344 0,0 1-336 15,2-1 0-15,0 5 0 0,0 1 1536 0,0 0 224 0,0 0 48 0,0 0 16 16,0 0 400-16,0 0 80 16,0 0 0-16,-5 1 16 0,5-1-864 0,-8 6-176 0,-2-4-48 0,-1 5 0 15,1 2-528-15,-2 0-128 0,-2 0 0 0,0 0-16 16,-2 2-144-16,0-1-32 0,-1 1 0 0,2 0 0 15,-1 1-96-15,-1 0-32 0,0 1 0 0,2-3 0 16,0 1-64-16,1-4-32 0,1 3 0 0,1-1 0 16,2-2-160-16,0 3 128 0,3-4-128 15,0 2 128-15,2 0-128 0,1-3 0 0,4-5 0 0,0 0 0 16,0 0 0-16,0 0 0 0,1 9 0 0,-1-9 0 16,7 4 0-16,1 0 0 0,2-1 0 15,2-3 0-15,1 2-128 0,1-2 128 0,1-1 0 0,3 0 0 16,1-1 0-16,2 1 0 0,-1 0 0 0,-1-2 0 0,1 2-128 0,1-1 128 15,-2 2 0-15,2-1 0 0,-1-4-128 0,-1 1 128 16,1 0-160-16,-2 0 160 0,-1 0-320 0,0 2 48 16,-1-1 0-16,-3 2 0 15,0-1-224-15,-2 1-32 0,0 1-16 0,-2-2 0 16,-9 2-1056-16,0 0-224 0,0 0-32 0,0 0-16 16,0 0-800-16,0 0-144 0,0 0-48 0,0 0-14624 0</inkml:trace>
  <inkml:trace contextRef="#ctx0" brushRef="#br0" timeOffset="-171757.46">28104 5006 17503 0,'0'0'768'0,"0"0"176"0,-2-10-752 0,-1 1-192 16,-1 4 0-16,2-1 0 0,-1 2 3792 0,3 4 736 0,-3-3 144 0,3 3 16 15,0 0-1808-15,0 0-384 16,0 0-64-16,-5 7 0 0,1 3-1072 0,0 3-208 15,0 0-32-15,0 0-16 0,1-1-336 0,-1 3-80 0,1 2-16 0,-1 2 0 16,-1 0-432-16,1 2-96 0,0-3-16 0,1 2 0 16,1-2-128-16,-2-1 0 0,1-1 0 0,1-2 0 15,0-1-768-15,2 0-192 0,2-4-48 0,0 0 0 16,4-2-1472-16,0-2-288 16,1 2-64-16,-1-7-14928 0</inkml:trace>
  <inkml:trace contextRef="#ctx0" brushRef="#br0" timeOffset="-171332.25">28094 4763 28559 0,'-8'-6'2544'0,"-2"-1"-2032"0,-3-2-512 0,1 0 0 0,0 0 1264 0,0 0 144 16,-3-1 48-16,-4 3 0 0,-3-1-80 0,-1 1-16 15,-1 2 0-15,1 1 0 0,-1 2-80 0,1 4 0 16,-3 3-16-16,0 4 0 0,-2 4-256 0,2 3-48 15,2 2-16-15,-1 3 0 0,-1 4-144 0,0 1-32 16,2 4 0-16,3 1 0 0,2 1-128 0,0-1-16 16,4 0-16-16,2 2 0 0,1 2-288 0,4-1-48 15,4 1-16-15,3-2 0 0,2 2-48 0,5 0-16 16,1-4 0-16,5 1 0 0,2-2-192 0,5-4 0 16,3-1 0-16,1-3 0 0,0-4 0 15,4 0 0-15,4-5 0 0,2 0 0 0,3-1 0 0,3-3 0 16,-1-4 0-16,1-1 0 0,0-2 0 0,-2-2-192 0,-2-4 192 15,-1 0-208-15,0-3-48 0,-4 1-16 16,0-3 0-16,0-3 0 0,0-3 0 0,-4 0 0 16,0-1 0-16,-3-3 0 0,0-2 80 0,-4-1 32 0,-2-2 0 15,-4 1 0-15,-2-5 160 0,-4 1 0 0,0 0 0 0,-3-2 128 16,-3-1 16-16,-1 1 16 0,-4 2 0 0,-1 1 0 16,-3-2 16-16,-2 2 0 0,-2 2 0 15,0-3 0-15,-1 4-176 0,-1 1 0 0,0 2 144 0,1 2-144 16,1-2-928-1,1 4-256-15,0-3-48 0,-2 5-13360 0,1 1-2688 0</inkml:trace>
  <inkml:trace contextRef="#ctx0" brushRef="#br0" timeOffset="-170518.89">27360 5807 2751 0,'0'0'128'0,"9"-6"16"0,-1-3-144 16,-2-2 0-16,1 0 0 0,-1-1 0 0,0 0 2112 0,0 0 400 15,1 1 80-15,-1 3 16 0,1-4-864 0,-2 4-160 16,-1-1-48-16,0 1 0 0,0-5 256 0,-2 2 64 16,-3-1 0-16,1 12 0 0,0 0-32 0,0 0 0 0,0 0 0 0,0 0 0 15,0-9 160-15,0 9 16 0,0 0 16 0,0 0 0 16,0 0-352-16,-3 11-80 0,1 2-16 0,-2 6 0 16,-1 3-480-16,1 5-80 15,-2 6-32-15,4-11 0 0,-2 5-144 0,1 3-48 0,1 7 0 16,-1-1 0-16,0 1-240 0,1 1-48 0,-1 1-16 15,-1 2 0-15,2 6-192 0,-1 0-32 0,0 4-16 0,2 4 0 16,1-2-80-16,0 2-16 0,0-1 0 0,0-2 0 16,0-3-144-16,0 0 160 15,0-3-160-15,0 0 160 0,-1-2-160 0,1-2 128 0,0-3-128 0,0-2 128 16,-1-3-128-16,-1-3 0 0,1-2 144 0,0-5-144 16,-1-1 0-16,1-3 128 0,0-1-128 0,-1-6 0 15,1 0 0-15,0-3 0 0,0-1 0 0,-1-1 0 16,2-8 0-16,0 0-128 0,-1 7 128 0,1-7-192 15,0 0-32-15,0 0-16 0,0 0 0 0,0 0 0 16,-3 5-272-16,3-5-48 0,-4 4-16 0,4-4 0 16,0 0-880-16,0 0-176 0,0 0-32 0,0 0-16 15,0 0-992-15,0 0-192 0,0 0-32 0,0 0-8608 16,-3-9-1712-16</inkml:trace>
  <inkml:trace contextRef="#ctx0" brushRef="#br0" timeOffset="-170111.29">27179 6494 37775 0,'0'0'1664'0,"0"0"368"0,0 0-1632 0,0 0-400 15,0 0 0-15,0 0 0 0,0 0 1264 0,0 0 160 0,2 10 48 16,3-1 0-16,3 1 176 0,0 2 32 0,0 0 16 0,1 1 0 16,1 0-704-16,2 0-144 0,-1 0-16 0,0 1-16 15,1 2-368-15,-1-2-64 0,-1-1 0 16,0 0-16-16,10 11 48 0,-11-17-224 0,-1 3 0 16,0-3-64-16,-2 0-128 0,-6-7 176 0,7 5-176 15,-7-5 192-15,6 3-192 0,-6-3 192 0,0 0-192 16,7 0 176-16,-7 0-176 0,8-3 160 0,-2-2-160 15,-1-3 160-15,1-1-160 0,-1 1 160 0,0-2-160 0,-1-1 128 16,1 2-128-16,0-3 0 0,1-1 144 16,-1-2-144-16,1-1 0 0,1-1 0 0,1-1 0 15,-1-2 0-15,1 2 0 0,0-3 0 0,0 3 0 16,0 1 0-16,0 1-192 0,-1 2 32 0,0 2 16 16,-1 3-1008-16,0 3-208 0,-2 0-48 0,2 2 0 15,1-1-1664-15,-1 3-320 0,-6 2-80 0</inkml:trace>
  <inkml:trace contextRef="#ctx0" brushRef="#br0" timeOffset="-165512.23">21271 9288 20271 0,'0'0'1792'0,"-5"-6"-1424"15,0-1-368-15,1 1 0 0,3-1 3472 0,-2 2 624 16,3 0 128-16,0 5 32 0,0 0-2208 0,0 0-448 15,0 0-96-15,0 0-16 0,0 0-176 0,0 0-32 16,0 0-16-16,2 10 0 0,-2 2-624 0,-2 2-112 16,2 2-16-16,0 1-16 0,0 0-112 0,0 2-32 15,0 1 0-15,-1-3 0 0,2 0-144 0,1-2-16 16,-2-3-16-16,1 0 0 0,0-4-176 0,0 0 0 16,-1-8 0-16,0 0 128 0,0 0-128 0,0 0 0 15,0 0 0-15,0 0 0 0,0 0 0 0,0 0 0 16,0 0 0-16,0 0 0 0,8-4-128 0,0-3-16 15,0-3 0-15,0-2 0 0,1-2-96 0,0-2-16 16,0-2 0-16,2-2 0 0,0-1 64 0,2-1 0 16,2-1 0-16,-1-1 0 0,3-1 192 0,-3 2-144 0,1 1 144 0,-1 4-128 15,-1 1 128-15,0 2 0 16,-1 5 0-16,-2 3 0 0,1 5 0 0,-4 2 144 0,0 2-16 0,-1 5-128 16,-2 3 400-16,0 6-16 0,0 3-16 0,-1 5 0 15,-2 3 80-15,-1 3 0 0,0 8 16 0,-1 4 0 16,-2 3 0-16,2 5 0 0,0 2 0 0,1 0 0 0,0 0-208 15,0-3-32-15,1-2-16 0,2-3 0 0,-2-2-208 0,-1-3 128 16,0-1-128-16,1-3 0 0,-1-3 0 16,1-2-288-16,-1-4 32 0,2-1 16 15,-1-3-1296-15,3-2-272 0,-1-4-48 16,2-2-16-16,1-2-1312 0,3-2-256 0,-1-6-48 0,-1-1-13136 16</inkml:trace>
  <inkml:trace contextRef="#ctx0" brushRef="#br0" timeOffset="-165309.02">21762 9798 9215 0,'0'0'816'0,"2"-6"-656"0,2-1-160 0,-4 7 0 0,1-5 3984 0,-1 5 768 16,0 0 160-16,0 0 16 0,0 0-1392 0,0 0-272 15,0 0-64-15,0 12-16 0,2-2-1232 0,-1 4-240 16,-1 5-48-16,-1-1-16 0,-1 3-736 0,1 1-144 16,0 3-16-16,0-1-16 0,-2 0-384 0,2 1-80 15,-1-3-16-15,1 0 0 0,1 0-256 0,0-1 128 16,-1-2-128-16,1 0 0 0,0-2-160 0,-2-3-144 15,2-2-16-15,0-1-16 16,0 0-1904-16,2-2-384 0,-2-9-80 0,0 0-16 16,0 0-1136-16,0 0-240 0</inkml:trace>
  <inkml:trace contextRef="#ctx0" brushRef="#br0" timeOffset="-164859.33">21633 10033 27295 0,'0'0'1216'0,"0"0"240"0,0 0-1168 0,0 0-288 0,-10-3 0 0,4 3 0 15,6 0 2192-15,0 0 384 0,0 0 80 0,0 0 16 0,0 0-1136 0,0 0-208 16,0 0-48-16,4-6-16 16,2-2-560-16,3 1-96 0,-1-1-32 0,4 1 0 0,1 0-48 15,0-3-16-15,0 2 0 0,0-1 0 0,0 0-64 16,2 2-32-16,-1-2 0 0,0 2 0 0,2 1-112 0,-2 1-32 16,-1 2 0-16,0 0 0 0,-1 3-48 0,0 3-16 15,-3 4 0-15,1-1 0 0,-2 6 160 0,-1 2 16 16,-2 2 16-16,0 2 0 0,0-2-16 0,1 1-16 15,-3 1 0-15,3-1 0 0,-4 1-144 0,1-2-32 16,-1-2 0-16,2 0 0 0,-1-1-192 0,1-2 128 16,-1-3-128-16,0-2 0 0,-3-6 0 0,0 0 0 15,0 0 0-15,7 2 0 0,-7-2 0 0,6-2 0 16,0 0 0-16,0-5 0 0,1 1 0 0,-1-5 0 16,1 2 0-16,-1-1-160 0,1-6 160 0,1 2 0 15,2-2-144-15,-1 0 144 0,2-1 0 0,-1 2-176 16,2-1 176-16,-2 3-128 0,-1 0 128 0,0 3 0 15,-1 3 0-15,0 2-128 0,-8 5 128 0,0 0 0 16,0 0 0-16,7 9 128 0,-3 3 96 0,-1 2 32 16,-1-1 0-16,-1 3 0 0,0 1-64 0,1 1-16 15,-2 0 0-15,1-1 0 0,0 0-176 0,2-1 0 16,-1-3 0-16,1-1 0 16,0-2-976-16,-1-2-240 0,4-2-32 0,0-1-16 0,2-2-1760 15,0 0-368-15,-1-3-64 0,1-2-14672 0</inkml:trace>
  <inkml:trace contextRef="#ctx0" brushRef="#br0" timeOffset="-164598.08">22480 9411 43823 0,'-13'5'1936'0,"13"-5"416"0,0 0-1888 0,0 0-464 0,0 0 0 0,0 0 0 0,0 0 1072 0,0 0 112 15,0 0 32-15,0 0 0 0,0 0-144 0,9 0-32 16,0 0 0-16,2 0 0 0,-1-1-656 0,1-1-128 16,-1 2-16-16,0 0-16 0,3 0-224 0,0 2 0 15,-1-1 0-15,1 2 0 0,0-1 0 0,-1 2 0 16,0-1-128-16,-2-1 128 16,1 1-1472-16,-1 1-192 0,0-3-48 0,1 2 0 15,-1 1-1568-15,-1 1-320 0,-1-2-64 0,-1 2-16 0</inkml:trace>
  <inkml:trace contextRef="#ctx0" brushRef="#br0" timeOffset="-164419.73">22455 9632 31327 0,'0'0'2784'0,"0"0"-2224"0,0 0-560 0,0 0 0 16,0 0 2416-16,0 0 368 0,0 0 80 15,9 2 16-15,0-2-1680 0,2 0-336 0,-1-2-64 0,3 2-16 16,0-2-144-16,3 1-48 0,2-2 0 0,1 0 0 15,0-1-304-15,1 2-64 0,-2-2-16 0,3 0 0 32,1-3-592-32,1 1-112 0,2-3-16 0,4 1-20032 0</inkml:trace>
  <inkml:trace contextRef="#ctx0" brushRef="#br0" timeOffset="-163872.2">23471 9323 9215 0,'0'0'400'0,"0"0"96"0,8-2-496 0,-2-2 0 0,-1 0 0 0,-1-1 0 0,-1 0 3824 0,-3 5 656 15,3-8 144-15,-3 8 32 16,0 0-1248-16,0 0-240 0,0 0-48 0,0 0-16 0,0 0-608 0,0 0-128 15,0 0-32-15,0 0 0 0,0 0-944 0,2 10-192 16,-2 2-48-16,-1 1 0 0,-2 3-464 0,1 2-112 16,-1-1 0-16,-1 2-16 0,0-3-384 0,2 1-176 15,-1 0 160-15,2-4-160 16,-1 0-448-16,1-1-176 0,0-2-32 0,2-1-16 16,3 0-1568-16,1-2-320 0,-1-3-64 0,3 1-10496 15,-1-2-2080-15</inkml:trace>
  <inkml:trace contextRef="#ctx0" brushRef="#br0" timeOffset="-163315.3">23801 8987 3679 0,'0'0'320'0,"0"0"-320"0,-7 3 0 15,2-1 0-15,5-2 8000 0,-4 4 1520 0,1 3 304 0,0-1 64 16,0 1-6880-16,2 3-1360 0,-1 3-288 0,1 4-48 15,1 3 224-15,-1 1 32 0,1 2 16 0,1 1 0 16,2 0-768-16,-1-3-160 0,1 1-16 0,1 1-16 16,1-3-368-16,-1 1-80 0,0-1-16 0,1-2 0 0,-1-1-160 15,1-1 160-15,0-2-160 0,-1-1 160 0,-1-3-160 16,-1-2 128-16,-2-8-128 0,6 7 128 0,-6-7-128 0,0 0 0 16,0 0 0-16,0 0 128 0,0 0-128 0,9 0 0 15,-1-3 0-15,-2-1 0 0,-3-1 0 0,1-3 0 16,0 0 0-16,-1-3 0 0,-1-1 0 0,0-1 0 15,0-3 0-15,2 1 0 0,-1-2 0 0,3 0 0 16,-2-2 0-16,1 0 0 0,1-3 0 0,1 0 0 16,1-1 0-16,0 3 0 0,-2 1 0 0,1 1 0 15,-1 4 0-15,1 3 0 0,-3 2 0 16,1 4 0-16,-5 5 0 0,0 0 0 0,0 0 0 0,6 6 128 16,-2 5 32-16,1 3 0 0,-1 3 64 0,0 1 16 15,0 2 0-15,0 1 0 0,1-4-96 0,0 2-16 16,1-2 0-16,0 0 0 0,2-2-128 0,0-2 0 15,0-2 0-15,-1 0 0 0,1-1 0 0,0-1 0 16,0-2 128-16,0-5-128 0,1 2 0 0,-1-2 0 16,0-2 0-16,-1-2 0 0,1 0 0 0,0-2 0 15,-1 0 0-15,0-1 0 0,0-3 0 0,-1 1 128 16,0-2-128-16,-1-1 0 0,-1-3 0 0,1 0 128 0,0-2-128 0,2 0 0 16,-2-2 0-16,3-4 0 15,-2-1 0-15,1-2 0 0,-1-3 0 0,1 1 0 0,-1 0 0 0,1 2-176 31,-2 1-672-31,2 2-144 0,-2 3-32 0,0 2 0 16,3 3-1472-16,-4 3-320 0,-3 2-48 0,-1 8-17056 0</inkml:trace>
  <inkml:trace contextRef="#ctx0" brushRef="#br0" timeOffset="-163091.3">23595 8947 43071 0,'0'0'1920'0,"0"0"384"0,0 0-1856 0,0 0-448 0,4-7 0 0,2 3 0 0,-1-2 288 0,3 1-32 16,1-1-16-16,3 1 0 0,0-1-240 0,3-1 144 16,4 1-144-16,-1-1 128 15,-1 2-1840-15,1 0-368 0,3-1-80 0,0 1-9616 16,0 1-1936-16</inkml:trace>
  <inkml:trace contextRef="#ctx0" brushRef="#br0" timeOffset="-162964">24051 8844 15663 0,'0'0'1392'15,"0"0"-1120"-15,0 0-272 0,0 0 0 0,0 0 4672 0,10 0 896 0,1 0 160 0,1 0 32 16,-1-2-3216 0,2 1-656-16,0 0-128 0,0-2-32 0,0 1-608 0,2-1-128 0,0 0-32 0,4 1 0 15,-4-1-768-15,1 2-192 0,0 0 0 16,-1-1 0-1,1 2-2272-15,0 0-496 0,-1 0-112 0</inkml:trace>
  <inkml:trace contextRef="#ctx0" brushRef="#br0" timeOffset="-162608.16">24327 9192 17503 0,'0'0'1552'0,"0"0"-1232"0,0 0-320 0,0 0 0 0,0 0 4688 0,0 0 880 16,0 0 192-16,8 6 16 0,-8-6-2976 0,9 7-608 16,2-3-112-16,-2 1-32 0,0 0-752 0,0-1-144 15,-9-4-48-15,8 8 0 0,-2 0-336 0,-2 1-64 16,0-1 0-16,0 1-16 0,-4-1 16 0,0 1 16 16,-1 1 0-16,-2-1 0 0,1 2-160 0,-2 0-48 15,-3 0 0-15,2-1 0 0,1-1-128 0,0 2-48 16,-1-2 0-16,0 0 0 0,0-1-144 0,1 0-16 15,0-2-16-15,1 1 0 0,3-7-160 0,0 0 128 16,1 6-128-16,-1-6 128 0,0 0-128 0,0 0 0 16,4 7 0-16,2-2 0 0,-6-5 0 0,9 4 0 15,0 0 0-15,0-3 0 0,0-1 0 0,2-1 0 16,3-2-128-16,3-1 128 16,1 0-832-16,2-1-112 0,0-1-16 0,3-1 0 15,-3-1-1328-15,5 2-272 0,4-1-48 0,-3 2-12096 0,-1 0-2416 16</inkml:trace>
  <inkml:trace contextRef="#ctx0" brushRef="#br0" timeOffset="-162379.27">24974 8986 27647 0,'-5'0'2448'0,"5"0"-1952"0,0 0-496 0,0 0 0 0,0 0 4496 0,0 0 816 16,-3 8 144-16,1 1 48 0,-2 0-3216 0,1 1-640 15,-1 3-128-15,3 2-32 0,0 0-928 0,-1 2-192 16,1 3-48-16,-2-2 0 0,2 2-320 0,1-1 0 16,0-1 0-16,-1 1 128 0,1-1-128 0,0-2 0 15,1-2-176-15,0-1 176 16,-1 0-1376-16,2-1-176 0,-1-1-48 0,-1 0 0 16,1-3-2064-16,1 1-432 0,-1-3-64 0</inkml:trace>
  <inkml:trace contextRef="#ctx0" brushRef="#br0" timeOffset="-162184.04">24836 9159 25791 0,'0'0'2304'0,"0"0"-1856"16,0 0-448-16,0 0 0 0,0 0 5056 0,0 0 928 16,0 0 176-16,0 0 48 0,0 0-4384 0,9 3-864 0,3-1-192 0,1 0-16 15,0-4-448-15,2 2-96 0,1-1-16 16,5 0 0-16,2-3-192 0,3 1-160 0,1 1 32 0,1-2 0 31,2 0-2384-31,5 1-480 0,4 1-80 0,-1 0-16512 0</inkml:trace>
  <inkml:trace contextRef="#ctx0" brushRef="#br0" timeOffset="-161756.46">25342 9192 39455 0,'0'0'1744'0,"-7"-2"368"0,7 2-1696 0,0 0-416 0,0 0 0 0,0 0 0 0,0 0 896 0,4-3 80 15,4-1 32-15,-2 1 0 0,2 0 144 0,1 2 48 16,0 0 0-16,1 1 0 0,0 0-496 0,0 0-80 16,0-3-32-16,-1 3 0 0,-9 0 16 0,0 0 0 15,9 3 0-15,-9-3 0 0,0 0-48 0,0 0-16 16,0 0 0-16,0 0 0 0,0 0-96 0,0 0-32 16,1 6 0-16,-1-6 0 0,-2 7-112 0,-2 1-32 15,-2 1 0-15,1-3 0 0,-1 1-112 0,-1 1-32 16,1-2 0-16,-1 1 0 0,1-1-128 0,-1 1 0 15,1-2 0-15,0 1 0 0,1 1 0 0,1-2 0 16,4-5 0-16,-4 5 0 0,4-5 0 0,0 0 0 16,0 0 0-16,0 0 0 0,0 0 0 0,3 7 0 15,-3-7 0-15,6 5-176 0,1 0 176 0,1 1-192 0,2-2 192 0,2-2-192 16,1-1 0-16,1 1 0 16,1 0 0-16,-1 1 0 0,0-2 16 0,-2 2 0 0,1 1 0 0,-1 0 0 15,-2 1 176-15,-1-2 0 0,-9-3-144 16,7 6 144-16,-2 1 0 0,-1 0 0 0,-3 1 0 0,-2 0 0 15,-2 1 128-15,0 0-128 0,-4 0 192 0,0 1-64 16,0 1 0-16,-1-2 0 0,-5-1 0 0,2 1 0 16,1-1-128-16,-2-1 0 0,0-1 0 0,2-1 0 15,-2 2-144-15,2-1-112 0,1-3-32 16,2 1 0-16,7-4-1952 16,-8 0-384-16,8 0-64 0,0 0-11840 0,-7 0-2368 0</inkml:trace>
  <inkml:trace contextRef="#ctx0" brushRef="#br0" timeOffset="-161208.95">25761 8848 41759 0,'0'0'1856'0,"0"0"368"0,0 0-1776 0,0 0-448 15,0 0 0-15,0 0 0 0,0 0 1248 0,7 6 160 16,-2 3 48-16,0 2 0 0,1 2 16 0,-1 1 16 15,-1 6 0-15,0 2 0 0,-2 1-768 0,1 1-144 16,-1 2-48-16,1 1 0 0,1 2-208 0,0 1-32 16,0-3-16-16,0 1 0 0,-2-2-144 0,2-3-128 15,1-3 192-15,1-2-192 0,-2-1 128 0,1 0-128 16,0-4 0-16,3-4 0 0,-2 0 128 0,0-2-128 16,-1-2 0-16,1-3 0 0,-6-2 0 0,7-1 0 15,-7 1 0-15,8-5 0 0,-2 0 0 0,1-2 0 16,-2-1-144-16,0-1 144 0,2-1-160 0,-1-5 160 15,1 1-192-15,0-1 192 0,1-4-240 0,0 0 64 16,1-2 16-16,0-1 0 0,2-3 16 0,1 1 0 16,-1 2 0-16,0 0 0 0,-3 3 144 0,-1 2 0 0,0 2 0 0,-2 4-128 15,-1 0 128-15,0 5 0 0,-4 6 0 0,0 0 0 16,0 0 288-16,0 0-16 0,0 0 0 0,0 0 0 16,1 10-32-16,1 3-16 0,-2-1 0 0,1 3 0 0,0 2-224 15,2 2 144-15,-1-1-144 0,1 0 128 16,2 0-128-16,2-1 0 0,1-1 0 0,-1-2 0 0,2-1 0 0,1-1 0 15,-1 0 0-15,0-4 0 0,0-2 0 0,0-2 128 16,0-1-128-16,0-2 0 16,-1 0 0-16,0-1 0 0,2-2 128 0,-2-2-128 0,0 0 0 0,1-1 0 15,2-1 0-15,-2 0 0 0,-1-3 0 16,2-2 0-16,-1 0 0 0,0-4 0 0,0-2 0 16,3-1 0-16,-3 0 0 0,2-4 128 0,-1 1-384 0,-2 0-64 15,-3 0-32-15,0 3 0 16,-2 1-1088-16,-2 3-224 0,1 1-32 0,-2 2-16 15,-6 1-1584-15,-3-1-320 0</inkml:trace>
  <inkml:trace contextRef="#ctx0" brushRef="#br0" timeOffset="-160991.83">25537 8878 33167 0,'0'0'2944'0,"0"0"-2352"0,0 0-464 0,0 0-128 16,9 0 3040-16,3 0 592 0,-1-2 112 0,3 1 32 16,4-2-2880-16,3 1-560 0,2-1-112 0,3 1-32 15,2 0-192-15,2-2 176 0,0 2-176 0,0-1 160 16,0-1-1232-16,0 0-240 0,0 0-48 0,-2 2-11952 16,1-1-2400-16</inkml:trace>
  <inkml:trace contextRef="#ctx0" brushRef="#br0" timeOffset="-160850.02">26261 8786 33119 0,'0'0'1472'0,"0"0"288"0,10-2-1408 0,2-3-352 0,2 1 0 0,2 0 0 0,-2 0 1584 0,2 0 240 16,1 0 48-16,-1 0 16 0,0 1-528 0,0 2-96 16,-3 1-32-16,3-1 0 0,-3-2-784 0,0 1-144 15,-1-1-48-15,1 3 0 16,1 3-1984-16,-1-1-384 0,1 3-96 0</inkml:trace>
  <inkml:trace contextRef="#ctx0" brushRef="#br0" timeOffset="-160463.52">26692 9082 4607 0,'-1'0'192'0,"-2"-2"64"0,3 2-256 0,0 0 0 0,0 0 0 0,0 0 0 16,-4 2 9904-16,-1 0 1936 0,1 3 384 0,0-4 64 15,-2 4-8512-15,-1-1-1728 0,0 1-320 0,0 3-80 16,-1-1-848-16,-1 3-160 0,1 2-48 0,-1-2 0 16,-1-2-272-16,-1 1-48 0,1 0-16 0,-1 1 0 0,4-3-96 0,-1 1-32 15,0-1 0-15,1-2 0 0,1 3-128 0,1-3 0 16,1-1 144-16,-1-1-144 0,5-3 0 0,0 0 0 15,0 0 0-15,0 0 128 0,0 0-128 0,0 0 0 16,0 0 0-16,0 0 0 0,0 0 0 0,0 0 0 16,0 0 0-16,0 0 0 0,6 3 0 0,2 1 0 15,1-4 0-15,3 0-128 0,1 0 128 0,-1 0 0 16,-1 0-144-16,1 0 144 0,1-2-192 0,0 0 16 16,-2 1 16-16,0-1 0 15,2-2-416-15,-1 1-96 0,-2 0-16 0,2 1 0 16,-1-2-624-16,-1 0-128 0,-1 1-32 0,0-1 0 15,-2 2-1920-15,1-3-384 0,-1-2-64 0</inkml:trace>
  <inkml:trace contextRef="#ctx0" brushRef="#br0" timeOffset="-160244.99">26746 9077 9215 0,'0'0'816'0,"-5"5"-656"15,-1-2-160-15,6-3 0 0,-4 5 7040 0,2 2 1360 16,-1 2 288-16,2 0 48 0,1 1-5328 0,-1-1-1056 0,1 1-224 0,1 0-32 15,0 0-528-15,2 1-96 16,-1-1-32-16,2 3 0 0,0-2-832 0,0 2-160 0,0 0-48 0,-1 0 0 16,2 0-400-16,1 1 128 0,-2 2-128 0,3-3 0 15,-2 4 0-15,-1-4-320 0,0-1 48 0,-3-1 16 32,0 2-1728-32,1-3-352 0,-4 0-64 0,0 2-12160 15,-5-1-2432-15</inkml:trace>
  <inkml:trace contextRef="#ctx0" brushRef="#br0" timeOffset="-159779.67">23755 10038 33167 0,'-16'-1'2944'0,"11"-2"-2352"15,0 0-464-15,0-1-128 0,0 1 3264 0,5 3 640 16,5-6 128-16,1 1 32 0,3 0-3024 0,3 1-592 15,4 0-128-15,3 0-32 0,5-1 480 0,3 1 112 16,4-5 16-16,5 4 0 0,7 0-640 0,5 1-112 0,5-2-16 0,5 5-128 16,0-4 320-16,4 4-64 0,0-3 0 0,9 1 0 15,-10-1 16-15,7 2 0 0,2-1 0 16,2 0 0-16,1 1-112 0,6 0-32 0,10 1 0 0,1 0 0 16,19-2-128-16,-8 2 0 0,-27 0 0 0,4 1 0 15,5 0 0-15,-1 1 0 0,-3 1 128 0,-6 1-128 16,-6 1 0-16,-7-1 0 0,-4-1 0 0,-4 1 0 0,7-1 0 15,-6 1 0-15,-14 0 0 0,-2 1 0 0,-5-4 0 0,-3 0 0 16,-4 2 0-16,-3-1 0 0,-3-1-368 16,-2 0 48-16,-5 0 16 0,-2-1 0 15,2-1-1456-15,-5-1-288 16,-7 3-64-16</inkml:trace>
  <inkml:trace contextRef="#ctx0" brushRef="#br0" timeOffset="-159096.14">24288 10608 32191 0,'0'0'1424'0,"0"0"304"0,-5-2-1392 0,0 1-336 0,0 0 0 0,1-1 0 0,4 2 2304 0,0 0 400 16,-4-1 80-16,4 1 16 0,0 0-928 0,0 0-176 15,0 0-32-15,8-5-16 0,-2 0-816 0,3 1-176 16,-1 0-16-16,3 1-16 0,-1 1-288 0,2 0-48 16,-2 1-16-16,2 0 0 0,2 1-96 0,-2 0-32 15,0 0 0-15,-12 0 0 0,0 0-16 0,0 0-128 16,10 4 192-16,-10-4-64 0,0 0 128 0,7 9 32 16,-2-3 0-16,-3 2 0 0,0 1 96 0,-2-1 32 15,0 4 0-15,-3-2 0 0,-3 1 48 0,-1 0 16 16,-1 1 0-16,0 0 0 0,-1 1-224 0,1-1-64 15,1-1 0-15,0 0 0 0,-1-2 0 0,3 0 0 16,0-1 0-16,2-2 0 0,3-6-192 0,0 0 0 16,0 0 0-16,0 0 0 0,3 8 0 0,-3-8 0 15,6 5 0-15,4-1 0 0,1-1 0 0,2-2-240 0,2-1 80 0,0-1 16 32,5-2-624-32,3-2-112 0,2-1-16 0,1-2-16 15,2-1-992-15,2 1-192 0,2-5-32 0,3 1-16 16,2-2-2368-16,-5-2-480 0,28-15-80 0,-19 1-32 0</inkml:trace>
  <inkml:trace contextRef="#ctx0" brushRef="#br0" timeOffset="-158758.87">24957 10412 32703 0,'0'0'1456'0,"-3"-3"288"0,3 3-1392 0,-2-5-352 15,-2 0 0-15,-1 1 0 0,0 2 2608 0,-2 2 448 16,0 1 80-16,1 1 32 0,-2 2-880 0,0 3-176 16,0 3-48-16,-1 3 0 0,-1 3-912 0,-1 2-192 15,0 0-48-15,-1 3 0 0,-1 1-256 0,1 3-48 16,2-1-16-16,2-2 0 0,3 1-192 0,1 0-32 15,1-3-16-15,5 0 0 0,-1-2-352 0,4-1 0 16,3-1 0-16,2-3 0 0,1-4 0 0,3-1 0 16,2-2 0-16,2-2 0 0,0-1 0 0,3-2-240 15,-1-1 48-15,3 0 0 0,2-1-96 16,0-2-16-16,-2-1 0 0,2 0 0 0,0-1 80 0,-2-1 16 0,1-2 0 0,-2 1 0 16,-1-3 64-16,-3 1 16 15,-2-4 0-15,-3 0 0 0,-2-2 128 0,-2 0-128 16,-1-2 128-16,0 0-128 0,-3 0 128 0,1-1 0 0,-3-2 0 15,-1 2 0-15,-2-2 0 0,-3 1 0 0,-1-1 0 16,-2 2 0-16,-2 2 0 0,-3 1 0 0,-3 0 0 16,-4 4 0-16,0-1 0 0,-2 3-240 15,-2 1 64-15,0 1 16 16,0 1-1040-16,-2 3-208 0,2-1-32 0,0 3-16 16,1 2-2352-16,1 3-480 0</inkml:trace>
  <inkml:trace contextRef="#ctx0" brushRef="#br0" timeOffset="-158499.9">24914 10567 10127 0,'0'0'896'0,"0"0"-704"0,8-5-192 0,0 1 0 0,0 0 5952 0,-8 4 1152 16,0 0 224-16,0 0 48 0,9-4-3696 0,-2 4-736 15,-7 0-160-15,11 0-32 0,-2 3-848 0,0 1-176 16,0 1-48-16,2 2 0 0,-1 0-864 0,1 4-176 15,-2-3-48-15,1 3 0 0,-1 4-336 0,0-1-80 16,0 0-16-16,-1 1 0 0,-1 0-160 0,-1 2 0 16,2-4 0-16,-3 2 128 0,-1-2-128 0,2 0-192 15,-3-4 32-15,3-1 16 16,0 1-1392-16,1-3-288 0,-1-3-48 0,5 1-16 16,4 0-2208-16,0-2-448 0</inkml:trace>
  <inkml:trace contextRef="#ctx0" brushRef="#br0" timeOffset="-158028.62">25428 10563 27647 0,'0'0'2448'0,"-6"3"-1952"0,6-3-496 0,0 0 0 0,0 0 4032 0,0 0 720 0,0 0 144 0,0 0 32 16,0 0-2896-16,0 0-576 0,0 0-112 0,10-4-32 16,-3 0-368-16,4 1-80 0,-2 0-16 0,1 1 0 15,-10 2-432-15,12-4-96 0,0 4 0 0,-2 0-16 16,1 2-80-16,-2 0-16 0,-9-2 0 0,0 0 0 15,10 2 80-15,-10-2 16 0,0 0 0 0,8 5 0 16,-8-5-32-16,0 0 0 16,1 8 0-16,1 1 0 0,-4-3-32 0,-1 1-16 15,-1-1 0-15,-2 1 0 0,0-1-48 0,1 1-16 0,-1-1 0 0,1 2 0 0,-3 0-160 0,2 0 0 16,-2-2 0-16,2 1 0 0,0-1 0 0,0 1 0 16,1-2 0-16,5-5 0 0,-3 7 0 15,3-7 0-15,-4 5 0 0,4-5 0 0,0 0 0 0,0 0 0 16,1 6 0-16,-1-6 0 0,0 0 0 0,6 8 0 15,-6-8 0-15,7 7 0 0,0-1 0 0,1-1-144 16,-8-5 144-16,9 6-208 0,1-1 208 0,-1-1 0 16,2 0 0-16,1 1 0 0,-2 0 0 0,0 0 0 15,1-1 0-15,-1 0 0 0,-1 0 0 0,-1 1 0 16,-1 2 0-16,-1-5 0 0,-6-2 0 16,0 0 0-16,4 7 0 0,-4-7 0 0,0 0 0 0,0 9 0 15,-1-1 160-15,-2-2-160 0,-1 1 160 0,-1-2-160 16,0 0 192-16,-3-1-192 0,0 0 176 0,1 0-176 0,-1 0 160 15,0 0-32-15,0 0-128 0,0-2 0 16,0 2 0-16,2-2 0 0,-1 0 0 0,1 1 0 16,-2-3 0-16,0 0 0 15,-1 0-336-15,1 0-64 0,0-3-16 0,2 3 0 16,6 0-1888-16,-7-1-368 0</inkml:trace>
  <inkml:trace contextRef="#ctx0" brushRef="#br0" timeOffset="-152935.46">841 11767 34607 0,'-7'-20'1536'0,"3"8"320"0,-1 1-1488 0,0-2-368 0,-1-2 0 0,0 6 0 0,2-1 1312 0,0 3 192 0,4 7 32 0,0 0 16 16,0 0 448-16,0 0 96 0,0 0 16 0,0 0 0 16,-3 11-944-16,1 2-176 0,4 4-32 0,-1 0-16 15,3 5-544-15,1 5-96 0,2 3-32 0,-1 3 0 16,-1-1-128-16,0 2-16 0,2-1-128 0,0 1 192 16,-1 0-192-16,-1-2 0 0,-1 1 128 0,1-6-128 15,-1-2 0-15,0-2 0 0,-1 1 0 16,-1-3-160-16,0-3-192 0,-1-4-32 0,-1-1-16 0,0-13 0 15,3 11-1408-15,-3-11-288 16,4 9-48-16,-4-9-16 0,5 6-1280 0,-5-6-256 16,0 0-48-16</inkml:trace>
  <inkml:trace contextRef="#ctx0" brushRef="#br0" timeOffset="-152518.06">490 11791 37775 0,'-12'-1'3360'0,"1"-2"-2688"16,0 1-544-16,11 2-128 0,0 0 1792 0,0 0 320 16,0 0 64-16,0 0 0 0,0 0-1056 0,0-9-224 15,0 9-32-15,11-9-16 0,2 2-208 0,2 1-64 16,4-1 0-16,0 2 0 0,1 0-320 0,2 1-64 16,3 0 0-16,3 1-16 0,4 1 48 0,-13-1 16 15,7 0 0-15,4 2 0 0,3 1-240 0,2 0 144 16,3 0-144-16,1 3 128 0,0 1-128 0,30 7 0 15,-11-2 0-15,-11 7 0 0,-7 1 0 0,-5 3 0 0,-4-5 0 0,-11 0 0 16,1-2 0-16,-2 2 0 0,0 1 0 16,-1 1 0-16,-4-3 0 0,-2 3 0 0,-2 3 0 15,-3-2 0-15,-3 0 0 0,-2-1 0 0,-4 0 0 0,-2 0 128 16,-3 0 16-16,-2 0 0 0,-5-3 0 16,-8 6 0-16,-3-3 176 0,0-3 16 0,0-1 16 15,-2-5 0-15,-3 4 32 0,-2-4 0 0,-5-1 0 0,-2 1 0 16,-3-1-176-16,-1-3-16 0,-2 0-16 0,1-1 0 15,1 0-176-15,20-2 0 0,-4 2 0 0,-1-2 0 16,1-1-128-16,1 0-64 0,1-1-16 0,2-2 0 16,3-1-736-16,-10-1-144 15,10-1-16-15,7 2-16 0,13 4-528 0,0 0-96 0,0 0-32 16,0 0 0-16,8-9-1728 0,5 1-336 0,6 1-80 0</inkml:trace>
  <inkml:trace contextRef="#ctx0" brushRef="#br0" timeOffset="-152295.58">1385 11979 41407 0,'0'0'1840'0,"0"0"368"16,0 0-1760-16,0 0-448 0,0 0 0 0,0 0 0 0,2 11 1456 0,-1 0 208 16,-1 4 32-16,0 0 16 0,2 2-224 0,-1 1-32 15,-1 1-16-15,1 0 0 0,1 0-928 0,-1 0-176 0,0 1-32 0,1-1-16 16,-1-3-288-16,1 1 0 15,1 0 0-15,0-6 0 0,-2 0-240 0,2-2-96 0,-2-1-32 0,-1-8 0 32,0 0-1792-32,0 0-352 0,0 0-80 0,8 1-11392 0,-8-1-2272 0</inkml:trace>
  <inkml:trace contextRef="#ctx0" brushRef="#br0" timeOffset="-152128.98">1499 11885 23039 0,'0'0'1024'0,"-8"-2"192"0,1 2-960 0,-1 0-256 0,0-4 0 0,1 2 0 16,7 2 4528-16,0 0 848 0,-3 6 192 0,3-6 16 0,0 0-4688 16,-4 6-896-16,4 1-256 0,1 3 0 15,3-1-1600-15,1 3-320 0,0 1-64 0,2 3-8912 16,1-2-1776-16</inkml:trace>
  <inkml:trace contextRef="#ctx0" brushRef="#br0" timeOffset="-151855.84">1651 12155 23039 0,'0'0'1024'0,"5"3"192"0,0-1-960 0,3-2-256 0,-3-1 0 16,1 0 0-16,0-3 1568 0,-1 1 272 0,-5 3 48 16,8-9 16-16,-2 0-192 0,1 0-48 0,-2 0 0 0,0-4 0 0,0 1-592 0,1 0-128 15,-2-1-32-15,-1-1 0 0,1 0-208 0,-1-1-32 16,0 0-16-16,-3 1 0 0,0 3 144 0,0 2 32 16,0-1 0-16,-2 4 0 0,0 1 368 0,2 5 80 15,0 0 0-15,-8 0 16 0,0 4-192 0,0 2-32 16,0 2-16-16,1 2 0 0,-3 2-400 0,1 1-80 15,0 4 0-15,1-1-16 0,2 1-176 0,1 1-16 16,-1 2-16-16,4-2 0 0,-1-1-192 0,2 0-32 0,1-2-128 0,3 1 192 16,0-2-192-16,3 1 0 15,0-2-144-15,2-4 144 0,1-1-368 0,2-2 32 0,0-2 0 0,2-1 0 32,3-3-832-32,1-2-176 0,-1 0-16 0,2-3-16 15,1-2-864-15,2-1-192 0,0-2-16 0,1-2-16 16,0-1-1584-16,2-1-320 0,1-1-64 0</inkml:trace>
  <inkml:trace contextRef="#ctx0" brushRef="#br0" timeOffset="-151031.68">2162 11901 32543 0,'0'0'1440'0,"-3"-5"288"0,-1-2-1376 0,-2 3-352 0,-4 3 0 0,-1 0 0 15,0 1 2896-15,1-3 512 0,-2 6 112 0,0-2 0 16,1 2-1488-16,-1 0-304 0,-1 0-64 0,0 2-16 16,1 1-864-16,0 0-160 0,1 1-48 0,0-1 0 0,-1 2-176 0,2 0-32 15,1 2-16-15,1-2 0 16,2 0-144-16,-1 0-16 0,2-2-16 0,1 1 0 0,1-1-176 0,3-6 192 15,-1 8-192-15,1-8 192 0,0 9-192 0,1 0 0 16,1-1 0-16,3 1 128 0,1-2-128 0,1-3 0 16,1 2 0-16,1-1 0 0,1 1 0 0,1-3 0 15,0 3 0-15,4-4 0 0,0 4 0 0,0-3 0 16,-1 1 0-16,0-1 0 0,-1 0 0 0,0-1 0 16,1 1 0-16,-3 1 0 0,0-3 0 0,-2 4 0 15,1-3 0-15,-2 3 0 0,-8-5 0 0,0 0 0 16,5 4 0-16,-1 1 0 0,-4-5 0 0,3 5 0 15,-3-5 0-15,0 0 0 0,0 0 0 0,0 0 160 16,-4 7-160-16,0-1 160 0,-1-1-32 0,-2 3-128 16,-1-3 192-16,2 2-64 0,-1-1-128 0,1 2 160 15,-2-1-160-15,2-1 160 0,-1-2-160 0,0 1 0 0,2-1 0 16,5-4 128-16,0 0-128 0,0 0 0 0,0 0 0 0,0 0 0 16,0 0 0-16,0 0 0 0,0 0 0 15,0 0 0-15,8 0 0 0,3-1-144 0,2-3 144 16,0-1 0-16,0-2-176 0,0 2 176 0,0-3-160 15,0-1 160-15,1 0-192 0,-1-1 48 0,1-1 16 0,1-3 0 16,-1 1-16-16,2-3 0 0,-1 1 0 0,0-2 0 16,-1-2 0-16,0 4 0 0,-1-4 0 0,-1 4 0 15,-3-1 0-15,-1 2 0 0,-1-1 0 0,-3 5 0 16,-2 1 144-16,-1 2-128 0,-1 7 128 0,0 0-128 16,0 0 128-16,-6-1 0 0,-2 1 0 0,0 3 0 15,-1 1 144-15,0 3 16 0,-1 5 0 0,-1-1 0 0,-1 2 0 16,2 1 0-16,0 2 0 0,1-1 0 15,1 2-32-15,1-1-128 0,2-1 192 0,2 1-64 0,2 0-128 16,1 1 0-16,1-7 0 0,2 3 0 0,1-4 0 0,1 2-176 16,2-3 176-16,2-1-192 0,1-1-80 0,1-2-32 15,-1-2 0-15,3 1 0 16,0-3-256-16,3-3-48 0,-1 1-16 0,2-4 0 16,-1 0-352-16,1-1-80 0,-1 1-16 0,1-5 0 15,-1 0-224-15,1-2-48 0,0-2-16 0,0-3 0 16,-2 0-112-16,-1-2 0 15,0-2-16-15,-1 0 0 0,-2-4 224 0,-2-3 48 0,1-2 16 0,-1-1 0 0,-2 1 752 0,-2 0 128 16,-2 0 48-16,-1 1 0 0,0 4 976 0,-2 2 208 16,-2 5 48-16,-1 2 0 0,-3 4 1024 0,1 2 224 0,1 5 32 15,0-1 16-15,-1 2-224 0,5 5-48 16,-5 0-16-16,5 0 0 0,-4 6-944 0,3 4-176 16,-1 0-32-16,1 6-16 0,0-2-352 0,-2 8-64 0,0 0 0 15,3 3-16-15,2 1-48 0,0-1 0 0,1 2 0 16,1 1 0-16,0-2-144 0,1 1-48 15,0 0 0-15,2 0 0 0,-1-1-128 0,2 0 128 0,0-3-128 16,0-1 128-16,1-2-128 0,0-2 0 0,0-1 0 0,-1-1 0 16,-2-2-752-1,1-1-16-15,1-2-16 0,-2-2 0 0,2-3-2096 16,0-1-400-16</inkml:trace>
  <inkml:trace contextRef="#ctx0" brushRef="#br0" timeOffset="-149269.81">3489 11785 22399 0,'0'0'992'0,"1"-7"208"0,-1-2-960 0,3 0-240 0,-2-4 0 0,2 3 0 16,-2 2 1968-16,0 3 336 15,-1-2 80-15,0 7 16 0,0 0 320 0,0 0 64 0,0 0 16 0,0 0 0 16,0 0-960-16,0 0-192 0,0 9-48 0,-1 2 0 16,1-1-624-16,-1 3-128 0,1-1-16 0,0 0-16 15,-2-2-384-15,2 0-80 0,0 0-16 0,-1-3 0 16,1-7-208-16,0 0-128 0,0 0 128 0,0 0-128 16,0 0 0-16,0 0 0 0,0 0 0 0,0 0-128 15,0 0-240-15,0 0-32 0,0 0-16 0,-1-6 0 16,-2-3-48-16,0 0-16 0,0-2 0 15,-1 1 0-15,-3 1 48 0,1-2 16 0,-2-1 0 0,-4-2 0 0,-1 2 416 0,0 2 0 16,0 1 0-16,0 1 0 0,-1 2 240 0,-1 3 16 16,0 3 16-16,0 3 0 0,1 2 48 0,0 3 0 15,-2 1 0-15,-1 8 0 0,0 2 80 0,-1 7 32 16,1 2 0-16,1 3 0 0,-1 3 64 0,4 0 16 16,3 0 0-16,2-2 0 0,4-1-32 0,5-1 0 15,5-1 0-15,4-1 0 0,0-4-320 0,6-2-160 16,4 1 160-16,-1-4-160 0,2-2 0 0,0-3 0 15,1-3-128-15,3-3 128 0,2-6-336 0,-9 0 32 16,3-4 16-16,1 0 0 16,1-1-160-16,0-2-48 0,-1-2 0 0,0 0 0 15,-1-1-80-15,-1-3-32 0,-5 2 0 0,2-1 0 16,-1-2 96-16,-3-1 0 0,-1 0 16 0,-3-1 0 0,-1-1 192 16,-3 2 48-16,-2-2 0 0,-2 2 0 0,-1-2 256 0,0 2 0 15,-1-1 0-15,-2 1 0 0,-2 1 144 0,0 3 48 16,1 1 0-16,0 2 0 0,0 2 240 0,-1 0 48 0,-1 2 16 15,0 4 0-15,6-2 16 0,-5 6 16 0,1 1 0 16,0 2 0-16,1 0-224 0,2 1-48 0,0 2-16 16,2 1 0-16,2 0-240 0,2 0 0 15,0 2 128-15,1-2-128 0,2 0 0 0,1-2 0 0,3 1 0 16,0-4 0-16,1 0 0 0,3-2-128 0,-2-2 128 0,-1 0 0 16,0-3-256-16,1-1 48 0,1-1 16 0,-2-4 0 0,0 0 0 15,-2-2 16-15,0 1 0 0,-1-3 0 0,1-2 176 16,-1-1-160-16,-1 1 160 0,0-2-160 15,1-2 160-15,-3 0 0 0,1-2-144 0,-3 1 144 0,3 2 0 0,-1-1 0 16,-2 1 0-16,-1 4 0 0,0-3 0 0,-2 3 160 16,0 4-32-16,-2 6-128 0,0 0 608 0,0 0 16 15,0 0 0-15,0 0 0 0,0 0-16 0,0 9 0 16,-2 4 0-16,2 0 0 0,0 4-224 0,2 4-32 16,0 0-16-16,0 2 0 0,-1 2-32 0,2 0-16 15,0 2 0-15,1-2 0 0,0 2-160 0,1 1-128 16,2-1 144-16,0-1-144 0,0 0 0 0,0-2 128 15,-1-5-128-15,0-2 0 0,-1-1 0 0,0-2-240 16,0-3 48-16,0-2 16 16,-1-3-816-16,-4-6-160 0,6 7-48 0,-6-7 0 15,7 1-1184-15,1-1-240 0,0-1-64 0,0-3-11040 16,1-3-2208-16</inkml:trace>
  <inkml:trace contextRef="#ctx0" brushRef="#br0" timeOffset="-148661.91">4197 11866 37951 0,'0'0'1680'0,"-6"-3"352"0,6 3-1632 0,-6-1-400 0,6 1 0 0,-7 1 0 16,-3-2 1232-16,1 2 176 15,0 3 16-15,1 1 16 0,0 0 240 0,0 3 48 0,-1 3 16 16,1 0 0-16,2 2-976 0,-1 3-192 0,1 1-32 0,1 1-16 16,1 3-64-16,1-1-16 0,2-1 0 0,3 0 0 15,0-3-272-15,2 1-176 0,-1 2 192 0,4-6-192 16,2-3 0-16,3-1 0 0,1-1 0 0,1-1 0 0,2-3-256 0,1-2 0 15,0-2 0-15,2 0 0 32,2-2-192-32,1-2-64 0,-1-4 0 0,0-1 0 0,-1-2 0 0,-2 0-16 0,0-4 0 0,-2 0 0 15,-1-2 80-15,0-2 32 0,-2 1 0 0,-1 0 0 0,-2-3 192 0,-1-1 32 16,-1 0 16-16,-2-1 0 0,-2 1 176 16,2 0 0-16,-4 1 128 0,-1 2-128 0,-1 0 256 15,-1 5 0-15,0-2-16 0,-2 6 0 0,-1 1 272 0,0 4 64 16,0 2 16-16,-1 3 0 0,0 4 80 0,0 3 16 15,-2 2 0-15,2 2 0 0,-1 4-304 0,-1 2-64 16,1 1-16-16,0 2 0 0,4-1-144 16,-1 2-32-16,2 1 0 0,1 2 0 0,1-4-128 0,2 1 0 15,-1 0 0-15,5 0 128 0,1-1-128 0,1-2 0 16,1-1 0-16,3 0 0 0,2-4 0 0,0-4-176 16,2-1 176-16,1-2-192 0,1-5-64 0,0 2 0 15,1 0-16-15,-2-6 0 0,0 0 0 0,-1-2 0 16,0-3 0-16,1-1 0 0,1 0-64 0,-1-4-16 15,0 0 0-15,0-1 0 16,-2-2-80-16,-2-1-16 0,-2-1 0 0,0 0 0 0,0-3 96 0,-1 3 16 0,0 1 0 16,-2-2 0-16,-3 4 176 0,0 3 160 0,-6 3-208 0,-2 1 80 15,-2 2 336-15,2 3 80 0,2 3 16 0,-7 3 0 16,1-1 400-16,-2 5 96 0,-1-1 16 0,1 5 0 16,0 2-320-16,3-3-64 0,1 3-16 0,0 1 0 15,2 2-160-15,2 0-48 0,1 1 0 0,2-3 0 16,0 2-64-16,4-2-16 0,1 2 0 0,2-1 0 15,3 1-128-15,2-3 0 0,3-1 0 0,-1-3 0 0,0 0-224 16,1 3-80-16,0-6-16 0,2 1 0 16,1-2-2240-16,0 0-464 15,-1 0-96-15</inkml:trace>
  <inkml:trace contextRef="#ctx0" brushRef="#br0" timeOffset="-148026.73">1283 12636 23951 0,'-14'-1'1056'0,"3"1"224"0,-3-1-1024 0,-2 2-256 0,0 2 0 0,2-1 0 15,0 1 4704-15,2 1 880 0,2-2 176 0,2 1 48 16,8-3-3984-16,-8 1-800 0,8-1-144 0,0 0-48 0,0 0 384 0,0 0 64 16,0 0 0-16,0 0 16 0,0 0-656 0,0 0-128 15,14-1-16-15,3-2-16 0,3 2-160 0,3 0-16 16,7-3-16-16,7 1 0 0,6-1-48 0,6 0-16 16,7-2 0-16,4 2 0 0,4-3-224 15,7 2 128-15,4 1-128 0,9-2 0 0,6-2 128 0,4 1-128 16,3 1 0-16,8-1 144 0,3-2-144 0,8 1 0 15,6 2 0-15,-36 2 0 0,7-1 0 16,10 1 0-16,8 0 0 0,5 0 0 0,1 0 0 0,3 3 0 16,3-2 0-16,-2 2 0 0,-2 0 0 0,-2-1 0 15,-1 4 0-15,-5 0 0 0,-4-1 0 0,-4 1 128 16,-26-1-128-16,1 2 0 0,-1-1 0 0,0 1 0 16,-2 1-224-16,-2-4 80 0,-4 1-16 0,-5 0 0 15,-5-1 0-15,-3 2 0 0,-5-2-32 0,-4 2-16 16,-4-2 0-16,-7 0 0 0,-4 0 80 0,-6 2 128 15,-4-1-208-15,-5 0 80 0,-3-1 128 0,-4 0 0 16,0 3 0-16,-4-3 0 0,-6 0 0 0,0 0-160 0,0 0 160 0,0 0 0 31,0 0-720-31,0 0-48 0,0 0 0 0,0 0 0 16,0 0-1200-16,0 0-240 0,0 0-48 0,0 0-16 0</inkml:trace>
  <inkml:trace contextRef="#ctx0" brushRef="#br0" timeOffset="-114231.02">6563 11507 21183 0,'0'0'1888'0,"0"0"-1504"16,0 0-384-16,-5-2 0 0,-1-2 2720 0,1 0 480 16,-3 0 80-16,2 0 32 0,1 1-1744 0,1 2-352 15,-1-2-64-15,-1 2 0 0,6 1 272 0,-5 1 64 16,5-1 16-16,-8 6 0 0,1 0-560 0,-1 3-112 15,-1 4-32-15,-2 6 0 0,-2 4-288 0,0 3-64 16,-1 7-16-16,-1 5 0 0,0 6-224 0,-1 4-32 16,-1-1-16-16,0 3 0 0,0-1 32 0,0 2 0 15,2 0 0-15,2-2 0 0,1 0-192 0,3-3 160 16,1-1-160-16,3-3 160 0,2-6-160 0,1-3 0 0,3-5 0 16,3-3 0-1,1-1-768-15,3-6-192 0,1-3-48 0,4 0 0 0,3-6-1168 16,2 0-256-16,0-4-32 0,2-2-15056 0</inkml:trace>
  <inkml:trace contextRef="#ctx0" brushRef="#br0" timeOffset="-113746.27">6589 11888 37151 0,'0'0'1648'0,"-5"1"336"0,-2-1-1600 0,3 1-384 0,4-1 0 0,0 0 0 0,0 0 960 0,0 0 128 15,0 10 0-15,2 3 16 0,2-2 48 0,2 8 16 16,1 0 0-16,2 5 0 0,0-1-512 0,0 3-96 16,1 2-32-16,1-2 0 0,-2 0 16 0,0-2 0 15,0 0 0-15,0-2 0 0,-1-1-80 0,0-3-16 16,-2-5 0-16,1-1 0 0,-2-3-176 0,0 0-32 16,2-2-16-16,-2-3 0 0,-5-4-64 0,0 0-16 15,0 0 0-15,0 0 0 0,8-2 32 0,0 0 0 16,-8 2 0-16,6-7 0 0,1 1-16 0,-3-6 0 15,0 0 0-15,0-1 0 0,-2-4-160 0,1 2 192 16,-1-2-192-16,1-3 192 0,0-1-192 0,-1-1 0 16,1 0 0-16,1-2 0 15,0 1-656-15,0 2-64 0,-1-1-16 0,3 1 0 16,-1 2-1216-16,3 3-240 0,1 3-48 0,0 1-16 16,0 3-2192-16,-1 3-432 0</inkml:trace>
  <inkml:trace contextRef="#ctx0" brushRef="#br0" timeOffset="-113578.64">6945 12188 34207 0,'0'0'1520'0,"0"0"304"0,-5 1-1456 0,5-1-368 0,0 0 0 0,0 0 0 0,0-6 960 0,4 0 112 16,1 1 16-16,1-3 16 0,0-2-208 0,1-2-64 16,2-1 0-16,1-1 0 0,-1-2-592 0,1 0-240 15,1-1 176-15,-4 1-176 0,3-1 128 0,-1 0-128 16,-1 0 0-16,-1 4 144 0,-3-2-144 0,1 4 128 15,-1 1-128-15,-2 4 128 0,-2 6 64 0,0 0 0 16,0 0 0-16,0 0 0 0,-6 5 576 0,1 2 112 16,-1 0 16-16,-2 5 16 0,0 1-400 0,-1 3-96 15,-1 2-16-15,0 2 0 0,1-1-144 0,1 1-16 16,2 1-16-16,2-3 0 0,1 0-224 0,1-3 0 16,-1-1 0-16,6 0 0 0,1-3-192 0,1-1-128 15,0-1-16-15,2-1-16 16,0-3-1824-16,3-1-384 0,0-1-64 15,2-2 0-15,-2-1-576 0,1-1-96 0,-1-2-32 0,-1-1-9952 0</inkml:trace>
  <inkml:trace contextRef="#ctx0" brushRef="#br0" timeOffset="-112990.91">7200 11999 11967 0,'0'0'1072'0,"0"0"-864"0,0-7-208 16,-2 2 0-16,-1 1 4320 0,3 4 816 0,0 0 176 15,0 0 16-15,0 0-1808 0,0 0-384 0,0 0-64 0,0 0 0 16,0 0-1232-16,2 9-240 0,-2-1-64 0,1 2 0 15,1 2-752-15,0 1-144 0,0 2-48 0,1 0 0 16,0 0-144-16,-2-1-48 0,1 0 0 0,1 1 0 16,0-4-80-16,-1 1 0 0,0 0-16 0,0-4 0 0,1-1-80 15,-3-7-16-15,1 8 0 0,-1-8 0 0,0 0-208 0,0 0 144 16,0 0-144-16,0 0 128 0,0 0-128 0,0 0 0 16,0 0 0-16,0 0 0 0,8-2 0 0,0-4-144 15,-2 0 144-15,2-3 0 0,0-3-192 0,0-1 64 16,0-3 128-16,1 1-208 0,0-4 0 0,0 1 0 15,-1 0 0-15,1 1 0 0,0 1 208 0,1 1-192 16,1-2 192-16,-2 4-192 16,0 4 192-16,0 2-176 0,-2 3 176 0,-7 4-160 15,0 0 160-15,0 0-128 0,0 0 128 0,4 4-128 0,-2 5 128 0,0 0 144 16,-2 6-16-16,0-2-128 16,0 1 144-16,1 2-144 0,-1-1 0 0,1 1 144 0,2-2-144 15,1 1 0-15,0-1 0 0,1 0 0 0,1-2 0 0,2-3 0 16,-1-2-128-16,1-1 128 0,2 1-240 0,0-5 32 15,3 1 0-15,-1 0 0 16,-1-3-256-16,0 0-48 0,1 0-16 0,-2-2 0 0,0-2 96 0,-3-1 32 0,1-1 0 16,1-2 0-16,-2-1 176 0,1-2 32 0,0 0 16 15,1-1 0-15,-2-3 48 0,3 1 0 0,-4-2 0 0,3 1 0 16,2-1 128-16,-1-1 0 0,-2 4 0 16,-2 0 0-16,-2 3 0 0,2 1 0 0,-2 2 0 15,-4 7 0-15,0 0 256 0,0 0 96 0,0 0 16 16,0 0 0-16,0 0 336 0,0 0 80 0,2 9 16 0,-1 3 0 15,1 0-272-15,-2 5-48 0,0 2-16 0,0 1 0 16,0 1-320-16,0 2-144 0,1 3 128 0,0 1-128 16,1 1 0-16,0 1 128 0,1-1-128 0,-1-2 0 15,2 2 0-15,0-2 0 0,0-4 0 16,0-1 0-16,1-2-1040 16,1-2-192-16,-1-1-48 0,1-2 0 0,1-1-1264 0,-1-1-256 15,2-3-48-15,0 0-9568 0,0-2-1920 0</inkml:trace>
  <inkml:trace contextRef="#ctx0" brushRef="#br0" timeOffset="-112629.1">8309 11910 11055 0,'0'0'976'0,"0"0"-784"15,-7-3-192-15,1 2 0 0,-2 2 6400 0,8-1 1248 16,-5 0 240-16,-1 2 48 0,0-1-5536 0,-1 2-1120 15,-1 3-208-15,1-1-48 0,-1 3 0 0,-1 3 16 16,-3 2 0-16,2 0 0 0,-2 4-416 0,1-3-96 16,1 3-16-16,1 1 0 0,0-2-224 0,2 1-48 15,3-2-16-15,0 0 0 0,0 2-224 0,3-7 0 16,0-1 128-16,3-1-128 0,1 1-128 0,-3-9-80 16,4 7-16-16,2-3 0 15,1 0-432-15,1-2-96 0,1-1-16 0,0-1 0 16,0-1-288-16,0-1-64 0,0-1-16 0,1-1 0 15,-3-2 176-15,2-2 48 0,1-1 0 0,-1-1 0 16,-1-1 256-16,1-1 48 0,0 0 16 0,-1 1 0 0,-1-1-32 16,0 0 0-16,-3 2 0 0,-1 1 0 0,-2 1 32 15,-1 2 0-15,-3 0 0 0,3 6 0 0,-5-5 192 0,-2 1 32 0,1 0 16 16,-2 1 0-16,0 1-144 0,2-2-16 0,-1 4-16 0,7 0-8368 16,-6-3-1680-16</inkml:trace>
  <inkml:trace contextRef="#ctx0" brushRef="#br0" timeOffset="-112405.79">8436 11703 10127 0,'0'0'448'0,"0"0"96"0,0 0-544 0,0 0 0 0,0 0 0 0,0 0 0 0,0 0 6848 0,0 0 1280 16,0 0 240-16,0 0 48 0,3 8-5152 0,0-1-1040 15,-1 5-208-15,1 2-32 0,-2 2-880 0,2 1-160 16,1 3-48-16,-2-2 0 0,1 3-608 0,-1 1-128 15,4 3-32-15,-1-4 0 0,0-1-128 0,2 1-224 16,0 0 48-16,1-1 16 16,0-2-1312-16,2 0-272 0,1-2-48 0,3 1-16 15,5-4-1584-15,-1-1-304 0,1-2-64 0</inkml:trace>
  <inkml:trace contextRef="#ctx0" brushRef="#br0" timeOffset="-111996.14">8893 11949 13823 0,'-3'-6'1216'0,"-1"-1"-960"0,0-1-256 0,0 2 0 16,-1-1 4128-16,-1 2 784 0,-2 1 144 0,-3-1 48 16,1 2-2384-16,-1 2-480 0,1 1-80 0,-2 1-32 15,-1 3-288-15,-1 3-64 0,-2 3-16 0,2-1 0 0,1 2-1104 0,0 2-208 16,0 1-64-16,1 2 0 16,2-2 192-16,2 2 48 0,1 1 0 0,2-4 0 15,1 0-1120-15,3 0-208 0,1-1-64 0,1-1 0 0,2 0 464 0,2-2 96 16,0-3 16-16,0 0 0 15,3-3-688-15,1 0-128 0,2-2-16 0,1-2-16 16,-1-4-272-16,0 1-48 0,0-1-16 0,1-4 0 16,1-1 480-16,-1-1 80 0,0-2 32 0,-1-3 0 15,1-1 464-15,-1-2 80 0,-1-2 32 0,2-5 0 0,-1-2 208 0,1-2 0 16,-1-1 0-16,0-2 0 0,0-2 0 0,-2 0 0 16,-1 1 128-16,-2 4-128 0,0 3 496 0,-4 6-16 15,-1 4 0-15,-1 4 0 0,-2 2 800 0,-2 5 144 16,-1 3 48-16,-1 3 0 0,-1 3 576 0,0 3 112 15,-1 4 16-15,2 3 16 0,-1 4-1040 0,2 2-192 0,0 1-64 16,1 4 0-16,1 3-272 0,2-1-64 16,0-2-16-16,3 1 0 0,2 1-544 0,1 0 0 0,1-1 0 15,1 0 0-15,1-2 0 0,1-1 0 16,1-1 0-16,-1-2 0 16,2-2-544-16,1-2-112 0,1-1-32 0,4 0 0 15,4-4-2512-15,-1-1-496 0</inkml:trace>
  <inkml:trace contextRef="#ctx0" brushRef="#br0" timeOffset="-110837.73">9734 11956 22111 0,'0'0'1968'0,"0"0"-1584"0,0 0-384 0,0 0 0 0,-7-4 2112 0,1 1 352 0,0-3 64 16,1 0 16-16,0 3-1200 0,-2 0-256 16,-2 2-32-16,0-1-16 0,-1 2 368 0,-2 2 80 15,0-2 16-15,0 1 0 0,-3 3-368 0,0 4-80 16,0-1-16-16,-2 5 0 0,3-1-144 0,-1 3-16 16,0 3-16-16,2 1 0 0,1-2-352 0,1-1-64 15,4 4 0-15,0-4-16 0,2 1-304 0,0-3-128 16,3-1 0-16,2-2 128 0,2-1-128 0,0-1-144 0,-2-8 144 0,5 7-208 15,-5-7-32-15,10 2 0 0,-1 0 0 0,0-5 0 32,1 0-160-32,-1 1-48 0,2-2 0 0,-1-1 0 15,1-5-144-15,-1 0-48 0,0-3 0 0,2-1 0 0,0-5-128 0,1 1-16 16,-1-1-16-16,-1-4 0 0,3-1-64 16,-3-1-16-16,1-5 0 0,1 0 0 0,-4-1 112 15,0 1 0-15,-1 1 16 0,-1 4 0 0,-2 2 448 0,-3 3 96 0,0 6 16 0,-1 2 0 0,-1 3 496 0,0 9 96 16,-4-3 32-16,4 3 0 0,-6 8 528 0,0 4 128 15,1 4 0-15,1 3 16 0,0 2-160 0,2 2-48 16,-1 1 0-16,3 1 0 16,1-1-128-16,2 0-48 0,1-2 0 0,1 0 0 15,2-1-384-15,-1 0-80 0,2-3 0 0,0-1-16 0,1-2-240 0,0-2 0 16,0-3 0-16,0-2 0 0,-1-2 0 16,0 0-192-16,1-4 192 0,0-1-208 0,-9-1 16 0,9-1 0 15,1-3 0-15,-3-2 0 0,1-1-128 0,1-2 0 16,-1-1-16-16,-1-2 0 0,-3-2 144 0,1-2 16 15,0-1 16-15,0 0 0 0,-1 0 160 0,1 1 0 16,-1 1-144-16,0 2 144 0,-1 4 0 0,-1 0 0 16,1 2 0-16,-3 7 128 0,0 0 192 0,0 0 48 15,0 0 0-15,0 0 0 0,0 10 272 0,0 2 64 16,0 4 16-16,1-1 0 0,1 1-272 16,-2 1-64-16,1 0-16 0,1 0 0 0,2-1-368 0,0-2 128 0,0-1-128 15,1-1 0 1,1-4-848-16,-1-1-240 0,1 0-64 0,1 1 0 15,1-7-2176-15,0 0-448 0,-1-1-96 0</inkml:trace>
  <inkml:trace contextRef="#ctx0" brushRef="#br0" timeOffset="-110661.2">9985 11774 38415 0,'0'0'1696'0,"-6"2"352"0,-1-1-1632 0,7-1-416 0,-5 1 0 0,5-1 0 0,0 0 256 0,0 0-48 15,0 0 0-15,0 0 0 0,0 0-16 0,0 0-16 16,0 0 0-16,0 0 0 16,8 4-1984-16,1 0-400 0,3 0-80 0,-1-1-13088 0</inkml:trace>
  <inkml:trace contextRef="#ctx0" brushRef="#br0" timeOffset="-110378.34">10202 12003 13823 0,'0'0'1216'0,"0"0"-960"16,0 0-256-16,0 0 0 0,0 0 4336 0,0 0 816 15,0 0 160-15,0 0 48 0,0-7-3632 0,2 1-704 16,2-2-160-16,1 0-32 0,1 0 240 0,-1-1 32 16,3-3 16-16,-2 1 0 0,-2-1-608 0,1 0-128 15,-1-1-32-15,0 1 0 0,-1 1-96 0,-1 0 0 16,0 3-16-16,-1 0 0 0,-4 2 368 0,3 6 80 16,0 0 16-16,-6 0 0 0,-2 1 272 0,-1 3 64 15,-4 3 16-15,1 3 0 0,-1 3-288 0,0 3-48 16,0 1-16-16,0 1 0 0,0 0-112 0,2 0-16 15,2 1-16-15,1-2 0 0,2-2-288 0,1 1-48 16,3-2-16-16,2-1 0 0,3-1-208 0,2-1-160 0,2-4 32 0,1 0 0 31,1-2-448-31,1-1-96 0,2-1-16 0,4-1 0 0,0-4-1072 16,3-1-224-16,0-2-32 0,1 0-16 16,1-3-720-16,0-1-128 0,1-2-48 0,0-2-8256 0,0-1-1648 0</inkml:trace>
  <inkml:trace contextRef="#ctx0" brushRef="#br0" timeOffset="-109818.75">10567 11827 16575 0,'0'0'1472'0,"-4"-4"-1168"0,-3 1-304 0,1 0 0 16,-2 1 4480-16,-1 1 832 0,-3 1 160 0,-1 0 32 16,1 1-2512-16,0 1-512 0,-1 1-112 0,-1 0 0 0,1 1-800 0,3 2-160 15,1-3-16-15,-1 1-16 0,0 2-672 0,1-1-144 16,1 2-32-16,2-1 0 0,-1 0-272 0,2 0-48 16,1 2-16-16,1-2 0 0,3-6-192 0,-1 8 0 15,1 0 128-15,1 0-128 0,-1-8 0 0,4 9 0 16,3-1 0-16,-1 0 0 0,2-2 0 0,0 1 0 15,0-1 0-15,1-1 0 0,3-1 0 0,1-1 0 16,0 1 0-16,0 0 0 0,-2 0 0 0,2 0 0 16,0 0 0-16,-1-1 0 0,0 0 0 0,0 0 0 15,-3-1 0-15,0 1 0 0,-1 0 0 0,-8-3 0 16,8 2 0-16,-8-2 0 0,0 0 0 0,0 0 0 16,0 0 0-16,0 0 0 0,0 0 0 0,0 0 0 15,0 0 0-15,0 0 144 0,-3 7-144 0,-1-1 0 16,-1 1 144-16,0-1-144 0,-2 1 128 0,1-2-128 15,-2 0 128-15,1 0-128 0,1 1 128 0,0-1-128 16,1 0 160-16,5-5-160 0,0 0 0 0,0 0 128 0,0 0-128 0,0 0 0 16,0 0 0-16,0 0 0 15,0 0 0-15,11 0 0 0,0-1-176 0,2 1 176 0,1-7-160 0,0 2 160 16,1-2-192-16,1 0 48 0,0-1 16 0,-1-1 0 16,0-2-16-16,-1 0 0 0,2-1 0 0,-2 0 0 15,-1-2 144-15,0-2-128 0,-2 0 128 0,-2 1-128 16,0-1 128-16,-1 3 0 0,1 3 128 0,-4 1-128 15,-4 1 0-15,-1 8 0 0,0 0 0 0,0 0 0 0,-6-4 0 0,1 3 144 16,-3 2-144-16,-1 4 0 0,-2 4 256 0,-1-1-48 16,-1 4-16-16,2 1 0 0,-1 1-16 0,3 2-16 15,0 1 0-15,2-3 0 0,2 2-160 0,2 1 160 16,2 0-160-16,2-2 160 0,3 0-160 0,1-2 0 16,3-2 0-16,0 0 0 0,3-2-400 0,-1-1 32 15,3-4 16-15,1 0 0 16,2-2-1120-16,1-2-208 0,-1-1-48 15,-1-2-16-15,1 1-560 0,2-2-96 0,-1-4-32 0,-1 0 0 16,-1-2-464-16,1-1-112 0,0-2 0 0</inkml:trace>
  <inkml:trace contextRef="#ctx0" brushRef="#br0" timeOffset="-109595.27">11001 11623 18431 0,'0'0'1632'0,"-4"-5"-1312"15,-1 0-320-15,1 0 0 0,0-1 4592 0,4 6 848 16,0 0 160-16,0 0 32 0,0 0-2816 0,0 0-576 0,0 0-128 15,0 0 0-15,0 0-704 0,-3 11-128 16,3 2-16-16,0 2-16 0,-1 4-480 0,1 2-80 0,1-1-32 0,-1 5 0 16,3 3-272-16,-1-2-64 0,2-2-16 0,-1 0 0 15,1-1-176-15,0-2-128 0,0 1 192 0,1-2-192 16,0-2 0-16,2-1 0 16,-2-1 0-16,1-2 0 15,1-1-592-15,-1-1-176 0,1-2-48 0,1-1 0 16,1-2-1040-16,3 0-192 0,-1-2-64 0,1-3-11904 0,2 1-2400 0</inkml:trace>
  <inkml:trace contextRef="#ctx0" brushRef="#br0" timeOffset="-107755.66">11572 11956 45551 0,'0'0'2016'0,"0"0"416"0,0 0-1936 0,0 0-496 0,0 0 0 0,8 6 0 16,1-3 144-16,0-2-144 0,-1-2 128 0,0-2-128 0,-1-1 384 0,4 2-16 15,1-2 0-15,-2-1 0 0,-4-2-240 0,1 1-128 16,5-1 160-16,1-1-160 0,1-4 0 0,0 2-128 16,1-2-16-16,-1 1 0 0,2-4-160 0,-1 2-16 15,-2-2-16-15,-3 3 0 0,-3 1 96 0,-1 6 32 16,-2-1 0-16,-4 6 0 0,0 0 208 0,0 0 256 15,-14 1-48-15,1 5-16 0,-1 5 208 0,-2 1 48 16,-2 2 0-16,1 3 0 0,3 1 64 0,0 2 0 16,2-1 16-16,1 1 0 0,2-2-208 0,3 0-32 0,3-1-16 15,2 0 0-15,1 0-272 0,2-2 0 0,1-4 0 16,4 0 0-16,0-4-272 0,4 0-64 0,1-2-16 0,1-1 0 31,2-3-400-31,2-1-80 0,0-1 0 0,0-3-16 16,3-1-240-16,-2-2-32 0,-1 0-16 0,1-1 0 15,-2 1-16-15,-1-2-16 0,0 0 0 0,-2 0 0 16,-2-3 352-16,1 0 80 0,0 1 16 0,-3-2 0 0,-1 1 496 0,-2-1 224 16,1 1-192-16,-2 2 192 0,0 1 192 0,-1 2 176 0,-4 7 16 0,0 0 16 15,0 0 720-15,0 0 144 0,0 0 16 0,0 0 16 16,0 0 96-16,0 0 16 0,3 11 0 0,0 0 0 16,0 1-448-16,0 0-96 0,-3-1-16 0,3 1 0 15,2 0-464-15,0 0-112 0,0-3-16 0,-1-1 0 16,-1-1-256-16,-1 0 160 0,-2-7-160 0,6 7 128 15,-6-7-128-15,0 0 128 0,6 2-128 0,1 1 128 16,-7-3-128-16,9-4 0 0,-1 1 0 0,-1-3-176 0,1-1-32 16,0-2-16-16,1 0 0 0,-1-2 0 0,1 0 32 15,-1-1 0-15,0-1 0 0,0 0 0 0,-1 0 48 0,1 1 16 16,-1-1 0-16,-2 3 0 0,0 1 128 0,-1 2 0 16,-4 7 0-16,0 0-128 0,0 0 128 0,0 0 144 15,0 0-16-15,0 0-128 0,0 0 432 0,0 0-32 16,3 10 0-16,-2 1 0 0,2-2-144 0,-1 3-48 15,0-2 0-15,0 1 0 0,1-1-208 0,1-1 176 16,1 0-176-16,1-1 160 0,2 0-160 16,1-2 0-16,0 1 0 0,3-2 0 0,1-1 0 0,0 0 0 15,0-1-160-15,2-2 160 0,-2-1-304 0,0 1 48 16,0-1 0-16,0-1 0 0,1-2-80 0,-1 1-16 16,-1-1 0-16,-2-1 0 0,2-1 32 0,-3-2 0 15,0 2 0-15,-1-3 0 0,0 1 0 0,0-3 16 0,0 0 0 0,-2 0 0 16,1-5 64-16,-1 1 16 0,-1-2 0 0,1 1 0 15,-2-1 224-15,1 0-176 0,-3 2 176 0,1 1-160 16,-2 3 160-16,-1 0 0 0,0 3 0 0,-1 1 0 16,1 6 224-16,0 0 128 0,0 0 32 0,0 0 0 15,-7 6 288-15,1-2 64 0,1 2 16 0,1 3 0 16,0 2-336-16,1 2-64 0,2-2-16 0,1 2 0 16,1 2-336-16,3 0 0 0,1 4 0 0,2-2 128 15,-1 2-128-15,4 3 0 0,1 3 0 0,1 1 0 16,0 2 0-16,1 0 0 0,0-2 0 0,0 4 0 15,0 2 0-15,-1-1 0 0,-2 0 0 0,1-1 0 0,-4-1-160 16,0-3 160-16,-2-1-192 0,-2-1 192 0,-3-3-256 16,-2-2 64-16,0-4 16 0,-3 1 0 0,-2-6 176 0,1 1 0 15,-2-2 0-15,-1 0-128 0,-1-4 128 16,1-1 0-16,0-3-144 0,-1-1 144 0,-2-1-160 0,2-2 160 16,-2 1-208-16,0-3 80 0,2-2 128 0,-2-1 0 15,2-5 0-15,-1-1 0 0,2 0 0 0,1-5-160 16,3 0 160-16,0-3 0 0,1-6-208 0,1 1 64 15,3-3 16-15,3 0 0 0,1-1-16 0,2-2 0 16,2-1 0-16,1 0 0 0,2 0 16 0,0 3 0 16,2 0 0-16,0 2 0 0,0 2 128 0,0 2 0 15,2 4 0-15,-1 3 0 0,-2 2 0 0,1 4 144 16,0 2 0-16,-1 2 0 0,-1 3 144 0,1 1 32 16,-3 1 0-16,2 2 0 0,-1 1 128 0,-1 1 48 15,0 5 0-15,2-2 0 0,-2 1-128 0,-1 3-32 16,1 2 0-16,0 2 0 0,-1-1-112 0,0 3-32 15,-2-1 0-15,1 1 0 0,-3 0-64 0,0 1-128 16,-1-2 176-16,1 0-176 0,-1 0 128 0,-2-3-128 16,1 1 0-16,-1-2 0 0,-1-9 0 0,0 8-144 15,0-8 16-15,0 0 0 16,0 0-928-16,0 0-176 0,0 0-48 0,0 0 0 16,0 0-960-16,0 0-192 0,0 0-32 0,0 0-10080 0,-4-7-2000 0</inkml:trace>
  <inkml:trace contextRef="#ctx0" brushRef="#br0" timeOffset="-106859.54">12770 11729 35183 0,'0'0'1552'0,"0"0"336"0,0 0-1504 0,0 0-384 0,0 0 0 0,0 0 0 0,0 0 1360 0,0 0 208 15,0 0 32-15,0 0 16 0,0 0-1328 0,5 9-288 16,2 0 0-16,2-2 0 16,3-5-1776-16,-1 2-288 0,1 0-64 0,1 0-16 15,0-1-1104-15,1 0-208 0,1 1-64 0,-2 0 0 16,-2 0 2160-16,3 0 416 0,-5 0 96 0,0 1 16 0,-1 0 1552 0,-1 3 320 15,-1 0 64-15,-2 1 16 0,-1 2 1920 0,1-2 384 16,0 1 80-16,-1 1 16 0,0 2-592 0,-1-3-112 16,1 1-32-16,-1 0 0 0,1 1-1120 0,0 0-208 15,-2-2-48-15,1 1-16 0,1-2-496 0,0-1-112 16,-1 1-16-16,2-3 0 0,-4-6-384 0,0 0-96 16,5 7-16-16,-5-7 0 0,0 0-144 0,0 0-128 0,0 0 192 0,7 1-192 15,-1 0 0-15,-6-1 0 16,0 0 0-16,0 0 0 0,7-2 0 0,-2-5 0 0,0 1 0 0,1-1 0 15,-2-1 0-15,-1-1 0 0,3-1 0 0,-1-2 0 16,-1 0 0-16,2-1-144 16,1 0 144-16,1 0-128 0,-2 0-64 0,2 1 0 0,-2 2 0 15,0 2 0-15,-1-1 64 0,-1 5 0 0,-4 4 0 0,0 0 0 16,0 0 128-16,0 0 0 0,0 0 0 0,0 0 0 16,4 7 0-16,-2 2 176 15,-2 1-16-15,3 2 0 0,-2 1 0 0,2 0 0 0,-1 0 0 16,2 1 0-16,2 1-160 0,0-1 0 0,2-1 0 0,1 0 0 15,1-2 0-15,0-1 0 0,1-1 0 0,1-2 0 16,1-1-240-16,0-3 80 0,0-2 16 0,0 2 0 16,0-3-128-16,2 0-32 0,-1-3 0 0,0 0 0 15,1 0 16-15,-1-3 0 0,0 1 0 0,-1-3 0 16,-1-1 64-16,-1-1 16 0,2-2 0 0,0-1 0 0,0-4-80 0,-2 0-16 16,0 0 0-16,-1 0 0 0,-1 0 16 0,-1 2 0 15,-3 0 0-15,-1 2 0 0,-1 3 288 0,-2 2 0 16,-1 1 0-16,0 7 0 0,0 0 224 0,-6 2 96 15,-2 2 32-15,0 2 0 0,-2 2 256 0,-1 2 48 16,1 2 16-16,2 1 0 0,1 0-288 0,4 0-64 16,1-1-16-16,2 0 0 0,2-1-144 0,0 1-32 15,2-1 0-15,1 2 0 0,2-7-128 0,1 3 0 16,2-2 0-16,2-2 0 0,1-2 0 0,0-1 0 16,0 0 0-16,1-2 0 0,1-2-256 0,-1 0 64 15,-1-2 0-15,0 0 16 0,1-1-16 0,-1-2-16 16,-1 1 0-16,-2-2 0 0,-2-4 80 0,1 2 128 15,-1-1-208-15,1-2 80 0,1-3-64 0,-4 2 0 0,2-4 0 16,-2 0 0-16,1-1-32 0,-2 1-16 16,-2-1 0-16,1 2 0 0,-2 4 48 0,0 0 16 15,-1 3 0-15,-1 4 0 0,-1 1 176 0,1 5 144 16,0 0-16-16,0 0-128 0,0 0 576 0,0 0 16 16,0 0 0-16,0 0 0 0,-2 6-320 0,5 1-64 0,-1-1-16 0,1 2 0 15,2-1-192-15,2 0 144 0,1 3-144 0,2-1 128 16,0 1-128-16,1-3 0 0,-11-7 0 0,14 10 0 15,-1 2 0-15,-1-2 0 0,-3 3 0 0,2-1 0 16,2 4-128-16,-4-3 128 0,-8-4-160 0,-1 3 160 16,-1-3-144-16,-1 1 144 0,-3-2-128 0,0 0 128 0,0 0-144 15,-3-2 144-15,0 3-160 0,-1-5 160 0,-1 0-176 0,-1 0 176 16,2-1-192-16,-1-2 192 16,-1-1-448-16,2-1 32 0,-1-1 0 15,-1 0 0-15,2-2-2000 0,-1-2-400 0,0 0-64 16</inkml:trace>
  <inkml:trace contextRef="#ctx0" brushRef="#br0" timeOffset="-106558.3">13822 11259 35871 0,'0'0'1600'0,"7"0"320"0,2 0-1536 16,2 0-384-16,4 2 0 0,3 2 0 0,3 0 928 0,4 3 112 0,1 1 32 0,0 1 0 15,-1 3 624-15,-1 0 128 16,1 1 32-16,-1 1 0 0,2 2-976 0,1 5-192 0,-1 1-48 0,1 4 0 16,0 1-368-16,-3 3-80 0,-2 2 0 0,-1-1-16 15,-5 3-176-15,0 1 160 16,-3 2-160-16,-4-4 160 0,-1 3-160 0,-5-4 192 0,-3 2-192 0,-1-1 192 16,-3-2-64-16,-2 0 0 0,-1-1 0 15,-1-2 0-15,1 2 16 0,-1-3 0 0,-1-2 0 0,-2-2 0 16,2 1-144-16,1-5 192 0,0 1-192 0,-1-2 192 15,2 0-832 1,-1 1-144-16,0-2-48 0,1-2-21136 0</inkml:trace>
  <inkml:trace contextRef="#ctx0" brushRef="#br0" timeOffset="-80810.36">2446 13463 34095 0,'0'0'3024'0,"0"0"-2416"0,0 0-480 0,-3 8-128 16,1-2 2320-16,0 2 448 0,1 0 96 0,1 1 16 16,0 0-1664-16,0 3-320 0,0 1-64 15,0 1 0-15,1 3-160 0,-1 3-32 0,0 0 0 0,2 4 0 16,-1 1-192-16,-1-4-32 0,0 2-16 0,-1 1 0 16,-1-1-144-16,1-1-16 0,0 0-16 0,-1-1 0 15,1 0-224-15,1 2 128 0,0-2-128 0,0-2 0 16,0-4 0-16,1-2-336 0,1-4 48 0,0-1 16 15,1-1-2112-15,2-3-432 0,3-2-64 16,1-2-10528-16,-1 0-2096 0</inkml:trace>
  <inkml:trace contextRef="#ctx0" brushRef="#br0" timeOffset="-80606.39">2770 13750 46703 0,'0'0'2064'0,"-5"4"432"0,5-4-1984 0,0 0-512 16,0 0 0-16,0 0 0 0,0 0 656 0,0 0 48 16,0 0 0-16,0 0 0 0,0 0 256 0,0 0 64 15,0 0 16-15,9 2 0 0,2-2-784 0,0 0-256 16,5 0 160-16,1 0-160 0,-1-1 0 0,2 0 0 16,2-1 0-16,0 0 0 15,3 0-768-15,-3 1-144 0,4 0-32 0,1 1 0 16,2-3-2176-16,2 2-432 0,1-1-96 0</inkml:trace>
  <inkml:trace contextRef="#ctx0" brushRef="#br0" timeOffset="-80170.69">3335 13610 23039 0,'-11'-3'2048'0,"8"2"-1648"0,-3 1-400 0,2-2 0 15,4 2 5824-15,0 0 1088 0,0 0 224 0,0 0 32 16,0 0-5088-16,0 0-1024 0,0 0-208 0,8-4-32 0,3 0-176 0,0 1-48 16,4 1 0-16,0 0 0 0,2 1-448 0,3 0-144 15,-2 2 0-15,2 2 0 0,-2-1 0 0,2 1 0 16,-5 1 0-16,2 2 0 0,-1-2 128 0,-4 1-128 16,-2 1 0-16,-1 0 0 0,-4 3 224 0,-1-2-64 15,-1-1-16-15,-2 3 0 0,-2 2 48 0,-3-1 0 16,-3-1 0-16,-2 2 0 0,-1 0 32 0,-3 3 16 15,-2-1 0-15,-2 0 0 0,-1 0 16 0,0 0 0 16,0 1 0-16,-2-1 0 0,-2-1-96 0,2 0-16 16,4-1 0-16,-1 1 0 0,0-2-144 0,2 1 0 15,2-1 144-15,4-2-144 0,1 0 0 0,2 0 144 16,2-2-144-16,4-6 0 0,0 0 0 0,1 8 0 16,2 0 0-16,2-2 0 0,3-2 0 0,2 0 0 15,2-2 0-15,1 0 0 0,3 1 0 0,2-3-144 16,1 0 144-16,4 0-128 0,-1 0-48 0,3-4 0 15,-2 1 0-15,3-3 0 16,1 1-608-16,1-2-128 0,-1-1-32 0,-1 0 0 16,3-2-1424-16,0-2-304 0,1-1-48 0,-2 0-18352 0</inkml:trace>
  <inkml:trace contextRef="#ctx0" brushRef="#br0" timeOffset="-79984.61">3992 13546 11055 0,'-9'-1'976'0,"5"1"-784"0,-3 0-192 0,2 0 0 0,5 0 8384 16,0 0 1648-16,0 0 320 0,0 0 64 0,0 0-7744 15,0 0-1552-15,0 0-304 0,0 0-64 0,0 0-192 0,0 0-48 16,0 0 0-16,3 8 0 16,-3-8-1776-16,6 8-352 0,2-2-80 0,1 2-16 15,2 0-2800-15,-2-2-560 0</inkml:trace>
  <inkml:trace contextRef="#ctx0" brushRef="#br0" timeOffset="-79865.16">4111 13716 13823 0,'-10'10'608'16,"10"-10"128"-16,-5 7-592 0,0-1-144 0,1 1 0 0,2 1 0 0,-1-2 8096 15,3-6 1584-15,0 0 320 0,-1 8 64 0,1-8-7120 0,0 0-1408 16,0 0-304-16,0 0-48 0,0 0-736 0,0 0-128 16,0 0-48-16,0 0 0 15,7 4-1616-15,4-4-336 0,3-3-64 0</inkml:trace>
  <inkml:trace contextRef="#ctx0" brushRef="#br0" timeOffset="-78021.5">5215 13825 11967 0,'0'0'1072'0,"0"0"-864"0,-7-4-208 0,1-1 0 16,1-1 6208-16,-1-1 1216 0,2 1 224 0,2-1 48 0,-2-1-5328 0,1 0-1056 16,1-1-224-16,-1 3-32 15,-2-1-96-15,1 1 0 0,0-5-16 0,0 3 0 0,-2 1-496 0,-1 3-80 16,1-3-32-16,-2 5 0 15,-3-1 144-15,1 2 32 0,-2 1 0 0,-1 6 0 0,-1 1-16 0,-2 3 0 16,1 2 0-16,-2 2 0 0,-3-1-176 0,2 4-48 16,3 3 0-16,2-2 0 0,-1 0-48 0,4-1-16 15,2-2 0-15,3-2 0 0,1-3-208 0,4-10 0 16,0 12 0-16,0-12 0 0,0 0-160 0,0 0-32 16,11 6 0-16,1-3 0 0,1-3-144 0,0-3-48 15,2-1 0-15,-2 2 0 0,0-3 16 0,-2-2 0 16,2-3 0-16,0 2 0 0,1 1 64 15,-3-3 16-15,2-1 0 0,-1 2 0 0,-2-4 16 0,1 0 0 0,-2 3 0 16,-1-3 0-16,-2 0 112 0,1 2 32 0,-1 2 0 16,0 1 0-16,-6 8 128 0,5-6 0 15,-5 6 0-15,0 0 0 0,0 0 0 0,0 0 128 0,0 0-128 0,0 0 176 16,0 0 112-16,0 0 32 16,0 0 0-16,0 0 0 0,5 12-160 0,0 1-32 15,0 0 0-15,1 0 0 0,-1 0-128 0,4 0 0 16,4 0 0-16,3 0 0 0,2-2 0 0,0 1 0 0,0-4-128 0,2 1 128 15,2-1 0-15,0-3 0 0,0-1-144 16,1-1 144-16,-4-1 0 0,1-2-128 0,-1-2 128 0,1-1 0 16,-1-1-176-16,-6 0 176 0,2-1-160 0,-1 0 160 0,2 0-320 0,-2-2 48 15,0-1 0-15,1 0 0 0,-3 1 32 16,-2-1 16-16,-1-1 0 0,-2 0 0 0,-2-1 224 0,-3 0 0 16,0 0 0-16,-2 0 0 0,-4 3 192 0,1-2-32 15,-2-2 0-15,-1 2 0 0,-2 1 32 0,-1 0 16 16,-2 2 0-16,-3 1 0 0,-1 2 112 0,1 6 0 15,-3 1 16-15,2 1 0 0,-2 1 16 0,0 5 0 16,1-1 0-16,3 4 0 0,1 2-160 0,3 0-48 16,3-2 0-16,2 2 0 0,-2-1-144 0,4 0 0 15,2-2 0-15,2-4 0 0,-2-9 0 0,8 10 0 16,3-2-144-16,2-3 144 0,-2-1-320 0,4-1 32 16,0-3 16-16,-2-1 0 15,1-5-144-15,2 0-32 0,3-2 0 16,0 0 0-16,0-1-128 0,0-3-48 0,-1-1 0 0,-1 0 0 0,2-2 192 0,-3 0 48 15,0 2 0-15,-2-4 0 0,1-1 240 0,-3-2 144 16,-2 0-160-16,0-1 160 0,0-1 0 0,-4 1 0 16,-1 1 0-16,-2-2 0 0,-3 2 0 0,1 3 160 15,-1 3-160-15,-1 2 192 0,-2 2 112 0,-1 1 16 16,-1 4 16-16,0-1 0 0,0 5 448 0,-2 1 96 16,-1 1 16-16,2 5 0 0,1-1-320 0,-1 1-64 0,1 6-16 0,1 1 0 15,2 0-320-15,2 4-176 0,1 0 192 0,2 3-192 16,0-1 0-16,3-2 0 15,2 0 0-15,2 0 0 0,2-1 0 0,1-3 0 0,2-2 0 0,-2 1 0 16,0-1-256-16,0-2 32 16,3-3 16-16,-2-1 0 0,0 1-160 0,0-6-16 0,1 0-16 0,-1 0 0 31,-4-3-160-31,2 0-16 0,-3 0-16 0,0-3 0 16,-1 0 80-16,0-1 32 0,-2 1 0 0,-1-2 0 0,-1-2 480 0,-1-1-144 0,-1 1 144 0,2-2 0 15,-1 3 0-15,0 0 0 0,-2 0 0 0,0 2 176 0,-1 7 112 0,0 0 32 16,0 0 0-16,0 0 0 0,0 0 448 0,0 0 112 15,0 0 16-15,1 9 0 0,1 0-368 0,0 3-64 16,2 1-16-16,0 1 0 0,1 1-448 0,2-1 0 16,1-1 0-16,0 1 0 15,-1 1-416-15,3-2-176 0,0-3-48 0,0 1 0 16,1-5-2176-16,1-3-432 0,-1-2-80 0</inkml:trace>
  <inkml:trace contextRef="#ctx0" brushRef="#br0" timeOffset="-77856.5">6167 13480 16575 0,'0'0'736'0,"-8"-3"160"0,-1 1-720 0,0 0-176 0,-1 2 0 0,3 0 0 15,-1 0 5968-15,1 4 1168 16,7-4 224-16,0 0 64 0,-5 7-5616 0,2-1-1104 0,2 2-240 0,2 0-32 31,3 0-1392-31,2 2-256 0,4 2-64 0,3 2-16 16,3-1-1648-16,2 0-320 0,4 0-64 0</inkml:trace>
  <inkml:trace contextRef="#ctx0" brushRef="#br0" timeOffset="-77507.19">6558 13597 31439 0,'0'0'1392'0,"0"0"288"0,0 0-1344 0,-9-3-336 0,1 2 0 0,-3 2 0 16,-2-1 2816-16,-2 3 480 0,-4 4 96 0,1 2 32 0,0 2-1136 15,0 2-240-15,-2 2-32 0,1 2-16 0,-1 1-976 0,3-1-208 16,1-3-48-16,3 1 0 0,3-1-432 0,2-1-80 15,4-1-32-15,2-2 0 0,0-1-224 0,4-1-128 16,-2-8 128-16,5 7-208 16,-5-7-240-16,9 4-32 0,3-2-16 0,1-2 0 15,-2-1-400-15,2-2-96 0,0-1-16 0,1 2 0 16,-1-5 48-16,-2 1 16 0,1-1 0 16,0-1 0-16,-1 1 464 0,0-1 96 0,-2-3 0 0,-1 1 16 0,0-1 368 0,-2 1-176 15,-1 2 176-15,1 0-128 0,-1 2 128 0,-5 6 0 16,0 0 0-16,0 0 0 0,0 0 352 0,0 0 48 15,0 0 16-15,0 0 0 0,4 6 384 0,0 3 80 16,-2 1 16-16,2 0 0 0,-1 2-592 0,2 1-112 16,0 0-32-16,2-1 0 0,1-1-160 0,1 0 0 15,1-2-160-15,2 0 160 16,1-2-1360-16,0-2-176 0,0-3-48 0,1 0 0 16,1-4-2272-16,-1 0-464 0,-1-3-96 0</inkml:trace>
  <inkml:trace contextRef="#ctx0" brushRef="#br0" timeOffset="-77055.33">6714 13485 11967 0,'-4'-25'1072'0,"3"19"-864"0,-2-5-208 0,1 2 0 16,-1-3 3488-16,0 5 656 0,1 0 128 0,1 3 16 15,1 4-528-15,0 0-112 0,0 0-32 0,0 0 0 16,0 0-1296-16,0 0-256 0,1 8-48 0,3 1-16 0,1 4-1056 0,0 1-224 16,2 1-32-16,1 0-16 0,-3 2-160 0,3 2-48 15,1 0 0-15,0 5 0 0,1-4-240 0,-1 3-48 16,3-2-16-16,-1 1 0 0,-1 1-160 15,-1-2 0-15,-1-3 144 0,1-1-144 0,2 0 0 16,-4-2 144-16,0-2-144 0,-2-2 0 0,-1 0 144 0,-1-3-144 16,-1-2 0-16,-2-6 144 0,0 0-144 0,0 0 0 15,0 0 0-15,0 0 0 0,0 0 0 0,0 0-192 16,0 0 32-16,0 0 16 0,5-6-16 0,1-2 0 16,0-1 0-16,-2-1 0 0,-1 1 160 0,-2 0-128 15,0-4 128-15,2 1-128 0,1 1 128 0,0-1 0 16,0-1 0-16,1 1-128 0,0 2 128 0,2-2 0 0,-2 0 0 0,1 3 0 15,2-1 0-15,1 2 0 16,0 0 0-16,2 2 0 0,-1 2 0 0,1 1 0 16,0 0 0-16,0 2 0 0,-1 1 0 0,1 0 0 0,0 1 0 0,2 2 0 15,-5 0 0-15,1 3 0 16,-1-1 0-16,0 3 0 0,-3 3 0 0,-1-2 0 16,0 3 0-16,-3 1 128 0,-2 2-128 0,-2 0 176 0,-2-2-176 15,0 0 192-15,0 0-64 0,-2 0-128 0,-1 0 192 0,1-4-64 16,-2 1-128-16,1 1 0 0,-3-5 0 0,3 2 0 31,2-3-1072-31,6-5-144 0,-5 5-16 0,-2-1-16 16,-1-1-2576-16,8-3-512 0,0 0-96 0</inkml:trace>
  <inkml:trace contextRef="#ctx0" brushRef="#br0" timeOffset="-76499.32">7344 13554 19343 0,'0'0'1728'0,"-5"4"-1392"0,-2 1-336 0,1-1 0 0,-2 3 6464 0,-1 2 1232 15,0 1 240-15,-2 3 64 0,-2-2-5152 0,0 2-1024 16,-1 1-208-16,1 0-32 0,0-2-768 16,2 1-160-16,2 0-16 0,1 0-16 0,2-2-464 0,0-1-160 15,4-1 0-15,2-1 144 0,0-8-304 0,0 7-64 16,4-1-16-16,1-1 0 16,-5-5-432-16,9 2-96 0,2-1 0 0,-1-4-16 15,0 1-144-15,0-1-32 0,0-1 0 0,0 0 0 16,1-2 352-16,-1-2 64 0,-1-1 16 0,1-2 0 0,0 0 272 0,0-2 64 15,1-2 16-15,-1 1 0 0,-1 1 176 0,-1 1-160 16,-3 2 160-16,2-1-160 0,-2 2 160 0,0 5-192 16,-5 4 192-16,0 0-192 0,0 0 192 0,0 0 0 15,0 0 0-15,0 0 0 0,0 0 464 0,2 7 32 16,-1 2 0-16,0 0 0 0,-1 0-80 0,2 2-16 16,0-1 0-16,2 2 0 0,1-3-176 0,3 0-32 0,3 0-16 0,0 0 0 15,1-2-176-15,1-3 0 16,1 0-192-16,5-3 192 15,-1-1-656-15,0-1-16 0,-1-3 0 0,1 0 0 16,-2-3-240-16,-2-1-48 0,1-1-16 0,-2-1 0 0,-2-2 528 0,1 0 96 16,-1-1 32-16,-1 0 0 0,-1-1 320 0,-1-2-144 0,0-1 144 0,-2-1 0 15,1-1 0-15,-2-2 0 0,-4 0 0 0,2 0 144 16,0 0 48-16,-2 0 0 0,0 2 0 0,-1 3 0 16,1 3 384-16,-1 4 64 0,-1 1 32 0,1 8 0 15,-4-4 512-15,4 4 96 0,0 0 32 0,-6 4 0 16,-1 1-320-16,2 2-64 0,1 2-16 0,2 3 0 0,0-3-640 15,1 2-128-15,1 0-16 0,1 2-128 0,2 0 0 16,1 3 0-16,0-2 0 0,0 3 0 0,-1 1 0 0,3 2 0 16,-2-2-192-16,2 0 192 15,-1 0-880-15,1 2-80 0,-1-2 0 0,-1-1-16 16,0-2-928-16,-1-2-176 0,0-2-32 0,-2 0-16 16,-1-3-1456-16,-1-2-304 0,1-6-48 15</inkml:trace>
  <inkml:trace contextRef="#ctx0" brushRef="#br0" timeOffset="-76279.05">7619 13583 24879 0,'0'0'2208'0,"0"0"-1760"15,0 0-448-15,0 0 0 0,0 0 3968 0,0 0 704 16,10-3 128-16,1 0 48 0,-2 1-2688 0,3-1-544 16,1 2-96-16,4 0-32 0,-2-2-624 0,2 2-128 15,3-1-32-15,-2 2 0 0,2 2-192 0,-2 2-64 16,0-3 0-16,-2 2 0 0,-1 3-96 0,0 1-32 15,-4-1 0-15,1 2 0 0,0 1-48 0,-2 2-16 16,-1-1 0-16,-2 2 0 0,2 1-256 0,-2 1 0 0,-1 2 0 0,-2-5 0 31,-1 1-704-31,-1 1-160 0,0-5-32 0,-1 1 0 0,4-2-1600 16,0-1-336-16,-5-6-64 0</inkml:trace>
  <inkml:trace contextRef="#ctx0" brushRef="#br0" timeOffset="-76119.93">7951 13523 14735 0,'0'0'640'0,"0"0"160"0,0 0-640 0,-5-2-160 0,1 1 0 0,4 1 0 0,0 0 4544 0,0 0 864 15,0 0 176-15,0 0 48 0,7 4-4672 0,2 1-960 16,0 2-144-16,4 2-48 16,3-3-2304-16,1 2-464 0</inkml:trace>
  <inkml:trace contextRef="#ctx0" brushRef="#br0" timeOffset="-75923.64">8311 13570 4607 0,'0'0'192'0,"0"0"64"0,0 0-256 0,0 0 0 16,2-7 0-16,-2 7 0 0,-3-5 6864 0,0 1 1328 15,3 4 272-15,-8-3 48 0,-2 2-4656 0,0 4-928 16,-1 2-192-16,-2 3-48 0,-1 0-832 0,-1 2-160 16,1 2-32-16,1 2-16 0,1 2-624 0,2 1-112 15,1 0-16-15,1 0-16 0,3 1-256 0,1-1-48 16,1-3-16-16,3-1 0 0,2 0-400 0,3 0-160 15,3-1 128-15,2 0-128 0,3-3 0 0,1-1-144 16,3-3 0-16,4-1 0 16,1-2-1200-16,4-2-256 0,6-2-32 0</inkml:trace>
  <inkml:trace contextRef="#ctx0" brushRef="#br0" timeOffset="-75405.16">9348 13471 33167 0,'-6'1'2944'0,"-1"0"-2352"0,-3 1-464 0,1 0-128 16,-1 1 2704-16,0 2 528 0,-1 1 96 0,-1 1 32 16,1 2-1680-16,-2 4-336 0,0 0-64 0,1 4 0 15,-3 0-224-15,4 1-32 0,-1 1-16 0,0 0 0 16,1 1-656-16,1-1-128 0,3 1-32 0,0-2 0 15,3-2-192-15,3-2 0 0,2-1 128 0,3-1-128 16,4-2-800-16,1-2-208 0,3-1-32 0,2-4-16 16,4-3-1728-16,2-1-352 0,1-1-64 0,2-2-16000 15</inkml:trace>
  <inkml:trace contextRef="#ctx0" brushRef="#br0" timeOffset="-74536.64">9580 13534 41407 0,'-24'4'1840'0,"14"0"368"0,-2 2-1760 0,0 0-448 0,-1 3 0 0,2-1 0 0,-2 2 1296 0,1 2 176 16,0-1 48-16,2 0 0 0,1 1-176 0,1 0-16 0,1-2-16 15,3-1 0-15,2 0-832 0,0-1-160 0,2-8-48 0,3 7 0 16,-3-7-512-16,8 5-96 16,1-1-32-16,0-3 0 15,3-1-160-15,1-1-48 0,0-3 0 0,0-1 0 16,1-2 64-16,1-1 16 0,-1-1 0 0,2 0 0 0,-1 0 144 0,2-1 32 15,0-5 0-15,0 1 0 0,-1 0 16 0,-1 1 16 0,1 0 0 16,0 0 0-16,-3-1 288 0,1 4-192 0,-4 4 192 0,1-2-160 16,-2 1 160-16,-2 3 224 15,-7 4-48-15,0 0-16 0,0 0 480 0,7 5 112 0,-1 2 16 16,-1 2 0-16,-1 0-64 0,-2 3 0 16,1 4 0-16,-1-3 0 0,1 0-320 0,0 0-64 0,-1 1 0 0,1-1-16 15,0 0-176-15,-1-4-128 0,-1 2 144 16,2-3-144-16,1 1 0 0,1-3 0 0,-5-6 0 0,7 3 0 15,-7-3-144-15,9 1-128 0,1-2-32 0,1-2 0 16,-2-1-96-16,0-1-32 16,-3-3 0-16,2 0 0 0,1-1 112 0,1 0 32 0,-3-3 0 0,2 1 0 0,-1-2 96 15,0 0 32-15,0 0 0 0,0 0 0 0,0-2 0 0,-3 3 0 16,1 5 0-16,0-2 0 0,-1 1 160 16,0 2 0-16,-5 6 0 0,0 0 0 0,0 0 144 0,0 0 112 15,0 0 32-15,4 11 0 0,-3 1 272 0,2-2 48 16,-1 3 16-16,0 0 0 0,-2 1-240 15,2 0-64-15,1-3 0 0,1 1 0 0,1 0-144 16,2-2-48-16,0-1 0 0,0-1 0 0,1-3-128 0,1-1 0 16,1-1 0-16,1-2-176 0,0-1-64 0,2-1-16 15,1-3 0-15,-1 1 0 0,0-1-96 0,-2-1-32 16,-2-1 0-16,2-1 0 0,-1-2 208 0,2 1 48 16,-3 0 0-16,-1-1 0 0,-1 0 0 0,-2-1 0 15,-1 1 0-15,0 1 0 0,1 1 128 0,0 2 0 16,-5 5 0-16,0 0 0 0,0 0 0 0,0 0 0 15,0 0 0-15,0 0 0 0,0 0 0 0,1 7 176 16,1-1-16-16,-1 2 0 0,-1 0-32 0,0 2 0 16,0-3 0-16,1 2 0 0,2 0-128 0,1 0 0 15,0 0 0-15,1-1 0 16,1 0-400-16,1-2-16 0,1 0 0 0,0-3 0 16,1 0-1616-16,1 0-320 0,2-3-64 0,1-3-16 15,0 0-144-15,1 0-48 0,1-1 0 0,-2 0 0 16,0-1 1024-16,0-2 208 0,-2-1 48 0,1 2 0 0,0-3 352 15,-2-1 80-15,1 0 16 0,-1-2 0 0,1-1 896 0,-1 0 0 0,-1 0 192 16,-1-1-16-16,1-1 208 0,-1 2 32 0,-2 2 16 0,1 2 0 16,-2 2 912-16,-5 7 176 0,0 0 32 0,0 0 16 0,0 0 1152 15,4 9 224-15,0 2 64 0,-1 3 0 0,-1 2-704 16,0 3-128-16,0 1-16 0,1 3-16 0,1-1-912 16,1 3-176-16,0 1-32 0,0 2-16 0,2 0-608 0,-2 2-112 15,2-1-32-15,-1 1 0 0,2 0-256 0,0-3 160 16,0-2-160-16,-2-3 128 0,1-2-416 0,-2-1-96 15,0-4 0-15,0-2-16 16,0-3-1008-16,1-1-192 0,-1-1-32 0,-1-3-16 16,-4-5-1040-16,0 0-192 0,0 0-64 0,0 0-8784 15,0 0-1776-15</inkml:trace>
  <inkml:trace contextRef="#ctx0" brushRef="#br0" timeOffset="-74304.24">10462 13669 7359 0,'0'0'656'0,"-1"-7"-528"15,-2-1-128-15,1 1 0 0,1-3 6416 0,1 3 1264 16,0-1 240-16,3 1 48 0,3 1-5120 0,1-1-1024 16,1 1-208-16,5 1-32 0,0-1-432 0,4 2-64 0,0 0-32 15,2 1 0-15,3-1-656 0,1 1-128 0,1 2-16 0,-2-1-16 16,1 2-240-16,-1 2 0 0,-1-1 0 0,-2 2 0 16,-5 2 0-16,-1 3 0 0,-3 2 0 0,-1-1 0 15,-2 3-208-15,-3 1 64 0,-3 3 16 0,-1-2 0 16,-1 3 128-16,0 0-128 0,-5-1 128 0,1-3-128 15,1-3-96-15,2-1-16 0,-4-1 0 0,0 0 0 16,-2-2-2528-16,0-2-512 0,2-1-112 16,-2-3 0-16</inkml:trace>
  <inkml:trace contextRef="#ctx0" brushRef="#br0" timeOffset="-74033.25">10861 13418 9215 0,'0'0'400'0,"0"0"96"0,0 0-496 0,2 10 0 0,-1 0 0 0,-1 2 0 0,2-1 8208 0,1 3 1552 16,0-1 304-16,1 0 64 0,-2 0-6752 0,3 1-1360 16,-1 2-272-16,2-1-48 0,0 0-912 0,2 2-176 15,-2-1-32-15,4 0-16 0,-1-2-352 0,-2 1-64 16,1-2-16-16,-1-3 0 0,-2-2-128 0,0-1 160 16,-5-7-160-16,0 0 160 0,0 0-32 0,0 0-128 15,0 0 192-15,0 0-64 0,0 0-128 0,0 0 0 16,0 0 0-16,5-7 128 0,-2-1-128 0,1-2 0 15,-1-2 0-15,1-1-176 0,-1-1 16 0,1-2 0 16,3-1 0-16,1-2 0 16,-2-2-848-16,3 1-160 0,0 3-48 0,2 0 0 15,-1 2-1088-15,-1-1-208 0,2 3-48 0,-2 3-10688 0,-1 3-2112 16</inkml:trace>
  <inkml:trace contextRef="#ctx0" brushRef="#br0" timeOffset="-73766.34">11172 13583 27983 0,'0'0'1232'0,"0"0"272"0,1 8-1200 0,-1-8-304 0,0 0 0 0,5 5 0 15,-5-5 1984-15,8 5 352 0,1-2 64 0,1-3 16 16,2-3-1296-16,1-1-256 0,2 0-48 0,-1-4-16 0,0-1-512 0,2-1-96 16,-2-3-32-16,1-2 0 15,-1 1-160-15,0 0 0 0,-3-1-160 0,-1 1 160 0,-1 1 0 16,-2 1 0-16,-3 3 0 0,-3 0 0 0,-1 9 432 16,0 0 176-16,0 0 32 0,-7-1 16 0,1 5 1040 0,-4 2 208 15,-2 1 32-15,0 4 16 0,-1 2-576 0,0 2-112 16,0 0-32-16,1 1 0 0,2 1-560 0,1-1-112 15,1-3-32-15,1 0 0 0,2 0-368 0,4-2-160 16,3 0 128-16,2 1-128 0,3-5-192 0,2 0-112 16,5-2-16-16,2-3-16 15,1-2-1360-15,0-2-272 0,2 0-48 0,4-2-16 16,0-3-1216-16,0 1-240 0,0-2-48 16,0-1-13936-16</inkml:trace>
  <inkml:trace contextRef="#ctx0" brushRef="#br0" timeOffset="-73452.64">11735 13390 11967 0,'0'0'528'0,"0"0"112"16,-4-3-512-16,-1 1-128 0,-3-2 0 0,-1 1 0 0,0 3 6736 0,-3 0 1328 0,0-1 256 0,0 1 48 16,-1 2-5216-16,3 1-1040 0,-2 1-192 0,0 0-64 15,3 0-752-15,0 0-144 0,0 2-48 0,3 1 0 16,0-3-512-16,2 1-96 0,0 1-32 0,4-6 0 16,-1 8-272-16,1-8 0 0,3 7 0 0,1-1 0 15,1 1 0-15,0-1 0 0,-5-6 0 0,8 8 0 16,0-1 0-16,2 2 0 0,1-3 0 0,0-1-144 15,1 2 144-15,2-1 0 0,1 0 0 0,-1 0 0 16,0 1 0-16,1-2-128 0,-1-1 128 0,0 0 0 16,0 1 0-16,-4 0 0 0,-1 2 0 0,-9-7 0 15,5 6 0-15,-1 2 0 0,-4-8 0 0,-1 9 0 0,-2 0 0 16,-2-1 0-16,-3 1 128 0,-2-2-128 0,-2-1 128 0,-2-1-128 16,-3 1 160-16,0-2-160 0,-1-1 0 0,1 0 0 15,1 0 0-15,0-3-160 16,1 1-816-16,2-1-176 15,1 0-16-15,3-1-16 0,2 1-1568 0,7 0-304 0,0 0-64 0,2-7-15392 0</inkml:trace>
  <inkml:trace contextRef="#ctx0" brushRef="#br0" timeOffset="-73097.44">12007 13411 12895 0,'0'0'1152'0,"0"0"-928"0,0 0-224 0,0 0 0 15,0 0 6832-15,-6-3 1312 0,6 3 272 0,-7 3 48 16,2-2-5280-16,-2 0-1072 15,0-1-192-15,-1 2-64 0,-1-1-656 0,0 0-144 0,-1 0-32 0,1 2 0 16,0 0-656-16,1 1-144 16,2-2-32-16,-1 2 0 0,1 3-192 0,-1-3 0 0,3 1 0 0,4-5 0 15,0 0 0-15,-2 6 0 0,0 2 0 0,2-8 0 16,0 0 0-16,4 8 0 0,2 0 0 0,0-2-160 16,2-2 160-16,1 0 0 0,0-1 0 0,3-1-128 15,0 2 128-15,1-1 0 16,0-1-144-16,0 1 144 0,-3 0 0 0,2-1 0 0,0 2 0 15,-1-3 0-15,0 5 0 0,-1-4 0 0,-3 2 0 0,1 0 0 16,-8-4 0-16,6 4 0 0,-6-4 0 16,0 0 0-16,0 0 0 0,0 0 0 0,-2 9 0 15,-2 0 128-15,-3-1-128 0,-1 0 0 0,-1 0 144 16,-1 0-144-16,-2 1 0 0,0-3 0 0,-1 1 0 0,0-1 0 16,0-1-192-16,1 1-64 0,2 0-16 0,1-3 0 15,1 2-960-15,8-5-192 0,0 0-48 0,0 0 0 16,0 0-2096-16,0 0-416 0,0 0-96 0</inkml:trace>
  <inkml:trace contextRef="#ctx0" brushRef="#br0" timeOffset="-72919.57">12177 13411 11967 0,'0'0'1072'0,"0"0"-864"16,1 7-208-16,2 3 0 0,-1 0 7184 0,2 2 1392 15,-1-1 288-15,1 3 48 0,1 1-5536 0,0-2-1120 16,-1 2-208-16,0 0-64 0,1 2-1168 0,0-1-240 15,2-2-64-15,-1 0 0 0,2-1-512 0,-1-2 0 16,-1-2 0-16,-1 0-192 16,5-2-1952-16,-1-3-384 0,0 0-80 0,0-3-18208 0</inkml:trace>
  <inkml:trace contextRef="#ctx0" brushRef="#br0" timeOffset="-72285.85">12291 13314 24879 0,'0'0'2208'0,"0"0"-1760"0,-5 0-448 0,5 0 0 16,0 0 3120-16,0 0 528 0,-4 4 128 0,4-4 0 16,0 0-2928-16,0 0-592 0,9 4-112 0,3 1-16 15,3-1-1280-15,3 0-240 0,3 0-48 0,1-1-16 16,0-1-784-16,0 1-144 0,-1-1-48 0,0 1 0 16,-2 1 1408-16,1-2 288 0,-4-2 48 0,-1 3 16 0,-3-3 1248 0,-2 1 240 15,-10-1 48-15,0 0 16 0,0 0 2144 0,4 7 432 16,-1 1 96-16,-4 0 16 0,-1 1-432 0,-2 1-64 15,-2 2-32-15,-3 1 0 0,-2 0-1360 0,0 1-272 16,-2 1-48-16,1-2-16 0,0 2-464 0,3 0-112 16,0-1 0-16,1-1-16 0,2-1-400 0,-1 1-80 15,4-2-16-15,1-1 0 0,0-3-256 16,2-7 0-16,0 0 0 0,4 7 0 0,-4-7-320 0,10 3 48 16,-1-1 0-16,1-2 0 15,2-4-112-15,0 2-32 0,1-2 0 0,0-3 0 0,0-1 48 0,0-2 16 0,-3 0 0 16,1-1 0-16,0-1 128 0,4 1 32 0,-2-6 0 0,2 1 0 15,0-1 192-15,0 0-192 0,1-1 192 0,-3 2-192 16,0 2 192-16,-1 2 0 16,-1 3 0-16,1 3 0 0,1 2 0 0,-4 2 192 0,-9 2-16 0,0 0 0 15,6 6 368-15,-3 1 80 0,1 2 16 0,0 2 0 16,2 2-144-16,-3 3-32 16,-1-2 0-16,2 2 0 0,0-2-288 0,-1 2-176 0,1-2 192 0,2 0-192 15,-2-1 0-15,-2-1 0 0,-1-2 0 0,2-2 0 16,-3-8 128-16,0 0-128 0,0 0 0 0,0 0 0 15,0 0 256-15,0 0-48 0,7 3-16 0,-7-3 0 16,7 1-192-16,1-3-256 0,0-5 48 0,2-2 16 16,5-1 192-16,-2-1 0 0,-4 1 0 0,1-6 0 15,5 0 0-15,-2-1 0 0,1 0 0 0,2-1 0 16,1 0-160-16,0 1 16 0,0 3 0 0,-2 2 0 0,0 4 144 16,-4 4-208-16,0 3 80 0,-3 2 128 0,-1 4 0 15,-1 5 0-15,-4 3 144 0,1 0-16 0,-2 1 160 16,-1 3 32-16,0 2 16 0,0 1 0 0,1 1-208 0,1 0-128 15,-1 0 160-15,2-1-32 0,1 3-128 0,1-3 0 16,0 0 0-16,3-2 0 16,1-2-544-16,1-2-96 0,1 1-32 0,1-4-16400 15,1 0-3280-15</inkml:trace>
  <inkml:trace contextRef="#ctx0" brushRef="#br0" timeOffset="-71724.77">14148 13047 29487 0,'0'0'2624'0,"0"0"-2112"16,-5-4-512-16,0 0 0 0,-1-1 3904 0,1 1 656 15,0 0 144-15,1 1 32 0,-1 1-3840 0,-2 1-768 0,1 4-128 0,-2 5 0 16,-1 4 768-16,-2 2 224 15,-3 10 48-15,0 4 16 0,-3 6-288 0,-2 7-48 0,-1 6-16 0,-1 4 0 16,0-2 96-16,1 1 16 0,2-5 0 0,2 0 0 16,2-2-224-16,2-4-32 0,6-4-16 0,3-2 0 15,3-3-544-15,4-2 0 16,3-4 0-16,4-3 0 16,5-5-672-16,2-1-240 0,2-3-48 0,2-5-16 15,1-3-800-15,4-2-144 0,-1-2-48 0,1-4 0 16,0-2-1504-16,3 1-304 0,0-1-64 0,0-6-13184 0</inkml:trace>
  <inkml:trace contextRef="#ctx0" brushRef="#br0" timeOffset="-71517.81">14536 13385 33695 0,'0'0'1488'0,"-2"-6"304"0,-3 1-1424 0,-1-1-368 0,0-1 0 0,-3 1 0 16,1-5 2864-16,-2 6 496 0,-4 2 96 0,3 3 32 0,-2 3-1392 16,-2 0-288-16,0 2-48 0,-1 4-16 15,0 3-640-15,-1-1-128 0,2 4-16 0,-1 2-16 0,1-2-496 0,-1 1-112 16,3 1-16-16,1 1 0 0,0 2-192 0,3-1-128 15,1-1 160-15,1 1-160 0,3-1 0 0,1 0 0 16,3-1-128-16,3-1 128 16,-1-2-784-16,5-1-48 0,2-2-16 0,3-2 0 15,2-1-640-15,3-2-128 0,1-1-32 0,2-1 0 16,6-1-976-16,1-3-208 0,1-1-48 0,2-3-15584 0</inkml:trace>
  <inkml:trace contextRef="#ctx0" brushRef="#br0" timeOffset="-70351.87">14801 13426 20271 0,'0'0'1792'0,"-6"-5"-1424"16,-2 1-368-16,-1 0 0 0,-3 2 6016 0,0-1 1152 0,-3 2 208 16,0 1 48-16,1 4-4800 0,0-3-976 15,-1 4-192-15,0 0-48 0,-1-1-352 0,2 5-80 16,-1 3-16-16,2 0 0 0,-1 0-528 0,3 1-112 16,2-4-32-16,0 0 0 0,3 3-288 0,2-3 0 15,0 1 0-15,2 1 0 0,4-2 0 0,2 1 0 0,0-2-160 0,2 1 160 16,2-1-384-16,0-2 64 15,1 0 0-15,1-2 0 16,-1-1-96-16,1 0-16 0,-1-3 0 0,0 0 0 16,1-1 0-16,1-2 0 0,-2 1 0 0,0-2 0 0,0-2 144 0,2 1 32 0,-1-3 0 0,0-1 0 15,1 0 256-15,-1-4-192 0,2 0 192 0,0 0-160 16,-1-1 160-16,1 1 0 0,0-3 0 0,0 0 0 0,-1 2 0 16,1 0 0-16,-3-1 0 0,0 4 0 15,-1 1 0-15,0 4 0 0,0 1 0 0,-2 1 128 0,-6 4 160 0,0 0 32 16,0 0 16-16,0 0 0 0,0 0 240 0,9 6 64 15,-9-6 0-15,7 9 0 0,-1 5-240 0,1 0-32 16,-3 0-16-16,1 2 0 0,-2 0-160 0,1-1-48 16,1-2 0-16,0 2 0 0,-2-4-144 15,2 1 128-15,-1-2-128 0,1 0 128 0,-1-1-128 0,1-4 0 16,-5-5 0-16,0 0 0 0,7 4 0 0,-7-4 0 16,6 4 0-16,-6-4 0 0,0 0 0 0,8 0 0 15,-8 0 0-15,0 0 0 0,9-7 0 0,0 1 0 16,-4-6 0-16,2 2 0 0,1-1 0 0,0 1 0 15,-1-6-144-15,1 0 144 0,1 1 0 0,1-1-160 0,-1 3 160 16,0 0-128-16,-1 1 128 0,-1 2 128 16,0 2-128-16,-2 1 176 0,0 5-176 0,-5 2-144 15,0 0 144-15,0 0-208 0,0 0 208 0,0 0 240 16,3 9-48-16,0 1-16 0,-2 0 64 0,0 3 16 0,1 0 0 0,0-3 0 16,-1 1-256-16,2-1 144 0,1-1-144 15,0 0 128-15,0-1-128 0,1 1 0 0,0-2 0 0,2-3 0 16,1-1 0-16,-1 0 0 0,1 0 0 0,0-2-176 15,-8-1 176-15,10-3-192 0,-2-1 192 0,1-1-192 16,1 0 64-16,-1-1 0 0,0-1 0 16,0-1 0-16,0 0 128 0,1-1-128 0,0 0 128 0,-4-3-128 15,3 1 128-15,-1 2-128 0,0-2 128 0,0 2-128 16,-3 0 128-16,0 4 0 0,-5 5 0 0,0 0 0 16,0 0 0-16,0 0 0 0,0 0 0 0,0 0 0 15,0 0 0-15,4 5 0 0,-1 3 128 0,1-1-128 16,-2 4 0-16,1-2 144 0,-2 0-144 0,2 2 0 0,-1-4 0 0,2 3 0 15,0-4 0-15,1 2 0 0,3 0 0 0,1-2 0 16,0-1 0-16,2 1-144 16,1-2-528-16,1-2-96 0,1-1-32 0,3 1 0 15,0-2-736-15,0-2-128 0,-2 0-48 0,2-1 0 16,2-2-272-16,-2 1-64 0,-4-2-16 0,1-4 0 16,-1 5 800-16,-1-3 176 0,-1-2 16 0,0 0 16 15,-2-5-64-15,-1 1-16 0,-2 1 0 0,0 1 0 0,0 3 1136 0,-2-1 0 16,0-2 160-16,-1 3 0 0,-1 4 1056 0,-2 5 224 15,0-4 32-15,0 4 16 0,0 0 656 0,0 0 128 16,0 0 32-16,1 6 0 0,-1 3-560 0,2 0-96 0,-1 0-32 0,-1 5 0 16,0 1-752-16,3 2-160 15,-3-1-16-15,2 2-16 0,1 2-352 0,-2 0-64 0,2 4 0 16,1 1-16-16,-2-2-240 0,2-1 128 16,-1 0-128-16,2 1 0 0,-1-3 0 0,0 0 0 0,0-2 0 0,0-1 0 15,0 0 0-15,-2-4-128 0,-1-1-16 0,1 0 0 16,-1-4-144-16,-1-2-32 0,0-6 0 0,0 0 0 31,0 0-160-31,0 0-32 0,0 0-16 0,0 0 0 16,-5-4-240-16,1-2-64 0,0-5 0 0,0 1 0 15,2-2-80-15,-1-2-32 0,0-5 0 0,1 1 0 16,-1-4 0-16,2 0 0 0,-1 0 0 0,1-4 0 0,-1 2 96 0,-1 1 16 16,0 3 0-16,2-2 0 0,0 1 832 0,-1 2 336 0,1 2-16 0,1 1 0 15,0 2 912-15,1 1 176 0,-1 1 48 0,4 3 0 0,0 3-400 16,4 0-80-16,-1-1-16 0,2 2 0 0,0 1-320 0,1 2-64 15,5-1 0-15,-1 3-16 0,0 1-304 16,1 2-48-16,0 0-16 0,2-1 0 0,-2 2-192 0,-1 1 128 16,-2 2-128-16,-1 1 0 0,0 0 0 0,-3 2 128 15,-3 2-128-15,-1 1 0 0,-2 0 0 0,-3-1 0 16,0 1 0-16,-2 1 0 0,-1 0 0 0,-2-1 0 16,-1-1 0-16,1 0-160 15,-3-2-624-15,1-1-128 0,1-1-32 0,1-3 0 16,6-5-1776-16,-8 3-352 0,0-2-80 0</inkml:trace>
  <inkml:trace contextRef="#ctx0" brushRef="#br0" timeOffset="-69800.2">15963 13288 21183 0,'0'0'944'0,"1"8"192"0,-1-8-912 0,-1 9-224 15,1 4 0-15,1 0 0 0,0 0 6112 0,2 4 1184 0,0-3 224 0,0 3 48 16,1 2-4992-16,2-2-992 0,-1-2-208 0,1 2-32 15,1 0-592-15,1-1-112 0,-2-3-32 0,1-1 0 16,-2-2-352-16,0-1-80 0,2-1-16 0,-7-8 0 16,0 0-16-16,0 0 0 0,0 0 0 0,0 0 0 15,0 0-144-15,0 0 192 0,6-4-192 0,-6 4 192 16,5-7-192-16,-1 1 160 0,-1-2-160 0,1-1 160 16,1-3-160-16,-1 1 0 0,0-2 0 0,1-1 0 15,3 0 0-15,0 1 0 0,0-4 0 0,2 0 0 16,0 0-224-16,1 2 32 0,1-4 0 15,1 4 0-15,0 0-768 0,-2 2-160 16,2 2-32-16,0 1 0 0,0 4-1312 0,-1 2-272 16,-1 1-48-16,-1 3-16 0,-1 3-2000 0,-2 4-384 0,-1 2-96 0,1 1-16 15,-2 2 2512-15,-1 2 496 16,-2 2 112-16,1-1 0 0,-2 1 2560 0,1-3 512 0,-1 0 112 0,0-1 16 16,-2-2 2384-16,2 2 496 0,2-3 80 0,0 2 32 0,-1-5-1424 0,3 2-288 15,-5-8-48-15,8 5-16 0,-8-5-896 16,12 4-176-16,0-4-32 0,2 0-16 0,2-2-384 0,-1-2-80 15,2-4-16-15,-1 1 0 0,2-1-352 0,0 1-80 16,-1-5-16-16,0 1 0 0,0 0-192 0,-1-2 144 0,-1 0-144 16,-3 0 128-16,-3 2 0 0,-3 2-128 15,-5 3 192-15,-2-1-64 0,-3 3 432 0,-3 1 80 0,-1 3 0 16,-2 4 16-16,-4 3 384 0,-1 3 80 0,1 3 16 16,0 2 0-16,-3-1-496 0,0 0-80 15,0 2-32-15,2 0 0 0,1-2-272 0,4 0-48 16,0-2-16-16,5 1 0 0,1-2-192 0,4-1 0 15,0-1 0-15,4-2 0 16,3-1-576-16,2 1-128 0,3-3 0 0,1-2-16 16,0 0-1120-16,2-2-208 0,2 0-64 0,3-2-13088 0,1 1-2624 0</inkml:trace>
  <inkml:trace contextRef="#ctx0" brushRef="#br0" timeOffset="-69450.89">16909 13262 24879 0,'0'0'2208'0,"-9"-1"-1760"0,-1-1-448 0,-3 0 0 15,1 3 5120-15,-1-1 928 0,2 0 192 0,-2 1 32 0,-1 1-3760 16,-2 0-752-16,1 1-160 0,0 1-16 0,2 1-656 0,2 2-128 16,-1-1-32-16,1 1 0 0,2-1-368 0,2 3-80 15,0 0 0-15,0 0-16 16,2-1-176-16,1 1-128 0,2 1 192 0,-1-1-192 0,3 1 0 0,1-5 0 16,2 3 0-16,1 0 0 0,1 1 0 0,2-2 0 15,-1 0 0-15,2 1 0 0,1 0 0 0,3-1 0 16,-2 0 0-16,3 0-144 0,-1-2 144 0,-1 0 0 15,2 1-144-15,0-2 144 0,0-1 0 0,-2 3-176 16,2-4 176-16,-1 3-128 0,-1 1 128 0,-1-2-208 16,-2 1 80-16,0 0 128 0,-4 0-160 15,-4-5 160-15,0 7 0 0,-4-1-144 0,-3 1 144 0,-1-1 0 16,-2 2 0-16,-2-1 0 0,-2-1 0 0,-2-2 0 16,1 0 0-16,0 0 0 0,2 0-176 0,0 0 0 15,0-2 0-15,3 1 0 16,10-3-1152-16,-8 1-224 0,1-1-48 0,7 0-16 15,0 0-1456-15,0 0-304 0,-2-5-48 0,2 5-9216 16,9-5-1840-16</inkml:trace>
  <inkml:trace contextRef="#ctx0" brushRef="#br0" timeOffset="-69089.51">17098 13352 17503 0,'16'-8'1552'0,"-16"8"-1232"0,0 0-320 0,6-5 0 16,1 1 5392-16,-2 0 1024 0,-5 4 208 0,0 0 32 15,0 0-3328-15,0-4-688 0,0 4-128 0,-4-2-16 16,-2-4-912-16,-1 5-176 0,-1-3-48 0,1 3 0 0,-1 1-672 15,-1 1-144-15,-3 0-32 0,3 2 0 0,0 1-320 0,1 0-192 16,1 1 192-16,2 0-192 0,-3 1 0 0,2-1 0 16,2 3 0-16,0-2 0 0,4-6 0 0,-3 7 0 15,2-1 0-15,1-6 0 0,3 8 0 0,1 1 0 16,1 0 0-16,1 2 0 0,2-5 0 0,1 2-144 16,0-2 144-16,3 1 0 0,1 0 0 0,0-1-128 15,-2 1 128-15,2-4 0 0,1 3-160 0,0-1 160 16,-1 0-192-16,0 2 192 15,-2-1-176-15,-2-2 176 0,-1 0-160 0,-2 1 160 0,-2 0 0 0,-4-5 0 16,0 0 0-16,0 0 0 0,0 8 0 0,-1 0 0 16,-3-1 0-16,-1 0 0 0,-3-3 0 0,0 4 0 15,2-4 0-15,-2 1-144 0,-1 0 144 0,-2 1 144 16,-1-1-16-16,1-1-128 0,0 0 0 0,1 0 0 16,-1 0 0-16,-2-2 0 0,2-2-320 0,2 1 16 0,1 1 16 0,8-2 0 31,0 0-1488-31,-7-3-288 0,2-1-64 0,2-1-13040 15,2-2-2592-15</inkml:trace>
  <inkml:trace contextRef="#ctx0" brushRef="#br0" timeOffset="-68913.97">17307 13347 8287 0,'0'0'368'0,"0"0"80"0,0 0-448 0,0 0 0 0,-1 9 0 16,-1-1 0-16,2 2 8624 0,2-1 1632 0,1 3 336 0,0 0 64 15,-2-2-7440-15,2 2-1488 0,-2 0-288 0,2 1-64 16,-1 1-496-16,1 2-112 0,0-5 0 0,1 2-16 15,0 0-560-15,-1 0-192 0,1-2 144 0,0 1-144 16,0-3-704-16,-1-1-208 0,-3-8-48 16,6 6-16-16,1-1-2544 0,-1-2-496 0</inkml:trace>
  <inkml:trace contextRef="#ctx0" brushRef="#br0" timeOffset="-68314.81">17527 13334 30687 0,'0'0'1360'0,"0"0"288"0,8 0-1328 0,0-2-320 0,1 1 0 0,0 1 0 0,-9 0 2368 0,8 1 416 15,-8-1 80-15,9 2 16 0,-9-2-336 0,8 2-64 16,-8-2-16-16,0 0 0 0,0 0-1056 0,0 0-224 16,2 9-32-16,0 1-16 0,-2-3-400 0,-4 5-80 15,-1-3-16-15,-2 3 0 0,-2-2-272 0,-3 2-64 16,1 1-16-16,-1 0 0 0,0 0-160 0,0-1-128 15,2-2 192-15,1 2-192 0,1-1 0 0,0-1 0 16,3-1 0-16,2 0 0 0,2-1 0 0,0 0 0 16,1-8 0-16,2 6 0 0,-2-6-256 0,6 6-16 0,0-2 0 0,2-2 0 31,0-1-128-31,1-1-32 0,0-1 0 0,0-1 0 0,1-2 112 0,4-3 0 0,-1-1 16 0,0-1 0 16,0-3 112-16,-4 2 0 0,0-2 16 0,1-1 0 15,1-1 48-15,0 0 0 0,0-2 0 0,-1 2 0 16,1-1 128-16,-2 3 0 0,-1 1 0 0,2-1-128 15,-1 3 128-15,-1 5 0 0,-3 1 0 0,-1 2 128 0,-4 1 224 16,3 4 48-16,1 3 16 0,-2 0 0 0,0 1 48 16,-1 3 16-16,-1-2 0 0,0 2 0 0,0 1-224 0,0 0-32 15,0 0-16-15,0-2 0 0,1 1-208 0,1 0 176 16,0 0-176-16,1-2 160 0,-1-1-160 0,-2-8 0 16,4 4 0-16,0-1 0 0,-4-3 0 0,0 0 0 15,0 0 0-15,7 2 0 0,-2-2 0 0,1-2 0 16,2-3 0-16,0-1 0 0,1-1 0 0,0-1 0 15,2-2 0-15,-1-2 0 0,2 0 0 0,1-1-224 16,1-1 80-16,1-3 16 0,0 0 128 0,2 0-128 16,2 2 128-16,-1 2-128 0,0-2 128 0,-1 6-128 15,-1 3 128-15,-2 0-128 0,-1 5 128 0,-1 1 0 0,-2 1 0 16,-1 5 128-16,0 1 240 0,1 5 48 16,-4 2 16-16,-1 2 0 0,0 1-128 0,1 0-32 0,-2 1 0 15,0 1 0-15,-1-3-272 0,3 0 0 16,0 1 0-16,2 0 0 0,-2 0-240 0,4-1-48 15,0-2-16-15,4 0 0 16,3 1-2304-16,4-2-464 0</inkml:trace>
  <inkml:trace contextRef="#ctx0" brushRef="#br0" timeOffset="-67672.77">19013 13206 24879 0,'0'0'2208'0,"0"0"-1760"0,2-7-448 0,0-2 0 0,0 1 5072 0,0 2 944 16,1-1 176-16,-1 4 32 0,-2 3-4848 0,0 0-976 16,-2-7-192-16,2 7-32 0,-4-3 688 0,-1 2 144 15,-3 1 16-15,-1 1 16 0,-2 2-624 0,0 4-128 16,-1-1-32-16,-2 1 0 0,-2-2 64 0,2 1 16 16,-1 1 0-16,2 1 0 0,1-2-48 0,3 2-16 15,1 0 0-15,2 0 0 0,1-1-144 0,2 3-128 16,2-4 192-16,3 5-192 0,4-2 128 0,0 1-128 15,2-3 0-15,2 0 0 0,5 4 0 0,0-2 0 0,2 0 0 0,2-1 0 16,-1 0 0-16,3 1 0 0,0 0 0 16,-2 0 0-16,1-4 0 0,-1 2 0 0,0 1 0 15,-4 2 0-15,-1-6 0 0,0 3 0 0,-4-1 0 0,-4 1 0 16,1-1 0-16,-7-6 0 0,1 11 0 0,-2-1 0 0,-3-1 0 16,-2 0 0-16,-5 2 0 0,-1-4 0 0,-3 3 176 15,-2-1-176-15,-1-1 160 0,-1 1-160 16,0-5 0-16,-1 1 0 0,1 0 0 0,2-1 0 15,1 1-608-15,2-4-112 0,-1 1-32 16,4-1 0-16,2-2-1072 0,-1 1-224 16,3-2-32-16,7 2-16 0,0 0-1696 0,0 0-352 0,3-11-64 0</inkml:trace>
  <inkml:trace contextRef="#ctx0" brushRef="#br0" timeOffset="-66924.81">19171 13176 12895 0,'0'0'1152'0,"0"0"-928"0,8-3-224 0,-8 3 0 0,7-4 6176 0,-7 4 1184 15,0 0 256-15,0 0 32 0,0 0-4592 0,9 3-928 16,-9-3-176-16,9 7-32 0,-3-1-256 0,1 5-32 16,-1 2-16-16,1 2 0 0,-1 2-992 0,1 3-208 15,1 2-32-15,-2 0-16 0,-2 1-240 0,0 1-128 0,1-2 160 0,0 2-160 16,-1-1 0-16,2-1 128 16,-3-4-128-16,1-1 0 0,-1 0 0 0,0-2 0 0,-1 2-144 0,1-6 144 31,1 1-512-31,-3-4 0 0,-1 0 0 0,0-8 0 15,0 0-832-15,0 0-160 0,1 6-32 0,-3-2-16 16,2-4 656-16,-7 0 144 0,1-1 32 0,0-2 0 16,6 3-128-16,-6-5-32 0,-2-1 0 0,0-1 0 0,2 1 720 0,-1-4 160 0,1 0 0 0,1-2 0 15,-1-1 208-15,1 0 48 0,3-2 0 0,-1 0 0 0,2 2 80 16,-1 0 32-16,2 1 0 0,2 2 0 16,0-1 448-16,2 2 80 0,0 0 32 0,3 0 0 0,0 0-16 15,3 1 0-15,3 2 0 0,1-1 0 0,2 1-272 16,-1 0-48-16,1 1-16 0,1 3 0 0,0-4-160 0,0 5-32 15,-2-2-16-15,1 3 0 0,0 3-48 0,-1-3-16 16,-3 3 0-16,1 1 0 0,-1-2 0 0,-1 3 0 16,0 1 0-16,-2 1 0 0,-4 3-64 15,0-1-16-15,-1 2 0 0,0 1 0 0,-1-1-32 0,-2-1-16 16,2 0 0-16,-2 1 0 0,-1 1-48 16,1-3-128-16,-1 1 192 0,0 1-64 0,-1-5-128 0,1-6 0 15,1 9 0-15,-1-9 128 0,0 8-128 0,0-8 0 16,0 0 0-16,0 7 128 0,2-2-128 0,-2-5 0 15,0 0 0-15,0 0 0 0,0 0 0 0,0 0 0 16,0 0 0-16,0 0 0 0,0 0 0 0,9-5 0 16,-1-1 0-16,2 1-176 0,2-5 176 0,1 1-192 15,0-1 192-15,1 0-192 0,-1 0 192 0,2-1-208 16,-1 1 80-16,0 1 128 0,-1-4-192 0,-1 3 192 16,-1 3-160-16,-2 0 160 0,-2-2 0 0,0 5 0 15,-7 4 0-15,0 0 0 0,0 0 0 0,0 0 0 0,0 0 128 0,0 0-128 16,0 0 272-16,-1 8-48 0,-3 1-16 0,1 1 0 15,-1 1-208-15,2 1 176 0,-4-3-176 0,4 2 160 16,1 0-160-16,1 1 0 0,0-3 0 0,2 1 0 16,-1 1 0-16,5-5 0 0,1 1 0 0,3-2-176 15,-3 1-16-15,6 1 0 0,3-2 0 0,-2-2 0 16,-1-2-128-16,2 2-48 0,-1-2 0 16,0-1 0-1,-2-1-144-15,0-2-16 0,0-1-16 0,-2-2 0 0,-1-1 96 0,-4-1 32 0,-1-1 0 16,0-1 0-16,-1-2 112 0,-3 2 32 0,-1-1 0 0,-1 1 0 15,2-1 32-15,-4 1 16 0,-1-2 0 0,-3-1 0 16,1 3-352-16,-1-2-80 0,-1 0-16 16,-2 2 0-16,1-2-1504 0,-2 2-320 0,-1-1-48 0</inkml:trace>
  <inkml:trace contextRef="#ctx0" brushRef="#br0" timeOffset="-66681.19">19968 13083 26719 0,'0'0'2368'0,"0"0"-1888"16,0 0-480-16,0 0 0 0,0 0 3728 0,0 0 656 16,0 0 128-16,0 0 32 0,0 0-2240 0,0 0-448 15,6 11-96-15,-2 1-16 0,-3 1-208 0,2 4-32 16,-2 1-16-16,1 3 0 0,-2 2-912 0,1 3-192 16,2 2-48-16,-3-2 0 0,1 0-192 0,0-2-144 15,2-1 192-15,-1 0-192 0,2-2 0 0,0-1-144 16,1-1-16-16,1-5 0 15,0 2-1312-15,2-3-256 0,-1-2-48 0,2-1-16 16,0 2-1440-16,0-4-288 0,0-6-64 0,3 1-14720 0</inkml:trace>
  <inkml:trace contextRef="#ctx0" brushRef="#br0" timeOffset="-66315.61">20222 13296 32655 0,'0'0'1440'0,"0"0"304"0,0 0-1392 0,0 0-352 0,0 0 0 0,-8 0 0 0,0 3 2752 16,0 2 464-16,-1 1 112 0,0 3 0 0,0 3-1152 0,0 0-256 15,0 1-32-15,1 1-16 0,2 1-848 0,2-2-160 16,1-3-32-16,2 2-16 0,1-2-496 0,2 1-80 16,2-1-32-16,0-1 0 0,1 2-208 0,4-5 0 15,2 1 0-15,2-1 0 0,1-2-192 0,2 1-48 16,1 0 0-16,1-1 0 16,0-1-176-16,1 0-32 0,-1-3-16 0,0 0 0 0,-2-4 80 0,1 1 0 15,0 0 16-15,-2-2 0 0,1 0 144 0,-3-1 32 16,-1-2 0-16,-1-1 0 0,1-3 64 0,-1 0 128 15,-4 0-208-15,-1 1 80 0,-2 0 128 0,-2 3 0 16,-2 1 0-16,-1-1 0 0,-2 0 320 0,-1 1 0 0,-1 4 0 16,-3 1 0-16,-1 1 256 0,-1 2 64 0,1 3 0 15,0-1 0-15,-1 2-144 0,0 3-32 0,0-3 0 16,0 4 0-16,1-2-208 0,1 2-32 16,-1 1-16-16,4 1 0 0,3 2-208 0,3 0 0 0,3 0 0 15,4 0 0-15,-2-3 0 0,3-2-208 0,2 1 32 0,2-2 16 31,0-1-864-31,1-1-192 0,2-1-16 0,1 2-16 16,5-1-1424-16,-1-1-272 0,1-4-64 0,-3 0-16656 0</inkml:trace>
  <inkml:trace contextRef="#ctx0" brushRef="#br0" timeOffset="-66015.1">20424 12862 10127 0,'0'0'448'0,"-5"0"96"0,-3-2-544 0,1 2 0 16,1-3 0-16,2 3 0 0,0 1 7440 0,4-1 1392 16,7 5 256-16,2 3 64 0,-3 0-5952 0,5 3-1216 15,4 2-224-15,4 1-48 0,-2 0-688 0,2 1-128 16,1 2-16-16,2 3-16 0,1 1-224 0,3 1-32 16,0 4-16-16,3 1 0 0,2 0-176 0,-1 3-32 15,0 0-16-15,-1 2 0 0,-3 3-240 0,-1 1-128 16,-3-1 160-16,-2 0-160 0,-2 0 0 0,-8-8 128 15,-2 1-128-15,-3 1 0 0,-2-2 0 0,-2 2 0 16,-2-1 0-16,-3 0 0 0,-2-1 0 0,-5 6 0 16,-1-5 0-16,-1 0 144 0,-1-2 0 0,-2-4 0 15,1-2 0-15,0-2 0 0,0 0-144 0,0-4 0 16,1-1 0-16,1-2 0 16,1-3-1072-16,4 1-240 0,1-5-48 0</inkml:trace>
  <inkml:trace contextRef="#ctx0" brushRef="#br0" timeOffset="-50597.57">2446 14905 42495 0,'0'0'1888'0,"0"0"384"0,0 0-1824 0,0 0-448 0,0 0 0 0,0 0 0 16,0 0 704-16,0 0 32 0,0 0 16 0,14-3 0 15,0 0 272-15,1 1 48 0,0-2 16 0,2 0 0 0,0 0-688 0,3 2-128 16,1-5-16-16,0 3-16 0,-1 0-240 0,0 0 0 15,-2 0 128-15,2 3-128 0,-2-2 0 0,-4 3 0 16,-2 3 0-16,-1 0 0 0,-11-3 0 0,10 5 128 16,-10-5-128-16,0 0 0 0,5 10 176 0,-2 2-176 15,-4-2 192-15,-2 4-192 0,-4-1 320 0,0 1-32 16,-3 0-16-16,0 1 0 0,-7-1 80 0,1 0 16 16,-1 2 0-16,1-2 0 0,-3-2-32 0,1 1 0 15,0 0 0-15,0 0 0 0,1-4 0 0,0 2 0 16,0-5 0-16,6-1 0 0,0 1-80 0,0 0 0 15,2-2-16-15,1 1 0 0,2 0-112 0,6-5 0 16,0 0-128-16,0 0 192 0,0 0-192 0,0 0 0 0,0 0 0 0,7 7 0 16,4-2 0-16,1-2 0 15,5 1 0-15,1 0 0 0,1-4-192 0,2 0 64 16,3 0 128-16,-2 1-208 0,0-2 0 0,0 1 0 16,0-4 0-16,10-2 0 15,-8-1-688-15,1 0-128 0,-1 2-16 0,-7 1-16 16,1 0-2128-16,0-2-416 0,2 2-96 0</inkml:trace>
  <inkml:trace contextRef="#ctx0" brushRef="#br0" timeOffset="-50169.05">3192 14975 19343 0,'0'0'1728'0,"0"0"-1392"16,0 0-336-16,-7 0 0 0,-1 0 5696 0,3 1 1056 15,1-1 224-15,4 0 32 0,0 0-4320 0,0 0-880 0,0 0-160 0,0 0-48 16,0 0-656-16,0 0-144 0,0 0-32 0,9 3 0 15,0 0-608-15,2-2-160 0,0 0 0 0,2 1 0 32,1-2-752-32,0 0-176 0,0-2-32 0,2 2-16 0,1 0-2800 15,-2 0-576-15</inkml:trace>
  <inkml:trace contextRef="#ctx0" brushRef="#br0" timeOffset="-49579.28">3524 14833 48831 0,'0'0'2176'0,"0"0"432"0,0 0-2096 15,0 0-512-15,0 0 0 0,8-1 0 0,2-2 400 0,1 0-16 16,-1 1-16-16,2 1 0 0,0-2 96 0,1 2 32 15,0-1 0-15,1 2 0 0,2 2-320 0,-1-2-176 16,0 0 192-16,-1 1-192 0,-2 2 128 0,-2-1-128 16,1 1 0-16,-4-1 0 0,0 2 224 0,-7-4-64 15,0 0-16-15,0 0 0 0,4 5 160 0,-4-5 16 16,0 0 16-16,0 7 0 0,0-7 32 0,-5 7 0 16,-1-1 0-16,1 2 0 0,-1-3-176 0,-1 0-16 15,-1 1-16-15,-1 0 0 0,-1-2-160 0,-1 1 128 16,1 0-128-16,1-1 128 0,0 2-128 0,1-1 0 0,0 0 144 0,1 0-144 15,2 0 160-15,5-5-32 0,-5 6-128 0,5-6 192 16,0 0-192-16,0 0 0 0,-3 5 0 0,3-5 0 16,0 0 0-16,3 8 0 0,-3-8 0 0,7 7 0 15,-2 0 0-15,3-1 0 0,1 0 0 0,1-1 0 16,2 0 0-16,1 0 0 0,1 1-128 0,1 0 128 16,-1-2 0-16,0 2 0 0,2 1 0 0,0-2 0 0,-2 0 0 0,-1 2 0 15,0-1 0-15,-1 1 0 16,-2-2 0-16,-1 2 0 0,0-2 0 0,-1 1 0 0,-1 1 0 0,-3 0 0 15,0-1 0-15,-4-6 0 0,1 8 0 16,-1 1 0-16,-3 0 0 0,1 0 144 0,-4 0-16 16,0-1-128-16,-3 0 192 0,0 1-64 15,-2-2-128-15,-1 0 192 0,1 0-192 0,-5 0 192 0,-2-2-192 16,0 0 0-16,-2 0 0 0,0-4 128 0,1 1-128 0,-1-1-192 16,2 2 32-16,1-3 16 15,2 0-496-15,1 0-112 0,3-3-16 0,0 2 0 16,5-1-944-16,1 1-192 0,5 1-32 0,0 0-16 15,1-9-2624-15,4 3-528 0</inkml:trace>
  <inkml:trace contextRef="#ctx0" brushRef="#br0" timeOffset="-49362.72">4214 14798 4607 0,'-13'2'192'0,"7"0"64"0,0 0-256 0,1 1 0 0,-1 0 0 0,6-3 0 16,-3 3 10432-16,3-3 2032 0,0 0 400 0,-4 7 96 16,4-7-9696-16,-3 6-1952 0,-1 1-384 0,4-7-80 15,0 0-672-15,1 9-176 0,1-1 0 0,0 1 0 16,-2-9-1216 0,4 8-288-16,1 2-48 0,3 2-16 0,3-3-2912 0,-1 2-576 0</inkml:trace>
  <inkml:trace contextRef="#ctx0" brushRef="#br0" timeOffset="-49237.31">4324 15061 31327 0,'0'0'2784'0,"-5"4"-2224"0,-1 0-560 0,2 0 0 0,4-4 4224 0,0 0 752 15,0 0 144-15,0 0 16 0,-3 8-3552 0,3-8-720 16,0 0-144-16,0 0-16 0,-1 8-80 0,1-8-16 16,0 0 0-16,0 0 0 15,4 9-1296-15,1-4-256 0,2 1-48 0,0 1-14560 0,1-2-2928 16</inkml:trace>
  <inkml:trace contextRef="#ctx0" brushRef="#br0" timeOffset="-39013.62">5081 14898 16575 0,'0'0'1472'0,"0"0"-1168"16,0 0-304-16,0 0 0 0,0 0 5360 0,0 0 1008 0,0 0 208 0,-2 8 32 15,1 1-4048-15,0 3-800 0,-1 1-160 0,2 3-48 16,0 0-304-16,0 3-64 0,-1-1-16 0,0 2 0 15,-1 0-624-15,1 3-128 0,0-1-32 0,1 0 0 16,-1-1-256-16,-1-3-128 0,1-1 0 0,1 0 128 31,0-1-720-31,0-3-160 0,1-3-16 0,1-1-16 16,-2-9-1824-16,0 0-352 0,0 0-80 0</inkml:trace>
  <inkml:trace contextRef="#ctx0" brushRef="#br0" timeOffset="-38854.07">5142 14776 31327 0,'-7'0'2784'0,"-2"-2"-2224"16,-1 1-560-16,1 1 0 0,1 0 3008 0,1 0 480 15,1 0 96-15,1 0 32 0,5 0-3168 0,0 0-624 16,-6 4-128-16,6-4-16 16,-1 6-816-16,2 2-144 0,3 1-48 0,3 1 0 15,2 0-1232-15,4 0-240 0,1 1-48 0,3 1-11344 0</inkml:trace>
  <inkml:trace contextRef="#ctx0" brushRef="#br0" timeOffset="-38513.1">5425 14941 5519 0,'0'0'496'0,"0"0"-496"16,0 0 0-16,0 0 0 0,0 0 5696 0,0 0 1024 15,0 0 224-15,-7 5 32 0,-1 1-3200 0,-1-2-640 16,-1-1-128-16,-1 1-16 0,-2-1-880 0,0 0-160 0,0-1-32 16,0 2-16-16,0-3-704 0,0 2-144 0,1 0-32 0,1-2 0 15,-1 2-352-15,3-1-80 0,0-1-16 0,2 1 0 16,7-2-256-16,0 0-64 15,0 0-16-15,0 0 0 0,0 0-240 0,0 0 0 0,0 0 128 0,8 2-128 16,2 1 0-16,2 0 0 0,1-1 0 0,2 2-160 16,0-3 160-16,2 1 0 0,1-1 0 0,1 2-128 15,-2 0 128-15,1 1 0 0,-4-1 0 0,2 1-128 16,1 0 128-16,-2 0 0 0,0 0 0 0,-2 1 0 0,-1 0 0 16,-2 2 0-16,-1-2 0 0,-1 1 0 0,-3 1 0 15,-1 1 0-15,-3 2 128 0,-2-2-128 0,-3 2 192 0,-1 2-16 16,-2-1-16-16,0 0 0 0,-2 1-16 0,-2 0 0 15,1-1 0-15,-1 0 0 0,1 1-144 0,-2-5 0 16,-1 1 0-16,1 0 0 16,2-3-576-16,2 1-128 0,-1-3-48 0,9-3 0 15,0 0-1216-15,0 0-240 0,0 0-48 0,0 0-16 16,0 0-1792-16,6-1-352 0,4-5-80 0,4-2-6128 16,0-1-1216-16</inkml:trace>
  <inkml:trace contextRef="#ctx0" brushRef="#br0" timeOffset="-38261.01">5732 14984 28271 0,'0'0'1248'0,"0"0"272"0,0 0-1216 0,0 0-304 16,0 0 0-16,-2 8 0 0,1 1 3376 0,-2 2 608 16,-2 0 128-16,-1 1 32 0,-1 2-1936 0,0 1-384 15,-1-4-80-15,2 3-16 0,-2 0-624 0,1-1-128 16,2-1-16-16,1-3-16 0,2-1-496 0,2-8-112 16,1 7-16-16,-1-7 0 0,0 0-320 0,8 7 0 15,1-2 0-15,3-2 0 0,1-3-128 0,2-2-64 16,2 2 0-16,0-1 0 15,-1-4-176-15,0 1-32 0,-2-1-16 0,0 0 0 16,-1-2-96-16,-1 1-32 0,-2-1 0 0,0 0 0 16,-4 1 16-16,-1-1 0 0,-2 1 0 0,0-1 0 15,-3 0 80-15,-2 0 0 0,-2-2 16 0,-2 1 0 16,-3 2-208-16,-2-4-32 0,-2 3-16 0,0-1 0 16,0 0-1440-16,0 1-304 0,0 1-48 0,0-1-14496 0</inkml:trace>
  <inkml:trace contextRef="#ctx0" brushRef="#br0" timeOffset="-37806.56">5962 14747 41295 0,'-13'4'1824'0,"13"-4"384"0,0 0-1760 0,-3 8-448 0,1-1 0 0,-1 4 0 0,2 2 1088 0,-2 0 128 16,3 3 16-16,0 2 16 0,1 4 208 0,2 2 32 15,0-2 16-15,-1 2 0 0,2 1-672 0,1 0-144 16,2-3-32-16,-1 2 0 0,1-1-384 0,-1-3-80 15,2-1 0-15,0-1-16 0,0-1-176 0,0-1 128 16,-2-2-128-16,1-2 128 0,1 1-128 0,-2-5 0 16,-1-1 0-16,2-2 0 0,-7-5 0 0,0 0 0 15,0 0 0-15,0 0 0 0,0 0-224 0,0 0 80 16,4-5 16-16,0-3 0 0,-2-3 128 0,1 2-192 16,0-4 192-16,-1 0-192 0,1-1 192 0,1-1-208 15,1 0 80-15,0-1 128 0,2 0-192 0,-1 2 192 16,1-3-192-16,0 4 192 0,3-3-192 0,0 3 192 0,0 2-192 15,2 2 192-15,0-1-160 0,0 4 160 0,-1 2 0 0,1 1-144 16,1 2 144-16,-1 0 0 16,1 2 0-16,-1 3 0 0,-1 3 0 0,0-1 0 0,-2 1 0 15,1 2 128-15,-2 1-128 0,0 2 0 0,0 0 0 16,-3-2 128-16,-1 2-128 0,-1 2 128 0,-3-2-128 0,-2 0 128 16,-2 1-128-16,-1-3 0 0,-1 3 0 0,-1 0 128 15,-2-4-128-15,-1 3 0 0,-2-2 0 0,0 2 0 16,-1-4 0-16,0 4 0 0,0-4 0 0,0-2 0 15,1-1-752 1,2-1-64-16,1-1-16 0,2 1 0 0,1-4-1232 0,6 0-256 0,0 0-48 16,0 0-10944-16,6-7-2176 0</inkml:trace>
  <inkml:trace contextRef="#ctx0" brushRef="#br0" timeOffset="-37011.38">6640 14903 39167 0,'0'0'1728'0,"0"0"368"0,-5 4-1680 0,-1 2-416 0,-1 3 0 0,0 1 0 0,-1 2 2336 0,-1 1 384 15,0 1 80-15,-1 2 16 0,-1 2-1344 0,-2-1-256 16,0-1-48-16,1 1-16 0,2-4-496 0,1 1-96 16,0-1-32-16,2-1 0 0,2-2-336 0,2 1-192 15,2-5 192-15,1-6-192 0,1 8 0 0,-1-8 0 16,6 6-192-16,0-2 48 16,2-1-240-16,-2 0-32 0,2-3-16 0,1 0 0 0,0 0 32 0,1-4 0 15,0-2 0-15,2 0 0 0,-2-2 96 0,-1 2 32 16,2-5 0-16,-1 1 0 0,-1-2 48 0,0 2 16 15,-1-5 0-15,0 1 0 0,-1 0 80 0,-1 1 128 0,-1-1-208 16,-1 4 80-16,0-2 128 0,-1 3 0 0,-2 1 0 16,-1 8 0-16,0 0 0 0,0 0 0 0,0 0 0 15,0 0 176-15,0 0 80 0,0 0 0 16,0 0 16-16,0 0 0 0,1 10-16 0,2-1-16 0,1 1 0 0,0-2 0 16,1 2-240-16,0 1 0 0,0-2 0 0,2 0 0 15,1 0 0-15,0 0 0 0,-1-1 0 0,1 0 0 16,-1-2 0-16,-7-6 0 0,0 0 0 0,8 6 0 0,-1-2-128 15,-7-4 128-15,8 2-192 0,-8-2 192 0,0 0-256 16,9-1 64-16,-1-2 16 0,-1 1 0 16,-1-5 176-16,1 1-160 0,-2-1 160 0,0-3-160 0,2-1 160 15,-1-1 0-15,-1-2-144 0,2-2 144 0,1 2 0 0,2-1-144 16,1-1 144-16,-2 2 0 0,-3 2-128 16,2 1 128-16,1 4 0 0,2 1 0 0,-5 2 0 0,-6 4 0 15,8 0 0-15,-2 3 0 0,-6-3 496 0,8 8 0 16,0 1 0-16,-1 1 0 0,-1 2 32 0,1 1 16 15,0 0 0-15,0 2 0 0,0-2-320 0,-1 0-64 16,1 0-16-16,-1-2 0 0,-1 1-16 0,1 0-128 16,-1 0 192-16,0-3-64 0,1 0-128 0,0-1 0 15,-2-2 0-15,0 1 0 0,-2-1 0 0,2-1 0 16,-4-5 0-16,0 0 0 0,0 0 0 0,0 0 0 16,0 0-144-16,0 0 144 0,0 0 0 0,0 0-128 0,0 0 128 0,7-1 0 15,-2-4 0-15,0 0-128 0,0-2 128 0,0-1 0 16,-1-1-160-16,2 0 32 0,-1-4 0 0,0 1 0 15,0 1-96-15,2-5-16 0,-1 2 0 16,2 1 0-16,0-3 64 0,0 2 16 0,-1 1 0 0,1 0 0 16,0 2 160-16,0 2 0 0,0 1-144 0,-3 2 144 15,2 0 0-15,-1 3 0 0,-6 3 0 0,0 0 0 16,9 0 0-16,-1 1 160 0,0 0-16 0,-8-1 0 16,9 5 64-16,0 2 16 0,-1 1 0 0,-2 2 0 15,1-1-16-15,-1 6 0 0,1-2 0 0,-1 0 0 16,1 4-208-16,-2-3 176 0,-1 2-176 0,-1-2 160 0,1 0-160 15,-2 1 0-15,1-1 0 0,-1-1 128 0,1-1-128 16,0-2 0-16,-2-1 0 0,0-1 0 16,-1-8-720-16,0 0-32 0,0 0 0 0,0 0 0 15,2 7-1424-15,-2-7-304 0,0 0-48 16,0 0-11440-16,0 0-2288 0</inkml:trace>
  <inkml:trace contextRef="#ctx0" brushRef="#br0" timeOffset="-36857.93">7305 14717 43599 0,'0'0'1920'0,"0"0"416"0,-7-1-1872 0,7 1-464 0,0 0 0 0,0 0 0 16,0 0 832-16,0 0 80 0,0 0 16 0,0 0 0 15,0 0-608-15,0 0-112 16,0 7-16-16,3 3-16 0,1 0-176 0,1 0-256 16,1 1 64-16,2 1 16 15,1 2-2208-15,2 3-448 0,1 0-96 0,1 1-9216 0,0-1-1840 0</inkml:trace>
  <inkml:trace contextRef="#ctx0" brushRef="#br0" timeOffset="-36628.01">7654 14896 32367 0,'0'0'1424'0,"0"0"304"0,-4-7-1376 0,0 1-352 0,4 6 0 0,-6-6 0 16,-2 4 1792-16,-1 2 304 0,-2 1 48 0,0 3 16 15,-2 2-176-15,-2 5-48 0,1 2 0 0,-2 3 0 16,-1 0-528-16,0 4-128 0,2-3 0 0,2 1-16 0,2-2-336 15,2 1-64-15,4-2-16 0,2 0 0 0,3-1-400 0,3-1-96 16,1 0-16-16,2 0 0 0,5-1-336 0,3-2 0 16,2-2 0-16,2 0 0 0,0-1 0 0,2-1 0 15,1-5 0-15,1 1-128 0,1-2-96 0,2-2-16 16,1 1 0-16,0-3 0 16,2-1-2000-16,2 0-384 0,-2-2-96 0</inkml:trace>
  <inkml:trace contextRef="#ctx0" brushRef="#br0" timeOffset="-35126">8367 14764 49583 0,'0'0'2192'0,"0"0"464"0,0 0-2128 0,0 0-528 16,0 0 0-16,5 12 0 0,2 3 432 0,0 4-32 16,-1-1 0-16,1 4 0 0,0 3-144 0,1 2-48 15,-1 3 0-15,-2-3 0 0,1 2 336 0,1-2 64 16,-1 0 16-16,1-4 0 0,-2 1-176 0,2-4-48 16,1-1 0-16,-3-2 0 0,0-3-240 0,0 0-160 15,0-2 192-15,-1-4-192 0,-4-8 192 0,0 0-192 16,0 0 192-16,0 0-192 0,0 0 0 0,0 0 0 15,0 0 0-15,0 0 0 0,6-5-176 0,-1-3 176 16,0-1-192-16,0-4 192 0,0 0-240 0,2 0 64 0,1-4 16 0,-2 0 0 16,1-6-48-16,1 3-16 15,-1-3 0-15,1 3 0 0,1 0-16 0,2 3 0 0,-1 0 0 16,-1 4 0-16,-2 4 64 0,-1 5 16 0,1-2 0 16,-7 6 0-16,0 0 160 0,9 6 0 0,-2 1 0 0,-1 3-128 15,-2 3 272-15,1 0 64 0,0 3 16 0,1 1 0 16,0 0-48-16,1 0-16 0,-1-4 0 0,3 1 0 15,0 2-160-15,3-3 0 0,-3-4 144 0,3 0-144 16,1-1 0-16,0 0 0 0,1-2 0 0,2-2 0 0,0-1-128 16,-1-2-64-16,1-1 0 0,0-1 0 0,-1-2-64 15,1-1 0-15,-2-2-16 0,-1-1 0 0,0-1-48 0,-2 0-16 16,-1-3 0-16,1-1 0 0,-1-1-32 0,-1-1 0 16,-1-2 0-16,-1-1 0 15,-2-3-80-15,0-2-32 0,-1 0 0 0,0 0 0 16,-2 4 32-16,1 2 16 0,-2 3 0 15,-1 3 0-15,-2 2 288 0,-3 4 144 0,-2 2-160 0,0 4 160 0,1 0 320 0,-2 5 144 16,0 2 48-16,0 4 0 0,1 3-32 0,-1 2 0 16,1 0 0-16,2 3 0 0,0-3-144 0,1 2-16 15,1-1-16-15,3 1 0 0,2-2-128 0,2 1-32 0,0-3 0 16,2 0 0-16,3-3-144 0,3 0 0 16,1-1 0-16,3 0 0 0,1-3-384 0,2-1-16 0,2-3 0 0,1 0 0 31,0-2-304-31,2-2-48 0,0-1-16 0,0-1 0 15,-2-2-144-15,2-2-48 0,-1-3 0 0,1 0 0 16,-1-4-528-16,0 2-112 0,0-2-32 0,-3 1 0 16,0-3 192-16,-2 0 32 0,-2-3 16 0,-2 0 0 15,-2-1 672-15,-3 0 128 0,-1-1 16 0,-4 4 16 0,-3 1 944 0,-1 3 176 0,-2-1 32 16,-4 6 16-16,-1 1 1024 0,-4 2 208 0,-1 3 32 16,-2 3 16-16,-2 2-64 0,-1 3-16 0,0 2 0 15,1 2 0-15,-3 1-688 0,2 0-144 16,2 1-16-16,2 1-16 0,1-5-480 0,1 2-80 0,4-1-32 0,1 0 0 15,3-2-224-15,0 0-128 0,2-1 160 0,2 1-160 16,2-2 0-16,2-3-192 0,1-1 16 0,3 1 0 16,-1-1-288-16,1-2-64 15,0-1-16-15,2-1 0 0,1 0-96 16,-1-3 0-16,0-1-16 0,2-2 0 0,-1 0 112 0,-1 1 32 0,1-2 0 0,0-1 0 16,-1-1-16-16,1-2 0 0,-1 0 0 15,-2 0 0-15,-1 1 208 0,-2-1 64 0,-1 1 0 0,1 4 0 0,-3-1 256 0,-3 8 0 16,0 0 0-16,0 0 0 0,0 0 496 0,0 0 0 15,0 0 0-15,0 0 0 0,0 0-32 0,2 9 0 16,-1 1 0-16,0 2 0 0,1 1-128 0,-2 0-16 16,2-1-16-16,4 1 0 0,0 0-112 0,2 0-32 15,0 0 0-15,2-4 0 16,3 0-160-16,1-1 0 0,1-1 0 0,0-2 128 0,2 0-128 0,2-4 0 16,-1-1-192-16,1-1 192 0,1-1-288 0,-2-2 64 15,2-3 16-15,-3-1 0 0,-2-1-48 0,1-3-16 0,-2-1 0 0,-1-1 0 16,-1-2 0-16,-1-1 0 15,-1-1 0-15,-1-3 0 0,-2-1 272 0,1-3-192 16,-3-2 192-16,-1-3-160 0,-2 1 160 0,1-1 176 16,-2-1-48-16,0 1 0 0,-1 1 160 0,0 3 32 0,0 3 0 0,-1 3 0 15,-1 3 224-15,-2 3 48 16,0 4 16-16,1 2 0 0,1 4 224 0,2 4 32 0,0 0 16 0,0 0 0 16,0 0-272-16,-6 4-48 0,1 4-16 0,1 3 0 15,2 5-352-15,0 0-192 0,1 2 192 0,1 4-192 16,-1-1 128-16,2 2-128 0,0 2 0 0,2 1 0 15,-1 0 0-15,2 0 0 0,2 0 0 0,-1-2 0 16,0-2 0-16,0-1 0 0,2-2-176 0,-1-2 176 16,1-2-496-16,-1-1 16 15,1-5 0-15,-2-1 0 0,-1-1-896 0,-4-7-176 0,4 6-48 16,-4-6 0-16,4 7-656 0,-4-7-144 0,0 0-32 16,0 0 0-16,0 0-1248 0,0 0-256 0,0 0-48 15</inkml:trace>
  <inkml:trace contextRef="#ctx0" brushRef="#br0" timeOffset="-34974.27">9831 14909 2751 0,'-11'-17'256'0,"5"11"-256"0,0 3 0 0,-2 0 0 0,-2 2 5104 0,-1 1 976 16,-1 0 192-16,2 0 32 0,1 1-1568 0,1 2-320 16,2-3-64-16,6 0-16 0,0 0-2080 0,0 0-400 15,0 0-96-15,0 0-16 0,0 0-720 0,6 6-160 16,2-2-32-16,2 0 0 0,1-2-448 0,3 1-112 16,3-2-16-16,4 1 0 0,4-2-256 0,2-2-176 15,4 1 32-15,3-3 0 16,3-1-1456-16,3 1-304 0,6-2-48 0</inkml:trace>
  <inkml:trace contextRef="#ctx0" brushRef="#br0" timeOffset="-33327.21">10822 14939 20271 0,'0'0'1792'0,"0"0"-1424"0,0 0-368 0,0 0 0 0,0-11 3952 0,1 2 720 15,1 0 128-15,-2 1 48 0,-3 2-3312 0,1-1-640 16,-1 1-144-16,-1 0-32 0,-1 1 592 0,-3 1 112 15,-1 2 32-15,-2 0 0 0,0 0-480 0,-1 3-80 16,-2 3-32-16,-2 1 0 0,-2 2-256 0,-1 3-48 16,0-1-16-16,1 3 0 0,1 1-48 0,1 0-16 15,2 0 0-15,1 1 0 0,1-1-176 0,3-1-48 16,1-1 0-16,3-1 0 0,2-1-256 0,2-1 0 16,1-8 0-16,4 8 0 0,1 0 0 0,3-5-144 0,2 1 16 0,3-1 0 31,3 0-240-31,0-3-32 0,1-3-16 0,-1 0 0 15,3-1-64-15,-1 1-16 0,0-3 0 0,-1 1 0 0,0-1 48 16,-1-1 0-16,-2-2 0 0,-1 1 0 0,-1-1 64 0,-2 0 0 0,-1 1 16 0,-1-4 0 0,-3 1 176 0,1 0 16 16,-2 2 16-16,-2 3 0 0,-2-4 160 15,2 4 0-15,-1 1 0 0,-1 5 0 0,0 0 0 0,0 0 0 16,0 0 0-16,0 0 128 0,0 0 32 0,0 0 16 16,0 0 0-16,0 0 0 0,0 0-48 0,0 0 0 15,5 6 0-15,0 3 0 0,0 0-128 0,2 1 0 16,1 0 0-1,1 3 128-15,1-3-128 0,3 2 0 0,3 0 0 16,1-2 0-16,1 2 0 0,2-3 0 0,-1-1 0 0,2-1 0 0,1-1 0 0,1-3 0 16,-1 1 0-16,1-4 0 0,1 1 0 0,-1-2 0 15,1-2 0-15,-2-1 0 0,-1-1 0 0,-2-2 0 16,-1 0-128-16,-1-3 128 0,-1 3-176 0,-2-5 48 16,-2 1 0-16,-3 1 0 0,-2 0 128 0,-2-3-160 15,-1 1 160-15,-3 0-160 0,-1-2 160 0,-2 2 0 16,-2 2 0-16,-3-1 0 0,-2 3 0 0,-3 2 256 15,-2 1-64-15,-2 2-16 0,-1 2 208 16,-2 2 32-16,-5 2 16 0,2 2 0 0,0 1 32 0,0 2 16 16,1 3 0-16,1-2 0 0,3 1-192 0,3 1-32 0,2-1-16 15,3 0 0-15,1 1-112 0,3 1 0 0,1-6-128 0,4 1 192 16,2 0-192-16,2 1 0 0,1 0 0 16,1-1 0-16,2-1 0 0,1-3 0 15,2 1 0-15,2-2 0 0,0 0-192 0,1-2 64 0,3-3 128 0,0 0-208 16,0-2 16-16,0-1 0 0,0-1 0 0,0-3 0 15,0 1-16-15,0-2 0 16,-2-1 0-16,1-1 0 0,-2-4 0 0,1-1 0 0,-2-1 0 0,0-2 0 16,0-1-176-1,-2-3-16-15,0-3-16 0,3-13 0 16,-1 3-224-16,-5 14-32 0,-1 0-16 0,-2 1 0 0,-1 3 336 0,-2 4 64 0,0 4 16 0,-2 3 0 16,-2 1 272-16,0 4 272 0,2 4-48 0,-5 4-16 0,-2 1 320 15,0 6 64-15,1 2 16 0,-1 3 0 0,1 2-160 0,1 4-16 16,1 1-16-16,0 4 0 0,1-1-128 15,2 1-32-15,1 0 0 0,0 1 0 0,4-2-16 0,1 0-16 16,3 0 0-16,1-3 0 0,1 0-224 0,4-3 128 16,0-1-128-16,1-2 0 0,2-3 0 15,0-2 0-15,2-3 0 0,0-3 0 0,1 0-192 0,-1-2 32 16,1-1 0-16,-2-1 0 0,2-2-32 16,-1-3-16-16,-1-1 0 0,1-1 0 0,-2-3 16 0,0 0 0 15,-2-2 0-15,0-2 0 0,-4-1 0 0,0-1 16 16,-1-3 0-16,-1 0 0 0,-2-3 176 0,-2 2-208 15,-1-1 80-15,0 0 128 0,-1 1 0 0,-3 2 0 0,-3 2 0 16,0 4 0-16,-1 1 0 0,-3 2 208 16,-4 3-48-16,-2 3-16 0,-3 2 128 0,-1 4 32 0,-1 3 0 15,-1 3 0-15,-2 2 0 0,0 1 0 0,0 0 0 16,2 2 0-16,0 0-112 0,4-1 0 0,0 1-16 0,5-2 0 16,1-1-48-16,2 2 0 0,3-2 0 15,3-4 0-15,1-1-128 0,0-8 0 0,5 7 0 16,3 0 0-16,0-1-256 0,2-2 32 0,2-1 0 0,1-3 0 15,0-1-64-15,1-1-16 0,1 0 0 0,2-4 0 16,0-1 0-16,0-2 0 0,0-2 0 0,0-1 0 16,-1-2 32-16,0-3 0 0,-3-1 0 15,2-3 0-15,-2-1-48 0,1-2-16 0,-1 0 0 0,0-2 0 16,-3-2-96-16,2 2-16 16,-4 1 0-16,-2 3 0 0,-2 3 160 0,-1 2 32 0,-3 2 0 0,-1 4 0 0,-2 1 512 15,-2 5 96-15,-2 3 32 0,-2 2 0 16,-1 2 320-16,-1 5 64 0,1 4 0 0,0 2 16 15,-2 4-80-15,1 3-32 0,4 1 0 0,-1 1 0 0,2 1-224 0,4-2-64 16,-1 2 0-16,3-1 0 0,3-1-144 0,1-1-48 16,0 0 0-16,2-2 0 0,3-1-192 15,2-1 0-15,-1-3 128 0,1-1-128 0,0-3 0 0,1-3 0 16,1-1 0-16,0-2 0 0,0-2-240 0,0-1 64 16,-1-1 16-16,1-3 0 0,-1-1-32 0,-2-2 0 15,1 0 0-15,-1-5 0 0,0-1 192 0,2-2-208 16,0 0 80-16,-2-1 128 15,-1 1-176-15,1-4 176 0,-3 2-128 0,0 0 128 0,-1 3 0 0,0 0 0 16,-2 3 0-16,-2 3 0 0,-2 8 144 0,0 0 16 16,0 0 0-16,0 0 0 0,0 0 240 0,0 0 48 15,4 10 16-15,0 1 0 0,-1 4-80 0,1 0-32 16,-2 1 0-16,2 1 0 0,0 0-144 0,0 1-16 16,0-2-16-16,1-1 0 0,0 0-176 0,0-1 0 15,1-4 0-15,-1 1 0 16,1-3-560-16,1-2-192 0,1-1-32 15,0-1-16-15,-1-1-1712 0,1 0-352 0,0-3-64 0,4-4-16912 0</inkml:trace>
  <inkml:trace contextRef="#ctx0" brushRef="#br0" timeOffset="-33158.77">12158 14602 16575 0,'0'0'1472'0,"-3"-5"-1168"0,-1 0-304 0,0 0 0 15,0 2 4704-15,4 3 880 0,-3-5 176 0,3 5 48 0,-2-4-3840 0,2 4-768 16,0-4-160-16,0 4-16 0,0 0-624 15,0 0-112-15,0 0-32 0,0 0 0 0,0 0-512 0,9 4-128 16,0 1 0-16,1 0-16 16,-1-1-2400-16,3 0-464 0,0 0-112 0,6 0-11280 15</inkml:trace>
  <inkml:trace contextRef="#ctx0" brushRef="#br0" timeOffset="-32958.27">12426 14525 11055 0,'6'-6'976'0,"-2"-1"-784"0,-1 1-192 0,-2-2 0 0,-1-1 5600 0,1 2 1072 16,1 2 224-16,-2 5 32 0,0 0-3744 0,0 0-752 15,0 0-160-15,0 0-32 0,0 0-576 0,0 0-112 16,0 9-16-16,0 3-16 0,0 1-624 0,0 3-112 16,-2 4-16-16,1 4-16 0,0-2-384 0,-1 5-80 15,4 1-16-15,-2 1 0 0,0-2-144 0,0 2-128 16,0-1 144-16,0 1-144 0,1-3 0 0,0 0 0 16,1-1 0-16,-2-2 0 0,0-2 0 0,1 0-256 15,0-4 48-15,-1-1 16 16,0-3-1072-16,0-2-208 0,0 1-32 0,0-1-16 15,2-2-736-15,-2-1-160 0,0-8-16 0,0 0-10128 0,0 0-2032 0</inkml:trace>
  <inkml:trace contextRef="#ctx0" brushRef="#br0" timeOffset="-32724.34">12295 14810 33519 0,'0'0'1472'0,"0"0"320"0,-1-7-1424 0,1 7-368 0,0 0 0 0,0 0 0 0,5-7 1792 15,2 2 304-15,1 0 48 0,1-1 16 0,1 0-928 16,3 1-176-16,2 0-32 0,-1 0-16 0,2-1-240 0,-1 3-64 15,1-1 0-15,-1 1 0 0,0 3-272 0,0 0-64 16,0 1-16-16,-1 3 0 0,-1 0 112 0,0 1 32 16,0 2 0-16,-1 2 0 0,-3 1 16 0,0 2 0 15,-1 3 0-15,0-2 0 0,-2 1-144 0,1 2-32 16,-2-2 0-16,-2 2 0 0,1-2-336 0,0 0 0 16,-1-2 0-16,0-2-128 15,0-1-960-15,-3-9-176 0,4 8-32 0,0-1-16 16,-4-7-2320-16,0 0-464 0</inkml:trace>
  <inkml:trace contextRef="#ctx0" brushRef="#br0" timeOffset="-32057.61">12675 14654 13823 0,'0'0'1216'0,"0"0"-960"16,0 0-256-16,0 0 0 0,0 0 4496 0,0 0 864 15,0 0 160-15,0 0 48 0,0 0-4544 0,9 4-896 16,0 1-128-16,1-1 0 0,3 2-128 0,3 0 128 0,0 2 0 15,2-2 0 1,2 2-896-16,2-1-96 0,4-1-32 0,0 1 0 16,-1-2-288-16,-3 2-64 0,0-2-16 0,-2 0 0 0,-4-2 1008 0,-1-1 192 0,-2 1 32 0,-4-1 16 15,-9-2 1712-15,0 0 352 0,0 0 64 0,0 0 0 16,0 0 704-16,0 0 128 0,-4 7 16 0,-1 1 16 16,-3-2-896-16,-2 3-176 0,-5 2-48 0,-2 1 0 15,-1 1-512-15,0 1-128 0,0-1 0 0,-1 1-16 16,1-1-240-16,2 3-64 0,1-3 0 15,3-1 0-15,3 0-352 0,1-2-80 0,3-2-16 0,1-2 0 0,4-6-320 0,-1 8 0 16,1-8 0-16,0 0 0 0,5 8-144 0,1-2-48 16,2-2-16-16,1-1 0 0,0 0-48 15,3-3-16-15,1-4 0 0,0 1 0 16,2-2 48-16,-1 0 16 0,2-3 0 0,-1 0 0 0,1-1 64 16,0-2 16-16,-1-2 0 0,1-1 0 0,-1 1 128 15,1-3-192-15,0 2 192 0,-2-2-192 0,0 3 192 0,1 3 0 16,-2 2-144-16,-1 3 144 0,-3 1 0 15,-2 4 0-15,-7 0-144 0,0 0 144 0,7 7 208 0,-2 0 112 16,-1 2 0-16,-1 3 16 0,-2 0 112 0,0 1 32 16,1 0 0-16,0 1 0 0,1 1-240 0,-1-1-48 15,2 0-16-15,0-1 0 0,0-2-176 0,1-2 128 16,1 0-128-16,-1-2 128 0,0-1-128 0,0-1 128 0,-5-5-128 16,7 4 128-16,-7-4-128 0,8 2 0 15,-8-2 0-15,7-2-176 0,1 0 176 0,0-2 0 0,-1-1 0 16,-1-2 0-16,1-2 0 0,0-2 0 0,1-2 0 0,1-1 0 15,2-2-160-15,1-1 0 0,1 1 0 16,1-5 0-16,0 1 16 0,3 1 0 0,0 0 0 0,0 4 0 16,0-1 144-16,0 3-128 0,-1 3 128 15,-1 3-128-15,0 3 128 0,-2 3 0 0,-3 2-144 0,1 3 144 16,0 3 0-16,0 0 160 0,-1 4-16 0,-1 1 0 16,0-1 112-16,1 2 0 0,0 3 16 15,0 1 0-15,0 0-48 0,-1 0-16 0,-2 1 0 0,3 0 0 0,0 1-208 0,-1-3-128 16,-1 0 128-16,0-2-208 15,1 0-320-15,-3-1-64 16,1 0-16-16,-1-4 0 0,1 0-2032 0,0 0-416 16,-1 0-80-16</inkml:trace>
  <inkml:trace contextRef="#ctx0" brushRef="#br0" timeOffset="-3788.09">2383 16155 33119 0,'0'0'1472'0,"0"0"288"0,-9-5-1408 0,9 5-352 0,-6-5 0 16,6 5 0-16,-4-7 560 0,1 0 32 0,3 7 16 0,0-9 0 15,1 0-96-15,3 1-32 0,1 3 0 0,3 0 0 16,1 1-288-16,3-1-48 0,0 0-16 0,1 2 0 16,3 2-128-16,-1-1 0 0,-2-1 0 0,3 3-176 15,1 1 176-15,-2 1 0 0,0 0 0 0,-2 0-128 16,0 1 128-16,-1 1-192 0,-1 1 192 0,-11-5-192 0,0 0 192 16,11 9 0-16,-11-9 0 0,8 12-128 15,-8-12 128-15,0 0 0 0,-2 9 0 0,0 1 0 0,-1 1 128 0,-2-2 48 16,-2-1 16-16,1-2 0 15,-2 0 80-15,0 1 32 0,-1 0 0 0,-1-1 0 0,-1-2-32 16,1 2 0-16,-1-1 0 16,1 0 0-16,-1 0-16 0,1 0-16 0,0 2 0 0,-1-1 0 0,2-2-48 0,9-4-16 15,-9 7 0-15,2-1 0 0,7-6 64 0,0 0 16 16,0 0 0-16,0 0 0 0,0 0 16 0,0 0 16 16,0 0 0-16,0 0 0 0,7 8-96 0,-7-8 0 15,12 5-16-15,1-1 0 0,0-1-48 0,0-3-128 16,1 3 192-16,0-1-64 0,2-2-128 0,0 1 0 15,1 1 144-15,-2 0-144 0,-2 0 0 0,2-1 0 16,-2 3 0-16,0 2 128 0,-3 1-128 0,1-1 0 16,-1 5 0-16,-2-1 0 0,-3 1 0 0,-1 1-128 15,0 1 128-15,-3 0 0 0,-3 2 0 0,-2 0 0 0,-1-1 0 16,-2-1 0-16,-1 0 304 0,-2 0 32 16,-2-3 16-16,-1 3 0 0,-1-2 320 0,-1-2 64 15,-2-1 16-15,-1-2 0 0,-1 1-176 0,-1-1-16 16,2 0-16-16,-1-2 0 0,1-2-240 0,1 2-48 0,2-3-16 15,-1-1 0-15,0-1-240 0,3-2 0 0,2 2 0 16,1 0 0 0,10 1-1008-16,0 0-240 0,-6-7-48 0,6 7-16 15,0-10-2064-15,4-2-400 0</inkml:trace>
  <inkml:trace contextRef="#ctx0" brushRef="#br0" timeOffset="-3592.51">2804 16288 37775 0,'0'0'1664'0,"0"0"368"0,0 0-1632 0,12-7-400 0,1 1 0 0,1-1 0 0,3 3 528 15,0-2 32-15,-1 2 0 0,1 1 0 0,0-2 256 0,1 0 48 16,2 2 16-16,-1-1 0 0,1 1-720 0,1 0-160 16,1 0 0-16,4 3 0 15,3 4-2752-15,-1-1-560 0</inkml:trace>
  <inkml:trace contextRef="#ctx0" brushRef="#br0" timeOffset="-1230.24">3559 15991 38639 0,'0'0'1712'0,"-1"-8"352"0,-4-4-1648 0,2 4-416 0,3 8 0 0,0 0 0 16,-3-6 768-16,3 6 64 0,0 0 0 0,0 0 16 15,0 0 368-15,0 0 64 0,0 0 0 0,0 0 16 16,0 0-704-16,-9 6-144 0,1 2-16 0,2 1-16 15,-1 0-80-15,1 3-16 0,-2 0 0 0,2 1 0 16,-2 0 48-16,0-1 0 0,0 1 0 0,0 0 0 16,-1-2-112-16,0 2-32 0,0-2 0 0,0-1 0 15,1 3-32-15,-1 2 0 0,-2-2 0 0,5-5 0 16,1-1-48-16,-1 1-16 0,1 0 0 0,0 0 0 16,1-2-128-16,0 1 160 0,-1-1-160 0,5-6 160 15,-4 7-160-15,4-7 128 0,0 0-128 0,0 0 128 0,-3 6-128 0,3-6 192 16,0 0-192-16,0 0 192 0,4 6-192 0,3-1 0 15,1 0 144-15,1-2-144 0,1-2 128 0,3-1-128 16,2 0 128-16,0-1-128 0,2-1 0 0,1 1 0 16,1-1 0-16,0-1 0 0,2 0 0 0,1 1-208 15,-1 0 48-15,7 0 16 16,-4 0-304-16,-3 2-48 0,-3 0-16 0,-1 0 0 16,-2 0-1072-16,-2 2-208 0,-1 0-64 0,-2 0 0 15,-10-2-1136-15,12 1-224 0,-12-1-48 0</inkml:trace>
  <inkml:trace contextRef="#ctx0" brushRef="#br0" timeOffset="-985.84">3542 15996 22111 0,'-2'-7'1968'0,"-1"2"-1584"0,-1-1-384 0,1 2 0 15,3 4 4432-15,0 0 816 0,0 0 144 0,0 0 48 16,0 0-3632-16,-1 10-720 0,0 2-128 0,1 4-48 15,0 2 16-15,0 4 0 0,-1 3 0 0,2 3 0 16,-1 0-432-16,1 3-96 0,-2 2-16 0,2-1 0 16,0 1-96-16,1-1-32 0,-1 0 0 0,2-2 0 15,1-3-256-15,0 0 160 0,-1-4-160 0,1-2 128 0,0-2-272 0,1-1-64 16,1-2-16-16,1 4 0 16,5-5-2288-16,-1-2-464 15,-2-6-96-15,0-3-16080 0</inkml:trace>
  <inkml:trace contextRef="#ctx0" brushRef="#br0" timeOffset="-814.11">3958 16027 32255 0,'-4'-8'2864'0,"4"8"-2288"0,-5-2-576 0,0 0 0 0,5 2 2560 0,0 0 384 16,0 0 96-16,0 0 16 15,0 0-2832-15,0 0-560 0,0 0-112 0,1 11-12080 16,2-2-2400-16</inkml:trace>
  <inkml:trace contextRef="#ctx0" brushRef="#br0" timeOffset="-662.99">4073 16225 44799 0,'0'0'1984'16,"0"0"416"-16,0 0-1920 0,0 0-480 0,0 0 0 0,0 0 0 0,0 0 592 0,0 0 32 0,0 0 0 0,0 0 0 15,0 0 272-15,0 0 64 0,0 0 16 0,0 0 0 16,0 0-1744 0,9 11-336-16,0-5-80 0,-1 0-13088 0,2-3-2608 15</inkml:trace>
  <inkml:trace contextRef="#ctx0" brushRef="#br0" timeOffset="1333.75">5160 16160 12895 0,'0'0'1152'0,"0"0"-928"0,0 0-224 0,0 0 0 0,0 0 3312 0,3-10 608 16,-1 2 128-16,-2-1 32 0,0-2-1904 0,-1 2-384 15,0 3-80-15,-2-2-16 0,1-1 464 0,-1 2 80 16,-1 1 32-16,0-1 0 0,-1 2-1072 0,-2-2-224 16,1 0-32-16,-3 1-16 0,1 4-224 0,-1-1-64 15,-2 2 0-15,1 1 0 0,-2 1-208 0,-1 4-48 16,-1 3-16-16,-2 3 0 0,0 0-80 0,1 0-16 16,-1 2 0-16,3 1 0 0,1 2-80 0,2 0-32 15,0-1 0-15,3 0 0 0,3-1-160 0,3-1 0 0,1 0 0 16,0-13 0-16,4 13 0 0,1-1 0 0,4-2 0 15,0-2-176-15,2-2-80 0,2 1-32 0,1-4 0 16,0-1 0 0,1-2-288-16,-1-1-64 0,2-2-16 0,-1-1 0 15,2 0-224-15,-1-1-32 0,0-3-16 0,-2-1 0 16,-1 1 48-16,0 2 16 0,-1-1 0 0,-1-2 0 16,-1 0 112-16,-1 0 32 0,-1 0 0 0,-3 2 0 0,0-2 416 15,0 1 96-15,0 2 16 0,-1-3 0 0,-2 2 192 0,-2 1 128 0,0-1 0 16,0 2-128-16,0 5 624 0,0 0 16 15,0 0 0-15,0 0 0 0,0 0-160 0,0 0-32 16,0 8 0-16,1 0 0 0,2 0-240 0,0 2-48 0,1-2-16 16,3 2 0-16,2 2-16 0,1-2-128 0,1 2 192 15,1 0-64-15,2-2-128 0,2 1 0 0,-1-2 0 0,2 0 128 16,1-3-128-16,1 2 0 0,-2-3 0 0,0 1 0 16,0-1-240-16,-1-2 80 0,1-2 16 0,0-1 0 15,-1-1-128-15,1-2-32 0,0 0 0 0,0-2 0 0,-2 0 0 16,1-2 0-16,-2 0 0 0,1-1 0 0,-2 0 32 0,-1 0 0 15,-1-1 0-15,0 2 0 0,-2-4 80 0,-1 0 32 16,-3 1 0-16,-1-1 0 0,-3 1 160 0,-1-2 0 16,0-1 0-16,-1 1 128 0,-2 3 160 0,-1 0 32 15,-1 1 16-15,-1 2 0 0,-2-3 96 0,-1 4 16 16,-1 1 0-16,0 2 0 0,0 2-128 16,-2 0 0-16,0 3-16 0,0 1 0 0,-1 1 32 15,0 3 16-15,2-2 0 0,0 4 0 0,2 0-176 0,1 0-48 16,0 1 0-16,3-1 0 0,0-1-128 0,2 2 0 15,2-2 0-15,0 0 0 0,1-1 0 0,0-8 0 0,4 9-160 0,0-1 160 16,1-2-304-16,1 0 48 16,2-3 0-16,5 1 0 15,0-2-192-15,0-2-16 0,-1-2-16 0,1 0 0 16,0 0-128-16,0-3-32 0,0 1 0 0,0 2 0 16,-1-3 64-16,0-2 16 0,-2-1 0 0,1-1 0 15,-4 0 64-15,1-1 16 0,-1-2 0 0,-2 4 0 0,1-4 96 0,1 2 32 16,-1-3 0-16,0-2 0 0,-4 1-16 0,1-2 0 15,-1-1 0-15,1 1 0 0,-2 0 368 0,-2 2-144 0,0-1 144 0,-1 2 0 16,1 0 288-16,0 1 160 0,0 1 48 0,-2 3 0 16,0 0 208-16,1 1 64 0,-1 2 0 0,2 1 0 15,1 4-352-15,0 0-64 0,0 0-16 0,0 0 0 16,0 0-160-16,0 0-48 0,0 0 0 0,0 0 0 16,0 0 16-16,-1 9 0 0,-1 5 0 0,2 0 0 15,2 2 240-15,0-1 64 0,1 3 0 0,-1 2 0 16,1 0-112-16,1-2-16 0,0 0 0 0,1 0 0 15,2 1-144-15,-1-1-48 0,2-3 0 0,0 0 0 0,0-2-128 16,1 0 0-16,0-1 0 0,5 3 0 16,0 0-1648-16,1-5-400 15,-3-2-96-15,-1-2-14384 0</inkml:trace>
  <inkml:trace contextRef="#ctx0" brushRef="#br0" timeOffset="1575.03">5971 16053 6447 0,'0'0'272'0,"0"0"80"0,0 0-352 0,0 0 0 15,-1-4 0-15,1 4 0 0,0 0 6080 0,0 0 1136 0,0 0 224 0,2 9 48 16,0 2-4240-16,-1 2-864 0,0 0-160 0,2 1-48 16,1 2-768-16,0 1-176 0,-2-1-16 0,1 1-16 15,-1-1-688-15,2 1-144 0,-1-1-32 0,1 0 0 16,0-1-336-16,0 1 128 0,0-4-128 0,1 3 0 31,-1-2-1232-31,-4-13-320 0,6 11-64 0,0-3-16 16,-6-8-1632-16,0 0-336 0,0 0-64 0</inkml:trace>
  <inkml:trace contextRef="#ctx0" brushRef="#br0" timeOffset="1729.83">6052 16022 29951 0,'0'0'1328'0,"0"0"272"0,-5-8-1280 0,5 8-320 0,-4-6 0 0,4 6 0 0,-3-6 1248 0,3 6 192 15,0 0 32-15,0 0 16 0,0 0-1296 0,0 0-192 16,8 10-192-16,6 4 32 16,1 3-1488-16,0-3-288 15,1-2-64-15,2 1-11440 0</inkml:trace>
  <inkml:trace contextRef="#ctx0" brushRef="#br0" timeOffset="2386.52">6366 16168 4607 0,'0'0'400'0,"0"0"-400"0,10-1 0 0,-10 1 0 0,0 0 5936 16,0 0 1104-16,0-9 208 0,-2 2 48 0,-3 2-3776 15,5 5-768-15,-9-3-160 0,-1 2-32 0,0 1-640 0,-2 4-144 16,1 1-32-16,-1 0 0 0,0 0-560 0,2 2-112 16,-2 3-32-16,1-2 0 0,0 0-400 0,2 0-64 15,1-3-32-15,3 3 0 0,5-8-352 0,-4 10-64 16,1-1 0-16,3-9-128 0,-1 11 0 0,1-11 0 16,4 10 0-16,-4-10 0 0,6 9-304 0,-6-9-16 0,12 7 0 15,-2-2 0 1,-10-5-192-16,15 0-32 0,-2-1-16 0,0-2 0 15,-2-1-112-15,4 0-32 0,-1 1 0 0,-1-3 0 16,-1-1 64-16,1-3 0 0,0 0 0 0,0-2 0 16,0-3 32-16,0-1 16 0,0 2 0 0,0-2 0 0,0-4 192 0,-1 1 32 0,-3-3 16 0,-1 3 0 15,-3 1 160-15,-2 4 48 0,-2-1 0 0,-1 6 0 16,0 9 432-16,0 0 96 0,0 0 0 0,0 0 16 16,0 0 544-16,0 0 96 0,-8 7 32 0,3 3 0 15,2 3-368-15,1 0-64 0,-1 0 0 0,2 0-16 0,1 4-112 16,2-2-32-16,1 2 0 0,2 1 0 15,1-4-240-15,0 2-48 0,2 0-16 0,-2-2 0 16,1-5-176-16,-1 1 0 0,2 1 0 0,-1-3 0 16,-7-8 0-16,8 6 0 0,-8-6 0 0,0 0 0 0,0 0 0 15,0 0 0-15,10 2-176 0,-10-2 176 0,9-3-160 0,-9 3 160 16,5-10-192-16,-1-1 192 0,-1 2-192 0,-1-4 64 16,0 0 128-16,-1-1-208 0,0-2 16 0,3-1 16 15,-4-1 0-15,3-1 0 0,0 2 16 0,-1 1 0 16,1-3 0-16,-1 5 0 0,1 1 160 0,0 2 0 15,-1 4 0-15,-2 7-128 0,0 0 128 0,0 0 192 16,0 0-32-16,0 0-16 0,0 0 64 0,0 0 16 16,12 2 0-16,-12-2 0 15,13 9-96-15,-1 2-128 0,-2-1 176 0,2 2-176 0,-2 1 128 0,2 0-128 0,0 1 0 16,-1 2 0-16,0 1 0 0,-1 1 0 0,1-1 0 0,-1 1 0 16,-1-3 0-16,0 0 0 15,-1 1 0-15,-1-2 0 0,-1-1 0 0,-1 0 0 0,-2-1 0 0,-3-12 0 16,3 12-144-16,-3-12 144 15,-2 13-128-15,2-13 128 0,-4 9 0 0,4-9 0 0,-7 8 0 16,-1-2-128-16,-1-4 128 0,0 0 0 16,-2-2 0-16,-1 0 0 0,1-1 0 0,-1 0-128 0,-1-3 128 15,0 1-128-15,-1-1-144 0,1 0-32 0,-1 2 0 0,5-2 0 16,0 0-1232-16,9 4-240 16,0 0-48-16,0 0-16 0,0 0-1376 15,0-13-288-15,5 3-48 0,5-1-11232 0</inkml:trace>
  <inkml:trace contextRef="#ctx0" brushRef="#br0" timeOffset="2977.23">7177 16099 19343 0,'0'0'1728'0,"0"0"-1392"0,0 0-336 0,0 0 0 0,0 0 4000 16,0 0 736-16,0 0 128 0,-12 2 48 0,0 4-2400 0,-1 2-464 16,-1 2-112-16,-2 2-16 0,0 1-320 0,-1-2-64 15,0 3 0-15,0-1-16 0,1 0-752 0,2-2-128 16,1 1-48-16,1-2 0 0,3 1-400 0,2-2-192 0,2-1 160 0,5-8-160 15,0 0 0-15,0 0 0 16,-1 10 0-16,1-10-160 16,0 0-320-16,0 0-64 0,8 9-16 0,-8-9 0 15,0 0-240-15,13 3-48 0,0-3-16 0,0-3 0 16,-2 2-96-16,1-3-32 0,0-1 0 0,0-2 0 16,-1-3 0-16,1 1 0 0,-1-4 0 0,0 0 0 15,0 0-64-15,0 1-16 0,-3-2 0 0,0 2 0 16,-1 3 336-16,-7 9 64 0,0 0 16 0,5-9 0 0,-5 9 656 15,0 0 144-15,0 0 32 0,0 0 0 0,0 0 752 0,0 0 160 0,2 10 16 16,1 1 16-16,-3-11-304 0,4 15-64 0,1 0-16 0,3-1 0 16,0-4-368-16,2 3-80 0,2-1-16 15,1 0 0-15,3 0-272 0,-1-2 128 0,2 0-128 0,1-3 0 16,2-1-144-16,0 1-144 0,-1-4-32 0,2 1 0 16,0-2-592-16,0-2-128 15,-3-1-32-15,2-2 0 16,-1-1 0-16,1-1 0 0,-5-3 0 0,0 0 0 0,-2-3 704 0,-2 2 144 0,1-3 32 0,-1-1 0 0,-4-2 48 15,1 2 16-15,1-5 0 0,-2 0 0 0,-2-7-192 16,0 2-16-16,0-2-16 0,1-4 0 16,-1-1-112-16,0 3-32 15,0 0 0-15,-2 3 0 0,-3 6 496 0,0 2 192 0,0 2-16 0,-3 5 0 16,1 2 1120-16,2 7 240 0,0 0 32 0,0 0 16 0,0 0 224 0,0 0 48 16,0 0 16-16,-4 12 0 0,3 2-848 0,-1 2-192 15,2 1-16-15,0 2-16 0,0 4-256 0,2 0-48 16,0 0-16-16,1 2 0 0,-1 0-96 0,1 0 0 15,1 1-16-15,0 0 0 0,-2-5-208 0,2 1-32 16,0-1-128-16,-1-2 192 0,-2-3-192 0,2 1 0 16,-1-3 0-16,1-1 0 15,-3-13-1152-15,0 11-240 0,0-11-32 0,0 0-16 16,-1 12-1456-16,1-12-304 0,0 0-48 0</inkml:trace>
  <inkml:trace contextRef="#ctx0" brushRef="#br0" timeOffset="3217.4">7532 16088 14735 0,'0'0'1312'0,"0"0"-1056"0,-3-7-256 0,6 1 0 16,-3 6 5344-16,10-6 1008 0,2 2 208 0,-1 1 32 15,0 1-4352-15,2 2-864 0,-1 0-176 0,3-2-48 16,1 4-128-16,1 0-48 0,-1 0 0 0,2 3 0 16,1-2-544-16,0 0-112 0,-2 3-32 0,0 0 0 15,-1 1-160-15,0 2-128 0,-2 0 192 0,-1 1-192 0,-1 2 128 0,-1 2-128 16,-4-2 0-16,1 3 0 0,-1 1 128 0,-1-1-128 15,-2 2 0-15,-1 0 0 0,-3-2 0 0,-3 1 0 16,2-4 0-16,0-1-144 16,1-11-656-16,-2 13-128 0,2-1-32 15,0-12 0-15,-2 11-1760 0,2-11-352 16,0 0-80-16,0 0-16 0</inkml:trace>
  <inkml:trace contextRef="#ctx0" brushRef="#br0" timeOffset="3374.56">7911 16118 12895 0,'-1'-17'576'16,"2"10"112"-16,0-2-560 0,2 2-128 0,-3 7 0 0,0 0 0 0,2-8 4352 0,1 2 832 16,0-3 160-16,-3 9 32 0,0 0-3776 0,0 0-752 15,13 3-144-15,-2 4-48 16,1 1-1968-16,0 1-400 0</inkml:trace>
  <inkml:trace contextRef="#ctx0" brushRef="#br0" timeOffset="3566.62">8220 16115 18431 0,'0'0'816'0,"0"0"160"0,0 0-784 0,0 0-192 0,0 0 0 0,-4-7 0 16,-1 2 4160-16,5 5 800 0,0 0 160 0,-11 5 16 15,0 3-2352-15,-2 1-480 0,-2 4-80 16,1 1-32-16,0 1-640 0,1 0-128 0,0 1-16 0,1 1-16 16,3-4-320-16,2 0-64 0,2 1-16 0,2 2 0 15,2-7-640-15,1 3-128 0,0-12-32 0,5 15 0 16,2 0-192-16,4-3 0 0,3-2 128 0,0-2-128 0,0-2 0 15,2 0-192-15,-1-3 48 0,4 0 0 16,0-3-1392-16,6-3-256 16,2 0-64-16</inkml:trace>
  <inkml:trace contextRef="#ctx0" brushRef="#br0" timeOffset="4307.86">8624 16218 29487 0,'0'0'2624'0,"0"0"-2112"16,-8-2-512-16,8 2 0 0,0 0 3760 0,0 0 640 0,0 0 128 0,0 0 16 0,0 0-2960 0,0 0-608 15,12-5-112-15,0 0-32 0,-1-2-48 0,1 1-16 16,0-2 0-16,0 1 0 0,-1-3-512 0,2 0-96 16,-1-3-32-16,0 2 0 0,0-1-128 0,-1 2 128 15,1-3-128-15,0 1 128 0,-2 0-128 0,1 1 0 16,-3-1 0-16,-1 0 0 0,-1-2-240 0,-4 2 80 16,-1 2 16-16,-1 2 0 0,0 8 0 0,-2-7 0 15,-3 3 0-15,-3 3 0 0,-3 4 144 0,0 2 0 16,-1 2 0-16,0 4 0 0,0 5 144 0,2 2 16 15,-2 2 0-15,3-1 0 0,1 3 16 0,3-1 0 16,0 1 0-16,4 1 0 0,2-1-48 0,3 0 0 16,1-5 0-16,4 1 0 0,3-1-128 0,1-1 0 15,1-3 0-15,2-2 0 0,1-3 0 0,1-2-192 16,0-3 0-16,1-1 16 0,-1-4-176 0,0 0-32 16,-1-5-16-16,0 1 0 15,0-2-176-15,-3-2-16 0,-1-1-16 0,-1-1 0 16,-1-1 80-16,-1-1 16 0,-2-3 0 0,0-1 0 0,-3 0 192 0,0-1 32 15,-2 0 16-15,-1-2 0 0,0-3 272 0,-1 4 0 16,-2-1 0-16,1 2 0 0,-2 4 336 0,2 2 32 0,3 2 0 0,-2 4 0 16,-1 7 272-16,0 0 64 15,0 0 16-15,0 0 0 0,0 0-176 0,0 0-32 16,13 6-16-16,0 4 0 0,0 1-240 0,2 3-64 16,-1 4 0-16,3-1 0 0,0 0-64 0,1 3-128 0,2-2 176 15,1 2-176-15,-1-2 0 0,0-1 0 0,-1-1 0 16,0-1 0-1,-1 0-944-15,0-1-288 0,0-1-64 0,1-3-16 16,-4-2-1632-16,0 0-336 0,-4-1-64 0,0-1-14624 0</inkml:trace>
  <inkml:trace contextRef="#ctx0" brushRef="#br0" timeOffset="4517.4">9311 16065 26719 0,'0'0'2368'0,"-8"-1"-1888"0,-1 1-480 0,1 5 0 0,-1 3 3968 0,1 2 688 15,-1 2 144-15,1 1 16 0,1 0-3184 0,-2 4-640 16,-1-1-128-16,1 1-32 0,1-1-32 0,2 0-16 16,-1 1 0-16,2-1 0 0,0-3-592 0,1 0-192 15,0 0 128-15,2 0-128 16,-2-1-272-16,4-12-112 0,-3 11-32 0,2 1 0 16,1-12-1680-16,2 10-336 0,-2-10-64 0,0 0 0 15,0 0-1360-15,0 0-272 0,11 10-48 0,-11-10-16 0</inkml:trace>
  <inkml:trace contextRef="#ctx0" brushRef="#br0" timeOffset="4750.51">9400 15980 13823 0,'0'0'1216'0,"0"0"-960"0,0 0-256 0,0 0 0 16,0 11 6960-16,2 0 1344 0,2 6 272 0,-1-2 48 16,1 2-6320-16,0 1-1280 0,0-1-240 0,2 2-48 15,1 4 432-15,2 4 96 0,0 0 16 0,1 3 0 16,1 0-832-16,-2 2-176 0,0-2-16 0,0-3-16 15,-1-1-240-15,0-1 128 0,0-3-128 0,-2-1 0 16,-3-2 0-16,1-3 0 0,-2-2 0 0,1-2-160 16,-3-12-384-16,0 11-80 0,0-11-16 0,0 0 0 15,0 13-1104-15,0-13-240 0,0 0-32 0,0 0-16 16,0 0-576-16,0 0-112 0,-9-13-32 0,1-3-8400 16,1 3-1696-16</inkml:trace>
  <inkml:trace contextRef="#ctx0" brushRef="#br0" timeOffset="5007.94">9400 16032 21183 0,'0'0'944'16,"0"0"192"-16,-4-10-912 0,3 3-224 0,1 7 0 0,0 0 0 0,0 0 5152 0,11-3 992 15,1-1 192-15,2 0 32 0,5 1-4512 0,2 3-912 16,1 0-176-16,4 0-48 0,2 0-256 0,1 1-48 16,0 2-16-16,-1 1 0 0,0 1-400 0,-1 2 0 0,-2-1 0 15,-3 3 0-15,-4-1 0 0,-3 3 0 0,-5-1 0 0,-1 0 0 16,-1 1 0-16,-3 2 0 0,-3-3 0 0,-4 2 0 15,-3 0 240-15,-1 0-48 0,-5 1 0 0,1 1 0 16,-3-1 208-16,-3-1 48 0,-3-2 0 0,-1-1 0 16,0 0-48-16,1 0 0 0,1-2 0 0,-1 0 0 15,1-2-224-15,1 0-48 0,3-4-128 0,1 2 192 32,2-1-800-32,11-2-160 0,0 0-48 0,0 0 0 15,0 0-1520-15,0 0-304 0,13 4-64 0,6 0-10304 0,4-4-2064 0</inkml:trace>
  <inkml:trace contextRef="#ctx0" brushRef="#br0" timeOffset="5377.62">10062 16070 10127 0,'0'0'896'0,"0"0"-704"0,0 0-192 0,-9 3 0 0,0 3 7648 16,0 2 1504-16,-3 1 288 0,0 3 64 0,-1 0-6544 0,0 1-1296 16,0-1-272-16,1 1-48 0,2 1-144 0,1-1-32 15,1-1 0-15,3-1 0 0,1 2-816 0,1-3-160 16,3-10-48-16,-1 11 0 0,1-11-144 0,3 12 0 15,-3-12 0-15,6 10 0 16,-6-10-512-16,11 8 0 0,-1-3 16 0,0-2 0 16,1-3-320-16,-1-1-64 0,1-2-16 0,-1-1 0 15,-2-1-32-15,0-1-16 0,0-1 0 0,-1-1 0 16,4 0 144-16,-2-1 32 0,-1 1 0 0,0-5 0 16,-1-1 144-16,0 2 48 0,-2 3 0 0,2 0 0 15,-1 0 352-15,-1 0 80 0,-2 1 16 0,-3 8 0 0,0 0 448 0,0 0 112 16,0 0 16-16,0 0 0 0,0 0 384 0,13 4 64 0,-3 2 32 0,1 2 0 15,-3 3-432-15,1 0-96 0,1-1-16 16,2 1 0-16,1 1-192 0,-1-2-64 0,-2 0 0 0,2-3 0 16,1 3-128-16,0-3 0 0,-1 2 0 0,0-2 0 31,-12-7-1296-31,11 6-304 0,-2 1-48 0,-1-2-16 16,-8-5-1840-16,0 0-368 0,11 2-80 0,-11-2-16 0</inkml:trace>
  <inkml:trace contextRef="#ctx0" brushRef="#br0" timeOffset="5718.19">10290 16042 24879 0,'0'0'2208'0,"0"0"-1760"0,0 0-448 0,0 0 0 0,0 0 3776 15,0 0 688-15,3 13 128 0,2 1 16 0,0-1-2448 0,2 0-496 16,-1 0-112-16,1 0-16 0,-1 0-304 0,2-1-64 16,0 1-16-16,1 0 0 0,2-3-624 0,-2 1-128 15,-1-3-16-15,-8-8-16 0,10 6-176 0,-10-6-16 16,9 5-16-16,-9-5 0 0,9 4-160 0,-9-4 192 15,0 0-192-15,0 0 192 0,0 0-192 0,11-4 160 16,-11 4-160-16,7-8 160 0,0-2-160 0,-1 1 0 16,0-3 0-16,-1 0 0 0,-1 1 0 0,1-4 0 15,2 2-192-15,0 0 192 0,1 0-352 0,1 0 48 16,0 2 16-16,2 1 0 0,-1 0 48 0,1 3 16 16,-11 7 0-16,11-1 0 0,-11 1 224 0,12 3 0 0,-12-3 0 15,12 9-144-15,-2 1 400 0,-1 2 96 16,-1 0 16-16,0-2 0 0,0 3-96 0,0 2-16 15,1 0 0-15,1 1 0 0,1 0-256 0,0-2 0 0,1 1 128 16,1-1-128 0,0-4-880-16,2-1-224 0,-1-1-48 0,3 0-16 15,1 0-2544-15,2-2-512 0,-1-2-112 0,2-3-16 0</inkml:trace>
  <inkml:trace contextRef="#ctx0" brushRef="#br0" timeOffset="6063.52">11063 16019 6447 0,'0'0'272'0,"0"0"80"0,-5-10-352 0,0 1 0 0,-2-2 0 0,0 5 0 16,-3 1 8144-16,0 2 1568 0,0 2 304 0,-2-1 64 16,-1 2-6592-16,-2 0-1312 0,1 2-272 0,0 0-48 15,-1 2-768-15,1 0-160 0,1 1-32 0,1-1 0 0,1 3-448 0,0-1-80 16,2 0-32-16,0 1 0 0,1 0-144 0,8-7-48 16,-6 9 0-16,3 0 0 0,3-9-144 0,-1 11 0 15,1-11 0-15,1 14 0 0,3-5 0 0,1 0 0 16,-5-9 0-16,12 12 0 0,0-6 0 0,-1 2-192 15,1 0 64-15,1-1 128 0,1-2-192 0,2 0 192 16,0 2-192-16,1-1 192 0,-2-1-176 0,2 0 176 16,0-1-128-16,-1 2 128 0,-2-2-224 0,-1 1 32 15,-1 1 16-15,-3-1 0 0,-9-5-96 0,9 7-32 16,-9-7 0-16,5 8 0 0,-5-8 96 0,0 0 16 16,-3 12 0-16,-3-5 0 0,-2-1 192 0,-1-3 0 15,-1 1 0-15,-1-1 0 0,0-2 0 0,-2 1 0 0,0-2 0 16,0 0 0-16,-2-2-384 0,2 1 32 0,2 0 0 15,0 1 0 1,2 0-1632-16,9 0-336 0,0 0-64 0,-8-6-10864 0,8 6-2176 16</inkml:trace>
  <inkml:trace contextRef="#ctx0" brushRef="#br0" timeOffset="6257.73">11136 15962 41295 0,'0'0'1824'0,"0"0"384"0,0 0-1760 0,8 7-448 0,0 0 0 0,2 4 0 15,2 1 1424-15,-1 1 208 0,-2 1 32 0,0 0 16 16,0 1-144-16,-1 0-48 0,-2 2 0 0,1 1 0 16,-1 1-896-16,1-1-176 0,-1-1-32 0,1-1-16 15,-1-2-368-15,0-1 0 0,-2 0 0 0,-1 0 128 16,1-5-704-16,-1 1-128 0,-3-9-16 16,4 9-16-16,-4-9-1808 0,4 8-352 0,-4-8-80 0,0 0-16896 15</inkml:trace>
  <inkml:trace contextRef="#ctx0" brushRef="#br0" timeOffset="6853.09">11378 16026 29775 0,'0'0'1312'0,"0"0"288"0,7-7-1280 0,4 5-320 16,1 2 0-16,1 0 0 0,0 0 1456 0,1 0 224 16,0 2 48-16,3-2 16 0,1 2-528 0,-1 0-128 0,-1 1 0 0,-2-1-16 15,-2 2-336-15,-12-4-64 16,0 0-16-16,0 0 0 0,9 7 880 0,-9-7 192 0,0 0 16 0,-1 12 16 15,-3-1-256-15,-4-1-48 0,-2 0-16 0,-3 0 0 16,-3 1-544-16,2 1-128 0,-1-1 0 0,2 2-16 16,0-4-336-16,3 3-64 0,1 0-16 0,2-2 0 15,2-1-208-15,5-9-128 0,0 0 160 0,-1 11-160 16,1-11 0-16,4 8 0 0,1-2 0 0,-5-6 0 16,10 5 0-16,-10-5 0 0,13 0 0 0,0 0-160 15,2 0 32-15,0-2 0 0,0-2 0 0,-1-1 0 16,2-2-32-16,-1-2 0 0,1-3 0 15,1 1 0-15,0-2-16 0,1 0 0 0,-1 1 0 0,1-1 0 16,1-2 0-16,0 0 0 0,-1 2 0 0,1 1 0 16,-4 2 176-16,0 2-208 0,-4 1 80 0,0 6 128 15,-11 1 0-15,10 1 0 0,-10-1 0 0,11 8 0 0,-11-8 128 16,8 14 160-16,-2 1 32 0,1-2 0 0,-2 0-64 16,0 0 0-16,0 1 0 0,0 1 0 0,-1-4-112 0,2 1-16 15,-1 0-128-15,0-1 192 0,-5-11-32 16,5 10-16-16,-5-10 0 0,7 9 0 0,-7-9-144 0,0 0 0 15,0 0 0-15,0 0 0 0,0 0 0 0,0 0 0 16,0 0 0-16,0 0 0 0,0 0 0 0,10-4 0 16,-1-3 0-16,-1-1 0 0,0-1 0 0,1-1 0 15,1-3-144-15,1 0 144 0,1 0-208 16,2-2 64-16,2-2 16 0,2-1 0 0,1-1 128 0,1 2 0 0,0 2-144 16,-2 2 144-16,-3 2 0 0,-2 5-176 15,-2 4 176-15,-11 2-128 0,0 0 256 0,10 5 48 16,-10-5 16-16,11 10 0 0,-3 2 48 0,-3 0 16 15,-1 1 0-15,0 1 0 0,-2-1-112 0,2 3-16 0,-1 2 0 16,-1 0 0-16,1 1-128 0,0-1 0 0,-1 0 0 16,1 0 112-1,-1 1-544-15,1-1-80 0,0-1 0 0,-1-1-16 16,1-2-2160-16,-2 0-416 0,0 1-96 0</inkml:trace>
  <inkml:trace contextRef="#ctx0" brushRef="#br0" timeOffset="7957.11">14059 14658 19343 0,'0'0'848'0,"0"0"192"0,0 0-832 0,-6-4-208 0,1-3 0 0,5 7 0 0,0 0 2640 0,-4-8 496 15,0-3 80-15,2 3 32 16,5 2-1584-16,2-1-304 0,2-2-64 0,1 0-16 0,-1-3-112 0,4-1-16 16,1 3-16-16,-1 0 0 0,2 0-624 0,0 1-112 15,0-2-16-15,0 3-16 0,-1 1-64 0,1 2-16 16,0-2 0-16,0 2 0 0,-1 1-32 0,0 2 0 16,-2 2 0-16,-10 0 0 0,12 2-256 0,-2 4 0 15,-10-6 128-15,11 10-128 0,-2 0 0 0,-1-2 128 16,-3 4-128-16,0 5 0 0,-2 3 240 0,-2 0-64 15,-1 1-16-15,-1 4 0 0,-1 5 224 0,0-3 32 16,-2 3 16-16,0 3 0 0,0 1-48 0,0 1 0 16,0-1 0-16,0 1 0 0,-1 3-128 0,0-3-16 0,0-1-16 0,0 0 0 15,-2 0-48-15,1 0-16 16,-1 0 0-16,2-2 0 0,-2 3-160 0,2-2 160 16,0-3-160-16,0-1 160 0,-3-3-160 0,3-1 0 15,-1-3 144-15,2 0-144 0,1-4 128 0,-1-2-128 16,0-5 160-16,0 1-160 0,1-1 128 0,2-2-128 15,1-9 0-15,0 0 144 0,0 0-144 0,-1 8 0 16,1-8 0-16,0 0 0 0,0 0 0 0,0 0 0 16,0 0-192-16,0 0 192 0,0 0-192 0,0 0 192 0,0 0-160 15,0 0 160-15,2 9-128 0,1-3 128 0,-3-6 0 0,2 12-144 16,1 1 144-16,0-1 0 16,-2-2 0-16,2 3 0 0,-2 0 208 0,1 0-16 0,2 0-16 0,2 2 0 15,-1 0 16-15,1 2 16 0,1 0 0 16,-1 1 0-16,2 3 48 0,3-1 16 0,-1 2 0 0,2 0 0 15,-1 2-128-15,3 2-16 0,0 0-128 0,0 1 192 0,1 2-192 16,-1 1 0-16,0 0 0 0,1 1 0 0,-2 2 0 16,-2-3 0-16,1-2 0 0,-1 1 0 0,-2-2 0 0,-3 3 128 15,-2-6-128-15,-1 1 0 0,-2-3 0 0,-1-1 0 16,-3-3 0-16,-1-1 0 0,-2-3 176 0,-2 1-176 16,-1-1 192-16,0-1-192 0,-2-4 288 0,1-1-48 15,-2-2-16-15,1 1 0 0,-3-2 0 0,0 0 0 16,-1-1 0-16,-1-1 0 0,-1-1-96 0,3 0 0 15,-1-2-128-15,1 0 192 0,0 0-192 0,1 0 0 16,1-2 128-16,1 2-128 0,1 0 0 0,1-3-240 16,9 3 48-16,-9-2 16 15,9 2-1952-15,0 0-400 0,0 0-80 0</inkml:trace>
  <inkml:trace contextRef="#ctx0" brushRef="#br0" timeOffset="11238.53">15067 15334 27183 0,'0'0'1200'0,"0"0"256"0,4-11-1168 0,0-1-288 0,-2 2 0 0,1 2 0 16,0-1 2032-16,-1 3 336 15,-2 6 80-15,4-8 16 0,-4 8-352 0,0 0-80 16,0 0-16-16,0 0 0 0,0 0-992 0,0 0-208 16,0 0-48-16,7 10 0 0,-7-10-400 0,6 20-96 0,-2 3-16 0,0-1 0 15,0 2 96-15,0 3 16 0,0-1 0 0,0 4 0 16,0-4-96-16,0 2-16 0,-1-2 0 0,3 0 0 15,-1-1-256-15,0-3 160 0,0-1-160 0,-1-2 128 16,0-1-128-16,0-2 0 0,0-2 0 0,0-2 0 16,0-1-1024-1,-4-11-176-15,0 0-32 0,2 13-16 0,1-3-1120 16,-3-10-208-16,0 0-48 0,0 0-16 16,0 0-800-16,0 0-144 0</inkml:trace>
  <inkml:trace contextRef="#ctx0" brushRef="#br0" timeOffset="11522.42">15037 15362 16575 0,'-5'-14'1472'0,"-2"0"-1168"0,1-1-304 0,1 1 0 0,-2 2 3824 0,3-1 704 16,0 1 144-16,3 3 16 0,1 3-1856 0,0 6-368 15,4-7-80-15,1 5-16 0,-5 2-704 0,13-4-160 16,0 1-32-16,0 3 0 0,4-2-896 0,3 4-176 16,2-1-32-16,0 1-16 0,0-1-160 0,0 2-16 15,-1 1-16-15,1 1 0 0,1 0-160 0,-1 2 0 16,-1 2 0-16,-2-3 0 0,-3 1 0 0,-2 0 0 15,-2 1 0-15,-3 0 0 0,-3 1 0 0,0 2 0 16,-4-1 0-16,-2 1 0 0,-2-1 0 0,-4 2 0 16,0-3 0-16,-3 1 0 0,-3 2 160 0,-1 0 0 15,-3-1 0-15,1 1 0 0,-2-1 16 0,1 0 0 16,1-2 0-16,0-1 0 0,1-1-176 0,1-1 0 16,1 0 0-16,3-3 0 15,9-3-1200-15,-8 7-272 0,2 0-48 0,6-7-16 16,0 0-2304-16,0 0-480 0,9-2-96 0</inkml:trace>
  <inkml:trace contextRef="#ctx0" brushRef="#br0" timeOffset="11756.56">15555 15237 26719 0,'0'0'2368'0,"-9"-2"-1888"0,-1 2-480 0,0 3 0 16,0 5 3584-16,-2 3 608 0,-1 2 128 0,1 1 32 0,0 2-2624 0,3 1-528 15,0 0-112-15,3 0 0 0,-1-2-48 0,3 1 0 16,1-1 0-16,2 1 0 0,2-2-704 0,2 1-144 15,1-2-16-15,3-1-16 0,0-2-160 0,4 2 0 16,-1-3 144-16,2-1-144 0,1-2-208 16,0-2-112-16,1 1-32 0,1-1 0 15,-2-4-608-15,0 0-112 0,0 0-16 0,0 0-16 16,-1-2-336-16,-2-1-64 0,-10 3-16 0,8-10 0 16,-3-3-1024-16,-1 0-208 0,-1-2-32 0,-3 1-7392 15,-3-4-1488-15</inkml:trace>
  <inkml:trace contextRef="#ctx0" brushRef="#br0" timeOffset="12240.34">15671 15281 20271 0,'0'0'1792'0,"0"0"-1424"0,5 16-368 0,-1 1 0 0,0 3 3696 0,1-1 656 16,-1 1 144-16,1-6 32 0,-1 2-2496 0,1-2-496 15,0 2-112-15,2-1-16 0,-1 0 32 0,2-1 0 0,0-2 0 0,0-3 0 16,-2 0-992-16,2 0-192 15,-8-9-32-15,11 5-16 0,-2-1-48 0,0-2-16 0,-9-2 0 0,12 0 0 16,-1-4-16-16,0 0-128 0,-11 4 192 0,12-9-64 16,-3-1-128-16,-1 0 0 0,-1-2 0 15,0 1 0-15,-1-1 0 0,0-1 0 0,-1-2-160 0,0 0 160 16,-1-1-224-16,0 1 48 0,0-2 16 16,0 0 0-16,-2 1 160 0,1 3 0 0,-1 1-144 0,-2 12 144 15,2-9 0-15,-2 9 0 0,0 0 0 0,0 0 0 16,0 0 0-16,0 0 208 0,0 0 0 0,0 0 0 0,0 0 16 0,0 14 0 15,0 2 0-15,1 1 0 0,2 0 16 0,1 1 0 16,0-1 0-16,1-1 0 0,1-1-96 0,2 1-16 16,0-2 0-16,1 1 0 0,0 2-128 15,2-6 0-15,0 1 144 0,1-3-144 0,1-1 0 0,-1-1 128 16,0-2-128-16,-5-2 0 16,2-1 0-16,-1 1 0 0,0-3 0 0,0 0 0 0,0-4 0 0,-2 1 0 15,0-1-128-15,-1-1 128 0,0-1-144 0,0-2 144 16,-1-1-160-16,-1-1 160 0,-1 0-192 0,1 0 192 15,-3-3-208-15,0 0 80 0,0 0-64 0,0-2-16 16,0 1 0-16,-1-7 0 16,-1 3-208-16,0-1-32 0,-1 4-16 0,-1 0 0 15,0 4-240-15,0 2-32 0,0 1-16 0,4 8 0 16,-3-7-1536-16,3 7-304 0,-7-2-64 0,7 2-8912 16,0 0-1776-16</inkml:trace>
  <inkml:trace contextRef="#ctx0" brushRef="#br0" timeOffset="12541.27">16162 15443 14735 0,'0'0'1312'0,"8"3"-1056"0,0-1-256 0,0-2 0 16,-1-1 3072-16,3 0 544 0,-1-2 112 0,0 1 32 16,0-4-1936-16,1 4-384 0,1-6-80 0,-1 1-16 15,1 0-448-15,0-1-112 0,1-1-16 0,0-2 0 16,0 1-480-16,-1-2-96 0,0-1-32 0,-1 0 0 16,-1 1-160-16,-1-2 128 0,-1 2-128 0,-2 2 128 15,-1-1 32-15,-2 2 0 0,-2 0 0 0,0 9 0 16,-2-5 496-16,2 5 112 0,-8-3 0 0,0 3 16 0,-1 3 368 0,0 2 80 15,-2 3 16-15,1 2 0 0,1 1-224 0,0 2-32 16,0 4-16-16,1-2 0 0,1 4-256 0,2-1-48 16,3-1-16-16,0 1 0 15,4 0-272-15,0-1-48 0,2 1-16 0,3 1 0 16,0-5-320-16,4 0 144 0,1 1-144 0,2-5 0 0,2 2-208 0,2-3-160 16,0-1-16-16,11 4-16 15,-2-5-1328-15,2 1-272 0,-2 0-48 0,2 0-16 16,0-4-944-16,0 0-176 0,1-4-32 0,3-4-12624 15</inkml:trace>
  <inkml:trace contextRef="#ctx0" brushRef="#br0" timeOffset="13124.55">16578 15366 15663 0,'0'0'1392'0,"0"0"-1120"0,0 0-272 0,0 0 0 0,0 0 5488 0,0 0 1040 15,0 0 192-15,8 7 64 0,1-1-4448 0,0 3-880 16,0 0-176-16,0 3-48 0,2 0 16 0,-1 1 0 16,2 1 0-16,0 1 0 0,-2-1-688 0,1 0-144 15,-1-1-32-15,-1 2 0 0,-2-6-192 0,0 1-32 16,-1-2-16-16,-6-8 0 0,5 7 32 0,-5-7 0 16,0 0 0-16,0 0 0 0,0 0 80 0,0 0 32 15,0 0 0-15,0 0 0 0,0 0 32 0,0 0 16 16,-5-7 0-16,-1 1 0 0,1-2-128 0,0-1-16 15,0-2-16-15,0-2 0 0,1 3-176 0,0-3 192 16,1 1-192-16,2 0 192 0,0-3-192 0,1 0 0 16,1 2 0-16,1-4 0 0,2 0 0 0,2 2-272 0,1-2 32 0,5-5 16 31,0 1-832-31,1 4-160 0,1 1-48 0,2 3 0 16,0 4-512-16,2 2-96 0,1 1-32 0,4 2 0 15,1 0-1936-15,1 3-384 0</inkml:trace>
  <inkml:trace contextRef="#ctx0" brushRef="#br0" timeOffset="13557.53">17814 15172 36047 0,'-12'-8'1600'0,"7"3"320"0,-3-3-1536 0,-1 2-384 0,-3-1 0 0,1-1 0 0,-1 3 1280 0,-1 1 160 15,-3-1 32-15,1 0 16 0,-1 1 112 0,0 1 0 16,1 2 16-16,-1 1 0 0,0-1-864 0,2 2-176 16,0 0-48-16,1 3 0 0,0 0-224 0,0 1-48 15,1 0-16-15,1 1 0 0,1-2-48 0,3 2-16 16,1 1 0-16,6-7 0 0,-4 7-176 0,4-7 192 16,0 8-192-16,3 3 192 0,1-2-192 0,2 0 128 15,2-1-128-15,1 0 128 0,1 1-128 0,3-2 128 16,1 3-128-16,0-3 128 0,3-1-128 0,1 1 0 15,0 1 0-15,1 0 128 0,-1-1-128 0,-1 0 0 0,0 1 0 16,-2 1 0-16,0 1 0 0,-1 0 0 16,-2 2 0-16,-2-3 0 0,-1 1 128 0,-1 1-128 15,-1-1 128-15,-3 1-128 0,-3-2 0 0,-2 0 0 0,-2 1 0 16,-2-2 0-16,-3 1 0 0,-1 0 160 0,-2 2-32 0,-2-5-128 16,-1 1 160-16,-2-1-160 0,-1 1 128 15,0-2-128-15,-1 0 0 0,1-3 0 0,0-1 0 0,-9 0-176 16,3-2-720-1,2 1-128-15,1 0-48 0,3-1 0 0,2 1-1488 16,2-2-288-16,0-3-64 0,2-2-15584 0</inkml:trace>
  <inkml:trace contextRef="#ctx0" brushRef="#br0" timeOffset="13796.32">17920 15059 13823 0,'6'-14'608'0,"-2"11"128"0,0-5-592 0,0 1-144 0,0 3 0 0,0 2 0 0,-4 2 6192 0,0 0 1200 15,0 0 240-15,7 2 48 0,0 4-5424 0,0 1-1088 16,-1 2-208-16,-1 5-64 0,-1-1-272 0,-1 4-64 16,-1 2-16-16,1 2 0 0,-2 1-352 0,2 4-64 15,-2-2 0-15,2 2-128 0,-1-2 160 0,1 1-160 16,0 0 128-16,-1-3-128 0,0 0 0 0,0-1 0 16,1-1 0-16,1 5 0 15,-2-6-672-15,1-2-64 0,-1-4-16 0,1 0 0 16,-2 0-1664-16,-1-1-336 0,0-12-64 0,0 0 0 15,-1 8-560-15,1-8-96 0,0 0-32 0</inkml:trace>
  <inkml:trace contextRef="#ctx0" brushRef="#br0" timeOffset="14400.4">17930 15313 26079 0,'-6'-11'1152'16,"3"6"256"-16,-1-1-1136 0,0-2-272 0,0 0 0 0,-1 0 0 0,2 0 2544 0,1 2 448 0,0-1 80 0,2 7 32 15,2-5-736-15,-2 5-128 0,4-4-48 0,1-2 0 16,1 0-976-16,2 2-192 0,1 2-32 0,2-1-16 0,2 1-384 0,1 2-80 15,2-3 0-15,1 2-16 0,0 1-160 0,1 0-16 16,0 0-16-16,2 1 0 0,-2 2-80 0,0-3-16 16,0 2 0-16,1 2 0 0,-2 0-16 0,-2 1-16 15,-2 1 0-15,0 0 0 0,-1 3-176 0,-1 2 192 16,-4-1-192-16,1 2 192 0,0 1-64 0,-1 0-128 16,-2 1 192-16,-1-2-64 0,-2 1 0 0,1 0 0 15,0-1 0-15,-1-2 0 0,1-1-128 0,-3-9 192 16,2 8-192-16,-2-8 192 0,4 9-192 0,-4-9 128 15,0 0-128-15,0 0 128 0,0 0-128 0,0 0 160 16,0 0-160-16,0 0 160 0,0 0-160 0,0 0 128 16,0 0-128-16,8-5 128 0,-1 0-128 0,0 0-144 15,1-2 144-15,1 1-208 0,0-2 64 0,1 1 16 16,-1-3 0-16,1 1 0 0,1-2-48 0,-1 2 0 16,0 0 0-16,2 0 0 0,-3-3-16 0,2 2-16 15,-1 1 0-15,1 1 0 0,-1 0 32 0,-1 3 16 0,-1-2 0 0,0 3 0 16,0 2 160-16,-8 2-160 15,0 0 160-15,0 0-160 0,0 0 160 0,7 4 0 16,-7-4 128-16,6 6-128 0,-6-6 176 0,4 9-48 16,-1 2 0-16,0-4 0 0,0 5-128 0,1-3 192 0,0 2-192 0,-1-1 192 15,3 1-192-15,0-1 0 0,2 0 0 0,1 0 0 16,0-1 0-16,2 0 0 0,-1-1 0 0,1-2 0 16,0 1-208-16,2-3-32 0,0 0 0 0,0-1 0 15,-1 0-80-15,0-2-32 0,0 1 0 0,-2-2 0 16,0-2 0-16,0 1 0 0,-3-3 0 0,0 0 0 0,-2-1 176 15,-1 0 48-15,-1-2 0 0,-2-1 0 16,-1-1 128-16,-1 0 0 0,-2-1 0 0,-1 1 0 0,-2 0 0 0,-2 1 0 16,0-3 128-16,-1 2-128 0,0 0 128 15,-3 1-128-15,-1-2 128 0,0 2-128 0,0 0 0 0,1 2 0 16,0-1 0-16,2 3 0 16,0-1-1024-16,2 4-160 0,0-2-32 0,8 3-16 15,0 0-1456 1,0 0-272-16,0 0-64 0</inkml:trace>
  <inkml:trace contextRef="#ctx0" brushRef="#br0" timeOffset="14678.88">18818 15055 6447 0,'0'0'272'0,"0"-6"80"0,-1 0-352 0,1-2 0 0,-2-1 0 0,2 1 0 16,0 3 7744-16,0 5 1488 0,0 0 304 15,0 0 48-15,0 0-6256 0,0 0-1264 0,7 9-240 0,1 1-48 16,-2 6-848-16,1 0-160 16,-2 2-48-16,1 3 0 0,1 1-128 0,-1 3-16 0,0 2-16 0,-1-3 0 15,0 3-176-15,0-1-48 0,0 0 0 0,2-2 0 16,-2 2-208-16,0-3-128 0,-1-3 160 0,2-3-160 16,-3 0 0-16,3 0 0 0,-2-2 0 0,-1-4 0 31,0-2-960-31,0-1-128 0,-1-2-16 0,1 1-16 0,0-1-1248 15,-3-6-256-15,0 0-64 0,0 0 0 16,0 0-1248-16,0 0-256 0,0 0-48 0,10-14-16 0</inkml:trace>
  <inkml:trace contextRef="#ctx0" brushRef="#br0" timeOffset="15093.14">19059 15210 33695 0,'0'0'1488'0,"0"0"304"0,-4-3-1424 0,0 3-368 0,4 0 0 0,0 0 0 0,-5 0 1760 0,0 1 288 16,0 2 48-16,-2 1 16 0,-1 4-496 0,0 2-80 15,1 1-32-15,0 2 0 0,1 0-608 0,0 1-112 16,1-1-16-16,1 3-16 0,2 1-48 0,2-3 0 16,0 2 0-16,2-1 0 0,2 0-352 0,3-2-80 15,2 0-16-15,1 0 0 0,2-1-128 0,1-1-128 16,1-4 192-16,2-1-192 0,2-1 128 0,2 2-128 16,1-2 0-16,-1-3 0 0,1-2 0 0,2-2 0 15,-1 0 0-15,9-2-192 0,-2-3-160 0,-14 3-32 16,1-2 0-16,1-1 0 15,0-3-288-15,0 1-64 0,1-6-16 0,-1 0 0 16,-1-1-144-16,10-11-16 0,-5-2-16 0,-6 4 0 16,-3 3 176-16,-3 4 48 0,-2 3 0 0,-5 4 0 0,-3-2 704 0,-2 4 0 15,1 1 0-15,2 8 160 0,-9-7 608 0,-1 5 112 16,0-1 16-16,0 6 16 0,-1-1-128 0,1 5-16 0,-1 1-16 16,3-2 0-16,1 2-192 0,1 0-48 0,1 2 0 0,1 2 0 15,0 1-80-15,2 1-32 0,-1 2 0 16,3 0 0-16,1 1-176 0,3 5-32 0,2-7-16 0,4 10 0 15,2-4-48-15,-6-9-128 0,2-3 192 0,1 3-64 16,2-3-128-16,2 0 0 0,1-1 144 0,2 1-144 16,1-3 0-16,14 6-240 0,-2 0 48 0,-3-4-15664 15,-2 2-3120-15</inkml:trace>
  <inkml:trace contextRef="#ctx0" brushRef="#br0" timeOffset="16108.21">2662 17499 38751 0,'13'-14'1728'0,"-4"5"336"0,2-2-1648 0,1 2-416 0,-1 1 0 0,1 2 0 0,-3-2 960 0,-1 3 96 15,-8 5 32-15,0 0 0 0,0 0 144 0,0 0 48 16,0 0 0-16,0 0 0 0,0 0-496 0,-3 13-80 15,-1 1-32-15,-2 0 0 0,-2 3-64 0,-1 0-16 16,-1-1 0-16,-2 2 0 0,-4 2-128 0,-1 1-16 16,2-2-16-16,-1 1 0 0,2-3-176 0,-1 0-48 15,1-2 0-15,-2-2 0 0,1-2-16 0,-1-1-16 16,0-2 0-16,3 0 0 0,3 1-176 0,2-3 0 16,0 2 0-16,8-8 0 0,-6 9 0 0,6-9 0 15,0 0 0-15,0 0 0 0,0 0 0 0,0 0 160 0,4 11-160 0,2-3 160 16,-6-8-160-16,13 6 0 0,1-3 0 0,5-1-176 15,0 0 176-15,1-1 0 0,-2-1 0 0,3 0 0 16,1-1-192-16,2-1 32 0,0 1 16 16,-1 0 0-1,-4-3-784-15,-1 1-160 0,1 2-16 0,-2 1-16 16,-2 0-1072-16,0 1-224 0,-1 1-32 0,-2-1-10960 0,-2-1-2192 0</inkml:trace>
  <inkml:trace contextRef="#ctx0" brushRef="#br0" timeOffset="16346.57">2795 17525 28559 0,'0'0'1264'0,"0"0"272"0,0 0-1232 0,0 0-304 0,0 0 0 0,-6 11 0 0,0 3 2448 0,3 3 432 16,-3-1 96-16,2 4 16 0,2 4-880 0,0 1-192 15,1 6-16-15,1-1-16 0,0-3-864 0,1 3-160 16,-1 0-32-16,3-1-16 0,1 0-496 0,0-2-80 15,-1-1-32-15,0-1 0 0,3 2-208 0,-1-5 128 16,1-1-128-16,1-3 0 16,-2-4-912-16,2-3-288 0,0-3-48 0,3 3-16 15,0-5-2080-15,0-2-432 0</inkml:trace>
  <inkml:trace contextRef="#ctx0" brushRef="#br0" timeOffset="16547.66">3066 17764 28559 0,'-1'-15'1264'0,"1"9"272"0,0 6-1232 0,0 0-304 0,9-7 0 0,0 2 0 16,-9 5 3360-16,13-2 608 0,0 0 128 0,2 1 32 15,-1 1-2352-15,4-3-480 0,2-1-80 0,1 2-32 16,-2 0-704-16,2 1-144 0,-1 0-16 0,1 1-16 16,1-3-304-16,-1 2 0 0,-1-2-128 0,3 1 128 15,-1-1-1488-15,-1 3-208 16,-3 5-32-16,0-5-16 0,-1 0-1888 0,-1-2-368 0</inkml:trace>
  <inkml:trace contextRef="#ctx0" brushRef="#br0" timeOffset="16742.25">3550 17460 23951 0,'0'0'2128'0,"0"0"-1696"0,0 0-432 0,0 0 0 0,0 0 2960 0,0 0 512 0,0 0 112 0,0 0 0 0,-4 10-1376 0,4-10-288 16,-2 13-48-16,0 3-16 0,2 0-128 0,2 1-16 15,-1 1-16-15,0 1 0 0,2 2-832 0,1 3-160 16,-2-3-48-16,2 0 0 0,0-1-272 0,1 1-64 16,0 3-16-16,2-3 0 0,0-3-304 0,-1-1 0 15,-1-2 128-15,2 1-128 16,1-2-480-16,-1-3-160 0,-7-11-16 0,11 12-16 16,1-3-1568-16,2 0-304 0,2 0-64 0</inkml:trace>
  <inkml:trace contextRef="#ctx0" brushRef="#br0" timeOffset="16940.98">4031 17502 5519 0,'0'0'496'0,"0"0"-496"0,0 0 0 0,0 0 0 15,0 0 8096-15,0 0 1520 0,0 0 304 0,0 0 64 16,0 0-8208-16,0 0-1648 0,0 0-336 0,0 0-64 15,0 0-2208-15,5 11-432 0,-5-11-96 16,8 16 0-16</inkml:trace>
  <inkml:trace contextRef="#ctx0" brushRef="#br0" timeOffset="17089.11">4115 17778 18431 0,'0'0'816'0,"0"0"160"0,-6-4-784 0,6 4-192 15,0 0 0-15,0 0 0 0,0 0 5760 0,0 0 1120 16,0 0 224-16,0 0 32 0,0 0-4736 0,0 0-944 15,0 0-192-15,0 0-48 16,0 0-1440-16,0 0-288 0,0 0-64 0,13 0-16 16,-1 3-2400-16,-1-1-464 0</inkml:trace>
  <inkml:trace contextRef="#ctx0" brushRef="#br0" timeOffset="17577.02">4957 17556 13823 0,'-3'-9'1216'0,"1"-1"-960"16,0-2-256-16,0 0 0 0,-1 1 5376 0,2 2 1024 15,1 3 192-15,-2 0 64 0,2 6-3200 0,0 0-640 16,0 0-128-16,0 0-32 0,0 0-752 0,0 0-160 16,0 0-16-16,0 0-16 0,0 0-976 0,6 12-192 15,-1 3-32-15,0 2-16 0,0 0-224 0,0 1-32 16,-1 3-16-16,2-1 0 0,0-3-224 0,1-2 0 0,-1 0 128 0,1-2-128 31,-1 0-400-31,1-1-128 0,-1-3-32 0,1 0 0 16,-7-9-1344-16,6 11-272 0,1 1-48 0,-2-5-19616 0</inkml:trace>
  <inkml:trace contextRef="#ctx0" brushRef="#br0" timeOffset="17719.46">5077 17331 16575 0,'0'0'1472'0,"0"0"-1168"0,0 0-304 0,0 0 0 16,4-12 3344-16,-4 12 624 0,7-6 112 0,4 2 16 16,-1 1-5088-16,2 3-1024 15,5 3-208-15,0 3-32 0</inkml:trace>
  <inkml:trace contextRef="#ctx0" brushRef="#br0" timeOffset="18027.51">5343 17422 14735 0,'0'0'1312'0,"0"0"-1056"0,0 0-256 0,0 0 0 0,0 0 4400 0,0 13 816 16,0-13 160-16,-3 16 48 0,0-8-2256 0,0 1-448 15,-3-1-96-15,0-2 0 0,-1 1-704 0,1-1-128 16,-2 1-16-16,1-2-16 0,7-5-656 0,-7 5-128 16,7-5-16-16,0 0-16 0,0 0-432 0,0 0-64 15,-7 8-32-15,7-8 0 0,0 0-224 0,0 0-32 16,0 0-16-16,8 9 0 0,1-1-144 0,1-2 128 16,2-2-128-16,3 3 128 0,-1-3 64 0,1 5 0 15,2-4 0-15,0 0 0 0,0-2-192 0,-1 1-256 0,-3 2 64 0,0 1 16 16,-3-3 176-16,0 2-208 0,-4 2 80 0,-6-8 128 15,7 8 0-15,-2-2 0 0,-5-6 0 16,2 11 0-16,-3-3 0 0,-1 1 0 0,-2 0 0 16,-2-1 0-16,-1-2 0 0,-3 2 0 0,1 0 0 0,-1 2 0 15,-3-1 128-15,0-2-128 0,-1-2 0 0,-1 2 128 16,2 1-304-16,0-1-64 16,1-4-16-16,1 1 0 15,-1-1-896-15,3 0-176 0,1 3-32 0,8-6-16 16,0 0-1376-16,0 0-256 0,0 0-64 0,10 4-9840 0,1-4-1952 0</inkml:trace>
  <inkml:trace contextRef="#ctx0" brushRef="#br0" timeOffset="18320.09">5618 17541 40079 0,'0'0'1776'0,"0"0"368"0,0 0-1712 0,0 0-432 0,0 0 0 0,0 0 0 0,-4 13 2096 16,0 2 336-16,0 1 64 0,1 2 0 0,1-6-960 0,-1 2-192 15,2 3-32-15,1-5-16 0,0-12-640 16,2 16-128-16,1-2-16 0,1-2-16 0,1-2-336 0,2-1-160 15,-7-9 160-15,11 7-160 0,2-1 0 0,1 0 0 16,-1-4 0-16,0 0 0 0,0-2 0 0,-3-2-128 16,3 1-16-16,-1-2 0 0,-2-2-160 0,1 0-16 15,-2-2-16-15,-1-2 0 0,-2 0 0 0,1 1 0 16,-3-2 0-16,0-2 0 16,-2 2-64-16,-2-1-16 0,-1 1 0 0,0-1 0 15,-2 0-192-15,0 0-32 0,-1 2-16 0,-2-1 0 16,-2-3-240-16,0 2-32 0,-1 1-16 0,1 1 0 15,-1 1-720-15,0 1-160 0,-1 3-32 0,0 2 0 16,1 2-1104-16,0 0-240 0,1 0-32 16</inkml:trace>
  <inkml:trace contextRef="#ctx0" brushRef="#br0" timeOffset="18914.74">6084 17494 11967 0,'0'0'528'0,"-10"0"112"16,-3-1-512-16,0 2-128 0,0 1 0 0,-1 2 0 0,-2 2 7616 0,-1 3 1504 0,0 4 288 0,-1 0 64 15,-2 1-5984-15,3 0-1200 0,4 1-240 0,3 0-64 16,1 1-1024-16,2 0-224 0,2-1-32 0,4 2-16 0,3-1-528 0,3-2-160 16,2-1 0-16,2-2 0 0,3 2 0 0,1-1-144 15,1-3-16-15,2-3 0 16,0-1-288-16,0-2-48 0,0 1-16 0,1-3 0 15,0-2-144-15,-1-3-48 0,-3-1 0 0,1 1 0 32,0-3-64-32,1 1 0 0,-2-7-16 0,-2 2 0 0,0-2 384 0,-1 0 80 0,-1-4 0 15,2-1 16-15,-2-3 48 0,1-2 0 0,0-1 0 0,-1 1 0 0,-1-1 256 0,-1 1-192 16,0-1 192-16,-2 4-160 0,-1 3 304 0,1 4 64 16,-2 2 16-16,-3 11 0 0,0 0 592 15,0 0 112-15,0 0 32 0,0 0 0 0,0 0-80 0,0 0-16 16,0 0 0-16,8 9 0 0,-3 0-320 0,0 4-64 15,-1 2-16-15,1 0 0 0,-1 0-80 0,1 3 0 16,1 0-16-16,0 2 0 0,1-1-192 0,2 0-48 0,1-2 0 16,1 1 0-16,-2-5-128 0,-2 0 0 15,1-3 144-15,0-2-144 0,1-1 0 0,-1-2 144 0,-8-5-144 0,11 5 0 16,-11-5 128-16,0 0-128 0,0 0 0 0,11-2 0 16,0-1 0-16,-11 3 0 0,11-9 0 0,-1 0 0 15,-3-4 0-15,-1-2 0 0,-3 1 0 0,4-2 0 16,2-1-176-16,0-2 16 0,-1-2 0 15,0 3 0-15,-2 1-16 0,1 4 0 0,-2 1 0 16,-1 4 0-16,-4 8 176 0,0 0-160 0,0 0 160 0,0 0-160 16,0 0 160-16,0 0 192 0,0 0-32 0,7 12-16 15,-2 0 48-15,1 1 0 0,2 0 0 0,-1 2 0 16,-1 2-192-16,3 0 0 0,3-1 0 16,0-2 0-1,-2 3-496-15,3-1 32 0,0-1 0 0,2 0 0 16,-1-5-1424-16,2 3-288 0,-2 3-48 0,2-4-16 0,-1-5-2048 0,1 0-432 15</inkml:trace>
  <inkml:trace contextRef="#ctx0" brushRef="#br0" timeOffset="19462.76">6919 17554 40031 0,'-16'-7'1776'0,"7"7"352"0,-1-2-1696 0,-1 0-432 0,1 4 0 0,-2 0 0 0,2 1 2128 0,0 1 352 15,1 2 64-15,0 1 16 0,-1-1-976 0,1 2-192 16,2 1-48-16,1-2 0 0,6-7-848 0,-6 10-176 15,3 1-48-15,3-11 0 0,0 11-272 0,0 1 0 0,1-1 0 16,-1-11 0-16,5 9 0 0,2 0-144 0,-1-3-16 0,-6-6 0 31,8 7-224-31,0-2-64 0,-8-5 0 0,11 5 0 16,0-5-160-16,-1 0-32 0,1-1-16 0,-1-2 0 16,-10 3-112-16,11-5 0 0,-4-1-16 0,3 0 0 15,0 0 144-15,0-3 16 0,1 0 16 0,-1-2 0 16,-2 1 80-16,-1-2 16 0,-1-2 0 0,3 3 0 0,2-3 288 0,-4 5 64 15,0 4 16-15,-7 5 0 0,10-6 336 0,-10 6 64 0,0 0 0 0,0 0 16 16,11 0 624-16,-11 0 128 0,0 0 32 0,12 7 0 16,-5 1-160-16,0 1-48 0,-1 1 0 0,1-2 0 15,-7-8-304-15,8 12-64 0,0 2-16 0,-2-2 0 16,1-2-176-16,-1 0-32 0,1-3-16 0,-7-7 0 16,8 8-112-16,-8-8-128 0,9 5 176 0,-9-5-176 15,10 7 160-15,-2-3-160 0,-8-4 128 0,0 0-128 0,10 0 128 16,-10 0-128-16,0 0 128 0,12-3-128 0,-3-1 128 15,-1 0-128-15,-1-5 0 0,-1 4 128 0,2-1-128 16,0-4 0-16,0-1 0 0,-1 0 0 0,1 1 0 0,1-3-176 16,2-2 48-16,0 1 0 0,1-2-192 0,0 1-16 15,0 0-16-15,-2 2 0 0,1 2 64 0,-2 3 16 16,-9 8 0-16,9-5 0 0,-9 5 272 16,0 0 176-16,0 0-32 0,10 4 0 0,-10-4 352 0,11 9 64 15,-5 0 16-15,1 1 0 0,-1 2-192 0,1 2-16 16,-1-1-16-16,2 3 0 0,-1 0-160 0,0-1-48 15,3 1 0-15,-3 1 0 0,1-4-144 0,-1-1 0 16,-7-12 0-16,9 13 0 16,1-2-624-16,1 0-144 0,-2-3-48 0,0-2 0 15,-4 2-1744-15,-5-8-336 0,4 7-80 0,-4-7-17712 0</inkml:trace>
  <inkml:trace contextRef="#ctx0" brushRef="#br0" timeOffset="19864.69">7470 17386 30399 0,'0'0'2704'0,"-6"-6"-2160"0,1 1-544 0,5 5 0 16,0 0 3312-16,0 0 544 0,0 0 112 0,0 0 32 15,0 0-2576-15,0 0-512 0,0 0-96 0,0 0-32 16,0 0-400-16,13 8-96 0,0 1-16 0,1 0 0 16,0-2-1104-1,3 2-208-15,2 1-48 0,0 1-16 0,2-1-1968 0,-2 1-400 0,0-4-80 0,-1 1-16 16,-1-4-704-16,1 1-144 0,-1-1-16 0,1-1-16 15,-1-3 2272-15,0-1 464 0,-1-1 96 16,-2 0 16-16,-1-1 1776 0,-1-1 352 0,-4 0 80 0,-8 4 16 0,9-8 2656 16,-9 8 544-16,5-7 96 0,-2 0 32 15,-3 7-256-15,0 0-48 0,-4-5-16 0,-1 2 0 0,5 3-1008 0,-11 3-192 16,0 1-32-16,-1 1-16 0,-1 5-864 0,-2 2-176 16,1 0-48-16,0 0 0 0,-1-1-320 0,2 2-64 15,3 0-16-15,1 2 0 0,2-5-320 0,2 2-64 16,1 0 0-16,2-1-16 0,2-11-304 0,2 11-64 15,-2-11-128-15,5 12 192 0,2-1-192 0,-1-4 144 16,1-1-144-16,2 0 128 0,1-2-128 0,4 1 0 0,-1 0 0 16,1 0 0-16,2-5 0 0,-1 1 0 15,1 1 0-15,2 0 0 16,2 1-464-16,1-3-80 0,-1-1-16 0,1 1 0 16,5 5-2320-16,0-2-448 0</inkml:trace>
  <inkml:trace contextRef="#ctx0" brushRef="#br0" timeOffset="21700.14">8455 17292 38991 0,'0'0'1728'0,"0"0"352"0,0 0-1664 0,0 0-416 15,0 0 0-15,0 0 0 0,0 0 1328 0,0 0 176 0,11 14 32 0,0 3 16 16,-1 1-64-16,1 3-16 0,-2 7 0 0,1 0 0 15,1 2-576-15,-1-1-112 0,0-2-16 0,1 1-16 16,-2 0-256-16,-1 0-48 0,0-3-16 0,-1-3 0 16,1-3-208-16,-1-2-32 0,-2-2-16 0,0-1 0 15,0-4-176-15,-5-10 160 0,7 11-160 0,-7-11 160 16,4 10-160-16,-4-10 128 0,0 0-128 0,0 0 128 16,0 0-128-16,0 0 0 0,0 0 0 0,0 0 0 15,0 0 0-15,0 0 0 0,0 0 0 0,6-12 0 16,-2-1-256-16,0 0 64 0,0 3 0 0,0-6 16 0,1-2-144 0,2 0-16 15,-1-2-16-15,1 1 0 16,-2-1-208 0,0 3-32-16,2 1-16 0,-1 3 0 0,0 4 192 0,-1 0 32 0,-5 9 16 15,0 0 0-15,5-6 368 0,-5 6 0 0,0 0 0 0,0 0 0 0,0 0 192 16,12 9 128-16,-3 0 0 0,-1 4 16 16,-2 1 16-16,5 1 0 0,0-2 0 0,2 2 0 0,0-2-208 0,0 2-144 15,-1-2 192-15,3-3-192 0,-1-3 144 0,1 1-144 16,0-1 0-16,0 1 144 0,0-3-144 0,-1-3 0 15,1 0 0-15,0 1 128 0,1-3-128 0,-1 0 0 16,1-5 0-16,-2 1-176 0,-2 0-32 0,-1 0-16 16,-1 0 0-16,-1-1 0 0,-1-4-48 0,0-2-16 0,0 1 0 15,-3-3 0-15,-3 0-32 0,2-2-16 16,-1 1 0-16,1 0 0 16,0 1-96-16,0 0-16 0,-3-2 0 0,-1 2 0 15,-1 2-112-15,-1 0-16 0,2 11-16 0,-2-8 0 0,-2 0 144 0,4 8 48 16,0 0 0-16,0 0 0 0,-8 4 400 0,8-4 256 0,-8 11-48 0,3-1 0 15,0 2 96-15,1 2 16 0,0-1 0 0,4 4 0 16,3-2 0-16,0 3 16 0,1 0 0 16,3 2 0-16,1-1-96 0,2 1-32 0,2-3 0 15,4-2 0-15,3 0-208 0,2-2 128 0,1-4-128 0,2 1 0 16,-1-3 0-16,3-1 0 0,0-4 0 0,2-1 0 16,0-1 0-16,1-1-192 0,0-1 16 0,-2-2 0 15,-2-1-144-15,1 0-48 0,0 0 0 0,-1-3 0 16,-3-1-80-1,-1-2 0-15,-3 2-16 0,-1-1 0 0,0-1-48 16,-3 0 0-16,-1-4 0 0,-4 2 0 0,-1-4 160 0,-4 0 32 0,-4-1 0 0,-1 1 0 0,-2 0 320 16,-2 2 0-16,-3 3 0 0,-4 3 0 0,-1 2 368 15,-1 3 144-15,0 2 16 0,-3 2 16 0,-3 2 384 0,2 2 80 16,1 3 16-16,3-1 0 0,-1 3-192 0,4 2-48 16,-1-1 0-16,3 1 0 0,1 0-400 0,3 3-64 15,-1 0-32-15,4-2 0 0,2-2-288 16,1 2 0-16,2-2 0 0,1 1 0 0,-4-11 0 0,6 10 0 15,2-2-240-15,-8-8 80 16,12 6-208-16,-1 1-32 0,1-4-16 16,-1 0 0-16,-1 0-112 0,1-3-32 15,-1-3 0-15,-10 3 0 0,12-5-176 0,1 1-32 16,0 0-16-16,-2 0 0 0,-1-3-80 0,0-2-16 0,0-3 0 0,0 1 0 16,-4-2-80-16,1 2 0 0,-2-1-16 0,-1 3 0 15,-4 9 416-15,2-9 96 0,-2 9 16 0,0 0 0 0,0 0 992 0,0 0 208 0,0 0 32 16,0 0 16-16,-5 9 480 0,3 1 80 0,-1 2 32 0,3 1 0 15,1 0-528-15,3 0-96 0,3-1-32 16,3-1 0-16,2 1-448 0,2-1-96 0,2-4 0 0,1-1-16 16,0-1-176-16,1-3 0 0,0 5 0 0,0-3 0 15,-1-7-320-15,2 1-64 0,0 0 0 0,1-3 0 32,-3 1-144-32,0-2-48 0,-2-2 0 0,0 1 0 0,-2 4-16 15,-2-5-16-15,0-3 0 0,-3 0 0 0,-2-4 336 0,-1 1 64 0,-2-2 16 0,0-2 0 16,-1-3 432-16,0 0 80 0,-2 2 32 0,0-2 0 15,1-5-80-15,0 1-16 0,-1 0 0 0,0 2 0 0,-1 1 16 0,1 3 0 16,-1 4 0-16,-1 3 0 0,1 0 320 16,1 12 64-16,-3-8 16 0,3 8 0 0,0 0 32 15,0 0 16-15,0 0 0 0,0 0 0 0,-5 13-288 16,1 2-64-16,0 0-16 0,2 2 0 0,0 2-80 16,2 1-16-16,0 1 0 0,2 1 0 0,-1 2-128 15,2-1-128-15,-1 2 144 0,3-1-144 0,2-3 0 16,-1 1 128-16,0 2-128 0,-1-3 0 0,0-4 0 0,0-1-240 15,-1 0 48-15,0-2 16 16,0 0-1312-16,0-2-272 0,-1-2-48 0,-2 0-16 16,0 0-1920-16,-3-4-384 0</inkml:trace>
  <inkml:trace contextRef="#ctx0" brushRef="#br0" timeOffset="21874.23">9852 17564 40319 0,'0'0'1792'0,"0"0"352"0,0 0-1712 0,0 0-432 16,0 0 0-16,0 0 0 0,8-6 992 0,2 2 112 0,3 0 32 0,4 1 0 16,2 1-288-16,2 0-48 0,2 2-16 0,3 0 0 15,1 0-784-15,7 4 0 0,5-1-224 0,3 1-13680 16,0 0-2736-16</inkml:trace>
  <inkml:trace contextRef="#ctx0" brushRef="#br0" timeOffset="22242.84">10642 17429 38879 0,'0'0'1728'0,"0"0"336"16,0 0-1648-16,0 0-416 0,4 11 0 0,0 2 0 0,0 0 1872 0,1 2 304 16,0-2 48-16,1 0 16 0,-2 1-480 0,-2 2-96 15,1 1 0-15,-1-3-16 0,1 1-1072 0,1-1-192 16,1-5-64-16,0 3 0 0,-2-2-128 0,-3-10-48 16,0 0 0-16,5 8 0 0,-5-8 16 0,0 0 0 15,0 0 0-15,0 0 0 0,0 0-16 0,0 0 0 0,0 0 0 0,0 0 0 16,4-12-16-16,0 2-128 0,0-1 192 0,0 1-64 15,-2-2-128-15,0 0 0 0,-1 1 0 0,2-2 0 16,-1 0 0-16,3 0 0 0,1-2 0 0,1 0 0 16,3-4-320-16,0 2 48 0,3 2 16 15,-1-3 0 1,0-1-960-16,-1 4-192 0,1 3-48 0,-2 4 0 16,0 0-1440-16,-1 4-304 0,-9 4-48 0,11 0-9520 0,-11 0-1904 0</inkml:trace>
  <inkml:trace contextRef="#ctx0" brushRef="#br0" timeOffset="22797.58">10913 17623 18431 0,'0'0'1632'0,"0"0"-1312"0,0 0-320 0,6 12 0 0,-1-3 3712 16,3-3 688-16,1 0 128 0,4-3 16 15,-3-5-2384-15,2 1-496 0,-2-1-80 0,5 0-32 0,-1-2-352 0,0-3-80 16,1-1-16-16,-1-2 0 0,2 0-640 0,-2 0-128 16,0-1-16-16,-1-1-16 0,1-1-304 0,-1 0 160 15,-2-2-160-15,1 1 128 0,0 1-128 0,-3-1-256 16,-3-2 64-16,1 2 16 0,-1-1-64 0,-2 4-16 15,-6 0 0-15,-1 5 0 0,3 6 256 0,-8-5 0 16,-2 1 0-16,1 2 160 0,0 1 480 0,0 5 80 16,-2 1 32-16,1 4 0 0,-1 0 16 0,2 4 0 15,0 2 0-15,0-1 0 0,1-1-128 0,3 3-32 16,1-3 0-16,3 2 0 0,1 2-384 0,2-1-80 16,2-3-16-16,3 1 0 0,2 1-128 0,2 0 0 15,3-3-192-15,1-1 192 16,3-5-512-16,1 1 32 0,0-1 0 0,1-1 0 15,-1-1-224-15,1-1-32 0,-2-3-16 0,2-3 0 16,-2 1 48-16,0-2 0 0,-2 0 0 0,-2-4 0 0,1-2 320 0,-2-1 80 16,-2-1 16-16,1 1 0 0,-2-2 288 0,0-2-128 0,-1-4 128 0,-1 2 0 15,-1-4 0-15,0 1 0 0,-2-2 0 0,0 1 0 16,1 2 0-16,-3 1 128 0,1-1-128 0,-1 6 144 16,-3 0 368-16,0 13 80 15,0 0 16-15,-5-6 0 0,-2 2 464 0,7 4 80 0,0 0 32 16,-6 8 0-16,-1 2-336 0,1 3-64 0,-2 1-16 15,0 3 0-15,3 3-224 0,2 2-48 0,2 2-16 0,0 2 0 16,1 2-112-16,1 0-32 0,4-1 0 0,-1 2 0 16,1-1-144-16,2 1-48 0,-1 1 0 0,2-1 0 0,1 0-144 15,0-2 0-15,-1-1 0 0,0-5 128 0,-1 0-128 0,-1-3 0 16,-1-4 0-16,0-1 128 0,-1-1-128 16,-4-12-176-16,4 10 48 0,-4-10 0 15,0 0-288-15,0 0-48 0,0 0-16 0,0 0 0 16,0 0-944-16,0 0-192 0,0 0-48 0,0 0 0 15,-4-15-1504-15,-1 0-304 0,0 0-64 16</inkml:trace>
  <inkml:trace contextRef="#ctx0" brushRef="#br0" timeOffset="22976.33">11421 17263 27647 0,'-3'-6'2448'0,"0"0"-1952"0,3 6-496 0,0 0 0 0,3-9 4224 0,1 3 768 0,-4 6 128 0,0 0 48 15,9-4-3472-15,-9 4-688 0,10-3-144 0,2 5-32 16,0 0-560-16,1 2-112 0,1 1-32 0,-1-2 0 31,0 2-1280-31,-1 3-256 0,1 1-48 0,1 3-16 16,-1-3-2816-16,-1 3-576 0</inkml:trace>
  <inkml:trace contextRef="#ctx0" brushRef="#br0" timeOffset="23273.07">11614 17511 33695 0,'0'0'1488'0,"0"0"304"0,0 0-1424 0,0 0-368 16,0 0 0-16,0 0 0 0,10 4 2064 0,0-2 352 0,1-2 64 0,1 0 16 16,-1 0-688-16,4-4-128 0,0 2-16 0,4-3-16 15,-3-1-688-15,3 0-128 0,-2-3-16 0,1 0-16 16,0-1-400-16,0 0-80 0,1-2 0 0,-1 2-16 0,-2-1-176 16,-2 0-128-16,-4-2 144 0,-1 1-144 0,-1 2 0 0,-3 0 0 15,-5 10 0-15,0 0 0 0,0-9 128 0,0 9-128 16,0 0 0-16,-7-4 0 0,-4 2 192 0,-2 3-48 15,-1 4-16-15,0 2 0 0,-2 5 208 0,2 1 48 16,-1-2 0-16,2 4 0 0,0 2 32 0,1 1 16 16,2-1 0-16,1 0 0 0,2-2-224 0,2 2-32 15,1-1-16-15,3 0 0 0,1-1-160 0,2 0 0 16,2-4 0-16,3 2 128 16,1-2-992-16,2-2-208 0,2-1-32 0,0-2-16 15,1 1-1072-15,4 1-224 0,5 3-32 16,-1-4-11792-16,-2-6-2352 0</inkml:trace>
  <inkml:trace contextRef="#ctx0" brushRef="#br0" timeOffset="23736.1">12152 17442 16575 0,'8'-20'1472'0,"-3"11"-1168"0,-1-3-304 0,-1 2 0 0,-3-1 4400 0,0 2 816 0,0 9 160 0,-3-9 48 16,-1 3-1952-16,4 6-384 0,-7-4-80 0,0-1 0 16,-4 5-1088-16,1 5-224 0,-1-4-32 0,0 4-16 15,-2 2-752-15,1 3-128 0,0 1-48 0,0 2 0 16,1 0-304-16,0 1-64 0,3 0-16 0,3 2 0 15,0 2-336-15,2-1 128 0,1-4-128 0,2 3 0 16,0 0 0-16,5-2 0 0,3 0 0 0,2-1 0 16,1 0 0-16,2 0-160 0,0-6 160 0,2 1-160 15,1-2 32-15,1-1 0 0,0-1 0 0,1-1 0 0,0-2-48 0,1-3 0 16,-1-4 0-16,1 0 0 0,2 1-16 0,-1-3-16 16,-2-4 0-16,-1 0 0 0,1-2-48 15,1-2-16-15,-2-2 0 0,-2-3 0 16,1-7-32-16,-2 0 0 0,-1-2 0 0,-1 2 0 0,-2-4 144 0,0 2 32 15,-3 4 0-15,0 3 0 0,-3-2 128 16,-2 7 144-16,-2 2-16 0,0 4-128 0,-2 3 576 16,2 9 16-16,0 0 0 0,0 0 0 0,-5-10 0 15,5 10 0-15,0 0 0 0,0 0 0 0,0 0-336 0,-6 8-80 16,2 3-16-16,1 4 0 0,-1-2-160 0,1 4 0 16,2 2 0-16,-1 3 0 0,1 2 0 0,1 1 0 15,0-2 0-15,1 2 0 0,1 0 0 0,0-2 0 16,1-1 0-16,0-1 0 0,-2-3 0 0,1 1 0 15,0-1 0-15,-2-4 0 0,0-2-160 0,0-12-16 0,0 12 0 16,0-2 0 0,-2-1-1040-16,2-9-224 0,0 0-32 0,0 0-16 15,-1 12-1200-15,0-3-256 0,1-9-32 0,0 0-16 16,0 0-1296-16,-9-5-256 0</inkml:trace>
  <inkml:trace contextRef="#ctx0" brushRef="#br0" timeOffset="23987.05">12345 17477 3679 0,'0'0'320'0,"-5"-9"-320"0,-1 1 0 0,3 0 0 16,-1 0 7696-16,1-1 1472 0,3 9 304 0,0 0 48 15,3-9-5840-15,-3 9-1168 0,0 0-224 0,6-6-48 16,2-1-656-16,1 2-128 0,2 0-32 0,0 3 0 16,1-2-672-16,1 2-144 0,0 2-32 0,-1 0 0 15,0 0-272-15,-1 0-64 0,2 2-16 0,0 2 0 16,-1-2-16-16,1 3 0 0,0 1 0 0,0 1 0 16,0 1 48-16,0 1 0 0,-1-3 0 0,-2 3 0 0,2-1-80 0,-1 3-16 15,-2-1 0-15,-1 2 0 0,-1-2-160 16,1 1 160-16,0-2-160 0,1 0 160 15,-9-9-160-15,7 10 0 0,-7-10-192 0,6 11 192 16,-6-11-880-16,0 0-48 0,0 0-16 0,0 0 0 16,5 8-784-16,-5-8-144 0,0 0-48 0,0 0 0 15,0 0-1920-15,0 0-400 0</inkml:trace>
  <inkml:trace contextRef="#ctx0" brushRef="#br0" timeOffset="24199.47">12590 17358 11055 0,'0'0'976'0,"0"0"-784"15,10-6-192-15,2 2 0 0,1 0 0 0</inkml:trace>
  <inkml:trace contextRef="#ctx0" brushRef="#br0" timeOffset="24635.26">12911 17401 11967 0,'0'0'1072'0,"0"0"-864"0,0 0-208 0,0 0 0 15,-2-6 4928-15,1-2 960 0,-3 1 176 0,4 7 32 16,-6-6-3136-16,-2 3-624 0,-1 1-128 0,-2 2-32 15,0 0-80-15,-1 2-32 0,-1 6 0 0,0 1 0 16,-3 0-848-16,3 2-192 0,0-1-16 0,1 3-16 16,1 0-208-16,1-1-32 0,4 0-16 0,1 1 0 15,-1 0-432-15,4 0-96 0,1-1-16 0,1-2 0 16,0-10-192-16,3 12 0 0,1-2 0 0,3 1 0 16,-1-4 0-16,2 1 0 0,1-1-192 0,2-3 192 0,-1-2-256 0,2 1 64 15,1-3 16-15,-1 0 0 16,-1-1-48-16,1-1-16 0,0-4 0 0,0-1 0 0,-2-1 32 15,1-1 0-15,-1 0 0 0,0 0 0 0,1-1 0 0,-1-2 0 16,1-1 0-16,0-1 0 0,1-3 16 0,0 1 16 16,-2 2 0-16,1 1 0 0,-3 2 176 0,-2 3-208 15,-6 8 80-15,0 0 128 0,0 0 0 0,0 0 0 16,0 0 0-16,0 0 0 0,0 0 192 0,0 0 144 16,0 0 48-16,0 0 0 0,0 0 0 0,4 12 0 15,-4-12 0-15,4 13 0 0,0-1-128 0,0-2-32 16,0-1 0-16,2 2 0 0,-6-11-96 15,7 9 0-15,1-1-128 0,-8-8 192 0,11 6-192 0,0 1 176 16,-11-7-176-16,13 2 160 0,-2 2-160 0,1-4 128 0,0 0-128 0,0 0 128 16,-12 0-128-16,13-5 0 0,-3-1 0 0,2-2 0 15,-2-1 128-15,2 1-128 0,-2-4 0 16,1 0 128-16,-1 1-128 0,1-1 0 16,-1-1-192-16,1 0 192 0,-2-3-176 0,0 4 176 0,-1 3-128 15,-1-1 128-15,-7 10 0 0,7-7 0 16,-7 7 0-16,0 0 0 0,0 0 0 0,0 0 0 0,0 0 0 0,12 4 128 15,-2 3 128-15,-1-1 16 0,-9-6 16 0,12 13 0 16,0-2-64-16,-1 2-16 0,0 0 0 0,-1 0 0 16,1 0-208-16,1 0 0 15,-2-1 128-15,2-1-128 0,-1-1 0 0,2-3 0 0,2 1 0 0,0 1 0 16,0-2 0-16,-1 1 0 0,0-2 0 0,1 1-160 16,-1 2-1584-1,2 4-320-15,2 0-64 0</inkml:trace>
  <inkml:trace contextRef="#ctx0" brushRef="#br0" timeOffset="28627.27">23479 12022 7359 0,'0'0'656'0,"0"0"-528"0,-4-9-128 0,0 1 0 0,-1 2 6016 0,-1-5 1152 15,2 1 256-15,1 1 32 0,-1 2-4432 0,1 1-880 16,0-1-176-16,1 2-48 0,-2 0-80 0,4 5-32 0,-3-4 0 0,3 4 0 15,0 0-656-15,0 0-144 16,-4 2-32-16,-2 5 0 0,-1 2-224 0,0 5-48 16,-4 6-16-16,1 3 0 0,-1 5-368 0,1 3-80 15,-5 2-16-15,1 3 0 0,-1-1-80 0,0 1-16 16,3-3 0-16,1 0 0 0,-1-4-128 0,2-4 192 16,0-3-192-16,5-1 192 0,0-6-192 0,1-2 0 0,0-2 0 15,3-2 0-15,1-9 0 0,0 0 0 16,0 0-144-16,0 0 144 0,0 0-272 0,0 0 48 0,0 0 16 0,1-7 0 15,2-3 208-15,-1-1-192 0,1-2 192 0,1-1-192 16,1-4 192-16,-1 0-144 0,1-5 144 0,0 0-128 16,2-2 128-16,-1-1-128 0,1 0 128 15,1 1-128-15,1-2 128 0,1 2 0 0,1 2-144 0,-2 2 144 16,-3 1 0-16,2 3 0 0,0 4-144 0,0 3 144 0,-3 2 0 16,0 3-192-16,-5 5 192 0,0 0-160 15,0 0 160-15,0 0 0 0,9 5 128 16,-2 1-128-16,-2 2 256 0,-1 4 0 0,1 1-16 0,2 3 0 0,-2-3-80 15,2 4-16-15,-1-3 0 0,2 3 0 0,0 1-144 16,1-1 0-16,-1 3 0 0,1-3 0 0,0 2 0 16,1-2 0-16,0 0 0 0,1-1-176 15,-2-2-160-15,0-1-48 0,-1-1 0 0,-1 0 0 16,-1-1-1184-16,1 0-240 0,-2 1-48 0,2-2-16 16,-1 0-1232-16,1 2-240 0,-5-4-48 0</inkml:trace>
  <inkml:trace contextRef="#ctx0" brushRef="#br0" timeOffset="29323.17">23343 12149 36047 0,'0'0'1600'0,"0"0"320"0,0 0-1536 0,0 0-384 16,-5 4 0-16,0 1 0 0,5-5 1600 0,-4 5 256 0,0 1 32 0,0 2 16 16,0 0-128-16,1 1-32 0,2 0 0 0,0 2 0 0,-1 1-1024 0,2 1-208 15,2 1-32-15,-1 2-16 0,2 1-224 0,-1 1-48 16,1 1-16-16,0 2 0 0,0 1 0 0,1 2 0 15,-1-3 0-15,0 3 0 0,-1 4 16 0,2 2 0 16,-1 4 0-16,-1 0 0 0,2 1-64 16,-3 4 0-16,1 0 0 0,-1 3 0 0,-1 2-128 15,0 0 192-15,1-1-192 0,-1 0 192 16,-1 2 0-16,-2 0 0 0,1 2 0 0,-1 0 0 16,2 2 16-16,-2 0 16 0,-1 3 0 0,1 2 0 0,0-1 0 0,-1-2 0 15,1 1 0-15,2-1 0 0,0 2-96 0,1 2 0 16,1-1-128-16,0 2 192 0,1 1-192 0,0-1 128 15,1-4-128-15,2 24 0 0,3-10 128 0,-5-24-128 16,-1 6 0-16,5 24 0 0,-2-6 128 0,0 0-128 16,2-2 0-16,-1-4 0 0,-1-3 160 0,2 0-160 15,-2 1 160-15,2 0-160 0,-1 1 176 0,1 1-176 16,-2 4 192-16,1-3-192 0,0 0 192 0,-1-2-64 16,0-3 0-16,-1 1-128 0,0 3 176 0,0-1-176 0,0 1 160 15,0 0-160-15,0 1 160 0,-2-2-160 0,-1-2 160 0,1 1-160 16,-1-1 160-16,2 2-160 0,-1-1 160 15,1 2-160-15,-2 3 144 0,2-2-144 0,-1-2 128 0,1-3-128 16,1-3 0-16,0 3 128 0,0 1-128 0,0-3 112 16,0 1-112-16,2 0 0 0,-2 0 0 0,0-3 0 15,0-4 0-15,1-2 0 0,0-3 0 16,0-3 0-16,-1-1 0 0,0 2 0 0,0-2 0 0,0-3 0 16,0-2 0-16,-1 0 0 0,-1-3 0 0,1 1 0 15,1-4 0-15,-2 0 0 0,1-4 0 0,0-2 0 16,-1-2 0-16,1-3 0 0,-3-4 0 0,0-3 0 15,-2 2 0-15,2-12 0 0,-3 7 0 0,3-7 0 16,0 0-384-16,-7 6-64 0,1-4 0 0,6-2-16 16,0 0-1280-16,-10 0-256 0,1-2-48 0</inkml:trace>
  <inkml:trace contextRef="#ctx0" brushRef="#br0" timeOffset="30560.51">23646 17245 2751 0,'0'0'128'0,"-6"-5"16"0,0 1-144 0,-1-3 0 0,1 2 0 0,6 5 0 0,0 0 7344 0,0 0 1424 16,-4-7 304-16,1 2 48 0,3 5-6944 0,0 0-1376 16,0 0-288-16,0 0-48 0,0 0 368 0,0 0 80 15,9-5 16-15,2 4 0 0,1 1-608 0,-1-3-128 16,1 3-32-16,2 0 0 0,1 0 144 0,0 0 16 16,5 0 16-16,-1-1 0 0,1 0-64 0,1-1-16 15,1 2 0-15,4-2 0 0,5 2-32 0,3-2-16 16,1 4 0-16,6-2 0 0,3 0-64 0,4 2-16 15,2-2 0-15,2 2 0 0,2-1-128 0,-2-1 0 16,-1-1 0-16,3 1 128 0,8 0-128 0,4 2 0 16,6 1 0-16,1-2 0 0,1 2 0 0,-2-1 128 0,-2-2-128 15,5 0 0-15,1 0 192 0,7 0-32 16,4 2-16-16,-4-2 0 0,-4-2-16 0,4 2 0 16,6-2 0-16,5 2 0 0,3 2 32 0,-3 0 0 0,-8-2 0 0,4 2 0 15,4 1-16-15,4-1 0 0,2 1 0 16,-5 0 0-16,-6-3 48 0,2 2 16 0,6 5 0 0,2-5 0 15,-3 0 32-15,-2 0 0 0,-4 0 0 0,4 0 0 16,4 1 16-16,-4-1 16 0,-4 0 0 0,-3 0 0 16,-1 0-48-16,1 0-16 0,3 1 0 0,0-1 0 15,-2 0-208-15,-4-2 176 0,-3 0-176 0,1 2 160 16,3 1-160-16,-1 0 160 0,-1-3-160 0,-5 2 160 16,-3 1-160-16,-1-2 128 0,0 0-128 0,3 1 128 0,1 0 0 15,-1 1-128-15,-4-3 192 0,-5 1-64 0,-4-1-128 16,1 3 192-16,2-1-192 0,-1 1 192 0,1 0-192 0,-5-1 0 15,-3 2 144-15,-4-1-144 0,-3-2 0 16,-1 2 144-16,-1 1-144 0,1-2 0 0,-1-2 192 16,-1 3-64-16,0-1 0 0,-1 2-128 0,-1-4 208 15,-3 2-64-15,-1-2-16 0,-4 1 0 0,-2-1-128 16,-5 0 192-16,-2 0-192 0,0 0 192 0,0 0-192 16,-4-1 128-16,-4-1-128 0,-2 0 128 0,-2-1-128 0,-2 2 160 15,-4-2-160-15,-2 2 160 0,-10 1-160 0,9-3 128 16,-9 3-128-16,8-6 128 0,-8 6-128 0,0 0-192 15,0 0 32-15,0 0 16 16,0 0-1648-16,0 0-320 0,0 0-64 0,-5-11-19440 0</inkml:trace>
  <inkml:trace contextRef="#ctx0" brushRef="#br0" timeOffset="30896.29">30263 17216 28559 0,'-6'-13'2544'0,"2"5"-2032"0,0-1-512 0,1 4 0 16,3 5 4368-16,0 0 784 0,5-5 160 0,-5 5 16 16,0 0-4320-16,0 0-880 0,12 0-128 0,-12 0 0 15,12 0 880-15,0-3 272 0,-12 3 48 0,14 3 16 16,2-2-800-16,-2 3-160 0,-1-3-16 0,3 3-16 16,3 1-224-16,-2 3 0 0,-2-5 0 0,-1 3 0 0,0 1 0 15,1-1 0-15,-2 1 0 0,-3 1 0 0,0-4 0 0,-10-4 0 16,8 9 0-16,-8-9 0 0,0 0 0 15,4 11 0-15,-4-11 0 0,-4 14 0 0,-2-3 0 0,-3 1 0 16,-4 0 0-16,-2-2 0 0,-2 2 0 0,-1-2 192 16,-3 1 0-16,0 2 0 0,2-4 32 0,-2 1 0 15,0 1 0-15,1-5 0 0,2 2-224 0,1 0 144 16,0-2-144-16,0 2 128 0,2 1-400 0,0 2-96 16,4-5-16-16,0 5 0 15,3-2-1728-15,8-9-336 0,-1 12-80 0,5-1-18432 0</inkml:trace>
  <inkml:trace contextRef="#ctx0" brushRef="#br0" timeOffset="31339.48">30761 17195 32255 0,'-5'-9'2864'0,"1"1"-2288"0,4 8-576 0,0 0 0 15,0 0 3840-15,0 0 640 0,0 0 144 0,0 0 32 16,0 0-2576-16,0 0-512 0,0 0-96 0,7 12-32 16,-7-12-560-16,5 20-112 0,0-2-32 0,0 3 0 15,0-2-368-15,1 6-80 0,-1 4-16 0,3-4 0 0,0 1-128 0,1-2-16 16,0 0-128-16,0-1 192 0,-1-4-192 0,1-1 0 15,1-4 128-15,-3-1-128 0,-2-1 0 0,-5-12 128 16,0 0-128-16,0 0 0 0,0 0 128 0,0 0-128 16,0 0 0-16,0 0 0 0,0 0 144 0,0 0-144 15,0 0 128-15,9-3-128 0,-9 3 0 0,7-10 0 16,-3-2 128-16,1 0-128 0,-1 3 0 0,0-5 0 16,-2-2 0-16,1-1 112 0,1-1-112 0,1-3 0 15,-1-2 0-15,2-2 0 0,0 0 0 0,0-1 0 16,2 0 0-16,1 0 0 0,0 1-224 0,0 0 64 15,-1 5 16-15,1 0 0 16,-1 1-320-16,-1 2-64 0,-2 2-16 0,0 3 0 16,-1 3-800-16,-4 9-176 0,0 0-16 0,0 0-16 15,0 0-2352-15,0 0-448 0,0 0-112 0</inkml:trace>
  <inkml:trace contextRef="#ctx0" brushRef="#br0" timeOffset="31602">30637 17340 28559 0,'0'0'2544'16,"-6"-1"-2032"-16,6 1-512 0,0 0 0 0,0 0 4176 0,0 0 752 0,0 0 128 0,0 0 48 16,0 0-2704-16,0 0-544 0,14 1-96 0,1-1-32 15,-2-1-656-15,1-1-144 0,2 1-32 0,2-1 0 0,0-2-448 0,3 0-80 16,2 0-32-16,2-3 0 15,1 2-176-15,3-1-32 0,2 0-128 0,2 1 192 0,-1-1-48 16,1 0-16-16,-3 1 0 0,1 1 0 0,1 2-128 0,-4-1 0 16,-2 0-192-16,-1 2 192 15,-1 1-768-15,-2 0-16 0,-4 0-16 0,1 3 0 16,0 2-2384-16,-4 0-464 0</inkml:trace>
  <inkml:trace contextRef="#ctx0" brushRef="#br0" timeOffset="32621.03">22209 12155 18431 0,'0'0'1632'0,"-8"-2"-1312"0,-1 0-320 0,1 2 0 0,2-2 6400 0,6 2 1216 15,-6 0 256-15,6 0 32 0,-5 2-5152 0,5-2-1024 16,-3 7-192-16,2 2-64 0,-1 5-368 0,3 3-80 16,1 4 0-16,1 2-16 0,0 5-560 0,-1-1-96 15,4 1-32-15,-1 0 0 0,-1 0-144 0,2-2-48 16,1 0 0-16,-1-1 0 0,1-2-128 0,-1-1 0 15,-1-1 0-15,2-3 0 0,-2-2 0 0,2-2-192 16,-2-1 0-16,0-5 16 16,0 0-784-16,-5-8-176 0,0 0-16 0,0 0-16 15,0 0-1200-15,0 0-256 0,0 0-32 0,4-7-11360 16,-1-2-2256-16</inkml:trace>
  <inkml:trace contextRef="#ctx0" brushRef="#br0" timeOffset="32895.48">22101 12169 23951 0,'-13'-3'2128'0,"7"1"-1696"0,0 0-432 0,-1-1 0 16,0-1 3792-16,1 2 688 16,2 0 128-16,4 2 16 0,0 0-2512 0,0 0-496 0,0 0-96 0,0 0-32 15,0 0-400-15,12-2-96 0,1-1-16 0,3 3 0 16,-1 0-400-16,4 0-64 0,-1 0-32 0,0 0 0 16,3-1-144-16,3 1-16 0,-1 1-16 0,4 2 0 0,-1-1-128 15,2 2-32-15,-2 0 0 0,0 3 0 0,-1-1-144 16,-2 3 192-16,-1-1-192 0,-1 1 192 0,-3 2-64 0,-3 0 0 15,-1 1 0-15,-2 1 0 0,-3 0 128 16,-2 0 0-16,-5-2 16 0,-2 2 0 0,0 0 112 0,-2 0 32 16,-5-2 0-16,-1 1 0 0,-1 1-160 0,-4-1-16 15,0-2-16-15,-3 1 0 0,-1-3-224 0,-1-1 176 16,-3 1-176-16,-1-1 160 0,-1-1-160 0,-1 1-176 16,1-2 48-16,1 2 0 15,1-1-1968-15,2-1-384 0,0 2-80 0</inkml:trace>
  <inkml:trace contextRef="#ctx0" brushRef="#br0" timeOffset="34757.84">28207 16603 14735 0,'0'0'1312'0,"0"0"-1056"16,0 0-256-16,9-7 0 0,-1-3 3200 0,0 7 592 15,-8 3 112-15,0 0 32 0,12-7-1408 0,-12 7-288 16,11 0-48-16,-11 0-16 0,0 0-480 0,11 0-96 16,-11 0-32-16,0 0 0 0,10 7-544 0,-10-7-128 15,0 0 0-15,0 0-16 0,0 0-128 0,7 9-32 0,-5 1 0 0,-2-10 0 16,0 0-272-16,-3 11-64 0,-1-2-16 0,4-9 0 16,-8 6-80-16,1-1-16 0,-1-1 0 0,8-4 0 15,-6 6-80-15,6-6-32 0,-12 1 0 0,2 0 0 0,1 0-32 0,0-1 0 16,1-1 0-16,8 1 0 0,-9-4-128 0,2 0 160 15,7 4-160-15,-6-5 160 0,-1 0-160 0,3-2 0 16,4 7 144-16,0 0-144 0,-2-7 144 0,2 7-144 16,0-13 192-16,2 3-192 0,1 3 160 0,2 0-160 15,1 1 128-15,4-2-128 0,1 0 0 0,1 1 0 16,0 0 0-16,2 0 0 0,-1 1 0 0,3 0 0 16,-1 2 0-16,0 2 0 0,-1-1 0 0,-2 3 0 15,1 0 0-15,0 1 0 0,-1 1 0 0,-1 0 0 16,-11-2 0-16,13 7 0 0,-1-2 0 15,-12-5 0-15,9 8 160 0,-1 1-160 0,-8-9 272 0,8 10-48 16,-4 1-16-16,-4-11 0 0,1 12-16 0,-1-2 0 16,0-10 0-16,-2 11 0 0,-2-2-32 0,-2 1-16 15,0-6 0-15,-2 0 0 0,-2 0-16 0,-1 0 0 16,2-2 0-16,-1 0 0 0,-1-1 0 0,2-1-128 16,0 0 192-16,0 0-64 0,-2-1-128 0,1-2 128 0,-2-1-128 15,2 2 128-15,-1 0-128 0,1 0 0 16,0-2 0-16,0 1 0 0,3-3 0 0,0 0 0 0,1 0 0 0,6 6 0 15,-8-9 0-15,3 1 0 0,5 8 0 0,-3-8 0 16,3 8 0-16,1-10 0 0,3 0 0 0,1 4 0 16,-5 6 0-16,8-7 0 0,1 0-128 0,2 1 128 15,2 1 0-15,0 1-144 0,0 3 144 0,0 0 0 16,0-1-128-16,-1 4 128 0,1 0 0 0,-2 2 0 0,-11-4 0 16,15 5 0-16,-2 1 0 0,-1 0 0 15,-2 1 0-15,-10-7-128 0,9 9 128 0,-1 0 0 0,-3 0 0 16,-5-9 0-16,3 13 0 0,-2-4 0 15,-1-9 144-15,0 0-144 0,-4 15 128 0,0-6-128 0,4-9 128 16,-9 8-128-16,0-2 128 0,0-1-128 0,0 0 128 0,0-1-128 16,-1-1 128-16,1 0-128 0,-1-3 128 15,-1 2-128-15,1 2 128 0,0-4-128 0,-2-3 0 0,1 2 0 16,0 0 0-16,-1 0 0 16,0-5-752-16,2 5-80 0,10 1 0 0,-11 4-15296 15,11-4-3040-15</inkml:trace>
  <inkml:trace contextRef="#ctx0" brushRef="#br0" timeOffset="37506.79">28189 16718 19343 0,'0'0'1728'0,"0"0"-1392"0,0 0-336 0,0 0 0 0,0 0 2464 0,0 0 416 0,0 0 96 0,0 0 16 16,0 0-1904-16,-8-2-384 0,0-2-80 0,3 0-16 15,0 1 768-15,5 3 160 0,0 0 16 0,-7-4 16 16,1 2-176-16,6 2-48 0,-8-6 0 0,3 5 0 16,5 1-336-16,-7-4-80 0,2 2-16 0,-1 2 0 15,6 0-272-15,-8-4-48 0,8 4-16 0,-9-2 0 16,1 0-112-16,1 0-16 0,-1 1-16 0,8 1 0 16,-10-2-48-16,1 0-16 0,1 0 0 0,0-1 0 15,2 0-176-15,-1-1-48 0,1 1 0 0,-1 0 0 0,1 2 48 16,-1-1 16-16,-1 1 0 0,8 1 0 0,-9-4-16 15,0 2 0-15,0-2 0 0,-1 1 0 0,2-1 0 16,0 2 0-16,-1-1 0 0,1 2 0 0,1-3-64 16,1 1 0-16,-3 0-128 0,0 1 192 0,2-2-48 15,-1 1-16-15,0 1 0 0,1-1 0 0,-1-1 0 0,0 2-128 16,0-1 192-16,8 3-64 0,-10-4 0 0,-1-1-128 16,4 0 192-16,-1 2-64 0,-1-1-128 0,1 2 192 15,-1-1-192-15,-1 0 192 0,1-1-192 16,0 2 0-16,-1-2 144 0,-1 1-144 0,1 1 0 0,0-1 144 15,-1-2-144-15,2 1 0 0,-1 0 128 0,0-2-128 16,0 0 0-16,0 1 0 0,-2 0 0 0,1 1 0 16,0 0 0-16,-1 0 0 0,0-1 128 0,3 1-128 15,-1 0 0-15,-2 1 0 0,0 0 0 0,-1-1 0 16,-1 0 0-16,-1 1 0 0,1 1 128 0,0-1-128 16,-1-1 0-16,1 1 0 0,1 1 0 0,-1-2 0 0,-2 0 0 15,0 0 0-15,-1 0 0 0,-1-1 0 0,1 1 0 16,0-2 0-16,-1 0 128 0,1 1-128 15,-1-1 0-15,0-1 0 0,-1 1 0 0,1 0 0 0,-1 1 0 0,0-1 0 16,2-2 0-16,-2 1 0 16,-1 2 0-16,1 1 0 0,-1-2 0 0,1-2 0 0,-1-1 0 15,2 1 0-15,0 0 0 0,-2 1 0 0,-1-2 0 0,-1 2 0 16,0-1 0-16,-2 0 0 0,0-1 0 16,-3 1 0-16,1-4 0 0,0 2 0 0,0-1 0 0,0 2 0 15,-1 0 0-15,-1-1 0 0,1-2 0 0,-2 0 0 16,5 0 0-16,-1 2 0 0,1-2 0 0,1 2 0 15,-1-1 0-15,1 1 0 0,-1 1 0 0,1-4 0 16,-2 0 0-16,-1 0 0 0,0 0 0 0,-1 1 0 0,-2-1 0 16,-1 0 0-16,0-3 0 0,0 1 0 15,1 2 0-15,-1-2 0 0,2 0 0 0,0 0 0 0,2 0 0 16,1 0 0-16,1 1 0 0,0-2 0 0,2 1 0 0,1 0 0 16,0-2 0-16,-1 0 0 0,-3 0 0 0,2 2 0 15,0-3 0-15,-2 1 0 0,0 0 0 0,0 0 0 16,-1 0 0-16,0-3 0 0,-1 1 0 0,2 0-144 15,-1 1 144-15,0 1 0 0,0 0 0 0,0-2 0 16,0-1 0-16,1 3-128 0,1-2 128 0,2 2 0 16,-1-4 0-16,0 3 0 0,0-1 0 0,0 0 0 15,-1-1 0-15,1 1 0 0,-1-1 0 0,2 1 0 16,-1-2 0-16,-1 1 0 0,1 1 0 0,-1-2 0 16,1 1 0-16,2 1 0 0,1-1 0 0,1-1 0 15,-2 2 0-15,-1-1 0 0,1-1 0 0,3 2 0 0,1 0 0 16,0 2 0-16,-2-1 0 0,2 0 0 15,2-2 0-15,0 1 0 0,2-1 0 0,0 2 0 0,2-4 0 0,-1 2 0 16,1 1 0-16,1 1 0 0,0-5 0 16,1 4 0-16,-2-1 0 0,2 2 0 15,-1-3 0-15,0 2 0 0,1-2 0 0,0 2 0 0,0-1 0 16,1 0 0-16,2 2 0 0,-1 0 0 0,-1-2 0 16,2 2 0-16,-1-3 0 0,1 1 0 0,-2 1 0 15,1-1 0-15,1 2 0 0,-2 0 0 0,0-3 0 0,2 1-128 16,-1-1 128-16,2 3 0 0,-1 0 0 0,-2-2 0 15,1 1 0-15,2-1 0 0,-2 1 0 0,1 0 0 16,1 0 0-16,-1 2 0 0,-1 1 0 0,0-2 0 16,1 0 0-16,-1 1 0 0,1 0 0 0,0 1 0 15,1 2 0-15,0 1 0 0,0-1 0 0,1 2 0 16,0-1 0-16,-1 0 0 0,-1 2 0 0,3 0 0 0,-1 0 0 16,0 2 0-16,0 3 0 0,1 0 0 0,1 0 0 15,2 6 0-15,-4-7 0 0,4 7 0 0,-4-6 0 16,4 6 0-16,-5-7 0 0,5 7 0 15,-4-8 0-15,4 8 0 0,-4-7 0 0,4 7 0 0,-3-8 0 0,3 8 0 16,0 0 0-16,0 0 0 0,-5-7 0 0,5 7 0 16,0 0 0-16,0 0 0 0,0 0 0 0,0 0 0 15,-7-5 0-15,7 5 0 0,0 0-288 0,0 0 32 16,0 0 0-16,0 0 0 16,-6-3-1648-16,6 3-320 0,0 0-64 0,0 0-12624 15,0 0-2512-15</inkml:trace>
  <inkml:trace contextRef="#ctx0" brushRef="#br0" timeOffset="38357.89">24453 14120 17439 0,'0'0'768'0,"0"0"176"0,0 0-752 0,0 0-192 0,0 0 0 0,0 0 0 0,0 0 176 0,3-7 0 16,0 1 0-16,0-1 0 0,-1-1 1552 0,1 1 304 15,-2-1 64-15,2 1 16 0,-1-2 320 0,0 3 80 16,-1-1 16-16,2 2 0 0,-3 5-480 0,0 0-80 16,2-7-32-16,-2 7 0 0,0 0-576 0,0 0-112 15,0 0-32-15,0 0 0 0,0 0-336 0,0 0-80 16,0 0-16-16,-5 4 0 0,0-1-240 0,-3 2-48 16,1 2-16-16,-3 2 0 0,1-1-80 15,-2-2-16-15,0-1 0 0,0 1 0 0,1-1-48 0,1-1-16 16,9-4 0-16,-11 5 0 0,2-1-112 0,0-4-16 15,9 0-16-15,-9 1 0 0,9-1-176 0,-11-1 160 16,11 1-160-16,0 0 160 0,-9-4-32 0,9 4-128 16,-5-9 192-16,1 0-64 0,4 9-128 0,0-11 128 15,0 1-128-15,3-3 128 0,-1 2-128 0,2 1 0 16,3-2 0-16,1 2 0 0,0 1 0 0,1-2 0 16,0-1-144-16,1 3 144 0,2 0 0 0,1 1 0 0,0-1 0 15,-6 3 0-15,-1 1 0 0,2 1 0 0,1 1 0 0,0 0 0 16,-1 3 0-16,1 0 0 0,0 2 0 0,0 0 0 15,-1 2 0-15,1 1 0 0,-1 3 0 0,0-1 0 16,0-1 0-16,-3 2 0 0,1 1 0 16,1 0 0-16,0 2 0 0,-2-3 0 0,-1 1 0 0,0 0 0 15,-1 1 0-15,0-3 128 0,-3-7-128 0,0 8 0 16,-1-1 176-16,-1 0-176 0,2-7 192 0,-3 8-192 16,-3-4 256-16,1 0-64 0,-1-2-16 0,-2 1 0 15,-1-2-48-15,0 0 0 0,-2 1 0 0,1-2 0 16,-2-3-128-16,0-1 160 0,0 0-160 0,-2-1 160 0,1-3-160 15,1 2 0-15,-1-2 144 0,3 1-144 0,1 0 0 16,4 0 128-16,1-1-128 0,1 0 0 0,-1-1 0 0,4 9 0 16,0-10 0-16,0 1 0 0,1 0 0 0,-1 9 0 15,6-11 0-15,1 2 0 0,4 1 0 0,-5 0 0 16,1 2 0-16,2 1 0 0,1-2 0 0,4 3 0 16,-1-2 0-16,1 2-128 0,0 1 128 0,2 2 0 15,-2 0 0-15,1 1 0 0,-1 1 0 0,0 2 0 16,-2-1 0-16,0 1-128 0,-2 3 128 0,1 1 0 0,-2-3 0 15,-1 1 0-15,-8-5 0 0,5 6 0 16,-1 2 0-16,-2-1 0 0,0-1 0 16,-2 1 0-16,-3-1 0 0,-1 2 0 15,-2 1-480-15,-2-2-16 0,0 1 0 0,-1 1 0 16,0 0-1312-16,0 3-272 0,-1 1-48 0,0 0-12784 0,-2 0-2544 0</inkml:trace>
  <inkml:trace contextRef="#ctx0" brushRef="#br0" timeOffset="38906.12">23858 14145 19343 0,'0'0'1728'0,"0"0"-1392"16,0 0-336-16,-9-2 0 0,9 2 2880 0,-9-2 496 16,1-2 96-16,3 1 32 0,5 3-1392 0,0 0-256 15,0 0-64-15,-5-2-16 0,5 2-256 0,0 0-48 16,0 0-16-16,0 0 0 0,0 0-416 0,0 0-80 16,0 0 0-16,0 0-16 0,0 0-320 0,6-7-64 15,-6 7-16-15,10-5 0 0,2-2-272 0,0 5-48 16,0-1-16-16,-5 2 0 0,3-2-208 0,-1 2 144 15,1-2-144-15,1 1 128 0,-1 2-128 0,0 0 192 16,1 0-192-16,-2 0 192 0,0 2-192 0,-9-2 192 16,0 0-192-16,9 0 192 0,-9 0 0 0,0 0 16 15,0 0 0-15,0 0 0 0,4 8 240 0,-4 1 64 16,-2 0 0-16,-2 2 0 0,-4 2-16 0,0-1 0 16,-2 2 0-16,-3 7 0 0,1-2-160 0,-1 1-16 0,-3-3-16 15,-1 2 0-15,0-2-80 0,3 0-16 16,1-2 0-16,1-1 0 0,2 3-64 0,1-4-16 0,2 0 0 0,3-1 0 15,-1-3-128-15,1 0 128 0,4-9-128 0,0 0 128 16,0 0-128-16,0 0 0 0,3 10 144 0,-3-10-144 16,0 0 0-16,9 8 0 0,-9-8 0 0,11 5 0 15,1-2 0-15,1-2 0 0,2-1 0 0,-5-1 128 16,-1-2-128-16,3 0 0 0,1 0-128 16,1-4 128-16,1 1-304 0,0-5 32 0,0 2 0 0,2-1 0 15,-1-1-1360 1,1 0-272-16,0-2-48 0,0-2-16 0,0 1-2192 15,-2-2-432-15</inkml:trace>
  <inkml:trace contextRef="#ctx0" brushRef="#br0" timeOffset="39314.79">23908 13966 23039 0,'-8'-5'2048'0,"-3"-2"-1648"15,1 1-400-15,-1 1 0 0,1-1 3232 0,0 1 560 16,-2 0 112-16,0 0 32 0,0 1-2528 0,1 4-496 15,-2 0-96-15,0 2-32 0,0 2 880 0,-2 2 160 16,-2 3 32-16,0 2 16 0,-1 2-720 0,1 2-128 16,0 2-48-16,-1 4 0 0,-3 3-192 0,3 4-32 15,0 0-16-15,1 4 0 0,1 2-224 0,3 3-64 16,2 1 0-16,4 1 0 0,3 0-176 0,1 1-32 16,4-3-16-16,5-1 0 0,3-3-224 0,4-3 144 15,4-1-144-15,1-2 128 0,3 0-128 0,1-1 0 16,0-6 0-16,3-1 0 0,1-1 0 0,3-6 0 15,-3 1 0-15,3-4 0 0,0-4 0 0,-6-1 0 0,0-4 0 16,4-3 0-16,3-1 0 0,2-1-192 0,-1-1 64 16,0-2 128-16,2-1-288 0,-2-2 64 0,-2 0 16 0,-2-2 0 15,-1-2-96-15,-1 0-16 0,-1-1 0 0,-5-4 0 16,-2 0 64-16,-1-3 16 0,-5 1 0 0,-1 0 0 16,-4-4 240-16,-1 0-192 0,-2 0 192 0,-3-12-192 15,-3 3 192-15,-2 5 0 0,-5 0 0 0,-1 1 0 0,0 3 0 16,-1 3 0-16,-3 2 0 0,-1 1 0 0,-5 2 0 0,0 2 0 15,0 3 0-15,7 4 0 16,-5 0-976-16,1 0-112 0,-1 0 0 16,-2-2-13648-16,-1 4-2736 0</inkml:trace>
  <inkml:trace contextRef="#ctx0" brushRef="#br0" timeOffset="40326.8">25932 15644 38751 0,'0'0'1728'0,"0"0"336"0,-1-8-1648 0,1 8-416 0,0 0 0 0,0 0 0 0,0 0 384 0,0 0 0 15,0 0 0-15,0 0 0 0,0 0 1040 0,0 0 208 16,0 0 32-16,0 0 16 0,0 0-432 0,-7 9-96 16,1 0 0-16,-3 2-16 0,-2-1-304 0,0 2-64 15,-1 0-16-15,0 1 0 0,-1-2-240 0,0 2-64 16,-1 2 0-16,1-2 0 0,0 1-192 0,0-2-64 15,-2-2 0-15,4 1 0 0,0-3 48 0,1-1 0 16,1 1 0-16,2-1 0 0,7-7-96 0,-6 9-16 16,6-9 0-16,-6 9 0 0,6-9-128 0,-4 10 0 15,4-10 0-15,0 0 0 0,-1 12 128 0,1-12 0 16,4 11 0-16,-4-11 0 0,8 9-128 0,-8-9 0 0,10 9 0 0,1-3 0 16,-2 1 0-16,1-3 0 0,-1 1 0 15,2 0 0-15,-1 2 0 0,1-2 0 0,-11-5 0 0,11 5 0 16,0 0 0-16,-3 1 0 0,-8-6 0 15,10 6 0-15,-2-1 0 0,-8-5 0 0,8 8 0 0,0-1 0 32,-1-2-768-32,2 3-192 0,-9-8-48 0,12 15-15296 0,3 5-3056 0</inkml:trace>
  <inkml:trace contextRef="#ctx0" brushRef="#br0" timeOffset="40894.99">28591 16911 25791 0,'-6'-10'2304'0,"5"3"-1856"0,0 1-448 0,1 6 0 0,0 0 3904 0,0 0 704 16,0 0 128-16,0 0 16 0,0 0-2816 0,0 0-560 15,0 0-112-15,0 0-32 0,10 13-64 0,-3-3-16 16,-2 4 0-16,-1 1 0 0,-2-1-576 16,1 2-112-16,0-3-16 0,-2 2-16 0,0 1-224 0,2-2-32 15,-1-1-16-15,2-1 0 0,0-1-160 0,0-1-144 16,-4-10 144-16,4 10-208 16,-4-10-1568-16,7 12-304 0,-1 0-64 0,-1-4-16 15,-1-2-1520-15,-4-6-304 0,0 0-64 0</inkml:trace>
  <inkml:trace contextRef="#ctx0" brushRef="#br0" timeOffset="41250.87">28669 16864 16575 0,'0'0'1472'0,"0"0"-1168"16,-9-2-304-16,-1-2 0 0,1 0 4016 0,-1 1 736 0,1 3 160 0,-2 4 16 16,0 0-2176-16,-2 2-448 15,-2 2-96-15,1 4-16 0,0 1-384 0,-1 3-80 16,0 1 0-16,0-2-16 0,0 2-320 0,2 2-64 0,0-1-16 0,2 0 0 15,1 0-512-15,2 2-96 0,3-2-32 0,1-1 0 16,1-3-480-16,3 1-192 0,1-2 128 0,5-2-128 16,1-1 160-16,4 0-160 0,-1 2 192 0,3-3-192 15,3-1 0-15,2-2 0 0,1 1-160 0,0-1 160 16,2-4-176-16,1-1 176 0,0-2-128 16,0-1 128-16,-1-2-288 0,0-1 32 0,-1-1 0 0,1-1 0 15,1 1-64-15,-1-2-16 0,-3-1 0 0,-1-2 0 16,-2 1 0-16,1-1 0 0,-4 0 0 0,0-2 0 0,-3-2 96 15,-2 0 32-15,-1-1 0 0,-2-1 0 16,-2 0 208-16,0 3-144 0,-4-2 144 0,-2 3-128 0,-2 0 128 16,1 0 0-16,-2 0 0 0,-1 2 0 0,-1 4 0 0,0-4 0 15,-1 2 0-15,-1 1 0 0,2 2-256 0,0-1-32 16,1 2 0-16,8 5 0 16,-10-4-3168-16,2-1-640 0</inkml:trace>
  <inkml:trace contextRef="#ctx0" brushRef="#br0" timeOffset="42502.6">24576 14017 26831 0,'0'0'1184'0,"0"0"256"0,0 0-1152 0,-6-4-288 0,6 4 0 0,-5-5 0 0,5 5 1248 0,0 0 192 16,-6-9 32-16,4 2 16 0,2 7-16 0,0 0-16 16,0-6 0-16,0 6 0 0,0 0-64 0,2-7-16 15,2 1 0-15,-4 6 0 0,0 0-256 0,9-6-48 16,-9 6-16-16,11-2 0 0,-11 2-160 0,13-2-48 16,0 2 0-16,1 0 0 0,2-2-240 0,1 2-48 15,1-4-16-15,2 3 0 0,2-1-256 0,0 2-48 16,0 0-16-16,0-2 0 0,2 2-96 0,1 0-128 15,-2 0 176-15,2 0-176 0,1-2 192 0,3 2-192 16,1 0 192-16,2 0-192 0,3-1 160 0,2 1-160 16,1 0 128-16,1 1-128 0,0 1 128 0,1-4-128 0,-1 2 128 0,1 0-128 15,-1 0 0-15,-12 0 128 0,3 0-128 16,17 0 0-16,-1 0 0 0,-1 2 0 0,0 0 0 16,-2-2 0-16,0 0 0 0,-2 3 0 0,0 1 128 15,-2-4-128-15,-3 0 0 0,-2 0 0 0,-4 0 0 0,-2 0 0 16,-2 0 0-16,-8 1 0 0,1 0 128 0,2 1-128 15,2-2 0-15,0 0 0 0,2 2 0 0,-2-2 0 16,1 0 0-16,-2 0 0 0,-1-1 0 0,0 1 0 16,-2 0 0-16,-1 0 0 0,1-1 0 15,-2 1 0-15,-2 0 0 0,0 0 0 0,-2 0 0 0,-2 0 0 16,-2 0 0-16,1 0 0 0,0-2 128 16,-2 4-128-16,0-2 0 0,-8 0 0 0,7 0 0 0,0 0 128 15,-7 0-128-15,0 0 0 0,0 0 144 0,0 0-144 16,7-3 128-16,-7 3-128 0,0 0 128 0,0 0-128 0,0 0 0 0,0 0 144 15,0 0-144-15,0 0 0 0,0 0 128 0,0 0-128 16,0 0 0-16,0 0 0 0,0 0 0 0,0 0 0 16,0 0 0-16,0 0 0 0,6-1-352 0,-6 1 32 15,0 0 0-15,0 0 0 16,0 0-320-16,0 0-48 0,0 0-16 0,0 0 0 16,0 0-1360-16,0 0-288 0,7 5-48 0,-7-5-11104 15,2 9-2208-15</inkml:trace>
  <inkml:trace contextRef="#ctx0" brushRef="#br0" timeOffset="43277.56">26211 13898 11055 0,'0'0'976'0,"0"0"-784"0,0 0-192 0,0 0 0 0,0 0 5072 0,0 0 976 16,0 0 192-16,0 0 32 0,2-6-4480 0,0-1-896 15,1 1-176-15,-3 6-32 0,0 0 1136 0,8-3 224 16,-2-1 64-16,-6 4 0 0,9 0-800 0,0 3-160 15,0-3-16-15,-1 2-16 0,-8-2-400 0,9 4-80 16,-1-1 0-16,-1 2-16 0,-2 0-144 0,0 2-32 16,-5-7 0-16,3 10 0 0,-2-1-16 0,0 2-16 15,-1-1 0-15,0 1 0 0,-1-1-80 0,0 1-16 16,-2-2 0-16,-1 0 0 0,-1-3-64 0,0 1 0 16,-2-1-16-16,2 0 0 0,-1-1-64 0,-1-3-16 15,-1 2 0-15,0-1 0 0,1 1-32 0,-1-4-128 16,0 1 192-16,0-1-64 0,2-1-128 0,-2 1 128 15,0-3-128-15,0 2 128 0,0-2-128 0,2 1 0 16,-1-2 0-16,1 1 128 0,1-1-128 0,5 4 0 16,-6-6 0-16,2 1 128 0,4 5-128 0,-1-6 0 0,1 0 0 0,1 1 0 15,-1 5 0-15,6-8 0 0,0-1 0 0,3 1 0 16,0 1 0-16,3-2-144 0,0 1 144 16,2 2 0-16,2 1-128 0,1-1 128 0,0 4 0 0,0-3 0 15,0 5-160-15,-2 0 160 0,1-2-128 0,0 4 128 16,-2 0 0-16,0 2 0 15,-1-1 0-15,0 1-128 0,0 1 128 0,-1 1 0 0,-1 2 0 0,-2 1 0 16,-1-2 0-16,-1 2 0 0,0-1 0 0,-2 1 128 0,-1 1-128 16,-1-2 176-16,-3-8-176 0,2 11 192 0,-1 0 0 15,-1-2 0-15,-1-1 0 0,-1 1 0 0,-1 2-192 16,-1-5 0-16,-1 1 0 0,0-2 0 16,-1-1 0-16,0 1 192 0,-2-2-192 0,-1-1 192 15,-1 0-192-15,0 0 128 0,1-2-128 0,0 0 128 16,-3-2-128-16,1-1 0 0,-1 0 0 0,0 0 0 0,0-1 0 0,1-2 0 15,-1 1 0-15,2 1 0 0,-1-2 0 0,2 1 0 16,1-1 0-16,2 1 0 16,0-1 0-16,3-1 0 0,-1 1 0 0,1-1 0 0,2 2 0 15,1 0-144-15,-2-2 144 0,5 2-160 0,-3 5 160 0,7-5-160 16,-1 1 160-16,2-3-160 0,1 1-32 0,1 1 0 16,1 1 0-16,-1 1 0 15,2-1-944-15,0 3-192 0,-2-4-32 0,3 5-16 16,2 2-2336-16,-1 1-448 0</inkml:trace>
  <inkml:trace contextRef="#ctx0" brushRef="#br0" timeOffset="43745.45">25553 13832 36863 0,'-7'-11'1632'0,"7"11"336"0,0 0-1584 0,0 0-384 0,0 0 0 0,0 0 0 0,0 0 2928 0,0 0 496 16,0 0 96-16,0 0 32 0,0 0-2160 0,0 0-432 16,7-1-96-16,1 1-16 0,0 0-208 0,1 1-32 15,0 1-16-15,1 0 0 0,2 0-336 0,0 0-64 16,-1 1 0-16,2 1-16 0,0 0-176 0,2 1 128 15,-2-1-128-15,0 1 128 0,0 0-128 0,0 0 0 16,0 2 0-16,0-2 0 0,0 0 128 0,0-1-128 16,-1-1 0-16,0 1 128 0,-2 1-128 0,-1-1 0 15,0 0 0-15,-1-2 0 0,-1 4 0 16,-7-6 0-16,0 0 0 0,0 0 0 0,0 0 0 0,4 5 128 16,-4-5-128-16,0 0 128 0,0 0-128 0,0 6 128 15,0-6-128-15,-4 9 128 0,-2 1 16 0,0-1 0 16,-2 0 0-16,-1-3 0 0,-3 3 32 0,-1 1 0 15,-1-1 0-15,-1 1 0 0,0 1-176 0,-1 0 0 16,1-2 0-16,-1 2 0 0,0-2 0 0,1 0 0 16,0 0 0-16,2-1 0 0,0 0 0 0,1 2 0 15,1-3 0-15,0 1 0 16,1-1-768-16,1 0-192 0,1-1-48 16,0 5 0-16,4-1-3008 0,4-10-592 0</inkml:trace>
  <inkml:trace contextRef="#ctx0" brushRef="#br0" timeOffset="45238.99">26183 13132 33455 0,'0'0'1472'0,"-4"-6"320"0,0 3-1424 0,0-4-368 16,4 7 0-16,0 0 0 0,-4-7 1296 0,3 2 192 16,1 5 48-16,0-5 0 0,0-1 208 0,2-1 48 15,2 2 16-15,0 0 0 0,3 1-672 0,0-3-144 16,3 2-32-16,3 1 0 0,2 1-448 0,2 1-80 16,1 0-32-16,1 2 0 0,-1-2-256 0,0 2-144 0,-1 0 160 0,-1 0-160 15,-2 0 0-15,0 2 128 16,-1-2-128-16,-1 3 0 0,-1-2 0 0,-2 2 0 15,-9-3 0-15,8 3 0 0,-2 1 144 0,-6-4-144 16,0 0 128-16,0 0-128 0,0 0 304 0,0 0-32 16,0 6 0-16,-1 2 0 0,1-8 48 0,-4 5 16 15,-3 0 0-15,1 1 0 0,-2-3-160 0,0 1-48 0,-2 0 0 0,1 1 0 16,0-1-128-16,-2 0 128 0,1 2-128 0,-1-4 128 16,1 2-128-16,1-1 128 0,0 2-128 0,1 1 128 15,1-3-128-15,2 2 0 0,5-5 0 0,-4 5 0 16,4-5 0-16,0 0 0 0,0 0 0 0,0 0 0 15,0 0 0-15,3 10 0 0,2-3 0 16,1 0 128-16,2-1-128 0,0 1 0 0,1-1 0 0,0 1 0 16,0-2 0-16,2 2-144 0,-1-2 144 0,1 1-208 15,0 1 208-15,0-1 0 0,-1 0 0 0,1 0 0 0,-2 1 0 0,-1-2 0 16,-2-1 0-16,-1 1 0 16,1 2 0-16,-2-1 0 0,-2 1 0 0,-2-7 0 0,0 0 0 0,0 0 0 15,-1 6 208-15,-2 2-64 0,-2 1-144 0,0-2 0 16,-2-4 0-16,-1 3 0 0,-1-2 0 0,0 1 0 15,0-1 0-15,-1 0 0 0,-2 0 0 0,0-4 0 16,0 2 0-16,-1 2 0 0,0-4 0 0,-7 0 0 16,0 0 0-16,7 0 0 15,-1 0-1120-15,-5 1-256 0,4 1-48 0,0 2-16 16,2-4-800-16,3 0-144 0,1-7-48 0,9 7-10640 16,0 0-2144-16</inkml:trace>
  <inkml:trace contextRef="#ctx0" brushRef="#br0" timeOffset="45645.94">26424 12834 22111 0,'-12'-22'1968'0,"7"14"-1584"0,-2-2-384 15,-4-2 0-15,-2 2 3328 0,2 6 592 16,1-3 112-16,-3 1 32 0,-3 2-3024 0,-1 1-592 16,-3 1-128-16,0 0-32 0,-1 2 1120 0,0 0 240 0,-1 2 32 0,0 2 16 15,-1 1-288-15,1 0-48 0,0 4-16 0,0 4 0 16,1 3-384-16,1 3-96 0,1 0-16 0,2 3 0 15,0 4-272-15,3 3-64 0,1 2-16 0,2 3 0 0,1 1-192 0,3 3-48 16,3 1 0-16,4 1 0 0,3 2-64 0,3-3-32 16,5 2 0-16,3-5 0 0,3 1-160 0,3-5 192 15,2-4-192-15,4 0 192 0,4 1-192 0,3-4 0 16,0-2 0-16,4-6 128 0,1-1-128 0,1-2 0 16,0 0 0-16,-1-4 0 0,0-4 0 15,-2-3 0-15,-1-3 0 0,1 0 0 0,-1-3 0 0,0-1 0 16,-2-2-160-16,-2-5 160 0,-1 1-256 0,-4-2 64 15,-4-1 0-15,-1 0 0 0,-2-1 64 0,-2-6 128 16,-4-1-208-16,-2-2 80 0,-5-2 128 0,-2-2 0 16,-4-1 0-16,-1 0-128 0,-4-2 128 0,-2 0 0 15,-1-3 0-15,-2 3 128 0,-2 0-128 0,-1 1 128 16,-2 1-128-16,-4 3 128 0,0 1-128 0,-2 2 0 16,-1 1 0-16,1 3 0 0,-1 2-272 0,1 1-32 15,0 3 0-15,1 4 0 16,2 2-2064-16,0 1-432 0,-2 2-80 0</inkml:trace>
  <inkml:trace contextRef="#ctx0" brushRef="#br0" timeOffset="48589.63">26465 14086 11919 0,'0'0'512'0,"0"0"128"0,0 0-512 0,0 0-128 0,0 0 0 0,0 0 0 16,0 0 160-16,0 0 0 0,0 0 0 0,0 0 0 16,0 0 144-16,0 0 16 0,0 0 16 0,0 0 0 0,0 0 912 15,0 0 176-15,0 0 48 0,0 0 0 16,0 0 336-16,0 0 80 0,0 0 16 0,0 0 0 0,0 0-656 0,0 0-128 16,0 0-32-16,0 0 0 0,0 0-480 0,0 0-96 15,0 0-32-15,0 0 0 0,0 0-112 0,0 0-32 16,0 0 0-16,0 0 0 0,0 0 48 0,10 10 0 15,-4 1 0-15,-6-11 0 0,7 9 64 0,-2 1 32 16,1-1 0-16,0 2 0 0,-3-1 16 0,-3-10 0 16,7 12 0-16,0 0 0 0,-4 1-80 0,3-4-16 15,-2 0 0-15,-4-9 0 16,3 12-16-16,3-2-16 0,-2 2 0 0,2 0 0 0,1-2-144 0,-1 1-32 16,2 0 0-16,0 2 0 0,1 0 0 0,1 2 0 15,1 0 0-15,1 2 0 0,-1 3 96 0,2-3 16 0,2 2 0 16,-1 0 0-16,0 2-48 0,3-2 0 0,0 2 0 15,1-2 0-15,3 2-48 0,-1 0-16 0,-1 0 0 0,1 3 0 16,2 0 32-16,0 1 0 0,0 2 0 0,2 0 0 16,-2-3-96-16,2 2 0 0,0 0-128 15,2 1 192-15,2-1-192 0,0 0 144 16,4-2-144-16,0 0 128 0,1-2-128 0,1-1 192 0,0 1-192 16,1-5 192-16,-2-1-48 0,-2-1 0 0,0 0 0 0,0-2 0 15,-2 0-144-15,0 1 192 0,-3-3-192 16,1 0 192-16,-1-2-192 0,0 0 128 0,0 1-128 0,-2-1 128 15,-3-3-128-15,0 1 0 0,1-2 0 0,-1 0 128 16,-2 0-128-16,-1 2 128 0,-2-1-128 0,1 0 128 0,-3-1-128 0,-2 0 0 16,-3-1 0-16,0 3 128 0,2-4 0 15,-3 3-128-15,-8-6 192 0,6 2-64 0,-6-2-128 16,7 4 0-16,-7-4 0 0,0 0-176 0,7 3 176 0,-7-3 0 16,0 0 0-16,0 0 0 0,0 0 0 15,0 0 0-15,0 0 0 0,0 0 0 0,0 0 0 0,0 0 0 16,0 0 0-16,0 0 0 15,0 0 0-15,0 0 0 0,0 0 0 0,0 0-128 0,0 0-128 0,0 0 0 16,0 0-16-16,0 0 0 16,0 0-1072-16,0 0-192 0,0 0-64 0,0 0 0 15,-3 8-1984-15,3-8-416 0</inkml:trace>
  <inkml:trace contextRef="#ctx0" brushRef="#br0" timeOffset="49453.13">27790 15258 10127 0,'0'0'896'0,"0"0"-704"0,0 0-192 0,0 0 0 0,0 0 2320 0,0 0 432 16,0 0 96-16,0 0 16 0,0 0-1328 0,0 0-272 15,-3 5-48-15,3-5-16 0,0 0 16 0,0 0 16 16,0 0 0-16,0 0 0 0,0 0-432 0,11 7-96 16,-1-3 0-16,1 0-16 0,-1-1 64 0,2 3 16 15,-2-5 0-15,3 4 0 0,0-4-256 0,0 3-32 16,0-1-16-16,0 0 0 0,1-1-272 0,0 2-48 16,0-1-16-16,1 1 0 0,-2-3-128 0,0 2 0 15,0-1 0-15,0-1 128 0,-3 1-128 0,-10-2 0 16,11 4 0-16,-11-4 128 0,11 0-128 0,-11 0 0 15,0 0-160-15,12 2 160 16,-2 0-656-16,-10-2-48 0,10 4 0 0,-10-4 0 16,7 5-2176-16,-7-5-432 0,0 0-80 0</inkml:trace>
  <inkml:trace contextRef="#ctx0" brushRef="#br0" timeOffset="50733.19">27948 15308 17503 0,'0'0'768'0,"-7"3"176"0,1 0-752 0,-1 0-192 16,1-3 0-16,6 0 0 0,0 0 2928 0,0 0 544 16,-2-11 112-16,2 11 32 0,6-13-2416 0,0-2-496 15,1 0-80-15,2 3-32 0,0-1 0 0,1 0 0 0,-1 2 0 0,3-2 0 16,3 2-240-16,-2 3-48 0,-3 3-16 0,2-1 0 15,-12 6 16-15,14-3 0 0,-14 3 0 0,14 3 0 16,-14-3 272-16,11 7 48 0,-2 0 16 0,-2 2 0 16,-4 4 256-16,-1-2 48 0,-1 0 16 0,-2 4 0 15,-2-2-64-15,-1 0-16 0,0 0 0 0,0-2 0 16,-1 1-368-16,1 0-80 0,-1 0-16 0,0-4 0 16,0-1-176-16,5-7-48 0,-8 8 0 0,0-1 0 15,8-7-32-15,0 0-16 0,-10 1 0 0,10-1 0 0,-11-1-144 16,11 1 0-16,-10-6 0 0,10 6 0 15,-7-9 0-15,1 0 0 0,0 0-160 0,4-1 160 0,1-2-176 16,-1 0 176-16,1-1-192 0,1 0 192 0,0-1-176 16,3-1 176-16,0 1-160 0,1 4 160 0,0-3-128 15,1 0 128-15,2 2 0 0,-1 1-144 0,-6 10 144 0,8-7 0 16,-8 7 0-16,0 0 0 0,11-5 0 0,-11 5 0 16,11-1 0-16,-11 1 0 0,12 5 0 0,0 1 0 0,-3 0 0 15,0 4 128-15,-1 3-128 0,0 0 176 16,-2 0-176-16,-2 2 192 0,1 0-64 0,-1-2-128 15,-1 2 192-15,-2 0-64 0,1-3-128 0,-2 1 192 16,-2 0-192-16,0-1 192 0,-2-1-48 0,0 1 0 16,0 0 0-16,0-2 0 0,0-1-144 0,4-9 160 15,-6 8-160-15,-1 0 160 0,7-8-160 0,-9 7 0 16,9-7 144-16,-9 4-144 0,9-4 0 0,-11 1 128 16,11-1-128-16,-10-3 0 0,2-2 0 0,0-1 0 15,2-2 0-15,-1-1 0 0,1 1 0 0,-1-1 0 0,3-2 0 16,2-1 0-16,-1 1-128 0,2 0 128 15,1 2-128-15,1-1 128 0,0 1 0 0,-1 9-160 0,4-11 160 16,2-1 0-16,0 2 0 0,1 1 0 0,-1 0 0 0,2 2 0 16,-8 7-128-16,9-9 128 0,0 3 0 0,-9 6 0 15,11-4 0-15,0 2 0 0,-11 2 0 16,16 4 0-16,-3 0 0 0,1 1 0 0,1 3 0 0,-1 3 0 0,-1-2 0 16,-4 3 0-16,-2-1 144 0,-2 1-144 0,-1-2 176 0,1 2-48 15,-2-3-128-15,-1 2 192 0,-2-11-32 16,0 11-16-16,-2 3 0 0,-1-4 0 0,3-10-16 15,-4 12 0-15,-1-3 0 0,0-1 0 0,-3-2-128 0,0-1 192 16,-1-1-192-16,0 0 192 0,0-1-192 16,0-2 0-16,9-1 144 0,-12 0-144 0,1-1 0 0,2-1 144 15,9 2-144-15,-10-6 0 16,-1-1 0-16,5 0 0 0,-1-4 0 0,1 1 0 0,-1-2 0 0,2 0 0 16,1-2 0-16,2-2 0 0,-1 1 0 0,2-5 0 15,-1 3 0-15,4-2-144 0,0 2 144 0,1-2 0 16,1 2 0-16,1 3-128 0,0 1 128 15,2 0 0-15,-1 3 0 0,2 0-128 0,1 3 128 16,-9 7 0-16,12-6 0 0,-12 6 0 0,16-3 0 0,-1 3 0 16,1 2 0-16,-6 1-128 0,-10-3 128 0,13 9 0 15,-1 0 0-15,0 1 0 0,-3 2 128 0,-1 0-128 16,-3 0 160-16,0 1-160 0,-2-3 176 0,-1 3-176 16,-2-2 192-16,-1 0-192 0,-1 1 240 0,-1 0-64 15,-1-1-16-15,0 0 0 0,-1-3 16 0,0 2 0 16,-2-3 0-16,1 2 0 0,-1-1-48 0,-3-2 0 0,-2 1 0 0,0-3 0 15,1 1-128-15,0-1 160 0,1 0-160 0,-1-2 160 16,1 0-160-16,10-2 0 0,-11 0 0 0,1-2 0 16,0-2 0-16,-2-1 0 0,1 1 0 0,0-2 0 15,0-6-1360 1,2-2-160-16,0-3-16 0,4-3-13376 0,5-2-2656 0</inkml:trace>
  <inkml:trace contextRef="#ctx0" brushRef="#br0" timeOffset="52017.45">28927 14285 27295 0,'0'0'1216'0,"0"0"240"0,-7-2-1168 0,7 2-288 15,0 0 0-15,0 0 0 0,0 0 1344 0,0 0 224 0,-4-7 32 0,4 7 16 16,0 0 640-16,0 0 128 0,-6-1 32 16,-1 2 0-16,-2 2-672 0,3 1-128 0,-1 1-16 0,-1 3-16 15,-1 0-608-15,-1 3-112 16,1-1-32-16,0 1 0 0,-3 5-256 0,0-3-48 15,3 1-16-15,0 1 0 0,-2 0-224 0,2 1-48 16,3-3-16-16,-1 1 0 0,1 2-96 0,-1-3 0 0,2 0-128 0,1-1 192 16,2-2-192-16,-2 1 0 15,1-1 128-15,2 0-128 0,1-10 0 0,-2 11 0 0,1-2 0 0,1-9 0 16,0 0 0-16,1 10 0 0,-1-10 128 0,0 0-128 16,3 11 0-16,-3-11 0 0,0 0 0 0,0 0 0 15,12 6 0-15,-12-6 0 0,13 3 0 0,0-2 0 0,-1-1 0 16,-1-2 0-16,2-2 0 0,0 0 0 0,-1 0 0 0,0-3 0 15,0 4 0-15,1-3 0 0,-2 1 0 0,0 1 128 16,-1 0-128-16,1 0 0 0,0 0 0 0,-2-1 0 16,-1 1 0-16,0 0 0 0,0 1 0 0,-8 3 128 15,9-4-128-15,-9 4 0 16,0 0 0-16,8-3 0 0,-8 3 0 0,0 0 0 16,8-4-1104-16,-8 4-176 0,0 0-16 0,8-1-16 15,2-1-1616-15,-2 2-320 0,-2-1-64 0,-6 1-15216 0</inkml:trace>
  <inkml:trace contextRef="#ctx0" brushRef="#br0" timeOffset="52253.1">28863 14412 11967 0,'0'0'1072'0,"0"0"-864"16,0 0-208-16,0 0 0 0,0 0 5408 0,0 0 1040 0,0 0 208 0,0 0 32 15,0 0-4192-15,0 0-848 0,0 0-176 0,0 0-16 16,0 0 240-16,13 4 48 0,-1 5 16 0,-2 1 0 15,-2 5-688-15,1 0-144 0,0 4-32 0,0 1 0 16,1-1-336-16,-1 2-80 0,-2-2-16 0,3 3 0 16,-3 2-272-16,1-2-64 0,0-1-128 0,0-2 192 15,0 0-192-15,0-2 0 0,-1-2 0 0,1 0 0 16,0-4-528 0,-1-2-208-16,-7-9-32 0,7 7-16 0,-7-7-1376 0,11 4-272 15,2-4-48-15,-1-2-10880 0,-5-5-2176 0</inkml:trace>
  <inkml:trace contextRef="#ctx0" brushRef="#br0" timeOffset="52684.04">29019 14141 20271 0,'-20'-7'1792'0,"3"3"-1424"0,-6 0-368 0,4 0 0 0,5 2 4032 0,-1-2 752 16,2 1 144-16,1 3 16 0,-2 0-3152 0,1 2-624 15,-3 0-128-15,2 3-16 0,-2 3 512 0,1 5 128 16,-1-2 0-16,1 7 16 0,0 3-464 0,1 5-80 0,2 1-32 0,-1 6 0 15,0 3-384-15,0 5-80 0,3 3 0 0,0 2-16 16,1-1-176-16,5 0-48 0,3 3 0 0,1-4 0 16,4 2-224-16,5 0-48 15,3-2-128-15,0-2 192 0,2-5-192 0,4-4 0 0,2-6 0 0,5-2 0 16,2-4 0-16,2-4 0 16,-1-4 0-16,1-3 0 0,0-2-128 0,1-4 128 15,-3-5 0-15,-1-3 0 0,-1-3 0 0,1 0-128 16,-3-5 128-16,0 1 0 0,-1-4 0 0,-1-2 0 15,-3-1-128-15,0-2 128 0,-1-1 0 0,0-1-160 16,-1 0 160-16,-5-2-128 0,-3 1 128 0,0-2 0 0,-1-2-144 0,-4 2 144 16,0-4 0-16,-2 3 0 0,-2 1 0 0,-2 1 0 15,1-1 0-15,-2 1 0 0,-3 2 0 0,-3-1 0 16,-3-1 0-16,0 1 0 0,1 2 0 0,-1-1 0 16,-1-2 0-16,-1 1 0 0,2 3 0 0,0 1 0 15,-1 2 0-15,0-1 0 0,-1 1 0 0,1 4 0 0,1-2 0 0,-1 2-272 16,-2 3 32-16,6-3 16 15,0 2-1632-15,1 1-336 0,3 1-64 16,-3-2-19632-16</inkml:trace>
  <inkml:trace contextRef="#ctx0" brushRef="#br0" timeOffset="53463.48">28138 15185 33279 0,'0'0'1472'0,"0"0"320"0,0 0-1440 0,0 0-352 16,0 0 0-16,0 0 0 0,0 0 1280 0,-6 8 176 16,0 1 32-16,4 3 16 0,-1 2 336 0,2 4 64 15,1 3 16-15,1 5 0 0,3 2-672 0,0 4-128 16,-1 1-32-16,2 5 0 0,1 2-256 0,1 0-48 0,-3 1-16 0,2-1 0 15,1 1-224-15,1 4-48 16,1 0-16-16,0 4 0 0,0 5-144 0,1 0-16 0,2-3-16 16,1 0 0-16,-1-5-144 0,2-3-32 0,-2-4 0 0,0 0 0 15,-2-3-128-15,-1 2 128 0,2 1-128 0,-3 0 128 16,-2-6-128-16,-1 1 0 0,1-1 0 16,-4 0 128-16,1-3-128 0,-2-2 128 0,-1-3-128 15,1-5 128-15,-1 1-128 0,0-2 0 0,-1-5 0 0,-2 2 0 16,1-3 0-16,-1-3 0 15,1-1 0-15,-1 0 0 0,-1 0-256 0,4-9 32 0,-4 12 0 0,4-12 0 16,-5 8-240-16,0 0-48 16,5-8-16-16,0 0 0 0,0 0-1168 0,0 0-224 0,0 0-64 0,0 0 0 15,0 0-1600-15,0 0-336 0,0 0-64 0</inkml:trace>
  <inkml:trace contextRef="#ctx0" brushRef="#br0" timeOffset="53893.4">28100 15971 20271 0,'0'0'1792'0,"0"0"-1424"0,0 0-368 0,0 0 0 0,0 0 3680 0,0 0 672 16,0 0 128-16,0 0 16 0,0 0-2032 0,0 0-416 0,0 0-64 0,6 13-32 15,0-1-208-15,2 0-32 16,0 1-16-16,0 1 0 0,2 2-688 0,-1-1-144 16,-2 1-32-16,0-2 0 0,0-1-304 0,2 0-64 15,0 0-16-15,-1 0 0 0,0-1-160 0,-2-1-32 0,0-1-16 16,-1 0 0-16,0-3-80 0,-5-7-16 0,0 0 0 0,4 9 0 16,-4-9-144-16,0 0 160 0,0 0-160 0,0 0 160 15,0 0-160-15,0 0 128 0,0 0-128 0,0 0 128 16,0 0-128-16,0 0 192 15,0 0-192-15,0 0 192 0,0 0-192 0,1-13 0 0,1 0 144 0,-1-1-144 16,0-2 0-16,0-2 0 0,-1-3 0 0,3-3 0 16,0-2 0-16,1-1 0 0,-1-3 0 0,3 1 0 15,0 1 0-15,2 3 0 0,-1 0 0 0,-1 7-128 16,1 0 128-16,-1 5-128 0,1 1 128 0,-1 1-128 16,-1 1-576-16,2 2-96 15,-7 8-32-15,6-6 0 0,0-1-1472 0,1 2-288 0,5 0-64 0,1 2-18336 16</inkml:trace>
  <inkml:trace contextRef="#ctx0" brushRef="#br0" timeOffset="54819.62">26867 14933 12895 0,'-13'6'1152'0,"6"-5"-928"0,0 1-224 0,7-2 0 16,-6 4 6160-16,6-4 1200 0,0 0 224 0,0 0 48 0,0 0-5024 15,0 0-1008-15,0 0-208 0,0 0-48 0,11 11-144 0,-2-3-48 16,-9-8 0-16,14 10 0 0,1-3-528 0,-2 0-112 16,1 0-32-16,2-2 0 0,-2 0-80 0,2-2-16 15,-2 0 0-15,2-2 0 0,-2-1-128 0,-14 0-48 16,16-1 0-16,-2 1 0 0,0-4 16 0,1 1 0 15,-15 3 0-15,13-4 0 0,-2-1 0 0,-11 5 0 16,0 0 0-16,10-10 0 0,-3-1-48 0,1 2-16 16,-3 0 0-16,2 0 0 0,-3 0-160 0,0-2 192 15,0 1-192-15,-2-2 192 0,2 2-192 0,0-3 192 16,-1-1-192-16,-1 1 192 0,0-2-192 0,0-1 160 16,0 1-160-16,-2-1 160 0,0-1-160 0,0 0 0 15,-2 0 144-15,0 1-144 0,-1 2 0 0,-1 1 128 16,0 0-128-16,0 3 0 0,0-1 0 0,2 2 0 15,-1-1 0-15,-1 2-128 16,4 8-832-16,0 0-144 0,-1-9-48 0,1 9 0 16,0 0-2496-16,5-10-496 0</inkml:trace>
  <inkml:trace contextRef="#ctx0" brushRef="#br0" timeOffset="61242.85">20647 17796 30399 0,'-4'-4'2704'0,"4"4"-2160"0,0 0-544 0,0 0 0 0,0 0 3120 0,0 0 512 0,-3 11 96 0,2 2 32 15,0 1-2816-15,1 2-560 0,1 1-128 0,0 1 0 16,1 0 672-16,-1 1 144 0,3-5 16 0,0 2 16 15,0-1-720-15,1 0-160 0,-1-2-32 0,-4-13 0 16,4 13-48-16,-4-13-16 0,0 0 0 0,0 0 0 16,0 0-128-16,0 0 192 0,0 0-192 0,0 0 192 15,0 0-192-15,0 0 0 0,9-4 0 0,-1-2 0 16,-2-3 0-16,1-1 128 0,-1-2-128 0,2-2 0 16,0-4 160-16,2-3-160 0,1 0 192 0,1-3-192 15,2-4 128-15,0-1-128 0,2-1 0 0,1-1 0 16,0-2 0-16,0 2 0 0,1-3 0 0,-1 3 0 15,-1-2 0-15,-1 4 0 0,1 6 0 0,-3 3 0 16,-4 3 0-16,-1 4 0 0,0 6 0 0,-8 7 0 0,0 0 272 0,0 0 48 16,0 0 16-16,8 11 0 0,-3 0 160 15,0 8 16-15,-1 2 16 0,0 5 0 0,-2 3-192 0,1 5-32 16,0 1-16-16,-2 4 0 0,0 4-64 16,0 3-16-16,-1 3 0 0,2 5 0 0,0 1-48 0,1 2-16 15,0 0 0-15,1-2 0 0,-2-5-144 16,2-2 0-16,-1-4 144 0,1 0-144 0,-2-4 0 0,1-4 128 15,-1-6-128-15,1 0 0 0,0 0 0 16,-1-4 0-16,2-1 0 0,0-6 0 0,-1-2-384 16,-1 2 16-16,2-6 0 0,-1-3 0 15,-1-2-1216-15,-2-8-240 0,6 6-48 0,-6-6-16 16,9 6-992-16,-1-2-192 0,1-7-32 0,0-2-16 16,0-2-960-16,0-4-192 0</inkml:trace>
  <inkml:trace contextRef="#ctx0" brushRef="#br0" timeOffset="61493.67">21262 18260 7359 0,'0'0'656'0,"0"0"-528"0,0 0-128 16,0 0 0-16,0 0 6928 0,0 0 1360 0,0 0 272 0,0 0 48 15,-1 17-5216-15,1-1-1056 0,-1 0-208 0,-2-1-32 16,2 4-688-16,0-2-128 0,-1 2-16 0,1-1-16 16,0 1-688-16,-1-1-144 0,2-3-32 0,0 2 0 15,0 0-256-15,0-1-128 0,0 0 0 0,0-2 128 16,0-1-128-16,2-1-272 0,-1-2 64 0,0 1 16 31,-1-11-1360-31,0 0-272 0,3 9-48 0,-3-9-16 0,0 0-1072 0,0 0-224 0,0 0-32 16,0 0-8016-16,0 0-1600 0</inkml:trace>
  <inkml:trace contextRef="#ctx0" brushRef="#br0" timeOffset="61862.97">21152 18473 17503 0,'0'0'1552'0,"0"0"-1232"0,0 0-320 0,-10 1 0 0,1-1 4896 0,9 0 928 16,0 0 176-16,0 0 32 0,0 0-3392 0,0 0-672 15,0 0-144-15,0 0-32 0,0 0-576 0,0 0-128 16,0 0-32-16,0 0 0 0,9-5-560 0,1 1-112 16,-1-1-32-16,2 0 0 0,1-2-144 0,0 1-16 15,1-1-16-15,1 1 0 0,1-1-48 0,0 1-128 16,2-4 192-16,-1 4-64 0,-2 2-128 0,0 1 128 16,0 3-128-16,-1 3 128 0,-3 0 16 0,0 3 0 15,-2 2 0-15,0 1 0 0,0 3 288 0,-2 0 48 0,0 1 16 16,-1 2 0-16,-1 4-48 0,-2-1-16 0,1 0 0 15,1-1 0-15,-2-1-240 0,2-1-32 0,0 0-16 16,0-4 0-16,-1 0-144 0,-3-11 0 0,0 0 0 16,0 0 128-16,4 10-128 0,-4-10 0 0,0 0 0 0,0 0 0 15,0 0 0-15,0 0 0 0,10-2 0 0,-2-2 0 16,0-3-176-16,-2-3 176 0,0-1-128 0,-1 0 128 16,0-2-256-16,0-2 16 0,0 2 16 0,2-3 0 15,-1 2 48-15,1 1 16 0,1 1 0 0,-2 5 0 16,-6 7 160-16,8-7-160 0,-8 7 160 0,0 0-160 15,0 0 160-15,0 0 0 0,0 0 0 0,11 5 0 16,-11-5 128-16,10 7 0 0,-2 1 0 0,0 2 0 16,-1-1-128-16,1 2 0 0,0-2 0 0,0 1 128 15,1-1-960 1,1-1-176-16,1 1-32 0,1-2-16 0,3-1-2576 16,0-2-512-16,-1-3-96 0</inkml:trace>
  <inkml:trace contextRef="#ctx0" brushRef="#br0" timeOffset="62108.36">22052 18118 28559 0,'0'0'2544'0,"0"0"-2032"15,0 0-512-15,0 0 0 0,0 0 4544 0,0 0 832 16,0 0 144-16,0 0 48 0,0 0-3920 0,13-1-784 0,0-3-160 0,-1 3-16 15,0 1-112-15,1 0-32 0,0 0 0 0,-1 0 0 16,-1 1-544-16,1 3 0 0,1-3 0 0,0 1 0 16,-1-2 0-16,0 2-256 0,-1 1 32 0,3-1 0 31,-3-2-1888-31,1 2-368 0,1 0-80 0,-1 1-11344 0,-12-3-2288 0</inkml:trace>
  <inkml:trace contextRef="#ctx0" brushRef="#br0" timeOffset="62354.02">22085 18281 16575 0,'-12'2'1472'0,"4"-2"-1168"0,-1-2-304 0,1 2 0 15,2 0 6192-15,6 0 1168 0,0 0 256 0,0 0 32 0,0 0-5232 16,0 0-1056-16,0 0-208 0,0 0-32 0,16 4 32 16,1-4 0-16,1-2 0 0,-1 0 0 0,1 1-896 0,2-2-256 15,-1-2 128-15,1 3-128 16,1-1 0-16,1 0 0 0,1-2 0 0,1 3 0 15,-1-2-816-15,2 1-128 16,0 0-16-16,-1 2-13968 0,2 2-2800 0</inkml:trace>
  <inkml:trace contextRef="#ctx0" brushRef="#br0" timeOffset="63542.89">23166 18006 5519 0,'0'0'496'0,"0"0"-496"0,0 0 0 0,0 0 0 0,0 0 6784 0,0 0 1280 16,0 0 240-16,0 0 48 0,0 0-6048 0,0 0-1216 16,0 0-256-16,0 0-32 0,-3 12 800 0,1 1 176 15,-1 0 16-15,0 1 16 0,2 2-1008 0,0-3-208 16,-1 0-32-16,1 0-16 0,0 1-384 0,1 1-160 16,-1-3 128-16,1-12-128 0,0 14 0 0,1-4-144 15,-1-10 0-15,2 12 0 16,1 0-1776-16,1-4-336 0,-4-8-80 0,0 0-16 15,4 7-944-15,-4-7-192 0,0 0-32 0</inkml:trace>
  <inkml:trace contextRef="#ctx0" brushRef="#br0" timeOffset="64080.61">23329 17790 19343 0,'0'0'848'0,"0"0"192"0,0 0-832 0,0 0-208 15,-2-7 0-15,2 7 0 0,0 0 4672 0,0 0 880 16,0 0 176-16,0 0 32 0,0 0-3328 0,4 9-656 0,-4-9-144 0,6 12-32 16,-1 4-432-16,-1 1-80 0,0 1-32 0,1 0 0 15,1 2-368-15,-2-2-80 0,0 3-16 0,0 0 0 16,0 0-176-16,1-1-32 0,0-3-16 0,2 7 0 16,-2-5-240-16,0-3-128 0,-5-16 160 0,7 14-160 15,-2-1 144-15,-5-13-144 0,0 0 128 0,0 0-128 16,0 0 0-16,0 0 128 0,0 0-128 0,0 0 0 15,0 0 0-15,0 0 0 0,0 0 0 0,10-6 0 0,-10 6 0 16,10-10 0-16,-4-2 0 0,-1 0 0 16,2-1 0-16,-1 0 0 0,0-3 0 0,0 1 0 0,1-4 0 15,-1 1 0-15,1 0 0 0,-1 1 0 0,1 0 0 0,-1 3-176 16,1-2 176-16,-1 4-128 16,-1 2 128-16,-5 10 0 0,6-8 0 0,-6 8 0 0,0 0 0 0,0 0 0 15,0 0 0-15,0 0 0 0,8 11 0 0,-2-1 192 16,1 2 0-16,-2 1-16 0,-1 2 80 0,1 1 0 15,0-3 16-15,0 1 0 0,2 2-48 0,-1 1-16 16,2-3 0-16,0 2 0 0,0-6-208 0,0 2 0 16,-1-1 128-16,-7-11-128 0,11 7 0 0,-2 0 0 15,-9-7 0-15,10 4 0 0,1-2 0 0,-11-2 0 16,0 0 0-16,12-3 0 0,-2-3 0 0,-10 6 256 0,8-9-64 16,-2 1 0-16,-6 8-192 0,6-11-256 0,-1-2 48 0,-1-2 16 15,0 0 192-15,-2 0 0 0,1 2 0 0,-1-1 0 16,2-6-144-16,0 2 16 15,0 0 0-15,0 0 0 0,-1-2-176 0,-1 2-16 0,0-1-16 0,-1 3 0 32,0 0-1040-32,2 4-208 0,1 2-32 0,-4 10-16 15,0 0-1616-15,0 0-320 0,0 0-64 0</inkml:trace>
  <inkml:trace contextRef="#ctx0" brushRef="#br0" timeOffset="64314.79">23247 17749 28559 0,'0'0'1264'0,"0"0"272"15,-8-6-1232-15,3 1-304 0,5 5 0 0,0 0 0 0,0-6 3664 16,0 6 688-16,0 0 128 0,7-6 16 0,4-1-3104 0,-1 1-624 16,3-1-128-16,3 2-32 0,1-1-416 0,2 0-192 15,1 1 160-15,3 0-160 0,2 0-208 0,1-2-144 16,0 3-32-16,0 0 0 15,3 2-2048-15,0-1-400 0,-2-1-96 0,-1 2-14528 0</inkml:trace>
  <inkml:trace contextRef="#ctx0" brushRef="#br0" timeOffset="64545.79">23735 17606 17503 0,'0'0'1552'0,"0"0"-1232"16,0 0-320-16,0 0 0 0,0 0 4752 0,0 0 896 15,0 0 176-15,0 0 48 0,0 0-3904 0,14-1-784 16,-1-1-160-16,-2-2-16 0,1 2-112 0,1-2-32 0,1 1 0 0,1 1 0 15,-1-1-480-15,2 1-80 16,1-2-32-16,1 1 0 16,0 0-752-16,0 2-160 0,-1 1-16 0,0 3-16 15,-1 1-2416-15,-2 1-496 0,-3 1-80 0,-3 1-32 0</inkml:trace>
  <inkml:trace contextRef="#ctx0" brushRef="#br0" timeOffset="65015.45">24026 17948 27647 0,'0'0'2448'0,"0"0"-1952"0,0 0-496 0,0 0 0 15,0 0 4160-15,0 0 752 0,0 0 144 0,0 0 16 16,0 0-3344-16,0 0-688 0,0 0-128 16,12-3-16-16,1-2-224 0,1 2-32 0,1 1-16 0,-1-1 0 15,-1 0-416-15,0 2-80 0,-1 1 0 0,-2 0-128 16,-10 0 240-16,0 0-64 0,0 0-16 0,12 3 0 16,-12-3 16-16,0 0 0 0,0 0 0 0,0 0 0 15,0 0 208-15,-1 11 32 0,-5 5 16 0,0-3 0 16,-3 4-112-16,-2-1 0 0,0-1-16 0,0 1 0 15,1-2-64-15,1 1-16 0,0-1 0 0,2 0 0 16,3-1 64-16,1-1 16 0,3-12 0 0,-1 12 0 0,1 0-304 16,0-12 0-16,0 0 128 0,8 9-128 0,0-2 128 15,2-1-128-15,2-4 192 0,1 0-192 0,1-2 0 0,2-2 0 16,1 1 0-16,1 0-192 0,0-2-16 0,2 0 0 16,1 0 0-16,1-3 0 15,0 2-1536-15,3 1-304 0,1-7-64 0,0 4-21056 16</inkml:trace>
  <inkml:trace contextRef="#ctx0" brushRef="#br0" timeOffset="65493.82">24705 17783 31263 0,'0'0'1392'0,"0"0"272"0,0 0-1328 0,-5-5-336 0,1 0 0 0,4 5 0 0,0 0 2048 0,0 0 320 15,0 0 80-15,0 0 16 0,0 0-352 0,0 0-80 16,-1 14-16-16,1 1 0 0,0-2-1120 0,0 1-208 15,0 2-48-15,1-2-16 0,1-1-256 0,-2 1-48 16,0 2-16-16,2-3 0 0,1 0-304 0,-2-1 160 16,-1-12-160-16,3 11 128 0,-3-11-288 0,4 12-64 15,-4-12-16-15,0 0 0 16,5 11-1504-16,-5-11-304 0,0 0-64 0,0 0-16 16,0 0-1040-16,0 0-208 0,0 0-32 0</inkml:trace>
  <inkml:trace contextRef="#ctx0" brushRef="#br0" timeOffset="65703.35">24558 17872 21183 0,'0'0'1888'0,"0"0"-1504"16,0 0-384-16,0 0 0 0,0 0 4400 0,0 0 800 0,0 0 176 15,0 0 16-15,0 0-3152 0,8-9-640 0,2 4-128 0,3-1-32 16,2 2-912-16,2 2-176 0,0-1-32 0,2 2-16 16,2-3-304-16,1 1 0 0,2 1 0 0,0-1-144 15,1 2-1152 1,0-2-240-16,0 3-32 0,-2 0-11312 0,-2-1-2272 0</inkml:trace>
  <inkml:trace contextRef="#ctx0" brushRef="#br0" timeOffset="66139.94">24974 17865 9215 0,'0'0'400'0,"0"0"96"0,0 0-496 0,0 0 0 0,0 0 0 0,0 0 0 0,0 0 6144 0,0 0 1152 15,0 0 208-15,0 0 48 0,0 0-4256 0,0 0-864 16,0 0-160-16,0 0-32 0,12 2-1088 0,-1 0-192 15,-11-2-64-15,15 3 0 0,-1 0-128 0,0 0-16 16,0-1-16-16,0-1 0 0,-1 0-352 0,0 1-80 16,-13-2-16-16,14 0 0 0,-2-2-160 0,-12 2-128 15,13 3 144-15,-1 0-144 0,-12-3 176 0,12 1-176 16,-12-1 192-16,0 0-192 0,0 0 320 0,11 5-32 16,-11-5-16-16,0 0 0 0,0 0 48 0,12 5 0 0,-12-5 0 0,0 0 0 15,0 0-112-15,9 7-16 0,-9-7 0 0,0 0 0 16,0 0-192-16,0 0 176 0,0 0-176 0,0 0 160 15,0 0-160-15,0 0 128 16,0 0-128-16,0 0 128 0,0 0 0 0,0 0-128 0,0 0 192 0,-4 9-64 16,4-9 48-16,-8 9 0 0,1-2 0 0,-1-1 0 15,0 2-48-15,0-4 0 0,0 1 0 0,0 3 0 16,-1 1 64-16,2 1 0 0,-1-3 0 0,0 3 0 16,0 0-192-16,0-3 0 0,2-1 0 0,6-6 0 15,-6 10 0-15,6-10 0 0,0 0 0 0,-5 7 0 16,5-7 0-16,0 0 128 0,0 0-128 0,0 0 128 15,0 0-128-15,0 0 0 0,0 0 0 0,0 0 0 16,0 0 0-16,0 0 0 0,0 0 0 0,11 7 0 16,-1-3 0-16,-10-4 128 0,13 3-128 0,-1-3 128 0,0-3-128 0,-1 2 0 15,1-2 0-15,1 1 0 0,0-2 0 16,2 0-192-16,-2 0 64 0,1-3 128 16,2 2-736-1,-1-1-32-15,2-2 0 0,5-1-15808 0,4 1-3184 16</inkml:trace>
  <inkml:trace contextRef="#ctx0" brushRef="#br0" timeOffset="66874.45">25463 17629 40607 0,'-4'-11'1792'0,"4"3"384"0,-1-1-1744 0,1 9-432 0,0-9 0 0,0 9 0 0,1-7 1696 0,-1 7 256 15,0 0 48-15,0 0 16 0,0 0-368 0,0 0-80 16,0 0-16-16,8 12 0 0,-2 0-784 0,0 2-176 16,-1 3-16-16,0 0-16 0,0 0-144 0,2 1-32 15,-1 3 0-15,-1-4 0 0,2 5-128 0,2-2-48 16,2-2 0-16,-4 0 0 0,0-1-208 0,-1 0 128 15,1-7-128-15,-1 1 0 0,1-2 128 0,-7-9-128 16,6 8 0-16,-6-8 0 0,8 6 128 0,-8-6-128 16,0 0 0-16,0 0 0 0,0 0 0 0,0 0 0 15,0 0 0-15,0 0 0 0,0 0 0 0,7-8 0 16,-7 8 0-16,6-11 0 0,0-1 0 0,-1 0 0 16,-1-1 0-16,0 0 0 0,1-1 0 0,0 0 0 0,-1-2-208 0,1 0 64 15,-1-1 144-15,1 3 0 16,-1-2 0-16,0 6 0 0,0 1-128 0,-4 9 0 0,4-8 0 0,-4 8 0 15,0 0 128-15,0 0 0 0,0 0 0 16,0 0 0-16,0 0 192 0,6 13-48 0,0 0 0 0,0-1 0 16,1 1 0-16,-1 2 0 0,-2 0 0 15,4-1 0-15,1 0-144 0,1-3 128 0,0-1-128 16,0 1 128-16,2-2-128 0,-1 0 0 0,-3-3 0 0,3 0 0 16,-1-4 0-16,-10-2 0 0,12 3 0 0,-12-3 0 15,12 0 0-15,-12 0 0 0,11-3 0 0,-11 3 0 16,11-5 0-16,-11 5 0 0,9-9-144 0,-3 0 144 15,1 0 0-15,-2 1-128 0,-5 8 128 0,5-13 0 16,-1-3-208-16,0 2 64 0,0-2 16 0,0 2 0 0,-1-2-128 16,1-2 0-16,1-3-16 15,-1 0 0-15,-2 3-864 16,1 0-160-16,0 0-48 0,-1-1 0 0,1 1-992 16,-3 2-208-16,-5 1-32 0,1 0-17840 0</inkml:trace>
  <inkml:trace contextRef="#ctx0" brushRef="#br0" timeOffset="67097.81">25322 17491 23951 0,'-12'2'1056'0,"12"-2"224"0,0 0-1024 0,-6-2-256 16,6 2 0-16,0 0 0 0,0 0 4912 0,0 0 912 0,0 0 192 15,12 0 48-15,-1-1-4464 0,2 0-880 0,3 1-176 16,1-2-32-16,-1 2-384 0,2-2-128 0,0 0 0 0,2 0 0 31,-1-1-1728-31,3 1-432 0,3 0-80 0,-1-2-16688 0</inkml:trace>
  <inkml:trace contextRef="#ctx0" brushRef="#br0" timeOffset="67264.75">25833 17440 14735 0,'0'0'1312'0,"0"0"-1056"0,0 0-256 0,0 0 0 16,9-5 5984-16,3 1 1136 0,0 2 240 0,1 0 32 15,-1 2-4832-15,-1-1-960 0,2 0-192 0,0-2-32 16,2 1 64-16,-1 0 16 0,2 1 0 0,-1 0 0 16,1-1-1056-16,1 2-208 0,0 0-32 0,0 2-16 15,-2-1-512-15,1 2-96 0,0-2-32 0,-2 1 0 16,0 0-2320-16,-1 0-480 0,-2 2-96 16</inkml:trace>
  <inkml:trace contextRef="#ctx0" brushRef="#br0" timeOffset="67807.74">26186 17747 14735 0,'0'0'1312'0,"0"0"-1056"16,0 0-256-16,0 0 0 0,0 0 7216 0,0 0 1376 0,0 0 288 15,6-7 48-15,-2 1-5792 0,2-1-1168 0,-6 7-240 16,12-5-32-16,2 0-752 0,1 1-160 0,-2 0-16 0,1 3-16 16,0-1-400-16,1 2-80 0,-1-2-16 0,-1 2 0 15,-13 0-64-15,13-2-32 0,-3 4 0 0,-10-2 0 16,0 0-160-16,0 0 192 0,0 0-192 0,0 0 192 16,0 0-16-16,0 0 0 0,0 0 0 0,0 0 0 15,0 0-16-15,0 0 0 0,-6 10 0 0,-2-1 0 16,-1-1-160-16,-1-1 128 0,-1-1-128 0,1 1 128 15,-2 1-80-15,0-1-48 0,2 2 0 0,-1-2 0 16,2-2 0-16,3 0 0 0,6-5 0 0,0 0 0 16,-7 7 0-16,7-7 0 0,0 0 0 0,0 0 0 15,1 12 0-15,-1-12 0 0,6 11 0 0,2-4 0 16,-8-7 0-16,13 8 0 0,0-2 0 0,0-1 0 0,1-2 0 16,0 1 0-16,1 0 0 0,-1 0 0 15,0-2 0-15,2 2 0 0,0-1 0 0,-2 1-160 0,-1-2 160 0,0 2 0 16,-1 2 0-16,-2-1 0 0,-1-3 0 0,-9-2 0 15,8 7 0-15,-8-7 0 0,0 0 0 0,7 8 0 16,-7-8 0-16,0 0 0 0,1 9 0 0,0-1 0 16,-1-8 0-16,0 0 128 0,-5 8-96 0,-1-2-32 15,-1-1 0-15,-1 0 0 0,0 2 0 0,-1-4 0 16,-2-1 0-16,-1 1 0 0,0-1 0 0,-1 0 0 16,-1-1 0-16,-1-1 0 0,0 0 0 0,-2-1 0 0,0-1 0 15,0 1 0 1,-1 0-560-16,2-2-96 0,2-1-32 0,1 0 0 15,1 2-1856-15,0 0-368 0,2 2-80 16,10 0-16-16</inkml:trace>
  <inkml:trace contextRef="#ctx0" brushRef="#br0" timeOffset="71571.64">24254 5917 10127 0,'3'-9'896'0,"0"0"-704"0,-1 1-192 0,-2 8 0 15,0 0 736-15,0 0 112 0,0 0 32 0,0 0 0 16,5-7-656-16,-5 7-224 0,0 0 144 0,6-8-144 15,-6 8 128-15,0 0-128 0,0 0 128 0,0 0-128 16,0 0 0-16,1-7 0 0,-2 0 0 0,1 7 0 16,0 0 144-16,-10-3-144 0,10 3 160 0,-10-1-160 15,0 0 240-15,0 1-48 0,10 0-16 0,-9 0 0 16,9 0-176-16,0 0 128 0,0 0-128 0,0 0 128 16,0 0 128-16,0 0 32 0,0 0 0 0,0 0 0 15,11-7-64-15,1 2-16 0,1 0 0 0,2 2 0 16,2-2-208-16,1 1 0 0,2 0 128 0,-2 0-128 15,-1-2 0-15,0 1 0 0,-1 1 0 0,-4 0 0 16,-3 1 0-16,-9 3 0 0,0 0 0 0,0 0 0 16,0 0 304-16,0 0 16 0,0 0 0 0,-11 3 0 15,-3-1 224-15,-4 2 48 0,-3-2 16 0,-3 2 0 0,-2-1-336 0,0 3-64 16,0-2-16-16,0 1 0 0,0-3-64 0,0 2 0 16,2-1-128-16,5 1 192 15,2-3-64-15,5-1 0 0,12 0-128 0,0 0 192 0,0 0-64 0,0 0 0 16,11 3-128-16,3-1 192 0,4 0-16 0,2-1-16 15,1-1 0-15,-1 0 0 0,0 0-160 16,0 0 0-16,-1 0 144 0,1 1-144 0,-2 3 0 0,-2 0-256 16,-3 1 32-16</inkml:trace>
  <inkml:trace contextRef="#ctx0" brushRef="#br0" timeOffset="74323.1">25223 14384 20271 0,'0'0'1792'0,"0"0"-1424"0,0 0-368 0,0 0 0 0,8-5 1264 0,1 1 176 16,1 4 32-16,3-2 16 0,2 0-1488 0,0 1-256 16,0 0-80-16,0 1-16 0,2 0 1056 0,-1 1 192 15,0 0 64-15,-1 1 0 0,1-2-704 0,0 2-256 16,-1 1 176-16,1 1-176 0,0-3 0 0,0 2 0 15,1-1 0-15,-1 1 0 0,0-2-256 0,-2 1 0 0,0-1 0 16,1 0-7872 0,-1 1-1584-16</inkml:trace>
  <inkml:trace contextRef="#ctx0" brushRef="#br0" timeOffset="76612.03">27025 17756 23951 0,'0'0'2128'0,"0"0"-1696"0,0 0-432 0,-2-12 0 0,0-1 2752 0,2 13 448 16,0 0 112-16,0 0 16 0,0-5-928 0,0 5-176 15,0 0-48-15,0 0 0 0,0 0-832 0,4 10-192 16,-2 3-16-16,1 0-16 0,-3 0-560 0,0 2-112 15,0-1-32-15,0-1 0 0,-3 0-96 0,3 2 0 16,0-1-16-16,0-1 0 0,0-13-304 0,2 13 0 16,-1 0 0-16,-1-13 0 15,3 13-560-15,-3-13-208 0,5 10-64 0,-5-10 0 16,8 11-1488-16,-8-11-304 0,6 9-64 0,-6-9-9760 0,0 0-1952 16</inkml:trace>
  <inkml:trace contextRef="#ctx0" brushRef="#br0" timeOffset="76820.29">26940 17865 14735 0,'0'0'1312'0,"0"0"-1056"0,-14-6-256 0,3 2 0 16,5 1 5952-16,6 3 1152 15,-4-4 208-15,4 4 48 0,0 0-4512 0,0 0-912 0,0 0-176 0,0 0-32 16,0 0-800-16,12-5-160 0,1 0-16 0,1 2-16 16,2 1-576-16,-1 1-160 0,0 1 0 0,0 0 0 15,1-2 0-15,2 1-240 0,2-2 48 0,1 2 0 16,1 1-1856-1,1 0-384-15,3 0-64 0</inkml:trace>
  <inkml:trace contextRef="#ctx0" brushRef="#br0" timeOffset="77266.85">27388 17893 22111 0,'0'0'976'0,"0"0"208"0,0 0-944 0,0 0-240 15,0 0 0-15,0 0 0 0,4-8 4832 0,-4 8 928 16,8-5 176-16,1 0 32 0,2 2-3680 0,-1-1-752 15,1 1-128-15,0 0-48 0,4 1-832 0,-2 1-160 16,-2 1-48-16,1 0 0 0,0-1-160 0,-2 1-32 16,-10 0-128-16,0 0 192 0,11 1-64 0,-11-1-128 15,0 0 176-15,0 0-176 0,0 0 416 0,0 0-32 0,0 0 0 16,0 0 0-16,0 0 192 0,0 0 16 0,-3 10 16 0,3-10 0 16,-9 6-240-16,-1-1-48 0,-1 1-16 0,1 0 0 15,-2-3-112-15,2 4-32 0,1-3 0 0,9-4 0 16,-8 5-160-16,8-5 160 0,-8 7-160 0,8-7 160 15,-8 6-160-15,8-6 0 0,0 0 0 0,0 0 0 16,0 0 0-16,0 0 0 0,0 0 0 0,0 0 0 16,9 8 0-16,2-2 0 0,-1 1 0 0,0-3 0 15,2 0 0-15,0 1 0 0,0-2 0 0,-1 1 0 16,1-1 0-16,0 1 0 0,0 0 0 0,-1 1 0 16,1-1 0-16,0 2 0 0,-2-1 0 15,-1 1 0-15,-9-6 0 0,9 8 0 0,1 0 0 0,-10-8 0 16,6 8 0-16,-6-8 0 0,5 12 0 0,-5-12 0 15,0 11 0-15,-2 1 0 0,-1-2 0 0,-1 1 0 16,0-3 0-16,-2-1 0 0,-2 0 128 0,0 0-128 0,-1 0 144 16,0 1-144-16,-2-1 160 0,1 1-160 0,-2-5 0 15,1 3 128-15,-2-2-128 0,1-3 0 16,-1 0 0-16,1 0-128 0,0 1 128 0,2-2-208 16,1-2-1136-1,9 2-208-15,0 0-48 0,0 0-16 0,0 0-2192 0,0 0-432 0,0 0-96 16</inkml:trace>
  <inkml:trace contextRef="#ctx0" brushRef="#br0" timeOffset="77789.49">27729 17709 26719 0,'0'0'1184'0,"0"0"240"0,-2-7-1136 0,2 7-288 0,0 0 0 0,0 0 0 15,0 0 4544-15,0 0 832 0,0 0 192 0,0 0 16 16,8 12-3040-16,-1 3-624 0,-1 3-112 0,0 0-16 15,-1 3-1056-15,1-3-208 0,-1 7-32 0,2-2-16 16,0 3-160-16,0-1-16 0,2-3-16 0,1 1 0 16,-1 1-160-16,1-2-128 0,1-1 192 0,-1-2-192 15,-1-4 144-15,-1 0-144 0,-2-2 0 0,1-3 144 16,-7-10 0-16,0 0 0 0,10 7 0 0,-10-7 0 16,0 0-144-16,11 3 0 0,-11-3 0 0,0 0 0 15,10-6 0-15,-2-1 0 0,-1-2 0 0,-1-1 0 16,-1-2 0-16,1 0-176 0,-1-1 48 0,0-2 0 15,0-4 128-15,2 0-128 0,-1-1 128 0,3 0-128 16,-1 0 0-16,0-3 0 0,0 3 0 0,1-2 0 16,0 1 128-16,-1 3-160 0,0 2 160 0,0 3-160 15,-2 0 160-15,-2 4 0 0,-4 9 0 0,0 0-128 0,0 0 128 0,0 0 0 16,0 0 0-16,0 0 128 0,0 0 16 0,5 10 16 16,-2 3 0-16,-1 0 0 0,0 2-32 0,-1 0-128 15,0 4 192-15,2-1-64 0,0-3-128 0,-1 2 192 16,2 0-192-16,1 0 192 0,1-1-192 0,0-2 0 15,1-2 0-15,-1 0 128 0,-1-1-128 0,2-3 0 16,-7-8 0-16,9 7 0 0,0-2 0 0,-9-5 0 16,0 0 0-16,10 1 0 0,-10-1 0 0,0 0 0 15,10-5 0-15,-3-1 0 0,0-4-128 0,-1 1 128 16,0 0 0-16,-2 1 0 0,-1-2-128 0,1-2 128 16,-1-1-160-16,0-1 160 0,1-3-288 0,-2 0 32 15,1 0 16-15,-1-1 0 16,0-2-704-16,-1 3-144 0,0 4-16 0,-1 0-16 15,0-1-1568-15,-1 1-320 0,-2 2-64 0</inkml:trace>
  <inkml:trace contextRef="#ctx0" brushRef="#br0" timeOffset="78002.61">27587 17672 45615 0,'0'0'2016'0,"-3"-6"416"0,3 6-1936 0,1-7-496 0,-1 7 0 0,8-6 0 0,1-1 992 0,2 1 96 16,0 2 32-16,6 1 0 0,3-1-352 15,3-1-80-15,1 1-16 0,2 0 0 0,1-1-528 0,1 3-144 16,-2-1 0-16,4 0 0 16,2-2-1472-16,2 4-352 0,0 3-80 0,0-2-12384 15,0-1-2480-15</inkml:trace>
  <inkml:trace contextRef="#ctx0" brushRef="#br0" timeOffset="78203.19">28169 17597 25791 0,'0'0'2304'0,"0"0"-1856"0,-1-7-448 0,1 7 0 0,0 0 2928 0,8-4 480 16,0-1 112-16,1 0 0 0,1 2-1920 0,2 2-384 16,0 1-64-16,1-1-32 0,2-2-320 0,1 2-64 0,0 1-16 0,1 0 0 15,0-3-576-15,0 3-144 16,-2 3 0-16,2-1 0 15,3 5-2160-15,-1 1-464 0,-2-2-80 0,-1 2-14640 0</inkml:trace>
  <inkml:trace contextRef="#ctx0" brushRef="#br0" timeOffset="78522.72">28606 17838 27647 0,'0'0'1216'0,"0"0"256"0,-9-3-1168 0,3 0-304 0,6 3 0 0,0 0 0 16,0 0 4288-16,0 0 784 0,-7 1 176 0,7-1 16 16,-8 2-2624-16,8-2-528 0,-6 3-96 0,6-3-32 0,-9 7-1120 0,1-1-224 15,8-6-64-15,-8 7 0 0,0 0-160 16,2 0-32-16,-2-1-16 0,1-2 0 0,1 2-64 0,-2 0-16 16,8-6 0-16,-8 8 0 0,8-8-288 0,-6 8 0 15,6-8 0-15,0 0 0 0,0 0 0 0,-4 11 128 16,4-11-128-16,0 0 160 0,0 0-160 0,0 0 0 15,0 0 0-15,0 0-176 0,0 0 176 0,0 0 0 16,0 0 0-16,7 6 0 0,-7-6 0 0,0 0 0 16,13 4 128-16,-1-2-128 0,-12-2 0 0,15 2 0 15,-4-2 0-15,1 0-128 0,-2-2 128 0,2 1 0 16,0 0 0-16,0 1 0 0,-2-2-208 0,1 2-16 16,-1 0 0-16,0 0 0 15,-10 0-768-15,13-2-160 0,-2 0-16 0,-11 2-16 16,12-1-1824-16,-2 1-352 0,-10 0-80 0</inkml:trace>
  <inkml:trace contextRef="#ctx0" brushRef="#br0" timeOffset="78760.86">28665 17835 36911 0,'0'0'1632'0,"0"0"352"0,0 0-1600 0,0 0-384 0,0 0 0 0,0 0 0 0,0 0 1872 0,-4 12 304 0,1 1 48 0,1-1 16 16,2-12-224-16,-2 17-32 0,2 2-16 0,2 0 0 15,-2-4-1072-15,2 1-192 0,1 2-64 0,1 0 0 16,0-1-320-16,0 0-80 0,0-1-16 0,1 1 0 16,0 0-224-16,0-1 0 0,0-3 0 0,2 1-160 15,-2 0-1840-15,2 1-368 0,1-1-80 0,1-1-19504 16</inkml:trace>
  <inkml:trace contextRef="#ctx0" brushRef="#br0" timeOffset="79616.78">23719 18473 10127 0,'0'0'896'0,"0"0"-704"15,-11-3-192-15,11 3 0 0,-9-4 5392 0,9 4 1056 16,-9-6 208-16,2-1 32 0,7 7-3536 0,0 0-704 15,0 0-144-15,0 0-16 0,2-9-432 0,-2 9-64 16,7-6-32-16,4 2 0 0,-1 0-992 0,3 3-192 0,2-2-32 0,2 2-16 16,1-1-16-16,3 1 0 0,2-1 0 0,5 0 0 15,3 2-192-15,5 0-64 0,6-1 0 0,6 0 0 16,6 1-96-16,3 0-32 0,3-3 0 16,5 3 0-16,-1 3-128 0,7-6 160 0,3 0-160 0,8 1 160 15,7-1-160-15,-1 1 128 0,-2-1-128 0,6 2 128 16,3-2-128-16,7 0 0 0,2 0 0 0,0 0 0 15,-3 2 0-15,8 1 0 0,8-3 0 0,-2 3 0 16,-7 0 0-16,3 0 0 0,3 3 0 0,0-3 0 16,0 1 0-16,-5 0 0 0,-6 1 0 0,1 0 0 15,2-2 0-15,-6 0 0 0,-7 0 0 0,-4 0 0 16,-5 0-144-16,0 0 144 0,-3 0 0 0,-3 1 0 16,-5-1 0-16,-8-1 0 0,-6-1 0 0,-7-1 0 15,-4 2 0-15,-4-2 0 0,-2 0 0 0,-4 2 0 0,-4-3 0 16,-5 3 0-16,-5 0 0 0,-1 1 0 0,-4-3 0 15,-5 2 128-15,-3-1-128 0,-11 2 0 16,0 0 128-16,0 0-128 0,0 0 0 0,0 0 0 0,0 0 0 0,0 0 0 16,0 0 0-16,0 0 0 0,0 0 0 0,0 0-160 15,-12-1 0-15,0 1 0 16,1 0-1008-16,-1 3-208 0,-1 2-32 0,0 0-13760 16,-1-1-2736-16</inkml:trace>
  <inkml:trace contextRef="#ctx0" brushRef="#br0" timeOffset="80583.13">25207 18881 29487 0,'0'0'2624'0,"0"0"-2112"0,0-8-512 0,3 2 0 0,2-1 2944 0,2 1 496 16,-7 6 80-16,11-7 32 0,0 1-1312 0,-1 0-272 16,3 2-48-16,2 1-16 0,-1-4-1040 0,2 3-208 15,-1 2-32-15,1 0-16 0,-2 0-240 0,-2 0-48 16,1 1-16-16,-1 0 0 0,0 1-176 0,-2 0-128 16,-10 0 192-16,10 0-192 0,-10 0 192 0,0 0-192 15,0 0 192-15,0 0-192 0,0 0 320 0,0 0-32 16,0 0-16-16,0 0 0 0,-1 13 32 0,-3-4 0 15,-1-1 0-15,-3 1 0 0,-2-1-16 0,-2 1 0 16,-2 1 0-16,-1-1 0 0,1-1 32 0,0 1 0 0,-1 0 0 0,4 1 0 16,-1-3-96-16,1 4-16 0,2-5 0 15,1 2 0-15,2 1-64 0,6-9-16 0,0 0 0 16,-4 9 0-16,4-9-128 0,0 0 0 0,0 12 144 0,3-3-144 16,-3-9 0-16,5 9 0 0,-5-9 0 15,9 7 128-15,1-2-128 0,1 0 0 0,-11-5 0 0,13 6 0 16,0-3 0-16,0 0 0 0,0-2 0 15,0 1 0-15,-1-2 0 0,1 0 0 0,-1-2 0 0,2 1-128 32,-2 0-352-32,-1-1-64 0,1 0-16 0,1-1 0 15,0 1-1216-15,3-2-240 0,-1 0-48 0,1 4-13472 0,0 0-2688 0</inkml:trace>
  <inkml:trace contextRef="#ctx0" brushRef="#br0" timeOffset="81027.23">25893 18792 36447 0,'0'0'1616'0,"0"0"336"0,-1-9-1568 0,-2-2-384 0,-1-1 0 0,0 1 0 0,2 5 1792 0,-2 1 288 16,4 5 48-16,0 0 16 0,0 0-80 0,0 0-16 16,-7-3 0-16,7 3 0 0,0 0-944 0,-7 5-192 15,-3 2-32-15,3 2-16 0,-3 0-208 0,1 3-32 16,0 1-16-16,-1 1 0 0,2 2-160 0,1-3-48 15,1 0 0-15,1 0 0 0,2 0-160 0,3 1-48 16,3-1 0-16,2-1 0 0,1 1-128 0,2 0-64 0,1-2 0 0,3 0 0 16,2-2 0-16,2-1 0 0,2-1 0 15,2-1 0-15,-1-3 0 0,2-2 0 0,0-2 0 16,1-2-160-16,2-1 160 0,-1-1-192 16,1-1 192-16,1-2-192 0,-1 1 192 15,1-2-208-15,-1-3 80 0,-1 1 128 0,-1-2-128 0,0-2 128 0,-1 2 0 16,-1 0 0-16,-3-1-128 0,-3-2 128 15,-2-1-160-15,-2 2 160 0,-2-2 0 0,-3 1 0 0,-2-1-128 0,-2 1 128 16,-1-1 0-16,-2 2 0 0,-4 0 0 0,0 2 0 16,-3 0 0-16,-2 2-144 0,-3-2 144 15,-2 0 0-15,-2 2 0 0,1 5-128 0,-1-5 128 0,-2 6 0 16,-1 0-224-16,2 2 32 0,-1 2 16 0,-1 0 0 31,-1 2-912-31,1 3-176 0,2 1-32 0,1 4-16 0,2 4-1376 16,2-1-288-16,-1 2-48 0,2 2-17056 0</inkml:trace>
  <inkml:trace contextRef="#ctx0" brushRef="#br0" timeOffset="81272.11">25973 18854 18431 0,'0'0'816'0,"-2"-8"160"0,0 0-784 0,0 1-192 16,1 0 0-16,1 7 0 0,0 0 6496 0,0 0 1248 15,0 0 256-15,0 0 64 0,0 0-4928 0,0 0-960 16,13 1-208-16,-2 3-48 0,-11-4-1008 0,14 6-208 16,-1 0-32-16,0 0-16 0,0 1-304 0,0-1-64 0,1 2-16 15,1-1 0-15,0 2-272 0,1 1 160 0,1 0-160 16,0 0 128-16,0-1-128 0,-3-3 0 0,2 1 0 0,0-1 0 31,-2 0-928-31,0 0-272 0,-1-1-48 0,0 2-16 16,0-1-1440-16,-1-2-304 0,-2 0-48 0</inkml:trace>
  <inkml:trace contextRef="#ctx0" brushRef="#br0" timeOffset="81842.47">26502 18822 28559 0,'0'0'1264'0,"0"0"272"0,-4-9-1232 0,3 3-304 0,3-2 0 0,-2 8 0 16,0 0 4096-16,0 0 752 0,7-7 144 0,-7 7 48 0,10-4-2352 0,2 2-448 15,0-1-112-15,2-1-16 0,0 2-1232 0,2 2-256 16,0-3-48-16,2 3-16 0,2-2-176 0,-2 2-48 16,1 0 0-16,0 0 0 0,-2 0-336 0,-2 2 144 15,0 1-144-15,-4-1 0 0,1 2 144 0,-2-2-144 16,-10-2 0-16,0 0 144 0,0 0-16 0,0 0-128 16,0 0 192-16,0 0-64 0,0 0 16 0,0 0 0 15,0 0 0-15,0 0 0 0,0 0-144 0,-7 7 0 16,-4 0 144-16,1-2-48 0,-1 0-96 0,0 1 0 15,-2-1 0-15,0-3 0 0,1 2 0 0,0 0 0 16,2 0 0-16,1 0 0 0,1-1 0 0,8-3 0 16,0 0 0-16,0 0 0 0,0 0 0 0,0 0 0 0,0 0 0 0,0 0 0 15,0 0 0-15,0 0 0 0,-7 6 0 0,7-6 0 16,0 0 0-16,0 0 0 0,0 0 0 0,8 9 0 16,-8-9 0-16,12 7 0 0,-1-3 0 0,2 0 0 15,1 0 0-15,-1-1 0 0,-2 0 0 0,1 0 0 16,1-1 0-16,0 1 0 0,-1-3 0 0,1 4 0 15,0-3 0-15,-1 2 0 0,-12-3 0 0,13 4 0 16,-2 1 0-16,0 0 0 0,-3 0 0 0,-8-5 0 16,0 0 0-16,0 0 0 0,0 0 0 0,5 11 0 15,-3-1 0-15,-2-10 0 0,0 0 0 0,-2 9 0 16,2-9 0-16,-7 9 0 0,-2-2 0 0,0-1 0 16,0 1 0-16,-1-1 0 0,-3 1 0 0,-1-3 0 15,0 0 0-15,0 0 0 0,-2-2 0 0,2 0 0 16,-3 0 0-16,-3 1 0 0,-1-3 0 0,1 0 0 15,-1 0 0-15,1 0 0 0,2-3 0 0,1 3 0 0,1 3 0 16,2-3 0-16,1 1 0 0,3-1 0 16,0-1-384-16,10 1-80 0,0 0-16 15,0 0-16704-15,0 0-3344 0</inkml:trace>
  <inkml:trace contextRef="#ctx0" brushRef="#br0" timeOffset="114947.74">1725 17851 18831 0,'0'0'832'0,"0"0"176"0,0 0-816 0,0-9-192 15,0 9 0-15,0-9 0 0,-1 1 1024 0,1 8 144 16,0 0 48-16,0 0 0 0,0 0-784 0,0 0-160 15,0 0-16-15,0 0-16 0,10-3-448 0,-10 3-96 16,0 0-16-16,0 0-10048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8-07T23:25:20.809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24342 3877 9215 0,'0'0'816'0,"0"0"-656"0,0 0-160 0,0 0 0 16,0 0 2048-16,0 0 368 0,0-7 80 0,0 7 0 0,0-6-1264 0,0 6-256 15,0-7-48-15,-2 2-16 0,2 5 112 16,0 0 32-16,0 0 0 0,0 0 0 0,0 0-16 0,0 0 0 16,0 0 0-16,0 0 0 0,0 0 112 0,0 0 0 15,0 0 16-15,2 9 0 0,-2 3-208 0,0-1-32 16,-2 4-16-16,0-1 0 0,0 3-208 0,1 3-32 16,0 2-16-16,0 4 0 0,-1-1-112 0,0 3-32 15,-1 2 0-15,2 3 0 0,-1-2-160 16,1 4-32-16,0 3-16 0,0 1 0 0,-1-7-112 0,2 1 0 15,0 4-16-15,0-1 0 0,-1 1-16 0,1 2 0 16,0 1 0-16,0-2 0 0,-1 10-32 0,1-3-128 16,0-5 192-16,0-2-64 0,0 0-128 0,0-3 0 15,0-8 144-15,0 1-144 0,1-1 128 0,-1 1-128 16,0-5 128-16,0 0-128 0,0 1 0 0,0-2 128 0,0-1-128 16,1 4 0-16,1-4 0 0,-1-4 0 15,-1-2 0-15,1 0 128 0,-1-2-128 0,0 0 0 16,0-3 0-16,0 0 0 0,0 1-192 0,-1 1 32 0,2-3 16 15,-2 0 0-15,-2 0-16 0,2 0 0 16,1-2 0-16,-1 2 0 0,-1 0-96 0,1 3 0 16,0-3-16-16,-1 0 0 0,-1-3-64 0,1 2-16 0,2 3 0 15,0-11 0-15,0 0-32 0,0 0-16 0,0 0 0 16,0 0 0-16,0 0-1440 16,0 0-272-16,0 0-64 0,0 0-13056 0</inkml:trace>
  <inkml:trace contextRef="#ctx0" brushRef="#br0" timeOffset="1462.71">24313 3991 11967 0,'0'0'528'0,"0"0"112"0,0 0-512 0,0 0-128 0,-5-2 0 0,5 2 0 0,-4-4 3488 0,4 4 672 15,0 0 128-15,0 0 16 0,0 0-1936 0,0 0-400 16,0 0-80-16,-4 6-16 0,0-2-624 0,4-4-128 0,-3 9-32 0,1-2 0 16,1 2-48-16,-1 1-16 0,1 2 0 0,0 2 0 15,-1 3-192-15,1 4-64 0,-2 5 0 0,1-1 0 16,-1 0-176-16,-1 2-32 0,3 3-16 0,-2 3 0 16,1-7-192-16,-1 4-32 0,1 2-16 0,-1 2 0 15,-1-2-144-15,0 3-32 0,0 0 0 0,2 2 0 0,-4 10-128 0,1-1 128 16,1-6-128-16,0 0 128 0,2-1-128 0,-1 1 0 15,2-7 0-15,1-2 0 0,-1-1 0 16,1-1 0-16,-2-2 128 0,2-1-128 0,0 1 0 0,0-3 0 16,0 1 0-16,0-4 0 0,-1 4 0 0,1-3 0 15,1-4 0-15,-1-1 0 0,0-4 0 16,0 0 0-16,0-1 0 0,0-3 0 0,0-1-128 16,0-8 128-16,0 6-160 0,0-6 160 0,0 0-176 0,0 0 176 15,0 0-192-15,0 0 192 0,0 0-240 0,0 0 64 16,0 0 16-16,0 0 0 0,2-6 160 0,0-2-192 15,1-1 192-15,-2-2-192 0,0 0 192 0,-1-1 0 16,0-2-144-16,2-2 144 0,-2-1 0 0,1-4 0 16,0 0-144-16,-1-2 144 0,2-2 0 0,-1-1-128 15,0-4 128-15,2-1 0 0,-2-4 0 0,2-3-128 16,-2-3 128-16,2 2 0 0,1 0 0 0,-1 1 0 16,0 1-128-16,0-1 128 0,-1 0 0 0,1 1 0 15,-1 2 0-15,1 1 0 0,-2 0 0 0,1 1 0 16,-1 0 0-16,0 2 0 0,1 3 0 0,-2 1 0 15,1 1 0-15,-1 2 0 0,0-2 0 0,1 4 0 0,-1 1 0 16,2 2 0-16,-2-1 0 0,0 2-128 16,0 1 128-16,-2 4 0 0,1 1 0 0,0 3 0 0,-1 1 0 15,2 0 0-15,-1 2 0 0,0-1-128 0,-1 1 128 16,2 6 0-16,0 0 0 0,0 0 0 0,-1-7 0 16,0 2 0-16,-1 0 0 0,2 5 0 0,-2-5 0 0,2 5 0 15,0-7 0-15,0 7 0 0,0 0 0 0,0 0 0 16,0 0 224-16,0 0-48 0,0 0-16 0,0 0 0 0,0 0 0 0,0 0 0 15,-1 7 0-15,-1 2 0 0,1 3-160 16,1 2 160-16,-1 4-160 0,-1 4 160 0,1 3-32 16,0 4-128-16,1-2 192 0,-2 6-64 0,1 3 48 15,1 3 0-15,0 3 0 0,0 0 0 0,1-1-176 0,1 1 128 16,-2 0-128-16,1 2 128 0,0 2-128 0,1-1 0 16,-1 0 0-16,2 11 0 0,-1-13 0 0,1-1 0 15,-2-1 128-15,0 1-128 0,1-4 0 0,-1 0 0 16,2-3 0-16,-2 0 128 0,0-5-128 0,-2 0 0 15,2 0 144-15,-1 5-144 0,0-5 0 0,0-1 0 0,2-2 0 16,-1-2 128-16,-1-5-128 0,1-1 0 16,0-4 0-16,1-1 128 0,-2 0-128 0,0-2 0 15,0 0 0-15,0-3 0 0,1-4 0 0,-1-5 0 16,0 0 0-16,0 0-128 0,0 0 128 0,0 0-208 16,0 0 80-16,0 0 128 0,0 0-240 0,0 0 80 15,0 0 16-15,1-8 0 0,-1-1 144 0,2-1 0 16,-2-1-144-16,0-4 144 0,0-2 0 0,0 0 0 0,0-2-144 15,0 1 144-15,0-5 0 0,-2-5 0 0,1 1-128 0,0-2 128 16,-1-1 0-16,1 0 0 16,0-2-128-16,1-1 128 0,-1-3 0 0,-1-5 0 0,2 2 0 0,0-4 0 15,0-4 0-15,0 1 0 0,2 1 0 0,0 2 0 16,1 1 0-16,-1 3 0 0,0-3 0 0,0 2 0 16,1-3 0-16,-1 2 0 0,0-2 0 0,0 3 0 15,2 1 0-15,-1 2 0 0,0 1 0 0,-1-1 0 16,1 5 0-16,-1 2 0 0,2 2 0 0,-1 2 0 15,-2 2 0-15,0 1 0 0,2 3 0 0,-2 1 0 16,-1 4 0-16,2 0 0 0,-2 2 0 0,1 2 0 16,-1-1 0-16,0 3 0 0,0 1 0 0,0 8 0 0,0 0 0 0,0 0 0 15,0 0 128-15,0 0-128 0,0 0 0 0,0 0 144 16,-1-5-144-16,1 5 128 0,0 0-128 0,0 0 192 16,0 0-192-16,0 0 192 0,-3 9-192 0,2 1 0 15,-2 1 0-15,1 4 0 0,-1 1 128 0,0 3-128 16,1 5 0-16,-1 3 128 0,1 5-128 0,-1 1 128 15,2-3-128-15,-1 6 128 0,0 3-128 0,0 2 0 16,1 3 144-16,0-1-144 0,-2-2 0 0,1 1 128 16,0 0-128-16,1 1 0 0,-2 0 0 0,1 0 128 15,2 0-128-15,-3 10 0 0,1-3 0 0,0-5 0 0,0-3 0 16,0-1 128-16,2-5-128 0,-1-3 0 16,-2-3 0-16,2-4 128 0,0-4-128 0,-1-1 0 0,2 0 0 0,-1-2 0 15,0 1 0-15,0-1 0 16,-1-3 0-16,2-2 0 0,-1-2 0 0,0-2 0 15,1 0-160-15,0-1 160 0,0-9-352 0,0 6 32 16,0 2 16-16,0-8 0 16,0 0-896-16,0 0-176 0,0 0-32 0,0 0-16 15,0 0-1536-15,0 0-304 0,6 0-64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8-07T23:01:51.996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894 620 14735 0,'-5'-3'1312'0,"-1"1"-1056"0,0-1-256 0,2-1 0 0,2 0 4800 0,-1 3 896 16,3 1 176-16,0 0 32 0,0 0-3984 0,0 0-816 16,0 0-144-16,0 0-48 0,0 0 304 0,3 14 64 15,-2 4 16-15,2 2 0 0,-2 2-544 0,3 2-112 16,-1 3-32-16,-1 3 0 0,1 1-288 0,-2 1-64 16,2 0-16-16,-1 2 0 0,1 1-96 0,0-1-16 15,-1-4 0-15,1 0 0 0,1-1-128 0,0 0 0 16,0-6 0-16,1-2 128 15,0-2-1344-15,1-6-288 0,1-1-48 0,1-3-16 16,0-2-1472-16,1-3-288 0,0-4-64 0</inkml:trace>
  <inkml:trace contextRef="#ctx0" brushRef="#br0" timeOffset="233.61">1156 512 20271 0,'0'0'1792'0,"-4"5"-1424"15,1 0-368-15,-1 0 0 0,4-5 4608 0,-4 11 864 16,0-2 160-16,1 4 48 0,2 3-3360 0,-2 2-656 0,-1 3-144 0,2 2-32 16,2 1-608-16,0 0-128 0,0 1-32 0,0 1 0 15,1 2-368-15,0-1-80 0,2 0-16 0,0-1 0 16,1-1-256-16,-1 0 0 0,3 0 0 0,-1-1 0 16,0-1-160-16,0-1-96 0,1-1 0 0,-1-2-16 31,-1-1-1472-31,0 1-304 0,1-4-48 0,0 1-16 0,-1-2-1664 15,-1 1-352-15</inkml:trace>
  <inkml:trace contextRef="#ctx0" brushRef="#br0" timeOffset="956.1">928 1079 34095 0,'-4'1'3024'0,"0"2"-2416"16,-1-1-480-16,5-2-128 0,0 0 2368 0,0 0 448 15,0 0 80-15,8 5 32 0,2-1-1760 0,2 0-336 16,1-1-80-16,0-2-16 0,4-2-320 0,1 1-64 16,1-3-16-16,0 1 0 0,2-4-208 0,0 0-128 15,0-2 128-15,0-1-128 0,2-4 128 0,-1 1-128 16,2-2 128-16,-2-2-128 0,1 1 0 0,1 0 0 16,-3 1 0-16,0 0 0 0,-2-3-128 0,-1 0 0 15,-2 0 0-15,-3 2 0 0,0 2 128 0,-2 0-192 16,-2 2 192-16,-1 0-192 0,-2 3 192 0,-2 2 0 0,-4 6 0 0,0 0-128 15,0 0 128-15,0 0 0 0,-7 2 0 0,0 2 0 16,-3 3 192-16,-1 3-16 0,-1 5-16 0,-1 3 0 16,-1 3-16-16,1 2 0 0,0 3 0 0,2 2 0 15,2 0-144-15,1-3 0 0,2 0 0 0,3 1 128 16,2-3-128-16,2 1 0 0,3-5 0 16,3 0-176-16,0-4-336 15,2 0-80-15,2-4-16 0,2-3 0 0,4-3-816 16,2-5-176-16,2-3-16 0,1-3-16 0,2-1-48 0,1-4-16 0,2-2 0 15,-1-3 0-15,2-3-288 16,-4 2-48-16,-3-3-16 0,0 1 0 0,-3-3 384 0,-2-2 80 0,-2 3 16 16,-2-1 0-16,-3-1 1408 0,-1 2 288 0,-3 0 48 0,-1 3 16 0,-1 3 1472 15,-2 2 320-15,-2 4 48 0,-2 3 16 0,-2 0 480 16,-2 4 96-16,-1 2 32 0,-1 1 0 0,-1 6-480 16,-2 2-112-16,0 4-16 0,-2 0 0 0,-2 4-896 0,1 2-192 15,-1 1-48-15,2 2 0 0,1 3-336 0,1-4-80 16,3-2-16-16,2 1 0 0,2-3-272 0,3-2-48 15,0 2-16-15,5-4 0 0,2-5-144 0,3 0-224 16,1-1 48-16,2-2 16 16,3-3-448-16,0-2-96 0,1 0 0 0,-1-3-16 15,0-3-272-15,1 0-48 0,-1-2-16 0,0-1 0 16,-1-2 288-16,0 0 48 0,-1-1 16 0,0-1 0 16,0-3 224-16,-2-2 48 0,-2 0 16 15,0-1 0-15,-1 1 192 0,-1-1 32 0,0-2 16 0,1 4 0 0,-2 0 176 0,-3 4 0 16,1 1 0-16,0 4 0 0,-2-1 0 0,-1 9 192 0,-1-5-64 0,1 5 0 15,0 0 480-15,-6 5 96 16,3 4 32-16,0 0 0 0,0 6-272 0,2 0-48 0,0 2-16 16,2 2 0-16,2-1-400 0,-1 0 0 0,2 0 128 0,1-3-128 15,3 0 0-15,1-2-192 0,0-1 32 16,2 0 16 0,1-4-688-16,1-2-144 0,0-1-32 0,0-2 0 15,1-3-1728-15,2-1-336 0,-1-2-80 0,2-1-11984 0</inkml:trace>
  <inkml:trace contextRef="#ctx0" brushRef="#br0" timeOffset="1178.94">2132 573 11967 0,'-16'0'1072'0,"11"1"-864"0,-3 2-208 0,1 1 0 0,1-2 5696 0,2 4 1088 16,0 0 208-16,3 3 48 0,-2 4-4256 0,2 0-864 15,1 3-160-15,-1 2-32 0,2 3-576 0,1 1-96 16,1 2-32-16,2 0 0 0,0 1-688 0,2 1-144 15,0 0-16-15,-1 2-16 0,1-1-160 0,-1-1 0 16,-1-1 0-16,2 0 0 0,-1-2-192 0,0-1-80 16,-3-2-16-16,0-3 0 15,0-1-1680-15,-1-2-336 0,2-1-64 0,-3-5 0 16,1 0-1568-16,-2-8-304 0</inkml:trace>
  <inkml:trace contextRef="#ctx0" brushRef="#br0" timeOffset="1342.8">1935 864 28559 0,'0'0'2544'0,"0"0"-2032"0,0 0-512 0,0 0 0 15,0 0 3840-15,0 0 688 0,0 0 128 0,10 1 16 16,1-2-3584-16,3-1-736 0,4-3-144 0,4 0-16 16,6-2-48-16,2-2 0 0,5-1 0 0,4-3-13888 15,5-3-2768-15</inkml:trace>
  <inkml:trace contextRef="#ctx0" brushRef="#br0" timeOffset="2217.61">3235 763 42959 0,'-17'2'1904'0,"10"-2"400"0,-1-2-1856 0,-2 1-448 0,1 1 0 0,0 1 0 0,5 2 1088 0,0 2 112 16,1 2 16-16,3-1 16 0,0-6 16 0,3 9 0 15,-2 0 0-15,3 2 0 0,1-3-736 0,2-1-128 0,-1 0-48 0,1-2 0 16,-7-5-208-16,6 4-128 0,2-1 128 0,-1-1-128 16,-7-2 0-16,6-2 0 0,-1-1 0 0,1-1 0 15,-6 4 0-15,5-6-208 0,-3-1 16 0,1-1 16 16,-2-1 176-16,1-1-192 0,-2-1 192 0,0 1-192 16,-2-1 192-16,1 0 0 0,0 0-144 0,-3-2 144 15,-3 3 0-15,-1-2 0 0,-2 2 0 0,0 1 0 16,-2-1 0-16,-1 4 0 0,-2 3 176 0,1 1-176 15,-3 4 208-15,-1 2-48 0,0 5-16 0,-2 2 0 0,2 2 32 16,0 2 0-16,-2 4 0 0,3 2 0 0,0 3-48 16,3 0 0-16,-1 2 0 0,5-1 0 0,1 1 80 0,4 1 16 15,2 0 0-15,4 1 0 0,3-6-224 0,1 0 0 16,3-1 0-16,4-3 0 0,1-2-272 16,3-3-48-16,1-3-16 0,2-2 0 15,2-3-256-15,0-2-48 0,1-2-16 0,0-2 0 16,2-2-144-16,-2-2-32 0,0-1 0 0,-1-2 0 15,-3-5 128-15,-1-1 32 16,1-2 0-16,-2-1 0 0,0-3 112 0,-2 0 32 0,-2-4 0 0,-1 2 0 16,0 0 336-16,-2 1 192 0,-1-3-192 0,-2 5 192 0,0-3 0 0,-2 5 0 15,-2 2 0-15,1 4 144 0,-2 3 192 0,-1 1 48 16,0 7 0-16,0 0 0 0,0 0 464 0,0 0 112 16,0 0 0-16,-5 7 16 0,0 2-288 0,-1 3-64 15,1 3-16-15,1 0 0 0,2 3-320 0,0 1-64 16,2 2-16-16,3 1 0 0,0-1-208 0,2 0 0 0,1-1 0 0,2-2 0 15,-1-1 0-15,2 0-240 0,0-5 48 16,1-1 16 0,-1-3-448-16,3 0-80 0,0-4-32 0,0-1 0 15,-1-3-96-15,0-2-32 0,1-2 0 0,-1-3 0 16,2-3 288-16,0 1 64 0,-1-1 16 0,0-1 0 16,0-6 64-16,-1 1 16 0,1-3 0 0,1 2 0 0,0-2 176 0,1-1 48 0,-2 1 0 0,-1-1 0 15,-2-2 192-15,-1 2 0 0,-3 3 0 0,-1 6 0 16,0 2 320-16,-1 3 128 0,-3 6 0 0,0 0 16 0,0 0 688 0,0 0 128 15,0 0 16-15,-2 12 16 0,-2 4-192 0,0 2-32 16,0 0-16-16,3 3 0 0,-2 1-608 16,1 2-112-16,-1 0-32 0,0 4 0 15,2-2-320-15,0 1 144 0,-1 1-144 0,5-1 0 0,-2-2 0 0,2-2 0 16,1 1 0-16,0-2 0 16,0-1-1264-16,1-2-208 0,0-2-32 0,2-1-16 15,-1-6-1744-15,3-1-336 0,4-3-80 0,0-2-16 0</inkml:trace>
  <inkml:trace contextRef="#ctx0" brushRef="#br0" timeOffset="3085.31">3953 776 11967 0,'-9'-6'1072'0,"5"3"-864"16,0-1-208-16,-1 2 0 0,-2 2 6192 0,2 0 1184 15,0 1 240-15,-2 3 64 0,-1 2-4720 0,1 2-928 16,-1 3-192-16,-1 2-48 0,0 2-480 0,-1 4-96 15,3 0-32-15,1 2 0 0,0 0-752 0,2 0-160 0,1 1-16 0,3-3-16 16,2 1-240-16,0-2 0 16,1-1-144-16,2-2 144 15,2-2-608-15,2-3-32 0,0-2 0 0,3-2 0 16,-1-3-384-16,1-3-64 0,0-1-32 0,-1-5 0 16,4-3 48-16,-1-1 16 0,2-2 0 0,1-2 0 15,-3-3 64-15,3 0 16 0,-1-4 0 0,-2-1 0 0,2-2 272 16,-1-2 64-16,1-4 16 0,0 0 0 0,-2 0 368 0,0 0 64 0,-1-2 0 0,0 2 16 15,0-1 176-15,-2 6 144 0,-2 3-16 0,-4 3-128 16,-2 5 704-16,-2 2 16 0,-2 6 16 0,1 6 0 16,-5-7 864-16,-3 7 192 0,-1 7 16 0,-2 1 16 15,1 5-352-15,-2 2-64 0,-1 5 0 0,1 3-16 0,2 1-704 16,1 2-144-16,-2-1-32 0,3-1 0 0,3 0-192 16,1-1-64-16,3-1 0 0,1 1 0 0,3-1-256 15,1-1 0-15,3-3 0 0,2-1 0 0,2-4-160 0,2-1-96 16,3-3 0-16,1 0-16 15,0-5-272-15,1 0-48 0,3-3-16 16,-2-2 0-16,-1-3-112 0,2 0-32 0,-3-4 0 0,0-1 0 16,0-3 96-16,-2-2 16 0,1-1 0 0,-2 0 0 15,1-5 160-15,-2 1 32 0,-1-1 16 0,-1 1 0 16,0-1 272-16,-2-1 160 0,-3 0-192 0,1 2 192 0,-2 1 0 0,-1 3 0 16,-3 5 0-16,1-1 0 0,-2 4 144 0,0 7 48 15,0 0 0-15,0 0 0 0,0 0 544 0,-8 5 112 16,0 4 32-16,0 3 0 0,2 2-112 0,-2 2 0 15,0 2-16-15,1 1 0 0,2 2-304 0,1 1-48 16,2 1-16-16,0-3 0 0,4 0-224 0,0 1-160 0,1-4 192 0,3 0-192 16,4-2 0-16,-1 0 0 0,-1-2 0 15,2-3 0-15,3-3-320 0,0-2-32 0,3-2 0 16,-2-2 0 0,3-2-96-16,1-2 0 0,2-1-16 0,-1-2 0 0,-2-4 16 15,3 0 16-15,-1-3 0 0,1 0 0 0,-2-4 80 0,2 1 16 0,-2-1 0 0,2-2 0 16,-5-3 336-16,1-2 0 0,0 1-144 0,-1-2 144 15,-3 0 0-15,0 0 0 0,-2 2 0 0,-2 1 0 16,0 5 0-16,-3 0 0 0,-4 4 0 0,-1 2 0 16,0 4 192-16,0 7 160 0,0 0 32 0,0 0 0 0,0 0 480 15,0 0 96-15,-6 0 32 0,-2 1 0 16,8-1-400-16,-7 6-80 0,2 1 0 0,1 2-16 0,3 3-272 16,1-3-48-16,1 3-16 0,3 1 0 0,3 0-160 15,4 0 0-15,0 0 0 0,-1 0 0 0,3 1 0 0,2 2 0 16,0 1-192-16,2-2 192 0,0 0-192 0,0 0 192 15,-1 2-160-15,-2-2 160 0,-1 2-400 0,-2 1 16 16,-2-4 0-16,-3 2 0 0,-3-3 176 0,-1-1 32 16,-3 1 16-16,-1 0 0 0,-2-2 160 0,-3 0 192 15,-5-1-32-15,-2 1-16 0,-2-1 48 16,1-1 16-16,-2 0 0 0,-1-2 0 0,-2-3-208 16,2 1 0-16,-2-1 0 0,-1-3 0 15,-1-2-2336-15,1 0-464 0</inkml:trace>
  <inkml:trace contextRef="#ctx0" brushRef="#br0" timeOffset="3961.42">6155 340 20271 0,'0'0'896'0,"22"-8"192"0,26 1-880 0,-19-2-208 16,-33 0 0-16,-1 1 0 0,0-2 3712 0,-1 3 688 15,0-3 144-15,1 2 16 0,-2 0-2768 0,-1 0-544 16,0 2-112-16,-1 3-32 0,2-1-80 0,-1 3 0 16,-1 2-16-16,-1 3 0 0,-3 0-240 0,-1 4-32 15,0 6-16-15,-2 6 0 0,-3 5-240 0,-2 7-48 16,-1 5-16-16,-1 6 0 0,0 6 160 0,1-1 16 15,0 6 16-15,-1 3 0 0,5-3 112 0,2 2 32 16,2-4 0-16,5 1 0 0,1 1-304 0,7-5-64 16,2-3-16-16,6-2 0 0,2 1-368 0,3-4 0 15,-1-4 0-15,4-5 0 0,0-2 0 0,1-5 0 16,0-3-160-16,1-2 160 0,-1-3-416 0,3-3 32 16,0-2 0-16,-2-3 0 15,2-2-1872-15,0-6-368 0,3-4-80 0</inkml:trace>
  <inkml:trace contextRef="#ctx0" brushRef="#br0" timeOffset="5838.68">6464 740 23087 0,'0'0'1024'0,"0"0"208"0,0 0-976 0,1 6-256 0,3 3 0 0,-1 2 0 16,-2-1 1728-16,0 1 320 0,3 2 48 0,0 1 16 16,0 2-256-16,0 1-64 0,-3 1 0 0,3 2 0 0,0 0-464 0,0-1-112 15,-1-1 0-15,-2 0-16 16,0 0-352-16,0-5-64 0,-1 0-16 0,0-1 0 0,0-3 32 0,0-1 0 16,0-8 0-16,0 0 0 0,0 0 96 0,0 0 32 15,0 0 0-15,0 0 0 0,0 0-288 0,-6-2-48 16,1-4-16-16,1 0 0 0,0-2-256 0,1-1-64 15,1-3-16-15,0 0 0 0,1-2-96 0,0 0-16 16,2-1 0-16,2-3 0 0,-3 0-128 0,2-3 0 16,1-1 0-16,1 1 128 15,1 1-128-15,2 0 0 0,-1-1 0 0,2 0 0 0,1 1-272 0,1 3-48 16,1 2 0-16,-2 2 0 16,1 2-1312-16,2 3-272 0,1 3-48 0,-1 4-16 15,-2 1-656-15,-1 5-144 0,3 3-32 0,-1 4-9040 16,-1 3-1824-16</inkml:trace>
  <inkml:trace contextRef="#ctx0" brushRef="#br0" timeOffset="6321.84">6713 976 11055 0,'0'0'976'16,"0"0"-784"-16,0 9-192 0,0-9 0 0,0 0 3392 0,0 0 640 0,0 0 128 15,0 0 32-15,0 0-2640 0,0 0-528 16,8-5-96-16,-1-2-32 0,1-1-80 0,-1-1-32 16,1-1 0-16,-1-1 0 0,3-3-336 0,-1 0-80 0,-1-1-16 0,-1-2 0 15,1 2-16-15,1-1 0 0,-1 2 0 0,-1-2 0 16,-5-1 96-16,2 3 16 0,-1 2 0 0,-2 2 0 15,0 2 64-15,-1 8 32 0,0 0 0 0,0 0 0 0,-7 0 528 0,-3 4 96 16,0 2 32-16,0 7 0 0,-2 0-304 0,0 4-48 16,-1 3-16-16,1 3 0 0,1-1-384 0,1 3-64 15,4 0-32-15,1 0 0 0,2-2-80 16,3 1-16-16,3-2 0 0,1-3 0 0,5-2-256 16,3 0 0-16,2-4 0 0,2-4 0 15,0-2-448-15,4-2 16 0,2-2 0 16,3-4 0-16,1-2-176 0,0-2-32 0,1-1-16 0,0-1 0 15,-4-5 32-15,-1-1 16 0,-1-4 0 0,-1 0 0 16,-2-1 128-16,1-2 32 0,-2-1 0 0,-1-1 0 16,-3 0 288-16,-1 0 160 0,-3-4-160 0,0 2 160 0,-1-3 0 0,-2 1 128 15,0-2 16-15,-3 1 0 0,0 0 176 0,-2 2 48 16,-2 0 0-16,0 3 0 0,-1 4 80 0,0 1 32 16,1 4 0-16,-3 4 0 0,-3 1 416 0,2 3 96 15,5 5 16-15,-8-3 0 0,0 3-64 0,2 4-16 16,1 4 0-16,1 1 0 0,0 4-480 0,0 5-80 0,3 4-32 15,-1 3 0-15,1 4-336 0,1-1 0 16,1 4 0-16,4 2 0 0,1 1 0 0,0 1 0 0,-1 2 0 0,2 0 0 16,-1 0 0-16,0-3 0 0,-2-2-144 0,-1 0 144 31,1-1-608-31,0-4-48 0,-2-3-16 0,-1-3 0 16,0-1-1488-16,0-3-288 0,1-1-64 0,-2-4-16 0,-2-3-1024 15,2-10-208-15,0 0-32 0</inkml:trace>
  <inkml:trace contextRef="#ctx0" brushRef="#br0" timeOffset="6761.79">7071 912 24767 0,'-4'-20'1088'0,"4"11"240"0,-1 1-1072 0,0 2-256 0,1-1 0 0,0 1 0 16,1-1 3008-16,-1 7 528 0,0 0 112 0,4-6 32 0,-4 6-1248 0,8-5-256 16,0 1-64-16,2 0 0 0,2 0-1088 0,0 1-208 15,3 1-48-15,0 0-16 0,0 4-256 0,0-1-48 16,0 3-16-16,1-2 0 0,1 4-160 0,-3 0-16 15,2 3-16-15,-3 4 0 0,0 3-48 0,0 0 0 16,-3-1 0-16,1 2 0 0,-3 0-32 0,-2 0-16 16,-2-1 0-16,0-2 0 0,0-1-16 0,-2-1-128 15,1 1 192-15,-3-5-64 0,0-8-128 0,0 0 192 0,0 0-192 16,0 0 192-16,0 0-192 0,0 0 0 16,0 0 0-16,0 0 0 0,0 0 0 0,0 0-144 15,1-7 144-15,2-1-208 0,0-3 0 0,0-1 0 16,0-1 0-16,5-4 0 0,2-3-96 0,2-3-16 15,1 1 0-15,0 0 0 0,1-1-32 0,0 4-16 16,-3 1 0-16,1 1 0 0,2 2 144 0,1 2 32 16,-4 2 0-16,0 4 0 0,-2 3 192 0,-1 4 0 0,0 1 0 15,-2 3 0-15,-1 0 208 0,1 3 144 16,-1 2 32-16,0 1 0 0,2 2 64 0,-1 0 0 0,1 1 16 0,-1 0 0 16,-1 0-304-16,2 1-160 0,1 2 160 0,-1 1-160 15,0-4 0-15,-2 0 0 0,2 0 0 0,-1 0 0 0,-2 0 0 16,1-1-288-16,1-3 64 0,-4-1 16 15,-2-8-944-15,0 0-176 0,0 0-32 16,0 0-16-16,5 5-2240 0,-5-5-448 16</inkml:trace>
  <inkml:trace contextRef="#ctx0" brushRef="#br0" timeOffset="6922.15">7739 613 7359 0,'0'0'656'0,"0"0"-528"0,-5 4-128 0,1-2 0 0,4-2 6720 0,-4 5 1328 15,1 1 256-15,1 2 48 0,0 1-6576 0,2 2-1328 16,0-1-256-16,3 2-48 0,0-2-272 0,3 3-64 16,2-4-16-16,1 2 0 15,3-1-2304-15,1-3-464 0,1 1-96 0,2-2-6080 0,1-1-1232 16</inkml:trace>
  <inkml:trace contextRef="#ctx0" brushRef="#br0" timeOffset="7425.24">7980 768 4607 0,'5'0'400'0,"-5"0"-400"15,0 0 0-15,0 0 0 0,0 0 3968 0,0 0 704 0,0 0 128 16,0 0 48-16,0 0-2000 0,0 0-400 15,0 0-80-15,0 0 0 0,0 0-672 0,0 0-128 16,-6 2-32-16,-2-1 0 0,-1 2-80 0,0 1-32 0,0 1 0 16,1-1 0-16,-1 1-288 0,1 1-64 0,-3 4-16 15,4-1 0-15,0 0-256 0,2 0-48 0,1 1-16 0,0 2 0 16,1 0-160-16,2 2-16 0,1 2-16 16,1-2 0-16,2 2-240 0,3-2-48 0,4 3-16 0,0 1 0 15,3 2-240-15,-1 1 144 0,1-2-144 16,1 2 128-16,2 3-128 0,2 0 0 0,-1 0 0 0,0 1 0 15,0-1-144-15,1 1 144 0,-3-1-192 0,-2 0 192 16,-2 1-640 0,0 0-32-16,-3-2 0 0,-2-2 0 0,-2 1-512 0,-3-1-96 15,-1-2-32-15,-1-2 0 0,-3-1 224 0,0-2 32 0,-4-1 16 0,-1 0 0 16,0-3 448-16,-4-3 80 0,-3-2 32 16,-1-1 0-16,-1-2-64 0,0 0-16 0,0-2 0 0,-1-2 0 15,1-2-1152-15,3-3-224 0,-1-4-48 0,5-1-16 16,2-1 592-16,3-1 128 0,1-6 32 15,3 0 0-15,4-1 1632 0,2-1 320 0,1-3 64 0,4-3 0 0,4-2-48 0,3-2-16 16,0-1 0-16,3 1 0 0,0-2-160 0,2 0-32 16,0 0-16-16,1-1 0 0,-1 2-224 15,0 2-32-15,-2-2-16 0,2 3 0 0,-1 3 96 0,-2 3 32 0,-4 5 0 0,2 2 0 16,-4 1 144-16,-2 5 16 16,1 3 16-16,-3 3 0 0,-8 5 304 0,0 0 48 15,0 0 16-15,0 0 0 0,1 7 320 0,-2 4 80 16,-3 2 16-16,1 1 0 0,0 2-464 0,1 1-80 15,-2 2-32-15,0-2 0 0,0 3-416 0,3-3-64 16,1 0-32-16,2 0 0 0,1-2-224 0,0 1-160 0,-3-3 32 0,3-1 0 31,3-1-1312-31,2 0-256 0,-2-2-48 0,3-2-16 16,2-4-496-16,-1 0-112 0,3-3 0 0,0-1-12864 0</inkml:trace>
  <inkml:trace contextRef="#ctx0" brushRef="#br0" timeOffset="8234.94">8487 787 4607 0,'0'0'400'0,"-5"5"-400"0,-2 0 0 0,1 0 0 0,-1 1 7104 16,2 0 1328-16,1 2 272 0,2 2 48 0,0 2-5456 15,0 1-1088-15,2 1-224 0,1 1-32 0,0 0-608 0,2 0-112 16,1 0-16-16,-1 2-16 0,0-2-416 0,3 0-80 16,0 1 0-16,2-2-16 0,0-1-368 0,-2-1-80 15,-2-3-16-15,1 0 0 16,3-2-224-16,-3-1 128 0,-5-6-128 0,0 0 0 0,0 0 0 0,0 0 128 15,0 0-128-15,0 0 0 0,0 0 0 0,7-3 0 16,-2-3 128-16,0 0-128 16,1-2 0-16,0-1 0 0,-2-2 128 0,0 0-128 0,3-1 0 0,-1 2 0 15,2-2 0-15,2-3 0 0,1 0 0 0,-1-1-160 16,3 2 160-16,0-1-128 0,2 1 128 0,0 1-208 0,0 1 80 0,3 1 128 16,1-1-192-16,-2 1 192 15,-1 2-160-15,1 3 160 0,-1 1 0 0,0 1 0 16,0 0 0-16,-2 1 0 0,0 2 160 0,-3 0 128 15,-2 1 32-15,-1 1 0 0,-8-1 112 0,0 0 16 0,5 6 16 16,-1 2 0-16,-2 1 48 0,-4-2 0 0,-4 2 0 16,-1 3 0-16,-2 1-144 0,0 1-32 15,-3 0 0-15,1 3 0 0,-2-2-176 0,2 0-32 16,3 2-128-16,0-1 192 0,1-3-192 0,0 0 0 0,1-1 0 0,0-2 0 16,4-1 0-16,-1-1 0 0,1-1-144 0,2-7 144 15,0 0-352-15,0 0 32 0,0 0 0 0,0 0 0 31,0 0-96-31,0 0-16 0,0 0 0 0,10-3 0 0,-1-2 112 0,3-3 0 0,0-1 16 0,1-3 0 16,1-2 64-16,-1-2 16 0,1-2 0 0,1 0 0 16,0-2 64-16,2 2 16 0,-1-3 0 0,-2 3 0 15,-2 1 144-15,1 2-128 0,-3 2 128 0,1 3-128 0,-1 2 128 16,-2 3 0-16,-8 5 0 0,0 0 0 16,0 0 0-16,0 0 0 0,0 0 0 0,1 8 0 0,1 1 0 0,-2 1 192 15,-2-1 0-15,2 3-16 0,0-1-176 0,2 0 128 16,0 1-128-16,1-1 128 0,1-2-128 0,1-2 0 15,2 1 0-15,0-1 0 0,4-1-176 0,-2 1-16 16,1-6 0-16,3 0 0 16,0-2-256-16,1 0-48 0,0-4-16 0,-1-1 0 15,0 0-48-15,-1-1-16 0,-2 1 0 0,1-6 0 16,-1-1 160-16,0-1 32 0,1-1 0 0,-2 0 0 0,0-2 192 0,1-1 64 16,-2-1 0-16,0-2 0 0,0-1-16 0,1-1 0 15,0-2 0-15,-1 2 0 0,-1 0 944 0,-1 3 192 16,1 0 32-16,-2 2 16 15,0 2-1600-15,-1 3-320 0,-1 5-64 0,-2 2-16 0,-1 6 1328 16,0 0 256-16,0 0 48 0,0 0 16 0,-4 4 176 0,1 5 32 16,1 0 16-16,0 3 0 0,-1 1-416 0,-1 1-96 0,2 4-16 15,0-1 0-15,-1 3-256 0,2-1-128 0,-1 2 128 0,2 0-128 16,0-1 0-16,2-1 0 0,-1-1 0 0,0 1 0 16,1-2-160-16,0 1-64 0,1-3-16 15,0 0 0 1,-2-2-944-16,-1-1-192 0,0-1-32 15,-1-3-16-15,1-8-1216 0,0 0-240 0,0 0-64 0,0 0-14640 0</inkml:trace>
  <inkml:trace contextRef="#ctx0" brushRef="#br0" timeOffset="8819.12">9189 793 36687 0,'0'0'1616'0,"0"0"352"0,0 0-1584 0,0 0-384 0,0 0 0 0,0 0 0 0,0 0 1904 0,0 0 288 15,0 0 64-15,0 0 16 0,0 0-768 0,0 0-160 16,10 0-16-16,2-1-16 0,1 0-608 0,2-1-128 15,2 0-32-15,0-1 0 0,-1-1-352 0,1 0-64 16,4-2 0-16,1 1-128 0,0 1 176 0,-1 0-176 16,1 0 160-16,-2 0-160 0,-3 1 160 0,-2 3-160 15,0 0 160-15,-1 0-160 0,-2 2 192 0,-2 3-48 16,-3-1-16-16,-3 2 0 0,-3 2 160 0,-2 4 32 16,-2-2 0-16,-1 3 0 0,0 0-80 0,-1 0-16 15,-2-1 0-15,1 1 0 0,1 1-224 0,-1 0 0 16,0-3 128-16,1-2-128 15,1 0-208-15,1-1-96 0,1 0-16 0,2-8 0 16,2 7-1184-16,2-1-240 0,-4-6-48 0,0 0-16 16,0 0-352-16,12 3-64 0,2-3-16 0,1-2 0 15,-1 0-160-15,3-2-32 0,-3-3-16 0,2 0 0 16,-3-3 1088-16,1-1 208 0,1-5 64 0,-1 0 0 16,-2 1 128-16,-2-2 48 0,0 1 0 0,0 1 0 0,3-1 512 0,-4 0 96 15,-3 3 32-15,-1 4 0 0,-2 3 448 0,-3 6 80 16,0 0 32-16,0 0 0 0,0 0 1680 0,0 0 336 0,0 0 64 15,0 0 0-15,-4 7-64 0,2 3 0 0,0 1-16 16,2 2 0-16,2-1-736 0,-2 2-144 0,0 1-16 0,1-1-16 16,1 0-416-16,2 1-64 0,-1-1-32 0,1-1 0 15,1-1-352-15,0-3-64 0,1 0 0 0,-1-1-16 0,-5-8-176 16,6 6-48-16,-6-6 0 0,0 0 0 0,8 4 32 0,-8-4 0 16,0 0 0-16,0 0 0 0,0 0 112 0,5-2 32 15,-1-2 0-15,-1-1 0 0,-2-2 0 0,-1-1 16 16,0 0 0-16,0-1 0 0,0-1-224 0,0-4-48 15,-1-2-128-15,2 2 192 0,0-1-192 0,1 5 0 16,0-2 0-16,2 0 0 0,3-1 0 0,-1 0 0 16,2-1 0-16,1 2 0 0,-1 2-256 0,4-2 48 15,-2 0 16-15,3 2 0 16,-1 1-1024-16,2 1-192 16,3 0-32-16,3 0-16 0,2 2-1616 0,0-5-320 0,4 2-64 15</inkml:trace>
  <inkml:trace contextRef="#ctx0" brushRef="#br0" timeOffset="9126.01">10408 551 14735 0,'0'0'1312'0,"-6"0"-1056"16,6 0-256-16,-6 0 0 0,-1-4 7168 0,0 3 1392 15,7 1 272-15,-7-2 48 0,-5 2-6160 0,2-4-1232 16,-2 6-240-16,0 0-48 0,1 0-304 0,0 0-64 0,-2 1-16 0,0-2 0 16,-3 4-432-16,1-1-96 0,-1 1-16 15,3 2 0-15,1-2-272 0,2 4 0 0,0-2 0 0,2 1 0 16,3-1 0-16,2 3 0 0,3-1 0 0,1 0 0 15,2-1-240-15,1 1 48 0,2 0 16 0,2-1 0 16,3-2-160-16,0 2-48 0,2-1 0 0,-1-1 0 16,0 1 32-16,-1 0 0 0,1 1 0 0,1 0 0 15,-1 0 160-15,0 0 16 0,-1 1 16 0,0-3 0 0,1 3 160 16,-2 1 0-16,-3-3 0 0,-2 1 0 16,-1 0 144-16,-2 0 64 0,-3 0 16 0,0 1 0 0,-3-3 432 0,-1 1 96 15,-3-1 16-15,-4 5 0 0,-1-3-432 0,-1 1-80 16,-2 0 0-16,2-1-16 0,-5-3-240 0,4 0 0 15,-1 0 0-15,3 1 0 16,1-3-2224-16,6 1-384 0,1-1-80 0</inkml:trace>
  <inkml:trace contextRef="#ctx0" brushRef="#br0" timeOffset="9395.19">10938 493 31327 0,'-2'8'2784'0,"-4"-1"-2224"0,1 1-560 15,0 2 0-15,-3 2 4432 0,3 1 784 16,0 0 160-16,-1 4 16 0,1-3-3936 0,0 8-800 16,1-2-144-16,0 3-48 0,2-3-224 0,0-1-48 15,2 0-16-15,2-2 0 0,-4-4-176 0,2 0-144 0,3 0 144 0,0-3-208 31,-1 1-928-31,1-2-176 0,-2 0-32 0,2-3-16 16,-2 1-992-16,0-2-192 0,3 2-32 0,-1-2-10032 0,-3-5-2016 0</inkml:trace>
  <inkml:trace contextRef="#ctx0" brushRef="#br0" timeOffset="9559.52">10752 718 46367 0,'-15'4'2048'0,"15"-4"432"0,0 0-1984 0,0 0-496 0,10 2 0 0,-1-1 0 0,1-1 448 0,3 0 0 16,-1 0 0-16,0 0 0 0,-1-1 272 0,4-1 48 16,-1-1 16-16,3 0 0 0,1 1-480 0,3-2-112 15,0-1 0-15,4-1-16 16,7-1-976-16,-6 0-192 0,-1 1-32 0,5-2-20800 0</inkml:trace>
  <inkml:trace contextRef="#ctx0" brushRef="#br0" timeOffset="10991.81">11438 465 42207 0,'0'0'1872'0,"0"0"384"0,0 0-1808 0,0 0-448 16,0 0 0-16,0 0 0 0,6 6 976 0,1 2 112 15,-1 2 0-15,1 5 16 0,-2 3 336 0,0 4 64 16,-1 6 16-16,1 0 0 0,-1 5-688 0,0 1-128 16,0-4-16-16,-2 1-16 0,1-1-320 0,0-1-64 15,-2-3-16-15,0-1 0 0,2-3-144 0,0-3-128 16,-1-2 192-16,1-2-192 0,-2-4 144 0,0-2-144 16,1-2 0-16,-2-7 144 0,0 0-144 0,0 0 0 15,0 0-192-15,0 0 192 0,0 0-336 0,0 0 48 16,6-9 16-16,2-2 0 0,0 0 80 0,-2-1 0 15,1-1 16-15,-1-3 0 0,1-3-64 0,1-1-16 16,-3 1 0-16,3-2 0 0,1-1-64 0,1-1 0 0,-1 3-16 16,2 1 0-1,1 2-128-15,-3 4-32 0,-4 3 0 0,1 3 0 0,1 5 160 0,-7 2 16 0,0 0 16 0,9 2 0 16,-1 6 720-16,-2 3 144 0,0 2 16 0,-1 2 16 16,0 1 16-16,2 0 0 0,-1-2 0 0,2 2 0 15,0-1-336-15,0 1-64 0,1-3-16 0,1-1 0 0,1-3-192 16,0-1 128-16,2-2-128 0,2-1 0 0,0-2 0 0,0-2 0 15,-1-2 0-15,0 0 0 0,-1-1-320 0,2 0 32 16,-1-1 16-16,2-2 0 16,-3-2 0-16,1 1 0 0,2-3 0 0,-5 0 0 0,0-2 32 15,-1 1 16-15,1-1 0 0,-1-3 0 0,-2 0 224 0,0-1 0 16,-2-2 0-16,0 4 0 0,-3-1 0 0,0 2 0 16,-2 2 0-16,-1 3-144 0,-1 1-96 15,1 6-16-15,0 0 0 0,-6-3 0 0,-1 6 384 0,1 1 80 16,-1 5 16-16,-2 0 0 0,0 5 16 0,0 1 0 15,2 0 0-15,1 5 0 0,-1-2-112 0,3 2-128 16,4-2 176-16,1 0-176 0,2-2 0 0,2-1 0 16,3 0 0-16,0-2 0 0,4 0 0 0,2-3-144 15,3-1 144-15,3-2-192 0,3-3-128 0,2-2-48 16,2 0 0-16,2-4 0 16,1-3-32-16,-2 0-16 0,0 0 0 0,1-3 0 0,-3-2 192 0,-3 0 32 15,1-1 16-15,-5-1 0 0,-1-2 176 0,1-1-160 16,-4 0 160-16,0-1-160 0,-2 0 160 0,-3-1-208 0,-1 0 80 0,-1 0 128 15,-3 2 0-15,0-1 0 0,-3 4 0 16,-2 3 128-16,-4 3-128 0,-3 1 0 0,1 3 0 0,-5 2 0 16,0 3 528-16,-2 3 32 0,-4 5 0 0,-2 1 0 15,0-1-112-15,-1 2 0 0,-1 0-16 0,3 2 0 16,1 0-224-16,3 2-32 0,1 0-16 16,2-2 0-16,4-4-160 0,1 0 0 0,5-1 0 0,2 1 0 15,3-2-496-15,3 0 32 0,-1-4 0 16,5 0 0-16,0 1-432 15,3-4-64-15,0-2-32 0,0-1 0 0,2-2-32 0,-1-1 0 16,-1-1 0-16,-3 0 0 0,0-2 160 0,-1 1 32 0,-1-1 0 16,0-2 0-16,2-3 432 0,-3 1 80 0,-2-1 32 0,1 0 0 0,-2 2 288 15,0-2 0-15,-1 3 0 0,0 1 0 0,0 2 0 0,-2 0 224 16,-2 6-32-16,0 0-16 0,0 0 464 0,0 0 80 16,0 0 32-16,0 0 0 0,-2 11 464 0,1-2 112 15,-1 1 16-15,1 2 0 0,2 2-800 0,2 1-160 16,-1-1-16-16,2-1-16 0,2 0-224 0,1-1-128 15,3 0 128-15,0-1-128 0,0 0 0 0,2-1 0 16,4-1 0-16,2-2 0 0,0-3-176 16,2-3-48-16,-1 2-16 0,2-3 0 0,0-3 48 0,-1-1 16 0,0-1 0 15,1-2 0-15,-1 0-144 0,-2-1-48 16,0-3 0-16,-1 1 0 0,0-3 112 0,-1-1 32 16,-6-5 0-16,1 2 0 0,-2 0 224 0,-1-1 0 15,0-1 0-15,-5-2 0 0,0-5 272 0,0 1 48 16,-1 0 16-16,0 0 0 0,-1 1 0 0,0 0 0 15,1 1 0-15,-2 3 0 0,0 3-128 0,-2 4-16 0,0 3-16 16,-2 3 0-16,-3 1 464 0,2 3 80 0,5 3 32 0,0 0 0 16,-7 9-48-16,2 0 0 0,0 4 0 0,1 2 0 15,-1-1-448-15,1 3-112 0,1 3-16 0,2 0 0 16,0 3-128-16,-1-1 0 0,2 0 0 0,2 0 0 16,-1 2 0-16,2 0 0 15,-1-3-224-15,1 1 80 0,-2-5-928 16,1 0-176-16,1 0-32 0,0-1-16 15,-2-3-1040-15,1-3-208 0,2 1-32 0,-3-2-10160 0,-1-9-2048 0</inkml:trace>
  <inkml:trace contextRef="#ctx0" brushRef="#br0" timeOffset="11178.44">12662 679 25791 0,'0'0'1152'0,"0"0"224"0,0 0-1104 0,0 0-272 0,0 0 0 0,0 0 0 0,0 0 3984 0,8-4 752 15,2 2 128-15,2-2 48 0,2 2-3152 0,3-3-624 16,4-1-128-16,2 1-32 0,3 0-672 0,3-2-144 16,4 0-32-16,1-1 0 15,2-1-704-15,2 0-160 0,-2-2-32 0,3 1-19552 0</inkml:trace>
  <inkml:trace contextRef="#ctx0" brushRef="#br0" timeOffset="11613.82">13544 723 39567 0,'0'0'1744'0,"0"0"368"0,0 0-1680 0,0 0-432 0,0 0 0 0,8 6 0 0,-5 5 1152 0,-2-2 160 15,2 3 32-15,-1 3 0 0,1 6 576 0,1 3 112 16,2 4 16-16,0 4 16 0,0 0-944 0,2 3-192 16,0-1-32-16,1 9-16 0,0-2-480 0,0-5-80 15,0-1-32-15,-2-5 0 0,-2-5-288 0,-1 0 0 16,0-7 128-16,0-2-128 0,0-3 0 0,-2-3-272 16,-1-1 48-16,-1-9 16 15,0 0-928-15,0 0-176 0,0 0-32 0,0 0-16 16,0 0-1152-16,0 0-240 0,0 0-32 0,-9-6-16 15,2-5-1296-15,-1-2-256 0,-1-6-48 0</inkml:trace>
  <inkml:trace contextRef="#ctx0" brushRef="#br0" timeOffset="11857.49">13507 871 28447 0,'-6'-15'1264'0,"4"6"256"0,-5-4-1216 0,1 0-304 0,-1-3 0 0,5 4 0 16,2 3 2752-16,2 1 512 0,3 2 80 0,3-1 32 16,3 1-1200-16,2 2-256 0,1-3-32 0,4 2-16 15,2 1-768-15,2 2-144 0,3-2-48 0,2 1 0 16,2-1-416-16,-1 3-96 0,2 0-16 0,2 1 0 15,-1 0-256-15,-1 1-128 0,0 3 128 0,-4 2-128 0,-4 1 0 0,-2 3 0 16,-6 2 0-16,-2 2-176 0,-4 2 176 0,-4 1-160 16,-4 1 160-16,-3 2-160 0,-4-1 160 15,0 1 0-15,-6-1 0 0,-3 0 0 0,-1-1 0 16,-1-4 0-16,0 2 0 0,-1-3 0 16,2-3-256-16,2-1-128 0,2-1-32 15,0-3 0-15,2-1-1568 0,2-1-320 0,1-2-64 0,8-1-16 16,-6-2-1184-16,6 2-224 0,-2-8-48 0</inkml:trace>
  <inkml:trace contextRef="#ctx0" brushRef="#br0" timeOffset="12183.56">13986 714 29599 0,'0'0'1312'0,"0"0"272"0,9 4-1264 0,1 0-320 16,-3 1 0-16,0 3 0 0,-2 1 3136 0,0 2 576 16,1 1 128-16,-3 1 0 0,0 0-1600 0,1 2-336 15,0 0-64-15,0 1-16 0,0-3-992 0,0 0-192 16,0 0-32-16,1 1-16 0,0-3-240 0,0-1-48 15,2-3-16-15,-1-1 0 0,1-2-288 0,1-1 0 16,1-1 0-16,0-2 0 0,-1 0 0 0,-1-2-256 0,3-2 32 0,-1-1 0 16,1-3-80-16,-1-1-16 15,-1-2 0-15,0 0 0 0,0-1-64 0,0-1 0 0,-1-2-16 0,2 1 0 16,-2-2 0-16,0 2 0 16,-1 0 0-16,-1-1 0 0,-1 1 192 0,-1 2 32 0,-1 6 16 0,0-1 0 15,-2-1 160-15,0 8 176 0,0 0-48 0,0 0 0 16,0 0 496-16,0 0 80 0,-3 10 32 0,3 1 0 15,-3-2-192-15,3 3-32 0,2 0-16 0,0 0 0 0,2 1-240 16,1 0-64-16,3 0 0 0,0-2 0 0,1 0-192 0,3-1 0 16,0-3 0-16,-1-2 0 0,2 2-256 0,2-1-112 15,-2 1-16-15,3-2 0 16,-1-5-1520-16,1-3-304 16,-1 1-64-16,2-2-11776 0,-1 0-2352 0</inkml:trace>
  <inkml:trace contextRef="#ctx0" brushRef="#br0" timeOffset="12945.9">14516 682 14735 0,'0'0'1312'0,"0"0"-1056"0,-10-1-256 0,3 1 0 0,-1 0 5504 0,8 0 1056 16,0 0 208-16,0 0 32 0,-1 8-4048 0,-1 1-832 15,2 0-144-15,-1 3-48 0,1 2 32 0,1 2 0 16,1-2 0-16,0 3 0 0,1 0-736 0,-1 0-128 16,4-1-48-16,-1-1 0 0,1 0-400 0,0-1-96 15,-1 0-16-15,1-1 0 0,-1-2-160 0,2-2-48 16,-1-1 0-16,1-2 0 0,0-3-128 0,-7-3 0 15,0 0 0-15,7 0 0 0,0 0 0 0,-7 0-192 16,0 0 64-16,6-1 128 0,0-6-224 0,-1 1 80 16,1-2 16-16,0-1 0 0,-4-2 0 0,3 0 0 0,1-3 0 0,-1 1 0 15,0-2-64-15,3-1 0 0,1 2 0 0,0-3 0 16,0 1-64-16,0 2 0 0,0 1-16 0,1 2 0 16,-4 4-32-16,1 1 0 0,-7 6 0 0,0 0 0 15,0 0 304-15,7 4 0 0,-3 3-128 0,2 1 128 16,-3 1 304-16,1 1 112 0,-1 2 32 0,0 0 0 15,-1-1-192-15,1 0-48 0,-1-1 0 0,0 1 0 0,0-2-208 16,2 0 0-16,1 1 128 0,1-3-128 16,-6-7 0-16,8 4 0 0,-8-4 0 0,9 4 0 15,1 0 0-15,-2-2-192 0,1-2 192 0,0-2-160 16,0-2-16-16,0-2 0 0,-1 1 0 0,0-1 0 16,-1-1-32-16,-1-1-16 0,-1-1 0 0,3 0 0 0,-1-1-32 0,-1-1-16 15,1 0 0-15,-1 0 0 0,-1-2 48 0,1 0 16 16,-2 1 0-16,-2-1 0 0,1 4 16 0,-1 3 16 15,-2 6 0-15,0 0 0 0,0 0-16 0,0 0 0 16,0 0 0-16,0 0 0 0,0 9 432 0,-1 1 80 16,1 2 0-16,0 0 16 0,3-2-208 0,-1 3-128 15,1 0 128-15,2 0-128 0,3-1 0 0,1 0-128 16,3-2 0-16,1 2 0 16,1-3-480-16,3 0-96 0,1-1 0 0,3-3-16 15,-3-4-1040-15,1 1-208 0,0-2-32 0,-2-2-16 16,1 1-512-16,-1 0-96 0,-1-2-32 15,-2-2 0-15,-2-3-736 0,-1 0-128 0,-2-3-48 0,-1 0 0 16,-2 1 1664-16,2-1 336 0,-4 5 64 0,1-6 16 16,-1 0 368-16,0-3 80 0,0 0 16 0,0 4 0 0,0 0 2256 0,-1 2 464 15,0 3 96-15,1 0 0 0,-4 6 1472 0,0 0 272 0,0 0 64 16,0 0 16-16,-3 8-32 0,-1 3 0 0,2 2 0 0,-2 1 0 16,1 2-1152-16,-1 1-256 0,2 1-32 15,-1 1-16-15,3 5-1072 0,-1-2-224 0,0 1-32 16,2 2-16-16,1 0-464 0,2 0-112 15,-1-6-16-15,1 2 0 0,1 0-192 0,0 0 0 0,-1 0 128 0,1-3-128 0,-2 0 0 16,1-1-128-16,-1-2 128 0,1-2-208 0,-2-2-144 16,1 0-32-16,-2-3 0 0,0 1 0 15,-1-9-368-15,0 0-80 0,0 0 0 16,0 0-16-16,0 0-1152 16,0 0-240-16,-1-7-32 0,0-1-16 0,-2-1-912 0,3-2-192 0,0-4-48 15</inkml:trace>
  <inkml:trace contextRef="#ctx0" brushRef="#br0" timeOffset="13200.98">15265 697 30063 0,'0'0'1328'0,"0"0"272"0,0-8-1280 0,0 3-320 0,-1 0 0 0,1 5 0 0,0 0 2624 0,0 0 448 15,0 0 80-15,0 0 32 0,9-4-1584 0,1 2-304 16,2 2-64-16,1 0-16 0,2 0-640 0,2 0-128 16,-1 3-16-16,4 0-16 0,1-1-224 0,5 2-32 15,-1 0-16-15,0 1 0 0,-3 0 48 0,-3 2 0 16,1-1 0-16,-3 1 0 0,-3 1-64 0,-5-2-128 15,0 1 192-15,-1 1-64 0,-3-1-128 0,-1 3 128 16,-2-1-128-16,-2 0 128 0,-3 0-128 0,-4 4 128 16,-3 1-128-16,-2 1 128 0,-2-2-128 0,-2 0 160 0,-1-2-160 15,-1 1 160-15,0 0-160 0,-2-2 0 0,2 1 0 16,-2-3 0 0,1-2-464-16,2-1 16 0,3 2 16 0,1-6 0 15,0 0-2112-15,1-1-416 0,0 0-96 0</inkml:trace>
  <inkml:trace contextRef="#ctx0" brushRef="#br0" timeOffset="13525.24">15605 64 11967 0,'0'0'1072'0,"0"0"-864"0,0 0-208 0,0 0 0 0,14 4 6464 0,0 2 1232 16,2 0 256-16,-1 2 48 0,0 2-5184 0,0 3-1056 15,1 2-208-15,2 2-32 0,2 2 0 0,-1 3 0 16,-1-1 0-16,3 4 0 0,1 0-864 0,1 2-160 16,3 3-48-16,-2 1 0 0,-1 5-240 0,0 1-48 15,2 3-16-15,-4 1 0 0,-3 1-144 0,-2 2 160 16,-3 1-160-16,-2-2 160 0,0-3-160 0,-3-1 192 16,-6 2-192-16,-3-2 192 0,-4-3-48 0,-1-1 0 15,0-1 0-15,-3-2 0 0,1-2 0 0,-4-2 0 0,-5-2 0 16,4-6 0-16,0-1-144 0,-1 1 192 15,0 1-192-15,-2-4 192 0,0 0-384 0,1-2-80 16,-1 0-16-16,0-2 0 16,-1 4-2080-16,0-4-400 0,4-3-96 0</inkml:trace>
  <inkml:trace contextRef="#ctx0" brushRef="#br0" timeOffset="15418.74">16493 822 48671 0,'0'0'2160'0,"0"0"432"0,0 0-2080 0,0 0-512 0,0 0 0 0,9-3 0 16,2 1-528-16,-1 0-224 0,2 2-32 0,1-1-16 0,1 0 1328 0,3-3 272 15,2 0 48-15,1 1 16 0,3 1-560 0,0 0-112 16,1 0-32-16,0-1 0 0,2-1-352 0,2 2-80 16,0-1-16-16,1-1 0 15,1-2-2624-15,0 0-528 0,1 3-96 0</inkml:trace>
  <inkml:trace contextRef="#ctx0" brushRef="#br0" timeOffset="16038.79">17634 763 25791 0,'0'0'2304'0,"0"0"-1856"0,-3-5-448 0,3 5 0 0,-1-5 3648 0,0-2 640 16,1 7 128-16,-4-5 32 0,0-1-3104 0,-1 0-640 15,0 2-112-15,-2 2-16 0,-1-1 448 0,-1 2 80 16,-3 2 32-16,-1 2 0 0,-1-1-464 0,0 4-96 16,-3 3 0-16,0 1-16 0,-1 3-176 0,-1 2-48 15,0-1 0-15,2 2 0 0,0-1-80 0,3 2-32 16,2 0 0-16,3-1 0 0,3-2-224 0,5-1 0 16,0 1 0-16,2-2 0 0,2-3 0 0,3-2-336 15,3-1 48-15,2-3 16 16,1 1-240-16,1 0-64 0,1-4 0 0,2-1 0 15,1-2-80-15,-1 0-32 0,1-3 0 16,0 2 0-16,0-3 80 0,-1-2 16 0,-2-1 0 0,1 1 0 0,-2 1 160 0,-2 1 48 16,1-2 0-16,-1 0 0 0,-1-3 256 0,-2 2 128 15,-2 1-128-15,-2 0 128 0,-1 1 0 0,-2-1 0 16,0 2 0-16,-1 7 176 0,0 0 304 0,0 0 64 16,0 0 16-16,0 0 0 0,-6 0 80 0,1 3 0 0,5-3 16 15,-4 8 0-15,0 2-336 0,1 4-64 0,2 5 0 0,1 3-16 16,1 1-112-16,3 5-128 0,1 3 176 15,3 4-176-15,0 0 0 0,2 7 0 0,4 2 0 16,-1 3 0-16,-2 0 0 0,2 1 0 0,0 3 0 16,-1-2 0-16,0-2 0 0,-3-3-224 0,-3-1 32 0,1-1 16 31,-3-3-208-31,-4-2-64 0,-3 0 0 0,-1-4 0 0,-3-7 240 16,-4-3 32-16,-2-3 16 0,-3-3 0 0,-3-3 160 0,-2-2 0 15,-2-2 0-15,0-5 0 0,1-1 192 0,0 0-48 0,1-1 0 0,-1-5 0 0,0-1 0 16,0-3 0-16,0 1 0 0,1-1 0 15,-1-3-144-15,1-3 0 0,2-1 0 0,3-3 0 16,1-5-576-16,5-4 16 0,1-1 0 16,3-2 0-16,4-1-1808 0,3-4-384 15,3 0-64-15,4-3 0 0,4 0-656 0,2-2-128 0,3-1-32 0</inkml:trace>
  <inkml:trace contextRef="#ctx0" brushRef="#br0" timeOffset="16351.15">17959 802 16575 0,'0'0'736'0,"0"0"160"0,0 0-720 0,0 0-176 16,0 0 0-16,0 0 0 0,0 0 5120 0,-4 0 1008 16,0 3 192-16,-1 1 32 0,-3 1-3760 0,1 0-752 15,1 4-160-15,-2 2-16 0,-2-1-512 0,0 3-112 16,1 3-16-16,0 0 0 0,1-2-352 0,2 2-80 16,1 2-16-16,1-4 0 0,1-1-320 0,2-1-80 0,1-2-16 0,1 1 0 15,2-1-160-15,2-1 0 16,1-1 0-16,2-3 0 15,3-1-384-15,0-2-64 0,1-2-16 0,1-3 0 16,3 0-288-16,-2 0-48 0,-1-3-16 0,-1 0 0 16,0-3 176-16,-1-3 48 0,0 2 0 0,-2-2 0 0,0 0 224 0,-1-1 48 0,-2 0 16 15,-3 0 0-15,0-1 304 0,-2-2-192 0,-1 2 192 0,-3-2-160 16,-2 0-80-16,1 2-16 0,-1 0 0 16,-2 1 0-16,1 1-64 0,-3 1 0 0,0 2-16 15,-2 1 0-15,1 2-512 0,-1 3-112 0,1 1 0 16,2 0-16-16,0 1-1776 0,8 1-368 15,-6 0-64-15</inkml:trace>
  <inkml:trace contextRef="#ctx0" brushRef="#br0" timeOffset="16978.22">18397 841 23951 0,'0'0'1056'0,"-3"-3"224"16,-2-3-1024-16,1 1-256 0,1 0 0 0,1-2 0 0,-3 2 3232 0,1 3 592 15,-2 0 112-15,-3 2 32 0,-4 0-2048 0,-1 3-384 16,-2-2-96-16,-1 6-16 0,-1 3-112 0,0 1-32 16,0 0 0-16,-1 2 0 0,4-1-528 0,-1 2-112 15,3 1-32-15,3-4 0 0,0 0-272 0,4-1-48 16,1-1-16-16,0-1 0 0,5-8-272 0,0 8-144 16,0-8 16-16,0 0 0 15,5 7-416-15,3-2-80 0,2-1-16 0,3-2 0 16,0 0-176-16,0-2-32 0,0-2-16 0,0 0 0 15,0-2 144-15,2-4 16 0,-1 0 16 0,0 0 0 16,-2 2-32-16,0-3-16 0,-2 0 0 0,-1-2 0 0,-1-1 304 0,-1 1 64 16,-2-2 16-16,-1 1 0 0,0 0 352 0,-2 2-176 0,0-2 176 0,-1 3-128 15,-1 1 128-15,0 8 0 0,-1-6 160 0,-1 0-160 16,2 6 384-16,0 0-32 0,-5 0 0 0,5 0 0 16,-6 7 64-16,2 1 16 0,1 1 0 15,2-1 0-15,-1 2-256 0,4 2-48 0,0-3-128 0,2 3 192 16,0 1-192-16,1 0 0 0,2 0 0 0,2 0 0 15,0-5 0-15,2 1-160 0,0-1 160 0,2-2-128 16,0-2-528-16,2-1-112 16,2-2 0-16,-2-2-16 0,0-2-336 15,-1-1-64-15,-1-1-16 0,3-2 0 16,-2-3-64-16,0 1-16 0,-1-6 0 0,0 2 0 0,-2 0 496 0,-1 0 80 16,-1-2 32-16,-1-2 0 0,0-4 464 0,0-1 208 0,-2-2-192 0,0-2 192 0,0 0 0 0,1-1 240 15,-2-3-16-15,0 1 0 0,-1 2 80 0,0 1 16 16,0 0 0-16,-2 5 0 0,-2 0 240 0,-1 5 48 15,0 2 16-15,-3 5 0 0,-1 5 848 0,-1 4 192 16,0 4 16-16,-2 2 16 0,-1 7-192 0,0 6-32 16,0 3-16-16,0 2 0 0,-1 8-736 15,3 0-144-15,-1 2-16 0,1 0-16 0,2-1 32 0,2-2 0 16,1 0 0-16,3 1 0 0,2-1-336 16,3-1-64-16,1-1-16 0,2-2 0 0,1-2-160 0,1-3-256 15,1-4 64-15,1-2 16 16,0-4-1744-16,4-3-336 0,2-3-80 0,3 1-16128 0</inkml:trace>
  <inkml:trace contextRef="#ctx0" brushRef="#br0" timeOffset="17164.75">19023 582 16575 0,'0'0'736'0,"0"0"160"0,-6 5-720 0,0-5-176 0,1 0 0 0,-1 2 0 0,4-1 5984 0,2-1 1168 15,0 0 224-15,0 0 48 0,-5 8-6144 0,2 0-1280 16,2-1-144-16,1 4-96 16,1-2-1088-16,2 3-208 0,-1 1-64 0,2 0-15664 15</inkml:trace>
  <inkml:trace contextRef="#ctx0" brushRef="#br0" timeOffset="17314.4">19089 819 36863 0,'-10'8'3264'0,"10"-8"-2608"0,-7 5-528 0,1-1-128 0,6-4 3200 16,-6 5 624-16,6-5 112 0,0 0 32 0,0 0-2944 0,-2 8-576 16,2-8-112-16,0 0-16 0,-4 4 336 0,4-4 80 15,0 0 16-15,0 0 0 0,0 0-752 0,0 0 0 16,0 0 0-16,0 0 0 16,0 0-2368-16,5 9-352 0,3-2-80 0</inkml:trace>
  <inkml:trace contextRef="#ctx0" brushRef="#br0" timeOffset="18228.82">19787 632 29487 0,'0'0'2624'0,"0"0"-2112"15,0 0-512-15,0 0 0 0,0 0 3840 0,2 9 640 0,2 4 144 16,0 0 32-16,-1 4-3376 0,-2 2-688 0,0 3-128 0,-3 1-16 16,-5-1 448-16,3 1 80 0,3 1 32 0,2-1 0 15,0-1-608-15,2-1-112 0,0-3-32 0,1-1 0 16,-2 0-128-16,1-4-128 0,-2 0 192 0,2-2-192 0,-3-11 144 0,0 0-144 15,0 0 0-15,0 0 144 0,0 0-144 0,0 0-224 16,0 0 48-16,0 0 16 0,5-4-96 0,1-3 0 16,0-2-16-16,-1-1 0 0,-1-3 0 0,1 0 0 15,0 0 0-15,2-3 0 0,1-2 64 0,-1-4 16 16,1 1 0 0,0 0 0-16,0 0 48 0,1 2 16 0,0 0 0 0,3 2 0 15,-3 2 128-15,1 4-192 0,1 1 192 0,-2 3-192 0,-1 3 192 16,1 4 0-16,-1 3 0 0,0 4 0 15,-1 4 432-15,1 1 16 0,0 4 0 0,0 1 0 0,0 1 32 0,-1 0 16 16,1 0 0-16,0 1 0 0,0-2-208 0,-2-2-32 16,1 1-16-16,-1-4 0 0,1-1-112 0,0-3-128 15,-2 0 176-15,1-2-176 0,1 0 160 0,-1-2-160 16,-6-4 128-16,0 0-128 0,0 0 0 0,0 0 0 16,8-2 0-16,-1-2 0 0,-1-2 0 0,1-3 0 15,-1-2 0-15,2 0 0 0,0-1-256 0,0-1 80 0,-1 0 16 16,1-2 0-16,0-3-16 0,1 0 0 0,0 0 0 15,0 1 0-15,-2 1 32 0,1 2 0 16,0-1 0-16,-1 4 0 0,1 2 144 0,-1 1-192 0,-2 1 192 0,-5 7-192 16,0 0 192-16,7 5 0 0,-2 5 0 0,-1 1 0 15,-2 0 208-15,1 3 32 0,-1 4 0 16,2-1 0-16,0 3-96 0,0-2-16 0,1 2 0 0,1-2 0 16,1-1-128-16,3-2 0 0,0 0 0 0,2-2-176 15,1-3-1488 1,2-1-320-16,4-2-48 0,2-1-16 15,1-4-1728-15,0-2-368 0</inkml:trace>
  <inkml:trace contextRef="#ctx0" brushRef="#br0" timeOffset="18747.84">20751 692 18431 0,'0'0'1632'0,"0"0"-1312"0,-8 1-320 0,-1 3 0 0,-1 2 5552 0,-2 2 1040 16,-1 3 192-16,-1 0 64 0,1 0-4288 0,0 3-864 15,0 0-160-15,1 1-48 0,0-2-112 0,0 1-32 16,5 0 0-16,0-1 0 0,1-3-768 0,2-1-144 15,1 0-48-15,0-3 0 0,3 4-384 0,3-3 0 16,2 0 0-16,3-1 0 16,0-4-400-16,2 0-64 0,2 0-16 0,1-2 0 15,1-4-304-15,2 0-64 0,-3 0-16 0,2-1 0 16,-1-1 32-16,0 0 0 0,-1-2 0 0,-1 0 0 16,0 2 272-16,-2-1 64 0,-3-1 16 15,0-1 0-15,-1-4 144 0,-1 3 16 0,-1-5 16 0,-2 2 0 16,0 0 32-16,-2 0 0 0,0 0 0 0,-2 3 0 15,0-3-112-15,-2 1-32 0,-1 2 0 0,-1 1 0 16,3-1-160-16,-1 3-48 0,-2 0 0 0,3 2 0 16,0 0-128-16,3 5-16 0,0 0-16 0,0 0 0 15,-3-4 96-15,3 4 32 0,0 0 0 0,0 0 0 16,0 0 32-16,0 0 16 0,0 0 0 0,0 0 0 0,0 0 976 0,0 0 192 0,0 0 32 16,0 0 16-16,6 6 928 0,0 5 192 0,1 2 48 0,-1 0 0 15,1 0-48-15,-2 2-16 0,3 4 0 0,-1 0 0 16,3 1-640-16,-3-1-128 0,4 1-32 0,1-1 0 15,1 0-256-15,0-2-48 0,0-2-16 0,0-2 0 16,-2-4-272-16,1 1-48 0,-1-3-16 0,-1-1 0 16,0-4-80-16,0 1-32 0,-3-3 0 0,1-3 0 0,0-1-144 15,0 2 0-15,-2-2 0 0,1-4 0 0,-2-1 128 16,-1-2 0-16,0 0 0 0,0-1 0 16,-2 0-128-16,1 2 0 0,-2-5 0 0,1 1 0 15,-1 0 0-15,0-3-192 0,1 4 64 0,0-5 128 16,1-1-496-16,1-2 32 0,-2 2 0 15,2 1 0-15,-1 1-1648 0,1 1-320 0,1 3-64 16,0 1-11312-16,0 3-2256 0</inkml:trace>
  <inkml:trace contextRef="#ctx0" brushRef="#br0" timeOffset="19032.95">21201 843 24879 0,'0'0'2208'15,"0"0"-1760"-15,0 0-448 0,10 0 0 0,0-3 1792 0,0 1 256 16,0-2 64-16,1-3 16 0,1 1-832 0,-2-2-160 15,2 0-48-15,0-2 0 0,1-2 0 0,0-1 0 16,0 0 0-16,0 0 0 0,1-2-704 0,-1 2-160 16,-3 0-32-16,1-1 0 0,-2-2 32 0,-2 1 0 0,-4 3 0 0,1 1 0 15,-2 4 288-15,-4 3 64 16,2 4 16-16,-5-3 0 0,-3 6 464 0,-2-1 96 0,-2 6 0 16,0 3 16-16,1 4-128 0,-1 0-16 0,0 3-16 0,4 0 0 15,-1-1-448-15,3 1-96 16,1-1-16-16,1 0 0 0,1-2-256 0,3-2-48 15,1-2-16-15,3 1 0 0,1 0-128 0,5 1-144 0,3-5 144 16,2 1-208-16,1-1-880 16,5-2-160-16,1-1-32 0,5-2-16 0,5 1-544 0,0-3-96 15,1-1-32-15,-1-1-11328 0,2-2-2256 0</inkml:trace>
  <inkml:trace contextRef="#ctx0" brushRef="#br0" timeOffset="19409.87">22309 602 27647 0,'-5'-3'2448'0,"-2"0"-1952"0,-3 1-496 0,1-3 0 0,-2 5 3904 0,1 1 672 15,-3 3 144-15,-3 1 16 0,1 3-2512 0,-1 2-512 16,-1 3-112-16,-1 4 0 0,-3 3-512 0,1 1-80 16,2-3-32-16,1 1 0 0,0 0-512 0,6-1-96 15,-1-1-32-15,5 0 0 0,2 0-336 0,5-4 0 16,4 0 0-16,1 0 0 15,4-3-512-15,3 1-80 0,2-2-16 0,1 1 0 16,0-3-1008-16,2-3-208 0,-1 0-32 0,1-4-16 16,-1-2 784-16,-2-4 144 0,-1-1 48 0,1 1 0 15,1-2-448-15,-1 0-96 0,-1 0-16 0,0-1 0 16,0-3 272-16,-1-1 48 0,-2-1 16 0,1 1 0 16,-1 1 176-16,-2 1 48 0,-2-1 0 0,0 0 0 0,-2 2 672 0,-2 2 224 0,0 1 0 0,-2 7-160 15,0 0 1024-15,0 0 208 0,0 0 32 16,0 0 16-16,0 0 336 0,-4 8 64 0,1 1 16 15,2 0 0-15,1 1-784 0,4-1-160 0,0 1-16 0,1-1-16 16,0 0-560-16,3-1-192 0,1-1 0 0,3-1 0 16,1-1-1872-1,2 1-368-15,0-1-80 0</inkml:trace>
  <inkml:trace contextRef="#ctx0" brushRef="#br0" timeOffset="20131.65">22592 620 7359 0,'0'0'656'0,"-5"5"-528"0,0 0-128 0,-2 3 0 0,3 0 6976 0,0 1 1376 16,4 4 272-16,0 1 48 0,2 2-5712 0,-1 1-1136 16,2-1-224-16,0 1-64 0,0-2 32 0,0 1 0 15,-3-2 0-15,4 1 0 0,3-4-656 0,-1 0-128 16,-2-2-16-16,1-1-16 0,-5-8-352 0,0 0-64 16,0 0-16-16,0 0 0 0,0 0-80 0,10 2-32 15,-10-2 0-15,9-5 0 0,-2 2 48 0,-7 3 16 16,5-5 0-16,0-3 0 0,-1-1-16 0,-1-1-16 15,-1-1 0-15,1 2 0 0,0-2-240 0,-1 0 144 0,2 1-144 0,0-1 128 16,1-2-128-16,2-1 0 0,-2 2 0 16,2 2-176-16,-1-5-96 0,1 6-32 0,0 0 0 0,4 0 0 31,1-1-944-31,1 0-192 0,1 3-32 0,2-1-16 16,0 1-368-16,3 1-64 0,0-1 0 0,2 2-16 15,0 1-624-15,1 0-112 0,-1 4-16 0,5-4-16 16,-4 3 1664-16,-2 0 336 0,-3 1 64 0,-3 1 0 0,-3 2 1232 0,-4 1 240 0,0 1 64 15,-3 0 0-15,-3 3 1360 0,-2 0 288 0,-2 2 48 0,-2 2 16 16,-2 2-656-16,0 2-128 0,-2-1-32 0,-2 1 0 16,1-2-736-16,-1-1-160 0,0 2-16 0,0-2-16 15,-1 1-352-15,3-1-80 0,1-2-16 0,3-2 0 16,3-1-272-16,0-2-144 0,2-6 160 0,3 7-160 0,-3-7 0 0,9 6-320 16,1-1 64-16,0-2 0 15,0-3-352-15,2-1-64 0,2-3-16 0,-1 1 0 16,1-1 0-16,2 0 0 15,1 0 0-15,3-2 0 0,-3-3 48 0,-2 0 0 0,0 1 0 0,-4-1 0 16,-3 0 128-16,-1-2 48 0,-1 1 0 0,-2-1 0 16,-1 0-48-16,1-1-16 0,-3 0 0 0,1 0 0 15,1 1-1248-15,1 0-240 0,-3 1-48 0,2-1-16 16,3 3-864-16,0-1-160 0,-1 0-32 0,-1 0-16 16,1 0 656-16,0 0 128 0,0 1 16 0,2 2 16 15,-2 0 32-15,0 2 16 0,2 2 0 0,-7 2 0 16,0 0 4160-16,0 0 832 0,0 0 176 0,0 0 16 0,2 10 1488 0,-2 3 288 0,2 3 64 0,-2 1 16 15,-2 1-1744-15,1 0-368 16,0 2-64-16,1 1-16 0,0-3-1088 0,1 0-208 16,2-1-48-16,-1-1-16 0,2-3-512 0,0-3-112 15,1-2 0-15,-1 1-16 0,0-2-368 0,1-1-192 0,3 1 192 0,0-6-192 16,0 0 0-16,-2-1-320 0,2-1 32 16,3 0 16-16,-1 1-48 0,1-4-16 0,-2 1 0 0,0-3 0 15,-4-2-16-15,2 1 0 0,-2 0 0 0,0-1 0 16,0-3-256-1,0 1-48-15,1-2-16 0,-1-1 0 0,1-1-1664 16,1 1-336-16,-1-3-64 0,1 1-14608 0</inkml:trace>
  <inkml:trace contextRef="#ctx0" brushRef="#br0" timeOffset="20925.59">23574 538 17503 0,'0'0'1552'0,"0"0"-1232"0,0 0-320 0,-1 9 0 0,-1 3 4160 0,2 2 768 16,0 3 144-16,0 1 48 0,0 2-2704 0,-1 1-544 15,0 1-96-15,1-3-32 0,1 2-64 0,0-1-16 16,-1-2 0-16,3-1 0 0,1 0-768 0,-2-2-144 16,2 0-48-16,0-6 0 0,0-1-496 0,1 0-208 15,-5-8 176-15,7 6-176 0,-7-6 0 0,0 0 0 16,0 0 0-16,0 0-160 0,8-1-96 0,-1-2 0 16,0-1-16-16,-2 0 0 15,-1-1-128-15,0 0-32 0,0 0 0 0,1-3 0 16,3-1-144-16,-2-2-16 0,0 2-16 0,2-3 0 15,-2 1-48-15,1 0-16 0,2 0 0 0,-2-2 0 16,1 1-96-16,0-1 0 0,-1 1-16 0,0 3 0 16,0 0-128-16,-2 2-32 0,0 1 0 0,-1 1 0 15,-4 5 16-15,0 0 0 0,0 0 0 0,0 0 0 0,0 0 736 0,4 5 192 0,0 3 0 16,-1-1 0-16,-1 4 0 0,1 1 0 0,0-1-144 16,-1 1 144-16,2-2 0 0,1 2 0 0,1 0 0 15,1 0 0-15,4-1 432 0,1 0 0 0,-1-2 0 16,4 0 0-16,0 0-240 0,1 0-32 0,-2-2-16 0,3-3 0 15,1-2 64-15,1 1 16 0,0-3 0 16,1 1 0-16,2 1 16 0,-1-2 0 0,1-2 0 0,0 0 0 16,2-4 16-16,-4 1 0 0,1 1 0 0,5-6 0 0,-2-2-48 0,-2 0 0 15,-2 1 0-15,-3-2 0 0,-8 1-208 16,0 0 0-16,-1-2 0 0,-2 1 0 0,-2 1 0 0,-3 2 0 16,1 1 0-16,-5 1-160 0,-1 0 320 0,-2 1 64 15,-5 5 16-15,-2-1 0 0,-3 3 672 0,0 4 144 16,-4 1 32-16,-7 4 0 0,6-1-368 0,0 3-64 15,-1-2-16-15,2 4 0 0,3 1-192 0,2 2-32 16,0-1-16-16,2 0 0 0,1-2-128 0,5 0-16 16,1 0-16-16,3 0 0 0,1 0-240 15,2 1-240-15,3-3 48 0,1-1 16 16,4-2-432-16,2 0-96 0,2-2 0 0,1 1-16 16,-3-6 32-16,3 0 16 0,2-1 0 0,-1-1 0 15,4-3 160-15,0 0 48 0,-1-6 0 16,0 1 0-16,-1 1 112 0,1-4 32 0,-3-2 0 0,-1-3 0 15,-1-3 48-15,1-2 16 0,-3 4 0 0,1-2 0 16,-1-3-64-16,1-2-16 0,1-2 0 0,-2-2 0 0,-1-1 336 0,0 0 0 16,0-2 0-16,3-9 0 0,-4 11 0 0,-3 1 0 15,-2 5 0-15,-2 0 128 0,2 6 464 0,-2 4 96 16,-1 3 16-16,-1 5 0 0,1 6 784 0,0 0 176 16,-6 2 16-16,0 7 16 0,-2 6-608 0,-1 4-128 15,1 3-32-15,0 5 0 0,2 1-224 0,1 0-64 0,-1 2 0 0,4 0 0 16,0 2-256-16,2 1-64 0,0-3-16 15,3 0 0-15,1-2-304 0,0 0 0 0,2-2 0 0,3-1 0 16,1-3-176-16,0-1-32 0,-1-4-16 0,0 1 0 31,0-5-1504-31,2 0-320 0,1-1-48 0,1-2-12256 0,-2-2-2464 0</inkml:trace>
  <inkml:trace contextRef="#ctx0" brushRef="#br0" timeOffset="22410.55">24978 430 32255 0,'0'0'2864'0,"4"-4"-2288"0,-2-3-576 0,-2 7 0 0,4-6 3056 0,2 2 496 16,0 0 96-16,2 2 32 15,1 4-2656-15,-1 3-544 0,1 1-96 0,1 6-32 0,2 1 832 0,1 7 160 16,0 3 48-16,0 5 0 0,2 0-704 0,-1 4-144 15,2 2-32-15,-2-1 0 0,-2 1-208 0,-2-4-48 16,1 0-16-16,-2-5 0 0,-3 0-80 0,-1-7-16 16,-1 0 0-16,0-5 0 0,-1-1-16 0,-1 0-128 15,0-6 192-15,-2-6-64 0,0 0-128 0,0 0 160 16,0 0-160-16,0 0 160 0,0 0-160 0,0 0 0 16,0 0-192-16,0 0 192 0,0 0-320 0,4-9 64 15,0-3 16-15,1-1 0 0,-1-1-96 0,2-2-32 16,3 1 0-16,-1-5 0 15,0 3-128-15,1-5-16 0,2 1-16 0,0-2 0 16,0 3-128-16,-1-1-32 0,1 6 0 0,-1 0 0 16,-1 6-48-16,-1 3-16 0,-2-1 0 0,-6 7 0 15,0 0 496-15,7 7 80 0,-2-1 32 0,-1 5 0 0,0 2 752 0,0-2 160 0,0 4 16 0,1 2 16 16,2-2-352-16,0 1-64 16,2-2 0-16,1-1-16 0,-1 2-368 0,1-2 144 15,2-5-144-15,1 1 0 0,1-1 0 0,-2-1 0 16,0-1 0-16,2-2 0 0,2-2-288 0,-1 1-16 15,1-2 0-15,2-1 0 0,1-3-16 0,-1 0-16 0,-1-3 0 0,1 0 0 16,-1 1 80-16,0-2 0 16,2 1 16-16,0-4 0 0,-2 1-32 0,-3-4-16 0,-1 0 0 15,0-1 0-15,0 0 0 0,-2-2 0 16,-2-2 0-16,-2-2 0 0,1 1 32 0,-2 0 16 16,-4 4 0-16,-2 2 0 0,-1-2 64 0,-2 4 16 0,-1 0 0 0,0 3 0 15,-5 3 160-15,-1 2 176 0,-3 3-48 16,-2 3 0-16,0 2 464 0,-1 2 96 0,1 3 16 0,0 1 0 15,1 3-128-15,1 2-32 0,1 2 0 0,3 3 0 16,2-3-32-16,3 3-16 0,1-2 0 0,4 2 0 16,3-5-304-16,4 1-48 0,3 0-16 0,6 0 0 0,5-2-128 15,3 0-224-15,1-2 48 0,2-5 16 16,2-1-208-16,0-1-32 0,-8-4-16 0,1 0 0 16,3-1-16-16,0-1 0 0,2 0 0 0,2-3 0 15,1-2 80-15,2 0 16 0,-1 0 0 0,2-2 0 0,-1-1 0 0,-2-1 0 16,-1 1 0-16,7-5 0 15,-6-1-176-15,-4-2-16 0,-5 1-16 0,-3-2 0 16,-4 0 64-16,-4 4 16 0,0-2 0 0,-3 1 0 16,-1 1 304-16,-3 1 160 0,-4 2-160 0,-3 1 160 0,-3 2 176 0,-7 1 128 15,-6 2 16-15,-2 4 16 0,-2 0 688 0,-3 5 128 16,-3 0 16-16,2 4 16 0,1 3-432 16,1 1-96-16,2 3-16 0,2-3 0 0,2 0-304 0,5 0-64 15,1-1-16-15,3-1 0 0,3 0-256 0,3-1-144 0,3 1 16 0,2-2 0 31,-1-9-512-31,5 8-80 0,3-2-32 0,1-1 0 16,3 2-256-16,1-5-48 0,0-2-16 0,1-1 0 0,2 0 176 16,-2-4 16-16,2 3 16 0,0-3 0 0,2 0-32 15,-1-2-16-15,0 1 0 0,0-3 0 0,1 1-112 16,-2-1 0-16,-5-2-16 0,1 0 0 0,-3-2 544 0,-1 0 112 0,-1 1 32 16,-1 0 0-16,-2 2 1200 0,-1 0 240 0,-2 5 64 15,-1 5 0-15,1-6-1376 0,-1 6-272 16,0 0-48-16,0 0-16 0,-5 2 1344 0,1 5 272 0,2 2 48 0,0 3 16 0,-2-2 16 0,4 2 0 15,3 1 0-15,2 1 0 0,2-1-416 0,2 2-80 16,3 0 0-16,-1-3-16 16,4-2-624-16,0-2 0 0,1-1 0 0,1-1 0 0,1-2-304 0,-2-1-16 15,-1-2-16-15,4-1 0 16,0-1-160-16,1-2-16 0,-1-1-16 0,1 0 0 16,-1 2-208-16,0-5-32 0,-1-1-16 15,2-3 0-15,-4-2 368 0,0-2 80 0,-2-2 16 0,-2 2 0 0,-1-5 320 0,-4 5 0 16,-1-4 128-16,-1 1-128 0,-3-3 272 15,2-1-16-15,0-3-16 0,0-1 0 0,-1 0 192 0,1-8 32 16,0 0 16-16,-3 6 0 0,2 0 352 0,-2 5 80 16,-4 3 16-16,1 3 0 0,0 3 272 0,1 4 48 15,-2 0 16-15,2 5 0 0,1 5-96 0,0 0-16 16,0 0 0-16,0 0 0 0,-4 8-608 0,3 1-128 16,-2 4-32-16,2 3 0 0,1 5-256 0,0 1-128 15,0 3 0-15,0 3 128 0,0 4-128 0,0-1 0 16,1 0 0-16,2 2 0 0,-2 1 0 0,3 0 0 0,3 1-192 15,-2-5 192 1,0-3-624-16,-1-1 0 0,0-2 0 0,0-2 0 16,0-4-1248-16,-2 0-256 0,0-5-48 0,-2 0-16 15,1-2-944-15,-1-2-176 0,0-9-32 0</inkml:trace>
  <inkml:trace contextRef="#ctx0" brushRef="#br0" timeOffset="22618.06">26531 525 22111 0,'0'0'1968'16,"-4"-2"-1584"-16,0 0-384 0,4 2 0 0,-1-4 5648 0,1 4 1056 15,5-3 208-15,3-1 32 0,2 2-5360 0,2-1-1072 16,3-1-224-16,6 2-32 0,4 0 496 0,2 1 96 16,6 1 32-16,2-1 0 0,12-1-576 0,-12 2-112 15,2-1-32-15,-1 0 0 0,1 1-160 0,-1-2 0 16,0 0 0-16,3 1-15424 15,1-1-2944-15</inkml:trace>
  <inkml:trace contextRef="#ctx0" brushRef="#br0" timeOffset="23818.53">2541 2493 12895 0,'0'0'1152'0,"0"0"-928"0,-3-6-224 0,-1 1 0 0,1 1 6160 0,3 4 1200 16,0 0 224-16,0 0 48 0,0 0-6288 15,0 0-1344-15,0 0 0 0,5 5-320 0,0 5 1104 16,-1 5 224-16,-2 4 32 0,1 7 16 0,0 7-48 0,1 6-16 16,0 8 0-16,-2 1 0 0,1 7-176 0,1 1-48 15,0 0 0-15,1 4 0 0,0 1-256 16,1 3-48-16,0 3-16 0,-1-3 0 0,-1-7-192 0,1-2-64 15,-2-2 0-15,-1-6 0 0,1 1-48 0,1-5-16 16,-3-2 0-16,0-6 0 0,2-3-128 0,-2-3 128 16,1-3-128-16,-2-2 128 0,0-6-128 0,-2-4-144 15,0-2 144-15,-1-3-208 16,2 0-1104-16,1-9-224 0,0 0-32 0,0 0-16 16,0 0-1440-16,-7-2-304 0,-1-7-48 0</inkml:trace>
  <inkml:trace contextRef="#ctx0" brushRef="#br0" timeOffset="24782.49">2422 2560 29487 0,'0'0'2624'0,"0"0"-2112"0,4-4-512 0,4-3 0 16,4 2 1392-16,2 0 160 0,4 2 48 0,3-1 0 16,3 2-1600-16,2 0-304 0,1 1-64 0,3 0-16 15,4 0 384-15,0 1 192 0,0 0-32 0,2 2 0 16,2-1 160-16,4 2 16 0,2 0 16 0,4 1 0 16,5 1-160-16,3 1-16 0,2-3-16 0,4 2 0 0,0 0-32 15,6 2-128-15,2-4 192 0,42 4-64 16,-6-4 128-16,-6 1 0 0,-2-4 16 0,-3 1 0 0,1 2-112 0,3-1-32 15,5 0 0-15,-4-1 0 0,-2-2-128 16,0 1 0-16,-2 0 0 0,3 1 0 0,3-1 0 0,-3 1 0 16,-5-1 0-16,-1 4 0 0,-2 0 0 15,-1 0 0-15,-1-1 128 0,-5-1-128 0,-7 1 0 0,-4-2 0 16,-5 2 0-16,-21-1 128 0,4 1-128 0,1 1 0 16,-1-3 0-16,-3 2 0 0,-5-1 0 0,-4 1 0 15,-2 0 0-15,-5 1 0 0,-3-2 0 0,-2 1 0 16,-5-1 0-16,-3 1 0 0,-4 1-256 0,-2-2 32 15,-2 2 0-15,-11-4 0 16,8 7-592-16,-8-7-112 0,7 5-32 0,-7-5 0 16,0 0-736-16,0 0-160 0,2 9-16 0,-1 0-16 15,-1-9-1648-15,-4 7-336 0,0-1-64 0,4-6-16 16,-5 6 1744-16,5-6 352 0,0 0 64 0,-3 7 0 0,3-7 2464 16,-2 7 480-16,2-7 112 0,-3 8 16 0,3-8 1344 0,-2 9 256 0,-1-3 64 0,2 2 16 15,1 1-784-15,0 2-144 0,-2 1-48 0,2-2 0 16,0 3-448-16,0 4-80 0,0-1-32 15,2 4 0-15,-2 4-272 0,1 1-64 0,0 6-16 0,1 2 0 16,0 3-256-16,1 4-48 0,1 5-16 16,0 2 0-16,0 4-80 0,-1-1-16 0,3 1 0 15,-1 0 0-15,0-3-112 0,2 1-32 0,-1-2 0 0,2-1 0 0,1-1-32 16,-1-2-16-16,0-1 0 0,0-2 0 0,-2-1-128 16,2-2-16-16,-2-4-16 0,1-1 0 0,-1-5-112 15,0-1-32-15,-1-4 0 0,-1-1 0 0,0-4-32 0,-2 0-128 16,1-4 192-16,0-1-64 0,-2-3-128 0,0-1 0 15,-1-8 0-15,0 0 0 0,0 6 0 0,0-6 0 16,0 0-192-16,0 0 192 16,0 0-464-16,0 0 16 0,0 0 16 0,0 0 0 0,0 0 112 0,-6 0 32 15,-1-1 0-15,-1 0 0 0,-1-6 96 0,-1 3 32 16,-1 0 0-16,-2 1 0 0,-1 0 160 0,-3 0 0 16,-1-2 128-16,-2 4-128 0,-3-3 0 15,-1 3 128-15,-3-1-128 0,-3 0 0 0,-3 2 0 16,-6 0 0-16,-4-2 0 0,-4 2-128 0,-4-2 128 0,-6 0-128 0,-2 2 128 15,-2 0-128-15,-4 4 128 0,-9 0-192 0,-10-1 192 0,-7 1-192 16,-2 0 192-16,-2 0 256 16,-3 1-64-16,4-1-16 0,-3 0 496 0,-12 2 96 15,5 1 32-15,-3 2 0 0,-4-7-176 0,2 1-48 16,5-2 0-16,2 2 0 0,4 2-192 0,-1-1-64 16,1 1 0-16,-32-3 0 0,18-4-64 0,14 2 0 15,11 0-16-15,3 0 0 0,3-2-240 0,8-1 176 16,7-1-176-16,6 0 160 0,5-1-160 0,7 1 0 0,5-1 144 0,17 2-144 15,0-1 0-15,2 2 0 0,5-1 0 16,-5-1 0 0,6 0-752-16,8 0-208 0,3-1-64 0,7 5 0 0,0 0-2848 0,9-4-576 15</inkml:trace>
  <inkml:trace contextRef="#ctx0" brushRef="#br0" timeOffset="25956.43">4473 6518 10127 0,'-22'-7'448'0,"10"3"96"0,-2 1-544 0,-3-4 0 0,-3-2 0 0,-1 1 0 16,-2 2 4880-16,-4 0 880 0,-3 1 160 0,-3 3 32 16,-1-2-4528-16,-2 1-912 0,-3 2-176 0,-18 1-32 15,7 1 336-15,1 6 64 0,1-4 0 0,3 7 16 16,0 1-80-16,0 4-32 0,-5 0 0 0,-1 4 0 16,2-3 256-16,0 5 48 0,2 3 16 0,2 4 0 0,0 6-112 0,4 8-32 15,2 2 0-15,2 7 0 16,2 4-304-16,4 5-64 0,1 5-16 0,2 2 0 0,4 2-144 0,3 4-16 15,1 4-16-15,6 6 0 0,3 7-224 16,7-3 176-16,4-3-176 0,8-5 160 0,5-2 16 0,7-1 0 16,6-3 0-16,3-1 0 0,3-5-176 0,6-4 160 15,2-6-160-15,7-4 160 0,4-4-160 0,5-3 0 16,6-1 0-16,0-3 128 0,2-7-128 0,1-3 0 16,-4-5 0-16,5-2-176 0,3-6 176 0,4-3 0 15,2-7 0-15,2 0 0 0,2-6 0 0,-3-5 0 16,0-4 0-16,2-1 128 0,3-4 0 0,1-2 16 15,2-7 0-15,-5 1 0 0,-4-1 48 0,0-5 0 16,1-5 0-16,1 0 0 0,-2 3-64 0,-3-4-128 16,-4-6 192-16,-7-2-64 0,-7 1-128 0,-2-1 0 15,-5-4 0-15,-4 0 0 0,-4-5 0 0,-4-1 0 0,-5 0-192 0,-3-2 192 16,-5 0 0-16,-2 0 0 0,-4-1 0 16,-6 0 0-16,-2-1 0 0,-5-3 0 0,-5-3 0 0,-3 2 0 15,-4 2 128-15,-3 0-128 0,-4 2 128 0,-2 2-128 16,-3 3 160-16,-3 3-160 0,-2 0 192 0,-4 3-192 15,-3-1 384-15,2 1-48 0,-3 2 0 0,-3 5 0 16,-3 2-16-16,-6 2-16 0,-3 1 0 0,-3 2 0 16,-2 6-304-16,3-1 0 0,0 3 0 0,4 1 0 0,3 2 0 15,2 0 0-15,3 1-240 0,1 4 80 16,-1 4-800-16,3 1-144 16,-2 0-48-16,3-5 0 0,2 2-2240 15,1-1-448-15</inkml:trace>
  <inkml:trace contextRef="#ctx0" brushRef="#br0" timeOffset="26686.28">3744 7451 20271 0,'0'0'1792'0,"0"0"-1424"0,-4-6-368 0,0-1 0 15,3-2 4848-15,0 3 896 0,1 6 176 0,-1-6 32 16,-1 1-4832-16,0 1-976 0,-2-2-144 0,-1 2 0 16,-2 1 528-16,0 3 240 0,0 2 32 0,-2-1 16 0,-2 3 80 0,-2 0 32 15,1 5 0-15,1 3 0 0,0 2-288 0,-1 3-48 16,1 1-16-16,0 2 0 0,3 2-224 0,3-3-48 15,1 1-16-15,3-2 0 0,1 0-288 0,1-1 0 16,5-4 0-16,0 2 0 0,3-1 0 16,2-1 0-16,-1-1-240 0,4-6 80 15,5 1-208-15,-1-4-32 0,-1-2-16 16,1-1 0-16,2-1 0 0,-2-2 0 0,-1 0 0 0,0-1 0 0,-2-2 80 0,0-1 16 16,-1 0 0-16,0-1 0 0,-2 0 16 0,-1-3 16 15,-2 2 0-15,-1 0 0 0,-2 1 64 0,1-2 16 16,-3 1 0-16,-1-2 0 0,0 1 48 0,-2 1 16 0,-1-4 0 15,0 4 0-15,-1 1 144 0,1 1 0 16,-3 1 0-16,3 6 0 0,-2-5 0 0,2 5 0 16,0 0 160-16,0 0-160 0,0 0 320 0,0 0-16 15,0 0-16-15,0 0 0 0,0 0-96 0,0 0 0 16,-5 7-16-16,1 4 0 0,1-3-176 0,2 3 0 0,1 2 0 16,1 2 128-16,0 0-128 0,2 2 128 0,1 2-128 0,1-1 128 15,2-2-128-15,0-1 0 0,1 0 0 16,-1-1 128-16,1 0-128 0,-1-1 0 0,1-4 0 0,0 2 0 15,0-1-192-15,0-1 16 0,0 0 16 16,-2-1 0-16,-6-8-112 0,7 7-32 0,-1-2 0 16,-6-5 0-1,0 0-128-15,7 7-16 0,-7-7-16 0,0 0 0 16,0 0-560-16,0 0-128 0,0 0 0 0,0 0-16 16,6 3-1488-16,-6-3-288 0,0 0-64 0,0 0-11152 0</inkml:trace>
  <inkml:trace contextRef="#ctx0" brushRef="#br0" timeOffset="27341.83">4075 7554 36735 0,'0'0'1632'0,"0"0"336"0,0 0-1584 0,-5 4-384 15,-1 0 0-15,0 3 0 0,1 0 1056 0,0 4 128 0,0 1 32 16,-2 2 0-16,-1 4 384 0,1 2 64 0,-1 1 32 0,1 1 0 16,0 1-800-16,-1 1-176 15,1-1-16-15,1 2-16 0,0 0-432 0,3 0-64 16,-3-3-32-16,2-1 0 0,2-2-160 0,-1-1 0 16,1-1-192-16,-1-1 192 15,2 0-1408-15,-1 1-144 0,1 1-48 0,0-1 0 16,1-2-1664-16,2 0-352 0,0-2-64 0</inkml:trace>
  <inkml:trace contextRef="#ctx0" brushRef="#br0" timeOffset="27986.62">4364 7537 26719 0,'0'0'2368'0,"0"0"-1888"15,0 0-480-15,-7-1 0 0,-1 1 2304 0,3-1 384 16,0 1 64-16,-2 4 0 0,-1 4-1360 0,-1 3-288 16,-1 2-48-16,-1 3-16 0,1 1 288 0,1 1 48 15,0 2 16-15,-2 2 0 0,1-1-480 0,2 1-80 16,0-1-32-16,4 1 0 0,2-5-304 0,0 1-64 16,4-1-16-16,2-1 0 0,1-2-416 0,1-2 0 15,2-2 0-15,3-2 0 16,0-1-560-16,4-2 16 0,0-3 0 0,1 1 0 15,0-6-64-15,-1-1-16 0,1-1 0 0,1-1 0 16,-3-3 144-16,3-1 32 0,1 0 0 0,-1-2 0 16,-1-2-48-16,-2-2 0 0,-1-1 0 15,2 2 0-15,-2-4 224 0,-3 3 32 0,1-3 16 0,-2 0 0 0,-1-2 224 0,-3 0 0 16,0 0 0-16,-1 3-144 0,0-2 144 0,-2 3 0 16,-2 4 0-16,0-1 0 0,-1 5 352 0,-1 0 0 15,-2 2 0-15,4 7 0 0,0 0 416 0,-7 0 96 16,7 0 16-16,-8 5 0 0,0 2-32 0,-1 3 0 15,2 3 0-15,1 4 0 0,0-1-416 0,1 5-96 0,-1-3-16 16,2 2 0-16,2-1-48 0,1 1-16 0,1-1 0 0,2 1 0 16,2-3-112-16,3 2-16 0,2-4-128 0,1 0 192 15,2-2-192-15,2-1 0 0,2-1-144 0,-1-4 144 16,2 0-384-16,2-3 0 0,-1-2 16 0,1-2 0 16,1 0 48-16,0 0 0 0,-2-5 0 0,-1 1 0 0,-2-2 128 15,1-1 48-15,1-2 0 0,-1-1 0 16,-2-5-64-16,2 1-16 0,1 0 0 0,-3-3 0 15,-1-3-240-15,-3-1-48 16,1 0-16-16,-3 2 0 0,-3 2-96 16,-1 3-16-16,-3 2 0 0,0 3 0 0,-5 5 384 0,4 4 80 0,-7-4 16 0,-2 5 0 15,-2 4 1008-15,-1 3 208 0,-1 4 32 0,0 2 16 0,-1-3-16 0,4 3-16 16,-1 2 0-16,5-1 0 0,2 2-512 0,1-2-112 16,2 2 0-16,2-2-16 0,2 0-240 0,3-2-32 15,3-2-16-15,2 0 0 0,0-1-400 0,5-1-64 16,1-2-32-16,-1-1 0 15,1-4-1632-15,1-1-336 0,1-1-64 0</inkml:trace>
  <inkml:trace contextRef="#ctx0" brushRef="#br0" timeOffset="28703.41">4177 4681 23951 0,'0'0'2128'0,"0"0"-1696"0,0 0-432 0,-1 9 0 16,2 1 3904-16,0 6 704 0,1 5 144 0,-1 6 32 16,2 9-3776-16,-1 7-752 0,1 10-256 0,-1 3 144 15,2 5 512-15,0 5 112 0,1 5 0 0,2 7 16 16,1 5-160-16,1-1-48 0,3 1 0 15,-2-2 0-15,1 0-176 0,0-3-32 0,0 0-16 0,-1-5 0 0,-2-5-112 0,0-7-32 16,-3-5 0-16,-1-2 0 0,-1-7-208 16,-2-2 176-16,0-5-176 0,-1-5 160 15,-1-4-160-15,-2-4 0 0,1 0-192 0,-4-9 192 16,2-3-672-16,-1-3-16 0,0-4 0 0,1-2 0 16,4-6-2128-16,0 0-448 0,-6-5-64 0,-1-5-13664 15</inkml:trace>
  <inkml:trace contextRef="#ctx0" brushRef="#br0" timeOffset="29124.36">4241 4720 21183 0,'-5'1'1888'0,"-3"1"-1504"0,0-2-384 0,-1 4 0 0,0 1 4416 0,0 3 800 0,0 2 160 0,0 4 48 15,-5 3-3952-15,1 3-800 16,-1 2-160-16,0 0-16 0,-2 3 432 0,2-2 96 0,-1 0 0 0,2-5 16 16,0 0-288-16,2-1-64 15,0-4-16-15,2-2 0 0,0-4-128 0,1 0-32 16,0-2 0-16,3-1 0 0,0-1-208 0,5-3-48 0,-4-3-16 0,1-1 0 16,3 4-240-16,-2-6 0 0,2-6 0 0,1 0 0 15,2-6 0-15,2-3-240 0,1-2 48 0,2-5 16 16,1-2-16-16,3-1-16 0,0 0 0 0,1-2 0 15,0 0 208-15,0 3-144 0,-1 3 144 0,-2 5-128 0,-1 5 128 16,0 4 0-16,-1 2 0 0,-1 5 0 0,-7 6 128 16,0 0 64-16,6-4 16 0,-6 4 0 0,9 0 48 0,0 3 0 15,-1 1 0-15,0 1 0 16,1 3-256-16,0 2 176 0,0-1-176 0,2 2 160 0,-1 0-160 16,2 0 0-16,0 0 0 0,2 2 0 0,-1-2 0 15,1 1-224-15,1-2 80 0,-1 2 16 16,2 1-1056-16,-1 2-208 15,2 1-32-15,2 5-16 0,-2-1-992 0,2 4-192 0,2 5-32 16,0 1-15104-16</inkml:trace>
  <inkml:trace contextRef="#ctx0" brushRef="#br0" timeOffset="29583.64">5058 5403 13823 0,'2'-17'608'0,"-1"11"128"0,0-3-592 0,1-2-144 15,-2-3 0-15,1 1 0 0,-1 0 4992 0,0 0 960 0,0 0 192 16,-1-3 32-16,-2 0-3200 0,0 2-640 16,0 1-128-16,-1 1-32 0,0 3-592 0,-2 4-128 15,0 4-32-15,-1 1 0 0,0 1-288 0,-3 5-64 0,-1 5-16 0,-2 3 0 16,-3 3-352-16,0 7-80 0,-1 2-16 0,-1 6 0 15,1 5-224-15,-1-1-64 0,0 1 0 0,1-2 0 16,1 0-48-16,4-3-16 0,3-3 0 0,4 3 0 0,4-1-256 16,5-2 0-16,2-3 0 0,3-3 0 0,4-2 0 15,3-1-272-15,-2-3 48 0,5-4 16 0,1-3-160 16,1-2-16-16,2-3-16 0,1-1 0 0,2-3 144 0,0-2 48 16,1-3 0-16,1-2 0 0,1-2-16 0,0-3 0 15,-1-2 0-15,1 0 0 0,0-4-80 0,-3 0-16 16,-2-3 0-16,-1-3 0 0,-3-1 16 15,-1-2 0-15,-4-3 0 0,-2-2 0 0,-2-5 112 0,-1-1 0 16,-3-4 16-16,-3 1 0 0,-2-1 176 0,-2 2-160 16,0 1 160-16,-4 3-160 0,-2 4 160 0,-3 4 0 15,-3 2 0-15,-4 4 0 0,-2 5-192 0,-3 5 64 0,-4 1 0 16,1 4 0 0,-4 2-752-16,1 7-144 0,-2 3-16 0,2 5-16 15,-2 4-1968-15,2 5-400 0,2 3-80 0</inkml:trace>
  <inkml:trace contextRef="#ctx0" brushRef="#br0" timeOffset="29852.24">5022 5592 35935 0,'0'0'1600'0,"1"-6"320"15,-1 0-1536-15,3 3-384 0,-3 3 0 0,0 0 0 0,0 0 2240 0,0 0 384 0,0 0 80 0,0 0 16 16,0 0-544-16,5 9-128 0,0 4 0 0,-1 0-16 0,1 5-1120 0,-1 3-208 16,2 2-64-16,0 1 0 0,-1-1-384 0,3 2-64 15,1-1-32-15,0 0 0 0,2-3-160 0,-1 1 0 16,2-3 0-16,0-1 0 16,-1-3-432-16,2 0-112 0,0-2-32 0,2-1 0 15,0-1-896-15,1-2-176 0,0-2-32 16,1-3-16-16,-2-2-1808 0,5-2-352 15,-1-1-80-15</inkml:trace>
  <inkml:trace contextRef="#ctx0" brushRef="#br0" timeOffset="30094.12">5546 5622 13823 0,'0'0'608'0,"0"0"128"0,0 0-592 15,0 0-144-15,0 0 0 0,0 0 0 0,0 0 7056 0,0 0 1392 16,0 0 256-16,0 0 64 0,0 0-5680 0,0 11-1136 15,1 0-224-15,-1 4-64 0,-1 0-608 0,1 4-128 16,0 0-32-16,0 1 0 0,-1-1-640 0,2 1-128 16,0-2-128-16,2 0 192 0,-2-1-192 0,2-1 0 0,-1 0 0 0,1-2-176 31,0-1-256-31,-1-3-48 0,-2 0-16 0,3-3 0 16,-3-7-992-16,0 0-208 0,0 0-32 0,0 0-16 15,0 0-592-15,8 0-112 0,0-6-32 0,1-2-9872 0,0 0-1968 0</inkml:trace>
  <inkml:trace contextRef="#ctx0" brushRef="#br0" timeOffset="30284.79">5748 5564 26655 0,'1'-23'1184'0,"1"17"240"0,-2 6-1136 0,2-7-288 0,-2 7 0 0,0 0 0 0,0 0 3232 0,0 0 592 15,0 0 112-15,0 0 32 0,0 0-1328 16,2 9-256-16,-2 2-48 0,1 1-16 0,0-1-1168 0,1 2-256 16,-2 2-32-16,0 2-16 0,0 2-528 0,0 2-128 15,0 1 0-15,1 0-16 0,0-1-176 0,0 0 0 16,1-1 0-16,0 1 0 0,-2-2 0 0,0 1 0 15,0-2-224-15,2 0 80 16,-1-1-960-16,-1-1-192 0,0-3-48 0,-1 0 0 16,-2-1-960-1,3-2-208-15,1-2-48 0,-1-8-10048 0,0 0-2000 0</inkml:trace>
  <inkml:trace contextRef="#ctx0" brushRef="#br0" timeOffset="30469.7">5502 5811 22111 0,'0'0'976'0,"0"0"208"0,0 0-944 0,0 0-240 16,0 0 0-16,0 0 0 0,0 0 5024 0,11-2 960 15,1 0 192-15,0-2 32 0,4 2-4560 0,0-3-928 16,4 1-176-16,1 0-32 0,0 0-288 0,2 0-48 16,-1 1-16-16,3 1 0 15,1-2-720-15,0 0-144 0,0 1-16 0,0-1-19376 0</inkml:trace>
  <inkml:trace contextRef="#ctx0" brushRef="#br0" timeOffset="31153.19">4257 3216 25791 0,'-2'-4'2304'0,"1"-3"-1856"0,0 5-448 0,-1-5 0 0,1 0 3792 0,-1 2 672 16,0 1 128-16,2 0 16 0,0 4-2624 0,0 0-512 15,0 0-128-15,0 0 0 0,0 0-16 0,0 0 0 16,0 0 0-16,2 15 0 0,-1 3-736 0,1-1-144 16,1 5-16-16,0 3-16 0,-1 0-240 0,1 2-48 15,-1-3-128-15,2 2 192 0,0-3-192 0,0-2 0 16,0 1 0-16,-1-5 0 0,-1-1 0 0,1-2-160 15,-2-1 32-15,1-1 0 16,-2-2-864-16,0 1-160 0,0-11-48 0,0 6 0 16,0-6-928-16,0 0-192 0,0 0-48 0,0 0-17088 0</inkml:trace>
  <inkml:trace contextRef="#ctx0" brushRef="#br0" timeOffset="31360.99">3799 3176 16575 0,'0'0'1472'0,"0"0"-1168"0,0 0-304 0,0 0 0 16,0 0 6480-16,0 0 1248 0,8-3 240 0,1-4 48 0,1 3-5984 0,5-1-1200 16,-1 0-256-16,7-2-32 0,4 2 304 0,3 1 64 15,6-2 16-15,3-4 0 0,1 4-608 0,3 1-128 16,2-2-32-16,0 2 0 0,0 1-160 0,-1-1 0 16,-4 3 0-16,0 2 128 0,-2 0-128 0,-2 2 0 15,-1 0-192-15,-3 4 192 16,-2 0-1776-16,0 3-224 0,-5 3-48 0,1-3-11856 15,-2 4-2368-15</inkml:trace>
  <inkml:trace contextRef="#ctx0" brushRef="#br0" timeOffset="31605.44">4659 3372 38639 0,'0'0'1712'0,"0"0"352"0,0 0-1648 0,0 0-416 16,6 9 0-16,-1 2 0 0,0 2 1312 0,0 0 176 15,-2 0 48-15,0 1 0 0,-2 0-128 0,0 1-32 0,-1 2 0 0,1-3 0 16,2 2-928-16,0 1-176 0,1-3-32 0,-2-1-16 31,1-1-800-31,-1-2-176 0,1 1-16 0,0-2-16 16,-1-3-1776-16,2 1-368 0,4-2-64 0,-3-1-14928 0</inkml:trace>
  <inkml:trace contextRef="#ctx0" brushRef="#br0" timeOffset="31831.42">4897 3355 35999 0,'0'0'1600'0,"-3"-1"320"0,3 1-1536 0,0 0-384 0,0 0 0 0,0 0 0 0,0 0 2048 0,-1 8 320 15,0-1 80-15,-2 3 16 0,2 0-704 0,-1 0-144 16,2 5-16-16,0 0-16 0,-4 1-880 0,3 0-160 15,1 1-32-15,0-2-16 0,0 2-368 0,1 3-128 16,1-1 0-16,-1 0 144 0,0-1-144 0,1-1 0 16,-1-2 0-16,0 0 0 15,1-4-448-15,-1 0-32 0,-1-2 0 0,0 0 0 16,0-9-1184-16,0 7-256 0,0-7-32 0,0 0-16 16,0 0-992-16,0 0-208 0,0 0-32 0,0 0-12976 0</inkml:trace>
  <inkml:trace contextRef="#ctx0" brushRef="#br0" timeOffset="31992.7">4692 3552 20271 0,'-6'-3'1792'0,"-1"2"-1424"16,-2 0-368-16,4 1 0 0,5 0 5184 0,0 0 960 0,0 0 192 0,0 0 32 15,0 0-4128-15,0 0-816 16,0 0-160-16,0 0-48 0,14 5-400 0,2 0-96 0,3-2-16 0,2 1 0 16,1-4-496-16,2 1-208 0,1-1 176 15,-1 0-176-15,4-1 0 0,-1-2-240 0,0 2 32 0,2-2 0 31,-2 1-2288-31,2 0-448 0,0 2-80 0</inkml:trace>
  <inkml:trace contextRef="#ctx0" brushRef="#br0" timeOffset="32750.67">4424 8852 19343 0,'-4'-8'1728'0,"-2"0"-1392"15,1-1-336-15,0-2 0 0,1 2 4272 0,0-1 784 16,0 5 144-16,0-1 48 0,2 1-2752 0,2 5-528 16,-2-4-112-16,2 4-32 0,0 0-320 0,0 0-64 15,0 9-16-15,2 2 0 0,-1 2-496 0,0 5-96 16,3 6-32-16,-1 4 0 0,-1 6-288 0,0 5-48 15,2 7-16-15,-2 2 0 0,0 2-80 0,1 0-32 16,1 1 0-16,0 0 0 0,-1 1-112 0,1 0-32 16,0-1 0-16,-2 1 0 0,1 1-192 0,0-1 176 15,-1-3-176-15,1-2 160 0,1-1-160 0,-2-4 0 0,-2-3 0 16,0-4 128-16,0-1-128 0,-1-3 0 0,-2-1 0 16,1-6 0-16,-2-4 0 0,0 0 0 0,-1-4-224 0,-2-3 80 31,2-2-592-31,1-2-112 0,0-2-32 0,0-2 0 15,4-5-736-15,0 0-160 0,0 0-16 0,0 0-16 16,-4-6-1776-16,2-2-368 0,-1-5-64 0</inkml:trace>
  <inkml:trace contextRef="#ctx0" brushRef="#br0" timeOffset="33132.56">4340 9064 11967 0,'-5'-18'528'0,"2"10"112"0,-2-1-512 0,0 2-128 0,0 1 0 0,-1-1 0 15,0 2 5648-15,-1 4 1104 0,2-2 224 0,-1 2 32 0,-1 1-4032 0,1 4-800 16,-1 2-176-16,1 3-16 0,-4 4-704 0,3 3-128 16,-3 1-16-16,1 1-16 0,2 2-336 0,-3-5-64 15,4 2-16-15,-1-2 0 0,0-2-240 0,-1-4-48 16,1-1-16-16,2-2 0 0,0-2-144 0,5-4-16 16,0 0-16-16,0 0 0 0,0 0-224 0,0 0 0 15,2-9 128-15,4-1-128 0,-1-3 0 0,3-4-160 16,1-4 32-16,1-3 0 0,2-2 128 0,2-1-128 15,2-2 128-15,0-1-128 0,-1-2 128 0,1-1 0 16,-1-1 0-16,1 3 0 0,-2 2 0 0,2 2 0 16,-2 2 0-16,1 4-128 0,0 4 128 0,-2 0 0 0,-1 4 0 15,-3 4 0-15,3 1 192 0,0 3 32 16,-3 1 0-16,1 2 0 0,1 0 192 0,1 1 32 0,-1 2 16 16,0 2 0-16,0 1-240 0,2 0-48 15,0 2-16-15,1 1 0 0,-1-1-160 0,1 1 0 0,-1 2 0 16,1 1 128-16,-1 1-128 0,2 0 0 0,-1 1 0 15,2 3 0 1,-3 0-1232-16,0 2-176 0,1 3-48 0,3 1-21792 0</inkml:trace>
  <inkml:trace contextRef="#ctx0" brushRef="#br0" timeOffset="34045.97">5111 9297 16575 0,'-2'-15'1472'0,"1"7"-1168"15,-2 1-304-15,-1-2 0 0,-1 1 4736 0,0 1 880 16,0 0 176-16,1 2 32 0,-3 0-3760 0,0-1-752 16,-3 5-160-16,0 2-16 0,1 3 784 0,-4 4 144 0,-4 1 48 0,0 4 0 15,0 6-896-15,-1 5-192 16,-1 1-16-16,3 5-16 0,-3 4-288 0,4 1-48 0,0 2-16 15,6 1 0-15,1 1-304 0,6-4-64 0,3 0-16 0,4-1 0 16,3-4-256-16,5-5 0 0,1-3 0 0,3-3 0 16,3-2 0-16,2-4 0 0,2-3-160 0,3-4 160 15,3-1-288-15,1-2 64 0,3-3 16 0,1-3 0 16,2-1 32-16,-1-1 16 0,0-3 0 0,-3 1 0 16,-1-7-32-16,-4-1-16 0,-4 0 0 0,-2-1 0 15,-2-3 64-15,-3 0 16 0,-4-3 0 0,0-2 0 16,-4-2 128-16,-1 0 0 0,-2-3 0 0,-1 1 0 15,-2-4 0-15,-2 0 0 0,-1-2-144 0,-1 1 144 0,-3 3-208 0,-1 3 16 16,-2-1 16-16,-2 2 0 0,-1 7-160 0,-2-1-48 16,-1 5 0-16,-1 2 0 15,-3 2-384 1,-3 6-64-16,-2 2-32 0,-3 5 0 0,-1 0-1664 0,0 6-336 0,-1 5-64 0</inkml:trace>
  <inkml:trace contextRef="#ctx0" brushRef="#br0" timeOffset="34309.44">5227 9523 5519 0,'0'0'496'0,"0"0"-496"15,7 6 0-15,0 1 0 0,-1-1 8016 0,2 5 1520 16,1 2 288-16,-1 4 64 0,-3 2-6368 0,1 5-1264 15,-1 2-256-15,-1 4-48 0,0-4-704 0,0 1-144 0,1 0-16 0,0-1-16 16,-2-2-752-16,1 1-128 0,1-3-48 0,1-1 0 16,1-3-144-16,-1-2-224 0,1-2 48 0,1-1 16 15,-1-2-1840 1,3-2-368-16,-1-2-80 0,2-1-11472 16,3-3-2288-16</inkml:trace>
  <inkml:trace contextRef="#ctx0" brushRef="#br0" timeOffset="34535.82">5687 9647 21183 0,'0'0'1888'0,"-3"6"-1504"0,-2 1-384 0,1-1 0 0,1 3 5056 0,1-2 960 16,-2 0 176-16,1 2 32 0,-1 5-3632 0,1-1-736 15,-1 0-128-15,0 1-48 0,0 2-400 0,0 0-96 16,1-1-16-16,1 2 0 0,0 2-448 0,1-4-80 16,1 1-32-16,0-1 0 0,4 0-272 0,0-1-48 15,1-2-16-15,2 0 0 0,0-2-112 0,3 0-32 16,0 0 0-16,3-4 0 0,1-1-128 0,2-1 0 15,1-1 0-15,1-2 0 0,0-1 0 0,2 0 0 16,0-1 0-16,-1 0 0 16,2-3-448-16,-1-2 0 0,0 1-16 15,-1 0 0-15,-2 1-1584 0,1-1-304 0,1 1-64 0</inkml:trace>
  <inkml:trace contextRef="#ctx0" brushRef="#br0" timeOffset="35073.83">2953 10419 44063 0,'0'0'1952'16,"0"0"400"-16,0 0-1888 0,-4 9-464 0,0 0 0 0,0 5 0 0,3 6 1024 0,0 1 96 16,-2 6 32-16,2 6 0 0,-2 3-96 0,0 6-16 15,1 1 0-15,1 4 0 0,-1 2-160 0,1 1-48 16,2 1 0-16,-1 0 0 0,2-1-352 0,-1 1-80 0,0-1-16 15,3-1 0-15,-1-2-208 0,-1-2-48 0,0-5-128 16,0-4 192-16,-1-6-192 0,2-1 0 0,-3-4 128 0,0-3-128 16,0-2 0-16,0-3 0 15,-1-3-144-15,-1-1 144 0,1-4-400 0,0-1 16 0,1-8 0 0,0 0 0 32,0 0-1392-32,0 0-272 0,0 0-48 0,0 0-16 15,0 0-1456-15,2-11-288 0</inkml:trace>
  <inkml:trace contextRef="#ctx0" brushRef="#br0" timeOffset="35908.51">3082 10476 30399 0,'0'0'2704'0,"10"0"-2160"0,5-1-544 0,3-1 0 0,4 1 1936 0,4 0 288 15,3 1 48-15,2-3 16 0,2 1-1776 0,2 0-368 16,4-2-144-16,4 3 128 0,3 0 0 0,5 1-128 15,3 1 192-15,4-1-64 0,0 0-128 0,4 0 0 16,0-1 0-16,6 1 0 0,5-3 0 0,3 0 128 16,5 2-128-16,1 0 0 0,2-2 160 0,2 1-160 15,-14-2 192-15,4 1-192 0,5 1 496 0,1 0-16 16,-1-3 0-16,3 4 0 0,9-2-320 0,-4 2-160 16,-3 1 160-16,-6 1-160 0,-5 2 0 0,3-3 128 15,4 1-128-15,-1 4 0 0,-4-1 0 0,-5 1 0 16,-9 1 128-16,-5 0-128 0,-9-1 0 0,-2 2 128 15,-2-1-128-15,-4 1 0 0,-4-2 144 0,-5 0-144 16,1 1 128-16,-3-4-128 0,-1 3 144 0,-5-1-144 16,-1 0 160-16,-4 0-160 0,-1 0 176 0,-1 0-176 15,-2 1 192-15,-4-1-192 0,2 1 208 0,-3 2-64 0,-3-3-16 16,0 0 0-16,-1-2 160 0,-6-2 32 0,6 4 0 0,-1 1 0 16,-5-5 128-16,1 6 48 0,-1-6 0 0,0 5 0 15,1 1 48-15,-1 1 16 0,2-1 0 0,-2 2 0 16,-2 1-48-16,1 4 0 0,1 0 0 0,-1 7 0 15,0 1-128-15,-1 5-16 0,4 1-16 0,-2 4 0 16,-2 3-96-16,1 4-32 0,1 4 0 0,-1 4 0 16,-1-1-48-16,2 5-16 0,-2 1 0 0,0 1 0 15,4-1 32-15,-1-3 16 0,0-1 0 0,2-4 0 0,1-2-32 16,-2-1-16-16,2-3 0 0,0 0 0 0,0-2-160 0,0-2 128 16,1-2-128-16,-1-2 128 0,-1-3-128 0,-1 1 0 15,1-3 0-15,0-2 128 0,-1 0-128 0,1-3 0 16,-1 0 0-16,1-2 0 0,-4-4 0 0,-1-2 0 15,1 1 0-15,0-4 0 0,0 0 0 0,-2 0 0 16,3-8 0-16,-4 6 0 0,-2-2 0 0,-1 0-176 16,-1-3 176-16,0 1-128 0,-2 0 0 0,-3-2 0 15,-3-2 0-15,-1-1 0 0,-2 2 128 0,-2-2-208 16,-4-1 80-16,-1 0 128 0,-4-1-240 0,-4 0 80 16,-4-2 16-16,-7-1 0 0,-7 1-96 0,-4 0-16 0,-6-2 0 0,-2 1 0 15,-3 2 80-15,-5-5 16 0,-6 3 0 16,-6 1 0-16,-3 0 160 0,1 2 0 15,-3 0 0-15,-2-2-128 0,-4 2 128 0,0 1 224 16,-2 1-48-16,-39 1-16 0,19 0 96 0,9 2 32 0,2 0 0 0,39 0 0 16,-5 0 96-16,-36-1 32 0,11-1 0 0,7-2 0 15,5 0-208-15,7 1-32 0,5-1-16 16,7 2 0-16,6-1 208 0,5 0 32 16,5 2 16-16,6-2 0 0,4 2-144 0,2 0-16 0,3 0-16 15,2 1 0-15,2-3-240 0,5 2 0 0,4 1 0 0,1 0 0 16,0-2 0-16,3 2 0 0,1 0 0 0,8 0-160 15,-1-1 32-15,1 1 0 0,0 0 0 0,0 0 0 16,1-1-128-16,2 1 0 0,-1-2-16 0,3 0 0 16,-1 1-1792-16,5 1-368 0,-1-3-64 15</inkml:trace>
  <inkml:trace contextRef="#ctx0" brushRef="#br0" timeOffset="36260.11">4189 10875 47631 0,'0'0'2112'0,"0"0"432"0,0-9-2032 0,2 1-512 16,4 1 0-16,-2 2 0 0,-4 5 560 0,0 0 16 16,0 0 0-16,0 0 0 0,0 0 720 0,0 0 160 0,6 7 16 0,-2 2 16 15,-1 3-720-15,-3 3-160 0,-2 5-32 0,1 3 0 16,1 6-224-16,0 1-48 0,-1 0-16 0,-1 1 0 16,1 4-160-16,0-1-128 0,1 0 144 0,0 0-144 15,1-4 0-15,0-1 0 0,1-3 0 0,-1-3 0 16,0-3-288-1,-1-2-160-15,0-1-16 0,3-3-16 0,-3-2-656 16,0-1-128-16,0-1-16 0,0-3-16 0,0-1-2256 16,0-6-448-16,0 0-96 0</inkml:trace>
  <inkml:trace contextRef="#ctx0" brushRef="#br0" timeOffset="36492.49">3806 10935 37775 0,'0'0'3360'0,"0"0"-2688"0,0 0-544 0,0 0-128 0,7-5 2480 0,4-1 464 16,2 1 80-16,1 0 32 15,2 0-1744-15,2 1-352 0,6 0-64 0,3-1 0 0,3 1-112 0,4-3-16 16,2 2 0-16,2 1 0 0,1 0-432 0,0-1-80 0,0 0-32 16,1 1 0-16,-4 1-224 0,1-2 128 15,-4 1-128-15,0 2 0 16,1-1-512-16,0 3-192 0,-3 0-32 0,-1 1-16 15,-1 1-1744-15,-4 3-336 0,-1 4-80 0,-3 3-17712 0</inkml:trace>
  <inkml:trace contextRef="#ctx0" brushRef="#br0" timeOffset="36922.5">4669 11273 10127 0,'0'0'896'0,"0"0"-704"0,0 0-192 0,0 0 0 0,0 0 7680 0,0 0 1488 15,0 0 304-15,0 0 64 0,0 0-5968 0,0 0-1200 16,0 0-256-16,0 0-32 0,0 10-656 0,0 0-128 16,-2 0-16-16,2 0-16 0,-1 3-688 0,0 0-128 15,-2 0-16-15,0 0-16 0,1 0-112 0,-1 1-32 16,1 1 0-16,-1-2 0 0,2-1-192 0,-1-2-80 16,2 0 0-16,-1 0 0 0,2-3 0 0,-1-7 0 15,6 7 0-15,-1-2 0 0,-5-5 0 0,8 5 0 0,1 1 0 0,3-5 0 16,-1-1 0-16,2-1 0 15,0 1 0-15,2-4 0 0,0 1 0 0,4-3 0 16,-1-1 0-16,0 2 0 0,-1 0 0 0,1-1-240 0,-1 1 80 16,0 3 16-1,0-4-544-15,-1 2-96 0,-3 0-32 0,0 1 0 16,-1-1-1488-16,-2 1-288 0,0 2-64 0</inkml:trace>
  <inkml:trace contextRef="#ctx0" brushRef="#br0" timeOffset="53670.12">6125 7556 39279 0,'0'0'1728'0,"0"0"384"0,-5-2-1696 0,5 2-416 0,0 0 0 0,0 0 0 0,0 0 928 0,0 0 96 16,7-2 32-16,5 0 0 0,1 1-160 0,3-1-16 15,3-1-16-15,6 0 0 0,3 3-64 0,4 0-16 16,5-1 0-16,2 1 0 0,4 0-304 0,2 0-64 16,1 0-16-16,4-3 0 0,3 2-144 0,4 1-16 15,5 0-16-15,-1 0 0 0,4-3-224 0,-2 2 128 16,-3 0-128-16,2 1 0 0,1 0 0 15,-2 0 0-15,2 0 0 0,-5 0 0 16,0 1-304-16,-5 0 0 0,-2 2 0 0,-7-2 0 16,-4 1-320-16,-5 0-64 0,-5 1-16 0,-2 0 0 15,-4-3-1856-15,-2 0-384 0,-4 0-80 0,-5 1-9264 16,-1 1-1856-16</inkml:trace>
  <inkml:trace contextRef="#ctx0" brushRef="#br0" timeOffset="54137.53">6221 7432 7359 0,'19'-3'656'0,"-12"2"-528"0,1 0-128 0,1-2 0 15,3 0 6160-15,1 1 1200 0,1-1 256 0,0 2 32 0,-1-2-5456 0,1 2-1088 16,-2 0-208-16,-2-1-64 0,-2 2 768 0,-2 0 128 16,-6 0 48-16,0 0 0 0,0 0-608 0,0 0-112 15,0 0-32-15,0 0 0 0,0 0 0 0,-4 8 0 16,-2 0 0-16,-3 0 0 0,-2 0-272 0,-2-1-64 15,-2 1-16-15,-2 0 0 0,0 1-160 0,-1 0-48 16,-2 2 0-16,2-1 0 0,0 3-144 0,-1-2-16 16,1-2-16-16,1 1 0 0,1 2-96 0,1-2-32 15,-1-1 0-15,4 1 0 0,1-1-32 0,0 0-128 16,2 0 192-16,3-1-64 0,2-2-128 16,0 1 160-16,1-1-160 0,3-6 160 0,0 0-160 0,1 8 0 15,2 1 0-15,2-2 0 0,4-1 0 0,2-3 0 16,1 1 0-16,2-3 0 0,3 2 0 0,4-1 0 15,2 0-128-15,3 0 128 16,3 1-432-16,2-3-16 0,3-3 0 0,3 1 0 16,2-4-1456-16,1 0-288 0,4-2-64 0</inkml:trace>
  <inkml:trace contextRef="#ctx0" brushRef="#br0" timeOffset="54983.87">7887 7335 44111 0,'0'0'1952'0,"0"0"416"0,0 0-1904 0,0 0-464 0,0 0 0 0,0 0 0 16,4 0 768-16,-1 3 64 15,-3-3 16-15,7 10 0 0,-1 1 352 0,-2 4 64 16,-4 0 16-16,1 4 0 0,4 2-528 0,1 7-112 0,2 3 0 0,1-1-16 15,1 1-240-15,2 0-64 0,0 1 0 0,2 8 0 16,-4-2-64-16,1-5 0 0,-1-4-16 0,-1-1 0 16,2-5-112-16,-2-2 0 0,0-3-128 0,0-3 192 15,-2-2-192-15,-1-3 144 0,-2-2-144 0,1-1 128 0,-1-2-128 16,1-3 0-16,-5-2 0 0,0 0 0 16,0 0 0-16,0 0 0 0,4-3 0 0,2-4 0 0,-4 0 0 0,1-2 0 15,1-1 0-15,-2-6 0 0,1-1 0 0,1-4 0 16,-2-2 0-16,1 0 0 0,0 0 0 0,0 0 0 15,0-6 0-15,2-1 0 0,1-2 0 0,0 0-144 16,2-2 144-16,-2 4 0 0,1 4-144 0,-1 4 144 16,1 4 0-16,-2 5-144 0,0 4 144 0,-1 2 0 15,-4 7 0-15,0 0 0 0,0 0 0 0,7 4 0 16,-1 5 160-16,0 3-160 0,-3 6 192 0,1 1-48 16,2 3-16-16,-3 1 0 0,1-1-128 0,0 1 128 15,2-3-128-15,0 0 128 0,1-2-128 0,2-1 0 16,0-1 0-16,1-3 0 0,1-1 0 0,0-3 0 15,2-1 0-15,0-2 0 0,1-2 0 0,-3-1 0 16,1-2 0-16,0-1 0 0,-2-1 0 0,2-1 0 16,0 0 0-16,-1-4 0 0,0 0 0 0,-2-3 0 15,-1-3 0-15,-2 0 0 0,1 2 0 0,-1-6 0 16,0-1 0-16,-1-1 0 0,0-4 0 0,0 0 192 16,-1-4-192-16,-1 1 192 0,-1-4-192 0,0 3-224 0,-2 1 48 15,0 2 16 1,0-1-560-16,-2 4-112 0,1 1-32 0,1 4 0 15,-1 2-1152-15,-2 1-224 0,-3 1-64 0,-2 4-19328 0</inkml:trace>
  <inkml:trace contextRef="#ctx0" brushRef="#br0" timeOffset="55256.42">7652 7191 36863 0,'0'0'1632'0,"0"0"336"0,0 0-1584 0,0 0-384 15,0 0 0-15,0 0 0 0,0 0 3344 0,6-4 592 16,3 0 112-16,2 1 32 0,-1 1-2800 0,3 0-544 16,4 2-112-16,3-2-32 0,0-1-336 0,4 2-64 15,-1 1 0-15,2 0-16 0,1 0-176 0,3 0 0 16,1 0 0-16,1-3-176 15,3 2-1072-15,0-2-224 0,-1-1-32 0,0 0-13600 16,1 3-2736-16</inkml:trace>
  <inkml:trace contextRef="#ctx0" brushRef="#br0" timeOffset="55420.81">8571 7235 11967 0,'-9'-4'1072'0,"9"4"-864"15,-6-3-208-15,6 3 0 0,0 0 7744 0,0 0 1520 0,8-2 288 0,1-1 64 16,-1-1-7504-16,1-1-1520 0,0 0-288 0,2 2-64 15,0-2 384-15,3 1 80 16,-1 0 0-16,0-1 16 0,1-2-544 0,2 2-176 0,-2 0 0 0,2 1 0 31,-2 0-1440-31,0-2-400 0,-2 3-80 0,-2 0 0 16,1 1-2560-16,-3-2-512 0</inkml:trace>
  <inkml:trace contextRef="#ctx0" brushRef="#br0" timeOffset="55739.58">8408 6921 26719 0,'-20'-3'1184'0,"11"2"240"0,2 0-1136 0,-2 1-288 0,2-2 0 0,-1 2 0 0,0 2 4128 0,0-1 768 16,-1 1 160-16,1 4 16 0,0 0-2480 0,0 1-496 16,1-1-112-16,-1 3 0 0,1 0-912 0,2 1-176 15,0-1-48-15,1-3 0 0,-1 3-432 0,2 0-96 16,3 1 0-16,1-1-16 0,-1-9-304 0,4 8 128 15,-4-8-128-15,9 6 0 0,1 1 0 0,1-4 0 16,1 3 0-16,0-6 0 0,1 0 0 0,0-3 0 16,0-1 0-16,0-1 0 0,1 1 0 0,-2 0 0 15,-2 0-176-15,0-1 176 0,-1-2-128 0,-3 0 128 0,1 0 0 0,-3-1 0 16,-2 2 0-16,1-1 0 16,-3 1 0-16,-1-1 0 0,-3 1 0 0,0-1 0 15,-3-1 0-15,-1 3 0 0,-1-1-272 0,0-1 48 16,-1 2 16-16,-2 0 0 15,0 0-1264-15,1-1-240 0,-3 1-48 0,3 1-20992 0</inkml:trace>
  <inkml:trace contextRef="#ctx0" brushRef="#br0" timeOffset="58349.62">8624 7793 22111 0,'-10'-4'1968'0,"10"4"-1584"16,-6-1-384-16,6 1 0 0,0 0 5312 0,0 0 992 15,0 0 192-15,0 0 32 0,0 0-4480 0,0 0-896 16,2 8-176-16,-4-1-32 0,2 2 128 0,0 2 16 16,2 2 16-16,-1-1 0 0,0 1-624 0,-1 1-128 15,2 0-32-15,-1-1 0 0,2-2-320 0,-1-1 144 16,1-1-144-16,-1 1 0 0,0-3 0 0,-2-7-224 16,0 0 16-16,4 7 0 15,-4-7-2080-15,0 0-400 0,7 2-96 0,1-2-18224 0</inkml:trace>
  <inkml:trace contextRef="#ctx0" brushRef="#br0" timeOffset="58490.62">8666 7643 22111 0,'-12'0'1968'0,"7"0"-1584"16,-2-1-384-16,0-1 0 0,1 2 4384 0,6 0 800 0,-4 0 144 15,4 0 48-15,0 0-4528 0,0 0-848 0,0 0-256 0,0 0-16 16,0 0-2928-1,8 7-576-15,7 3-112 0,-2 6-16 0</inkml:trace>
  <inkml:trace contextRef="#ctx0" brushRef="#br0" timeOffset="58840.8">8829 7786 24879 0,'0'0'2208'0,"0"0"-1760"0,0 0-448 0,0 0 0 0,4 8 3296 0,0 0 576 16,1 1 112-16,-1 0 32 0,0 2-1664 0,0 0-336 15,-1 1-64-15,0 0-16 0,0-2-352 0,-1-1-80 16,0-1-16-16,-1 0 0 0,0 0-720 0,-1-8-160 16,1 8-32-16,-1-8 0 0,0 0-144 0,0 0-48 15,0 0 0-15,0 0 0 0,0 0-192 0,0 0-64 16,0 0 0-16,0 0 0 0,7-4-128 0,-2 0 0 16,0 0 0-16,2-2 0 0,-1-4 0 0,2 1 0 15,1-1 0-15,3-2 0 0,-1-2 0 0,0 1 0 16,2 0 0-16,2 1 0 0,3-1 0 0,-2 1 0 15,-1 3 0-15,0 3 0 0,-1 3 0 0,0 0 0 0,-2 3 0 16,1 3 0-16,-4 1 208 0,2 1 16 16,-4 3 0-16,1 2 0 0,-4 2 128 0,0 1 32 0,1 3 0 15,-1 1 0-15,0 1-160 0,-1-2-32 16,-1 1 0-16,2-1 0 0,-1 1-192 0,-1-1-160 16,0-2 32-16,2 1 0 15,-2-1-1072-15,2 0-208 0,0-1-32 0,1 0-22880 0</inkml:trace>
  <inkml:trace contextRef="#ctx0" brushRef="#br0" timeOffset="59521.02">5244 8823 22111 0,'0'0'976'0,"-7"-3"208"0,-2-1-944 0,1 2-240 0,2-1 0 0,-2 2 0 16,1-1 5120-16,2 2 992 0,-2 0 192 0,1 2 32 0,-2-1-3600 16,2 2-736-16,-2 1-144 0,0 2-16 0,-1 2-736 0,1 1-144 15,-1 0-16-15,1 0-16 16,2 0-416-16,0 1-64 0,1-1-32 0,1 0 0 0,2 1-176 0,0-2-48 15,2 0 0-15,0-8 0 0,3 8-192 0,-3-8 0 16,8 6 0-16,1 1 0 0,1-6 0 0,2 0 0 16,0-1-144-16,1 0 144 0,0-1-224 0,2 0 48 15,2-3 16-15,-2 1 0 0,-1-3 16 0,-1-2 0 16,-2 1 0-16,-2 1 0 0,-3-1 144 0,1 1-128 16,-5-1 128-16,0 1-128 0,-2-1 128 0,-2 1 0 15,0-1 0-15,-3 1 0 0,-6-1 0 0,-1 2 0 16,1 0 0-16,-4 1 128 0,0 0-128 0,-1 1 0 15,-1 1 0-15,1-1 0 16,1-1-1008-16,0 2-112 0,2 0-32 0,2 1-14592 16,0 0-2944-16</inkml:trace>
  <inkml:trace contextRef="#ctx0" brushRef="#br0" timeOffset="60358.16">5078 4793 44223 0,'0'0'1968'0,"-7"3"400"0,0-1-1904 0,0 1-464 15,7-3 0-15,-5 5 0 0,0 0 832 0,1 2 64 16,1 1 0-16,-1 1 16 0,0 0-32 0,2 1-16 16,0 2 0-16,2-3 0 0,2 2-304 0,-1-1-64 15,2-1-16-15,2 0 0 0,1-1-304 0,2-1-176 16,1-3 192-16,0-1-192 0,2 1 0 0,1-1 0 15,1 0 0-15,0-3 0 0,1-4 0 0,-1 1 0 16,-1-2 0-16,0 1 0 0,-2 0 0 0,0-2 0 16,0 0-128-16,-3 0 128 0,0-3 0 0,-2 1 0 15,-2 0 0-15,-3 0 0 0,-3-1 0 0,-1 0 0 16,-1 1 0-16,-3 0 0 0,-1 0 0 0,-1 2 160 16,-2-1-160-16,0 4 128 0,-1-3-128 0,0 5 128 15,-1-3-128-15,1 3 128 0,0-1-128 0,1 2-224 0,0 0 48 0,4-1 16 31,2 0-2272-31,6 1-448 0</inkml:trace>
  <inkml:trace contextRef="#ctx0" brushRef="#br0" timeOffset="115016.45">897 1736 30399 0,'-14'-5'2704'0,"4"2"-2160"0,1-1-544 0,0 0 0 16,1 2 928-16,8 2 80 0,0 0 16 0,0 0 0 15,0 0-576-15,0 0-128 0,0 0 0 0,8-8-16 16,5 4 16-16,3 1 0 0,2 1 0 0,4-1 0 15,7 2 112-15,-11 1 16 0,4-2 16 0,5 1 0 16,2 1-16-16,7-2-16 0,3 2 0 0,5 0 0 16,6 2-176-16,53-2-16 0,-7 0-16 0,-7 0 0 15,-7 1-224-15,3-1 0 0,2-1 0 0,4-3 0 16,3 2 0-16,-1-2 128 0,-2 1-128 0,3-2 0 16,2-2 224-16,3 0 0 0,3 1 0 0,-4-2 0 15,-6 1 64-15,1-2 16 0,1-2 0 0,2 5 0 16,5-1-16-16,-3 1 0 0,-6-4 0 15,2 4 0-15,1-1-144 0,-2 3-16 0,-5 1-128 0,-4-1 192 16,-7 1-192-16,-2 3 176 0,0 0-176 16,-2 0 160-16,-4 4-160 0,-4 0 0 0,-4-2 0 0,-6 1 0 0,-7 0 0 0,-4-1 0 15,-3 1 0-15,-3 0 0 0,-4-3 0 16,-2 0 160-16,-3 0-160 0,-4 0 160 0,-3 0-32 16,-3 0-128-16,-2-2 192 0,-1 1-64 15,-4-2 16-15,-12 3 0 0,13-1 0 0,-13 1 0 0,11-3-16 0,-11 3-128 16,0 0 192-16,0 0-64 0,11-4-128 0,-11 4 0 15,0 0 0-15,0 0-176 0,10-3-112 16,-10 3-32-16,11-6 0 0,-11 6 0 16,9-6-1616-16,-1 1-336 0,0 1-64 0</inkml:trace>
  <inkml:trace contextRef="#ctx0" brushRef="#br0" timeOffset="135887.5">11462 3586 48255 0,'0'0'2144'0,"-6"-4"432"0,-1-1-2064 0,2 1-512 15,5 4 0-15,-5-7 0 0,0 1 448 0,-1-1-32 16,1 2 0-16,1 0 0 0,0 1 608 0,4 4 128 15,-5-4 32-15,5 4 0 0,0 0-576 0,-6 3-112 16,-1 2-32-16,1 3 0 0,-2 5-144 0,-1 2-16 16,-3 6-16-16,-1 7 0 0,-1 5-128 0,0 5-32 15,1 4 0-15,0 0 0 0,0-3-128 0,2-1 160 16,-1 1-160-16,1-4 160 0,2-3-160 0,3 0 0 16,1-6 0-16,3 0 128 0,4-3-128 0,2-2 0 15,1-1 0-15,4-7 0 16,3-1-464-16,1-3-32 0,2-4 0 0,5-1 0 15,1-4-960-15,2-7-192 0,1 1-32 0,2-7-16 16,1-3-1872-16,3-1-368 0,1 0-80 0,2 0-8256 0,0-5-1648 16</inkml:trace>
  <inkml:trace contextRef="#ctx0" brushRef="#br0" timeOffset="136171.16">11787 3832 6447 0,'0'0'576'0,"-1"-8"-576"0,-1 1 0 16,0-1 0-16,-4 1 7216 0,0 3 1328 0,-2 2 272 0,-1 2 48 16,0 0-4448-16,-2 1-880 0,0 2-176 0,-1 3-32 15,0 3-1472-15,-2 3-304 0,1 1-48 0,0 3-16 16,0 1-752-16,0 2-160 0,1 1-16 0,2-3-16 15,0 0-288-15,4 0-48 0,1 0-16 0,5-2 0 16,1-2-192-16,3-1 0 0,1-2 0 0,4 1 0 16,2-3 0-16,2-2 0 0,1-2-160 0,3-1 160 0,1-1-256 0,2-2 16 15,1-2 16-15,0-1 0 16,-1-3-64-16,3-2-16 0,-3 0 0 0,-1 0 0 0,-4-1 64 16,0 0 16-16,-2 2 0 0,-3-3 0 0,-1-1 224 15,-3 1 0-15,-3 0 0 0,0-1-144 0,-2-1 144 0,-1 2 0 16,-2 0 0-16,-1 2 0 0,-2 0 0 0,-3 0 0 15,-2 0 0-15,-2-1 0 0,-1 3-256 0,-1 2-64 16,-3-1 0-16,1 2-16 16,3 2-1312-16,1 1-256 0,0 0-48 0,3 2-16 15,3 2-1360-15,6-4-256 0,0 0-64 0,0 0-8080 16,4 7-1616-16</inkml:trace>
  <inkml:trace contextRef="#ctx0" brushRef="#br0" timeOffset="136797.45">12024 3834 18431 0,'0'0'1632'0,"0"0"-1312"15,0 0-320-15,0 0 0 0,0 0 5424 0,0 0 1008 16,0 0 208-16,0 7 32 0,-1 4-3216 0,-3 1-656 0,-3 1-128 0,1 3-32 16,-2 3-1200-16,0-1-240 0,-1 2-48 0,0 0-16 15,0 1-560-15,1-2-96 0,2 0-32 0,0-1 0 16,1-1-272-16,3-1-176 0,2-2 192 0,2-1-192 16,2 0 0-16,3-4 0 15,2-1 0-15,2-1 0 0,4-7 0 0,2 0-256 0,0-3 80 0,2-1 16 16,3-4-160-16,1-1-48 0,-1-1 0 15,-1 1 0-15,-1-2-16 0,-1 1 0 0,-2 1 0 0,-3-3 0 16,-1 2 128-16,-3-1 32 0,-2 2 0 0,-1-1 0 16,-2-1 32-16,-1 1 0 0,-3-3 0 0,-1 1 0 15,-1 2-656-15,-2-1-128 16,-1 1-32-16,0-2 0 0,1 0-944 0,1-2-192 0,2 1-32 0,2-3-16 16,0-2-1584-16,2 0-320 15,0-4-64-15,4-2-16 0,4 1 944 0,1-2 192 0,2-3 32 0,0 4 16 16,-1-1 1408-16,-2 1 288 0,-2 4 48 0,-1 0 16 15,0 2 4736-15,-1 3 944 0,-3 5 192 0,1 2 32 0,-6 8-368 0,0 0-80 16,0 0 0-16,0 0-16 0,0 0-1504 16,0 0-288-16,0 13-64 0,-2 3-16 0,0 2-992 15,-1 4-208-15,-1 3-48 0,0 2 0 0,-1 2-512 16,1 2-96-16,0 2-32 0,2 0 0 0,-1-1-256 0,2-3-48 16,1 0-16-16,0-5 0 0,1-1-128 0,2-3 0 15,2-1 0-15,0-2 128 0,2-3-128 0,0-1 0 16,2-3 0-16,1-2 0 0,0-4-208 0,3-3 16 15,-1-1 16-15,0-1 0 0,-1-3-160 0,1 0-48 16,1-5 0-16,-1 0 0 0,0-3 16 0,1-1 0 16,0-5 0-16,0 0 0 0,-2-2 112 0,0-1 32 0,-2-1 0 15,0-1 0-15,0-1 224 0,-1 3 0 0,-1 3 0 0,-1 2-144 16,-1 3 144-16,-1 4 0 0,-1 3 160 0,-3 6-160 16,0 0 448-16,0 0 0 0,0 0 0 0,1 9 0 15,-1 3-64-15,0 2-32 0,0 2 0 0,1 3 0 16,1-1-176-16,-1 2-48 0,2 1 0 0,1-3 0 15,1-1-128-15,-1-1 0 0,2-2 0 0,1-1 0 16,0 0 0-16,1-2 0 0,0-2-160 0,1 0 160 16,0-1-1280-1,1-2-176-15,-1-2-16 0,0-1-16 0,0-3-1840 16,-1-2-352-16,3 2-80 0</inkml:trace>
  <inkml:trace contextRef="#ctx0" brushRef="#br0" timeOffset="137514.17">12741 3707 40943 0,'0'0'1808'0,"0"0"384"0,0 0-1744 16,0 0-448-16,0 0 0 0,0 0 0 0,0 0 464 0,0 0 16 15,0 0 0-15,11 0 0 0,-2 1 96 0,0-1 32 16,1 0 0-16,1 2 0 0,-1-1-448 0,1 4-160 16,-1-2 0-16,-1 5 144 0,2 1 288 0,-1 2 48 15,-1 4 16-15,0 2 0 0,0 1 656 0,1 3 128 16,-1 0 16-16,-2 1 16 0,0 1-176 0,-2 2-48 15,0-3 0-15,1-1 0 0,-2-3-448 0,-1-1-112 16,1-2-16-16,0-1 0 0,0-1-256 0,0-1-48 16,0-2-16-16,1-1 0 0,-2-2-48 0,-3-7-16 15,0 0 0-15,0 0 0 0,0 0-128 0,0 0 0 16,0 0 0-16,0 0 0 0,0 0 0 0,5-5 0 16,-1-3 0-16,0-1 0 0,-1-2 0 0,-1-3-176 0,2 0 48 15,-1 1 0-15,-1-2 0 0,1 0 0 0,-1 0 0 16,2-3 0-16,-1 0 128 0,1-3-128 0,0 1 128 0,1 3-128 15,0 3 128-15,0 2-208 0,-1 2 80 0,2 2 128 16,-1 3-160-16,-5 5 160 0,0 0 0 0,0 0-144 16,8 4 144-16,-2 0 0 0,1 3 0 0,-1 5-128 15,-1-1 128-15,2 3 0 0,-2 2 0 0,2 1 0 0,-1-2 0 16,1 1 0-16,-2 0 0 0,1-2 0 0,2-1 128 16,0 0 48-16,1-1 16 0,2-2 0 0,-1-2-336 15,2-2-64-15,-1 0-16 0,3-2 0 0,-3-2 48 16,4 1 16-16,-1-3 0 0,0 0 0 15,2-5-96-15,1-1-32 0,0-1 0 0,0-1 0 0,-2-1-80 0,0-2-16 16,-1-1 0-16,-1-1 0 0,0-2 80 0,-1-1 16 16,0-2 0-16,-2 0 0 0,-2-3 96 15,1 1 32-15,-2 1 0 0,-2 0 0 0,-1 1 160 0,-2 1 0 16,2 2 0-16,-3 1 0 0,-1 5 0 0,-1 2 144 16,0-1-144-16,0 1 160 0,1 7 112 0,0 0 32 15,0 0 0-15,0 0 0 0,0 0-16 0,0 0 0 16,-7 1 0-16,7-1 0 0,-3 8-128 0,3 1-32 15,2 3 0-15,0 3 0 0,2 1-128 0,3 4 192 16,2 1-192-16,1 2 192 0,1 2-192 0,2 1 160 16,2 0-160-16,1 2 160 0,2 2-160 0,2 2 0 0,1 3 0 15,1 1 0-15,-3-1 0 0,0 1 0 16,-1 1 0-16,-2 1 0 0,-3-2 0 0,-3 1 0 0,-2-2-176 0,-2-3 176 16,-3-2 0-16,-3-4 0 0,-3 1 0 15,-2-4 0-15,-3-2 0 0,-2-2 144 0,-3-3 0 16,-3 0 0-16,-3-2-144 0,-2-1 0 0,-1-1 0 0,-3 0 0 15,-2-5-336-15,-2 1 48 0,-2-1 16 0,-1-2 0 32,-3-5-2400-32,-1 0-464 0</inkml:trace>
  <inkml:trace contextRef="#ctx0" brushRef="#br0" timeOffset="138007.12">14570 3500 3679 0,'-9'-18'320'0,"7"11"-320"15,-2-1 0-15,2-2 0 0,2 1 8608 0,-1-3 1648 0,2 1 336 0,-1 0 64 16,-1 2-7840-16,0 2-1584 15,-1-1-304-15,1 2-64 0,-1-1 528 0,-1 2 96 16,-1 1 32-16,-2 1 0 0,-1 6-480 0,1 1-80 0,-5 3-32 16,-1 4 0-16,-1 4-256 0,-1 5-48 0,-4 7-16 0,-1 5 0 15,0 9-336-15,-2 5-64 0,-1 5-16 0,2 7 0 16,2-1 0-16,2-1 0 0,3-4 0 16,6-1 0-16,1-5-48 0,5-1-16 0,4-2 0 15,1-2 0-15,5-3-128 0,2-3-256 0,4-4 64 0,2-4 16 16,4-3-816-1,-1-3-160-15,3-6-48 0,0-3 0 0,1-5-1600 0,3-5-320 16,2-3-64-16,-2-6-17184 0</inkml:trace>
  <inkml:trace contextRef="#ctx0" brushRef="#br0" timeOffset="138295.82">14745 3729 44751 0,'0'0'1984'0,"0"0"400"0,-8 3-1904 0,3 2-480 16,1 3 0-16,0 2 0 0,0 3 1280 0,0 4 176 15,2 4 16-15,0 3 16 0,4 2-80 0,-1 1-32 16,0 2 0-16,1-2 0 0,0-1-736 0,2 0-128 16,-1-1-48-16,1 0 0 0,-2-2-224 0,2-1-48 15,0-1-16-15,1-5 0 0,-3-2-48 0,0-1-128 16,1-5 192-16,-3-8-64 0,0 0-128 0,0 0 160 16,0 0-160-16,0 0 160 0,0 0-160 0,0 0 192 15,4-6-192-15,0-2 192 0,0-4-192 0,0 0 128 16,-1-1-128-16,1-4 128 0,-1-2-128 0,2-3 0 15,0 1 0-15,2-3 128 0,-1 1-128 0,0-1 0 16,1 0 0-16,1-1-176 0,0-1-112 0,0-2-32 16,0 4 0-16,1 3 0 15,0 1-1040-15,-1 3-224 0,-2 6-32 0,2 0-16 16,1 3-2272-16,-1 6-448 0,0 3-80 0</inkml:trace>
  <inkml:trace contextRef="#ctx0" brushRef="#br0" timeOffset="138783.35">14988 4071 17503 0,'0'0'768'0,"0"0"176"0,0 0-752 16,9 4-192-16,1-2 0 0,2-2 0 0,0-5 3968 0,-1 0 768 0,1-3 160 0,0-1 32 0,1 0-2640 0,-1-2-528 16,-1-2-96-16,1 0-32 0,-2-4-528 0,1 0-96 15,-1-2-32-15,1-1 0 0,-1-2-480 0,-1 1-112 16,0-5 0-16,-1 4-16 0,-3 1-144 0,-1 4-32 16,-1 2 0-16,-2 3 0 0,-1 3 80 0,0 9 16 15,0 0 0-15,-8 0 0 0,-2 4 416 0,1 3 64 16,-3 6 32-16,0 6 0 0,-1 0-320 0,0 5-64 15,-1 1-16-15,2 2 0 0,3-2-160 0,0-2-48 16,2-1 0-16,2 2 0 0,3-5-192 0,3 1 128 16,3-2-128-16,2-2 0 0,4-3 0 0,1-1-208 15,4-3 16-15,0-4 0 16,2-1-1008-16,3-4-192 0,1-4-32 0,2 1-16 16,1-6-224-16,0-1-32 0,1-3-16 0,1-3 0 15,-1 2 688-15,0-3 144 0,-1-3 32 0,1-2 0 16,-1-3-48-16,-1-2-16 0,1-2 0 0,-1-3 0 0,-2-2 576 15,-3-3 112-15,-1 1 32 0,-1-1 0 0,-1 1 480 0,0-1 96 0,-3 2 32 16,-2 2 0-16,-2 2 592 0,0 2 112 0,-4 3 32 0,-2 4 0 16,-2 5 432-16,0 6 80 0,0 3 32 0,0 8 0 15,-4-3-176-15,4 3-48 0,0 0 0 0,-6 7 0 16,-1 2-576-16,2 5-128 0,0 6-32 16,-2 0 0-16,1 4-336 0,-1 5-64 0,2 1-16 0,1 4 0 0,1 2-176 15,0 3-144-15,0 3 192 0,2-2-192 16,-1-1 0-16,2-1 0 0,2 0 0 0,0-4 0 15,1-2 0-15,-1 0-256 0,1-2 32 0,1-3 0 16,-3-3-1440 0,1-2-304-16,-1-3-48 0,0-2-16 0,2-1-1232 0,-2-4-240 0,-1-3-48 0,0-4-8192 15,0-5-1632-15</inkml:trace>
  <inkml:trace contextRef="#ctx0" brushRef="#br0" timeOffset="139264.25">15432 3931 39039 0,'-6'-11'1728'0,"4"5"368"0,1 0-1680 0,0-2-416 15,2 0 0-15,3-2 0 0,1-1 1616 0,3 1 240 16,1-2 64-16,1 2 0 0,5-2-352 0,0 3-64 16,1 0-16-16,1 2 0 0,1-2-752 0,2 3-160 15,-1 0-16-15,1 2-16 0,-3 2-80 0,0 3-16 16,-1 2 0-16,-2 3 0 0,0 2-64 0,-1 3-32 16,0 0 0-16,-1 6 0 0,-2 1-80 0,0 3-16 15,-3 3 0-15,1-3 0 0,0-2 0 0,0 1 0 16,0-2 0-16,-2 0 0 0,1-2-256 0,-2 0 0 0,0-2 0 0,-1-1 0 15,-1-3 0-15,-1-2 0 0,1-1 0 16,-3-7 0-16,0 0 0 0,0 0 0 0,0 0 0 0,0 0 0 16,0 0-160-16,0 0-96 15,0 0 0-15,0-8-16 0,1-1-48 0,0-2 0 16,2-2 0-16,0-1 0 0,-2-2 64 0,2-5 16 0,1-1 0 0,1 0 0 16,1-1 112-16,1-1 128 0,2-2-208 0,-1 3 80 15,1 0 128-15,0 5 0 0,-3 0 0 0,4 5 0 16,-1 1 0-16,0 3 0 0,-1 1 0 0,0 4 0 15,-2 2 0-15,3 2 144 0,-1 1-144 0,1 3 160 16,0 1 32-16,0 3 0 0,-1 4 0 0,0-2 0 0,1 4-48 0,-1 2 0 16,0 1 0-16,0 1 0 0,-2 2-16 15,1 1 0-15,-1 0 0 0,1-2 0 0,-2-2 0 16,0 0 0-16,-1-1 0 0,-1-2 0 16,-1-1-128-16,1-1 0 0,-1-2 0 0,0-2 0 0,-2-8 0 15,0 0 0-15,0 0 0 0,0 0 0 16,0 0-896-16,0 0-224 0,0 0-32 0,0 0-16 15,6-4-1136-15,-1-2-240 0,1-2-32 16,-1-3-16-16,1 0-2144 0,-3-6-448 0</inkml:trace>
  <inkml:trace contextRef="#ctx0" brushRef="#br0" timeOffset="139407.23">16070 3629 36511 0,'-12'-16'1616'0,"8"11"336"0,0 0-1568 0,0 0-384 16,4 1 0-16,0 4 0 0,1-7 1904 0,-1 7 288 15,0-5 64-15,0 5 16 0,0 0-1200 0,7-4-240 16,1 3-64-16,-8 1 0 0,10 0-640 0,-1 2-128 15,2 4 0-15,-1-1 0 16,1 1-1648-16,0 1-272 0,1 3-64 0,1 2-16 16,0 1-2000-16,-1 0-400 0</inkml:trace>
  <inkml:trace contextRef="#ctx0" brushRef="#br0" timeOffset="140160.43">16522 3944 6447 0,'0'0'272'0,"0"0"80"0,0 0-352 0,0 0 0 0,4-5 0 0,0-1 0 0,0-2 6192 0,0-3 1168 16,-2 1 224-16,2-1 48 0,-1 1-4480 0,-1 2-896 16,0-3-176-16,-2 0-32 0,0 1-688 0,-2-1-128 15,0 1-16-15,-2 2-16 0,-1 3-240 0,-2 0-64 16,-2 3 0-16,-1 2 0 0,-3 3-16 0,-3 2-16 15,-1 2 0-15,-1 3 0 0,-2 4-160 0,2 3-48 16,-2 0 0-16,3 1 0 0,0-2-192 0,3 0-32 16,2-1-16-16,3 0 0 0,1-1-416 0,3-2 128 15,4-2-128-15,1 1 0 0,3-1-176 16,2-1-112-16,3-1-32 0,2-1 0 16,2-2-368-16,1-5-80 0,1 0 0 0,2 0-16 15,1-3-112-15,0 1-32 0,1 0 0 0,-1-4 0 16,0-1 160-16,0-1 16 0,-2-1 16 0,1-1 0 15,-2-1 272-15,-1 1 48 0,-1-2 16 0,0-1 0 0,-2-1 400 0,-1 0 0 16,-2-2 0-16,-1 2 0 0,0-1 0 0,-2 4 128 0,-3 1 0 0,0 1 0 16,-1 3 448-16,0 6 80 15,0 0 32-15,0 0 0 0,0 0 160 0,0 0 48 16,0 0 0-16,-4 6 0 0,0 3-320 0,3 2-64 0,-2 1-16 16,2 4 0-16,0 3-112 0,1 0-32 0,2 5 0 15,1-2 0-15,0 1-80 0,2 2-16 0,1 3 0 0,2 3 0 16,1 1-96-16,-1 4-32 0,0 0 0 0,0 1 0 15,-2 0-128-15,1 0 0 0,-2-2 0 0,-1-1 128 16,1-1-128-16,-2-2 0 0,-2-1 0 0,-2-4-176 16,-1-3-704-16,-1-3-144 0,-4-2-16 15,-2-2-16-15,-1-2 304 16,-4-1 64-16,-1-2 16 0,-1-3 0 0,1-5 96 16,-1-1 0-16,-1-4 16 0,3 0 0 0,1-2-128 15,1-3-16-15,1-2-16 0,2-4 0 0,1-2-528 16,3-5-96-16,3-2-32 0,2-2 0 0,1-6 416 0,4-1 64 0,3-1 32 0,2-4 0 0,3-1 544 0,4-1 128 15,2-1 0-15,0 0 16 0,2 1 176 0,-1 1 224 16,-2 3-48-16,-2 0-16 0,-2 6 672 0,-1 2 128 16,-3 2 16-16,-1 5 16 0,-1 4 384 0,-1 0 80 15,-2 2 16-15,-1 5 0 0,-3 1-112 0,-1 7-16 16,0 0 0-16,0 0 0 0,0 0-416 0,0 0-96 16,0 0 0-16,-4 7-16 0,2-1-560 0,0 5-96 15,0-1-32-15,2 2 0 0,0-2-128 0,1 1 0 16,2-1 0-16,-1 2 0 0,2 0-144 0,1-1-16 0,1 0 0 0,0-2 0 31,2-1-864-31,0-2-160 0,0 1-32 0,3-3-16 16,0-2-560-16,-1 0-128 0,1-2 0 0,-1-2-16 15,-1 0-1152-15,3-5-240 0,0-2-32 0,-2-1-11552 0</inkml:trace>
  <inkml:trace contextRef="#ctx0" brushRef="#br0" timeOffset="140954.38">16968 3843 5519 0,'0'0'496'0,"0"0"-496"0,0 0 0 0,0 0 0 16,0 0 7728-16,0 0 1440 0,-1 7 304 0,1 3 48 15,-2 0-6352-15,4 2-1264 0,0 2-256 0,2-1-48 16,0-1-240-16,1 1-32 0,0 1-16 0,2-1 0 16,-2-1-576-16,2 1-112 0,1 1-32 0,-1-1 0 15,1-2-368-15,0-1-80 0,0-3-16 0,0 1 0 16,-2-1-128-16,-6-7 192 0,5 8-192 0,2-4 192 0,-7-4-16 16,8 3 0-16,-8-3 0 0,0 0 0 0,0 0 32 0,0 0 16 15,1-5 0-15,0-3 0 0,1 0-96 0,-2-1-128 16,0 0 176-16,0 0-176 0,0-1 0 0,1 3 0 15,0-1 0-15,3-4 0 0,3 0 0 0,-1 1 0 16,3-2 0-16,3 1-192 0,2-1 0 0,2 0 16 16,0-2 0-16,2 1 0 15,1 0-112-15,4 1-32 0,-1 0 0 0,0 2 0 16,-1-1-80-16,0 2-32 0,0 2 0 16,-2 2 0-16,1-1 240 0,-3 2 64 0,-2 1 0 0,-2 3 0 0,-2-1 128 0,-2 2 0 15,-3 2 160-15,-6-2-160 0,4 5 528 0,-2 3 16 16,-2 2 0-16,-3-1 0 0,-4 4 64 0,0 4 16 15,-3 0 0-15,0 2 0 0,-2-1-224 0,-1 0-32 0,-1 0-16 16,1-1 0-16,1-1-144 0,3 0-16 16,0-2-16-16,1-1 0 0,2-1-176 0,0-2 0 0,2-1 0 15,2 0 0-15,-1-1 0 0,3-8-176 0,0 0 48 0,5 7 0 16,-5-7-224-16,8 4-32 0,-8-4-16 16,11-2 0-1,-1-2-128-15,1 2-32 0,-1-3 0 0,2-2 0 16,1-2 112-16,0 0 0 0,0-4 16 0,1 2 0 15,-2 0 16-15,-2-1 0 0,1 1 0 0,-1 0 0 0,1-2 224 0,-1 0 64 0,-2 0 0 0,-2 2 0 16,0 2 128-16,-2 1 0 0,-1 0 0 0,-3 8 0 16,0 0 0-16,0 0 0 0,0 0 0 0,0 0 0 15,0 0 0-15,0 0 0 0,0 0 128 0,2 9-128 16,-2-1 128-16,1 3-128 0,0-3 128 0,2 1-128 16,0 0 0-16,0 1 144 0,1 1-144 0,3-1 0 15,1-1 0-15,2-1 0 0,1-1 0 0,3-2 0 16,-1 1 0-16,3-3 0 0,1 1-160 0,0-3 160 0,1-2-224 15,1-2 80-15,1-3 16 0,-2 2 0 0,-2-3 128 0,-1-3-192 16,2-1 192-16,-1 0-192 0,-3-4 64 0,0 0 0 16,-2-5 0-16,-1-1 0 0,0-5 0 0,1-1 0 15,-2-3 0-15,1-1 0 0,1-2-48 0,-2-1 0 16,-1 0 0-16,0-1 0 0,-1 5 176 0,0 4 144 16,-4 2-16-16,-1 5-128 0,-2 3 768 0,-2 4 32 15,-1 3 16-15,0 4 0 0,-1 1 256 0,4 4 48 0,-7 4 16 0,1 3 0 16,1 4-544-16,0 4-96 0,-3 2-32 0,0 4 0 15,2 1-304-15,-1 1-160 16,2 2 160-16,0 1-160 0,1 3 128 0,3-3-128 0,-1 1 0 0,2 1 0 16,3-4 0-16,-1 0 0 15,2-1 0-15,2-2 0 0,-5-3-256 0,3 1 16 0,1-4 0 0,0-4 0 32,-2-2-1536-32,-1 1-304 0,2-3-64 0,-1 1-13200 0,0-3-2640 15</inkml:trace>
  <inkml:trace contextRef="#ctx0" brushRef="#br0" timeOffset="141280.99">17748 3813 25791 0,'0'0'1152'0,"0"0"224"0,0 0-1104 0,0 0-272 0,9-2 0 0,2 1 0 0,0 0 4864 0,2-2 928 16,1 1 176-16,1 0 48 0,0-3-3776 0,3 4-736 16,1-5-160-16,0 3-16 0,1 0-608 0,-1 2-112 15,0-1-32-15,-1 2 0 0,-1 0-112 0,-2 3-16 16,0 2-16-16,-4 2 0 0,-1-1-48 0,-4 2 0 15,1 4 0-15,-2 1 0 0,-3 1-112 0,-2-2-16 16,0 2-16-16,0-1 0 0,2 0-96 0,-2 0-16 16,0 2 0-16,0-4 0 0,0 0-128 0,1-1 0 15,2-2 0-15,-1 1 0 0,2-1 0 0,1-1 0 16,2-2 0-16,-1-4 0 0,1 0-320 0,1 1 64 0,0-2 16 16,2-2 0-16,0 1-128 0,1 0-16 15,-2-4-16-15,0-1 0 16,0 0-80-16,0-2-16 0,-2 0 0 0,-1-1 0 15,1 1 48-15,-2-2 0 0,-2 1 0 0,-2 0 0 0,-1-2 32 16,0-2 16-16,-1 0 0 0,0 7 0 16,-1-2-880-16,0-1-192 0,-1 1-16 0,-1 1-16 15,0-2-2096-15,0 1-432 0</inkml:trace>
  <inkml:trace contextRef="#ctx0" brushRef="#br0" timeOffset="141576.5">18261 3723 46879 0,'0'0'2080'0,"0"0"416"0,3 6-1984 0,-1 2-512 0,0 1 0 0,0 2 0 15,1 0 1296-15,-3 4 176 0,1 2 16 0,2 1 16 0,2 0-80 0,-1 0-16 16,0 1 0-16,2 0 0 16,2 1-784-16,-1-6-176 0,-1-1-16 0,-1 0-16 0,2-1-416 0,-1-3 128 15,2-1-128-15,-1-2 112 0,1 1-112 0,-1-2 0 16,1 0 0-16,-1-3 0 0,-7-2 0 0,0 0 0 16,6 0 0-16,-6 0 0 0,0 0 0 0,6-4 0 15,-3 0 0-15,1-3 0 0,-1-1 0 0,0 1 0 16,-2-3 0-16,0 0 0 0,2-2 0 0,-1-1 0 15,0 0 0-15,0-2 0 0,2 0 0 0,1 2 0 16,2-4 0-16,1 2 0 0,1-1 0 16,1 0-160-16,1 2 160 0,0 1-128 15,3-1-432-15,0-1-80 0,0 1 0 0,1 2-16 16,0-1-368-16,1-1-64 0,1 1 0 0,0 0-16 16,-2-2-1584-16,1 4-304 0,0-2-64 0,-2 0-10608 15,-1 2-2128-15</inkml:trace>
  <inkml:trace contextRef="#ctx0" brushRef="#br0" timeOffset="141864.67">18601 3127 40767 0,'-3'-12'896'0,"0"8"192"0,2-1 48 0,-2 0 0 0,0 1-912 0,3 4-224 0,0-4 0 0,0 4 0 16,0 0 1664-16,0 0 304 0,8 1 48 0,0 5 16 16,0-4-416-16,1 2-80 0,3 3 0 0,3 3-16 15,5-1-720-15,2 4-144 0,3 1-16 16,0 2-16-16,-1 4-624 0,2 3 0 0,2 5 0 0,1 2 0 15,-2 0 192-15,0 2 128 0,1-2 32 0,-1 7 0 16,-1 0 16-16,0 6 0 0,2 6 0 0,-2-1 0 16,-3 3-368-16,-1 2-128 0,-3-2 0 0,-3-1 0 15,-2-5 128-15,-1 11 0 0,-4-4 0 0,-4-6 0 16,-1-4 0-16,-3-3 0 0,-1-10 128 0,-2-2-128 16,-2 2 0-16,0-3 144 0,-4-4-144 0,0-1 0 0,-1-3 128 15,-2 0-128-15,1-2 0 0,1-4 0 16,-5 2-320-16,3-4-160 0,2-3-32 0,-1-1-16432 15,0-2-3280-15</inkml:trace>
  <inkml:trace contextRef="#ctx0" brushRef="#br0" timeOffset="142366.15">19876 3510 43311 0,'0'0'1920'0,"0"0"384"0,0 0-1840 0,0 0-464 16,0 0 0-16,0 0 0 0,0 0 2352 0,-1 8 368 16,1-8 80-16,-4 7 16 0,-1-2-1600 0,1 1-320 15,0 1-64-15,4-7-16 16,-4 6-1440-16,2 2-272 0,0 0-64 0,1 1-16 15,0 3-2016-15,-1 2-400 0,2-1-64 0</inkml:trace>
  <inkml:trace contextRef="#ctx0" brushRef="#br0" timeOffset="142504.89">19850 3916 52863 0,'0'0'2352'16,"0"0"464"-16,-1 9-2240 0,1-3-576 0,0-6 0 0,3 9 0 0,-3-1 448 0,0-8 0 15,0 0-16-15,0 0 0 0,0 0 192 0,0 0 32 0,0 0 16 0,0 0 0 31,0 0-992-31,0 0-208 0,0 0-48 0,10 2-15920 16,3-4-3184-16</inkml:trace>
  <inkml:trace contextRef="#ctx0" brushRef="#br0" timeOffset="143799.5">20936 5106 23039 0,'-5'17'1024'0,"3"-9"192"0,-2 0-960 0,0-1-256 15,1 0 0-15,-1-1 0 0,4-6 2992 0,0 0 544 0,0 0 112 16,0 0 32-16,0 0-928 0,-5 6-192 0,-4-6-48 15,4-3 0-15,2 0-784 0,-1 1-176 0,3-2-16 0,0-4-16 16,1-1-368-16,0-2-80 0,-3 0-16 0,-1-2 0 16,1-3-416-16,1-1-96 0,-2-2-16 0,-1-2 0 0,1-1-208 0,0-7-64 15,0-2 0-15,0-5 0 0,-1-3-128 16,2-5-128-16,1-3 144 0,-1-6-144 0,3-3 0 16,0-6 128-16,1-2-128 15,1-5 0-15,2-4 0 0,1-4 0 0,1-4 0 0,3 2 0 0,-1 1 0 0,4 0 0 16,0-3 0-16,1 0 0 0,2 1 0 0,0 6 0 15,2 4 0-15,0 3 0 0,1 2 0 0,-3 8 0 16,1 3 0-16,1 7 0 0,0 5 0 0,0 5 0 16,0 4 0-16,1 4 0 0,-1 6 0 15,1 3 0-15,1 3 0 0,-2 7 0 0,0-2-144 16,-1 6 144-16,-1 1 0 0,0 5-144 0,0 1 144 0,-1 3 0 16,-1 2 0-16,-2 2 0 0,-1 0 0 0,-1 4-128 15,-1 2 128-15,-1 2-192 0,-2 2 192 0,-1 1 0 16,-3 2 0-16,-2 4-128 0,-1 0 128 0,0 1 0 15,-2 0 0-15,-3-1 0 0,-1-2 0 0,-1-1 0 16,-1-2 0-16,-1 2 0 0,0-2 0 0,0-1 0 16,-2-1 0-16,0-1 0 0,0-1 0 0,0 0 0 15,-1 1 0-15,1-4 0 0,1-2 0 0,3 1 0 16,-1-4 0-16,-1 1 128 0,2-1-128 0,2-2 0 16,2 0 0-16,5-6 0 0,0 0 0 0,0 0 0 0,0 0 0 15,0 0 0-15,0 0 0 0,0 0 0 16,0 0 0-16,7 6 0 0,2-2 0 0,1 0 0 0,3-1 0 15,0-1-128-15,2 1 128 0,0-1 0 0,2 1 0 16,3 0 0-16,1 1 0 0,1 1 0 0,3 1 0 0,-1 2 0 16,1 0 0-16,0 2 0 0,-2 5 0 15,0-2-128-15,-4 4 128 0,-1 0 0 0,-2 2 0 0,-4-2 0 16,-3 3 0-16,-3-1 0 0,-2 0 0 0,-2-1 0 16,-4 3 0-16,-2-2 176 0,-2-1-176 0,-3 1 192 0,-4-4 0 15,-3 0 16-15,-2-2 0 0,-2 0 0 0,-2 0-48 0,-1 0-16 16,-2-1 0-16,0-1 0 15,-2-4-144-15,-2 1 160 0,2-2-160 0,-2-1 160 0,2-1-160 0,1-1 0 16,-1-2 0-16,3 0 0 0,2 1 0 0,-1 0 0 16,3-2-192-16,1 0 192 15,4-1-1168-15,3 0-112 0,4 2-32 0,8-1-15248 16,0 0-3040-16</inkml:trace>
  <inkml:trace contextRef="#ctx0" brushRef="#br0" timeOffset="145028.42">22149 3590 21183 0,'0'0'944'0,"-8"-2"192"0,-1 0-912 0,-2-1-224 0,1 1 0 0,1-1 0 16,0 2 5056-16,9 1 976 0,0 0 192 0,0 0 48 0,0 0-3136 0,0 0-640 15,0 0-112-15,0 0-16 0,0 0-1120 0,10 0-224 16,2 0-32-16,2 1-16 0,2-1-496 0,1 0-96 16,1-1-32-16,4-1 0 0,2 1-224 0,1 0-128 15,1-1 128-15,0 1-128 0,1-3 0 0,-1 2 0 16,2-1 0-16,-1 2 0 0,0-1 0 0,-2 1-256 15,-3 1 64-15,-1 1 0 16,-1 1-1360-16,-3 2-288 0,-4-3-48 0,-3 4-16 16,-1-1-2368-16,-4 3-464 0,-3 8-112 0,-10-2-16 0</inkml:trace>
  <inkml:trace contextRef="#ctx0" brushRef="#br0" timeOffset="145216.78">22185 3759 14735 0,'-5'0'1312'0,"-1"2"-1056"16,-1-1-256-16,7-1 0 0,0 0 7920 0,0 0 1520 15,0 0 304-15,0 0 64 0,0 0-7072 0,0 0-1424 0,0 0-288 0,0 0-48 16,8 8-144-16,0-1-48 0,3 0 0 16,1-2 0-16,1-1-400 0,3 0-64 15,5-1-32-15,0-1 0 0,-1 0-160 0,4-1-128 16,2-1 192-16,1-1-192 0,1-1 0 0,2 0 0 0,0-1 0 0,0-1 0 31,-2 0-912-31,2-1-304 0,0 0-48 0,-2 0-15072 0,0-1-3024 0</inkml:trace>
  <inkml:trace contextRef="#ctx0" brushRef="#br0" timeOffset="146075.71">24048 3156 21183 0,'3'-19'1888'0,"-3"12"-1504"0,-1 0-384 0,-2-3 0 0,-1-1 5040 0,3 2 928 15,3-1 192-15,4 0 48 0,-2 0-4656 0,-4 3-912 16,-6-2-192-16,-3 2-48 0,-2 4 1072 0,-1 0 224 16,-3 2 32-16,2 1 16 0,2 4-976 0,-2 4-192 15,-3 3-32-15,-1 5-16 0,-1 5-64 0,-2 4-16 16,-1 6 0-16,-5 11 0 0,2 1-128 0,1 0-16 15,3-1-16-15,3 1 0 0,4-4 48 0,3 1 16 16,5-3 0-16,4-5 0 0,3-2-352 0,4 0 144 0,3-4-144 16,3-2 0-16,2-3 176 0,4-2-176 0,4-3 160 15,0-3-160-15,2-3 0 0,3-5 0 0,5-2-176 0,3-3 176 16,3-1-128-16,1-4 128 0,1-3 0 0,-1-3 0 16,-2-2 0-16,-2 0-144 0,-1-4 144 15,-3-1 0-15,-3-2-160 0,-2-2 160 0,-3-2-128 16,-2-1 128-16,-3-1 0 0,-2 0-160 0,-3-2 160 0,-1 0 0 0,-3-2 0 0,-4 0 0 15,-5 0 0-15,-1 2 0 0,-2 1 0 16,-3 2 0-16,-4-2 0 0,0 5 0 0,-4-2 0 0,-2 3 0 16,-1 3 0-16,-1 2 0 0,-3 3-192 0,-1 3 0 15,-2 2 16-15,-1 3 0 16,-1 0-992-16,-1 3-208 0,0 4-32 0,1 1-16 16,1 7-1792-16,0 1-368 15,2 5-64-15</inkml:trace>
  <inkml:trace contextRef="#ctx0" brushRef="#br0" timeOffset="146338.01">23977 3472 28559 0,'-6'-9'1264'0,"6"9"272"0,-3-2-1232 0,3 2-304 0,0 0 0 0,0 0 0 16,0 0 3952-16,0 0 720 15,0 0 160-15,-2 7 32 0,2 3-2240 0,2 3-448 16,1-2-96-16,3 5-16 0,0 1-1168 0,3 3-256 0,0 2-32 0,2 1-16 16,1-3-416-16,1-1-176 0,0 1 128 15,1-2-128-15,-1-2 192 0,1-2-32 0,1-1-16 16,-2-1 0 0,0-3-1200-16,-1-1-240 0,-2-4-48 0,2-2-16 15,-1 0-1456-15,0-2-304 0,-1-3-48 0,-3-4-16544 0</inkml:trace>
  <inkml:trace contextRef="#ctx0" brushRef="#br0" timeOffset="146702.54">24207 2841 35935 0,'-2'-2'3200'0,"-1"-3"-2560"0,-2-2-512 0,1 4-128 0,1-2 2624 0,3 5 512 15,0 0 112-15,0 0 16 0,-6-5-1664 16,1 2-320-16,5 3-64 0,0 0 0 0,-8-2-176 0,8 2-16 15,0 0-16-15,0 0 0 0,-7 4-592 0,2-2-112 16,0 4-32-16,0 0 0 0,1 1-112 0,0 0-32 16,-1 1 0-16,1-1 0 0,4-7-128 0,-1 8 0 15,1-8 0-15,0 7 0 0,0-7 0 0,2 8 0 16,-2-8 0-16,5 5 0 0,-5-5 0 0,8 3 0 16,0-2 0-16,0 2 0 0,1-6 0 0,0 2 0 15,1-2 0-15,-2 1 0 0,0-2 0 0,-1-1 0 16,-2-1 0-16,0 0 0 0,0 1 0 0,-1 0 0 15,-4 5 0-15,1-7 0 0,-1 0 0 0,-1 2 0 16,-1-1 0-16,-1-1 128 0,0 1-128 0,1-2 0 16,-3 0 0-16,-1 3 0 0,0 1-192 0,1 1 0 15,-1 1-16-15,0 0 0 16,-1 2-1344-16,7 0-272 0,-6 0-48 0,1 7-16 16,1 1-1696-16,1 5-320 0,2 4-80 0,2 2-14064 0</inkml:trace>
  <inkml:trace contextRef="#ctx0" brushRef="#br0" timeOffset="147073.64">24728 3720 13823 0,'0'0'608'0,"0"0"128"0,0 0-592 0,0 0-144 0,-6-3 0 0,6 3 0 0,0 0 8080 0,0 0 1584 16,0 0 320-16,0 0 64 0,-4 8-6672 0,2 1-1344 15,-1 1-272-15,1 1-48 0,0 2-976 0,0 3-192 16,-1 0-32-16,2 1-16 0,0-2-224 0,-1 1-32 16,0 0-16-16,2-1 0 0,1 1-224 0,-1-3 144 15,3-3-144-15,-1 2 128 0,2-2-80 0,0 1-48 16,1-3 0-16,2-2 0 0,1-1 0 0,-1-1 0 15,1-1 0-15,1 0 0 0,2-1 0 0,2 1 0 16,-3-2 0-16,2-1 0 0,0-1 0 0,1-1 0 16,0 1 0-16,1-1 0 0,0-1 0 0,1-1 0 0,0 0 0 15,1 0 0-15,-2 0 0 0,1 0 0 0,-1 2 0 0,-1-2 0 32,3-1-336-32,-3 1-64 0,-1-1-16 0,-2 2 0 15,0 3-2336-15,-10 0-448 0,6 4-112 0</inkml:trace>
  <inkml:trace contextRef="#ctx0" brushRef="#br0" timeOffset="147478.85">23301 4505 17503 0,'-6'0'1552'0,"-1"-3"-1232"0,1-1-320 0,-1-2 0 0,3-1 7328 0,3 1 1408 16,1 2 288-16,1 0 48 0,5-1-6704 0,3 1-1328 15,2-3-272-15,6 3-48 0,4 1 176 0,5 0 48 16,4-2 0-16,7 2 0 0,5-1-352 0,4-1-64 0,1 2-16 0,4-1 0 16,1 2-192-16,4-2-64 15,3 0 0-15,6 1 0 0,7 0-256 0,5 0 0 16,0 0 0-16,1 1 144 0,0-2-144 15,3 3 0-15,1-1 0 0,2 1 0 0,-1 1 0 0,-5 0 0 16,-22 0 0-16,-1 0 0 0,-1 0 0 0,-4 0 0 16,-1 0 0-16,-4 0 0 0,-2 1 0 0,-2 1 0 15,-5 1 0-15,5-3 0 0,-9 0 0 0,-6 0 0 16,-5 0 0-16,-4 0 0 0,-5 0 0 0,-4-2 0 0,-8 2 0 16,0 0 0-16,0 0 0 0,0 0 0 0,0 0 0 0,0 0 0 31,0 0-1024-31,0 0-208 0,0 0-48 0,0 0-23648 0</inkml:trace>
  <inkml:trace contextRef="#ctx0" brushRef="#br0" timeOffset="148270.21">23523 5157 19343 0,'0'0'848'0,"0"0"192"0,0 0-832 0,0 0-208 0,0 0 0 0,0 0 0 16,0 0 7456-16,0 0 1440 15,4 8 304-15,0 5 48 0,0 2-6560 0,0 6-1296 0,1 3-272 0,1 4-48 16,2 4-432-16,1 3-64 0,2 5-32 0,0-3 0 16,2-1-400-16,2-4-144 0,-2-4 0 0,0 0 144 0,0 0-144 0,-1-4 192 15,-2-1-192-15,1-5 192 0,-1-3-192 0,-1-3 0 16,-1-3 0-16,-2 0 0 0,1-3 0 15,-2-2 0-15,-5-4 0 0,0 0 0 0,7 3 0 0,-7-3 0 16,0 0-176-16,6-5 176 0,1-1 0 0,-2 0 0 16,0-2 0-16,0-1 128 0,-1-3-128 0,0-1 0 15,0-1 0-15,0-2 96 0,0-2-96 0,0 0 0 16,1-2 0-16,0-1 0 0,0-5 0 0,2 3 0 16,0-1 0-16,-1 3 0 0,1 3 0 0,-1 4 0 15,-1 3 0-15,2 5 0 0,-7 6 0 0,0 0 0 16,9 2 0-16,0 5 0 0,-1 5 0 0,1 1 0 15,0 1 0-15,0 6 0 0,0-3 0 0,-1 0 0 16,3-2 0-16,0 1 0 0,1 1 0 0,1-4 0 16,1-1 0-16,1-3 0 0,-2 0 0 0,1-4 0 15,1 0 0-15,-4-1 0 0,2-3 0 0,-1 1 0 0,0-2 0 16,-2-2 0-16,1 0 0 0,-2-2 0 16,-3-3 0-16,1 1 0 0,-2-1 0 0,0 0 0 15,-1-3 0-15,0 1 0 0,0-4 0 0,-1-1 0 16,-1-2 0-16,1-3 0 0,-1-2 0 0,1-1 0 0,1-1 0 15,-1 1 0-15,-1 0-176 0,1 1-16 0,-1 0-16 0,1 1 0 16,0-1-688 0,-3 2-128-16,-2 3-16 0,-2 1-15584 0,4 3-3104 0</inkml:trace>
  <inkml:trace contextRef="#ctx0" brushRef="#br0" timeOffset="148497.01">23393 5124 36863 0,'0'0'3264'0,"-2"-5"-2608"0,0-2-528 0,2 2-128 0,0 5 4368 0,0 0 848 15,6-5 160-15,3 1 48 0,3-2-4128 0,2 0-816 16,2 0-160-16,4 2-48 0,3 1 32 0,3-1 0 16,2 1 0-16,-1-1 0 0,3 1-304 0,0 0 0 15,1 2 0-15,0-2 0 16,-1 1-448-16,0 1-160 0,0 1-32 0,2 0 0 15,2-4-2080-15,2 1-416 0,2 2-96 0</inkml:trace>
  <inkml:trace contextRef="#ctx0" brushRef="#br0" timeOffset="148656.34">24318 5016 23951 0,'-1'-4'2128'0,"0"0"-1696"15,-1-1-432-15,2 5 0 0,0 0 5504 0,0 0 1008 0,0 0 208 0,0 0 32 16,7-5-4512-16,-1 0-896 0,2-3-176 0,0 2-32 15,2 4-816-15,2-2-176 0,-1 0-16 0,-1-1-128 16,-1 0-1408-16,0-1-400 0,0 0-80 0,-1 2-16 16,0 0-2000-1,-8 4-384-15</inkml:trace>
  <inkml:trace contextRef="#ctx0" brushRef="#br0" timeOffset="148961.79">24111 4757 20271 0,'-17'-7'896'0,"9"4"192"0,-1 0-880 0,-1-1-208 0,-1 1 0 16,1 0 0-16,1 3 6560 0,1 3 1264 0,0-2 256 0,0 1 48 0,2 2-5056 16,0-2-1024-16,3 5-208 0,-1-1-48 0,1 2-1088 0,2 0-240 15,-1 0-32-15,2-1-16 0,0-7-240 0,3 10-48 16,0-3-128-16,2 3 192 0,3-1-192 0,-1 0 0 16,3-1 0-16,0-2 0 0,2-1 0 0,1-2 0 15,-1 0 0-15,3-2 0 0,2 0 0 0,0 0-208 16,-1-1 16-16,1-1 0 0,-2 0 16 0,0 0 16 15,-1-5 0-15,-4 2 0 0,2 1 32 0,-1-1 0 16,-4-2 0-16,0 1 0 0,-2-1 128 0,-1-2-208 16,-1 1 80-16,-2 1 128 0,-1-2-208 0,-1 0 80 15,-2 3 128-15,0 1-208 0,3 4-112 0,-5-7 0 16,-1 2-16-16,-1 1 0 16,1 0-1040-16,-1 2-208 0,-1-1-32 0,-1 3-16 15,1 3-2128-15,-2-2-416 0</inkml:trace>
  <inkml:trace contextRef="#ctx0" brushRef="#br0" timeOffset="149327.71">24485 5493 46655 0,'0'0'2064'0,"0"0"432"0,0 0-2000 0,0-6-496 16,0-1 0-16,0 7 0 0,0 0 1536 0,0 0 224 15,0 0 32-15,0 0 16 0,0 0-336 0,0 0-80 16,5 9-16-16,1 2 0 0,-3 0-912 0,1 4-176 16,-1-4-32-16,1 3-16 0,-2-3-176 0,1 1-64 15,0-2 0-15,-1 2 0 0,1 0 0 0,0-2 0 16,-1 1 0-16,1-2 0 16,-1-3-384-16,-2-6-32 0,0 0 0 0,4 7 0 15,-4-7-2224-15,4 6-448 0,-4-6-96 0</inkml:trace>
  <inkml:trace contextRef="#ctx0" brushRef="#br0" timeOffset="149429.46">24587 5410 40143 0,'-4'-11'1776'0,"3"9"368"0,-2-5-1712 16,3 7-432-16,0-6 0 0,0 0 0 0,1 1-1568 16,2-1-400-16</inkml:trace>
  <inkml:trace contextRef="#ctx0" brushRef="#br0" timeOffset="149786.38">24782 5468 30399 0,'0'0'2704'0,"0"0"-2160"16,0 0-544-16,2 12 0 0,-1 4 4544 0,2-6 816 15,-1 3 144-15,-1 0 48 0,-1-2-3280 0,2 2-656 16,0 0-128-16,1-3-16 0,0 1-800 0,1-2-160 16,-1 0-16-16,1-3-16 0,2 1-224 0,-6-7-64 15,0 0 0-15,5 6 0 0,-5-6-192 0,0 0 176 16,5 8-176-16,-5-8 160 0,0 0-160 0,0 0 0 15,0 0 0-15,0 0 128 0,8-4-128 0,-2 0 0 16,0-2 0-16,-1-2 0 0,0 0 0 0,1-3 0 16,1 0 0-16,-2-1 0 0,3-1 0 0,1-1 0 15,4 0 0-15,-1 1 0 0,-2 0 0 0,2 1 0 16,1 0 0-16,0 3 0 0,-1 4 0 0,0 2 0 16,-2-1 0-16,1 3 0 0,-1 4 0 0,0 2 128 15,1 1-128-15,-2 2 192 0,0 1-192 0,0 0 128 16,-1 0-128-16,0 3 128 0,-2 1-128 0,1-1 0 0,-2 0 0 15,0 1 0-15,-1-4 0 0,-1 1 0 16,-1 1 0-16,1-2 48 0,-2 0-48 0,1-1 0 0,-2-8 0 0,0 10 0 31,0-3-368-31,0 1-64 0,0-8-16 0,0 7-16752 0,1 1-3344 16</inkml:trace>
  <inkml:trace contextRef="#ctx0" brushRef="#br0" timeOffset="156655.14">11029 7406 20271 0,'-1'-4'1792'0,"0"-3"-1424"0,-2-2-368 0,-1 1 0 0,3 2 4672 0,1-1 880 16,0 1 160-16,0-1 48 0,0 7-2944 0,0 0-576 16,0 0-112-16,0 0-16 0,0 0-720 0,0 0-144 15,5 9-32-15,0 6 0 0,1 4-576 0,-1 7-128 16,-1 4-32-16,1 8 0 0,0 4-48 0,-1 2-16 16,0 3 0-16,-1 3 0 0,-1 2-224 0,0 0-64 15,-2-1 0-15,1 1 0 0,0-3-128 0,-1 0 0 16,0-6 0-16,0-4 0 0,1-7 0 0,-1-2 0 15,0-3 0-15,0-5-176 16,2-5-656-16,-2-3-144 0,1-4-32 0,0 0 0 16,-1-10-1456-16,0 0-288 0,0 0-64 0,8-3-11120 0,0-2-2208 0</inkml:trace>
  <inkml:trace contextRef="#ctx0" brushRef="#br0" timeOffset="156858.82">11354 7436 17503 0,'1'-32'1552'0,"1"21"-1232"0,-1-1-320 0,-2 0 0 0,1-1 5232 0,0 4 976 16,-3 3 208-16,3 6 48 15,0 0-3328-15,0 0-640 0,0 0-144 0,-1 11-32 0,-2 4-800 0,1 3-176 16,0 7-16-16,2 3-16 0,-1 6-768 0,1 1-160 16,1 1-16-16,1-3-16 0,0 3-224 0,1 0-128 15,2 2 160-15,0 0-160 16,2 1 0-16,-1-3 0 0,-1-3 0 0,1 1 0 0,-1-5 0 0,0-1-240 16,0 1 48-16,-1-4 16 15,0-1-1040-15,-1 0-224 0,-1-6-32 0,1-2-16 16,0-4-1056-16,-1-2-208 0,1-1-32 0,-1-2-10160 15,-2-7-2032-15</inkml:trace>
  <inkml:trace contextRef="#ctx0" brushRef="#br0" timeOffset="157792.04">11097 7922 41407 0,'-25'6'1840'15,"15"-3"368"-15,-2 0-1760 0,2-1-448 0,1 2 0 0,2-1 0 0,1 1 1552 0,6-4 240 16,0 0 32-16,0 0 16 0,0 0-528 0,8 5-96 15,2 1-32-15,4-4 0 0,3-1-832 0,4-1-160 16,1-1-48-16,3-1 0 0,2-3-16 0,1 0-128 0,0 0 192 16,1-2-64-16,1-1-128 0,0 2 0 15,0-4 144-15,1 0-144 0,1-1 0 0,-2-4 144 16,1 1-144-16,0 0 0 0,-1-1 0 0,0 1 0 16,-1 1 0-16,0-3 0 0,-3 2-192 0,-2 1-64 0,-1 0 0 15,-4 0 0-15,-2 2 80 0,-3 2 16 0,-1 1 0 0,-3 2 0 16,-4-1 160-16,-2 2 0 0,-4 5 0 0,0 0 0 15,0 0 0-15,0 0 176 0,0 0-176 0,-9 5 192 0,-2 1-32 16,0 3 0-16,-4 4 0 0,0 4 0 0,-1 5-160 16,-1 1 0-16,0 3 0 0,0 1 128 0,3 0-128 15,2-2 0-15,3-1 0 0,3 0 0 0,2-1 0 16,4 0 0-16,2-3 0 0,5 0 0 16,3-4-944-16,3-3-64 0,2-6-16 15,3 0 0-15,4 0 112 0,1-7 16 0,2 0 0 0,0-6 0 16,1 1-464-1,-1-1-96-15,0-2-16 0,-1-1 0 0,-1-4-16 0,-1 0-16 0,0-1 0 16,0-2 0-16,-1 0 848 0,-2-1 160 0,-2-3 48 0,-1 0 0 0,0-3 944 0,-3 1 192 16,-2-1 32-16,-1 2 16 0,-3 1 576 0,-1 5 112 15,-4 2 32-15,-2 2 0 0,-2 3 320 0,-5 2 64 16,1 6 16-16,-4 0 0 0,1 2-528 0,-2 4-112 16,-4 3 0-16,1 4-16 0,-2 3-640 0,2 0-128 15,0 4-32-15,-1 1 0 0,2-2-144 0,3 1-16 16,1 0-16-16,3-2 0 0,1-1-224 0,3-2 0 15,2 0 0-15,1-2 0 0,2-2-128 0,2-3-128 16,0 0-32-16,3 0 0 16,1-5-384-16,1-2-80 0,-1-1-16 0,3-1 0 15,0-5-128-15,1 0-48 0,-1-2 0 0,1-1 0 16,0-2 80-16,0 1 16 0,0-2 0 0,0-2 0 16,-1-3 64-16,1 0 16 0,-2 0 0 0,1-1 0 0,-1-3 304 0,-2 1 64 0,-1-2 16 15,-1 4 0-15,-1 4 384 0,-1 2 0 0,-1 2 0 0,-2 2-128 16,-2 8 496-16,0 0 96 0,0 0 32 15,0 0 0-15,0 0 352 0,-1 8 80 0,0 2 16 0,1 3 0 16,0 1-496-16,0 2-112 0,0 1-16 0,1-3 0 16,3 2-320-16,1-2 0 0,2-1 0 0,2 0 0 15,1-1 0-15,3-2-240 0,2 0 64 16,0-3 16-16,2 0-352 0,1-3-64 0,2-2 0 16,1-2-16-16,-2-3-112 0,1 0 0 15,-2-4-16-15,0 1 0 0,-1-2 80 0,-1 0 32 0,0-2 0 0,-2-2 0 16,-1-2 16-16,-1-1 0 0,1-3 0 15,-3 0 0-15,-2-3 272 0,-1 0 48 0,-2-1 16 0,0 0 0 0,0-2 384 16,-1 0 96-16,-4-1 16 0,0 0 0 0,-1-1 624 0,1 0 128 16,0 0 32-16,-1 0 0 0,-2 2 288 0,-1 5 64 15,0 3 16-15,0 4 0 0,2 3-96 0,-1 3-16 16,3 6 0-16,0 0 0 0,0 0-416 0,0 0-96 16,-7 8 0-16,4 5-16 0,-1 4-432 15,1 3-64-15,0 3-32 0,2 3 0 0,-1 0-224 0,0 0 128 16,4 1-128-16,-2 2 0 0,0 1 0 0,1 1 0 0,0 0 0 15,2-1 0-15,1-2 0 0,0-2 0 16,-1 0 0-16,0-5-160 16,-2-2-848-16,1 0-160 0,0-4-48 0,1 0 0 15,0-4-992-15,-1-2-208 0,1-2-32 0,-1-1-10672 16,-2-6-2144-16</inkml:trace>
  <inkml:trace contextRef="#ctx0" brushRef="#br0" timeOffset="158030.54">12431 7836 12895 0,'0'0'1152'0,"-4"-5"-928"0,-2 1-224 0,2 0 0 16,2 0 5984-16,2 4 1152 0,0 0 224 0,4-7 64 16,1 1-4976-16,2-1-976 0,-1 1-208 0,4-2-48 0,1 3-48 0,1 0-16 15,2-1 0-15,3 0 0 0,0-3-400 0,2 2-96 16,-3 1-16-16,3 2 0 16,2 1-96-16,-2 1-32 0,1 3 0 0,-2 2 0 0,2 0-128 15,-2 3-16-15,0 3-16 0,-1 3 0 0,-1 2-80 0,-2 2-16 16,-2 0 0-16,1 3 0 0,-3-2-128 0,-1 1-128 15,0-2 144-15,-1-1-144 0,-3 1 0 16,-1-2 0-16,0 1 0 0,-1-4 0 16,-1-2-1120-16,1-2-224 0,-3-7-32 15,0 0-16-15,0 0-3056 0,0 0-608 0</inkml:trace>
  <inkml:trace contextRef="#ctx0" brushRef="#br0" timeOffset="158764.42">12814 7626 16575 0,'-4'-4'1472'0,"0"0"-1168"16,-1 0-304-16,3 0 0 0,2 4 5360 0,0 0 1008 16,0 0 208-16,0 0 32 0,0 0-5568 0,0 0-1040 0,0 0-352 15,0 0 0 1,10 4-992-16,3 2-208 0,3 1-48 0,-1 0 0 16,1-3-128-16,0 0-16 0,-3 1-16 0,0 0 0 15,-2 3 576-15,0 2 112 0,-1-1 32 0,-1 3 0 0,-1 0 2896 0,-1 1 592 0,-2 1 112 0,0 2 32 16,-1 1 928-16,0 1 176 0,0 0 32 0,0 2 16 15,-2-2-1344-15,1 0-272 0,0 1-48 16,2-2-16-16,-3-2-1072 0,1 1-224 0,0-6-32 16,-1 1-16-16,1-1-400 0,0-2-96 0,0-1-16 0,-3-7 0 0,0 0-208 0,0 0 144 15,0 0-144-15,0 0 128 0,0 0-128 0,0 0 0 16,0 0 0-16,7-6 0 16,-1 0 0-16,0-3 0 0,-2-2 0 0,1-2 0 15,1-1 0-15,1-4-144 0,-1-1 144 0,2-4-240 0,0 1 64 16,-3-2 16-16,3 2 0 0,1 4 16 0,-1-3 0 15,1 5 0-15,0 3 0 0,0-1-16 0,-2 5 0 16,-1 0 0-16,1 5 0 0,-7 4-32 0,0 0 0 16,0 0 0-16,5 6 0 0,0 2 192 0,1 1 0 15,-3 4 0-15,3 0 0 0,-4 4 0 0,4 0 0 16,-1 2 128-16,1-1-128 0,1 0 0 0,2-1 0 16,1-1 0-16,2-2 128 0,-1 0-128 0,2-2 0 15,2-3 0-15,1 0 0 0,-2-2-192 0,2-2-64 16,1-1-16-16,-2-1 0 0,1-2-112 0,0 0 0 15,1 0-16-15,1-2 0 0,-2-1 192 0,-2-1 32 16,-1-4 16-16,1 2 0 0,-2-3 160 0,-2-1 0 16,0-1 0-16,-1-1 0 0,-2-3 0 0,3 0 0 15,-3-1 0-15,0 0 128 0,-1-2-128 0,1 0 0 16,-2 0 0-16,0 1 0 0,-1 1 0 0,-1 0 128 0,0 1-128 0,-1 1 0 16,-1 0 192-16,-1 1-16 0,0 2-16 0,0 2 0 15,0 1 224-15,0 7 64 0,0 0 0 0,0 0 0 16,0 0-64-16,0 0-16 0,0 0 0 0,0 0 0 15,0 0-144-15,0 11-32 0,0 1 0 0,3 2 0 16,4 2-192-16,-1 2 0 0,2 0 128 0,2 4-128 0,-1 3 0 16,3 5 0-16,3 0 0 0,0 3 0 15,1 0 0-15,1 4 0 0,0 1 0 0,1 1 0 0,-4 1 128 16,1-1 128-16,-2-2 16 0,-4-2 16 16,-1 0-512-16,-3 0-96 0,-3-2-32 0,-2-3 0 0,-2-3 352 0,-3 2 0 15,-2-4 0-15,-2-2 0 0,-3-2 0 16,-1 0 0-16,-5-4 0 0,0-1 128 0,-3-3-128 0,-3 0 0 15,0-3 0-15,-4-2 0 16,4-3-768-16,-4 0-48 0,-1-3 0 0,-3-5-23312 0</inkml:trace>
  <inkml:trace contextRef="#ctx0" brushRef="#br0" timeOffset="159375.75">14413 7290 27647 0,'-8'-15'1216'0,"5"10"256"0,1-1-1168 0,-1-2-304 0,2 1 0 0,-1 1 0 0,0-3 4096 0,0 3 752 16,2 6 144-16,-2-5 48 0,-1 1-2672 0,2-1-512 15,1 5-128-15,0 0 0 0,-8 0-720 0,-1 5-144 0,4 0-32 0,0 7 0 16,-2 8-336-16,-2 7-80 16,0 7-16-16,-3 8 0 0,-1 7-80 0,0 2-32 15,0 4 0-15,1 2 0 0,0 1-32 0,2-1 0 0,1 0 0 16,2-1 0-16,5-5-256 0,2 0 0 0,2 0 128 16,2-8-128-16,2-3 0 0,1-4 0 0,2-5-176 0,2-2 176 31,1-5-704-31,1-3-16 0,0-4-16 0,0-3 0 15,0 0-1248-15,1-7-256 0,0 0-64 0,6-2 0 0,1-5-2048 16,0-4-432-16</inkml:trace>
  <inkml:trace contextRef="#ctx0" brushRef="#br0" timeOffset="160569.07">14672 7420 14735 0,'-3'-4'1312'0,"1"0"-1056"0,-2 2-256 0,4 2 0 0,0 0 7168 0,0 0 1392 16,0 0 272-16,-3 6 48 0,1 3-5936 0,0 4-1200 15,1 6-224-15,-2 5-48 0,1 2-448 0,1 4-64 16,-1 2-32-16,2 3 0 0,0 1-448 0,0 2-96 16,0 4 0-16,2-3-16 0,0-1-176 0,1-2-48 15,-1 0 0-15,1-3 0 0,0-1-144 0,-1-4 128 16,0-2-128-16,-1-2 128 0,0-5-128 0,0-2 0 16,1-2 144-16,-1-3-144 0,0-6 0 0,-1-6 0 15,0 0 0-15,0 0 128 0,0 0-128 0,0 0 0 16,0 0 0-16,0 0 0 0,3-6-144 0,1-1 144 15,0-5-160-15,0-1 160 0,-2-4-160 0,4-1 160 16,-1-2-160-16,1 0 160 0,1-1-176 0,1-4 176 16,-2-4-192-16,3 2 192 0,-1-3-192 0,2 0 192 0,0 3-192 15,1 4 192-15,1 3-128 0,-2 4 128 16,1 2 0-16,-1 2 0 0,-1 1-160 0,-1 5 160 16,-1 2-128-16,-7 4 128 0,0 0 0 0,9 6 0 15,0 5 0-15,-1 1-128 0,-3 6 128 0,2 1 0 0,-2 5 128 0,1-1-128 16,1 2 0-16,-1 0 144 0,1-2-144 15,1 1 0-15,1-1 0 0,1-1 0 0,-1-1 0 16,2-2 0-16,-1-4 0 0,1 0 0 0,-1-4 0 0,1-2 0 16,-1-2 0-16,2-6 0 0,-1 2-176 0,3-3 176 15,-3-1-240-15,1-2 64 0,0-1 16 16,-1-1 0-16,0-2 16 0,-1-1 0 16,-1-3 0-16,1-1 0 0,-1 0 144 0,0-1-208 0,-1-2 80 0,1 0 128 0,-1-2-256 0,-1-1 80 15,1-1 16-15,-1-2 0 0,-1-2 32 16,-1 4 0-16,1-3 0 0,-2 5 0 0,-3 2 128 15,0 4 0-15,-1 2-144 0,-1 3 144 0,1 6 0 0,0 0 0 16,-4-3 0-16,4 3 0 0,-7 5 0 0,1 4 128 16,-1 4-128-16,1 1 192 0,-1 6-192 0,2-1 128 15,1 2-128-15,-1 0 128 0,1 1-128 0,2 0 0 16,0-1 0-16,2 0 0 0,2 0 0 16,1-4 0-16,1 0 0 0,3 0 0 0,-1-2-256 15,4 0 32-15,1-3 0 0,2-3 0 16,2-2-224-16,2 0-32 0,2-3-16 0,2-1 0 15,2-3-16-15,1-3 0 0,-1 2 0 0,2-2 0 0,0-6 272 16,-2 0 48-16,1-3 16 0,-1 0 0 0,0-1 176 0,-1 1 0 16,-1-3 0-16,-2 1 0 0,-1-2 144 0,1-1-144 15,-4 0 192-15,-2-3-192 0,-2 1 384 0,-2 2-48 16,-3-1 0-16,0 2 0 0,-4 3 96 0,-1 4 16 16,-2 1 0-16,1 8 0 0,-6-5 160 0,-2 4 32 0,-3 2 16 15,0 4 0-15,-4 4-176 0,0 3-32 16,-1 2-16-16,0 2 0 0,1 1-240 0,-1 0-64 0,0 0 0 0,2 1 0 15,1-2-128-15,3 1 0 0,-1-3 0 0,5 0 0 16,0-1 0-16,3-1 0 0,0-2 0 0,0 0 0 16,2-3-240-16,1 1 32 0,0-8 0 0,0 0 0 15,0 0-192 1,8 5-48-16,0-2 0 0,0-3 0 0,-8 0 48 0,9-3 0 0,0 0 0 0,0-4 0 0,1 0 160 16,1-4 48-16,-2-2 0 0,1 1 0 0,-1-4 192 15,2 2-176-15,-1-3 176 0,1 1-160 0,-2 1 160 16,0 0 0-16,1 4 0 0,0-1-128 15,-3 2 128-15,0 2 0 0,-3 2 0 0,-4 6 0 0,0 0 0 0,0 0 0 16,4 7 0-16,-2 3 0 0,-2 0 288 16,0 1-16-16,0 2 0 0,2 3 0 0,0 0 0 15,2-1 0-15,0 0 0 0,3-1 0 0,0 0-96 0,1 1-32 16,1-1 0-16,2-4 0 0,2 1-144 0,1-3 0 16,2-1-192-16,1-4 192 0,-2 1-128 0,2-4 128 15,-1 0 0-15,2-5 0 0,-1 0 0 0,0-1 0 16,-3 0 0-16,2-2 0 0,-2-4 0 0,1 1 0 15,-1-3 0-15,-2 1 0 0,0-1 0 0,-2-2 160 16,-1 0-160-16,0-4 160 0,-1-3-32 0,0-2-128 16,0-1 192-16,0-2-64 0,-2 1-128 0,1-3 0 15,-2-1 0-15,0-1 0 0,0 2 0 0,0-4 0 16,-1 2 0-16,-1 2 0 0,-2 3 144 0,-1 4 0 0,0 1 0 16,-1 5 0-16,0 4 80 0,-2 4 16 15,0 4 0-15,3 5 0 0,0 0 16 0,-3 6 16 16,-1 5 0-16,0 6 0 0,0 5-272 0,-1 4 0 0,1 3 0 0,1 1 0 15,0-3 0-15,1 3 0 0,-1 0 0 16,2 0 0-16,1 1 0 0,1 1 0 16,2-2 0-16,1-2 0 0,0 1 0 0,0-4-176 0,1-1 176 15,0 0-160 1,-1-5-544-16,0-2-128 0,1-1 0 0,-1-3-16 0,0-1-1264 16,1-3-240-16,0-3-48 0,-1-2-11904 0,-4-4-2384 0</inkml:trace>
  <inkml:trace contextRef="#ctx0" brushRef="#br0" timeOffset="160745.59">15870 7799 49583 0,'0'0'2192'0,"-2"-2"464"0,2 2-2128 0,0 0-528 0,0 0 0 0,0 0 0 0,7-4 704 0,2 1 48 16,3 1 0-16,4-2 0 0,1 1 64 0,6 1 16 16,5-1 0-16,2 0 0 0,1-1-624 0,2 1-208 15,4-3 144-15,2 2-144 0,1-2 0 0,3-3 0 16,2 1 0-16,6 1 0 15,4-2-3216-15,5 1-576 0</inkml:trace>
  <inkml:trace contextRef="#ctx0" brushRef="#br0" timeOffset="161399.91">16697 7736 28559 0,'0'0'1264'0,"0"0"272"0,0 0-1232 15,0 0-304-15,0 0 0 0,0 0 0 0,-4-2 4336 0,0 6 800 16,3 1 176-16,2 4 16 0,0 5-3088 0,0 2-608 16,1 8-128-16,-4 1-32 0,1 5-512 0,1 2-96 15,3 2-32-15,-1-1 0 0,4 2-448 0,0-2-112 16,3 0-16-16,-1-4 0 0,0-1-112 0,0-4-16 15,-2-2-128-15,1-2 192 0,-2 0-48 0,2-3-16 16,-2-4 0-16,-1-4 0 0,-2-3-128 0,0 1 0 16,-2-7 0-16,0 0 0 0,0 0 0 0,0 0 0 15,0 0 0-15,0 0 0 0,0 0 0 0,0 0 0 16,-2-11 0-16,1 0 0 0,0-1 0 0,-1-3 0 16,0 0 0-16,0-5 0 0,1-1 0 0,2-2-192 0,1-3 64 15,0-1 128-15,1-1-160 0,2 1 160 16,2-3 0-16,-1-2-144 0,1 1 144 0,1 1 0 15,1 2-144-15,2 1 144 0,2 1 0 0,-1 4 0 16,1 4-144-16,0 1 144 0,0 0 0 0,-1 4 0 0,1 4 0 16,-1 2 0-16,-2 2 0 0,2 4 0 0,-3 0 0 0,0 3 0 15,0 1 0-15,-1 3 0 0,-3 3 0 16,2 3 0-16,-3 2 0 0,-2 3 0 0,-2 2 0 0,-1-1 0 16,-3 1 0-16,-1 1 0 0,-2 1 0 0,0-4 0 15,-1 0 0-15,0 0 0 0,-1-2 0 0,-2 1 0 0,2-4 0 16,0 0 0-16,3-2 0 0,-2-2 0 15,0-2-1152-15,3-1-288 0,5-5-48 16,0 0-16-16,0 0-1616 0,0 0-320 0,0 0-64 0,0 0-16 16,0-9-992-16,4-2-208 0,1-2-32 0</inkml:trace>
  <inkml:trace contextRef="#ctx0" brushRef="#br0" timeOffset="161753.46">16984 7849 2751 0,'19'-26'256'0,"-8"15"-256"0,2-2 0 0,0-1 0 0,0-2 4400 0,0 3 832 16,0-1 160-16,-2 4 48 0,0 2-1664 0,-1 4-320 15,-1 0-64-15,-9 4 0 0,10 4-256 0,-3 2-64 16,-3 4 0-16,1 1 0 0,-1 2-1088 0,0 3-240 15,0 2-32-15,-1 0-16 0,-1 2-800 0,2 0-176 16,0 0-16-16,1-3-16 0,-1-1-320 0,2-2-64 16,-1-1-16-16,1 0 0 0,1-3-160 0,1 0-128 15,0-3 144-15,1-2-144 0,0-1 0 0,2-3 0 16,0 0 0-16,-2-2 0 0,0-2 0 0,0-1 0 16,0-1-128-16,1 0 128 0,0-5-208 0,-1 0 64 15,0-4 16-15,0 0 0 0,-1-1 128 0,1-2-192 16,0-2 192-16,1-2-192 0,-1-1 192 15,-1 1 0-15,-1 0-144 0,1 3 144 0,-1 0 0 16,-3 5 0-16,-3 2 0 0,0 3 0 0,0-1 0 0,-1 9 0 0,0 0 0 0,0 0 0 16,0 0 256-16,0 0-16 0,2 9-16 15,-2 4 0-15,0-1-32 0,1 2-16 0,0 1 0 0,1 2 0 16,-2 2-176-16,1 0 0 0,2-1 0 0,1-1 128 16,1 0-128-16,1-2 0 0,1 0 0 0,1-2 0 15,1-2-224-15,0-3-32 0,-1 1 0 0,2-2 0 16,-1-3-1376-1,0 0-288-15,0-2-48 0,-1 1-16 0,0-3-1536 0,0-3-320 16,-2 1-64-16</inkml:trace>
  <inkml:trace contextRef="#ctx0" brushRef="#br0" timeOffset="162547.16">17609 7698 41295 0,'-2'-12'1824'0,"2"12"384"0,0 0-1760 0,0 0-448 0,0 0 0 0,0 0 0 0,0 0 1456 0,0 0 208 16,5 10 32-16,-1 2 16 0,-2 3-64 0,2 0-16 15,-1 3 0-15,1-1 0 0,0 3-640 0,0-1-128 16,0 2-32-16,1 0 0 0,0 0-384 0,0 0-96 16,2 0-16-16,-1-2 0 0,-1-2-336 0,2-1 0 15,-2-2 0-15,0-1 0 0,-1-1 176 0,2-2-48 16,-1-2 0-16,-1-1 0 0,-4-7-128 0,0 0 0 16,6 2 0-16,-6-2 0 0,0 0 0 0,0 0 0 15,0 0 0-15,5-4 0 0,1-2 0 0,-2-3 0 16,-2 0 0-16,2-3 0 0,1-1 0 0,-1 0-176 15,0-1 48-15,1-3 0 0,1-3 128 0,0 1 0 0,1-1 0 0,2 0 0 16,-1 3-128-16,-2 0 0 16,-1 4 0-16,-1 2 0 0,0 0 128 0,-1 2 0 15,-1 3 0-15,-2 6 0 0,0 0 0 0,0 0 0 0,0 0 0 16,0 0 0-16,0 0 0 0,4 10 0 0,0 2 0 0,0 1 0 16,0 1 0-16,0 2 0 0,-2-2 0 0,2 1 0 15,0-1 0-15,0-1 0 0,1 0 0 0,1-3 0 0,-1 1 0 0,0-2 0 16,0-1 0-16,0-2 0 15,1-1 144-15,-6-5-144 0,6 3 192 0,2-2-192 0,0-1 0 0,1-1 0 16,-9 1-192-16,8-5 48 0,0-2 144 16,1 0-208-16,-1-4 80 0,-1-1 128 0,0 2-256 15,1-3 80-15,0-3 16 0,-1-1 0 0,0-2-16 16,-1-1 0-16,1-1 0 0,-1 3 0 0,0 2 176 0,-1 1-160 16,-3 4 160-16,1 4-160 0,-2-1 160 15,-1 8 0-15,0 0 0 0,0 0 0 0,0 0 0 0,-2 8 0 16,-1 1 144-16,1 2-144 0,0 0 0 15,1 3 0-15,1 1 0 0,1-1 0 0,1 0 0 0,1 1 0 16,0-1 0-16,2-1 0 0,1-3 0 16,0 1-192-16,2-2 16 0,1-1 16 15,1-2-896-15,3-1-176 0,-1-1-48 0,1-1 0 16,2-3-464-16,0 0-112 0,1-4 0 0,0 1-16 16,-1-3-816-16,1-1-144 0,1 1-48 0,-4-3 0 15,-3-2 1216-15,1 1 224 0,2-2 48 0,-2 0 16 16,-1-3 352-16,-1-2 64 0,0 0 0 0,-1-3 16 0,-3 3 1584 0,1 3 304 0,0 2 64 0,-3 2 16 15,1 1 1248-15,0 1 256 0,-4 8 48 16,0 0 16-16,0 0-160 0,3 8-16 0,-2 4-16 0,1 3 0 16,0 3-720-16,1 3-144 0,-1 3-16 0,1 4-16 15,0 1-640-15,-1 1-128 0,1 1-32 0,-1 2 0 16,1-3-256-16,0 1-48 0,-1-1-16 0,1-1 0 16,-1-3-240-16,0-1-144 0,0 0 160 0,1-5-160 15,0 0 0-15,-1-3 0 0,1-1 0 0,-2-2 0 0,-1-2-400 16,-1-1 16-16,2 1 16 0,-2-4 0 15,1-8-336-15,0 0-64 0,0 0 0 16,0 0-16-16,0 0-176 16,0 0-16-16,0 0-16 0,0 0 0 0,0 0-1056 0,-5-8-224 0,2-2-32 15,0-3-16-15,1-3-880 0,0-4-160 0,1-3-32 0,-1-3-10880 16</inkml:trace>
  <inkml:trace contextRef="#ctx0" brushRef="#br0" timeOffset="162811.22">18343 7833 3679 0,'-1'-11'320'0,"0"-4"-320"0,-2-2 0 0,0 0 0 0,2 0 7840 0,0 2 1504 16,0 0 288-16,2 0 64 0,3 4-5504 0,-2 4-1104 15,2 0-208-15,3 2-64 0,-1-3-1216 0,3 3-256 16,2 2-64-16,1 1 0 0,2-1-672 0,2 2-144 16,1 1-16-16,2 0-16 0,1 0-208 0,-1 0-32 15,5 1-16-15,-3 3 0 0,1-2-176 0,-1 4 128 0,-2 0-128 0,-1 1 128 16,-2-1-128-16,0 1 128 16,-3-2-128-16,-2 5 128 0,-3 1-128 0,-3 2 0 15,-1 1 0-15,-2 1 128 0,-5 0-128 0,-2 3 0 16,-3-1 144-16,-1 3-144 0,-1-2 176 0,-2 0-48 15,-1-1 0-15,0-1 0 0,-3-2-128 0,0-1 0 0,-1 0 0 16,2-5 0-16,-1 0 0 0,1-1-272 16,-1-2 32-16,-1-1 16 15,3-2-1088-15,2 0-224 0,3-2-32 0,-2-3-16 16,2-1-1584-16,3 2-320 0,6 2-64 0</inkml:trace>
  <inkml:trace contextRef="#ctx0" brushRef="#br0" timeOffset="163117.82">18671 7008 24879 0,'0'0'1088'0,"0"0"256"0,0 0-1088 0,0 0-256 0,3 13 0 0,4 3 0 0,2 1 5120 16,3 1 976-16,1 2 192 0,1-1 48 16,2 3-4032-16,2 3-784 0,3 1-176 0,0 3-16 0,1-2-368 0,1 3-64 15,2 5 0-15,1 2-16 0,3 1-448 0,0 2-96 16,-1 4-16-16,0-1 0 15,-7-9-192-15,-2 0-128 0,-2 1 160 0,4 2-160 0,0 1 128 0,-2 3-128 16,1-1 0-16,3 0 0 0,5-1 128 16,-9 1-128-16,-13 0 0 0,3 0 0 0,6-4 160 0,-2 1-160 15,-5-6 160-15,-5 1-160 0,-5-2 192 0,-1 0-48 0,-7-6-16 16,0 1 0-16,0-1-128 0,-2-6 160 16,-1 0-160-16,-2-4 160 0,1 2-160 0,0-2 0 0,1-1 0 15,2-1 0-15,2-1 0 0,1-5-320 0,2 2 48 0,1-3 16 31,1-2-1232-31,4-3-240 0,0 0-64 0,0 0-21936 0</inkml:trace>
  <inkml:trace contextRef="#ctx0" brushRef="#br0" timeOffset="164064.5">19989 7822 37775 0,'-12'7'3360'0,"7"-4"-2688"0,-3-2-544 0,1 2-128 15,7-3 3008-15,0 0 576 0,0 0 128 16,0 0 0-16,0 0-2960 0,0 0-608 0,0 0-144 0,0 0 0 16,0 0 0-16,0 0 0 0,0 0 0 0,0 0 0 15,0 0-1152 1,6 6-192-16,0-2-64 0,2 2 0 0,0 0-2704 0,0-2-560 16</inkml:trace>
  <inkml:trace contextRef="#ctx0" brushRef="#br0" timeOffset="164197.18">20011 8059 21183 0,'0'0'1888'0,"-5"5"-1504"16,-2 0-384-16,3 1 0 0,4-6 4992 0,-4 6 944 16,0 1 176-16,4-7 32 0,0 0-4160 0,-4 5-848 15,4-5-176-15,0 0-16 0,-2 6-256 0,2-6-48 16,0 0-16-16,0 0 0 16,0 0-1152-16,0 0-240 0,0 0-32 0,10 5-13216 15,2-3-2624-15</inkml:trace>
  <inkml:trace contextRef="#ctx0" brushRef="#br0" timeOffset="173923.17">20999 9284 3679 0,'-4'13'320'0,"-1"0"-320"0,0-5 0 0,-1 1 0 0,1-1 6192 0,0 0 1168 15,1-1 224-15,4-7 48 0,-4 5-5200 0,4-5-1056 16,0 0-208-16,0 0-32 0,0 0 592 0,0 0 112 16,0 0 16-16,0 0 16 0,0 0-448 0,0 0-80 15,0 0-32-15,-1-7 0 0,0-3-384 0,-2-1-80 16,2-4-16-16,1 0 0 0,0-4-320 0,0-2-80 15,1-2-16-15,0-6 0 0,1-5-288 0,0-4-128 16,1-5 128-16,1-4-128 0,0-4 128 16,1-2-128-16,-1-3 0 0,1 0 128 0,0-4-128 0,-1-1 0 15,-1-5 0-15,2-1 128 0,3-3-128 0,0 4 0 16,-1 1 0-16,0 2 0 0,1 2 160 0,0 1-160 16,1 0 192-16,0 7-192 0,1-2 224 0,1 4-64 0,0 4-16 0,2 0 0 15,2 5-144-15,-1 5 192 0,2 4-192 16,-2 4 192-16,3 2-192 0,0 3 0 0,1 2 0 15,-1 4 128-15,1 4-128 0,1 2 0 0,-4 1 0 16,2 4 0-16,-1 1 0 0,-2 4 0 0,1 1 0 0,-2 2 0 16,0 0 0-16,-2 4 0 0,-1 2 0 15,-1-1 0-15,-3 1 0 0,-1 2 0 0,-1 0 0 0,-1 4 0 16,-2 3-128-16,-1 1 128 0,-1 0 0 0,-3 1 0 16,-1 0 0-16,-2 0 0 0,-1 3 0 0,1 0 0 15,-3 0 0-15,0 0 0 0,0-4 0 16,-2 2 0-16,-1-4 128 0,0 2-128 0,-2 1 128 0,1-4-128 15,0 2 128-15,1-3-128 0,0-1 128 0,0-1-128 16,1-3 128-16,0 1-128 0,0 1 128 0,3-3-128 16,3 0 128-16,1-2-128 0,-2 0 0 0,7-5 128 15,0 0-128-15,0 0 0 0,0 0 0 0,0 0 128 0,0 0-128 0,0 0 0 16,0 0 0-16,0 0 128 0,0 0-128 0,0 0 0 16,9 3 0-16,2 0 0 0,2-2 0 0,1-1 0 15,3 0 144-15,1 0-144 0,0 0 0 0,1 1 0 16,-1 2 0-16,3-2 128 0,0 2-128 15,0 2 0-15,1 4 0 0,-1 0 0 0,-1 2 0 0,0 2 0 16,0 1 0-16,-3 0 0 0,-1-1 0 0,0 2 0 16,-3-1 0-16,-2 3 0 0,-2 0 0 0,0 1 0 15,-3-1 128-15,-2 1-128 0,-2 1 144 0,-2 0-144 16,-2 1 192-16,-3 1-192 0,-3-2 304 0,0 1-48 16,-3 2-16-16,-4-3 0 0,-2 0 48 0,2-2 16 15,-4 0 0-15,0-1 0 0,-3 0-64 0,-2-2-16 16,0 0 0-16,-3-3 0 0,1 0-96 0,0-2 0 15,-1-3-128-15,1 0 192 0,1-1-64 0,0-1-128 0,2-4 176 16,1 0-176 0,2 0-368-16,3-4-176 0,2-1-32 0,1-2-16 15,7 0-1584-15,0 0-320 0,5 0-64 0,3-6-19888 0</inkml:trace>
  <inkml:trace contextRef="#ctx0" brushRef="#br0" timeOffset="174810.61">22124 7915 27647 0,'-10'-3'1216'0,"4"1"256"0,1 1-1168 0,0-3-304 0,5 4 0 0,0 0 0 15,0 0 5120-15,0 0 976 0,4-4 192 0,2-1 48 16,1 2-4448-16,1 1-880 0,1-1-176 0,1 2-48 15,2-1-464-15,-2 2-112 0,4-2-16 0,1 2 0 16,2 0-192-16,-1-1 128 0,-1-2-128 0,1 3 0 0,1-3 0 0,1 3 0 16,-1-1-208-16,1 1 64 15,-1-1-1328-15,-1-1-256 0,0 2-48 0,1 2-13056 16,0-1-2608-16</inkml:trace>
  <inkml:trace contextRef="#ctx0" brushRef="#br0" timeOffset="174981.22">22153 8033 49647 0,'-15'0'2192'0,"10"0"464"0,-1 1-2128 0,0 0-528 0,6-1 0 0,0 0 0 0,0 0 432 0,0 0-32 15,0 0 0-15,0 0 0 0,0 0 368 0,0 0 80 16,0 0 16-16,8 4 0 0,1 0-640 0,2-1-224 16,1-2 144-16,2 2-144 0,2-1 0 0,2 0 0 15,4-4 128-15,4 1-128 16,4-3-496-16,3 0-128 0,6-1-16 0,5-2-15104 15,7 1-3024-15</inkml:trace>
  <inkml:trace contextRef="#ctx0" brushRef="#br0" timeOffset="175617.64">23930 7496 8287 0,'0'0'736'0,"-3"-8"-592"0,-1-4-144 0,-1 0 0 0,0-1 7328 0,0 0 1440 16,-1 2 272-16,0-1 64 0,-3 0-6208 0,0 0-1232 15,-1 2-256-15,1 1-64 0,-1 2 384 0,-2 1 64 16,0 2 0-16,2 3 16 0,-2 2-960 0,1 4-192 15,-4 7-32-15,-2 2-16 0,-1 8-224 0,-3 8-64 16,-5 7 0-16,0 2 0 0,-1 1-32 0,-2 3-16 16,0 3 0-16,4 1 0 0,5-1 32 0,3-2 0 15,5-2 0-15,5-2 0 0,6-2-304 0,5-3 0 0,4 0 0 0,5-4 0 16,5-3 0-16,4-5 0 0,3-4 128 0,4-5-128 16,3-2 0-16,4-5-176 0,1-3 32 0,5-4 0 15,0-4 144-15,3-3-160 0,4-2 160 0,0-3-160 16,1-1 160-16,-3-3 0 0,-4 0 0 0,-2-3 0 15,-1 2 0-15,-4-5 0 0,-5 1 0 0,-2-4 0 16,-3 0-128-16,-4-1 128 0,-4-2-128 0,-2-1 128 16,-3 0 0-16,-4 2 0 0,-2-3 0 0,-3 3 0 15,-4 2 0-15,-3 1 144 0,-2-2-144 0,-3 0 160 16,-1 0-160-16,-3 1 128 0,0 2-128 0,-3 1 128 0,-3 1-128 0,-2-1-176 16,-1 3 48-16,-1 2 0 15,-1 3-624-15,-4 2-112 16,-3 3-32-16,2 0 0 0,0 5-1024 15,2 3-224-15,-1 4-32 0,1 3-16 0,2 2-2448 0,2 4-480 16</inkml:trace>
  <inkml:trace contextRef="#ctx0" brushRef="#br0" timeOffset="175901.57">23909 7814 36575 0,'0'0'1616'0,"0"0"336"0,0 0-1568 0,0 0-384 16,0 0 0-16,0 0 0 0,0 0 1920 0,0 0 288 15,0 0 64-15,0 0 16 0,4 10-48 0,1 3 0 0,2 2 0 0,0 2 0 16,1 2-1136-16,3 2-224 0,-1-2-48 0,2 5-16 16,-1 1-400-16,4-1-80 0,-1 0-16 0,2-2 0 15,-1 0-192-15,2-1-128 0,0-3 128 0,-1-2-128 16,0-4 0-16,-1 0 0 0,0-5 0 0,-1 1 0 31,-1-1-832-31,-1-3-144 0,-1-2-32 0,3 0 0 16,-3-2-1696-16,1-3-352 0,-2-2-64 0</inkml:trace>
  <inkml:trace contextRef="#ctx0" brushRef="#br0" timeOffset="176256.95">24072 7140 26719 0,'-5'-16'2368'0,"2"11"-1888"0,-1 1-480 0,-1-1 0 0,-2-2 4032 0,3 2 704 0,1 1 128 0,3 4 48 0,-4-4-2896 0,-2-2-576 16,3 0-112-16,3 6-32 0,0 0-96 0,-6 2-32 15,1 2 0-15,0 0 0 0,-2 2-576 0,2 3-112 16,0-1-32-16,0 0 0 0,-1 0-144 0,3-4-48 15,-1 5 0-15,1-1 0 0,2 2-256 0,1-1 160 16,0-9-160-16,2 9 128 0,-2-9-128 0,7 5 0 16,1 1 0-16,2-2 0 0,1-3 0 0,0-1 0 15,1-1 0-15,1-2 0 0,0-1-160 0,-1 0 160 16,-2 2 0-16,1-4-144 0,-2-1 144 0,-1-1 0 0,-1 1 0 16,-1 1-128-16,-2 2 128 0,-4 4 0 0,0-9 0 15,-2 2 0-15,0 1 0 0,-1-1 0 0,-1 1-144 16,-1-1 144-1,0 2-768-15,0 2-64 0,-1-1-32 0,6 4 0 16,-5-1-1392-16,5 1-288 0,0 0-48 0,0 0-18048 0</inkml:trace>
  <inkml:trace contextRef="#ctx0" brushRef="#br0" timeOffset="176559.19">24662 7863 18431 0,'0'0'816'0,"0"0"160"0,-3-4-784 0,3 4-192 16,0 0 0-16,0 0 0 0,0 0 7040 0,0 0 1344 15,-2 7 288-15,1 3 48 0,1 3-5648 0,0 3-1120 16,0 1-224-16,0 3-64 0,0 3-1040 0,1 0-224 15,1 1-32-15,-1 2-16 0,0-3-352 0,-1 0 144 16,4 0-144-16,-3-2 0 0,1-1 0 0,-1-6 0 16,0-1 0-16,1 0-144 15,0 0-880-15,1-1-160 0,1-2-32 0,0-2-16 16,1-3-1632-16,-1 0-320 0,1-1-64 0,1-1-16848 0</inkml:trace>
  <inkml:trace contextRef="#ctx0" brushRef="#br0" timeOffset="176769.07">24894 7836 42671 0,'-2'-12'1888'0,"2"8"400"0,-1-2-1840 0,-1 2-448 0,1 0 0 0,1 4 0 16,0 0 2000-16,0 0 304 0,0 0 64 0,0 0 16 15,-3 8-832-15,2 3-160 0,0 3-48 0,-2 0 0 0,2 0-864 0,0 4-176 16,-1 3-48-16,2 1 0 0,-2-1-256 0,2 2 0 16,0 0 0-16,1 0 0 0,-1 0 0 0,-1-1 0 15,1-3 0-15,1 0 0 16,-1 0-464-16,0-3-208 0,0-3-32 0,1 0-16 15,1 0-960-15,-1-1-192 0,1-2-48 0,1-3 0 16,-3-7-2048-16,4 6-432 0,-4-6-80 0</inkml:trace>
  <inkml:trace contextRef="#ctx0" brushRef="#br0" timeOffset="176947.32">24673 8045 44575 0,'-12'-6'1984'0,"7"5"384"0,0 1-1888 0,5 0-480 0,0 0 0 0,0 0 0 0,0 0 1600 0,0 0 208 15,0 0 48-15,0 0 16 0,9-3-432 0,3 2-96 16,2 0 0-16,2 1-16 0,2 0-896 0,1 0-176 16,2 0-48-16,1 0 0 0,1 0-208 0,1-2 0 15,-3 2 128-15,1-2-128 0,2-1 0 0,-1 2 0 0,1-2-192 0,0 1 192 32,3 0-2368-32,0 0-384 0,2-1-64 0</inkml:trace>
  <inkml:trace contextRef="#ctx0" brushRef="#br0" timeOffset="177478.9">22859 8820 28559 0,'7'-12'2544'0,"-7"12"-2032"15,0 0-512-15,5-5 0 0,3-1 5152 0,5 1 928 0,7-1 192 0,6 4 48 16,5-2-4864-16,3 1-976 16,5 1-192-16,4-1-32 0,1-4 448 0,6 2 112 0,3-3 16 0,10 3 0 15,3 1-352-15,10 2-64 16,7-4-16-16,5 3 0 0,3-1-208 0,8 1-64 0,8 2 0 15,1-1 0-15,0 1-128 0,10 1 0 16,8 1 144-16,-7-1-144 0,-15-1 0 0,-4 1 128 16,-3 0-128-16,5 1 0 0,7 3 0 0,-8 2 0 0,-30-4 0 15,-4 2 128-15,-3 1-128 0,-3-1 0 0,-2 1 0 0,-1 1 0 16,-2-2 0-16,-4-1 0 0,-3 3 0 0,5 0 0 16,-8-2 0-16,-8 1 0 0,-6 1 0 0,-8-4-192 15,-11-1-624 1,-1 2-128-16,-1 1-16 0,-11-4-16 0,0 0-1840 15,-13 6-384-15</inkml:trace>
  <inkml:trace contextRef="#ctx0" brushRef="#br0" timeOffset="178223.75">23544 9389 34095 0,'-8'-15'3024'0,"3"9"-2416"0,-3-3-480 0,0 0-128 15,3 1 3408-15,1 1 672 0,3 2 128 0,1 5 16 16,0-7-2480-16,0 7-496 0,0 0-96 0,0 0-32 16,6 8-256-16,1 4-48 0,-1 4-16 0,2 5 0 15,1 6-432-15,2 3-96 0,-1 6-16 0,2 4 0 16,1 4-128-16,0 1-128 0,0-4 192 0,0 1-192 0,0-5 416 0,0 0-32 15,0-4 0-15,0-2 0 0,0-1-384 0,-2-3 0 16,-2-2 0-16,0-4 0 0,-1-3 0 0,-2-4 0 16,1-2 0-16,-2-3 0 0,-1-1 0 0,0-4 0 15,-4-4-144-15,0 0 144 0,0 0 0 0,0 0 0 16,0 0 0-16,0 0 0 16,5-7 0-16,0 0 0 0,-1-4 0 0,0-1 0 0,0-1 0 0,0-2 144 15,1-3-144-15,0-2 128 0,2-1-80 0,-1-1-48 16,2-3 0-16,1-1 0 0,2-4 0 0,0 0 0 15,1-1 0-15,1 1 0 0,-1 0 0 0,-2 4 0 16,1 5-160-16,-2 3 160 0,0 6 0 0,0 2 0 16,-1 3 0-16,-8 7-128 0,8 1 128 0,1 5 0 15,-1 4 0-15,1 2 0 0,-1 6 0 0,1 0 0 0,0 4 0 16,1 1 0-16,2 0 0 0,1-2 0 16,0-2 0-16,0 0 128 0,0-4-128 0,-1-2 0 0,-3-1 0 15,2-1 0-15,-1-5 0 0,2 1 0 16,-2-7 0-16,1 1 128 0,0-1-128 0,0-1 0 15,-2-3 0-15,0-2-128 0,1 3 128 0,0-5 0 16,-1-1 0-16,-2-3 128 0,3-1-128 0,-3-3 0 16,0 0 0-16,-1-6 0 0,2 1 0 0,0-5 0 0,-1-2 0 0,2-1 32 15,-1 0-32-15,-1 2 0 0,1-3 0 0,-1 4 0 16,-1-3-512 0,1 4-32-16,-1 2-16 0,-1 1 0 0,-1 1-1056 15,0 4-224-15,2 4-32 0,-3 4-13856 0,-1 0-2768 0</inkml:trace>
  <inkml:trace contextRef="#ctx0" brushRef="#br0" timeOffset="178429.18">23282 9220 38703 0,'0'0'3440'0,"0"0"-2752"16,0 0-560-16,0 0-128 0,0 0 3328 0,5-2 640 15,2-5 128-15,3 2 32 0,2 0-2912 0,3 0-576 16,2-1-112-16,5 3-16 0,6 0-288 0,3 0-48 16,3-1-16-16,3 2 0 0,0-1-160 0,2 1 0 15,1 0 0-15,0 0 0 16,0 0-1104-16,3 0-256 0,0-1-48 0,4 1-14320 0,3 0-2848 16</inkml:trace>
  <inkml:trace contextRef="#ctx0" brushRef="#br0" timeOffset="178596.42">24423 9162 12895 0,'0'0'1152'0,"0"0"-928"16,0 0-224-16,3-5 0 0,4-2 7136 0,-2 1 1376 15,0 0 288-15,1 0 48 0,0-1-6512 0,2 1-1312 0,0 1-256 16,0-1-48-16,2 0-480 0,0-1-112 0,0 1 0 0,-1-1-128 31,-1 2-1600-31,-1 0-448 0,0 1-64 0,-3-1-10752 0,-4 5-2128 16</inkml:trace>
  <inkml:trace contextRef="#ctx0" brushRef="#br0" timeOffset="178872.93">24273 8973 24879 0,'-10'-3'2208'0,"0"2"-1760"0,-3-2-448 16,1 1 0-16,1 0 4528 0,-1 2 816 0,0 0 160 0,-1 2 48 0,0 0-2736 16,0 0-560-16,1 0-96 0,-1 3-32 0,1 1-944 0,1 1-192 15,-1 3-32-15,2 1-16 0,-2 0-496 0,3-1-112 16,1 1-16-16,1 0 0 0,2-2-144 0,1 2-48 15,2-1 0-15,2-2 0 0,0-8-128 16,4 8 0-16,2-2 0 0,1 0 0 0,2-2 0 0,1-2-176 16,3-1 48-16,2 1 0 0,-1-4 128 0,0 1 0 15,-1-3 0-15,2 0 0 0,-1-1-192 0,-1-1 0 16,1-2 0-16,-3 1 0 0,-1-1 192 16,-1 1 0-16,0-1 0 0,-2-1 0 0,-2 0-192 0,-1-1 0 15,-1 1 0-15,-2-1 0 16,-1 1-736-16,0 1-160 0,0 8-16 0,0 0-16 15,0 0-1088-15,-4-7-224 0,-2 1-32 0,-2 3-18016 0</inkml:trace>
  <inkml:trace contextRef="#ctx0" brushRef="#br0" timeOffset="179175.29">24580 9811 23951 0,'-2'-13'2128'0,"-1"7"-1696"0,-1-1-432 0,0 0 0 0,-1 1 6544 0,5 6 1232 16,0 0 240-16,0 0 48 15,0 0-5760-15,0 0-1152 0,0 0-224 0,0 0-48 0,3 6-304 0,-1 4-48 16,1 0-16-16,-1 2 0 0,2 1-384 0,0 1-128 15,-1 0 0-15,1 2 0 0,0-2 0 0,0 2 0 16,-2 1 0-16,1-4 0 16,-1 1-240-16,1-1-144 0,0-3-48 0,-2-3 0 15,-1 1-1296-15,1 0-272 0,-1-8-48 0,3 7-13472 16,-3-7-2688-16</inkml:trace>
  <inkml:trace contextRef="#ctx0" brushRef="#br0" timeOffset="179591.21">24627 9574 27647 0,'0'0'2448'0,"-4"-5"-1952"0,4 5-496 16,0 0 0-16,-4-3 2800 0,4 3 464 15,0 0 80-15,0 0 32 0,0 0-2928 0,0 0-592 0,8 6-112 0,1 1-32 16,2 1-1568 0,-2 1-304-16,4 1-64 0,-1 0-16 0,-5-3 1200 0,3 2 224 15,-1 1 48-15,-1 1 16 0,-1 2 1904 0,1 0 384 0,0-1 80 0,-1 1 16 16,-2 1 1344-16,0 1 272 0,0 0 48 0,0 0 16 0,1 0-912 15,0 2-176-15,-2 0-48 0,0 0 0 0,-1-5-1024 16,0 1-224-16,0-2-32 0,0-1-16 0,1 0-416 0,-2-1-80 16,1 1 0-16,-1-4-16 0,1 1-192 0,-3-7-48 15,0 0 0-15,0 0 0 0,0 0-128 0,0 0 128 16,0 0-128-16,7-3 128 0,-1-1-128 0,-1-2 0 16,1-5 144-16,0 2-48 0,1-4-96 0,-1 1 0 15,1-2 0-15,0 1 0 0,1 0 0 0,3 0 0 16,-2-1 0-16,3 0 0 0,1 4 0 15,0 1 0-15,0 2 0 0,-2 3 0 0,1 1 0 0,0 1 0 16,0 1 0-16,-1 2 0 0,1 2 0 0,0 1 0 16,-2 1 0-16,1 3 0 0,-1 1 0 15,2 0 0-15,-2 3 0 0,-1 0 0 0,-1 1 0 16,-1 1 0-16,1 0 0 0,-1-1 0 0,-1-1 0 0,-1 1 0 16,0-3 0-16,-1 1 0 0,0-2-256 0,-3 0-32 15,-1-9-16-15,5 11-16976 16,1-1-3408-16</inkml:trace>
  <inkml:trace contextRef="#ctx0" brushRef="#br0" timeOffset="190205.33">8949 11438 28559 0,'-5'-5'2544'0,"-2"0"-2032"0,0-2-512 0,4 2 0 16,-1-2 4496-16,4 4 816 0,0 3 144 0,0 0 48 15,0 0-4032-15,0 0-784 0,0 0-176 0,4 7-16 16,2 6 240-16,1 6 48 0,0 3 16 0,0 6 0 15,1 5-288-15,0 5-64 0,-1 5-16 0,1 1 0 0,-1 2-48 0,-1 2-16 16,1-5 0-16,-1 0 0 0,0-2-176 0,-1-2-48 16,-1-2 0-16,2-1 0 0,1-2-144 15,-1-3 0-15,-1-2 0 16,-1-1 0-16,2-3-832 0,-3-3-208 16,1-2-48-16,2-3 0 0,-3-3-1024 0,3-1-224 0,2-4-32 15,2-2-11760-15,-1-3-2336 0</inkml:trace>
  <inkml:trace contextRef="#ctx0" brushRef="#br0" timeOffset="190571.03">9595 11611 23039 0,'0'0'2048'0,"-1"-7"-1648"16,0-1-400-16,-2-1 0 0,1 0 4864 0,0-1 880 16,-2 1 176-16,2 2 32 0,-1-5-3392 0,-1 3-672 15,-1 0-144-15,0 2-16 0,2-3-512 0,-1 2-112 16,0 3-16-16,-1-2 0 0,0 1-480 0,1 2-96 15,0 1-32-15,0 0 0 0,-1 1-480 0,1 2 0 0,-1 1 0 0,-2 0 0 16,2 2 0-16,0 0 0 16,-2 1 0-16,1 2 0 0,-2-2 0 0,2 5 0 0,-2 3 128 0,0 2-128 15,0 2 176-15,-1 2-176 16,1 3 192-16,2 2-192 0,-1 2 272 0,2 1-48 16,0 3-16-16,1 2 0 0,0 3-64 0,2 0-16 0,4 0 0 15,-1 1 0-15,0 3-128 0,2 1 0 0,0 1 144 16,1 2-144-16,1 1 144 0,1 0-144 0,2 0 192 0,0 0-192 15,1-2 128-15,-1-2-128 0,0-3 0 0,0-4 0 16,-1 0 128-16,0-3-128 0,-1-3 0 0,-2-1 0 0,-1-3 0 16,-1-1 0-16,0-2 0 0,-2-1 0 0,0-2 0 15,0 0-176-15,-3-4 32 0,1-3 0 16,-1-2-944-16,3-7-176 0,0 0-32 0,0 0-16 16,0 0-2272-16,-8 2-448 0,0-4-80 0</inkml:trace>
  <inkml:trace contextRef="#ctx0" brushRef="#br0" timeOffset="190768.71">9212 12098 52175 0,'0'0'2304'0,"0"0"496"0,0 0-2240 16,0 0-560-16,0 0 0 0,0 0 0 0,7-5 768 0,2-1 64 16,0 1 0-16,4 1 0 0,3-2-64 0,2 0-16 15,3 0 0-15,3-1 0 0,6 0-480 0,4-1-80 16,3-1-32-16,-1 2 0 0,2-2-160 0,1 3 0 15,0-1 0-15,2 0 0 16,-2 2-320-16,3 0-128 0,-1-1-48 0,1 0-16544 16,1 1-3312-16</inkml:trace>
  <inkml:trace contextRef="#ctx0" brushRef="#br0" timeOffset="191649.7">10873 11827 21183 0,'0'0'944'0,"-5"-3"192"0,-3 0-912 0,1 1-224 15,0 0 0-15,0 1 0 0,1 0 6864 0,0-2 1328 16,1 1 272-16,-1-1 48 0,-1 2-5888 0,2-2-1168 15,5 3-240-15,-4-2-64 0,4 2-752 0,0 0-144 16,0 0-48-16,0 0 0 0,-5-8-208 0,1 1 0 16,-1 2 0-16,-1 0 0 0,1 0 0 0,-1 1 0 0,-1 0 0 0,-1 1 0 15,1 1 128-15,-1-1-128 16,0 2 0-16,-1 1 0 0,-2 1 160 0,-2 4-160 0,0 3 160 0,-1 4-160 16,-2-1 128-16,1 5-128 15,-2 4 0-15,1 0 0 0,0 4 0 0,2 1 0 0,0-1 0 16,3 0 0-16,2 1 0 0,3-1 0 0,2 0 0 0,1-3 0 15,4-2 0-15,3 0 0 0,3-4 0 0,2-2 0 16,3-2 0-16,2-5 0 0,0-1 0 0,3-1-160 16,2-1 0-16,1-3 0 0,1-3 0 0,3-2 0 0,-2-1-96 15,-1-5-32-15,0-2 0 0,-2-1 0 0,-2-1 32 16,-1 0 16-16,-2-1 0 0,-1-1 0 0,-1 0 240 0,0 2-176 16,-2-2 176-16,-1 0-160 0,-2 1 160 0,-1 0 0 15,-1 2 0-15,-1-2 0 0,-1 5 0 16,0 2 0-16,-2-2 0 0,-1 5 128 0,0 6-128 0,0 0 176 15,0 0-176-15,0 0 192 0,0 0 0 0,0 0 16 16,0 0 0-16,-1 9 0 0,-1 0-208 0,1 3 0 16,-2 1 128-16,2 1-128 0,2 2 0 0,1 1 0 15,0 0 0-15,4 0 0 0,1-1 0 0,2 0-128 16,1 0 128-16,0-2 0 16,2-2-880-16,1-3-64 0,1-1-16 0,2-3 0 15,-1-2 256-15,2-1 32 0,-2-6 16 0,2 2 0 16,0-5-112-16,0 1-32 0,-1-3 0 0,1-2 0 15,0 1 224-15,-1-5 64 0,0 1 0 0,-1 0 0 0,0-3 304 0,-1 0 64 0,-2-1 16 16,-1-1 0-16,0 1 128 0,-2 0 0 0,-2 1 0 16,-2 1 0-16,-1 3 512 0,1 1 48 15,-4 3 0-15,0 3 0 0,-1 6 512 0,0 0 96 0,0 0 32 0,0 0 0 16,-1 10-160-16,0 3-16 0,-2 4-16 16,2 3 0-16,0 1-592 0,-1 2-112 0,1 3-32 0,0 1 0 15,1 2-112-15,1 1-32 0,2 1 0 0,-1 1 0 16,2 0-128-16,1 2 0 0,2-2 0 0,1-2 128 15,0-3-128-15,1-2 0 0,1-3-192 0,-1-3 192 16,-1 0-1904 0,1-4-256-16,0 0-48 0,2-4-12960 0,2 0-2576 0</inkml:trace>
  <inkml:trace contextRef="#ctx0" brushRef="#br0" timeOffset="192212.24">11700 11812 23039 0,'-8'-8'2048'0,"4"5"-1648"0,-3-1-400 0,-1-3 0 0,1 2 5536 0,-1 2 1024 16,0 5 208-16,-1 0 32 0,1 2-4272 0,0 3-864 16,-1 2-160-16,0 5-32 0,0 3-528 0,0 1-112 15,0 3 0-15,1 1-16 0,0 3-560 0,3 1-128 16,1-2 0-16,3 2-128 0,2-3 128 0,3-1-128 16,1-1 0-16,3-5 0 0,1-1 0 0,3-1-192 15,1-4 16-15,1-1 16 16,2-2-448-16,1-4-96 0,1-1 0 0,1-4-16 15,1 1-208-15,1-5-32 0,0-2-16 0,-2-1 0 16,1-4 144-16,1-3 48 0,-2-1 0 0,-1-2 0 16,-2-2 416-16,-2-4 96 0,0 0 16 0,-3 2 0 0,1-9 256 0,-2 1 0 0,0-1 0 0,-1-1 0 15,-2-1 176-15,0 3 32 16,-2 2 16-16,-2 6 0 0,-1 0 416 0,-2 9 96 0,-1 1 16 16,-1 4 0-16,-4 1 336 0,1 4 64 15,-1 4 0-15,-1 4 16 0,1 4-352 0,-1 4-80 0,-1 2-16 16,0 6 0-16,2 3-368 0,1 3-80 0,1-2-16 0,1 2 0 15,1 0-256-15,2 0 0 0,1-3 0 0,3 1 0 16,1-1 0-16,3 1 0 0,1-5 0 0,1-1-144 16,2 1 144-16,2-5-192 0,1 2 192 0,0-3-192 15,1-4-16-15,1-1-16 0,1-2 0 0,0-2 0 0,2-1 48 0,-2-3 16 16,1-4 0-16,-1 1 0 0,-1-5 32 16,-2 1 0-16,1-1 0 0,-2-5 0 0,1 0 128 15,-2-2-208-15,-2 0 80 0,1-4 128 16,0 2 0-16,0-2 0 0,-6-3 0 0,2 1 0 0,-1 0 0 0,-2 1 0 15,-1 2 0-15,0 3 0 0,-6 4 0 0,1 1 208 16,-2 3-48-16,3 7-16 0,-4-2 224 0,4 2 32 16,-7 6 16-16,0 3 0 0,1 2-80 15,0 2-16-15,1 4 0 0,1-2 0 0,0 4-320 0,3-1 0 16,2 0 0-16,3 2 0 0,4-1 0 0,2-1-192 16,4 1 32-16,2-2 0 15,4-3-2208-15,4-1-448 0,5-1-96 0</inkml:trace>
  <inkml:trace contextRef="#ctx0" brushRef="#br0" timeOffset="192534.57">13134 11772 30399 0,'0'0'1344'0,"0"0"288"0,0 0-1312 0,0 0-320 0,0 0 0 0,0 0 0 16,0 0 4768-16,0 0 880 0,0 0 176 0,2 13 48 15,1 1-3808-15,-1 2-752 0,0 2-160 0,-1 2-16 0,-1-6-480 0,0 4-80 16,3 1-32-16,-1 0 0 0,2 1-352 0,1-1-64 15,1 1 0-15,-1-1-128 0,1 0 0 0,1-2 0 16,-1-3 0-16,1 3 0 16,-1-4-1152-16,1-3-192 0,-2-2-48 0,0-3-14880 15,1 1-2992-15</inkml:trace>
  <inkml:trace contextRef="#ctx0" brushRef="#br0" timeOffset="192948.01">13337 11687 16575 0,'0'0'1472'0,"-4"-6"-1168"16,0 0-304-16,2 1 0 0,-1-1 6752 0,3 0 1296 16,0 6 256-16,5-5 48 0,2 0-6752 0,2 1-1344 15,3 4-256-15,1-4 0 0,4 3-256 0,2 2 0 16,2 0 16-16,0 3 0 16,0 2-304-16,0-2-64 0,-2 1-16 0,-1 3 0 0,-1-2 624 0,-2 1 0 15,-2-1 0-15,-3 1 0 0,-2 0 912 0,-3 3 256 0,-1-4 48 0,-1 2 16 16,-3 0 240-16,-2 1 64 0,1-1 0 0,-3 2 0 15,-1-1-512-15,-2 2-80 0,1-1-32 0,-3-2 0 16,-2 1-416-16,1 0-96 0,-2 2-16 16,0-4 0-16,1 3-256 0,-1-1-128 0,2 0 128 0,0 0-128 15,3-1 128-15,0 0-128 0,3-2 0 0,4-6 128 16,-2 9-128-16,3-1 0 0,-1-8 0 0,8 7 0 0,1-1 0 0,1-1 0 16,3 1 0-16,2-1 0 0,-1 0 0 15,3 0 0-15,1-2 0 0,2 1 0 0,-1 2 0 16,2-2 0-16,-1 0 0 0,-1 1 0 0,0 2-144 0,-3-2 144 15,-1 0 0-15,-3 2 0 0,-3-1 0 0,-2 1 0 16,-1-1 0-16,-4 1 0 16,-2-1 208-16,-2 2-48 0,-2 0-16 0,-4 1 0 15,-4 1-144-15,-1 0 0 0,-4-3 0 0,0 1 128 0,0 0-80 0,-1 1-48 16,-1-2 0-16,0-2 0 16,1 0-688-16,1-1-128 0,3 0-16 15,-2-1-24544-15</inkml:trace>
  <inkml:trace contextRef="#ctx0" brushRef="#br0" timeOffset="193415.14">14364 11730 28559 0,'0'0'2544'0,"0"0"-2032"0,0 0-512 0,0 0 0 0,0 0 4768 15,0 0 864-15,0 0 160 0,6 11 32 0,-4 2-3728 16,-1 0-752-16,3 2-160 0,0 6-32 0,0 0-128 0,1 4-16 15,-1-4-16-15,2-1 0 0,-3 3-480 0,3-1-112 16,-1 0-16-16,0 1 0 0,-1-2-240 0,-1 0-144 16,1-5 160-16,-3-1-32 0,0 0-128 0,0-5 0 15,-1-2 0-15,0-1 0 0,2-1 0 0,-2-6 0 16,0 0 0-16,0 0 0 0,0 0 0 0,0 0 0 16,0 0 0-16,0 0 0 0,0-12 0 0,0-1 0 15,0 0 0-15,2-2 0 0,0-2 0 0,0 0 0 16,2-3 0-16,1-2 0 0,2 1 0 0,1-1 0 15,0-3 0-15,1 0 0 0,-1-1 0 0,1 2 0 16,1 0 0-16,2 1 0 16,0-1-752-16,-1 3-144 0,1 3-16 0,-2 0-16 15,2 6-2032-15,0 0-416 0,1 5-80 0,-1 3 0 0</inkml:trace>
  <inkml:trace contextRef="#ctx0" brushRef="#br0" timeOffset="193971.51">14724 12009 11967 0,'0'0'1072'0,"0"0"-864"0,0 0-208 15,0 0 0-15,0 0 7152 0,9 0 1376 0,-1-1 288 0,1-2 48 16,-2-2-6032-16,2 1-1200 0,1-2-240 16,1-2-48-16,-1-4-96 0,2 2-16 0,1-1 0 0,0 1 0 15,-1-3-912-15,1 0-176 0,-1-2-144 0,-2 0 192 16,2-2-192-16,-2 1 192 0,1 0-192 0,-2 2 192 16,-3-2-192-16,-2 6 160 0,0 2-160 0,-3 3 160 0,-1 5 96 0,0 0 32 15,-6 0 0-15,-2 4 0 0,-1 4 192 0,0 2 32 16,-3 2 16-16,0 4 0 0,-1 0-352 0,1 3-176 15,2-1 160-15,1 2-160 16,1-2 144-16,2 0-144 0,3 0 128 0,0 2-128 0,3-3 0 16,3-2 0-16,1 0 0 0,1-2 0 0,3-1 0 15,1-2 0-15,1-2 0 0,2-3-176 0,3 0-160 0,-1-3-48 16,-1-1 0-16,3-2 0 16,-1-1-208-16,1-3-48 0,-1 0-16 0,0-2 0 15,-2-2-160-15,0-1-16 0,-1-2-16 0,-2-1 0 0,1-1 432 0,-2-3 96 16,0-2 0-16,0 1 16 0,-1-4 304 0,-3 1 176 15,-1 0-32-15,0-1 0 0,1 0 192 0,-1 4 48 16,0 2 0-16,-2 3 0 0,0 3 240 0,-2 3 48 16,0 7 16-16,0 0 0 0,0 0 80 0,0 0 0 15,1 9 16-15,2 3 0 0,-2 4-448 0,2 1-80 16,-1 2-32-16,1 1 0 0,1-3 0 0,1 2 0 16,0 2 0-16,2-1 0 0,-1-2-80 0,3 0-16 0,2 0 0 15,2-1 0-15,-3 0-128 0,1-5 0 16,-1-2 0-16,0-2 128 0,2-1-128 0,-1-1 0 0,0-4 144 15,-2-1-48-15,-1 0-96 0,0-2 0 0,0-2 0 0,1-1 0 16,-1-1 0-16,-2-3 0 0,1-1 0 0,-1-1 0 16,1-2 0-16,-1-1 0 0,0-3 0 15,0 1 0-15,-1-5 0 0,2 1 0 0,-1-4 0 16,0 1 0-16,-1 0 0 0,0-1 0 0,0-3 0 16,-1-1 0-16,0 1-320 0,0 3-16 0,-1 2 0 15,-2 4 0-15,-1 0-1344 0,0 5-272 16,-1 5-48-16,1 7-13888 0,0 0-2784 0</inkml:trace>
  <inkml:trace contextRef="#ctx0" brushRef="#br0" timeOffset="194258.34">15510 11970 23951 0,'0'0'1056'0,"0"0"224"0,0 0-1024 0,9-4-256 16,2 0 0-16,1 0 0 0,1-2 4768 0,-2-1 896 16,2 1 176-16,-1-2 48 0,-1-1-3248 0,0-3-640 15,0 2-128-15,0-1-16 0,1-1-1024 0,0-1-192 16,-2-2-32-16,1-1-16 0,-1-2-400 0,-1 0-64 15,0-2-128-15,-1 3 176 0,-2-1-176 0,-3 2 192 16,0 3-192-16,-2 4 192 0,-1 3 32 0,-2 2 16 16,2 4 0-16,-8 1 0 0,-3 2 160 0,1 4 48 15,-2 5 0-15,-1 4 0 0,0 2-192 0,0 2-48 16,0 2 0-16,1 0 0 0,1 0-208 0,3-1 176 16,3-2-176-16,1 1 160 0,1 0-160 0,4-2 0 15,3-1 0-15,3-2 0 16,2 0-288-16,1-1-144 0,3-3-16 0,2-2-16 15,-1-2-784-15,2-1-160 0,1-4-16 0,1 0-16 16,0-2-2048-16,1-2-416 0,-1 0-64 0,0-4-14848 0</inkml:trace>
  <inkml:trace contextRef="#ctx0" brushRef="#br0" timeOffset="194870.02">15912 11776 8287 0,'-1'-9'736'0,"-2"0"-592"0,0 1-144 0,1 1 0 0,-2 1 7632 0,4 6 1504 16,0 0 288-16,0 0 64 15,0 0-5360-15,-5 5-1072 0,1 3-224 0,0 2-32 0,2 4-1360 0,2-1-272 16,0 3-48-16,2-2-16 0,0 5-544 0,1-2-112 15,1 0-32-15,1 0 0 0,3 0-192 0,-2-1-32 16,2 0-16-16,0-2 0 0,0-1-176 0,-2-1 128 16,1-1-128-16,0-2 128 0,-2-1-128 0,-1-3 0 15,-4-5 0-15,0 0 128 0,0 0-80 0,0 0-48 16,0 0 0-16,0 0 0 0,0 0 0 0,0 0 0 16,5-4 0-16,0-1 0 0,-1-2 0 0,1 1 0 15,0-6 0-15,1 1 0 0,-1 0 0 0,1-2 0 16,5-2 0-16,1 0 0 0,-1-1 0 0,4-1-192 15,0-2 192-15,2 2-208 16,1-3-192-16,2 3-48 0,0 1 0 0,0 0 0 16,1 0-240-16,0 2-48 0,0-1-16 0,0 3 0 15,1 3 64-15,-1 0 16 0,0 3 0 0,0 1 0 0,-2 1 528 16,-1 1 144-16,-2 2 0 0,-3-1 0 0,-1 2 448 0,-3 0 144 16,-9 0 48-16,0 0 0 0,0 0 96 0,0 0 32 15,0 0 0-15,0 0 0 0,0 0-272 0,-5 8-48 16,-3 1-16-16,-3 2 0 0,-3-1-224 0,-3 2-32 0,-1 0-16 15,-2-1 0-15,0 2-112 0,0 0-48 0,2 0 0 16,-2-1 0-16,1-3 0 0,0 0 0 16,2 1 0-16,3-1 0 0,2 1 0 0,3-5 0 0,1 1 0 15,3-1 0-15,5-5 0 0,-2 8 0 0,2-8 0 16,0 0 0-16,0 0 0 0,6 6 0 0,3 1 0 16,3-3 0-16,2-1 0 0,2 1 0 0,0-1 0 0,3 1 0 15,-1-3 0-15,3 1 0 0,1 0 0 16,1-2 0-16,-1 3 0 0,0 1 0 0,0-4 0 15,-1 4 0-15,-2-1 0 0,0 1 0 0,-4 0 0 0,-2 3 0 16,-3-2 0-16,-1 2 0 0,-2 2 0 0,-1-3 0 16,-6-6 0-16,1 8 0 0,-2 1 0 0,-2-1 0 0,-2 0 0 0,0 0 0 15,-4-1 0-15,-2 1 0 0,-2 0 0 0,-1 1 0 16,-2-2 0-16,0 1 0 0,-3-3 0 16,-1 0 0-16,2 0 0 0,0-2 0 15,1 1-464-15,3-3-96 0,0 0-16 16,3 1 0-16,2 0-768 0,-1-2-144 15,3-2-48-15,7 2 0 0,0 0-3232 0,0 0-656 0</inkml:trace>
  <inkml:trace contextRef="#ctx0" brushRef="#br0" timeOffset="195070.06">16656 11704 51599 0,'0'0'2288'0,"0"0"464"0,0 0-2192 0,0 0-560 0,8 8 0 0,-1 1 0 0,-5 1 1248 0,0 2 144 0,-1 1 16 0,-1 3 16 16,0 2-688-16,0-1-144 15,0 0-16-15,0 1-16 0,1 3-400 0,0-1-160 0,1-1 128 0,-1 1-16 16,-1-3-112-16,0 0 0 16,0 1 0-16,1-4 0 15,1-1-640-15,-1-1-112 0,-1-2-16 0,0-2-16 16,-1-1-1248-16,1-7-240 0,0 0-48 0,0 0-16 16,0 0-2416-16,0 0-496 0</inkml:trace>
  <inkml:trace contextRef="#ctx0" brushRef="#br0" timeOffset="195568.66">16745 11481 26719 0,'3'-16'1184'15,"-2"11"240"-15,1-1-1136 0,0 1-288 0,0-7 0 0,1 3 0 0,2 2 4352 0,2-1 832 16,1 2 144-16,-1-2 48 0,0 3-4384 0,-1 1-864 16,1 0-128-16,1 0-128 0,0 1 128 0,-1 1 0 15,1 3-144-15,0 2 144 0,-8-3 320 0,7 5 144 16,-1 0 32-16,1 3 0 0,-2 5 720 0,0 3 128 15,0 2 48-15,-2 4 0 0,1 3-272 0,0 4-48 16,-2-2-16-16,1 3 0 0,1 2-368 0,-2 2-80 16,0 2-16-16,-1-3 0 0,0 0-320 0,2-2-64 15,-2-2-16-15,2-3 0 0,-2-2-128 0,2-2-64 16,-1-1 0-16,0-2 0 0,-1-4 0 16,0-2 0-16,-2-3 0 0,1-2 0 0,-1 0 0 0,1-8 0 0,0 0 0 15,0 0 0-15,0 0 0 0,0 0 0 16,0 0 0-16,0 0 0 0,0 0 0 0,-3-6 0 0,0-3 0 0,2 0 0 15,0-1 0-15,2-1 0 0,2 0 0 0,1-2 0 16,1-2 0-16,1-2 0 0,0 3 0 16,3-2 0-16,1-2 0 0,3-2 0 0,2 1 0 0,1 1-160 15,1-1 160-15,0 4 0 0,-1 0 0 0,2 0-128 16,-2 3 128-16,-3 4 0 0,1 3 0 0,-1 2-128 16,-1 3 128-16,-2 6 0 0,0 0 0 15,-1 5 0-15,-1-1 0 0,-3 2 0 0,0 2 0 0,-1 3 0 0,-5 3 0 16,1-1 0-16,-2-1 0 0,1 3 0 0,-2 0 0 0,-2 5 0 15,0-2 0-15,0-2 0 0,0-1 0 0,-2-6 0 16,-3 1 0-16,2-3-128 16,1-1-416-16,1-2-80 0,-2-1-16 0,0-1 0 15,-1-1-352-15,1-1-80 0,0-2-16 0,-3 0 0 16,-4 0-1072-16,3-4-208 0,5 0-64 0,0-3-18352 0</inkml:trace>
  <inkml:trace contextRef="#ctx0" brushRef="#br0" timeOffset="195948.14">17399 11486 31327 0,'0'0'2784'0,"0"0"-2224"0,-3-1-560 0,3 1 0 0,-6 1 4480 0,2 5 800 15,2 1 160-15,-3 5 16 0,-1 2-3280 0,0 5-672 16,-2 2-128-16,0 2-32 0,-1 3-512 0,1 4-128 16,0 3 0-16,1 7-16 0,0-3-432 0,2-4-96 15,2 0-16-15,3-4 0 0,4-2-144 0,0-6 0 16,1 1 0-16,3-4 128 0,3 1-128 0,0-1 0 15,4 0 0-15,0-5 0 0,1 0-144 0,1-2 144 16,1-2 0-16,0-3 0 0,2 0-128 0,-1-4 128 16,1-1 0-16,1-2 0 0,-2-3 0 0,6-2-128 0,-1-1 128 15,-3-3 0-15,-2-2 0 0,1-1 0 0,-1-1 0 16,-1-6 0-16,-2 1 0 0,-2-1 0 0,-1-1 0 0,-2 0 0 16,-3 2 0-16,-3 0 0 0,-2 5-128 0,-1 0 128 15,-3 3 0-15,0 6 0 0,-2-1 0 0,-2 6 0 16,-6 0 0-16,1 4 192 0,-1 2-16 0,2 3-16 0,0 3-112 15,-1 1-48-15,-2 1 0 0,2 1 0 16,-1-1 0-16,1 3 0 0,1 1 0 0,2 0 0 16,3 1 0-16,2-4 0 0,-1 4 0 0,3-2 0 0,4 5-128 15,1-5-32-15,4 0 0 0,0-6 0 16,3-2-1056-16,1-1-192 16,3-1-64-16,1-3-14944 0,2-2-2992 0</inkml:trace>
  <inkml:trace contextRef="#ctx0" brushRef="#br0" timeOffset="196102.07">18102 11595 28559 0,'-13'-7'2544'0,"8"6"-2032"15,0-1-512-15,1 1 0 0,4 1 5328 0,0 0 976 16,0 0 192-16,0 0 32 0,0 0-4656 0,0 0-928 16,0 0-192-16,0 0-48 0,0 0-432 0,-3 7-80 15,1-1-32-15,0 5 0 16,2-5-2480-16,3 3-496 0,-1 2-112 0</inkml:trace>
  <inkml:trace contextRef="#ctx0" brushRef="#br0" timeOffset="196264.75">18178 11932 53439 0,'0'0'4752'16,"0"0"-3792"-16,0 12-768 0,1 0-192 0,0-5 800 0,1 3 128 0,-2-10 32 0,1 9 0 15,-1-1-320-15,0-8-48 0,1 9-16 0,-1-9 0 16,3 8-448-16,-2-1-96 0,-2 1-32 0,0 1 0 15,-1 2-448-15,0-3-64 0,-5 1-32 0,-2 4 0 16,-1-2-2976-16,-3 2-576 0</inkml:trace>
  <inkml:trace contextRef="#ctx0" brushRef="#br0" timeOffset="196786.42">14503 12557 19343 0,'-36'-7'848'0,"21"6"192"15,-6-6-832-15,0 2-208 0,0-1 0 0,2-1 0 0,0-1 7200 0,6 0 1392 16,2 2 288-16,3-1 48 0,1 2-6304 0,7 5-1280 15,0 0-240-15,0 0-48 0,0 0-288 0,9-2-48 16,3-1-16-16,4 0 0 0,3 1-336 0,7 0-80 0,4 1-16 0,6 0 0 16,3-3-272-16,5 1 128 0,2-1-128 0,7 2 144 15,8-3-144-15,7 1 0 0,4 0 0 16,2 0 0-16,0-1 0 0,7-1 0 0,8 4 0 0,3-3 0 16,4 1 0-16,-1 1 0 0,-1 2 0 0,5-3 0 15,6 1 0-15,1 1 0 0,-3 0 0 0,0 1 0 16,-1 1 0-16,-2 1 0 0,-2 1 0 0,-2-2 0 15,-1 2 0-15,-19-2 0 0,2 2 0 0,-2 0 0 16,-3 1 0-16,-5-2 0 0,-7 0 0 0,-5 3 0 16,-5-2 0-16,-4-1 0 0,-5 0 0 0,-5 2 0 0,6-2 0 15,-6 2 0-15,-12-2 0 0,-3 0 0 0,-4 1 0 16,-2 0 0-16,-1 0 0 0,-3 0 0 0,-1-1 0 0,-2 1 0 16,-2 0 0-16,1 0 0 0,-8-2 0 0,7 2 0 15,-7-2 0-15,0 0 0 0,0 0 0 0,0 0 0 16,0 0 0-16,0 0 0 0,5 3 0 0,-5-3 0 15,4 5 0-15,-4-5 0 0,0 0 0 0,0 0 0 16,0 0 0-16,0 0 0 16,0 0-448-16,0 0-64 0,0 0-32 0,0 0-25120 0</inkml:trace>
  <inkml:trace contextRef="#ctx0" brushRef="#br0" timeOffset="-205852.85">19403 11476 25791 0,'-8'-17'2304'0,"7"9"-1856"0,0 2-448 0,-1-2 0 0,0-3 2864 0,-1 4 464 16,2 0 112-16,0 1 16 0,-3 0-1328 0,0 2-256 16,-1 2-48-16,-1 0-16 0,1 5-208 0,-1 4-32 15,-3 0-16-15,-2 8 0 0,-1 4-752 0,-3 10-160 16,-1 5-16-16,-1 9-16 0,-1 10-160 0,0 5-48 16,-1 2 0-16,2 0 0 0,1 0-96 0,1-3-32 15,2 2 0-15,4-6 0 0,4-1-272 0,3-2 128 16,4-3-128-16,2-6 0 15,2-3-384-15,5-4-192 0,0-5-48 0,4-4 0 16,2-6-1296-16,2-1-256 0,3-3-48 0,3-7-16 16,4-3-2048-16,0-5-432 0</inkml:trace>
  <inkml:trace contextRef="#ctx0" brushRef="#br0" timeOffset="-205627.53">19659 11536 41631 0,'-8'-11'1856'0,"8"11"368"0,-5-3-1776 0,1-1-448 0,4 4 0 16,0 0 0-16,0 0 1728 0,0 0 272 16,0 0 48-16,-3 10 16 0,1 0-688 0,0 6-144 0,1 5-16 15,2 5-16-15,1 1-720 0,0 6-144 0,1 5-16 0,1 2-16 16,-2 2-176-16,2 0-128 0,0-1 144 0,0 1-144 16,1-1 0-16,-1-2 0 0,0-3 0 15,-1-2 0 1,-1-3-1136-16,1-2-208 0,0-3-64 0,0-1 0 15,1-3-1808-15,2-2-368 0,-3-5-80 0,1-6-14704 0</inkml:trace>
  <inkml:trace contextRef="#ctx0" brushRef="#br0" timeOffset="-205204.64">19934 11711 33855 0,'-9'-11'1504'0,"9"11"304"0,-7-4-1440 0,1 2-368 0,-1 0 0 0,-1 4 0 0,2 0 2464 0,-2 3 416 16,-1 5 96-16,-2 3 16 0,1 4-1136 0,0 3-208 15,-3 4-48-15,1 2-16 0,0 0-784 0,-1 3-160 16,1 1-16-16,2 1-16 0,1 0-288 0,2 1-48 16,2-2-16-16,2-2 0 0,3-2-256 0,3-1 0 15,1-3 0-15,2-1 0 0,4-3-224 0,1-2 0 16,2-3 0-16,3-3 0 16,1-2-320-16,1-4-64 0,2-1-16 0,1-4 0 15,-1-3-16-15,3-2-16 0,-3-1 0 0,0-1 0 16,0-4 144-16,-2-1 16 0,0-1 16 0,0-2 0 0,1-1 96 0,-2-1 32 15,-2-2 0-15,0-2 0 0,-1 1 208 0,-1-1 144 16,-1 1-192-16,-2-2 192 0,-2 3 0 0,0-2 128 16,-2 2 0-16,-2 3 16 0,-1 3 16 0,-3 2 0 0,-3 3 0 15,-2 3 0-15,0 3 416 0,-3 1 64 0,-1 2 32 16,-2 3 0-16,1 4-32 0,-2 3-16 0,-2 3 0 0,0 4 0 16,-1 3-352-16,3 1-64 0,2 2-16 15,1 2 0-15,1 0-64 0,3 0-128 0,1-1 176 16,3 0-176-16,1-3 0 0,2 0 0 0,5-2 0 0,1 1 0 0,-1-5-368 0,4-2 32 15,2-2 0-15,1-3 0 16,1-3-432-16,1-1-64 16,3-4-32-16,0 0 0 0,2-5-976 0,-1-1-192 15,2 0-32-15,0-3-16 0,2-2-416 0,0 2-96 0,2 0-16 0,0-3-12272 16</inkml:trace>
  <inkml:trace contextRef="#ctx0" brushRef="#br0" timeOffset="-204757.64">20567 11661 14735 0,'-1'-8'1312'0,"-1"-1"-1056"0,0-3-256 0,1 3 0 16,1 0 5568-16,-1 0 1072 0,1 0 208 0,0 2 32 15,-2 3-3408-15,2 4-672 0,0 0-144 0,0 0-32 16,0 0-1040-16,-1 11-224 0,-2 1-32 0,1 6-16 16,-1 7-608-16,-1 2-128 0,0 6-32 0,2-1 0 15,-2 2-224-15,1 0-64 0,1-1 0 0,0-1 0 0,2-1-256 0,0 1 128 16,2-2-128-16,-1 0 0 16,0-4-240-16,2-1-144 0,-1-2-48 0,2-3 0 15,-1-3-1040-15,1-3-224 0,1 0-32 0,2-5-16 16,0-1-2192-16,1-3-432 0,1-2-96 0,1-3-16 15</inkml:trace>
  <inkml:trace contextRef="#ctx0" brushRef="#br0" timeOffset="-204468.79">20737 11823 11055 0,'0'0'480'0,"0"0"112"0,1-7-464 0,-1 7-128 16,0 0 0-16,0 0 0 0,0 0 7872 0,0 0 1536 15,4 8 320-15,0 4 64 0,-1 1-6224 0,1 2-1264 0,-2 1-240 0,1 2-48 16,1 3-784-16,0 0-144 15,1 1-48-15,0 2 0 0,-1-1-464 0,1-1-112 16,2-1-16-16,-1 0 0 16,2-3-704-16,0-1-160 0,0-4-32 0,-1-1 0 0,0 0 448 0,0-6 0 15,-1 1 0-15,1-5 128 0,-7-2-128 0,7 3 0 16,1-3 0-16,-1-1 0 0,-7 1 0 0,6-4 0 0,2-3 0 0,-1 1 128 16,-2-3-128-16,-1-2 128 0,0 1-128 0,0-3 128 15,-1-3-128-15,1 2 0 0,-1-2 0 0,0-1 0 16,-1 0 0-16,1 0 0 0,-2 0 0 0,2 2-128 15,-1 0-96-15,1 1-16 0,0 1 0 0,0 1 0 16,0-1-928-16,0 0-192 0,-1 3-48 16,2 1 0-16,1-2-1888 0,3 2-384 15,3 2-80-15</inkml:trace>
  <inkml:trace contextRef="#ctx0" brushRef="#br0" timeOffset="-204273.13">21133 11833 23039 0,'0'0'2048'0,"0"0"-1648"16,0 0-400-16,0 0 0 0,-1 8 5088 0,1 2 928 15,0 1 192-15,0 1 48 0,0-1-3376 0,-1 4-656 16,1 0-144-16,0 4-32 0,0 0-720 0,-2 2-160 16,2 0-16-16,2 1-16 0,-1-1-752 0,0 0-128 15,1-2-48-15,-1-1 0 0,0-2-208 0,0-2 0 16,-1-1 128-16,2-1-128 0,-1-4 0 0,0 0-160 16,-1-8 32-16,0 0 0 15,0 0-1232-15,0 0-240 0,0 0-64 0,8-1 0 16,-1-5-2224-16,-1 1-448 0,2 1-80 0</inkml:trace>
  <inkml:trace contextRef="#ctx0" brushRef="#br0" timeOffset="-203824.25">21215 11748 8287 0,'0'0'736'0,"0"0"-592"16,0 0-144-16,0 0 0 0,0 0 5184 0,0 0 1024 16,0 0 192-16,0 0 32 0,0 0-3872 0,0 0-768 0,0 0-144 0,0 0-48 15,0 0-944-15,0 0-192 0,10 7-32 0,-1-1-16 16,-2 4-240-16,3 1-48 0,-3 1-128 0,1 2 192 15,-1 2 784-15,1 0 160 0,-2 1 16 0,1 2 16 16,-3-1 528-16,1 3 96 0,0 1 32 0,0 1 0 16,-1-3-432-16,0 3-96 0,-3-1-16 0,2-1 0 15,0-2-512-15,-1-3-128 0,1-2 0 0,-1-1-16 16,0-2-320-16,-1-1-64 0,0-1-16 0,-1-9 0 0,0 0-96 16,0 0 0-16,0 0-128 0,0 0 192 0,0 0-192 0,0 0 0 15,0 0 0-15,0 0 0 0,0 0 0 0,5-8 0 16,-1 2 0-16,0-3 0 0,0-3 0 0,1-2 0 15,1-2-160-15,1-2 160 16,1-2-192-16,1-1 32 0,2 0 16 0,1 1 0 0,1-1 144 0,1 1-192 16,0 1 192-16,1 2-192 0,-2 1 544 0,0 3 96 15,0 3 32-15,0 2 0 0,-1 3-688 16,-1 2-144-16,0 3-32 0,-1 3 0 0,-2 2 384 0,0 3-144 16,1 5 144-16,-3 0 0 0,1 0 0 0,-1 4 176 15,0-2 0-15,-1 4 0 0,1 0-176 0,0 2 192 0,0 0-192 16,1 0 192-16,-1 0-192 0,2 1 0 15,-3-7 0-15,2 1 0 0,-1-2-160 0,1-1-64 16,-3-1-16-16,1-1 0 16,0-4-1312-16,2 1-272 0,-7-8-48 0,5 4-16 15,0-1-1568-15,2-2-320 0,-7-1-64 0,0 0-14688 0</inkml:trace>
  <inkml:trace contextRef="#ctx0" brushRef="#br0" timeOffset="-203507.9">21772 11219 23951 0,'0'0'2128'0,"0"0"-1696"0,0-5-432 0,0 5 0 15,0 0 5040-15,8-3 912 0,1 2 192 0,1 1 48 0,1 0-4528 0,2 4-912 16,1 2-176-16,2 4-48 16,2 0 656-16,3 4 128 0,2 2 32 0,1 3 0 0,1-2-528 15,1 3-112-15,2 1 0 0,1 2-16 0,0 6-144 0,0 2-32 16,-2 3 0-16,0 4 0 0,-1 1-80 0,-1 4-32 15,-1 4 0-15,-6 0-16 16,-1 3-384-16,-3-1 0 16,-1 1 0-16,-1-1 0 0,-2-2 0 0,-3-1 0 0,-5-1 0 0,-2 1 128 15,-1-3-128-15,0-1 0 0,-4-2 144 0,-2-1-144 16,-1-2 0-16,-1-5 0 0,0-3 0 0,-4 5 0 16,0-5 0-16,1-5 0 0,1-4 0 0,-1-4 0 0,1-2 0 15,1-2 0-15,1-3 0 0,-2-3 0 0,2 1-272 16,1-5 64-16,4 2 16 15,4-4-1392-15,0 0-272 0,0 0-48 0</inkml:trace>
  <inkml:trace contextRef="#ctx0" brushRef="#br0" timeOffset="-187851.34">24407 11782 39327 0,'3'-14'1744'0,"-2"7"368"0,0 0-1696 0,2-6-416 16,-1-2 0-16,2 0 0 0,-1-4 1344 0,1 2 192 15,0-1 48-15,0-1 0 0,-1-2-144 0,0 1-32 16,0 1 0-16,-2 2 0 0,0 0-512 0,-1 5-128 15,-4 2 0-15,2 0-16 0,-1 4-96 0,-2 2-16 16,-2 1 0-16,-2 3 0 0,0 4-192 0,-6 8-64 16,-5 4 0-16,-2 7 0 0,-3 6-208 0,-1 6-48 0,-3 4-128 0,-1 4 192 15,-2 4-192-15,-2-1 144 16,1 1-144-16,3 1 128 0,3 0-128 0,3-1 0 16,5-1 0-16,5-3 0 0,4 0 0 0,6-5 128 15,6-1-128-15,4-3 0 0,5-4 0 0,3-4 0 16,6-1 0-16,2-5 0 0,4-5 0 0,3 0 0 0,2-8-192 0,3-1 192 0,0-4-160 15,2-3 160-15,3-4 0 0,3-4-144 16,1-4 144-16,1-2-192 0,2-2 192 0,0-4-192 0,-2-1 352 16,-4-4 64-16,-3-4 16 0,-5-2 0 0,-2-5-496 15,-2-1-80-15,-6-1-32 0,-3-4 0 0,-3 1 368 0,-3 1 0 16,-4-2 0-16,-2 0 0 0,-3 2 0 0,-4 1 0 16,-2 2 144-16,-4 2-144 0,-5 0 128 0,-3 6-128 15,-4 3 128-15,-3 2-128 16,-4 4 0-16,-2 3 0 0,-3 2 0 0,-3 7 0 15,-1 5-656-15,-1 7-112 0,-1 4 0 16,0 3-16-16,3 7-1584 0,0 5-304 0,3 3-64 16,4 2-18288-16</inkml:trace>
  <inkml:trace contextRef="#ctx0" brushRef="#br0" timeOffset="-187584.01">24348 11992 20271 0,'-2'-5'1792'0,"-1"-2"-1424"0,0 1-368 0,2-1 0 16,1 2 5872-16,0-1 1104 15,0 6 208-15,0 0 48 0,0 0-4208 0,0 0-848 16,0 0-160-16,0 0-32 0,7 10-1040 0,-2 4-208 0,3 5-32 0,-1 2-16 16,1 2-304-16,0 6-48 0,0-2-16 0,0 3 0 15,0 1-128-15,-1 1-16 0,1-2-16 0,-1-2 0 16,-5 1-160-16,4-3 0 0,-1-4 0 0,1 0 128 15,0 1-128-15,1-4 0 0,1-2 0 0,1-1 0 16,2-2-896 0,-1-1-96-16,2-1-32 0,1-2 0 0,0-2-1504 15,3-3-304-15,2-1-64 0,1-1-11344 0,2-6-2272 0</inkml:trace>
  <inkml:trace contextRef="#ctx0" brushRef="#br0" timeOffset="-187386.68">24940 12052 6447 0,'3'-23'576'0,"-2"14"-576"0,0-1 0 0,-1 1 0 0,2 0 8304 0,0 3 1552 15,0-2 304-15,-2 8 64 0,0 0-6384 0,0 0-1264 16,0 0-256-16,0 0-48 0,0 0-528 0,0 14-96 16,-2 2-32-16,-2 5 0 0,2 1-1104 0,-1 5-240 15,1-1-32-15,-4 3-16 0,2 1-224 0,0-1 0 16,2 1 0-16,1-2 0 0,-1-2 0 0,1-1 0 16,2-3-208-16,1-2 64 15,-2-1-368-15,1-3-80 0,1-3-16 0,2-2 0 16,0-4-1184-16,2-1-224 0,-1 0-48 0,1-1-16 15,3-3-2496-15,-1-2-496 0</inkml:trace>
  <inkml:trace contextRef="#ctx0" brushRef="#br0" timeOffset="-187179.94">25145 12042 39903 0,'-4'-13'1776'0,"4"13"352"0,0 0-1696 0,0 0-432 0,0 0 0 0,0 0 0 16,0 0 2448-16,0 0 416 15,0 0 80-15,0 0 0 0,-3 8-1280 0,1 2-272 0,-1 2-48 0,0 2-16 16,1 3-640-16,-1 1-128 0,2 2-32 0,0 1 0 15,1 1-208-15,1 1-32 0,0 1-16 0,2-2 0 16,1 1-272-16,0 0 0 0,-2-4 0 0,1-1 0 16,-1-1-176-16,1-1-80 0,1-2-32 0,-1-1 0 15,-1-1-704-15,0-2-144 0,-1 0-16 0,0-1-16 16,0 0-1520-16,1-3-288 0,0 2-64 0,2-1-17456 16</inkml:trace>
  <inkml:trace contextRef="#ctx0" brushRef="#br0" timeOffset="-186993.11">24951 12254 11967 0,'-6'-4'1072'0,"2"-1"-864"16,1 0-208-16,3 5 0 0,-4-5 7536 0,4 5 1456 15,-3-4 288-15,3 4 64 0,0 0-5840 0,4-4-1184 16,2-1-224-16,4 1-48 0,0-1-1200 0,2 2-224 16,1 2-48-16,1-2-16 0,2 2-416 0,2 1-144 15,0 0 0-15,2 1 144 0,-1 0-144 0,0 1 0 16,-1 0 0-16,1 1 0 15,1 1-1088-15,0-2-112 0,-4 2-16 0,0 3 0 16,1-1-2048-16,-1 2-432 0</inkml:trace>
  <inkml:trace contextRef="#ctx0" brushRef="#br0" timeOffset="-186701.54">24176 12824 55119 0,'-16'-4'1216'0,"11"3"240"0,5 1 48 0,0 0 48 0,0 0-1232 0,7-5-320 0,3 2 0 0,3-2 0 16,4 1 512-16,1 0 64 0,2 0 0 0,5 0 0 16,3 0-160-16,6 2-32 0,3-1 0 0,6 0 0 0,6 1-208 0,4 0-48 15,0 2-128-15,0 0 192 0,-2 0-128 0,0 0-64 16,0 0 0-16,1 0 0 0,0 0 0 0,0-2 0 15,3 2 0-15,-1 2 0 0,-5 0 0 0,-4 0 0 16,-5 1 0-16,-2-3 0 0,-2 0 0 0,-3 0 0 16,-3 1 0-16,-4-1 0 15,0 0-1600-15,-3 0-320 0,0-1-64 0</inkml:trace>
  <inkml:trace contextRef="#ctx0" brushRef="#br0" timeOffset="-186142.38">24825 13561 10127 0,'-2'-13'896'0,"0"7"-704"0,1 0-192 0,0-1 0 15,1-2 6768-15,1-1 1312 0,2 1 272 0,-3 1 48 0,-2-1-5184 16,0 2-1040-16,-1-3-192 0,2-1-64 0,-2 2-144 0,-1 3-48 16,2-1 0-16,-2 1 0 0,-3 0-592 0,-2 4-128 15,-1 2-32-15,-2 1 0 0,-1 2-368 0,-3 3-80 16,-4 5-16-16,-3-1 0 0,-3 4-384 0,-2 5-128 15,-6 3 0-15,1 3 80 0,1 2-80 0,0 3 0 16,2 3 0-16,0 0 0 0,3 3 0 16,3 1 0-16,4 1 0 0,3-1 0 0,4-1 0 15,5-3 0-15,4-3 0 0,5-1 0 16,4-3 0-16,5-3 0 0,1-1 0 0,5-1 0 0,2-3 0 0,7-5 0 16,5-1 0-16,4-3 0 0,2-2 0 0,5-3 0 15,2-3 0-15,-2-2 0 0,-1-3 0 0,-3-3 0 16,0-1 0-16,-2-1 0 0,-2-1-160 0,-2-1 32 15,0-3 0-15,-3 0 0 0,-4-3 128 0,-3-1 0 16,0-3-144-16,-3-3 144 0,-2 1 0 0,-4-5 0 16,-3 0 0-16,-3-1 0 0,-2-1 0 0,-2-1 0 15,-4-2 0-15,-2 1 0 0,-2 0 0 0,-2 1 128 16,-4 2-128-16,-1 2 0 0,-1 2 0 0,-3 3 0 16,-1 2 0-16,-2 2 0 0,-2 1 0 0,0 3-192 15,0 3 32-15,-2 5 16 16,-1 2-1120-16,-1 4-208 0,-4 5-64 0,0 6 0 15,0 3-1616-15,0 4-336 0,0 3-64 0</inkml:trace>
  <inkml:trace contextRef="#ctx0" brushRef="#br0" timeOffset="-185850.48">24751 13922 28559 0,'0'0'2544'0,"0"0"-2032"0,0 0-512 0,0 0 0 0,0 0 4368 16,0 0 784-16,0 0 160 0,0 0 16 0,0 0-2608 0,0 0-528 16,0 0-96-16,5 9-32 0,1 1-1168 0,-3 3-224 15,1-1-48-15,-1 4-16 0,1 1-288 0,-2 2-48 16,1 1-16-16,-2 1 0 0,3 1-64 0,-1 0 0 16,-2 0-16-16,2-1 0 0,-1-2-176 0,1 2 0 15,-2-4 0-15,3 0 0 0,0-1-320 0,0-6 48 16,0 3 16-16,1-5 0 15,0 0-800-15,2-1-160 0,-1-2-16 0,4-1-16 16,-3-4-2064-16,4-2-400 0,1-2-96 0,1-1-9712 16,0-3-1952-16</inkml:trace>
  <inkml:trace contextRef="#ctx0" brushRef="#br0" timeOffset="-185648.36">25157 14027 16575 0,'5'-6'1472'0,"3"-1"-1168"16,1-1-304-16,0 3 0 0,-1 1 5264 0,-2 2 1008 0,-6 2 192 15,8 2 32-15,-8-2-2464 0,0 0-480 0,0 0-96 0,7 7-32 16,-2 1-1696-16,-3 1-320 0,-2 1-80 0,0 2-16 15,-1 0-672-15,-3-1-144 0,0 2-32 0,0-1 0 16,0 0-320-16,2 0-144 0,0-1 128 0,1 0-16 16,1-2-112-16,1-1 0 0,-1-8 0 0,3 8 0 15,1-2 0-15,1 1 0 0,2-2 0 0,1 1 0 16,1-3 0-16,1 1 0 0,2-4 0 0,2 1 0 16,1-1 0-16,0-1 0 0,2-2 0 0,3-1 0 31,2-2-528-31,5-5-112 0,4 0 0 0</inkml:trace>
  <inkml:trace contextRef="#ctx0" brushRef="#br0" timeOffset="-185240.06">26145 12598 50511 0,'0'0'2240'0,"0"0"448"0,0 0-2144 0,0 0-544 0,9 0 0 0,-1 0 0 15,-8 0 1312-15,8-1 160 0,-1 0 16 0,1-2 16 16,3 2-528-16,2 0-96 16,2-2-32-16,2 0 0 0,1 1-688 0,1-1-160 0,-1 2 0 0,0-2 0 0,0 1 0 0,-1 0 0 15,0 2 0-15,0 0 0 0,0 0 0 0,-1 0-128 16,-2-2 128-16,-1 2-160 15,-1 0-928-15,-2 0-192 0,0 2-48 0,-3 0-15248 16,0 3-3040-16</inkml:trace>
  <inkml:trace contextRef="#ctx0" brushRef="#br0" timeOffset="-185092.29">26203 12726 13823 0,'0'0'608'0,"0"0"128"15,0 0-592-15,0 0-144 0,0 0 0 0,0 0 0 0,0 0 8896 0,0 0 1728 16,0 0 368-16,0 0 64 0,7 5-8096 0,3 2-1616 15,5-4-320-15,2 0-64 0,4-1-576 0,2-1-112 0,0 0-16 0,4 1-16 16,-1-4-240-16,1 1 176 16,2 0-176-16,2-1-17136 15,3-3-3520-15</inkml:trace>
  <inkml:trace contextRef="#ctx0" brushRef="#br0" timeOffset="-184594.58">27488 11797 34095 0,'-4'-15'3024'0,"1"7"-2416"15,-2-2-480-15,1 0-128 0,0-1 4176 0,9 3 816 16,7 3 176-16,-3 1 16 0,-4 2-3504 0,-5 2-704 16,0 0-144-16,0 0-16 0,0 0-208 0,0 7-32 15,2 4-16-15,-1 7 0 0,0 2-288 0,1 4-48 16,-1 5-16-16,0 0 0 0,0 5-48 0,1 4-16 16,2 2 0-16,-3 3 0 0,0 0-96 0,2 0-48 15,-1-1 0-15,2-2 0 0,0-1 0 0,0-5 0 0,0-3 0 16,0-3 0-16,-1-5 0 0,-1-1 0 0,0-5 0 15,-1-1 0-15,0-3-352 0,0-1-16 0,-1-4 0 16,2-1 0 0,-2-7-928-16,0 0-192 0,1 4-48 0,-1-4 0 0,0 0-2416 0,0 0-480 15</inkml:trace>
  <inkml:trace contextRef="#ctx0" brushRef="#br0" timeOffset="-184343.36">27091 11711 36863 0,'0'0'3264'0,"-4"-4"-2608"16,4 4-528-16,0 0-128 0,0 0 3632 0,0 0 688 16,0 0 144-16,0 0 16 0,9-3-2688 0,3 0-528 15,4 2-112-15,5 0-32 0,2 1-576 0,7 0-112 16,3 0-32-16,3 0 0 0,2-1-208 0,0 1-64 16,-3 0 0-16,3-2 0 0,0 1-80 0,2-2-48 15,3 1 0-15,1-1 0 0,3 1 0 0,2-1 0 16,0-1 0-16,2 4 0 0,-1 3 0 0,-5-2-192 15,-2 2 192-15,-5 0-160 16,-4 1-912-16,-5 2-176 0,-5-1-32 0,-3 4-16 16,-5 4-3056-16,-4 3-592 0</inkml:trace>
  <inkml:trace contextRef="#ctx0" brushRef="#br0" timeOffset="-183318.3">27183 13074 50687 0,'0'0'2240'0,"0"0"464"0,0 0-2160 0,0 0-544 0,0 0 0 0,0 0 0 0,0 0 1168 0,0 0 128 0,0 0 32 0,0 0 0 16,0 0-320-16,11 0-64 0,4-1-16 0,3 0 0 16,4-2-704-16,5 2-224 0,5-2 128 0,0 2-48 15,3 0-80-15,2-1 0 0,1 1 0 0,2 1 0 16,3-1 0-16,5 1 0 0,5-2 0 0,3 2 0 15,1-1 0-15,-1 1 0 0,-1 0 0 16,-3 0 0-16,-4 0 0 0,-2 0 0 0,-3 0 0 0,-3 0 0 16,-2 0 0-16,-3 0 0 0,-2 0 0 0,-3 0 0 15,-5 0-256-15,-6 0 0 0,-2 0 0 0,-5 0 0 16,-4-4-1856-16,-6 3-384 0,-2 1-64 0</inkml:trace>
  <inkml:trace contextRef="#ctx0" brushRef="#br0" timeOffset="-182844.88">27497 13626 31327 0,'0'0'2784'0,"0"0"-2224"0,-2-5-560 0,1-1 0 15,1 6 4352-15,0 0 768 0,0 0 160 0,0 0 32 16,-6-1-2736-16,0 4-528 0,1 2-128 0,-1 3 0 15,2 2-1168-15,0 3-240 0,0 3-32 0,1 3-16 0,1 3-336 0,0 3-128 16,2 5 0-16,0 0 0 0,2 0 0 0,0 1 0 16,1-1 0-16,-2 2 0 0,-1-5 0 0,0 1 0 15,0-4 0-15,0 1 0 0,-1 1 0 0,0 0 0 16,-1 0 0-16,2-4 0 0,-1 1 0 16,0-1 0-16,-1-5 0 0,1 0 0 0,0-2 0 0,-1-2 0 15,1-4 0-15,0-1 0 0,0-1 0 16,1-7 0-16,0 0 0 0,0 0 0 0,0 0 0 0,0 0 0 15,0 0 0-15,0 0 0 16,0 0-592-16,0 0-112 0,-6-8-32 0,4-1 0 16,0-4-2304-16,1-3-464 0,0-1-80 0</inkml:trace>
  <inkml:trace contextRef="#ctx0" brushRef="#br0" timeOffset="-182624.96">27065 13677 17503 0,'0'0'1552'0,"0"0"-1232"0,0 0-320 0,0 0 0 0,1-7 8192 0,5 1 1600 0,0 0 304 0,5 1 64 16,2 1-7472-16,2-1-1504 0,4 1-288 0,1 0-64 16,8-1-320-16,2 1-64 15,1 0-16-15,3 2 0 0,0-2-272 0,0 1-160 0,-2-1 192 0,2 1-48 16,1 2-144-16,1-3 0 0,0 2 0 0,-1-1 0 16,1 3 0-16,-1 0 0 0,0-1 0 0,0 2 0 31,-2 2-480-31,-3 3-96 0,-4 1 0 0,-4 1-16 0,-5 1-1248 0,-3 1-240 15,-3 1-48-15,-3 2-16 0,-2 2-1984 16,-3-2-400-16</inkml:trace>
  <inkml:trace contextRef="#ctx0" brushRef="#br0" timeOffset="-182359.21">27958 13992 48783 0,'0'0'2160'0,"2"8"448"0,-2 0-2096 0,0 0-512 15,0 1 0-15,0 0 0 0,-2 1 1632 0,1 2 224 16,-2 2 32-16,1-1 16 0,0 2-784 0,0 2-160 15,-1-2-16-15,-1 2-16 0,2 0-736 0,-2 0-144 16,0 0-48-16,1-1 0 0,1-1 0 0,0 1 0 16,0 0 0-16,0-2 0 0,1 0 0 0,2-1 0 15,-1 0 0-15,2-3 0 0,0-1 0 0,2 0 0 16,1 0 0-16,3-3 0 0,0 0 0 0,0-1 0 16,1-1 0-16,1 0 0 0,2-2 0 0,3-2 0 15,-1-1 0-15,0 0 0 0,2-1 0 0,0-3 0 16,0 1 0-16,0-1 0 0,1-1 0 0,-1-1 0 0,-2 0 0 15,0 1 0-15,1-1 0 0,-1 2 0 16,-2-1 0-16,2 0 0 16,0 0-784-16,1-1-160 0,2 0-16 0</inkml:trace>
  <inkml:trace contextRef="#ctx0" brushRef="#br0" timeOffset="-181430.34">29374 12533 54543 0,'0'0'2416'0,"0"0"496"0,0 0-2336 0,0 0-448 0,0 0-128 0,0 0 0 0,-1 7 160 0,-1 4 16 0,2 6 0 0,0 3 0 15,2 2 176-15,-1 3 32 0,2 2 16 0,-1 6 0 16,2-2-112-16,0 2-32 0,1-2 0 0,1-2 0 16,0-3-256-16,1-3 0 0,-2-1 0 0,1-6 0 31,1-2-720-31,-2-1-208 0,-1-2-32 0,0-3-16 0,-4-8-3648 0,0 0-736 16</inkml:trace>
  <inkml:trace contextRef="#ctx0" brushRef="#br0" timeOffset="-181278.9">29472 12443 31327 0,'-8'-15'1392'0,"4"8"272"0,-1-1-1328 0,-2 0-336 0,2-1 0 0,1 3 0 0,2-3 2800 0,0 5 480 15,0-3 112-15,2 7 0 16,0 0-3632-16,0 0-720 0,9 7-160 0,1-1-32 16,3 5-3392-16,2-1-672 0,19 12-144 0,-4-5-16 0</inkml:trace>
  <inkml:trace contextRef="#ctx0" brushRef="#br0" timeOffset="-180989.51">29849 12486 4607 0,'13'-9'400'0,"-7"5"-400"0,1-2 0 0,-1-1 0 0,1-2 5952 0,-1 0 1120 16,1 0 224-16,-2-2 32 0,0 0-3904 0,-2 0-784 15,-2 1-144-15,0-1-48 0,-1 1-304 0,0 0-64 16,-2-2-16-16,-1 1 0 0,-1 2-752 0,-1 1-160 16,-1 1-16-16,-2 1-16 0,0 1-288 0,-3 1-64 15,0 4-16-15,-1 0 0 0,-1 0-208 0,1 3-32 0,-1 2-16 0,0 2 0 16,0 0-112-16,1 4-32 15,1 1 0-15,-1 3 0 0,0 1-80 0,3 2-16 16,0 0 0-16,1 6 0 0,0-1-256 0,2 5 0 0,-1 0 128 0,3 5-128 16,3 1 128-16,2 2-128 0,1 1 192 0,2 3-192 15,-1 1 208-15,3 0-64 0,-1-4-16 0,1-1 0 16,0-2-128-16,0-2 0 0,1-2 0 0,-1-3 112 16,-1-2-112-16,2 0-160 0,-2-5 160 0,0 3-192 0,1-5 192 15,-3-3 0-15,0-3-144 0,1 0 144 16,1-3-768-16,-2-2-96 15,-2-1-16-15,-1-6 0 0,0 0-1424 0,0 0-272 0,0 0-64 0,0 0-12144 16,0 0-2432-16</inkml:trace>
  <inkml:trace contextRef="#ctx0" brushRef="#br0" timeOffset="-180825.5">29587 12811 23039 0,'0'0'2048'0,"0"0"-1648"0,0 0-400 0,0 0 0 0,-4 0 5472 0,4 0 1008 16,0 0 208-16,0 0 32 0,0 0-4848 0,11 1-976 15,2-2-192-15,2 1-32 0,3 0-112 0,3 0-32 16,1 0 0-16,2-3 0 0,-1 2-528 0,6-2-224 16,2-2 16-16,4 1 0 15,2-1-1696-15,4-1-336 0,4 0-64 0,2 0-11344 0,2-3-2288 16</inkml:trace>
  <inkml:trace contextRef="#ctx0" brushRef="#br0" timeOffset="-180556.92">30748 12344 12895 0,'0'0'576'0,"-2"-8"112"0,-4 1-560 0,2 0-128 0,3-1 0 0,1 8 0 15,-4-2 9024-15,4 2 1760 0,0 0 352 0,0 0 80 16,-4 7-7952-16,0 4-1600 0,2 1-320 0,-1 3-64 16,2 5-800-16,1-1-160 0,0 5-16 0,0 2-16 15,0 3-288-15,1 3 0 0,0 3 0 0,2 2 144 16,1 1-144-16,0 3 0 0,1 0 0 0,-1-1 0 15,-1-3 0-15,-1-2 0 0,1-6 0 0,1-1 0 16,-3-3 0-16,0-3 0 0,1-4 0 0,-1-3 0 0,-2-2 0 16,-1 0-160-16,2-4 160 0,-1-2-192 15,1-7-768-15,0 0-176 0,0 0-16 16,0 0-16-16,0 0-1200 0,0 0-224 0,-8-3-48 0,0-1-11888 16,1-3-2384-16</inkml:trace>
  <inkml:trace contextRef="#ctx0" brushRef="#br0" timeOffset="-180353.43">30362 12351 45439 0,'0'0'2016'0,"-4"-4"416"0,0-1-1952 0,3 1-480 15,1-3 0-15,0 7 0 0,0 0 1696 0,8-4 240 16,2 2 48-16,2 0 16 0,2 1-784 0,6 0-144 16,5-1-48-16,3 2 0 0,4 0-512 0,2 0-128 0,0 2 0 0,2-2-16 15,-1 0-112-15,-1 0-32 0,-1 0 0 0,-1-2 0 16,2 0-224-16,0-1 128 15,0 2-128-15,1-2 0 16,0 3-320-16,1 0-176 0,-1 2-16 0,-1-2-16 16,-4 2-2320-16,-2 3-464 0,-3 5-80 0</inkml:trace>
  <inkml:trace contextRef="#ctx0" brushRef="#br0" timeOffset="-180133.25">31348 12640 14735 0,'0'0'1312'0,"0"0"-1056"0,0 0-256 0,0 9 0 0,0 2 8176 0,0 2 1568 15,1 0 320-15,0 2 64 0,1 4-7248 0,-1 0-1440 16,0 1-288-16,-1 2-64 0,3-3-192 0,0 2-48 16,1-1 0-16,-1-1 0 0,0-3-848 0,0-2-288 15,-2-1 0-15,2-1 0 16,-1 0-544-16,-2-12-96 0,0 0-32 0,0 0 0 15,3 6-1856-15,-3-6-368 0,0 0-80 0</inkml:trace>
  <inkml:trace contextRef="#ctx0" brushRef="#br0" timeOffset="-179985.36">31472 12452 42271 0,'-7'-6'1872'0,"5"3"384"0,-2 1-1808 0,0-2-448 0,4 4 0 0,0 0 0 16,0 0 816-16,0 0 64 0,0 0 16 0,0 0 0 15,0 0-1920-15,0 0-384 0,2 9-80 16,4 1-17232-16</inkml:trace>
  <inkml:trace contextRef="#ctx0" brushRef="#br0" timeOffset="-179657.32">31712 12563 3679 0,'0'0'320'0,"-6"4"-320"0,6-4 0 0,-9 3 0 0,-2-1 9456 0,0 2 1808 15,2 0 384-15,0 3 64 0,-2-2-7936 0,0 1-1568 16,-1 1-320-16,-2 1-64 0,1 1-480 0,0-3-80 15,0 4-32-15,-1-1 0 0,3 0-768 0,-1 0-144 16,2-3-48-16,0 4 0 0,3-1-80 0,0-2 0 16,3 0-16-16,2 0 0 0,2-7-48 15,0 7 0-15,0-7 0 0,4 9 0 0,-1-1-128 0,4 1 0 16,1-2 0-16,2 1 0 0,2 1 0 0,0-3 0 16,1 2 0-16,2 3 0 0,1-4 0 0,1 1-176 0,0 1 48 15,-1-1 0-15,-1 1 128 0,1 1 0 16,1 0 0-16,-3-2 0 0,-1 1 0 15,0-1 0-15,-1 0 0 0,0 2 0 0,-3-2 0 0,-1 1 0 16,-2-1 0-16,-1 1 0 0,-1 0 0 0,-1 0 0 16,-4 0 0-16,-1-1 0 0,-2 0 0 0,-1 1 0 0,-3-2 0 15,-2-1 0-15,-2 1-192 0,0-1 64 0,-1 1 0 16,0-2 0 0,2 0-704-16,-1 0-128 0,0-2-16 0,3-1-16 15,2 1-1296-15,7-3-256 0,0 0-48 0,0 0-18976 0</inkml:trace>
  <inkml:trace contextRef="#ctx0" brushRef="#br0" timeOffset="-179475.34">32057 12645 39791 0,'0'0'1760'0,"8"-1"368"0,0 1-1696 0,-2 0-432 0,1 0 0 0,-1 0 0 0,1 3 2176 0,-1 2 368 0,1 1 64 0,-2 1 16 0,0 2-864 0,-1 3-160 15,-1 1-48-15,-1 2 0 0,0 2-1024 0,-1 7-208 16,0-2-32-16,2 0-16 0,0 0-272 0,-1-1 0 15,-1-3 0-15,2-1 0 16,1 0-640-16,-1-4-224 0,-2-1-48 0,1-3-16 16,1-1-2720-16,-2-3-528 0</inkml:trace>
  <inkml:trace contextRef="#ctx0" brushRef="#br0" timeOffset="-179315.08">32187 12538 3679 0,'0'0'160'0,"0"0"32"0,0 0-192 0,0 0 0 16,0 0 0-16,0 0 0 0,0 0 4976 0,0 0 944 15,8 4 192-15,0-2-10912 16,3 3-2176-16</inkml:trace>
  <inkml:trace contextRef="#ctx0" brushRef="#br0" timeOffset="-179021.72">32362 12624 32127 0,'0'0'1424'0,"4"11"304"0,-4-11-1392 0,5 14-336 0,-1 2 0 0,0-2 0 0,0 4 3392 0,-1 1 624 0,-2-4 112 0,2 4 32 15,-2 0-1600-15,0-1-304 0,0-1-64 0,1-2-16 16,-2-1-1216-16,1 0-240 0,0-3-48 0,1-1-16 16,-2-10-384-16,0 0-80 0,1 8 0 0,-1-8-16 15,0 0-176-15,0 0 192 0,0 0-192 0,0 0 192 16,0 0-192-16,0 0 0 0,0 0 144 0,0 0-144 16,0 0 0-16,0 0 0 0,3-8 0 0,1 0 0 0,-1-1 0 15,3-1 0-15,0-2 0 0,2 0 0 0,1-3 0 0,3 0 0 16,1 0 0-16,1-2 0 0,3 1 0 0,0 3 0 15,0 1 0-15,1 3 0 0,2 3 0 16,-1 2 0-16,0 1 0 0,-4 6 0 0,-2-1 0 0,0 6 176 16,-1 1-48-16,-1 4 0 0,-4 4-128 0,1 0 0 15,0 4 0-15,-1 1 128 0,-1-1-128 0,-1 1 0 16,-1-5 0-16,0 3 0 0,0-6 0 0,-1 2 0 16,-2-2 0-16,0-1 112 0,3-1-416 0,-3 0-48 15,-2-1-16-15</inkml:trace>
  <inkml:trace contextRef="#ctx0" brushRef="#br0" timeOffset="-178372.45">29757 13832 46239 0,'0'0'2048'0,"0"0"432"0,0-9-1984 16,2 1-496-16,0 1 0 0,1 1 0 0,1-1 0 0,-2 1 0 15,-2 6 0-15,2-6 0 0,-2 6 1168 0,0 0 352 16,0 0 64-16,-6-1 16 0,-1 2-736 0,-2 5-144 16,-3 3-16-16,-4 6-16 0,-2 4-112 0,-2 2-32 15,-2 5 0-15,0 0 0 0,0-1-192 0,0-1-32 16,1 0-16-16,3-3 0 0,3-2-96 0,4-1-16 16,1-1 0-16,4 0 0 0,1-2-192 0,3-4-160 0,4 0 32 15,2-5 0-15,2 1-112 0,3-3-16 0,3-3 0 16,2-1 0-1,2-1-224-15,1-2-48 0,1-1-16 0,0 0 0 16,1-5-96-16,-2 0-32 0,0-1 0 0,-2-2 0 16,0-2-64-16,-1-1-16 0,-1 1 0 0,-1-2 0 15,-3-1 112-15,0 2 32 0,-1 0 0 0,-2 2 0 0,-2 0 432 0,-1 2 176 0,-1 0-128 16,0 3 128-16,-2 8 128 0,0 0 96 0,0 0 32 0,0 0 0 16,0 0 160-16,0 0 32 0,0 0 16 0,-2 9 0 15,1 2-208-15,2 1-32 0,2 1-16 0,2 0 0 16,2 0-208-16,3 0-288 0,2-2 64 0,1 1 16 15,1-3-2096-15,2 0-432 0,1 1-80 0,0-3-16448 16</inkml:trace>
  <inkml:trace contextRef="#ctx0" brushRef="#br0" timeOffset="-177943.2">30070 13566 21183 0,'0'0'1888'0,"0"0"-1504"0,-5 1-384 0,0 2 0 0,-2-3 6240 0,3 6 1184 16,2 5 224-16,2 3 48 0,0 3-5648 0,1 4-1152 16,0 1-208-16,2 5-48 0,1 7 384 0,1 0 64 15,0 3 32-15,2-1 0 0,-1-1-592 0,2-1-112 16,0-2-32-16,0-1 0 0,0-4-192 0,1-1-64 16,-1-2 0-16,-2-3 0 0,-1-3-128 0,1-3 0 15,-3 0 0-15,1-6 128 0,-1-1-128 0,0 0 0 16,-3-8 0-16,0 0 0 0,0 0 0 0,0 0 0 15,0 0 0-15,0 0 0 0,0 0 0 0,0 0 0 0,0 0 0 0,2-7 0 16,1-1-176-16,-1-1 48 16,1-1 0-16,1-2 0 0,0-2 128 0,1-1 0 0,2 0 0 0,-1 0 0 15,2 0-176-15,1-2 176 0,1 0-208 0,0 1 80 16,0 2 128-16,0 2-128 0,2 2 128 0,-1 2-128 16,-1 1 128-16,-1 3-192 0,0 2 192 0,0 3-192 15,-1 2 192-15,0 2 192 0,-1 3-32 0,-2 1-16 16,0 1 112-16,0 3 0 0,-2-1 16 0,-1 2 0 15,1 1-272-15,0 0 0 0,-3 2 0 0,0-1 0 0,0 0 0 16,-3-1-176-16,2 1 32 0,-2-2 0 16,1 2-704-16,-1-4-144 15,2-1-32-15,-1-2 0 0,0-1-1536 0,0 0-320 0,1 0-64 0,1-8-17600 16</inkml:trace>
  <inkml:trace contextRef="#ctx0" brushRef="#br0" timeOffset="-177594.64">30794 13853 3679 0,'0'0'160'0,"0"0"32"0,0 0-192 0,0 0 0 16,0 0 0-16,-5 5 0 0,-5-3 11184 0,3 2 2192 15,-1 2 432-15,-1 0 80 0,-3 1-10368 0,0-1-2096 16,-1 2-400-16,0 0-96 0,0 0-432 0,0 1-96 16,0 0-16-16,1 1 0 0,1-2-192 0,0 1-32 15,1 0-16-15,1 0 0 0,1-1-144 0,1-1-144 16,3 1 144-16,2-1-208 0,2-7 208 0,0 0 0 15,0 0-160-15,5 11 160 0,3-3-144 0,1 1 144 16,1-3-192-16,1 2 192 0,0 0 0 0,1 0-128 0,0-2 128 0,0 1 0 16,-2-2-192-16,3-1 0 15,0 0 16-15,0 0 0 0,-2-2 176 0,-1 2 0 0,1-2-144 0,-2 0 144 16,-2 2 0-16,-7-4 0 16,0 0-144-16,7 5 144 0,-7-5 0 0,0 0 0 0,3 7 0 0,-3-7 0 15,-2 6 0-15,-2 1 0 0,-1-1 0 0,-3 1 0 16,-1-1 0-16,-1 2 0 0,-3-3 0 0,-2-1 0 15,1 0-256-15,0 0 0 0,1 0 0 0,1-1 0 16,3-1-1456-16,1 0-272 16,1-1-64-16,7-1-16 0,0 0-2416 0,0 0-464 15,7-1-112-15</inkml:trace>
  <inkml:trace contextRef="#ctx0" brushRef="#br0" timeOffset="-177312.05">31014 13991 18431 0,'0'0'1632'0,"0"0"-1312"16,0 0-320-16,0 0 0 0,0 0 5952 0,0 0 1104 15,-5 6 240-15,0 0 32 0,-3 1-4256 0,0 4-832 16,-1-2-192-16,0 1-16 0,0 2-720 0,0 0-144 16,-1 1-16-16,3 1-16 0,-1-3-592 0,1 0-112 15,3 1-32-15,3-2 0 0,1 0-256 0,1-3-144 16,3 1 160-16,1-1-160 0,2-2 0 0,2-1 0 16,3 0-208-16,0-3 64 15,2 2-256-15,2-1-48 0,-2-4-16 0,2 0 0 16,-1 1-272-16,0 0-48 0,-4-4-16 0,1 1 0 15,-2 0 80-15,-2-1 16 0,-8 5 0 0,3-6 0 0,-2-3 304 0,-1 1 64 0,-1 1 16 0,0-1 0 16,-2-3 64-16,0 1 32 0,1 1 0 0,-1 0 0 31,-1-2-896-31,2 1-176 0,0-2-48 0,2 0 0 16,2 1-1616-16,0-2-336 0,2-3-64 0</inkml:trace>
  <inkml:trace contextRef="#ctx0" brushRef="#br0" timeOffset="-176802.38">31296 13765 8287 0,'0'0'736'0,"0"0"-592"0,0 0-144 0,0 0 0 0,0 0 6896 16,0 0 1344-16,-2 9 272 0,1 6 48 0,-3-2-5088 0,2 5-1008 16,-1 2-208-16,-1 2-32 0,0 2-256 0,0 1-48 15,2 0-16-15,0 0 0 0,2-2-928 0,2-2-176 16,2 1-32-16,1-3-16 0,0-1-432 0,0-3-96 16,2 0-16-16,1-2 0 0,-1 0-208 0,3-4 0 15,0-1 128-15,0-2-128 0,2 1 0 0,0-1 0 16,-2-3 0-16,1-2-160 0,-1-2-16 0,1-2 0 15,-2-1 0-15,0-2 0 0,1-2-64 0,1-1-16 16,-1 0 0-16,-1-3 0 16,0 0-160-16,-1 2-32 0,3 1-16 0,-2-3 0 15,0 0 32-15,0-1 16 0,-1 0 0 0,0 0 0 0,-1 3 128 0,1-3 32 16,-3 1 0-16,-1 4 0 0,-4 8 96 0,0 0 32 16,0 0 0-16,0 0 0 0,0 0 256 0,-1 8 64 0,-2 1 16 0,1 2 0 15,-1 0 48-15,2 1 0 0,1 0 0 0,1-2 0 16,2 2-256-16,1 0 0 0,1-3 128 0,2-1-128 15,0-1-160-15,4 1-80 0,1-1-16 16,1-3 0 0,1 0-1392-16,0-2-272 0,1 1-64 0,-1-3-16 15,3-3-304-15,-5 2-64 0,-1-2-16 0,1-1 0 16,-2 2 1232-16,1-3 240 0,-2-1 48 0,-1 0 16 0,1-1 400 0,0-3 96 0,-1 1 16 0,0-3 0 16,-2 0 336-16,-1-1 208 0,1-1-16 0,-1 2-16 15,-1-1 32-15,0 1 16 0,0 1 0 0,-2 2 0 16,1 2-48-16,-3 7-16 0,2-5 0 0,-2 5 0 15,0 0 480-15,0 0 80 0,0 0 32 0,0 0 0 0,0 0 80 16,-1 12 0-16,-1 2 16 0,0 0 0 0,1 1-320 16,1 0-64-16,1 1-16 0,-1-3 0 0,3 1-208 15,2 1-48-15,2-1-16 0,0 0 0 0,1-3-176 0,1-1 0 16,0-2-192-16,1 0 192 16,3 0-2304-16,0-3-352 0,0-1-64 0</inkml:trace>
  <inkml:trace contextRef="#ctx0" brushRef="#br0" timeOffset="-176470.73">32128 13692 37023 0,'0'0'1648'0,"0"0"336"0,0 0-1600 0,0 0-384 0,0 0 0 0,0 0 0 16,0 0 2048-16,0 0 336 0,1 11 64 15,0-2 16-15,0 1-320 0,1-1-64 0,-1 2-16 0,0 1 0 16,1 1-1024-16,-1 2-208 0,-1 2-32 0,1 3-16 16,1 2-432-16,0 0-96 0,1-1 0 0,-3 2-16 15,1 1-80-15,0-1-16 0,1-4 0 0,-1 0 0 16,0 1-144-16,1-2 0 0,-1 0 144 0,-1-1-144 15,0-1 0-15,-1 1 0 0,-2-2 0 0,0-3 0 16,1-2 0-16,-1 0-208 0,-1-1 16 0,2 0 16 16,-1-3-1552-16,0 0-320 0,3-6-64 15,-2 5-13520-15,2-5-2704 0</inkml:trace>
  <inkml:trace contextRef="#ctx0" brushRef="#br0" timeOffset="-175770.72">31919 14068 44175 0,'-13'-4'1952'0,"9"4"416"0,-1-4-1904 0,5 4-464 0,0 0 0 0,0 0 0 0,0 0 640 0,0 0 48 16,0 0 0-16,11 4 0 0,1-2 240 0,5 0 48 15,3 0 16-15,1-2 0 0,3 0-608 0,-1 0-112 16,3 0-16-16,1 0-16 0,0 0-240 0,3-2 144 16,0 0-144-16,0 0 128 0,-1-2-128 0,6 0 160 15,-4-1-160-15,-2 0 160 0,-3-1-160 0,-1-3 0 16,0 0 144-16,-3 0-144 0,0 0 0 0,-1 2 0 16,-3-4 0-16,0 1 0 0,-3 1-192 0,-3 0 32 15,-2 1 16-15,-2 1 0 0,-3 0 144 0,-1 1-160 0,-4 6 160 0,0 0-160 16,-4-6 160-16,-3 4 0 0,-3 0 128 15,-3 5-128-15,-3 2 256 0,2 3 0 16,-3 1-16-16,-2 2 0 0,0 2-32 0,2 2 0 16,2-2 0-16,2 2 0 0,1 0 32 0,3 1 0 0,1-2 0 15,3 2 0-15,0-3 64 0,5 1 16 0,1-1 0 0,4-1 0 16,2 0-320-16,2 1 0 0,2-4 128 0,5 1-128 16,0-2-160-16,3-1-96 0,5-1 0 0,-1-1-16 15,1 1-1376 1,2-4-272-16,-1-2-48 0</inkml:trace>
  <inkml:trace contextRef="#ctx0" brushRef="#br0" timeOffset="-175000.72">29545 14810 22111 0,'0'0'1968'0,"0"0"-1584"0,0 0-384 0,0 0 0 0,0 0 6048 0,0 0 1120 16,0 0 240-16,0 0 32 0,0 0-4656 0,0 7-928 15,-1 5-192-15,-1 5-48 0,0 4-464 0,-1 5-112 16,0 3-16-16,1 2 0 0,1-1-704 0,-1 0-128 16,0-1-48-16,0-1 0 0,2 1-96 0,2 0-48 15,-1-6 0-15,3 3 0 0,0-5 0 0,-2 0 0 16,0-3 0-16,0-2 0 0,2-1 0 0,-1-2 0 16,-1-1-128-16,0-5 128 15,-1-1-512-15,-1-6-64 0,0 0 0 0,0 0 0 16,0 0-672-16,0 0-144 0,0 0-16 0,0 0-16 15,0 0-1312-15,-8 2-256 0,-1-4-48 0,1-2-10416 0,2-1-2096 0</inkml:trace>
  <inkml:trace contextRef="#ctx0" brushRef="#br0" timeOffset="-174757.71">29133 14773 31327 0,'-7'-5'2784'0,"7"5"-2224"0,-4-2-560 0,4 2 0 0,0 0 4304 0,0 0 752 15,0 0 160-15,7-5 32 0,2 3-3280 0,0-1-656 16,0 2-128-16,3-1-32 0,2 0-208 0,3 1-48 16,3-1-16-16,2 0 0 0,0-1-496 0,4-1-112 15,4 2-16-15,3-4 0 0,1 2-80 0,1 0-32 16,1 1 0-16,0-3 0 0,-4-1-96 0,2 0-48 16,0 0 0-16,-1 1 0 0,-2-1 0 0,-1 1 0 15,-1-1 0-15,-2 3 0 16,-1-2-1184-16,-4 1-176 15,0 1-48-15,-2 3 0 0,-3-1-1984 0,-1 4-384 0,-2 1-96 0</inkml:trace>
  <inkml:trace contextRef="#ctx0" brushRef="#br0" timeOffset="-173710.96">29620 15207 19343 0,'0'0'1728'0,"0"0"-1392"0,-7-2-336 0,0 2 0 0,2 2 5888 0,5-2 1120 15,0 0 224-15,0 0 32 0,0 0-4384 0,0 0-896 16,0 0-160-16,0 0-32 0,0 0-448 0,0 0-96 16,0 0-16-16,9 1 0 0,1 1-720 0,3-2-160 15,2-3-32-15,-1-1 0 0,1 2-192 0,-2-5-128 16,2 1 128-16,2-4-128 0,0 0 128 0,0 0-128 16,0-1 128-16,1-1-128 0,0-1 0 0,2 0 0 15,-2 2 0-15,-1-2 0 0,-1-2-192 0,-3 2 0 16,-1 1 0-16,-3 2 0 0,-4 1 192 0,-1 1 0 15,-1 2-144-15,-3 6 144 0,0 0 0 0,-6-3 0 16,-2 3 0-16,-1 3 0 0,-2 3 0 0,-4 2 0 16,0 4 0-16,-2 2 192 0,0 2-192 0,-2 1 160 0,4 1-160 15,1 1 160-15,-1 1-160 0,2 2 0 0,3-1 0 16,1-1 0-16,1-2 0 0,3-1 0 0,3 0 0 0,1-3 0 16,2-1 0-16,3-1-224 0,1-2 32 15,2 1 0 1,2-5-304-16,1 1-48 0,3-1-16 0,1-2 0 15,0-1-272-15,1-2-64 0,1-1-16 0,0 0 0 16,-3-3-96-16,0 0-16 0,0-3 0 0,0 1 0 16,0-3 320-16,0-1 64 0,0-1 16 0,-1-2 0 0,0-2 352 0,-1 1 64 15,1-3 16-15,0 0 0 0,-1 1 192 0,1-2 192 0,0-2-48 0,0 1 0 16,-1 3 288-16,0 0 48 0,-2 2 16 0,-1 1 0 16,-2 5 256-16,1 0 48 0,-7 7 16 0,0 0 0 15,0 0 16-15,0 0 16 0,0 0 0 0,0 0 0 0,4 8-112 0,0 5-32 16,-2 0 0-16,1 3 0 0,-1 1-288 0,0-2-64 15,-1 5-16-15,0-2 0 0,1-1-336 0,0-1 128 16,1-1-128-16,1 0 0 0,1-5 0 0,0 0 0 16,2 1 0-16,-2-3 128 0,0-2-128 0,0-1 0 15,-5-5-128-15,8 3 128 0,0 0-176 0,0-3 176 16,-2-3-208-16,2 0 80 0,0 0 128 0,0-4-192 16,0-1 192-16,-2-1-192 0,2-1 192 0,0-2-160 15,0-2 160-15,1-2-160 0,0-1 160 16,0 0-128-16,0-1 128 0,0-2-128 0,2 2 128 0,-3 2 0 15,-2 2 0-15,1 1-128 0,-2 4 128 0,-1 4 0 16,-4 5 0-16,0 0-128 0,0 0 128 0,0 0 144 16,0 0-16-16,0 0-128 0,0 0 256 0,0 10-48 15,-2 3-16-15,2 0 0 0,-1-1-64 0,0 2-128 16,1-1 176-16,1 2-176 0,0-2 0 0,1 0 0 16,0 0 0-16,1-2-192 0,1 1 64 0,1-4 128 15,2-1-208-15,0-2 80 0,2 0-224 0,1 0-32 16,-1-4-16-16,0-1 0 15,-1 0-112-15,2-1-32 0,1-1 0 0,-1-2 0 0,-1-2 112 0,2-1 32 0,-1-1 0 16,0-1 0-16,0-2 224 0,-1-1 176 0,1 1-208 0,1-2 80 16,-2-2 128-16,2-2 0 0,1 0 0 15,0 3 0-15,0-2 0 0,-2 3 128 0,-1 2-128 0,-1 2 128 16,-3 3 32-16,-5 6 16 0,0 0 0 0,0 0 0 0,0 0 224 16,0 0 48-16,4 8 16 0,-3 3 0 0,1 0-48 15,-2 2-16-15,-2 2 0 0,2-1 0 0,3-1-400 16,0 4 0-16,-1-3 128 0,2 5-128 15,0-6 0-15,1 0-144 0,2-2 144 0,-1 0-208 16,2 1-880-16,0-5-160 0,1 1-32 0,1-1-16 16,1-2-1376-1,2-1-272-15,1 0-48 0,-1-3-10000 0,-1-1-2016 0</inkml:trace>
  <inkml:trace contextRef="#ctx0" brushRef="#br0" timeOffset="-173548.32">30876 15145 15663 0,'3'-11'1392'0,"-3"11"-1120"16,0 0-272-16,0 0 0 0,0 0 5632 0,0 0 1088 15,0 0 192-15,0 0 64 0,0 9-3952 0,0 6-784 16,0-2-144-16,-2 5-48 0,1 4-640 0,0 0-128 16,-1 2-16-16,1-3-16 0,0 2-896 0,1 2-176 15,0 0-48-15,1 1 0 16,-2 2-1696-16,1 0-352 0,0-5-64 0,1 1 0 16,0-2-2096-16,2-1-400 0,-2 15-96 0,3-15-16 0</inkml:trace>
  <inkml:trace contextRef="#ctx0" brushRef="#br0" timeOffset="-173274.33">30915 15062 15663 0,'0'0'1392'0,"-3"-6"-1120"0,1-2-272 0,2 2 0 15,2 0 7792-15,4 2 1488 0,-1 1 320 0,3 1 48 16,1 1-7408-16,1 0-1488 0,2 2-304 0,1 2-48 15,3-1 288-15,2 3 48 0,0 1 16 0,2 1 0 16,-1 1-400-16,2 3-80 0,0 0-16 0,-4 2 0 16,-1 0 0-16,-2 3-16 0,-2-2 0 0,-3 3 0 0,0 2-80 0,-4-2-16 15,-1-2 0-15,-3 1 0 0,-2 0-144 0,-2-1 0 16,1 0 0-16,-5-2 0 0,-3-3 0 0,-2-1-176 16,0-1 16-16,-1-2 0 15,-1 2-880-15,1-4-176 0,-1 0-48 0,1-1-14672 16,2-1-2928-16</inkml:trace>
  <inkml:trace contextRef="#ctx0" brushRef="#br0" timeOffset="-172742.1">31911 14850 42559 0,'0'0'1888'0,"0"0"384"0,-1-7-1824 0,-1 2-448 0,0 0 0 0,2 5 0 0,-4-5 256 0,-1 1-64 15,-2-1 0-15,-1 2 0 0,-2-2 848 0,-3 4 176 16,-1-2 16-16,-3 2 16 0,-3 1-208 0,-1 1-32 16,-2 2-16-16,-1-1 0 0,1 2-320 0,-1 0-64 15,2 1-16-15,3 0 0 0,2 2-80 0,2-1-32 16,2 0 0-16,3 0 0 0,2 1-144 16,3-1-16-16,1 1-16 0,3 1 0 0,2-1-304 0,3 2 0 15,2 2 0-15,4-1 0 0,0 2 0 0,3-3 0 16,1 2 0-16,3-1 0 0,2-1 0 0,0 2 0 15,1-4 128-15,-1 3-128 0,-1-4 0 0,1 3 0 16,-2 0 0-16,0-1 0 0,-2 0 128 0,0 1-128 16,-4-2 0-16,0 0 0 0,-2 1 128 0,-1 0-128 15,-8-8 0-15,5 8 0 0,-3 0 0 0,0 0 128 16,-2-8-128-16,-4 9 0 0,-3 1 128 0,0-1-128 16,-4-1 0-16,-2 0 0 0,-4 0 0 0,0-2 0 15,-1 2 0-15,-2-3 0 0,-2 2 0 0,0-3 0 16,0-2-160-16,1 0 160 15,0-1-768-15,3 0-48 0,1-1 0 0,1-1 0 16,3-2-1552-16,3 2-304 0,1-2-64 0</inkml:trace>
  <inkml:trace contextRef="#ctx0" brushRef="#br0" timeOffset="-172543.25">32184 14897 49071 0,'0'0'2176'0,"0"0"448"0,0 0-2112 0,-6 5-512 0,0-1 0 0,-1 3 0 15,-1 3 672-15,-2 3 32 0,-3 1 0 0,-1 1 0 0,-3 2 224 0,0 0 48 16,-1 2 16-16,-1-2 0 0,1-1-416 0,2 1-96 16,2 0-16-16,2-3 0 0,2 0-464 0,1 1 0 15,5-4 0-15,1 0 0 16,2-1-928-16,4 1-288 0,2-4-48 0,4 0-16 16,4 0-1872-16,3-2-384 0,1 0-80 0,2-2-9680 15,2-1-1936-15</inkml:trace>
  <inkml:trace contextRef="#ctx0" brushRef="#br0" timeOffset="-172192.92">32407 15082 32127 0,'11'-21'1424'0,"-6"12"304"0,-1-1-1392 0,0-3-336 16,-1 2 0-16,-2-1 0 0,-1 3 1728 0,-1 1 288 0,-3 3 48 0,-3 3 16 15,-2 3 0-15,-2 2 0 16,-6 2 0-16,0 0 0 0,-3 4-576 0,1 0-112 16,-1 4-32-16,0-1 0 0,0 1-736 0,0 0-160 15,2 0-16-15,2 1-16 0,2-2-240 0,2 0-64 0,2 0 0 0,2-3 0 16,3 0-128-16,2 0-176 0,3 0 48 0,3-2 0 31,-3-7-416-31,9 6-80 0,1 1-16 0,2-2 0 16,2-1-384-16,2-3-64 0,0 0-32 0,0-1 0 15,1-2 16-15,0-1 0 0,0-2 0 0,0 0 0 16,-1-3 144-16,-2 0 16 0,-1-1 16 0,-1-1 0 0,-2-1 640 0,1-2 128 0,-2 1 32 0,0 1 0 0,-1-1 448 0,-2 1 112 16,0 1 16-16,-2 2 0 15,0 0 480-15,-2 4 96 0,-2 4 32 0,0 0 0 16,0 0-32-16,0 0 0 0,0 0 0 0,0 0 0 15,0 0-384-15,4 11-96 0,-1-2-16 0,1 4 0 0,-1-2-288 16,1 2-64-16,2-2-16 0,0 1 0 0,1-2-160 0,-1 1-256 16,2-2 64-16,1 1 16 15,0-3-1552-15,0 1-304 0,0-2-64 0,1 0-16 16,-4-1-1504-16,3-1-304 0,-1-4-64 0</inkml:trace>
  <inkml:trace contextRef="#ctx0" brushRef="#br0" timeOffset="-171785.37">32860 14748 12895 0,'9'-17'1152'0,"-6"12"-928"16,-3 5-224-16,1-5 0 0,1 0 6592 0,-2 5 1280 15,0 0 256-15,0 0 64 0,0 0-5248 0,-3 11-1024 16,-1 5-224-16,0-2-32 0,-1 5-128 0,0 3 0 16,-2 5-16-16,2 4 0 0,0 3-688 0,0 2-144 0,-1-4-32 0,4 1 0 15,0-3-240-15,1-2-48 16,2 1-16-16,3-3 0 0,0-2-192 0,1-5-32 15,3 2-128-15,-1-1 192 0,2-3-192 0,0-3 0 0,-1-2 0 0,2-2 0 16,2-3 0-16,1-2 0 0,0 0 0 0,1-2 0 16,-1-1-224-16,-1-2 64 0,1-2 16 15,0-1 0-15,0-2-48 0,0-2-16 0,-1-2 0 0,0-1 0 16,-2-3-48-16,2 0 0 0,-2-4 0 0,1-2 0 16,-1 1 64-16,-1 0 16 0,-2 0 0 0,-2 1 0 15,-1 1 176-15,-1 0-192 0,-2 3 192 0,-2 0-192 0,-2 4 192 16,0 4-192-16,0 1 192 0,3 4-192 0,-10 0 192 15,1 5 224-15,0 1-48 0,1 3-16 0,-2 1 32 16,1 3 16-16,1 1 0 0,1 0 0 0,2 0-64 16,1 0-16-16,3 1 0 0,1 0 0 0,1 0-128 0,3 0 128 15,3 1-128-15,2-2 128 0,1-3-128 16,2 0 0-16,2-2 0 0,-2-2 0 16,1-1-544-16,1 0 16 0,1-2 0 15,0-2 0-15,2 0-1872 0,2-1-368 0,-1-1-80 16</inkml:trace>
  <inkml:trace contextRef="#ctx0" brushRef="#br0" timeOffset="-145399.02">28004 12355 49647 0,'0'0'2192'0,"-5"2"464"0,-1 0-2128 15,1-1-528-15,1 0 0 0,4-1 0 0,0 0 784 0,0 0 48 16,0 0 16-16,0 0 0 0,-1 7-64 0,0 2-16 0,1-3 0 0,0 5 0 15,0 0-400-15,0 1-96 0,-2 1-16 16,2 2 0-16,2 0-64 0,-2 2-32 0,-2 1 0 0,2 1 0 16,-1-2-160-16,0 1-224 0,-2-4 48 0,2 2 16 15,0-2 160-15,-1 2 192 0,1-3-32 0,0-3-16 16,1-1-800-16,0-1-176 0,0-8-16 16,0 0-16-16,0 0-1104 0,0 0-208 0,0 0-64 0,9 3 0 15,3-7-2176-15,1 0-448 0</inkml:trace>
  <inkml:trace contextRef="#ctx0" brushRef="#br0" timeOffset="-145183.39">28288 12275 51999 0,'0'0'1152'0,"0"0"224"0,0 0 48 0,-5 4 48 16,1 0-1184-16,-1 1-288 0,1 2 0 0,0 2 0 0,0-3 832 0,0 3 128 15,0 3 0-15,0 1 16 0,3 2-288 0,-2-1-64 16,1 3-16-16,0-2 0 0,1 2-384 0,2 2-80 15,-1-1-16-15,0 0 0 0,0-1-128 0,2 1 0 16,0-2 144-16,1 1-144 0,0-1 0 0,-1-1 0 16,1 1 0-16,-1-2-128 15,1-2-448-15,0 0-96 0,-1-2-16 0,1-1 0 16,-1 0-848-16,1-1-192 0,0 0-16 0,-3-8-16 16,2 7-1680-16,-2-7-336 0,0 0-64 0</inkml:trace>
  <inkml:trace contextRef="#ctx0" brushRef="#br0" timeOffset="-144949.29">28006 12575 45439 0,'-11'1'2016'0,"11"-1"416"0,-7 3-1952 0,7-3-480 0,0 0 0 0,0 0 0 16,0 0 1312-16,0 0 160 0,0 0 48 0,0 0 0 16,0 0-256-16,0 0-48 0,0 0-16 0,8-5 0 15,1 1-656-15,2 1-128 0,-1 1-32 0,2-1 0 0,-1 0-192 0,1 1-64 16,1-1 0-16,-1 0 0 15,2 2 0-15,2 0 0 0,0 1 0 0,-1-3 0 0,1 2-128 0,1 1 0 16,-3 0 0-16,2 0 0 16,-2-1-400-16,3-1-16 0,-1 2 0 0,2-2 0 15,0-1-1632-15,3 2-320 16,0-3-64-16,2 1-19968 0</inkml:trace>
  <inkml:trace contextRef="#ctx0" brushRef="#br0" timeOffset="-131113.78">1057 13669 11967 0,'-6'-17'1072'0,"1"2"-864"16,1 1-208-16,1 4 0 0,3 10 6768 0,0 0 1296 0,-3-9 272 0,3 9 48 15,0 0-5760-15,0 0-1168 0,0 0-240 0,0 0-32 16,0 0 32-16,0 0 0 0,-1 13 0 0,0 6 0 15,-2 2-432-15,2 8-80 0,0 7 0 0,-1 2-16 16,2 6-304-16,2 1-64 0,-1-1-16 0,2 2 0 16,0 1-112-16,1-2-32 0,2-2 0 0,0 0 0 0,3-1-160 15,2-2 128-15,0-1-128 16,2-5 128-16,0-4-128 0,2-6 192 0,-1-3-192 0,3-4 192 16,3-6-192-16,-1-4 128 0,-1-1-128 0,1-2 128 0,-1-4-128 15,2-4 128-15,-1-2-128 0,2-5 128 16,1-2-128-16,-1 0-144 0,0-5 144 0,0-3-208 15,0-3-1136-15,1-3-208 16,1 1-48-16,-1-4-16 0,0 2-2416 0,-2 0-464 16</inkml:trace>
  <inkml:trace contextRef="#ctx0" brushRef="#br0" timeOffset="-130869.52">1034 13631 28559 0,'-7'-4'2544'0,"7"4"-2032"0,0 0-512 0,0 0 0 16,0 0 4256-16,8-6 752 0,3-1 160 0,2 0 16 16,2 0-3504-16,2 0-704 15,0-2-144-15,4 0-16 0,4 0 0 0,2 0 0 16,2-6 0-16,1 4 0 0,1 0-448 0,2-2-96 16,1 1-16-16,0 2 0 0,1 0-256 0,-1-1 0 15,0-2 128-15,-2 4-128 16,-2 2-896-16,-1 2-224 0,-2-1-48 0,-1 3-16 15,-2 4-1936-15,-5 5-384 0,-4 0-80 0,-4 3-14976 0</inkml:trace>
  <inkml:trace contextRef="#ctx0" brushRef="#br0" timeOffset="-129086.45">1198 13957 11055 0,'-18'6'480'0,"7"0"112"0,0 0-464 0,3-1-128 0,1-1 0 0,7-4 0 15,0 0 4832-15,0 0 944 0,0 0 192 0,0 0 48 16,0 0-2944-16,0 0-576 0,9-9-112 0,3-3-16 0,0-1-672 15,2-1-128-15,5-2-32 0,0 1 0 0,1-6-800 0,1 3-160 16,1-2-48-16,1 2 0 0,-1 0-224 0,0 3-48 16,-1 2-16-16,-2 3 0 0,-2 1-16 0,-2 5 0 15,-2 4 0-15,0 1 0 0,0 4 176 0,0 6 48 16,-1 2 0-16,-2 0 0 0,0 4-16 16,-1 2 0-16,-3 6 0 0,1 2 0 15,-1 2-112-15,2 0-32 0,0-2 0 0,-2 1 0 0,1 3-144 0,-1-1-16 16,0-4-128-16,0 0 192 0,-1-3-192 0,1-2 176 0,-2-4-176 15,-2-1 160-15,1-3-160 0,-1-3 192 16,-2-10-192-16,0 0 192 0,0 0-192 0,0 0 192 16,0 0-192-16,0 0 192 0,0 0-64 0,0 0-128 15,6-11 192-15,-1-1-64 0,-4-5-128 0,2 0 0 16,-1 1 0-16,1-5 0 0,1 2 0 0,0-7 0 0,0-4 0 16,0 1-176-16,1 3 32 0,0-1 0 0,0-1 0 15,2 5 0-15,-2 5 0 0,0 3 0 0,0 2 0 0,-5 13 0 16,0 0 144-16,0 0-128 0,0 0 128 0,0 0-128 15,7 13 128-15,-2 0 0 0,0 6 0 0,-1 1 0 16,1-1 0-16,-1 0 144 0,0 2-16 16,0 0-128-16,3 1 128 0,1 2-128 0,-1-2 0 15,4-1 0-15,2-2 128 0,0-1-128 0,1 1 0 0,-1-6 0 0,0-3 0 16,2-3 0-16,-1-2 128 0,0-4-128 16,-1 2 0-16,0-5 0 0,-1 0 0 0,1-5 0 15,0 1 0-15,0-5 0 0,-1 0 0 0,0-2 0 0,-2-3 0 16,3-2 0-16,-2-2 0 0,-1 2 0 0,-1-3-176 15,0 0 176-15,0 0-192 0,-2-2 192 0,-2-2-240 0,-1 0 64 16,-1 1 16-16,-1 1 0 0,2 5-32 0,-3 4 0 16,-2 2 0-16,-1 4 0 0,2 8 192 0,0 0-128 15,0 0 128-15,-10 7-128 0,1 3 128 0,1 5 0 16,2 3 128-16,-2 3-128 0,-1 2 192 0,1 1-16 16,3-2-16-16,1 3 0 0,0 2 0 0,2-1 0 15,0-1 0-15,5-3 0 0,2-1-160 16,4-2 0-16,2 2 144 0,-1-3-144 0,0-5 0 0,2-1 0 15,1-3 0-15,0-5 0 0,0 0-304 0,0-1-80 0,0-3 0 0,0-3-16 32,-1-3-880-32,0-4-192 0,0-1-16 0,1-4-16 15,-2 0 528-15,1-2 96 0,-1-4 32 0,-2 1 0 16,-3-4-288-16,2 0-48 0,-1-3-16 0,-1-2 0 16,1-5 240-16,-2 4 64 0,-1 3 0 0,0 5 0 0,-2 5 1040 0,0 4 224 0,-2 4 32 15,0 9 16-15,0 0 1184 0,0 0 256 0,0 0 32 0,3 15 16 16,0 0-368-16,1 4-64 0,0 3 0 0,0 2-16 15,-2-7-400-15,2 2-80 0,2 2-16 0,3 1 0 16,-2-2-496-16,3-1-96 0,0 0-32 0,-3-6 0 16,-1 0-160-16,1 1-48 0,-2 0 0 0,1-1 0 15,0-2-128-15,-1-2 128 0,-1-1-128 0,-4-8 128 16,0 0-128-16,0 0 160 0,0 0-160 0,0 0 160 0,0 0-160 0,0 0 160 16,0 0-160-16,6-4 160 0,-1-1-160 0,-1-3 160 15,0-1-160-15,1-2 160 0,2-3-160 16,1-2 0-16,1-2 0 0,3 0 0 15,-1-6-256-15,2 1 64 0,2-1 0 0,2 0 16 16,2-2-32-16,2 0-16 0,-1 1 0 0,-2 1 0 0,-1 2 96 0,-1 4 128 16,-1 2-208-16,0 2 80 0,-1 2 128 15,-2 3 0-15,-2 2 0 0,-1 4-128 0,-1 1 128 0,-8 2 144 16,0 0-16-16,6 8-128 0,0 3 256 0,-2 0-48 16,-3 4-16-16,0 2 0 0,-2 2-64 0,0 1-128 15,-2-1 176-15,0 1-176 0,-2-2 144 0,1 0-144 16,2-2 0-16,-1 0 144 0,0-1-144 0,2 0 0 15,1-1 0-15,0-1 128 0,1-3-128 0,1 1 0 16,-1-2 0-16,3-1 0 0,0-2 0 0,1-1 0 16,0 1 0-16,2-4 0 0,-7-2 0 0,9 0-176 15,0 0 48-15,5-4 0 0,2-2-96 0,-3-3-16 16,0-2 0-16,0-4 0 0,0-2-16 0,0 0 0 16,-1 0 0-16,1-1 0 0,1-1 16 0,-5 6 0 0,-1-4 0 15,0 0 0-15,0 2 80 0,-2-2 16 0,0 1 0 0,-1 2 0 16,-1 1 144-16,-2 1 0 0,0 4 0 0,-2-1-128 15,0 3 128-15,0 6 176 0,0 0-48 0,0 0 0 16,0 0 128-16,0 0 0 0,0 0 16 0,0 0 0 16,-4 6-112-16,1 3-32 0,1 2 0 15,0 3 0-15,4 4 16 0,-1 0 0 0,0 3 0 0,3 3 0 16,1-3-16-16,2 2 0 0,1 3 0 16,2 3 0-16,2 1-128 0,2 2 128 0,1 5-128 15,0 1 128-15,-1 1-128 0,1 1 0 0,-1 1 0 0,-1-1 0 16,0-1 0-16,-1-1 0 0,-3-3 0 0,-2 0 0 0,-3-3 0 15,-3-4 0-15,-2-1 0 0,-3-3 0 0,-4-2 0 0,-1-2 0 16,-2 0 0-16,0-4 0 0,-1-4 0 0,-3 0 0 16,-2-4 128-16,1-2-128 15,-1 0 0-15,0-4 0 0,1-3 0 0,-5-3 0 0,6 0 0 0,1-8-192 16,3 1 64-16,4-3 128 0,3-4-336 16,3-3 48-16,2-6 16 0,3 5 0 15,3-6-160-15,3-5-16 0,5-7-16 0,1-3 0 16,4-5-224-16,2 0-32 0,3-3-16 0,13-23 0 15,-3 10-256-15,-13 26-48 0,0 2-16 0,-1 2 0 0,-3 2 592 0,-2 5 112 16,-2 4 32-16,6-3 0 0,-6 7 544 0,-5 8 112 0,-1 0 32 16,-1 5 0-16,-2 2 192 0,-5 4 32 15,0 0 16-15,0 0 0 0,0 0-32 0,1 11-16 0,-1 4 0 16,0 2 0-16,0 0-64 0,0 1-16 16,-1 0 0-16,4 4 0 0,-1-2-288 0,1-1-48 15,-1-2-16-15,4 0 0 0,-1 0-128 0,3-1 0 0,-1-2 144 16,3-2-144-16,-3-4 0 0,3-2 128 0,0 1-128 0,0-5 0 15,0 0 0-15,0-4 0 0,0 0-160 0,2-5 160 16,1-2-208-16,1-3 64 0,1-1 16 0,-1-2 0 16,-1-2 128-16,2-5-192 0,-1 2 192 0,0-3-192 15,-1-3 192-15,0-2-160 0,-1 1 160 0,-2 1-160 16,0 0 160-16,-3 2 0 0,0 1 0 0,-2 2 0 0,-1 5 0 16,-1 2 0-16,-2 3 160 0,-1 4-160 0,0 7 432 15,0 0-16-15,0 0 0 0,0 0 0 0,0 0-96 0,-1 10 0 16,-1 3-16-16,2 4 0 0,0 1-96 15,2 3-16-15,-1 3 0 0,2 2 0 0,0 1-16 0,4 2-16 16,0 2 0-16,2 3 0 0,1 2-160 0,2 4 0 16,1 1 0-16,8 23 0 0,-2-1 0 15,-2-5 0-15,-2-4 0 0,-1-5 0 0,-2-3 0 16,-3-3 128-16,-3 0-128 0,-2-3 128 0,-1-2-128 0,-5-3 0 16,-3 2 0-16,-3-6 0 0,-2-2 0 0,-3-3 0 15,-4 0 0-15,-3-5 0 0,-2-1 0 0,-1-7 0 16,-1-3 0-16,-2-2 0 0,-1 0 0 0,-3-4 0 15,-1-3 144-15,-5-1-144 0,-3-1 0 0,0-5 0 16,1 0 0-16,1-3 0 16,-2-2-736-16,2 0-64 0,2-6-16 0,2-2 0 15,1-2-1616-15,2 1-320 0,2-4-64 0</inkml:trace>
  <inkml:trace contextRef="#ctx0" brushRef="#br0" timeOffset="-127889.03">4649 13907 6447 0,'4'-17'272'0,"-3"10"80"0,-1-5-352 0,0-1 0 0,0 1 0 0,0 2 0 15,0-1 8336-15,0-1 1600 0,0 2 320 0,0 2 64 16,-1-2-7120-16,-3 2-1408 0,-1 1-304 0,0 2-48 16,-1 1-240-16,0 4-48 0,-3 4-16 0,-2 1 0 15,-3 5-544-15,-8 8-96 0,-2 7-32 0,0 5 0 16,-2 1-64-16,1 0-16 0,-1-1 0 0,4 3 0 16,1 1-128-16,4-2-48 0,4-3 0 0,2-2 0 0,3-2-80 15,6 0-128-15,2-4 176 0,4 1-176 16,2-4 0-16,5-2-192 0,2-3 0 0,2-3 0 15,4-3-736-15,-4-5-144 0,5-2-16 16,2-4-16-16,1 1-480 16,4-5-80-16,-1-5-32 0,1-2 0 0,0 0-368 15,1 0-80-15,-2-2-16 0,-1-1 0 0,-1-1 1008 0,-2 0 208 0,-2-3 48 0,-3 1 0 0,-3-2 496 16,-2 1 96-16,-4 1 32 0,-3 1 0 0,-1-1 1152 0,-3 6 224 16,-1 0 48-16,-2 5 16 0,-3 5 1040 15,-2 2 208-15,0 2 32 0,0 5 16 0,-1 0-816 0,-1 4-176 16,0 3-16-16,-2 0-16 0,-1 2-608 0,1 1-128 15,0 2-32-15,2 1 0 0,1 0-256 0,2 0-48 16,1 1-16-16,1 0 0 0,2 0-192 0,4-5-32 16,-1 2-128-16,4-2 192 0,2-2-192 0,-1 0 0 15,1-3 0-15,2 1 0 0,0-3 0 0,1 1 0 0,1-6 0 0,-2 0 0 16,-1-1 0-16,1-2-256 16,0-3 48-16,0-2 16 0,0-1 16 0,0-1 16 0,-1-3 0 0,1-1 0 15,-1 2 160-15,3-6-192 16,-2-3 192-16,-1 1-192 0,-1-2 192 0,1-1 0 0,0-2-144 15,0 1 144-15,0 2 0 0,-1-1 0 0,1 1 0 16,-1 4 0-16,-3 4-128 0,0 2 128 0,0 2 0 0,-1 1 0 16,-3 8 0-16,0 0 192 0,0 0-32 15,0 0 0-15,8 8 32 0,-1 0 16 0,-2 5 0 0,2 3 0 16,-1-2-48-16,1 3-16 0,-1 1 0 0,1 2 0 16,0 3-144-16,3-2 128 0,-3 1-128 0,1-3 128 15,0 0-128-15,0 1 0 0,-2-2 0 0,1-2 128 16,-2-2-128-16,0-2 160 0,-1-3-160 0,0-1 160 0,-4-8-160 15,0 0 128-15,0 0-128 0,0 0 128 0,0 0-128 0,0 0 192 16,0 0-192-16,4-7 192 0,0-1-192 0,0-2 128 16,-2-2-128-16,2-2 128 0,0-3-128 0,0-1 0 15,3-3 0-15,-2-1 0 0,1-1-128 0,1 0-16 16,1-1 0-16,1 2 0 0,0-4-32 0,0 4 0 16,0 0 0-16,0 4 0 0,-2 3 176 0,-1 4-128 15,0 3 128-15,-2 1-128 0,1 2 128 0,-5 5 0 16,0 0 0-16,8 5 0 15,-2-1 0-15,1 5 0 0,-1 2 192 0,1 3-64 0,-2 4-128 0,0 3 176 16,0-3-176-16,1 3 192 0,-1 0-192 0,0 1 0 16,2 0 0-16,-2 2 0 0,0-2 0 0,0 3 0 15,0-4 0-15,1 1 0 0,-2-7 0 0,-1 4 0 16,1-2 0-16,2-2 0 0,0-2 0 0,1-1-272 0,-2 0 32 16,1-6 16-1,1 1-1104-15,-1-2-208 0,-6-5-64 0,11 0 0 16,1 1-1616-16,1-3-336 0,1-2-64 0,-1-3-15312 0</inkml:trace>
  <inkml:trace contextRef="#ctx0" brushRef="#br0" timeOffset="-126805.7">5662 13838 25791 0,'0'-15'2304'0,"0"8"-1856"0,-1-1-448 0,-2 2 0 16,1-1 4336-16,-1 1 768 0,0 0 144 0,1 1 48 16,-2 0-3168-16,0 0-624 0,-1 2-128 0,-2 1-32 15,-2 2-256-15,0 2-48 0,-2-2-16 0,1 3 0 0,-2 2-448 0,1 2-112 16,-1-1-16-16,0 3 0 0,0-1-192 0,2 1-32 15,1 2-16-15,1 0 0 0,0 1-80 0,3-2-128 16,1 2 176-16,1-3-176 0,2 3 144 0,2 0-144 16,2-2 0-16,1 1 144 0,1 0-144 0,3 1 0 15,1-1 0-15,3-1 0 0,2 0 0 0,2 1 0 16,-1-1 0-16,2-1 0 0,2 2 0 16,-1-1 0-16,1-3 0 0,0 1 0 0,-1 1 0 0,-1 0 0 15,-1-3 128-15,-2 1-128 0,-1 1 0 0,-1-2 128 16,-3-1-128-16,-1 1 128 0,-8-6-128 0,5 6 0 15,-1-1 0-15,-4-5 0 0,-2 7 0 0,-1-1 0 16,-3 1 0-16,-1 1 0 0,-3 0 0 0,0-1 128 16,-3 0-128-16,0 1 128 0,-1 0-128 0,-1-1 128 15,0 1-128-15,0-1 128 0,2-1-128 0,1-2 0 16,1 1 144-16,2-1-144 0,2-2 0 0,7-2 128 16,0 0-128-16,0 0 0 0,0 0 0 0,0 0 0 0,0 0 0 15,0 0 0-15,7-4-128 0,3-2 128 0,2-1-128 16,2-4 128-16,3-2-128 0,1-1 128 15,2-2-128-15,2-1 128 0,0-2-160 0,2-2 160 0,0 1-192 16,1-2 192-16,1-1-288 0,0-2 48 0,-1-1 16 16,-1 2 0-16,-5 2 64 0,-1 3 16 15,-2 0 0-15,-3 5 0 0,-3 2 144 0,-3 3 0 0,-3 1 0 16,-4 8 0-16,0 0 0 0,0 0 0 0,-8 2 0 0,-2 3 0 16,-3 4 176-16,-2 3 16 0,-2 3 0 0,0 2 0 15,2 2-64-15,-1 0 0 0,0 1 0 0,2 1 0 16,0-1 0-16,2 1-128 0,3-1 192 0,2-1-64 15,2 0-128-15,3-1 0 0,2 0 0 0,1-2 128 0,1-3-128 16,2-1 0-16,3-1 0 0,1 0 0 0,1-2-384 16,1-4 64-16,2 0 0 0,1-2 0 15,0-3-336-15,-1-3-64 0,2-2-16 16,1 0 0-16,0-6-976 0,7-3-192 0,-1 0-32 0,-9 3-16 16,1-7 672-16,0 0 144 0,-1-4 32 15,1-2 0-15,0-1-432 0,5-11-64 0,-2 1-32 0,-7 15 0 16,-3 2 1056-16,0 2 192 0,-3-1 64 0,0 6 0 0,-2 0 1824 0,1 5 368 15,-2 6 80-15,0 0 16 0,0 0 256 0,0 0 48 16,0 0 16-16,0 0 0 0,1 10-1008 0,0 3-208 16,2 3-48-16,0-2 0 0,-1 3-304 0,2 1-64 15,0 2-16-15,1 1 0 0,0 0-304 0,2-1-64 16,-1 1-16-16,1-1 0 0,-1-3-80 0,1-2-32 16,-1-2 0-16,1 0 0 0,-2-1-16 0,0-1 0 15,1-4 0-15,-6-7 0 0,0 0 0 0,0 0 0 0,2 7 0 0,-2-7 0 16,0 0-128-16,0 0 0 15,0 0 0-15,0 0 0 0,2-9 144 0,-1-2 0 16,-1 0 0-16,1-2 0 0,0-4-144 0,2 0 0 16,0 0-192-16,1-3 192 0,0 1-208 0,1-3 80 0,1-2 128 15,2-1-208-15,1-1 64 0,0-1 16 0,0 2 0 0,1 4 0 16,-3-2 128-16,1 3-128 0,0 3 128 0,-1 4-128 16,-4 1 128-16,1 5 0 0,0 0 0 0,-4 7 0 15,0 0 0-15,0 0 0 0,0 0 128 0,5 9-128 16,1 2 0-16,-1 2 144 0,0 2-144 0,0 4 0 15,1 0 128-15,-1 2-128 0,3 0 0 0,-1 0 0 0,1-2 0 16,0 2 0-16,1 0 0 0,3-1 0 16,1-1 192-16,0 1-64 0,1-5 0 0,1-2-128 15,-2-2 0-15,-2-2 0 0,0-3 0 0,-1 0 0 0,1-1 224 0,-2-1-64 16,-1-2-16-16,0-2 0 0,-1-1-96 0,0-3-48 16,-3 0 0-16,0-4 0 0,0 1 0 0,0-4 0 15,-2 1 0-15,1-6 0 0,1 2 0 0,-3-4 0 16,0-1 0-16,1-3 0 0,-1 1 0 0,1-2 0 15,1-3 0-15,1-2 0 0,-1 1 0 0,0 2-240 16,3-2 80-16,-1 2 16 0,-1 4-48 0,0 3-16 16,-3 2 0-16,2 2 0 15,-1 2-336-15,1-1-64 0,-2 4-16 0,-1 9 0 16,0 0-880-16,0 0-176 0,0 0-48 0,-1 9-13664 16,0 2-2736-16</inkml:trace>
  <inkml:trace contextRef="#ctx0" brushRef="#br0" timeOffset="-125352.29">6945 13999 11055 0,'4'-19'480'0,"-3"13"112"0,0-2-464 0,1-1-128 0,-2-3 0 0,0-2 0 16,0 1 5984-16,0 0 1184 0,0-3 224 0,-3 4 48 15,1 1-4864-15,-1-1-976 0,-1 3-192 0,0 0-32 16,-1 0 0-16,0 3 0 0,-1 1 0 0,-1 1 0 16,-5 4-560-16,0 3-112 0,-1 1-32 0,0 2 0 0,0 3-224 0,-1 6-32 15,-1 4-16-15,0-1 0 0,-1 1-80 0,2-1-32 16,2 0 0-16,2 2 0 0,2-2-288 0,1 2 160 16,3-2-160-16,3-1 128 15,2-2-128-15,3 0 0 0,3-6 0 0,1 0 0 0,1-2-320 16,1-2 64-16,2-3 16 0,1 0 0 0,-1 0-16 0,1-4-16 15,0-2 0-15,0-1 0 0,0-2 96 0,-1-2 32 16,-3 0 0-16,1-4 0 0,2 0-16 0,0-2 0 16,-2 0 0-16,-1-2 0 0,-2-1-32 0,-1-1 0 15,-1 1 0-15,1 1 0 0,-1 3 64 0,-1-2 0 16,0 3 0-16,-2 5 0 0,-1 3 128 0,-1 5 0 16,0 0 128-16,0 0-128 0,0 0 352 0,0 0 0 15,-1 12 0-15,0 1 0 0,2 0 48 0,2 1 16 16,1 1 0-16,1 0 0 0,3 1-176 0,1-3-48 15,1-1 0-15,2-1 0 0,1 1-192 0,0 0 0 0,0-6 0 16,1-2 0-16,0-1 0 0,0-1 0 16,2 0-208-16,-1-4 64 0,2 0-48 0,-1-5 0 0,-2 1 0 15,0-2 0-15,-1-2 32 0,-1-2 0 0,0 0 0 0,-2-2 0 16,-1-3 16-16,-1-4 0 16,0-1 0-16,-1-2 0 0,-2-1 144 0,0-2-208 15,-2-4 80-15,1-2 128 0,0-5 0 0,-1 2 0 0,0 1 0 0,0 0 0 16,-1-2 0-16,0 4 0 0,-2 6 0 0,0 4 128 15,-2 2 208-15,1 5 48 0,-2 6 0 0,1 3 0 16,-1 1 80-16,3 6 32 0,0 0 0 16,-5 6 0-16,1 5-288 0,-1 6-48 0,0 6-16 0,1 6 0 15,0 1 48-15,0 2 0 0,0 6 0 0,1 1 0 16,2 2-192-16,1-1 160 0,3-1-160 0,-1 0 160 0,1-1-160 16,2-3 0-16,2-2 144 0,-1-2-144 0,1-1 0 15,-1-1 0-15,1-3 0 0,-1-3 0 0,-1-2-208 16,1-1-112-16,-3-3-32 0,1-2 0 15,-1-6-1088-15,0-1-224 0,-3-8-32 0,0 0-16 16,0 0-656-16,0 0-144 0,0 0-32 0,0 0 0 16,0 0-1632-16,-6-8-336 0</inkml:trace>
  <inkml:trace contextRef="#ctx0" brushRef="#br0" timeOffset="-125127.81">7251 13958 9215 0,'-9'-15'816'0,"5"8"-656"0,-2-1-160 0,-1-1 0 0,1 1 5712 0,0 2 1120 0,1-3 208 15,0 2 64-15,1 2-3520 0,4 5-688 16,-1-7-144-16,1 7-16 0,2-5-768 0,2 1-160 15,2 0-16-15,0-1-16 0,3 1-768 0,2 2-160 16,2-1-16-16,2 0-16 0,4 1-288 0,1-1-48 16,3 1-16-16,0 0 0 0,1 2-224 0,0 0-48 15,1 2-16-15,1 0 0 0,0 3-176 0,0 3 0 16,-1 1 0-16,0 3 0 0,-2 1 0 0,-2 3 0 0,-1-2 0 0,-2 2 0 16,-1-1 0-16,-3 1-176 0,-2-2 176 0,-2 1-192 31,0 2-192-31,-3-2-64 0,-1-4 0 0,-3-1 0 15,0-1-1440-15,0 0-288 0,-2 2-64 0,-2-3-12480 0,1-8-2480 0</inkml:trace>
  <inkml:trace contextRef="#ctx0" brushRef="#br0" timeOffset="-124451.55">7755 13789 10127 0,'0'0'896'0,"9"-4"-704"0,1-1-192 0,3 1 0 0,3 0 4816 0,1 0 944 16,1 1 176-16,0-1 32 0,-1-1-4864 0,0 1-976 15,0 0-128-15,-1 2-144 0,-2-1 144 0,0 2 128 16,1-2-128-16,-2 2 176 0,-2-2 400 0,1 3 64 16,-1-1 32-16,-4 1 0 0,-7 0 512 0,0 0 96 15,0 0 32-15,0 0 0 0,-1 12 464 0,-3-2 80 16,-2 3 32-16,-5 3 0 0,-2 2-384 0,-2 4-80 16,-2-1-16-16,-2 3 0 0,1 2-320 0,1-3-64 15,2-1 0-15,0-2-16 0,2 3-432 0,1-1-96 16,2-1-16-16,2-4 0 0,3-1-272 0,1 1-64 0,1-5-128 15,2-1 192-15,1-3-192 0,3 0 0 16,-3-8 128-16,5 6-128 0,0 0 0 0,2-2 0 16,-7-4 0-16,10 0 0 0,1-3-160 0,-1-1 160 15,0-1-128-15,2-4 128 0,0 0-128 0,2-3 128 16,2-1-128-16,0-3 128 0,-1-1-192 0,1 0 64 0,-1-2 0 16,1-1 0-16,0 1 128 0,-1 2-128 0,0-4 128 0,-1 4-128 15,-1 0 128-15,-2 3 0 16,-2 1 0-16,-1 3 0 0,-2 3 0 0,1 3 128 0,-7 4-128 15,0 0 176-15,0 0 64 0,0 0 16 0,3 10 0 16,1 6 0-16,-1-2-64 0,0 3 0 0,-1 0 0 0,1 1 0 16,-1 2-48-16,1-2-16 0,1 2 0 15,1 2 0-15,2-3-128 0,-1 0 0 0,1-1 0 16,1-4 0-16,-2 2 0 0,1-3 0 0,-1-3 0 0,1-1 0 16,-2 2 128-16,0-5 0 0,-5-6 0 0,0 0 0 0,0 0-128 0,0 0 0 15,7-4 0-15,-1 2 0 0,1-5 0 0,-1-3 0 16,-1-2 0-16,2-2 0 0,-1-3 0 0,2-3 0 15,0-1 0-15,2-3-176 0,1-2 16 0,-1-3 0 16,1 0 0-16,2-1 0 0,0 2 32 16,-1 3 0-16,-3 1 0 0,0 6 0 0,-1 4 128 0,-1 3-128 15,0 5 128-15,-7 6-128 0,0 0 128 0,0 0 224 16,8 8-48-16,-2 3-16 0,1 4-32 16,1 2 0-16,-1 1 0 0,3 3 0 0,-1 2 0 0,1 2 0 15,2-4 0-15,1 1 0 0,3 3-128 0,2-3 192 16,-1-1-192-16,0-2 192 0,1 0-192 0,0-4 128 15,2 0-128-15,-1-2 128 0,1-2-128 0,-1 0 0 16,1-3 0-16,5 3 0 16,-6-5-304-16,-6-3-80 0,0 1-32 0,0-2 0 15,-1-4-800-15,0 1-176 0,0 0-16 0,-2-2-16 16,-1-5-2032-16,-1-1-384 0</inkml:trace>
  <inkml:trace contextRef="#ctx0" brushRef="#br0" timeOffset="-124227.58">8964 13781 9215 0,'0'0'816'0,"0"0"-656"0,0 0-160 0,0 0 0 0,0 0 9216 0,0 0 1792 15,0 0 384-15,0 0 64 0,0 0-8864 0,0 0-1760 16,0 0-368-16,0 0-64 0,0 0-192 0,0 0-32 15,0 0-16-15,0 0 0 16,0 0-1872-16,0 0-368 0,4 10-80 0,1 2-18976 16</inkml:trace>
  <inkml:trace contextRef="#ctx0" brushRef="#br0" timeOffset="-124070.87">9026 14087 31327 0,'0'0'1392'0,"0"0"272"0,0 0-1328 0,0 0-336 0,2 11 0 0,1-2 0 0,-3-9 5008 0,4 9 944 15,0-1 176-15,-4-8 32 0,0 0-4240 0,0 0-832 16,0 0-192-16,0 0-16 0,0 0-416 0,0 0-80 16,0 0 0-16,0 0-16 15,0 0-1072-15,0 0-192 0,0 0-64 0,0 0 0 16,0 0-2864-16,-4 6-576 0</inkml:trace>
  <inkml:trace contextRef="#ctx0" brushRef="#br0" timeOffset="-123611.52">7781 13503 34095 0,'-3'-5'3024'0,"0"1"-2416"16,3 4-480-16,0 0-128 0,0 0 5072 0,-1-4 1008 16,1 4 192-16,-1-6 32 0,-1-1-4784 0,1 2-960 15,1-2-192-15,0 3-48 0,0 4-80 0,0 0-32 16,0 0 0-16,0 0 0 0,0 0-208 0,0 0-288 15,0 0 64-15,0 0 16 16,0 0-2224-16,0 0-448 0</inkml:trace>
  <inkml:trace contextRef="#ctx0" brushRef="#br0" timeOffset="-121149.12">2237 15643 28559 0,'-4'-15'2544'15,"0"0"-2032"-15,-1 0-512 0,3 4 0 0,0-1 2480 0,0 0 400 16,-4 0 64-16,1-1 32 0,-1 0-2128 0,-3 2-416 16,-4 0-96-16,-1 2-16 0,1 4 656 0,-1-2 128 15,-2 3 32-15,0 2 0 0,0 2-448 0,-2 4-96 16,-2 5-16-16,-1 0 0 0,-2 3 128 0,-2 5 32 15,-4 2 0-15,1 8 0 0,-2 6-32 0,-2 9 0 0,0 6 0 0,0 4 0 16,1 2-32-16,6-1-16 0,5-1 0 16,5-2 0-16,7-5-288 0,6-2-64 0,6-3-16 0,5-4 0 15,5-2-128-15,4-4-32 0,5-3 0 0,1-2 0 16,2-4-128-16,3-8 0 0,2-3 0 16,1-3 0-16,0-3 0 0,1-4 0 0,1-3 0 15,0-5 0-15,-2-2 0 0,5-3 0 0,-1-3 128 0,-1-1-128 16,-3 0 0-16,-2 0 0 0,-2-3 0 15,0-3 0-15,-1 0 0 0,-2-1-176 0,-4 1 176 0,-3-2-192 16,-2-1 0-16,-3-1 0 0,-4-3 0 0,-3-1 0 0,-3-1 64 16,-3 5 0-16,-3-2 0 0,-2-1 0 0,-4-1 128 0,-1 1 0 15,-2 3 0-15,-1 2 0 0,-3 1-144 16,-1 5 0-16,-2 3 0 0,-1 3 0 0,-1 0-208 0,0 4-32 16,-2 5-16-16,-2 3 0 15,-2 2-1312-15,-1 3-256 0,1 2-48 0,2 9-16 16,2 3-1888-16,2 3-384 0</inkml:trace>
  <inkml:trace contextRef="#ctx0" brushRef="#br0" timeOffset="-120882.04">2057 16133 19343 0,'-4'-33'848'0,"4"16"192"0,0 3-832 0,3 1-208 15,0 2 0-15,-1 5 0 0,2-3 5728 0,-4 9 1104 0,0 0 208 16,0 0 64-16,0 0-3808 0,0 0-752 0,0 0-160 16,12 12-16-16,-2 2-1392 0,-2 2-272 0,-3 2-48 0,2 4-16 15,2-1-304-15,-1 1-64 0,-2-1-16 0,2 2 0 16,-1 2-256-16,-2-1 0 0,0 0 0 0,2-2 0 16,0-2 0-16,1-2 0 0,0-2 0 0,0 0-144 15,-2-2-832 1,1-1-176-16,-1-1-16 0,2-5-16 0,0 0-1920 0,2-4-384 0,1-3-80 0,-1-3-16016 15</inkml:trace>
  <inkml:trace contextRef="#ctx0" brushRef="#br0" timeOffset="-120658.97">2481 16202 12895 0,'3'-9'1152'0,"-3"9"-928"16,0 0-224-16,0 0 0 0,0 0 7520 0,0 0 1456 16,3-5 304-16,-3 5 48 0,0 0-5840 15,0 0-1168-15,0 0-224 0,0 0-48 0,0 0-1056 0,3 14-208 16,-3 2-32-16,-1 0-16 0,-2 0-352 0,1 1-80 15,0 0-16-15,1 0 0 0,0-4-128 0,1 1-32 16,0 2 0-16,1-2 0 0,2-2 0 0,-3-12 0 16,5 13 0-16,1-2 0 0,1-2-128 0,1-2 0 15,1 0-160-15,3-3 160 0,2-1 0 0,0-2-144 16,1-2 144-16,-1-2 0 16,2-1-480-16,-1-5-16 0,-2-2 0 0,3 1 0 15,2-7-1248-15,2 1-256 0,-1 1-48 0,-1-5-20912 0</inkml:trace>
  <inkml:trace contextRef="#ctx0" brushRef="#br0" timeOffset="-120261.98">2317 15052 5519 0,'-3'-21'496'0,"2"12"-496"0,-1 1 0 0,1 3 0 16,1 5 8256-16,0 0 1568 0,-2-7 304 0,2 7 64 0,0 0-6480 15,0 0-1312-15,0 0-256 0,0 0-48 0,0 0-688 16,0 0-144-16,-11 7-32 0,3-2 0 0,8-5-848 0,-9 9-192 16,1 2-16-16,2 0-16 0,1 1 16 0,1-1 0 15,4-11 0-15,-4 14 0 0,0 2-176 0,4-16 160 16,1 10-160-16,-1-10 160 0,0 0-160 0,5 14 0 15,1-2 0-15,-6-12 128 0,0 0-128 0,13 5 0 16,0 1 0-16,-3-5 128 0,-10-1-128 0,13-1 0 16,-1-3 0-16,0 0 0 0,-2-1 0 0,-2 1 0 15,-8 4 0-15,6-10 0 0,0 3 0 0,-6 7 0 16,0 0 0-16,2-11 0 0,-2 2-144 0,-1 0 144 16,0 0 0-16,-1 1 0 0,2 8-192 0,-6-6 64 15,-2 2 128-15,0-2-208 16,-1 2-464-16,1 2-96 0,0 1 0 0,1 3-16 15,-3 2-1968-15,4 8-400 0,1 6-80 0</inkml:trace>
  <inkml:trace contextRef="#ctx0" brushRef="#br0" timeOffset="-119869.17">3056 15757 22751 0,'1'-13'1008'0,"1"5"208"0,-2 8-976 0,3-14-240 0,1 0 0 0,-1 1 0 0,0 4 3376 0,-1 2 624 15,-2 7 128-15,0 0 32 0,3-6-848 0,-3 6-176 16,0 0-16-16,0 0-16 0,0 0-1296 0,0 0-256 16,1 17-48-16,-1 1-16 0,0 4-736 0,0 5-160 15,0-2-16-15,0 4-16 0,1-1-272 0,1 1-48 0,0 0-16 0,1-2 0 16,0-1-224-16,0-1 0 0,1-1 128 0,-1-4-128 16,-2 0 0-16,1-6 0 15,-2-2 0-15,0-12 0 0,1 14 0 0,-2-2-128 0,1-12-16 16,-3 10 0-1,-1-2-960-15,4-8-192 0,-9 4-48 0,2 1 0 16,1 2-1520-16,-2-2-304 0,-1-6-64 0,-2-3-16592 0</inkml:trace>
  <inkml:trace contextRef="#ctx0" brushRef="#br0" timeOffset="-119722.64">2863 15923 26719 0,'3'-12'2368'0,"-3"12"-1888"0,0 0-480 0,6-6 0 15,3 0 2928-15,2 1 480 0,-1 0 112 0,3 0 0 16,3 2-1952-16,2 2-400 0,4-3-80 0,4 1 0 15,3 1-720-15,4-2-144 0,3 4-32 0,2 0 0 16,0 0-2704-16,-1 0-560 16</inkml:trace>
  <inkml:trace contextRef="#ctx0" brushRef="#br0" timeOffset="-119213.95">3525 15641 30399 0,'2'-21'2704'0,"-2"12"-2160"0,0 9-544 0,0 0 0 0,0 0 3840 0,0 0 672 15,0 0 128-15,0 0 32 0,10 2-2432 0,0 4-464 16,0 5-112-16,-1 4 0 0,1 5-704 0,1 3-128 16,-2 6-16-16,0 1-16 0,-1 1-416 0,-2 0-64 15,1 3-32-15,0 0 0 0,1 0-64 0,0-1-16 16,-1-6 0-16,-2-1 0 0,-1-2-208 0,0-3 144 15,-2-3-144-15,2-3 128 0,0-4-128 0,-4-11 0 16,4 9 144-16,-4-9-144 0,0 0 0 0,0 0 144 0,0 0-144 0,0 0 0 16,0 0 144-16,0 0-144 15,0 0 0-15,4-9 144 0,-4 9-144 0,4-13 0 16,-2-2 0-16,2-1 0 0,2-5 0 0,-1-1 0 0,0-2 0 0,2-2 0 16,0-3 0-16,2-1-176 15,1-1 176-15,1 0-192 0,1 1 192 0,0 2-192 0,-3 5 192 16,-3 5-192-16,-3 5 192 0,0 5 0 0,-3 8-144 0,0 0 144 15,0 0 0-15,0 0 0 0,5 9 0 0,-1 5 0 16,-2 3 0-16,1 4 0 0,0 4 144 0,0-2-144 16,1 3 128-16,2-2-128 0,0 1 128 0,2-1-128 0,0-3 128 15,2 1-128-15,1-3 128 0,0-1-128 16,1-6 0-16,0-1 128 0,1-2-128 0,-1-1 0 0,1-4 0 0,0-1 144 16,-3-3-144-16,1-1 0 0,-1-2 128 0,-1-1-128 15,0-3 0-15,-1 1 0 0,-1-2 144 16,-1-2-144-16,1-2 0 0,-1-1 144 0,-1-1-144 15,1-3 0-15,-3-3 0 0,3-1 0 0,-1-4-192 0,0 1 16 16,0-2 16-16,1-2 0 16,-1-2-976-16,-1 3-192 0,-3 5-32 0,-1 1-16 15,-1 1-1616-15,-2 3-320 0,-2 4-64 0</inkml:trace>
  <inkml:trace contextRef="#ctx0" brushRef="#br0" timeOffset="-118996.93">3328 15549 31327 0,'0'0'1392'0,"6"-8"272"0,-1 1-1328 0,3 1-336 0,2-1 0 16,4 2 0-16,5-1 3904 0,2 0 720 0,-1 0 144 0,5 1 32 16,1-2-2912-16,3 3-576 0,2-2-112 0,0 3-32 15,2 2-800-15,0-1-176 0,-2 0-16 0,0-1-16 16,1 2-160-16,0 0-144 0,-1-1 144 15,1 2-208 1,-4 0-2736-16,4 3-560 0,-1 2-96 0</inkml:trace>
  <inkml:trace contextRef="#ctx0" brushRef="#br0" timeOffset="-118842.61">4094 15497 24879 0,'0'-15'1088'0,"0"9"256"0,0 6-1088 0,0 0-256 0,5-7 0 0,0-1 0 0,2 3 4288 0,-1 1 784 15,2-2 176-15,0-1 16 0,0 1-3152 0,1 2-640 16,1 0-128-16,1-1-32 0,-2 1-976 0,-9 4-192 15,10-5-144-15,-1 1 192 16,-9 4-2512-16,9-4-496 0,-9 4-112 0,6-9-15888 0</inkml:trace>
  <inkml:trace contextRef="#ctx0" brushRef="#br0" timeOffset="-118566.6">3995 15215 15663 0,'0'0'1392'0,"-6"-8"-1120"0,1-1-272 0,5 9 0 0,-6-6 4864 0,-1 0 896 15,7 6 192-15,0 0 48 0,-12-2-2336 0,3 2-464 16,9 0-80-16,-9 4-32 0,9-4-1376 0,-9 7-288 0,2 0-48 0,2 2-16 16,0 0-784-16,1 0-144 0,4-9-48 15,-2 15 0-15,0-6-192 0,2-9-64 0,3 10 0 0,1-2 0 16,-4-8-128-16,0 0 128 0,10 5-128 0,2-1 128 16,1-3-128-16,0 1 0 0,-3-2 144 15,2-3-144-15,12-7 0 0,-13 1 0 16,0-1 0-16,-3 3 0 0,-1-5 0 0,0 0 0 0,-1 0 0 15,0-1 0-15,-2 3 0 0,-3 2-176 0,0-4 176 16,-1 2-192-16,0 1 48 0,-2 1 16 0,2 8 0 0,0 0-192 16,-6-6-48-16,0 2 0 0,6 4 0 15,-12 0-1936-15,0 6-384 0,-1 6-64 0,0 2-11392 16,-1 6-2288-16</inkml:trace>
  <inkml:trace contextRef="#ctx0" brushRef="#br0" timeOffset="-118280.25">4259 15911 23951 0,'0'-14'1056'0,"3"5"224"0,1 1-1024 0,0 1-256 0,1 1 0 0,-5 6 0 0,0 0 5648 0,0 0 1072 16,0 0 224-16,0 0 32 0,0 0-3968 0,10 6-816 15,-1 5-144-15,-1 2-48 0,-3 1-1248 0,2 3-256 16,0 1-48-16,-2 2-16 0,0 1-240 0,0-3-64 16,0 0 0-16,-1-1 0 0,-2-1-128 0,-1 0 0 0,0-2 0 0,2-1 0 15,-1 0 0-15,1-4 0 16,-3-9 128-16,3 10-128 16,-3-10-1152-16,0 0-256 0,0 0-48 0,4 11-16 15,-1-3-2400-15,-3-8-480 0,0 0-112 0,0 0-16 0</inkml:trace>
  <inkml:trace contextRef="#ctx0" brushRef="#br0" timeOffset="-118147.89">4379 15680 40943 0,'-1'-13'1808'0,"1"7"384"0,0 6-1744 0,0 0-448 0,0 0 0 16,0-8 0-16,0 8 896 0,0 0 112 0,0 0 16 0,0 0 0 0,0 0-368 0,0 0-64 16,0 0-16-16,0 0 0 15,6 16-2480-15,1 1-496 0,-2-2-96 0,0 2-15744 16</inkml:trace>
  <inkml:trace contextRef="#ctx0" brushRef="#br0" timeOffset="-117830.39">4467 15884 17503 0,'0'0'768'0,"0"0"176"0,0 0-752 0,0 0-192 0,6 10 0 16,1 1 0-16,0 0 6640 0,1 0 1296 0,0-1 256 0,0 1 48 0,-2-4-4816 0,2 3-960 16,1 0-192-16,0-1-32 0,-1-1-1264 0,0-1-240 15,-8-7-48-15,9 7-16 0,-2 0-288 0,-7-7-48 16,9 4-16-16,-9-4 0 0,0 0-320 0,10 2 144 15,-10-2-144-15,9-2 144 0,-1-3-144 0,-1-2 0 16,-1-2 0-16,1 0 0 0,-1 0 0 0,2-4 0 16,-1-3 0-16,0-1 0 0,3 1 0 0,1-4 0 15,1-3 0-15,1 1 0 0,0 4 0 0,-1 2 0 16,-2 2 0-16,1 5 0 0,-2 2 0 0,-9 7 0 16,0 0 0-16,0 0 0 0,10 9 0 0,-3 3 0 0,-5 1 0 15,1 5 0-15,0 5 0 0,-2-1 0 0,-1 0 0 16,-1 0 0-16,-2 0 0 0,2 0 0 0,1 2 0 15,0-5 0-15,0 0 0 0,2-4 0 0,2 0 0 16,-1-1 0-16,-2-2-144 0,2-2 144 0,-3-10-208 0,4 12 80 16,1-2-1088-1,1 1-224-15,4 1-32 0,-1-5-23056 0</inkml:trace>
  <inkml:trace contextRef="#ctx0" brushRef="#br0" timeOffset="-113564.2">5491 15538 44063 0,'0'0'1952'0,"-1"-11"400"0,-2 0-1888 0,3 11-464 0,-2-9 0 0,2 9 0 16,0 0 896-16,0 0 96 0,4-8 16 0,-4 8 0 15,9-5 272-15,1 2 48 0,2 1 16 0,1-1 0 16,1 3-800-16,5 0-160 0,0 0-16 0,2 0-16 15,0-1-352-15,1 1 128 0,0 1-128 0,0 2 0 16,0-3 144-16,1 1-144 0,-1-1 192 0,0 3-192 16,-1-1-720-1,0 2-256-15,-2 0-48 0,0 0-16 16,-5 1-1840-16,0 4-384 0,-1 6-64 0,-2-5-15776 0</inkml:trace>
  <inkml:trace contextRef="#ctx0" brushRef="#br0" timeOffset="-113389.84">5590 15624 23951 0,'-11'-11'1056'0,"5"5"224"0,0 0-1024 0,6 6-256 0,0 0 0 0,0 0 0 0,0 0 4240 0,0 0 800 16,-3-3 144-16,3 3 48 0,0 0-2656 0,11-4-528 15,2 2-96-15,2-1-32 0,2 1-1200 0,4 0-240 16,1 1-48-16,3 0-16 0,0-1-416 0,4 2 0 16,3 0 0-16,5 0 0 15,0 0-1136-15,4 0-304 0,1 0-64 0,1 3-12752 16,1 5-2544-16</inkml:trace>
  <inkml:trace contextRef="#ctx0" brushRef="#br0" timeOffset="-112976.53">6799 15446 40191 0,'6'-24'1792'0,"-2"13"352"0,-1-1-1712 0,0 0-432 0,-1-1 0 0,1 3 0 16,-2-1 1824-16,-1 2 288 0,0 3 48 0,0 6 16 15,-4-8-400-15,-1 1-80 0,5 7-16 0,-11 0 0 16,0 0-912-16,-2 3-176 0,-3 2-32 0,-2 8-16 0,-3 5-160 0,-4 4-16 16,-2 3-16-16,-2 5 0 0,0 1-48 0,3 2-16 15,2-2 0-15,3 1 0 0,4 0-112 0,2-2-32 16,4 2 0-16,3-1 0 16,5 1-144-16,3-2 0 0,3-4 0 0,3-1 0 0,5-3 0 0,3-1 0 15,3-4 128-15,3-1-80 0,2-7-48 16,4 0 0-16,3-2 0 0,2-2 0 0,0-5 0 0,3 0 0 15,4-4 0-15,0 1 0 0,-3-2 0 0,-1-3 0 16,0-2 0-16,-2-3 0 0,-2-5 0 0,0 2 0 16,2 0 0-16,-2-1 0 0,-3-6 0 0,-2-1 0 15,-2 0 0-15,-3-1 0 0,-5-1-128 0,-2 0 128 16,0-2 0-16,-3 4 0 0,-7-3-160 16,1 0 160-16,-1 0-128 0,-4-2 128 0,-3 2-160 0,-4 1 160 0,-5 0-192 15,-1 1 192-15,-2 0-192 0,-2 3 64 16,-6 2 128-16,-3 3-208 0,-4 2 16 0,-3-1 16 15,-2 3 0-15,1 5 0 16,1 2-656-16,2 3-144 0,0 6-32 0,5 3 0 16,1 3-1408-16,1 6-272 0,2-1-64 0,-1 6-18272 0</inkml:trace>
  <inkml:trace contextRef="#ctx0" brushRef="#br0" timeOffset="-112669.73">6770 15669 28559 0,'0'0'2544'0,"2"-9"-2032"0,-2 9-512 0,0 0 0 16,0 0 4592-16,0 0 816 0,0 0 160 0,0 0 48 15,0 0-2720-15,0 0-528 0,0 0-128 0,0 0 0 0,5 13-1424 0,0 4-288 16,0 2-48-16,2 3-16 0,0 4-256 0,3-2-48 15,1-1-16-15,2 3 0 0,0-1-96 0,2 0-48 16,-1-2 0-16,0-3 0 0,1 1 0 0,-2-3 0 16,0-4 0-16,0-1 0 0,0 0 0 0,0-2 0 15,-1-3 0-15,-1-2 0 0,1-1-160 0,0-3-32 16,-12-2 0-16,13 0 0 16,-3-2-1024-16,-10 2-192 0,0 0-64 0,11-6 0 15,-1-5-2208-15,-5-5-448 0</inkml:trace>
  <inkml:trace contextRef="#ctx0" brushRef="#br0" timeOffset="-112294.23">6958 15111 26719 0,'-1'-32'1184'0,"2"17"240"0,2 2-1136 0,-2 1-288 0,-1 0 0 0,1 3 0 16,2 3 5248-16,-3 6 976 0,1-11 208 0,-1 11 32 15,-1-8-3968-15,1 8-784 0,0 0-176 0,0 0-16 16,0 0-864-16,0 0-160 0,0 0-48 0,0 0 0 16,-11 3-288-16,11-3-160 0,-9 6 160 0,9-6-160 15,-10 10 0-15,3-4 128 0,7-6-128 0,-5 11 0 0,0-1 0 0,5-10 0 16,-3 10 0-16,3-10 0 16,0 0 0-16,0 0 0 0,9 10 0 0,-9-10 144 0,11 7-144 0,-1-1-176 15,1-8 48-15,-1 2 0 0,2-1 0 0,0-2 0 16,-1-1 0-16,1-1 0 0,0-1 128 0,-2-1-208 15,-1-1 80 1,-1-1 128-16,-1 0-176 0,-1-3 176 0,-1 2-128 0,-1 1 128 0,-1-2-240 16,-1 4 48-16,0-3 0 0,-2 4 0 15,-4-1-192-15,4 7-16 0,-5-6-16 0,5 6 0 16,-7-5-1040-16,-1 2-208 0,-1 3-32 0,0 4-16 16,0 4-1296-16,0 6-272 0,0 7-48 0,-2 2-14512 0</inkml:trace>
  <inkml:trace contextRef="#ctx0" brushRef="#br0" timeOffset="-112009.14">7384 15757 21183 0,'0'-15'944'0,"0"15"192"0,2-8-912 0,-2 8-224 0,0 0 0 0,0 0 0 16,0 0 6736-16,0 0 1312 0,0 0 256 0,0 0 48 16,0 0-5280-16,7 10-1040 0,-1 3-224 0,-2 2-32 15,-2 2-1216-15,1 2-240 0,-1 3-64 0,0 2 0 16,-2 2-128-16,0-3-128 0,0 2 144 0,0-3-144 0,0-1 0 0,-2-1 0 16,1-1 0-16,0-1 0 15,-1-3-304-15,2-2-144 0,2-3-48 0,-2 1 0 16,0-2-1872-16,2 1-384 0,2 3-80 0,0-6-19696 15</inkml:trace>
  <inkml:trace contextRef="#ctx0" brushRef="#br0" timeOffset="-111796.75">7610 15682 43023 0,'0'-25'1904'0,"0"12"400"0,0 4-1856 0,0-3-448 0,-2 4 0 0,2 8 0 0,0 0 2672 0,0 0 432 15,0 0 96-15,0 0 0 0,0 0-1776 0,0 0-352 16,-3 13-80-16,0 0-16 0,0 2-720 0,1 3-256 15,-1 0 144-15,2 4-144 0,0 3 128 0,-1 0-128 16,2-2 0-16,0 2 128 0,0 0-128 0,-1-2 0 16,2-1 0-16,-1-1 0 0,0-1 0 0,3-3 0 15,-1-3 0-15,1-1-176 16,-3 0-368-16,-1-1-80 0,-1-2-16 0,2-10 0 16,0 0-1120-16,-2 15-224 0,-3 0-64 0,-1-4-13312 0,0-1-2656 0</inkml:trace>
  <inkml:trace contextRef="#ctx0" brushRef="#br0" timeOffset="-111633.8">7309 15953 10127 0,'-6'-11'448'0,"6"11"96"0,0 0-544 0,0 0 0 0,-2-7 0 0,2 7 0 15,4-7 8976-15,2 2 1696 0,2-2 336 0,1 1 64 16,2 1-7488-16,3 3-1504 0,2-2-288 0,3 1-64 0,3-1-1216 0,2 0-224 16,-2-2-48-16,1 0-16 0,1 1-224 0,-1 1 128 15,2 0-128-15,0 1 0 16,-2 1-432-16,0-1-176 0,-3 2-32 0,0 1-16 15,-4 2-2800-15,-2 0-576 0</inkml:trace>
  <inkml:trace contextRef="#ctx0" brushRef="#br0" timeOffset="-102747.54">26087 3974 7359 0,'0'0'320'0,"-6"-1"80"0,-3-2-400 0,0 2 0 15,-1 1 0-15,1-1 0 0,2-2 8880 0,1 2 1680 0,6 1 352 0,0 0 64 16,0 0-7200-16,0 0-1456 0,0 0-272 0,0 0-64 16,0 0-896-16,0 0-192 0,6-3-16 0,3 3-16 0,1-2-480 0,2-1-112 15,2-1-16-15,3 0 0 0,3 0-112 0,-1 0-16 16,9-2-128-16,0 1 192 0,1 1-192 0,0 0 0 16,-1-1 0-16,0 1 0 0,-2 0 0 15,0 0 0-15,-1 0-208 0,-2 1 64 16,-3 1-1008-16,1 0-192 0,-3 2-32 0,-1 0-16 15,-3 2-1968 1,-1 0-400-16,-2 1-80 0</inkml:trace>
  <inkml:trace contextRef="#ctx0" brushRef="#br0" timeOffset="-102535.17">26134 4118 18431 0,'-21'0'1632'0,"11"2"-1312"0,-3 0-320 0,1 0 0 0,1 1 6720 0,0 1 1280 15,3-2 256-15,0 1 64 0,8-3-5728 0,0 0-1136 16,0 0-240-16,0 0-32 0,0 0 0 0,0 0 0 15,0 0 0-15,10 4 0 0,1 0-784 0,2 0-144 16,2-2-48-16,2 0 0 0,3-1-48 0,5 0-16 0,3-1 0 0,2 0 0 16,2-1-144-16,1 1 0 15,1-1 144-15,0-1-144 0,-2 0 0 0,1-1 0 16,-2-1 0-16,0 0 0 16,-1-1-1344-16,0 1-224 0,0 3-48 0,2-2-22608 0</inkml:trace>
  <inkml:trace contextRef="#ctx0" brushRef="#br0" timeOffset="-97749.3">26485 3699 39743 0,'0'0'1760'0,"-5"0"352"0,5 0-1680 0,0 0-432 0,-5-1 0 0,5 1 0 15,0 0 1984-15,0 0 304 16,0 0 64-16,0 0 16 0,0 0-592 0,0 0-112 16,0 0-32-16,0 0 0 0,9-1-1040 0,1 1-208 0,3 1-32 0,0 0-16 15,-1 1-336-15,2 0 128 0,3 2-128 0,0 0 0 16,-4-1 0-16,4 2 0 0,1 0 0 15,1 0 0-15,-1 0 0 0,0-1 0 0,-1 3 0 0,-3 1 0 16,0-2 0-16,-4 1 0 0,2 1 0 0,-5 1 0 16,-3-2 128-16,-1 5-128 0,-4-1 128 0,-2 2-128 15,-2 0 320-15,-2-3 0 0,0 2 0 16,-3 0 0-16,0-1-48 0,0 2-16 0,-3-2 0 0,-1-1 0 16,0-1-48-16,1 2-16 0,1-1 0 0,1-1 0 0,-2-1-192 15,1 0 0-15,0 1 128 0,0 0-128 0,3-2 0 16,0-1 0-16,1 0 0 0,2-1 0 15,1-1-832-15,5-4-224 16,0 0-32-16,0 6-23856 0</inkml:trace>
  <inkml:trace contextRef="#ctx0" brushRef="#br0" timeOffset="-96997.61">26901 4949 47167 0,'-5'23'2096'0,"2"-12"416"0,3 4-2000 0,1-1-512 16,1-1 0-16,-2 1 0 0,0 2 768 0,0-4 48 16,0 0 16-16,-2-2 0 0,2-1 304 0,0 0 64 15,0-1 16-15,0-8 0 0,0 0-512 0,0 0-112 0,0 0-16 16,0 0 0-16,0 0-48 0,0 0-16 0,0 0 0 0,-4-6 0 15,3-4-288-15,0-1-64 0,0-4-16 0,-1 0 0 16,0-1-96-16,-1-3-48 16,2-4 0-16,-1-4 0 0,1-7 0 0,1-2 0 0,1-7 0 0,2-4 0 15,0-4 0-15,2-3 0 0,0-2 0 0,3-2 0 0,0-4 0 16,2-2 0-16,2-6 0 0,1-2 0 0,0-2 0 16,-1 4 0-16,2 3 0 0,0 3 0 0,1 0 0 15,0 4 0-15,0 3 0 0,0 5 0 0,0 2 0 0,-1 7 0 16,-2 4 0-16,2 5 0 0,0 4 0 0,-1 4-160 15,2 4 160-15,-1 5-192 0,-1 0 192 0,3 5 0 16,-2 5 0-16,2 0 0 0,-1 4 0 0,1 2 0 16,-2 2 0-16,1 5-128 15,-2 2 128-15,0 2 0 0,-1 3 0 0,-2 3 0 0,-1 2 0 0,-2 4 0 16,-2 2 0-16,-1 0 0 0,-2 1 0 0,1 0 0 16,-2 0 0-16,-2 1 128 0,-2-4-128 0,0 1 0 15,-4-1 0-15,-1-2-128 0,-1-2 128 0,-1-1 0 16,-2-1 0-16,0 0 0 0,-1-1 0 0,-1 0 0 15,-2-4 0-15,-1 2 0 0,-1-4 0 0,2 2 128 16,-1-1-128-16,2-2 0 0,2 1 128 0,0 0-128 16,1-1 128-16,1-1-32 0,4-2-96 0,0-1 0 15,7-4 0-15,0 0 0 0,0 0 0 0,0 0 0 16,0 0 0-16,0 0 0 0,0 0 0 0,0 0 0 0,7 4 0 16,2-2 0-16,-3-3 0 0,5 1 0 0,0 1 0 15,4 1-160-15,0 0 160 0,2 2 0 0,2 1 0 0,-1-1 0 16,0 3 0-16,0-1 0 0,-1 1 0 0,0 1 0 15,0 2 0-15,-1 4 0 0,0 1 0 0,-3 0 0 16,-2 2 0-16,0 0 0 0,-2 3 0 0,-3-3 0 16,0 2 0-16,-3 2 0 0,-3 1 0 0,-1-3 128 15,-3-1-96-15,-2 1-32 0,-5 0 0 16,0-1 0-16,-5 0 0 0,-1 0 0 0,-3-1 0 0,1-1 0 0,-3-2 0 16,-2-1 0-16,-2-2 0 0,-1 1 0 15,-2-1 0-15,2 1 0 0,2 0 0 0,0 0 0 0,2-2-320 16,2-1-64-16,5-1-16 0,2 0 0 15,2-2-1616-15,6 2-320 16,3-1-64-16</inkml:trace>
  <inkml:trace contextRef="#ctx0" brushRef="#br0" timeOffset="-95764.46">27430 4332 47679 0,'0'0'2112'0,"0"0"448"0,0 0-2048 16,0 0-512-16,0 0 0 0,0 0 0 0,4 7 1280 0,0 2 176 15,-1 2 16-15,-1 2 16 0,0 1-272 0,-1 2-48 16,0 1-16-16,0 0 0 0,1 0-640 0,-1 0-128 16,0 0-16-16,1 1-16 0,0 0-160 0,0 2-48 15,-1-3 0-15,0-2 0 0,1 1-96 0,0-4-48 0,-1-1 0 0,2-1 0 16,0 0 0-16,-1-3 0 0,1-1 0 0,-3-6 0 16,0 0 0-16,0 0 0 15,0 0 0-15,0 0 0 0,0 0 0 0,0 0 0 0,0 0 0 0,4-6 0 16,-2-4 0-16,2 1 0 15,0-2 0-15,1-3 0 0,1 1 0 0,-1-3 0 0,1-1 0 0,2-2 0 16,-1 0 0-16,-1 0 0 0,1 3 0 16,-1 0 0-16,2-1 0 0,-1 4-128 0,-1 1 128 0,1 3-160 15,-2 1 160-15,0 4 0 0,-5 4 0 0,0 0 0 16,0 0 0-16,0 0 0 0,5 6 0 0,-1 3 0 0,-1 2 0 16,-1 0 0-16,1 2 0 0,-2 1 0 0,1 1 0 0,0-1 0 15,0 0 128-15,0 1-128 0,-1-1 0 0,2 0 0 16,0 1 0-16,-1-4 128 0,0 0-96 15,0-2-32-15,2-1 0 0,-4-8 0 0,0 0 0 0,0 0 0 16,5 5 0-16,-5-5 0 0,0 0 0 0,8 1 0 16,-8-1 0-16,8-2 0 0,0-2 0 0,0-2 0 15,-1 0 0-15,-1-4 0 0,-1-2 0 0,1 0 0 16,2-1 0-16,0 0 0 0,1-1 0 16,0-1 0-16,2 0 0 0,-1-1 0 0,1 0 0 15,-2 1-160-15,0-4 160 0,-1 5-192 0,-1 4 192 0,0 2-160 16,-3-1 160-16,0 2-160 0,-4 7 160 0,0 0 0 15,0 0-144-15,0 0 144 0,0 0 0 0,0 0 0 16,0 9 0-16,0 1 0 0,0-1 0 0,-2 1 0 16,1 2 0-16,0 1 0 0,1 1 0 0,0 1 0 15,-1-2 0-15,2 0 0 0,1 1 0 0,4-4 0 16,0 2 0-16,2 0 0 0,1-2-192 0,2 1 192 0,0-2-160 16,2 0 160-16,3-5-256 0,1 0 32 15,-1-2 16-15,1 1 0 0,-1-2-80 0,1 1-16 0,0-5 0 16,0-1 0-16,0 1 304 0,-1-3 0 0,0-1-128 15,-1 0 128-15,0-3 0 0,-1 0 0 0,-1 1 0 0,0-3 0 16,-1 0 0-16,-2 1 0 0,-1-1 0 16,0 2 0-16,-1 0 128 0,-1 1-128 0,-3 0 0 0,-2 3 0 15,-3 0 160-15,1 6-160 0,-3-5 160 0,-1 4-160 16,4 1 240-16,-7 0-48 0,-1 0-16 0,-1 3 0 16,-3 0-32-16,0 3 0 0,0 0 0 0,1 3 0 15,-2 2-144-15,1 0 128 0,0 1-128 0,0 0 128 0,2 0-128 16,1-1 0-16,0 2 0 0,2-2 128 0,2 1-128 15,2-2 0-15,2 2 0 0,0-3 0 0,1-1 0 0,0-8-144 16,4 8 144-16,1-2-160 0,1-1-32 0,2 0-16 16,1-3 0-16,1-1 0 0,0-1-64 0,0 0-16 15,1-3 0-15,-1 0 0 0,1-3 16 0,0 2 0 16,2-5 0-16,-1 0 0 0,-1-3 48 0,0 1 16 16,1-1 0-16,0 0 0 0,-2 1 208 0,-3-1 0 15,-1 0-160-15,0 0 160 0,-1-2 0 0,-1 2 0 16,0 1 0-16,-2 1 0 0,1 1 0 0,-3 1 0 15,0 2 144-15,0-1-144 0,0 1 240 0,-3 2-32 16,1 0 0-16,2 4 0 0,0 0 48 0,0 0 16 16,0 0 0-16,-7 1 0 0,1 2-16 0,-1 1-16 15,0 2 0-15,0-2 0 0,0 4-112 0,5 1-128 0,-2-2 176 16,1 2-176-16,2 1 128 0,1 1-128 16,2-2 0-16,1 0 0 0,-3-9 0 0,6 10 0 15,1-2 0-15,2 1 0 0,2-1 0 0,-1-1 0 16,3 1 0-16,1-2-144 0,2-1 144 0,0-1-192 0,-2-1 192 15,0 1-192-15,1-3 48 0,-2-1 0 16,-3 0 0-16,1-3 0 0,-1 1 144 0,0-2-192 0,0-1 192 0,-3-1-192 16,1 1 32-16,-1-1 0 0,-2-1 0 0,0 1 0 15,0-2 160-15,-1-1-208 0,-1 1 80 0,-1-3 128 16,1 2 0-16,-2 0 0 0,1 1 0 0,-1-1 0 0,-1 1 0 0,0 1 0 16,0 7 0-16,0 0 0 15,0 0 0-15,0 0 160 0,0 0-16 0,0 0 0 0,0 0 112 0,0 0 0 16,0 0 16-16,0 0 0 0,0 0-32 0,5 5-16 15,2 1 0-15,2 2 0 0,-3 0 0 0,2 1 0 16,0 2 0-16,1-2 0 0,2 0-96 0,0 0 0 16,0 1-128-16,0 3 192 0,1-3-192 0,0 1 128 15,-2-2-128-15,1 1 0 0,1-3 0 0,-2 0 0 16,0-2 0-16,2-2 0 0,-3 1-192 0,2-2-48 16,-11-2 0-16,10 0 0 15,-10 0-928-15,11 0-192 16,-1-2-48-16,-10 2 0 0,0 0-1296 0,6-3-272 0,1-2-48 0,-2 0-16 15,-1-1-1968-15,-3 2-400 0</inkml:trace>
  <inkml:trace contextRef="#ctx0" brushRef="#br0" timeOffset="-95569.86">28679 4427 15663 0,'0'0'1392'0,"1"-7"-1120"0,-1 7-272 0,0 0 0 0,0-6 5680 0,0 6 1072 16,-2-7 224-16,1 5 32 0,-2-1-3552 0,3 3-704 16,0 0-128-16,-7 5-48 0,0 2-672 0,-1 2-144 15,0 1-32-15,-2 2 0 0,-3 1-896 0,-1 1-192 0,1 1-48 0,-2 3 0 16,-3 0-384-16,1 0-80 15,2 1 0-15,0-1 16 0,-1-2-144 0,2 1 0 0,-1-1 0 0,2 0 0 16,2-2 0-16,0 0 0 0,1-1 0 0,1-2 0 31,1 1-592-31,0-3-112 0,1 0-32 0,2-2-16288 16,5-7-3264-16</inkml:trace>
  <inkml:trace contextRef="#ctx0" brushRef="#br0" timeOffset="-86285.23">26974 2315 21183 0,'0'0'1888'0,"-4"-7"-1504"16,0-2-384-16,0-1 0 0,0-2 4560 0,2 0 848 0,0-1 160 0,1 1 48 16,-4 1-3760-16,1 2-736 0,0-2-160 15,0 3-16-15,0-1 528 0,-1 3 96 0,0 0 32 0,0 4 0 16,-2 2-752-16,-1 2-144 0,0 1-16 0,-1 5-16 15,-1 2-240-15,-3 3-48 0,-3 7-16 0,-1 2 0 16,2 4-128-16,-1 0-32 0,0 3 0 0,2 2 0 16,2 2-32-16,3-1-16 0,4 0 0 0,4-1 0 15,3 0-160-15,6-2 0 0,4-3 0 0,2-1 0 0,7-3 0 16,1-1-144-16,3-6 0 0,1-3 0 16,3-3-1216-16,-1-4-240 0,1-1-64 0,1-8 0 15,4-2-1568-15,-2-1-320 0,1-3-64 16</inkml:trace>
  <inkml:trace contextRef="#ctx0" brushRef="#br0" timeOffset="-85924.02">27407 2313 8287 0,'-8'-9'368'0,"3"5"80"0,-4 3-448 0,-3 0 0 0,-2-3 0 0,-2 4 0 0,0 1 8240 0,1 4 1552 16,-2 3 320-16,0 1 64 0,-2 3-6720 0,0 1-1360 16,-1 3-272-16,2 3-48 0,-1 2-784 0,2 1-160 0,2 2-16 0,3-2-16 15,1 0-416-15,3 0-96 16,3 0-16-16,1-2 0 0,1-2-272 0,5-2 0 0,1-2 128 0,4-1-128 15,1 0-144-15,0-4-96 0,-1-2-16 0,1-2 0 32,1 0-224-32,2-5-48 0,-1 0-16 0,1 0 0 0,-1-5 128 0,0 0 32 15,1-2 0-15,-2-2 0 0,0-1 176 0,0-3 32 0,0-2 16 0,-1 1 0 16,0-2 160-16,0 1 0 0,0-1 0 16,-3-1 0-16,1-1 0 0,0 2 0 0,-1 3 0 15,0 0 0-15,0 3 208 0,-1 3-16 0,-1 1-16 0,-3 6 0 16,0 0 192-16,0 0 32 0,0 0 16 0,0 0 0 15,8 6-96-15,-1 1-32 0,0 2 0 0,0 3 0 16,-1-1-288-16,1 2 160 0,-1 2-160 0,1-2 128 16,-1-1-128-16,2 1 0 0,0 0-192 0,0-2 192 15,-2 0-1200-15,-1-1-112 0,1 1-32 16,0-3 0-16,1-3-960 16,-1-1-192-16,1 1-32 0,-1-4-10400 0,-6-1-2064 0</inkml:trace>
  <inkml:trace contextRef="#ctx0" brushRef="#br0" timeOffset="-85356.04">27524 2341 40655 0,'0'0'1792'0,"0"0"384"0,0 0-1728 0,0 0-448 0,0 0 0 0,0 0 0 0,1 10 1648 0,2 2 240 15,-3 1 48-15,3 1 16 0,-1-2-288 0,1 4-64 16,-1 1-16-16,1 1 0 0,1 1-816 0,0 0-144 16,0 0-48-16,0-2 0 0,0-1-320 0,1-3-80 15,0 1-16-15,-1-2 0 0,0-2-160 0,0 0 160 16,-2-4-160-16,-2-6 160 0,0 0-160 0,0 0 160 15,0 0-160-15,0 0 160 0,0 0-160 0,0 0 0 16,0 0 0-16,6-6 128 0,-3-2-128 0,0 0 0 16,1-1 0-16,0-3 0 0,0-2 0 0,1-1 0 15,0 0 0-15,2-2 0 0,-1-3 0 0,0 2-176 16,1-2 176-16,2 3-128 0,1 3 128 0,-1 1-128 16,-4 1 128-16,3 1-128 0,-2 0 128 0,1 3 0 15,-1 3 0-15,-6 5 0 0,0 0 0 0,8 3 0 16,1 2 0-16,-1 0 0 0,0 2 192 0,-2 2-48 15,2-1 0-15,0 3 0 0,0 6 0 0,0-1 0 0,0 1 0 16,-1 1 0-16,0 0-144 0,1 2 128 16,0-1-128-16,-1 0 128 0,1-1-128 0,0-1 0 0,0-3 0 0,-2 1 0 15,0-2 0-15,-1-3 128 0,0-1-128 0,-1 0 128 0,-4-9-128 16,0 0 0-16,0 0 0 0,0 0 0 16,0 0 0-16,0 0 0 0,0 0 0 0,0 0-176 0,0 0 176 15,5-6 0-15,-1-1 0 0,0-2 0 0,0-3-144 0,1-1 0 16,2-2 0-16,-1-3 0 0,2-2-16 0,1-1 0 15,3-2 0-15,-1 0 0 0,1 3 16 0,-1 1 0 16,0 2 0-16,0 2 0 0,-1 0 144 16,-1 6-128-16,-1 0 128 0,-1 5-128 0,-7 4 128 0,0 0 0 15,0 0 0-15,8 8 0 0,-1 1 272 0,0 4-16 16,-2 3 0-16,0 1 0 0,-1 1-16 0,0 2-16 16,0-1 0-16,0 2 0 0,0-1-224 0,1 0 0 15,0 1 0-15,2-1 0 0,-2-3-176 0,2-2 32 16,-1 0 0-16,2-2 0 15,-2 0-1024-15,2-5-208 0,1 0-32 0,-1-3-16 16,-1-3-1264-16,1 0-256 0,1-4-64 0,1 2-10528 16,-1-5-2112-16</inkml:trace>
  <inkml:trace contextRef="#ctx0" brushRef="#br0" timeOffset="-84939.53">28525 2513 36159 0,'0'0'1600'0,"0"0"336"0,3-9-1552 0,0 0-384 0,-1-1 0 0,-1 3 0 0,-1-1 1552 16,0 1 240-16,-1 1 32 0,-3 1 16 0,-1-1 288 0,-1 2 64 15,-4 2 16-15,0 2 0 0,-3 1-1120 0,-3 3-240 16,-1 4-32-16,-1 2-16 0,-1-1-80 0,-1 4-16 16,0 2 0-16,2-2 0 0,1 4-256 0,3 0-48 15,2-2-16-15,3 0 0 0,2-2-256 0,4-1-128 16,1-1 128-16,5 0-128 0,2-4 0 0,3 0 0 16,2-2 0-16,5-1 0 0,3-3-384 0,3-1 0 15,1 0 0-15,0-1 0 16,0-1-272-16,0-4-64 0,-1 0-16 0,-2-1 0 15,-2-1 32-15,-3-1 16 0,0 0 0 0,-2 1 0 16,-4-1 240-16,-2 1 32 0,-1 1 16 0,-1-1 0 0,-2 1 192 0,-2-1 32 16,-2 1 16-16,1 0 0 0,1 7-48 0,-4-6-16 15,0-1 0-15,0 2 0 16,2-2-864-16,-2-2-160 0,0 1-32 0,0 2-16 16,4 6-1440-16,0 0-272 0,0 0-64 0</inkml:trace>
  <inkml:trace contextRef="#ctx0" brushRef="#br0" timeOffset="-84719.92">28774 2115 6447 0,'0'0'576'0,"0"0"-576"0,0 0 0 15,0 0 0-15,0 0 8528 0,0 0 1600 0,0 0 320 0,3 9 64 16,-2 3-7280-16,1 4-1456 0,-1-2-304 0,1 4-48 0,1 2-176 16,-2 3-32-16,2 3-16 0,0 2 0 0,1-1-800 15,-1 2-144-15,3-2-48 0,-1 1 0 0,0 0-208 0,0-3 0 16,0 1 0-16,-1-1 0 0,0-2 0 0,0 1 0 15,-1-3 0-15,-1-2-160 16,0-3-1120-16,-1-3-240 0,0 0-32 0,-2-4-16 16,0-1-1520-16,-1-2-304 0,2-6-64 0</inkml:trace>
  <inkml:trace contextRef="#ctx0" brushRef="#br0" timeOffset="-84545.4">28648 2445 43823 0,'0'0'1936'0,"0"0"416"0,0 0-1888 0,0 0-464 16,4-5 0-16,2 1 0 0,2 1 464 0,1-1 0 16,3 3 0-16,2 0 0 0,3-4 64 0,3 3 16 15,2-2 0-15,4 2 0 0,4 0-544 0,1 1 0 16,5 0 0-16,3-2-192 16,4 2-1552-16,0 1-304 0,0 3-64 0,-4-3-16704 0</inkml:trace>
  <inkml:trace contextRef="#ctx0" brushRef="#br0" timeOffset="-84117.55">29722 2247 10127 0,'-4'-9'448'0,"4"9"96"0,0-7-544 0,0 2 0 0,0-1 0 0,2-2 0 0,-1 1 7312 0,0 1 1360 16,0-2 272-16,-1 0 48 0,0 1-5824 0,2 2-1168 15,-1 0-224-15,-1 5-48 0,-1-5-400 0,1 5-80 16,0 0-16-16,0 0 0 0,0 0-336 0,-7-1-80 15,1 3-16-15,-3 3 0 0,-1 3-240 0,-1 3-48 16,-4 0-16-16,0 6 0 0,-2 3-176 0,-1 1-48 0,-3 2 0 16,0 1 0-16,0-2-272 0,1 1 128 15,1-4-128-15,2 1 144 0,3 3-144 0,2-3 0 16,3 1 0-16,2-1 0 0,3-1 0 0,2 1 0 16,3-3 0-16,3 0 0 0,1-3 0 0,3 1 0 0,4-1 0 15,1-1 0 1,0-1-528-16,2-3-112 0,2-4 0 0,2-1-16 15,0-2-752-15,2 1-128 0,0 0-48 0,2-1 0 16,1-4-2464-16,-1-2-496 0</inkml:trace>
  <inkml:trace contextRef="#ctx0" brushRef="#br0" timeOffset="-83766.74">30064 2302 16575 0,'-16'2'1472'0,"16"-2"-1168"0,-4-4-304 0,0 0 0 15,-1 2 6032-15,1-1 1152 0,4 3 240 0,0 0 32 0,-5 0-4720 0,0 2-944 16,5-2-192-16,-6 2-48 0,0 2-80 0,-2 1-32 15,-1 2 0-15,-1 1 0 0,-1 3-688 0,-2 4-144 16,-1-2-32-16,1 2 0 0,1 2-192 0,2-1-32 16,-2 1-16-16,3 1 0 0,2 0-208 0,2 2-128 15,1 1 128-15,3-4-128 0,2-2 0 0,2 2 0 16,2-2 0-16,1-2-128 0,4-3-64 0,0-2 0 16,4 0 0-16,1-2 0 0,-1-2 0 0,3-1-16 15,3-3 0-15,-4 0 0 0,1-4 16 0,0 0 16 16,0-1 0-16,-1-3 0 0,-3-1 48 0,-1-2 0 15,-1 1 0-15,1-2 0 0,0-1 128 0,-3-2 0 16,-4-2-144-16,0 0 144 0,2 0 0 0,-4 0 0 0,-5 1 0 16,2 2 0-16,0-2 144 0,-4 2 0 0,-6-3 0 15,1 6 0-15,0 0-16 0,-3 0 0 16,-2 1 0-16,-3 1 0 0,0 0-128 0,0 1 0 0,-1-1-160 0,-1 2 160 31,1 2-432-31,1 0 16 0,3 2 0 0,-1 2 0 16,0 1-2240-16,3 0-448 0,4 5-96 0</inkml:trace>
  <inkml:trace contextRef="#ctx0" brushRef="#br0" timeOffset="-83490.78">30366 2212 32255 0,'0'0'1424'0,"0"0"304"0,0 0-1392 15,0 0-336-15,0 0 0 0,0 0 0 0,0 0 4432 0,0 0 816 0,0 0 176 0,4 8 16 16,0 1-3200-16,-1 2-640 0,-1 5-128 0,1 2-16 0,-1-2-848 0,1 2-160 16,-2 3-48-16,1 0 0 0,0 4-256 0,1-1-144 15,-1 1 160-15,1-1-160 0,1-1 0 0,0 1 128 16,-3-1-128-16,2-1 0 0,-1-1 0 0,0-3 0 16,-2-1 128-16,1-1-64 0,0-3-64 0,-1-3-160 15,0 0 160-15,0-1-192 16,0-9-352-16,0 0-80 0,0 0-16 0,0 0 0 15,0 0-640-15,0 0-144 0,0 0-32 0,0 0 0 16,0 0-1712-16,-1-8-352 0,0-3-64 0</inkml:trace>
  <inkml:trace contextRef="#ctx0" brushRef="#br0" timeOffset="-83197.37">30302 2158 24879 0,'-5'-6'2208'0,"1"1"-1760"0,2-2-448 0,2 7 0 15,0 0 5392-15,0 0 1008 0,0-5 192 0,0 5 32 16,2-5-4224-16,-2 5-848 0,7-4-160 0,1 1-48 15,2 2-512-15,3-2-96 0,1 3-32 16,2 3 0-16,4-3-448 0,2 1-80 0,2 0-32 0,5 1 0 16,4 0-16-16,-2 1-128 0,-2 1 192 0,1 0-64 15,0 2-128-15,-3-2 128 0,-3 3-128 0,-2 0 128 16,-1 0-128-16,-2 1 0 0,-1 0 0 0,-2 1 0 16,-4-3 0-16,-1 3 0 0,-1-1 0 0,-3 1 0 15,0-1 128-15,-3 1-128 0,-3 0 128 0,-2 2-128 0,-3-1 224 16,-1 2-32-16,-2 0-16 0,-1 1 0 0,-2-3-48 15,-2 2 0-15,-3-2 0 0,0 1 0 0,3-1-128 0,-3-1 0 16,-6 2 0-16,1-5 128 0,3 1-128 0,-1-5-144 16,-3 2 144-16,1 0-208 15,-1 1-976-15,0 3-192 16,0-1-32-16,1-1-23136 0</inkml:trace>
  <inkml:trace contextRef="#ctx0" brushRef="#br0" timeOffset="-78566.28">29057 4029 28559 0,'0'0'1264'0,"0"0"272"0,-2-4-1232 0,-1-1-304 0,0 0 0 0,2 0 0 16,1 5 3424-16,0 0 624 0,0 0 128 0,7 0 32 15,0 0-2096-15,3-2-400 0,0 1-96 0,2-2-16 0,-1 1-576 0,3 0-128 16,0 0-32-16,2-1 0 0,-1 2-528 0,1 0-96 15,-1 1-32-15,2-2 0 0,0-3-64 0,0 4-16 16,-1-2 0-16,1 1 0 0,0-1-128 0,0 2 0 16,-2-2-192-16,1 2 192 15,0-1-1776-15,-1 4-224 0,1-2-48 0,-3 1-12544 16,-1 0-2512-16</inkml:trace>
  <inkml:trace contextRef="#ctx0" brushRef="#br0" timeOffset="-78355.6">29112 4148 19343 0,'-7'0'1728'0,"0"0"-1392"16,-1 0-336-16,0 0 0 0,2 2 6976 0,6-2 1344 15,0 0 256-15,0 0 48 0,0 0-6320 0,0 0-1248 0,0 0-256 0,0 0-48 16,9 0-48-16,4 0-16 16,1 0 0-16,3 0 0 0,0-2-512 0,1 2-176 15,2 0 0-15,1-2 144 0,1 0-144 0,1-1 160 0,3 1-160 0,0-1 160 16,0-1-160-16,0 1 0 0,-1 1-160 0,0-2 160 31,-3 1-960-31,2-1-80 0,-2 4-32 0,-1-1 0 16,-2 0-1344-16,-2-2-272 0,-1 3-48 0,-3 3-17568 0</inkml:trace>
  <inkml:trace contextRef="#ctx0" brushRef="#br0" timeOffset="-76557.08">30815 3575 28559 0,'0'0'1264'16,"-4"-4"272"-16,-1-1-1232 0,-1 3-304 0,2-4 0 0,-1 3 0 15,5 3 4992-15,0 0 960 0,0 0 176 0,0 0 32 0,0 0-4512 0,3 10-912 16,1 2-176-16,0 5-48 0,1-2-48 0,1 6-16 16,1 3 0-16,1 2 0 0,0 1-256 0,-1 0-64 15,0 2-128-15,-1 1 192 0,0 0-32 0,-2-1-16 16,-1-3 0-16,0 0 0 0,0-4-144 0,-2 0 192 15,0-5-192-15,-1 0 192 0,2 0-192 0,-2-3 0 16,0 1 144-16,0-2-144 0,0-4 0 0,0 0-240 16,-2 0 48-16,0-2 0 15,2-7-256-15,0 0-32 0,-4 5-16 0,4-5 0 16,-5 5-1296-16,5-5-272 0,-7 3-48 0,7-3-16 16,-7-3-2080-16,0 2-400 0</inkml:trace>
  <inkml:trace contextRef="#ctx0" brushRef="#br0" timeOffset="-76285.34">30301 3661 13823 0,'-7'-2'1216'0,"-2"-3"-960"0,-1-2-256 15,-1 1 0-15,1-1 7296 0,1 1 1424 0,1-2 288 0,4 2 48 16,4 6-6656-16,0 0-1328 0,2-3-272 0,1-1-48 16,4-2 464-16,2 3 80 0,4-1 32 0,4 0 0 15,1-1-752-15,6 2-160 0,4 0-32 0,6 1 0 16,3-4 96-16,5 3 16 0,2 0 0 0,3 2 0 15,0-5-48-15,1 1 0 0,-1 0 0 0,2 1 0 0,1 1-448 0,2 2 0 16,2 0 0-16,0 1 0 0,1 0 0 0,-3 0 0 16,-2 1 0-16,-3 0 0 0,-3 1 0 0,-4-1 0 15,-2-1 0-15,-2 1 0 0,-3 1-320 0,-3 0 32 16,-2 0 16-16,-5-1 0 16,-3 0-1008-16,-3 1-208 0,-3 0-48 0,-2-1 0 15,-3 5-2272-15,-3-4-464 0,-6-2-80 0</inkml:trace>
  <inkml:trace contextRef="#ctx0" brushRef="#br0" timeOffset="-75315.75">31422 4051 15663 0,'-4'-2'1392'0,"0"-2"-1120"0,0 0-272 0,1-3 0 0,-1 2 6928 0,0 1 1328 15,4 4 272-15,0 0 48 0,-4-2-5616 0,4 2-1120 16,0 0-240-16,0 0-32 0,0 0-400 0,0 0-80 15,-3 6 0-15,2 3-16 0,-2 2-672 0,2 2-128 16,1 2-16-16,1-2-16 0,1 4-32 0,-1-2 0 16,0 2 0-16,2-2 0 0,-1 0-48 0,0-1-16 15,-1 3 0-15,0-5 0 0,2-1-16 0,0-2 0 16,-2-1 0-16,3-1 0 0,-4-7-128 0,0 0 160 16,0 0-160-16,0 0 160 0,0 0-160 0,4 5 0 15,1-1 0-15,-5-4 0 0,0 0 0 0,6 4 0 16,2-4 0-16,1 0 112 0,0 0-112 0,2 0 0 15,1-4 0-15,1 0 0 0,1 0 0 0,2 0 0 16,1-1 0-16,2 0 0 0,2-2 0 0,1 3 0 16,-1-3 0-16,0 0 0 0,-2 2 0 0,-2 1 0 15,0-3 0-15,-2 2 0 16,-1 1-704-16,0 0-144 0,-1 2-32 0,2-1 0 16,-1 3-2032-16,0 0-416 0,1 1-64 0</inkml:trace>
  <inkml:trace contextRef="#ctx0" brushRef="#br0" timeOffset="-74917.52">30336 4591 51311 0,'-15'-10'2272'0,"7"7"480"0,-1 0-2208 0,-1-1-544 15,3 3 0-15,0-1 0 0,1 0 576 0,6 2 16 16,0 0 0-16,0 0 0 0,0 0 320 0,0 0 64 16,7-2 16-16,4 0 0 0,3 0-576 0,6 2-112 15,3-2-32-15,6 4 0 0,4-2-112 0,6 1-32 16,6-2 0-16,5 1 0 0,1 2 0 0,3-2 0 16,2 0 0-16,6 2 0 0,2-2-128 0,6 0 0 15,7 2 0-15,1 1 112 0,-2 1-112 0,-2-2 0 16,-1 1 0-16,1 1 0 0,2-2 0 0,-2 2 0 15,-2 0 0-15,-3 0 0 0,-1 0 0 0,-4-1 0 16,-4 1 0-16,-4-3 0 0,-4 0 0 0,-12 2 0 0,2-1 0 0,-3-2 0 16,-4 3 0-16,-2-2 0 0,-3 2 0 15,-4-3 0-15,-4 3 0 0,3-3 0 0,-5-2 0 0,-6 2 0 16,-5 0-320-16,-9 0 0 0,0 0 0 16,0 0 0-1,0 0-1456-15,0 0-288 0,-8 5-64 0</inkml:trace>
  <inkml:trace contextRef="#ctx0" brushRef="#br0" timeOffset="-74419.13">30070 5320 48031 0,'0'0'2128'0,"0"0"432"0,-1-8-2048 0,2 1-512 0,3 2 0 0,1-1 0 0,1 0 496 0,-1 3-16 16,0-1 0-16,-5 4 0 0,0 0 736 0,0 0 128 16,0 0 48-16,8 6 0 0,0 2-640 0,-2 4-128 15,1 2-32-15,-1 3 0 0,-1 5-272 0,1 2-64 16,-2 3-16-16,-1 2 0 0,1-3-48 0,-1 0 0 0,-2-1 0 0,1-1 0 15,-1 1-192-15,0-1 128 0,1-5-128 0,-1-1 0 16,0-1 160-16,0-1-160 16,1-3 160-16,-1-1-160 0,-1-2 0 0,1-2 0 0,1-1-208 15,-2-7 64-15,-3 6-672 0,3-6-128 16,0 0-16-16,0 0-16 0,-5 5-688 0,-2-3-144 0,-1-4-32 16,1 2 0-16,-4-4-2048 0,-2 2-400 0,-22-7-96 15,6-6-16-15</inkml:trace>
  <inkml:trace contextRef="#ctx0" brushRef="#br0" timeOffset="-74200.25">29695 5317 19343 0,'-11'-5'1728'0,"1"1"-1392"0,1-1-336 0,1 2 0 0,1-3 7440 0,7 6 1424 15,0 0 288-15,0 0 48 0,2-6-6672 0,2 1-1328 16,2 0-272-16,3 0-48 0,3 1-112 0,4 0-32 16,2 1 0-16,3 1 0 0,2-1-480 0,5-3-80 15,0 2-32-15,5 1 0 0,1-3-144 0,2 2 0 16,2 0 144-16,1 0-48 0,0 0-96 0,-1 3 0 15,-1-3 0-15,-3 1 0 0,-3 1 0 0,1 0 0 0,0 2 0 0,-2-1 0 16,-2 0-256-16,0 1-32 16,-2 0-16-16,0 0 0 15,-3 0-736-15,1 2-160 0,-3 2-16 0,-2-1-16 16,-3 2-1856-16,-3 3-368 0,0 2-80 0</inkml:trace>
  <inkml:trace contextRef="#ctx0" brushRef="#br0" timeOffset="-73966.5">30601 5418 36863 0,'0'0'3264'0,"0"0"-2608"0,0 0-528 0,0 0-128 15,-3 6 3200-15,2 3 592 0,1 2 128 0,0 0 32 16,-1 1-1920-16,1 1-384 0,2 0-80 0,0 3-16 0,-2 1-848 0,0 0-160 16,2-2-32-16,1 1-16 0,-2 0-320 0,0-1-176 15,1 1 192-15,-1 0-192 0,-1-1 128 0,0 0-128 16,0-1 0-16,0-1 0 15,-1-1 0-15,1-2 0 0,0-1 0 0,-2-1 0 16,2-8-800-16,-1 7-64 0,1-7-16 0,0 0 0 16,0 0-1584-16,0 0-320 0,0 0-64 0,0 0-18976 0</inkml:trace>
  <inkml:trace contextRef="#ctx0" brushRef="#br0" timeOffset="-73746.16">30757 5414 34095 0,'0'0'1504'0,"-1"-4"320"0,-2-2-1456 0,2 3-368 15,1 3 0-15,0 0 0 0,0 0 4368 0,0 0 816 16,0 0 144-16,0 0 48 0,-1 11-3296 0,1 2-656 16,0 2-128-16,0 0-16 0,0 0-816 0,0-1-144 15,-2 3-48-15,2 1 0 0,0-2-272 0,0 2 0 16,0-1 0-16,0 1 0 0,0 1 0 0,0-2 0 16,0-2 0-16,0 1 80 0,0-3-80 0,0 0 0 0,0-1-160 0,0-1 160 31,0 0-816-31,0-5-80 0,0 1 0 0,0 1-16 15,0-8-1168-15,-2 6-224 0,1 3-64 0,-2-5 0 16,-1 1-2416-16,4-5-480 0</inkml:trace>
  <inkml:trace contextRef="#ctx0" brushRef="#br0" timeOffset="-73587.57">30545 5659 27647 0,'-4'-4'2448'0,"4"4"-1952"0,-3-5-496 0,2-1 0 0,0 0 4816 16,2 1 880-16,-1 5 160 0,0 0 32 0,8-3-3584 15,1 0-736-15,1 2-144 0,3 0-16 0,3-2-768 0,0 2-160 16,1 0-32-16,1-1 0 0,0 0-448 0,2-1 0 15,2-1 0-15,-1 2 0 16,-3 0-1872-16,3-2-272 0,0 2-48 0,0-2-20176 0</inkml:trace>
  <inkml:trace contextRef="#ctx0" brushRef="#br0" timeOffset="-73439.73">31085 5562 12895 0,'7'-6'1152'0,"-7"6"-928"0,0 0-224 0,0 0 0 0,9-4 7744 0,3 0 1488 16,3 0 304-16,0 0 64 0,1 3-6752 0,-1 1-1360 15,0 0-272-15,0-2-48 0,1 0-160 0,1 1-48 16,-1-1 0-16,1 0 0 0,0 0-832 0,0 2-128 16,0 0-128-16,-1-1 128 15,3 0-2272-15,0-3-352 0,1 1-64 0,-1 1-11904 16,2-1-2400-16</inkml:trace>
  <inkml:trace contextRef="#ctx0" brushRef="#br0" timeOffset="-73183.02">31753 5244 27647 0,'0'0'1216'0,"-2"-5"256"0,-3-2-1168 0,1 2-304 15,1 1 0-15,3 4 0 0,0 0 5792 0,0 0 1104 0,0 0 208 0,0 0 64 16,0 0-4624-16,7 7-928 0,-1 1-176 0,-1 1-32 0,-1 4-1040 16,-1 2-208-16,-1 4-32 0,1 3-128 0,0 1 128 15,1 5-128-15,1-2 0 16,0 2 144-16,1 4-144 0,0-7 0 0,-2 1 0 0,-3-2 0 0,-1-1 0 0,1-3 0 15,2 1 0-15,-2-4 0 0,-1-1 0 0,0-2 0 16,0 1 0-16,0-4 0 0,-1-2-144 16,-1-1-32-16,1-1 0 0,-1-2 0 15,-1 0-832-15,3-5-160 0,0 0-48 0,0 0 0 16,-7 0-960-16,7 0-208 0,-7-1-48 0,-1-3-12096 16,-3-1-2416-16</inkml:trace>
  <inkml:trace contextRef="#ctx0" brushRef="#br0" timeOffset="-72974.84">31424 5251 35007 0,'0'0'3120'0,"1"-6"-2496"0,0 0-496 0,-1 6-128 16,7-3 3712-16,0-1 704 15,1 2 160-15,3-1 32 0,-1 1-2608 0,4-2-512 16,5 0-96-16,2-1-32 0,1 1-816 0,3 0-160 16,2 1-48-16,2-1 0 0,-1 2-176 0,1-1-32 15,0 0-128-15,-2 2 192 0,-2 1-192 0,-3-1 0 16,-5 1 0-16,4 1 0 0,4 0-144 0,-2 2-80 0,-1 1-16 0,-2 1 0 31,-3 2-1248-31,0-1-256 0,-2 2-48 0,0 4-16 16,-2-1-2928-16,-2 2-576 0</inkml:trace>
  <inkml:trace contextRef="#ctx0" brushRef="#br0" timeOffset="-72665.3">32139 5565 48319 0,'0'0'2144'0,"0"0"432"0,0 8-2064 0,2 1-512 0,-2 1 0 0,0-2 0 0,0-1 1728 0,0 2 256 15,-2 1 32-15,0 1 16 0,0 0-880 0,2 2-192 16,-2 2-16-16,0 0-16 0,2-2-736 0,2 2-144 16,-4-2-48-16,2 2 0 0,-2 2 0 0,2-5 0 15,-1 1 0-15,1 1 0 0,2-1 0 0,2-3 0 16,-4-1 0-16,3-3 0 0,-1 1 0 0,3-1 0 16,1-2 0-16,-2 1 0 0,-4-5 0 0,5 4 0 15,3 3 0-15,-8-7 0 0,0 0 0 0,10 2 0 16,4-2 0-16,-2 0 0 0,-1 0 0 0,-2-1 0 15,2 0 0-15,-1 1 0 0,-1-3 0 0,-4-1 0 16,-5 4 0-16,4-4 0 0,-4 4 0 0,5-4 0 16,-5 4 0-16,0 0 0 0,0 0 0 0,12-5 0 15,-2 3 0-15,2-2 0 0,-12 4 0 0,12-3 0 16,-12 3 0-16,11-4 0 0,-11 4-160 0,0 0-32 16,11-4 0-16,7 2 0 15,2-1-2032-15,-2 2-400 0,-4 1-96 0,-2 0-16 0</inkml:trace>
  <inkml:trace contextRef="#ctx0" brushRef="#br0" timeOffset="-68544.62">26280 8567 49471 0,'0'0'2192'0,"0"0"448"0,0 0-2112 0,0 0-528 0,0 0 0 0,0 0 0 0,0 0 576 0,7-2 0 15,1 0 0-15,-1 1 0 16,3-2 512-16,0 2 96 0,0 0 32 0,4 0 0 0,-1-1-752 0,1 2-144 15,3 0-16-15,1 0-16 0,0-1-288 0,2 1 0 16,1-1 0-16,-2 1 0 0,1 0 0 0,1 0 0 16,0-3-240-16,-2 3 80 15,-1 3-1632-15,-1-2-320 0,0 2-64 0,-2 0-13248 16,-2 3-2640-16</inkml:trace>
  <inkml:trace contextRef="#ctx0" brushRef="#br0" timeOffset="-68366.73">26360 8802 29487 0,'-5'0'2624'0,"-1"-1"-2112"16,0-1-512-16,6 2 0 0,0 0 5616 0,0 0 1008 16,0 0 208-16,0 0 32 0,0 0-5072 0,0 0-1008 15,8-2-208-15,2-1-32 0,2 1-160 0,1-1-16 16,3-1-16-16,-1 3 0 0,2-3-352 0,1 1 0 16,2-2 0-16,1 1 0 0,0 0-224 0,1-1-112 15,0 0-32-15,3 0 0 16,-2 1-1248-16,2 0-256 0,0 0-48 0,1 1-13552 15,1 3-2704-15</inkml:trace>
  <inkml:trace contextRef="#ctx0" brushRef="#br0" timeOffset="-67574.21">27103 9578 30399 0,'-1'11'2704'0,"-2"2"-2160"0,-2-1-544 0,1 1 0 0,1-1 5184 0,1 0 944 15,-1-1 176-15,1 0 32 0,-1-2-4032 0,3-9-800 16,0 0-160-16,0 0-48 0,-3 7-800 0,3-7-176 16,0 0-16-16,0 0-16 0,0 0-208 0,0 0-80 15,0 0 0-15,0 0 0 0,0 0 0 0,-6-7 0 16,-1 0 0-16,2-3 0 0,0-2 0 0,2-1 0 15,1-2 0-15,-1-4 0 0,-1 0 0 0,1-2 0 16,1-4 0-16,1-3 0 0,-1-5 0 0,2-4 0 16,2 1 0-16,0-6 0 0,1 2 0 0,-1-6 0 15,1-5 0-15,1-2 0 0,2-3 0 0,0-2 0 0,0-4 0 16,2 1 0-16,1-1 0 0,0 1 0 16,2 0 0-16,-1 1 0 0,2 2 0 0,0 4 0 15,-1 2 0-15,2 1 0 0,0 4 0 0,2 5 0 0,-2 4 0 16,2 3 0-16,1 6 0 0,-2 5 0 0,2 1 0 15,-2 5 0-15,3 1 0 0,0 2 0 0,2-2 0 16,0 5 0-16,-1 4 0 0,1-1 0 0,-1 5 0 0,1-1 0 16,0 1 0-16,-2 4 0 0,0 2 0 0,-2 5 0 15,-2 0 0-15,2 0 0 0,-4 4 0 0,0 1 0 16,-2 1 0-16,-1 2 0 0,-3 3-128 0,-1 1 128 16,-2-1 0-16,1 1 0 0,-4 1 0 0,-3 1 0 0,-1 1 0 15,-1-1 0-15,-1-2 0 0,-4 1 0 16,-1 0 0-16,1-5 0 0,-4 2 0 0,0 0 0 15,-1-3 0-15,-1 2 0 0,0-4 0 0,-1 1 128 0,-2 0-128 16,1-1 0-16,-1-2 0 0,1-1 0 0,0 2 0 16,2-4 0-16,2 1 0 0,2-1 0 0,0-2 0 0,2 0 0 15,3-1 0-15,2 0 0 0,6-4 0 0,0 0 0 16,0 0 0-16,0 0 0 0,1 9 0 0,2-4 0 16,-3-5 0-16,9 8 0 0,1-1 0 15,3-2 0-15,2 0 0 0,2-4 0 0,2 2 0 0,3 1 0 16,1 0 0-16,-1 0 0 0,0 0 0 0,0 0 0 15,0 0 0-15,-1 2 0 0,-1 3 0 0,1-1 0 16,-1 1 0-16,0 2 0 0,-2 0 0 0,-1 2 0 16,0 2 0-16,-3-2 0 0,0 1 0 0,-4 2 0 15,-4-1 0-15,0 4 0 0,-4-2 0 0,0 1 0 16,-5-1 0-16,-2 0 0 0,-3 0 0 0,-1-2 0 16,-4 2 0-16,-3-2 0 0,-1-2 0 0,2-2 0 15,-4 1 0-15,0 0 0 0,-2-3 0 0,-3 0 0 0,1-1 0 0,-4 0 0 16,-2 0 0-16,-1-3 0 15,0-1 0-15,-1 0 0 0,-1-2 0 0,2 1 0 0,3-2 0 16,1 2 0-16,2-1 0 0,2-2 0 0,1-2 0 0,4 0 0 31,3 0-896-31,4-1-192 0,2 1-16 0,8 2-16 16,-3-7-3168-16,6 1-624 0</inkml:trace>
  <inkml:trace contextRef="#ctx0" brushRef="#br0" timeOffset="-66913.22">27666 9205 12895 0,'0'0'1152'0,"0"0"-928"0,-2-7-224 0,-1 1 0 16,2-1 6608-16,1 2 1280 0,0 5 256 0,1-5 48 15,-1 5-4672-15,5-5-928 0,-5 5-192 0,0 0-32 16,0 0-736-16,0 0-144 0,0 0-16 0,0 0-16 16,11 5-704-16,-5 3-144 0,-1 1-32 0,1 4 0 0,-1-3-288 0,0 5-64 15,0-2-16-15,0 1 0 0,-2 2-144 0,1-1-64 16,0 1 0-16,0-2 0 0,-2 2 0 0,1-4 0 15,0 1 0-15,-1-2 0 0,-1 0 0 0,1-2 0 16,0 1 0-16,-2-3 0 0,0-7 0 0,0 0 0 16,0 0 0-16,0 0 0 0,0 0 0 0,0 0 0 15,0 0 0-15,0 0 0 0,0 0 0 0,0 0 0 16,-2-7 0-16,0 1 0 0,1-2 0 0,0 0 0 16,1 0 0-16,-1-3 0 0,2-1 0 0,1 2 0 15,0-4 0-15,2 3 0 0,0-1 0 0,2 0 0 16,-1 2 0-16,2-2 0 0,-1 2 0 0,2 2 0 15,0 1 0-15,0 2 0 0,0 1 0 0,0 2 0 16,-1 2 0-16,1 1 0 0,0 0 0 0,1 3 0 16,0 1 0-16,0 2 0 0,-1-1 0 0,0 1 0 15,0 1 0-15,1 1 0 0,0 0 0 0,0-1 0 16,-1 0 0-16,0-1 0 16,0 1-512-16,-1 1-80 0,1-2-32 0,1-2 0 15,3 3-2976-15,0-4-608 0</inkml:trace>
  <inkml:trace contextRef="#ctx0" brushRef="#br0" timeOffset="-66379.69">26643 8453 37775 0,'0'0'3360'0,"0"0"-2688"0,0 0-544 0,0 0-128 0,0 0 2752 0,0 0 512 15,0 0 96-15,9 3 32 0,1 0-1488 0,-1 0-304 16,2 1-48-16,-1 0-16 0,2-1-672 0,1 1-144 16,0 0-16-16,1 0-16 0,2-1-448 0,0-2-96 15,-1 2-16-15,1 1 0 0,0-2 0 0,-2 2 0 16,-1 0 0-16,0 0 0 0,-2 0-128 0,-1 1 0 15,0 0 0-15,-2 1 112 0,-8-6-112 0,5 6 0 0,1 1 0 16,-6-7 0-16,2 9 0 0,0-3 0 0,-2-6 0 0,-2 11 0 16,1 2 0-16,-2-2 0 0,-2 2 0 0,-1 2 0 15,-4-1 0-15,0 0 0 0,-2 1 0 0,-1-1 0 16,-2 0 0-16,-2 1 0 16,0-1 0-16,0 0 0 0,0 0 0 0,0-1 0 0,3 0 0 0,-1-2 0 15,1 0 0-15,2-1 0 0,0 1 0 0,2-2 0 16,1 0 0-16,2-1 0 0,2 0 0 0,3 1-17552 15,2 0-3392 1</inkml:trace>
  <inkml:trace contextRef="#ctx0" brushRef="#br0" timeOffset="-65671.96">28008 9370 12895 0,'0'0'576'0,"-5"-2"112"0,-2-1-560 0,2-1-128 16,5 4 0-16,-5-4 0 0,-3-5 7232 0,0 3 1424 15,4-1 288-15,3-1 48 0,3-1-5408 0,2 3-1088 16,-1-1-224-16,-2 1-32 0,0-1-1184 0,2-1-224 16,-2 2-64-16,2-3 0 0,1 0-288 0,1-1-64 15,0 1-16-15,2-1 0 0,1-2-224 0,-1 2-48 16,3-1-128-16,-1 1 192 0,1-1-192 0,-1 2 0 16,0-2 128-16,1 3-128 0,-1 0 0 0,0 3 128 15,0-2-128-15,1 3 0 0,-2 4 144 0,1 0-144 16,0 2 128-16,-1 0-128 0,0 2 192 0,0 3-32 15,0-1-16-15,0 3 0 0,-1 2-96 0,1 0-48 0,0 2 0 16,-1 2 0-16,-1-2 0 0,1 0 0 0,-1 0 0 16,-1 0 0-16,-1-1 0 0,1-1 0 0,1 0 0 0,-1-1 0 15,0 2 0-15,0-3-128 0,2-1 128 0,-2 0-160 32,0-2-784-32,0 1-144 0,1-1-48 0,-1-3 0 0,1 1-1680 0,1 0-352 15,-1 1-64-15</inkml:trace>
  <inkml:trace contextRef="#ctx0" brushRef="#br0" timeOffset="-65008.6">28624 9220 45791 0,'-13'-7'2032'0,"9"3"400"0,3-3-1936 0,-1-1-496 0,-2 1 0 0,0 0 0 0,-1 3 960 0,1 3 112 16,-2-2 16-16,0 2 0 0,-1 0 512 15,0-1 96-15,-3 4 32 0,1 3 0 0,-1 0-1024 0,-1 3-208 16,0 0-48-16,-1 2 0 0,0 2-128 0,0-3-48 15,-1 1 0-15,2 1 0 0,2-1-144 0,1 1-128 16,1-2 144-16,2 0-144 0,2 1 0 0,2-3 0 16,2 1 0-16,2 1 0 0,1-3-144 0,2 1-32 0,1-1 0 0,1 0 0 15,0-2-96-15,1-1-32 0,1 1 0 0,2-4 0 16,0 2-80-16,-1-2 0 0,0 0-16 0,-1-2 0 31,2 0-96-31,0-1-16 0,-1-1 0 0,0-1 0 16,-1-1-32-16,-1-2-16 0,-1 0 0 0,0-3 0 15,-1 1 240-15,-2-2 32 0,0-1 16 0,-1 0 0 0,-1 0 272 16,-1 0 0-16,-1 1 0 0,1 2 0 0,-2 1 192 0,-2 2 32 0,1-1 16 0,1 8 0 16,-4-5 272-16,2 3 48 0,2 2 16 0,0 0 0 15,0 0-48-15,0 0 0 0,0 0 0 16,0 0 0-16,-2 9-192 0,2-1-32 16,2 3-16-16,-1-2 0 0,3 1-288 0,1-1 0 0,2 0 0 15,0-3-144-15,3 6 144 0,0 0 0 0,2-4 0 0,-2 1-128 16,1-1-64-16,-1-1-16 0,3 0 0 0,-1-1 0 15,-2 1-720 1,1-2-144-16,-2-1-16 0,0-1-16 0,-1-2-544 0,0-1-96 0,-2 1-32 0,-6-1 0 16,7-1-640-16,-7 1-128 0,5-4-16 0,-5 4-16 15,4-5-1248-15,0-2-240 0,-3-3-48 0,0 2-16 16,-2-2 1888-16,0 2 384 0,-2-5 80 0,-1 0 16 16,-1 0 1504-16,1 0 256 0,-1-3 128 0,-2 2-128 0,1 1 3136 15,-1 1 528-15,1 0 112 0,0 2 0 0,3 1 16 0,-1 2 0 16,1 2 0-16,3 5 0 0,0 0-1296 0,0 0-272 15,0 0-48-15,0 0-16 0,0 0-848 0,8 6-160 16,0 1-48-16,1 1 0 0,-1 0-336 16,3 2-80-16,2 2-16 0,2 1 0 0,0-3-336 0,2 2-64 15,2 0-16-15,1-1 0 0,1 1-256 0,0 0 128 16,-1 0-128-16,-1-1 0 0,-1 0 0 0,-1-1 0 16,0-1 0-16,-1-1 0 15,-2-1-800-15,1-1-160 0,-2-1-48 0,-2-1 0 16,0-1-1440-16,-2 1-304 0,0-2-48 0,0 0-11472 15,-9-2-2304-15</inkml:trace>
  <inkml:trace contextRef="#ctx0" brushRef="#br0" timeOffset="-64818.52">29133 9187 6447 0,'-11'-7'272'0,"11"7"80"0,-5-1-352 0,0-2 0 0,-2 2 0 0,2-3 0 16,5 4 8640-16,0 0 1648 0,-6 1 336 0,-2 3 64 15,-1 1-6704-15,0 3-1328 0,-2 1-272 0,1 0-48 16,-2 4-1136-16,-2 1-240 0,-2-3-32 0,-1 1-16 15,0 2-464-15,0 2-80 0,-1 0-32 0,-2-1 0 16,1 1-208-16,1 0-128 0,-1-1 128 0,2 1-128 16,2-2-576-1,-1-1-176-15,1 0-32 0,0 0-15936 0,2-2-3184 0</inkml:trace>
  <inkml:trace contextRef="#ctx0" brushRef="#br0" timeOffset="-63326.62">29525 8634 39327 0,'0'0'1744'0,"-8"-2"368"0,1 1-1696 0,0-3-416 0,7 4 0 0,0 0 0 0,0 0 2336 0,0 0 384 16,-1-2 80-16,-2-5 16 0,3 3-928 0,3 2-176 0,1 2-48 16,2-4 0-16,1 4-880 0,1-2-176 0,1 2-32 0,0 0-16 15,4 0-240-15,1-1-32 16,1 4-16-16,0-2 0 0,1-1-272 0,1-1 0 0,0-1 0 0,5 1 0 15,-1 0 0-15,1 0 0 0,0-1 0 0,-1 0 0 16,-1-1 0-16,-1 2 0 16,1-1 0-16,-2 4-144 0,-2-2-912 15,-1 0-176-15,0 0-48 0,-2 1 0 0,-3 3-3184 16,-1 0-640-16</inkml:trace>
  <inkml:trace contextRef="#ctx0" brushRef="#br0" timeOffset="-63140.64">29652 8756 28559 0,'-16'-1'2544'0,"10"1"-2032"0,-1-1-512 0,1-1 0 0,0 1 5264 0,6 1 960 0,0 0 192 0,0 0 48 0,0 0-4928 0,0 0-960 16,0 0-208-16,0 0-48 0,0 0 480 0,11 0 96 15,0 0 0-15,3 1 16 0,0 1-720 0,2-2-192 16,-1-2 0-16,3 2 0 0,2-1 0 0,1 1 0 16,1 0 0-16,3-1 0 15,0-2-864-15,1 3-160 0,2-4-16 0,4 2-16 16,3-1-1872-16,3 3-368 0,1 0-80 0</inkml:trace>
  <inkml:trace contextRef="#ctx0" brushRef="#br0" timeOffset="-62826.27">31070 8206 53679 0,'0'0'2368'0,"0"0"512"0,-1-6-2304 0,1 6-576 0,0 0 0 0,0 0 0 16,0 0 368-16,0 0-48 0,0 0 0 0,0 0 0 15,0 0 352-15,5 7 64 0,0 4 16 0,2 2 0 0,-2 4-480 0,2 2-80 16,-1 4-32-16,1 3 0 0,-1 2-16 0,-1 4 0 16,1 2 0-16,-3-1 0 0,3 4-144 0,-2-1 0 15,0 1 144-15,-2-2-144 0,-1-5 0 0,1-4 144 16,-1-1-144-16,0-2 144 0,-1-2-144 15,0-2 0-15,0-2 0 0,0-3 0 0,-1 0-128 16,0-5-32-16,-2-1 0 0,1-1 0 16,2-7-608-16,0 0-128 0,0 0-32 0,0 0 0 15,0 0-1008-15,-8 1-208 0,-1-1-32 0,1 0-12832 16,-1-3-2560-16</inkml:trace>
  <inkml:trace contextRef="#ctx0" brushRef="#br0" timeOffset="-62560.02">30484 8102 50511 0,'-12'-9'2240'0,"8"5"448"0,0-1-2144 0,1 2-544 15,3 3 0-15,0 0 0 0,4-6 768 0,3 2 64 0,2 1 0 0,3-1 0 16,2 1 304-16,6 1 64 0,6-1 16 0,2 1 0 16,2-1-768-16,2 2-128 15,0-1-48-15,2 1 0 0,0 0-272 0,2 0 0 0,2-1 128 0,4 1-48 16,2 0-80-16,6-1 0 0,3 2 0 0,1 0 0 15,-5 0 0-15,-2 2 0 0,-2-1 0 0,-4 0 0 16,-2 2 0-16,1-1 0 0,-3 1 0 16,-3 1 0-16,0 0 0 0,-3 0-128 0,-1 1 128 0,-1 3-160 15,-4 1-544 1,-3 1-96-16,-4 2-32 0,-2 0 0 0,-4 0-1472 16,-6 5-288-16,-5-4-64 0,-2 4-19424 0</inkml:trace>
  <inkml:trace contextRef="#ctx0" brushRef="#br0" timeOffset="-62306.8">31641 8453 32255 0,'0'0'2864'0,"0"0"-2288"0,0 0-576 0,0 0 0 0,0 0 4288 0,0 0 736 16,0 0 160-16,0 0 16 0,0 0-3168 0,7 7-640 16,-1 1-128-16,-2 3-32 0,-3 0-288 0,-1 4-64 15,-1 0-16-15,-1 4 0 0,-1 1-608 0,3 3-112 16,0-4-16-16,0 2 16 0,3-1-144 0,-1-1 0 15,-1-1 0-15,1 1 0 0,-1-5 0 0,-1-1 0 16,-4-3 0-16,3 2 0 0,2-3 0 0,-1 0 0 16,-4-1 0-16,4-8 0 15,0 0-576-15,0 0-128 0,0 7 0 0,0-7-16 16,0 0-1264-16,0 0-240 0,0 0-48 0,0 0-13056 16,0 0-2608-16</inkml:trace>
  <inkml:trace contextRef="#ctx0" brushRef="#br0" timeOffset="-62104.61">31829 8466 18431 0,'0'0'1632'0,"0"0"-1312"0,-5-7-320 0,3 1 0 16,4 0 6480-16,-2 1 1232 0,0 5 240 0,0 0 48 16,0 0-4928-16,0 0-976 0,0 0-208 0,0 0-32 15,-2 8-624-15,1 2-112 0,0 3-32 0,0 2 0 16,-1 0-672-16,2 4-144 0,-1 0-16 0,1 2-16 16,1 1-240-16,1 0 128 0,-1 1-128 0,0-3 0 15,0 1 0-15,1-2 0 0,-2-2 0 0,1-2 0 0,-1 1 0 0,1-2 0 16,2-2-208-16,-2-2 64 15,-1 1-624-15,2-5-128 0,-1 1-32 0,1 1 0 32,-2-8-944-32,0 0-192 0,3 6-48 0,-3-6-12928 0,0 0-2608 0</inkml:trace>
  <inkml:trace contextRef="#ctx0" brushRef="#br0" timeOffset="-61907.16">31566 8670 5519 0,'0'0'240'0,"-13"-1"64"0,3 0-304 0,3-3 0 16,-3 1 0-16,4 1 0 0,6 2 10000 0,0 0 1952 15,0 0 384-15,0 0 80 0,0 0-8624 0,0 0-1712 16,0 0-352-16,8-2-64 0,5 0-976 0,0 2-208 16,3 0-32-16,3 0-16 0,3 0-288 0,3 0-144 15,-2 1 160-15,4 0-160 0,-3-1 0 0,4 0 128 16,-2 0-128-16,6 0 0 0,-2 2-208 0,0-2-96 16,-1 0-16-16,0 0 0 15,2 0-1792-15,-8 2-352 0</inkml:trace>
  <inkml:trace contextRef="#ctx0" brushRef="#br0" timeOffset="-61341.9">30560 9222 13823 0,'-10'-4'1216'0,"10"4"-960"0,-5-4-256 0,0 1 0 0,-1 1 8192 0,6 2 1584 15,0 0 320-15,0 0 64 0,0 0-7344 0,0 0-1456 16,8 0-288-16,4 0-64 0,4 2 80 0,2-2 32 0,3 2 0 0,3-2 0 15,5 1-704-15,1-2-144 16,4-1-16-16,4 0-16 0,4 2-240 0,8 0 0 0,8-2 0 0,4 1 0 16,4 0 0-16,0-3 0 0,0 1 0 0,5 1 128 15,5-2-128-15,7 0 0 0,7 0 0 0,-1 1 0 16,-9 1 0-16,0-1 0 0,1-1 0 16,-16 3 0-16,4 1 0 0,0 4 0 0,-4-4 0 0,-5 2 0 0,-4 1 0 15,-4-2 0-15,-3 1 0 0,-6-2 0 0,-3-2 0 16,-2 4 0-16,-4-2 0 0,-3 0 0 0,-3 0 0 15,-4-2 0-15,-4 1 0 0,-3 1 0 0,-5-1-304 16,-2 1 0-16,-5-2 0 0,-5 2 0 16,0 0-1872-16,0 0-368 0,-8 10-80 0</inkml:trace>
  <inkml:trace contextRef="#ctx0" brushRef="#br0" timeOffset="-60924.04">30751 9859 28559 0,'-4'-13'1264'0,"3"8"272"0,-2-1-1232 0,3-5-304 16,-1 3 0-16,-1 3 0 0,2 5 4992 0,0 0 960 0,0 0 176 0,0 0 32 15,0 0-3680-15,0 0-752 0,0 0-128 0,0 0-48 16,0 0-672-16,2 9-144 0,-1 6-32 0,0 0 0 16,3 3-560-16,0 3-144 0,0 1 0 0,1 3 0 15,0 3 0-15,2-2-272 0,-1 2 64 0,2 1 16 0,-1 1 192 0,-1 0 256 16,1 0-48-16,-2-3-16 15,-2-1-192-15,-1-2 0 0,2-2 0 0,-1-1 0 0,-2-3 0 16,-1-1 0-16,0-1 0 0,0-2 0 16,0 0 0-16,0-2 0 0,-1-3 0 0,1 0 0 15,-3-1-352-15,1 3-112 0,-1-7-32 0,3-4 0 16,0 0-704-16,0 0-144 0,-7 2-16 0,7-2-16 16,-6 0-2048-16,-1-2-416 15,1-2-64-15</inkml:trace>
  <inkml:trace contextRef="#ctx0" brushRef="#br0" timeOffset="-60648.95">30278 9880 51135 0,'0'0'2272'0,"-4"-5"464"0,0 1-2192 0,1-2-544 16,2 0 0-16,2 1 0 0,-1 5 1008 0,7-4 80 16,-1-1 32-16,2 1 0 0,4 4-160 0,2-3-48 0,4 1 0 0,2-2 0 15,2 0-608-15,1 0-128 16,4 1-32-16,1 1 0 0,1-2-96 0,2 1-48 0,2 1 0 0,-2 0 0 15,-2 1 0-15,-1-1 0 0,1 2 0 0,0-3 0 16,-2 3 0-16,1 0 0 0,-1 0 0 0,2 0 0 16,-1 0 0-16,1 0 0 0,0 0 0 0,1 0 0 15,0 0 0-15,0 3 0 0,-2-3 0 16,0 2 0-16,-2 1-256 0,-3-1-64 0,-2 2 0 0,-3 1 0 16,-2 2-896-1,-3 0-176-15,-3 0-32 0,0 1-16 0,-3 1-2192 16,-1 3-432-16,-4-4-96 0</inkml:trace>
  <inkml:trace contextRef="#ctx0" brushRef="#br0" timeOffset="-60404.16">31169 10081 12895 0,'0'0'1152'0,"0"0"-928"0,0 0-224 0,0 0 0 0,7 8 7888 0,-2 0 1536 15,0 1 304-15,-1 1 64 0,0 2-6288 0,-1 1-1264 16,-1 1-256-16,1 2-64 0,1 0-832 0,-2 0-160 15,0 1-32-15,-1 2-16 0,0-4-560 0,1 2-96 16,-4-1-32-16,2 0 0 0,-1-2-128 0,0 0-64 0,-1 1 0 0,0-1 0 16,-2-1 0-16,0 0 0 15,0-1 0-15,0-1 0 0,-1 1 0 0,0-4 0 16,2 1 0-16,0 0 0 16,0-1-688-16,-1 1-128 0,0-5-16 0,4-4-16 15,0 0-1584-15,-4 5-304 0,4-5-64 0,0 0-19232 0</inkml:trace>
  <inkml:trace contextRef="#ctx0" brushRef="#br0" timeOffset="-60175.84">31311 10153 19343 0,'0'0'1728'0,"0"0"-1392"0,0 0-336 0,0 0 0 16,0 0 7200-16,0 0 1376 0,0 0 256 0,0 0 64 16,-1 7-6000-16,1 4-1200 0,-3 1-240 0,3 1-48 15,0 1-640-15,-1 3-128 0,1 0-32 0,0 1 0 0,-1-2-416 16,1 2-64-16,0-1-128 0,-1 0 176 15,1-1-128-15,0 1-48 0,-2-2 0 0,2 1 0 0,-1-2 0 0,1 1 0 16,1-2 0-16,-1 0 0 0,0-2-304 0,0 0-48 16,0-2-16-16,0-1 0 15,-2-2-608-15,0 1-128 0,2-7-32 0,-1 6 0 16,0 1-1456-16,1-7-288 0,0 0-64 0,0 0-11152 16,-7 4-2224-16</inkml:trace>
  <inkml:trace contextRef="#ctx0" brushRef="#br0" timeOffset="-59994.6">31094 10424 22111 0,'0'0'1968'0,"-4"-3"-1584"0,-1-2-384 0,2 1 0 0,3 4 6064 0,0 0 1120 16,0 0 240-16,0 0 32 0,0 0-4752 0,6-4-944 15,4 0-192-15,0 2-32 0,2-1-656 0,1-1-128 0,-1 2-32 16,2 0 0-16,1-2-368 0,1 2-80 16,-2-1-16-16,3 2 0 0,0-2-256 0,2 3 0 15,-2-4 0-15,0 2 0 16,-1-1-464-16,1 0-112 0,0 1 0 0,0-1-16 15,0 1-1344-15,2-1-272 0,0 2-48 0,1 1-12912 0,-1-3-2592 0</inkml:trace>
  <inkml:trace contextRef="#ctx0" brushRef="#br0" timeOffset="-56221.58">21424 10351 10127 0,'0'0'896'0,"-5"-7"-704"0,0 2-192 0,5 5 0 0,0 0 528 0,0 0 80 16,0 0 16-16,0 0 0 0,0 0 208 0,0 0 32 16,-2-9 16-16,2-1 0 0,0-1 128 0,2 5 16 15,-2 6 16-15,0 0 0 0,0 0-240 0,0 0-48 16,2-4-16-16,-2 4 0 0,0 0-16 0,0 0 0 16,0 0 0-16,0 0 0 0,0 0-208 0,0 0-64 15,0 0 0-15,0 0 0 0,0 0-80 0,0 0-32 16,0 0 0-16,0 0 0 0,0 0-128 0,0 0-16 15,0 0-16-15,0 0 0 0,11 0 32 0,-11 0 16 0,11-3 0 16,1 2 0-16,-2 2-16 0,1-1 0 0,-1-1 0 0,2-2 0 16,1 2-80-16,1 0 0 0,3-1-128 0,4 0 192 15,3-2 32-15,3 1 0 0,2 0 0 0,-1 2 0 16,1 1-224-16,2-4 0 0,2 3 0 0,1 2 0 16,0 3 0-16,1 0 0 0,4-1 0 0,3 1 0 15,2-2 160-15,4 2-16 0,3 0 0 0,3-1 0 16,2-6-144-16,4 3 0 0,2 3 0 0,9-1-176 15,4 2 176-15,4-4 0 0,-1-4 128 0,3 4-128 16,-1 4 0-16,9-3 128 0,6 1-128 0,3-1 0 16,-1-1 128-16,0 4-128 0,2 4 160 0,4-2-160 15,3 0 288-15,-3 0-32 0,-5 3-16 16,1-2 0-16,1-1-80 0,-2 2-16 0,-4-3 0 16,-4 6 0-16,-8-3-144 0,0 1 192 0,0 0-192 0,-4 1 192 0,-2-2-192 0,-4 1 128 15,-4-1-128-15,-7 0 128 0,-4 0 0 16,-5-2-128-16,-6-1 192 0,-3 2-64 0,-3-1-128 15,-4 0 0-15,-4-2 0 0,-4-2 0 0,-4 1 0 0,-4-1 128 16,-6 0-128-16,-5-2 0 16,-9 0 0-16,0 0 0 0,0 0 0 0,0 0 0 0,0 0 0 0,0 0 0 15,0 0 128-15,0 0-128 0,0 0 0 0,-7-7 0 16,-3 3 0-16,10 4 0 0,-9-8 0 0,0 4 0 16,9 4 0-16,-10-2 0 0,2-3 0 0,8 5 0 15,-9-4 0-15,9 4 0 0,0 0 0 0,0 0 0 16,0 0 0-16,0 0 0 0,-9-4 0 0,9 4 0 15,0 0 0-15,0 0 0 0,0 0 0 0,0 0 0 0,0 0 0 0,0 0 0 16,0 0 0-16,0 0 0 16,0 0-176-16,-3 12-9936 0,3-12-2000 15</inkml:trace>
  <inkml:trace contextRef="#ctx0" brushRef="#br0" timeOffset="-54262">24570 15177 18431 0,'0'0'1632'0,"0"0"-1312"0,-8-5-320 0,8 5 0 16,-6-5 704-16,6 5 64 0,0 0 0 0,-6-5 16 15,2 1 32-15,4 4 0 0,0 0 0 0,0 0 0 16,0 0 144-16,0 0 48 0,0 0 0 0,0 0 0 16,0 0-528-16,0 0-96 0,0 0-32 0,0 0 0 15,0 0 112-15,0 0 32 0,0 0 0 0,0 0 0 0,0 0-144 0,0 0-32 16,8-8 0-16,0 4 0 0,-8 4-112 15,9-4-16-15,0 1-16 0,-9 3 0 0,12-1-176 0,-12 1 128 16,10-1-128-16,-10 1 128 0,11-3-128 0,-11 3 192 16,10 0-192-16,-10 0 192 0,11-4-16 0,-2 2 0 15,-9 2 0-15,12 0 0 0,-1-6 32 0,4 5 16 16,-1 1 0-16,4 0 0 0,2-4 0 16,5 2 0-16,3-1 0 0,6 0 0 0,4-1 32 0,2 1 16 15,5-1 0-15,9 0 0 0,10 1-48 0,9 1-16 16,10-1 0-16,5-2 0 0,5-3 64 0,10 3 16 15,10 3 0-15,3 1 0 0,2-2 48 0,5 2 16 16,6 0 0-16,2 1 0 0,-3 0-144 0,1 2-16 0,1 2-16 16,0 2 0-16,1-3-176 0,-5 4 192 15,-5 2-192-15,-5-1 192 0,-3-2-192 0,-9 1 128 0,-8-2-128 16,-3 3 128-16,-4 1-128 0,-6-2 160 0,-6-1-160 16,-5 1 160-16,-2-2-160 0,-9 0 160 0,-6-4-160 15,-7 2 160-15,-5 0-160 0,-4-3 0 0,-3 0 0 0,-5 0 128 16,-4-3-128-16,-5 0 0 0,-3 2 0 0,-5-4 0 15,-2 1 0-15,-4-1 0 0,-8 5 0 0,5-7 0 16,-5 7 0-16,0 0 0 0,1-9 128 0,-1 9-128 16,0 0 0-16,-1-10 0 0,1 10 0 0,0 0 0 15,-4-9 0-15,4 9 0 0,0 0 0 0,0 0 0 16,0 0 0-16,0 0 0 0,0 0 0 0,0 0 0 16,0 0 0-16,0 0 0 0,0 0 0 0,0 0 0 0,0 0 0 15,0 0 0-15,0 0 0 0,0 0 0 0,0 0 0 16,0 0 0-16,0 0 0 0,0 0 0 0,0 0-128 0,0 0 128 15,0 0 0-15,0 0 0 0,0 0 0 0,0 0 0 16,0 0 0-16,0 0 0 0,0 0 0 0,6 7 0 16,-6-7 0-16,0 0 0 0,7 7 0 0,-7-7 0 15,8 5 0-15,-8-5 0 0,0 0 0 0,9 4 0 16,-9-4 0-16,0 0 0 0,9 1 0 0,-9-1 0 16,0 0 0-16,0 0 0 0,0 0 0 0,0 0 0 15,0 0 0-15,0 0 0 0,0 0 0 0,0 0 0 16,0 0 0-16,0 0 0 0,0 0 0 0,0 0 0 15,0 0 0-15,0 0 0 0,0 0 0 0,0 0 0 0,8 2 0 16,-8-2 0-16,0 0 0 0,0 0 0 0,0 0 0 0,9 0 128 16,-9 0-128-16,0 0 0 0,8-3 0 0,-8 3 128 15,0 0-128-15,8-4 0 0,-8 4 0 0,7-4 0 16,-7 4 0-16,7-5 128 0,-7 5-128 0,0 0 0 16,0 0 0-16,0 0 0 15,0 0 128-15,0 0-128 0,0 0-128 0,0 0-64 0,0 0-16 0,-10-1 0 31,-2 7-2592-31,-1 2-512 0</inkml:trace>
  <inkml:trace contextRef="#ctx0" brushRef="#br0" timeOffset="-48683.07">2735 16968 20271 0,'-10'-19'1792'0,"1"1"-1424"0,-2 2-368 0,3 3 0 16,3 5 1712-16,1 2 272 0,4 6 48 0,0 0 16 0,0 0-1568 0,0 0-304 16,4-6-176-16,3 5 192 0,1-1 48 0,3 4 16 15,6-2 0-15,5 1 0 0,7 2 512 0,10 0 96 16,9-1 32-16,12 0 0 0,13 1 64 0,12 0 0 16,10-4 16-16,8 1 0 0,8 0-320 0,6 0-64 15,9-3-16-15,4-1 0 0,6-1-304 0,7 1-64 16,7-4-16-16,5 3 0 0,8 0 0 0,5 0-16 15,7-4 0-15,5 2 0 0,5 0 96 16,-4 2 32-16,-5 0 0 0,-4 1 0 0,-2-5-48 16,-9 5 0-16,-5-2 0 0,-16 0 0 0,-11 0-64 0,-13 2 0 0,-9 3-16 0,-12-3 0 15,-10 1-48-15,-12-1 0 16,-10 3 0-16,-12 1 0 0,-12 1-128 0,-7 3 160 0,-6-3-160 0,-6 2 160 16,-4 1-160-16,-6 0 192 0,-10-4-192 15,0 0 192-15,0 0 0 0,0 0 0 0,0 0 0 0,0 0 0 16,-13 5 176-16,0-1 32 0,0-1 16 0,0 1 0 15,-4-1-208-15,-3 0-32 16,-3-3-16-16,-1 3 0 0,0-3-160 0,-1 2 0 0,-5-3 0 16,0 2 0-16,0 1 0 0,-1-2 0 0,-3 0 0 0,-1 0 0 15,-5 0 0-15,-1-2 0 0,-2 0 0 0,-7-1 0 16,-7 3 0-16,-4 0 0 0,-7 0 128 0,-8-1-128 16,-9-2 0-16,-7 3 0 0,-11 0 0 0,-11 0 0 0,-11-2-352 15,-6 2 48-15,-10 2 16 0,-8-2 0 16,-9 0 80-16,-3 3 16 0,-5 1 0 0,-1 2 0 0,-2-3 192 15,1 2 0-15,-1 0-160 0,5 2 160 16,4 1 0-16,5 1 0 0,2 0 0 0,2 0 0 16,0 3 0-16,5-6-144 0,4-2 144 0,5 3 0 0,1 3-432 15,7-3 32-15,5-4 0 0,4 3 0 16,3 0-144-16,10-2-32 0,8-1 0 0,10 2 0 16,10 4-2048-16,7 0-432 0</inkml:trace>
  <inkml:trace contextRef="#ctx0" brushRef="#br0" timeOffset="-36238.49">31553 10378 42159 0,'0'0'1856'0,"0"0"400"0,0-6-1808 0,0-2-448 0,1-1 0 0,3 0 0 0,4 5 992 0,-1-3 96 15,0 2 32-15,1 0 0 0,0 0 240 0,-1-1 48 16,-1 4 16-16,0-5 0 0,3 3-864 0,3-1-176 16,2 1-48-16,2 2 0 0,1-1-336 0,0 2 128 15,1-2-128-15,-1 2 0 0,0 1 0 0,4 0 0 16,-3-2-160-16,0 2 160 15,-1 0-2016-15,2 2-288 0,1 0-64 0,-1 0-18496 0</inkml:trace>
  <inkml:trace contextRef="#ctx0" brushRef="#br0" timeOffset="-35926.97">32262 9994 20271 0,'-32'-7'896'0,"22"3"192"0,2 0-880 0,3 0-208 0,5 4 0 0,0 0 0 16,4-2 6272-16,5 0 1200 0,4 2 240 0,-4-1 48 0,-9 1-4928 0,0 0-976 16,0 0-208-16,4 11-48 0,-4-11-848 0,1 15-176 15,-1 3-48-15,0 11 0 16,0 1-240-16,0 1-48 0,0 5-16 0,2-1 0 0,-1-7-96 0,-1 1 0 15,-1 1-128-15,1-2 192 0,0-1-192 0,1-1 0 16,0-1 0-16,1-2 0 0,-1 1 0 0,0-5-192 16,1 1 48-16,-1-2 0 15,-1-1-688-15,0-3-144 0,0-1-32 0,0-13 0 16,0 0-720-16,-3 11-128 0,-1-3-48 0,4-8 0 16,0 0-1728-16,-2 2-336 0,-1 0-80 15</inkml:trace>
  <inkml:trace contextRef="#ctx0" brushRef="#br0" timeOffset="-35667.6">31738 9969 43359 0,'-16'-1'1920'0,"7"-2"400"0,0 2-1856 0,9 1-464 0,9 0 0 16,0-3 0-16,-1 3 1312 0,1 3 160 0,-2-3 48 15,3 0 0-15,0 2-80 0,5 0-16 0,0-1 0 0,2 0 0 16,2-1-720-16,0 1-160 0,2 1-32 0,5 0 0 15,5-2-176-15,-2-1-32 16,6-2-16-16,6 1 0 0,4-2-128 0,1 0-32 0,0 0 0 0,-2 0 0 0,-4 2-128 0,-1-4 0 16,0 2 0-16,1 2 0 15,7-1 0-15,-6 1-224 0,-4 3 32 0,-3 2 0 32,-3 0-976-32,-5 1-192 0,-6 3-48 0,-3 1 0 15,-6 1-1184-15,-3 3-240 0,-5 1-48 0</inkml:trace>
  <inkml:trace contextRef="#ctx0" brushRef="#br0" timeOffset="-35337.55">32602 10270 23039 0,'0'0'2048'0,"0"0"-1648"0,0 0-400 0,0 0 0 0,0 0 3552 0,4 5 624 16,2-2 128-16,1 1 32 0,0 0-1488 0,-1 0-288 16,-1 1-64-16,0 0-16 0,1 1-560 0,-1 2-128 15,-1 0 0-15,-2 3-16 0,0 0-720 0,-1 2-144 16,-1 0-16-16,-1 2-16 0,-3-1-368 0,-1 2-64 15,-1-1 0-15,0 1-16 0,-2 0-288 0,3-2-144 16,1 0 160-16,3-1-32 0,-2-1-128 0,2 0 0 16,-1-2 0-16,1 1 0 0,2-4 0 0,-1 0 0 15,0-7 0-15,2 7 0 0,2-2 0 0,2 1 0 0,2-3 0 16,4 1 0-16,2-2 0 0,2 1 0 16,-1-3 0-16,4 0 0 0,-1-1 0 0,-3-1 0 15,-1 0 0-15,-3-1 0 0,0-1 0 0,-4 0 0 0,-7 4 0 0,0 0 0 16,0 0 0-16,0 0 0 0,7-6 0 0,1 1 0 15,4-1 0-15,1 2 0 0,0 3 0 0,0 0 0 16,1 0 0-16,-2-1 0 0,-2 2 0 0,1 0 0 16,-4 0-768-1,3 0-128-15,-3 2-48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8-07T23:15:10.682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825 569 7359 0,'0'0'320'0,"0"0"80"0,-2-5-400 0,-1-2 0 0,-2-2 0 0,2 3 0 16,1-1 4656-16,-1 2 848 0,2-3 160 0,-1 0 32 15,0 2-2688-15,2-1-560 0,0 7-96 0,0-6-32 16,-2-1-688-16,2 7-144 0,0 0-16 0,0 0-16 15,0 0-368-15,0 0-64 0,0 0 0 0,0 0-16 0,0 0-368 0,0 0-80 16,0 0-16-16,4 9 0 0,-1 2-112 0,-3 4-32 16,0 6 0-16,0 3 0 0,-1-2-64 0,1 3-16 15,-2 2 0-15,0 0 0 0,-2 1-80 16,3 0-32-16,-2 1 0 0,2 0 0 0,-1 1-80 0,1-3-128 16,0 2 176-16,1 3-176 0,0 0 128 0,2-4-128 15,2-3 0-15,1-1 0 0,2-2 0 16,1-1 0-16,1-2 0 0,1-3 0 0,1-3 0 0,1 0 0 15,-1-3 0-15,4-2 0 0,-2-1 0 0,1-2-144 16,0-5 144-16,2 0-192 0,-3-4-64 0,1-1 0 16,1-2-16-16,-1-1 0 15,2-2-416-15,-2 1-80 0,0-2 0 0,-1-2-16 16,0-2-1680-16,-1-1-336 0,0-1-64 0</inkml:trace>
  <inkml:trace contextRef="#ctx0" brushRef="#br0" timeOffset="250.76">687 538 26719 0,'-5'0'2368'15,"0"0"-1888"-15,-1 0-480 0,6 0 0 0,0 0 4160 0,0 0 720 0,0 0 160 0,0 0 16 16,0 0-3168-16,0 0-640 0,10-4-128 0,1 1-32 15,4-1-704-15,2-1-128 0,1 0-48 0,3-2 0 16,1 0-208-16,1-1 176 0,9-3-176 0,-1 1 160 0,-4 1-160 0,1-2 0 16,-1 2 0-16,-1 1 0 15,-1 1-832-15,-2 0-192 0,-1 0-32 0,-2 2-16 16,-2 0-1168-16,-1 2-256 0,0 2-32 0</inkml:trace>
  <inkml:trace contextRef="#ctx0" brushRef="#br0" timeOffset="572.29">816 716 37951 0,'0'0'1680'0,"-6"2"352"0,0 2-1632 16,6-4-400-16,0 0 0 0,0 0 0 0,0 0 1136 0,0 0 144 16,0 0 16-16,4 6 16 0,3-1-16 0,1-2 0 15,1 1 0-15,1-4 0 0,2 0-704 0,1 0-144 16,3-4-16-16,1 3-16 0,-2-3-144 0,2 1-16 15,-1 0-16-15,1 0 0 0,5-3-80 0,-3 2-16 16,0 2 0-16,-1-2 0 0,-2 1-16 0,-1 1 0 16,1 4 0-16,-2 2 0 0,-1 0 32 0,0 1 0 0,-1 1 0 0,1 0 0 15,-2 2 64-15,2 2 16 0,-2-2 0 16,2 3 0-16,0 0-64 0,0 2-16 0,-1 2 0 16,2 0 0-16,3 5-160 0,0-1 192 0,-1 0-192 0,0-1 192 15,-1-1-192-15,-2 0 0 0,0 0 144 0,-1-3-144 16,-1 0 0-16,-1-2 0 0,-1-1 0 0,0-2 0 15,0-3-1104-15,-1 1-240 0,-1-5-64 16,1 1 0-16,2-2-1616 0,0-1-336 16,-2 3-64-16</inkml:trace>
  <inkml:trace contextRef="#ctx0" brushRef="#br0" timeOffset="794.08">1428 673 23951 0,'-13'-4'2128'0,"7"4"-1696"0,-2 2-432 0,1 0 0 0,-2 4 3440 0,-1 0 592 0,1 2 128 0,0 0 32 0,-3 1-1664 0,1-1-336 16,-4 5-64-16,1 4-16 0,-3 2-880 0,1 3-176 15,1-2-32-15,-1 2-16 0,-1 3-528 0,0-2-96 16,4 1-32-16,0-1 0 0,1 2-352 0,2-2 144 16,1 0-144-16,2-3 0 15,2 0-432-15,1-2-192 0,3-1-32 0,1-1-16 16,3-3-2384-16,0-3-464 0,3 1-112 0</inkml:trace>
  <inkml:trace contextRef="#ctx0" brushRef="#br0" timeOffset="1184.92">1691 740 26719 0,'0'0'1184'0,"0"0"240"0,0 0-1136 0,0 0-288 0,-4-3 0 0,4 3 0 16,0 0 4096-16,-5 4 768 0,-2 3 160 0,-1 2 32 15,1 2-2768-15,-1 4-560 0,-1-1-96 16,0 3-32-16,-3 3-768 0,1 2-176 0,2-1-16 0,1 1-16 16,1-3-464-16,0 2-160 0,3-1 0 0,0-1 144 15,2 0-144-15,0-4 0 0,1-2 0 0,2-1 0 0,2-3-192 16,1-1 0-16,0-1-16 0,1-1 0 16,2-2-336-16,0-3-64 0,-7-1-16 0,8-1 0 15,0 0 16-15,0-3 0 0,-2-3 0 0,2 1 0 0,0-5 320 0,-1 0 64 16,-1-3 16-16,1 0 0 0,-2-3 208 0,1 0 0 15,1 0 0-15,-1 0 0 0,0-1 0 0,-3 1 0 16,3 2 0-16,-1 0 0 0,-3 2 0 0,4 5 0 16,-2 2 0-16,-4 6 0 0,0 0 0 0,0 0 0 15,0 0 0-15,0 0 160 0,0 0 240 0,7 8 48 16,-1 1 16-16,0 1 0 0,1 3-144 0,-2 3-16 16,-1-3-16-16,0 4 0 0,-2-3-288 0,2 2 128 15,0-2-128-15,0 1 0 0,1-1 0 0,0-1 0 16,1-3-240-16,-1-1 80 15,0-1-2048-15,-1-1-416 0,1-2-64 0,-5-5-10416 16,7 4-2064-16</inkml:trace>
  <inkml:trace contextRef="#ctx0" brushRef="#br0" timeOffset="1753.23">1923 761 11967 0,'0'0'1072'16,"0"0"-864"-16,0 0-208 0,0 0 0 0,0 0 5904 0,0 0 1136 0,0 7 240 0,1 3 32 15,-1-1-4272-15,0 1-864 0,2 2-160 0,0 2-32 16,1 3-320-16,-1 0-64 0,2 1-16 0,0 2 0 0,0-1-800 0,0 2-144 16,-1-1-48-16,1 1 0 0,1 0-240 0,0-3-48 15,0-4-16-15,-1-1 0 0,0 0-160 0,-1-1-128 16,1-3 192-16,-2-2-192 0,-2-7 176 0,0 0-176 16,0 0 160-16,0 0-160 0,0 0 0 0,0 0 128 15,0 0-128-15,0 0 0 0,0 0 0 16,0 0 0-16,1-9 0 0,2-3 0 0,-2 1 0 0,2-4 0 15,0-2 0-15,-1-1-160 0,2-2 16 0,0 0 0 16,0 1 0-16,1-3 0 16,-1 2-16-16,0 2 0 0,2 2 0 0,1 2 0 0,-2 2 160 0,2 3 0 15,-1 4-144-15,1 0 144 0,-7 5 0 0,0 0-144 16,0 0 144-16,8 0 0 0,-1 5 0 0,1 0 0 16,0 4 128-16,-1 3-128 0,-1 1 256 0,-1 3-32 15,-1 2-16-15,1-1 0 0,1 2-80 0,-1-2 0 16,0 0-128-16,0 0 192 0,2-1-192 0,-2-2 0 15,-1-2 128-15,0-2-128 0,0-1 0 0,-2-1 0 16,1-1 0-16,-3-7 0 0,0 0 0 0,0 0 0 16,0 0 0-16,0 0 0 0,0 0 0 0,0 0 0 15,0 0 0-15,0 0 0 0,5-7 0 0,0-2 0 0,-1-3 0 16,0-1 0-16,0 0-192 0,0-6 64 0,0-2 128 0,1 1-208 16,2 1 208-16,-1-2-192 0,1 3 192 15,-1 1-192-15,-1 0 192 0,2 2 0 0,-2 4-160 0,2 2 160 16,-1 2 0-16,-6 7-144 0,0 0 144 15,0 0 0-15,0 0 0 0,9 3 0 0,1 3 0 0,-4 3 144 16,-2 3 96-16,1 1 16 0,-1 1 0 16,0 3 0-16,-1 2-96 0,0 0-16 0,1 1 0 0,2-1 0 15,-1 1-144-15,0-3 0 0,0-2 0 0,2 1 0 16,-1-3-1232-16,3-1-336 16,3 0-64-16</inkml:trace>
  <inkml:trace contextRef="#ctx0" brushRef="#br0" timeOffset="2640.54">3010 612 31327 0,'-13'-1'1392'0,"9"1"272"0,0-2-1328 0,4 2-336 0,0 0 0 0,0 0 0 16,0 0 3136-16,0 0 544 0,0 0 112 0,7-5 32 16,-1 0-2512-16,5 1-496 0,2 0-112 0,1 0 0 15,1 2-416-15,0-1-80 0,0 2-16 0,0-2 0 16,1 2 48-16,0 0 0 0,-1 1 0 0,0 1 0 0,-4 0 16 0,0 2 16 16,-1 1 0-16,-1 0 0 0,-1 1 0 0,-1 1 0 15,-4 2 0-15,-1 3 0 0,-2 0 144 0,-3 4 32 16,-2 2 0-16,-2 1 0 0,0 0-48 0,-4 0 0 15,-1 1 0-15,-2 0 0 0,0 3-144 0,-1-1-16 16,0 1-16-16,0 0 0 0,0-1-16 0,0-1 0 16,1-1 0-16,0 1 0 0,1 1-208 0,0-2 0 15,1 1 0-15,2-2 0 0,0-1 0 0,4-2 0 16,-1-4 0-16,2 0 0 0,3 0 0 0,0-3 128 16,2-8-128-16,2 8 0 0,-2-8 128 0,5 8-128 15,0-4 0-15,3 0 144 0,0-3-144 0,1-1 0 16,1-1 0-16,2-1 128 0,1-3-128 0,3 0 128 15,-1 0-128-15,2-2 128 0,0 2-128 0,3-4-176 16,-1 0 48-16,2-2 0 0,1-2-128 0,-1 0 0 0,0 0-16 0,0 0 0 31,0-1-832-31,0-2-176 0,1 2-16 0,-1-3-16 16,-3 3 416-16,-1-1 64 0,0 1 32 0,0 1 0 16,-2-3 16-16,0 3 0 0,-4 0 0 0,1 1 0 0,-1 2 608 0,-4 0 176 15,0 4 0-15,-2 0 0 0,-2-1 0 0,-2-1 256 16,-1 8-32-16,0 0-16 0,0 0 688 0,0 0 144 0,0 0 32 0,-6 2 0 15,-1 0-96-15,0 2-16 0,0 3 0 0,-1 2 0 16,-1 1-320-16,-2 5-80 0,1 3-16 0,-1 3 0 16,2-3-96-16,1 3-32 0,2 0 0 0,-1 1 0 15,2-1-192-15,1 0-32 0,2 0-16 0,2-1 0 16,0-4-176-16,2 1 0 0,2-1 0 0,1-5 0 16,-1-2 0-16,3-1 0 0,1-2 0 0,1-3 0 0,1 0 0 0,2-3 0 15,1-1 0-15,1-3 0 0,1-3-176 0,-1 1-64 16,0-2-16-16,1-2 0 0,-2-3-16 0,-1-1-16 15,-2 0 0-15,-1-2 0 16,1 0 96-16,-3-3 0 0,-2 1 16 0,-1 0 0 0,-1-2-32 0,-1 2-16 16,0 2 0-16,-4-1 0 0,-2 0-96 0,-1 2 0 15,-1-1-16-15,-2 2 0 16,0-1-992-16,-1 4-192 16,0 0-32-16,-2 1-16 0,-2 1-1200 0,2 0-240 0,-1 1-64 0,0 1-8816 15,2-2-1760-15</inkml:trace>
  <inkml:trace contextRef="#ctx0" brushRef="#br0" timeOffset="3019.56">3723 658 11967 0,'0'0'1072'0,"0"0"-864"0,0 0-208 0,11-2 0 16,1 1 6064-16,-1 0 1168 0,1 1 224 0,0 0 48 15,-2-3-4112-15,1 3-832 0,-2 0-176 0,1 0-16 16,2-1-944-16,0 1-176 0,-5 1-32 0,4 2-16 15,-2-2-560-15,0 2-128 0,-9-3 0 0,9 5-16 16,-1 0-176-16,-1 2-16 0,-2 0-16 0,-3 1 0 16,0 1 16-16,-2 2 0 0,-2-1 0 0,-1 3 0 15,-4 0 16-15,-1-1 0 0,2 1 0 0,-2 3 0 16,-1 1-192-16,-2 1-128 0,1 0 144 0,1 0-144 16,0 1 128-16,2-2-128 0,-1 0 0 0,0 1 144 15,2-3-144-15,1 4 0 0,0-4 0 16,2-2 0-16,2-1 0 0,1 0 0 0,0-2 0 0,1-2 0 0,3-1 0 0,-4-7 0 15,5 5 0-15,0 1 0 0,2-4 0 16,1 0 0-16,1 1 0 0,1-6 0 0,2 1 0 16,2-4 0-16,1 0 0 0,0-2 0 0,1-2 0 0,1-1-176 15,1 0 16-15,0-2 0 16,3-2-752-16,0 1-160 0,-1-2-16 0,-1 2-16 16,1-4-1600-16,2 1-320 0,1 0-64 0,-1-2-17312 0</inkml:trace>
  <inkml:trace contextRef="#ctx0" brushRef="#br0" timeOffset="3404.24">4198 585 39039 0,'-12'-3'1728'0,"12"3"368"0,0 0-1680 0,0 0-416 0,0 0 0 0,0 0 0 16,0 0 1216-16,0 0 176 0,0 0 16 0,9-1 16 16,0 1 112-16,1 0 32 15,0 0 0-15,2 0 0 0,0 0-592 0,-1 0-112 16,2 0-32-16,0 0 0 0,0 0-272 0,0 0-64 0,-2 0-16 0,1 0 0 15,1 1-128-15,-2 0-32 0,0 1 0 0,-1 0 0 16,-1-2-144-16,0 3-48 0,-9-3 0 0,0 0 0 16,8 4 0-16,-8-4 0 0,5 8 0 0,-2 1 0 15,-3 1 0-15,-4 2 0 0,0 0 0 0,-2 3 0 16,-3 0 0-16,-2 0 0 0,-1 1 0 0,-1 0 0 16,-2 2-128-16,-1 1 128 0,-1 1-128 0,0-2 128 0,0-2-128 0,2 1 0 15,-1 0 0-15,2 0 0 0,-1-2 0 16,4 1 0-16,0-2 128 0,3-1-128 0,3 0 0 0,1-4 0 15,0 1 0-15,3-3 0 0,1 1 0 0,0-8 0 16,5 9 0-16,2-2 0 0,-1-4 0 0,3-1 0 16,2-1 0-16,1 1 0 0,1-2 0 0,2-2 0 15,3 0 0-15,1-2 0 0,-1-3 0 16,2 1 0-16,-1-3-144 0,2 1 144 16,1-1-752-16,0 1-80 0,0 0-32 0,2 0 0 15,1-1-2224-15,-2 3-448 16,2-1-96-16</inkml:trace>
  <inkml:trace contextRef="#ctx0" brushRef="#br0" timeOffset="3580.61">4792 920 44175 0,'0'0'1952'0,"0"0"416"0,-1 9-1904 0,1 1-464 16,0 2 0-16,0 1 0 0,0 1 1872 0,1 2 288 16,1 1 48-16,-2 0 16 0,0-1-816 0,0-1-144 15,1 3-48-15,0-1 0 0,2 0-1008 0,-2 0-208 16,-2-1 0-16,2 0 0 0,2-2 0 0,-2-1 0 15,-2-1 0-15,1-1 0 16,0-1-720-16,0-1-80 0,-1-1-16 0,1-8-15392 0,2 7-3088 16</inkml:trace>
  <inkml:trace contextRef="#ctx0" brushRef="#br0" timeOffset="4586.79">5538 454 31615 0,'0'0'1408'0,"0"0"272"0,-5-4-1344 0,1-1-336 0,0 1 0 0,3 2 0 15,1 2 1760-15,0 0 288 0,0 0 48 0,0 0 16 0,0 0-16 16,0 0 0-16,0 0 0 0,0 0 0 0,-1 5-1008 0,1 3-192 16,1 2-32-16,-1 6-16 0,0-2-208 0,1 4-32 15,0 2-16-15,1 2 0 0,-1 4-112 0,-1 2-32 16,1-1 0-16,1 0 0 0,-1 1-192 0,-2-1-64 16,1-1 0-16,1 0 0 0,0-1-192 0,1-2 128 15,-2 1-128-15,0-1 0 0,1-2 128 0,0-1-128 16,-1-3 0-16,1-2 144 0,1-2-144 0,0-2 0 15,0-2-160-15,-1-3 160 16,-1-6-1616-16,0 0-240 0,0 0-32 0,0 0-16 16,8-2-1872-16,4-3-368 0</inkml:trace>
  <inkml:trace contextRef="#ctx0" brushRef="#br0" timeOffset="5089.39">5855 839 15663 0,'0'0'1392'0,"0"0"-1120"15,0 0-272-15,0 0 0 0,0 0 6480 0,0 0 1248 16,0 0 240-16,0 0 48 0,-3 8-4592 0,1-2-928 16,2-6-176-16,0 9-32 0,0 0-1056 0,0 1-208 15,-2-3-32-15,2-7-16 0,2 8-640 0,-1 1-128 16,-1-2-16-16,0-7-16 0,1 8-176 0,-1-8 0 15,0 0 0-15,2 9 0 16,-2-9-640-16,0 0-176 0,2 6-16 0,4 1-16 16,0-1-2512-16,2-2-496 0,1 2-112 0</inkml:trace>
  <inkml:trace contextRef="#ctx0" brushRef="#br0" timeOffset="5586.98">6219 461 19343 0,'-8'-11'1728'0,"5"7"-1392"15,3 4-336-15,-1-3 0 0,1 3 4096 0,0 0 768 16,0 0 128-16,0 0 48 0,0 0-1888 0,0 0-368 16,0 0-80-16,0 7-16 0,-3 4-896 0,2 3-176 15,0 3-32-15,-1 3-16 0,1 1-704 0,0 3-144 0,1 1-16 0,-1 0-16 16,1 0-336-16,0-2-64 0,0 1-16 0,1-2 0 16,-1-1-272-16,1-3 0 0,0-1 128 0,1 0-128 15,-1 0 0-15,0 0 0 0,1-2 0 0,-1 1 0 16,0 1 0-16,1-2 0 0,-1 2 0 0,-1 0 0 15,1-4-384 1,-1 2-16-16,-1-2-16 0,0 0 0 0,2 0-1232 0,0 0-240 0,1-1-48 0,0-1-16 16,2-2-1744-16,1-1-336 15,2-1-80-15</inkml:trace>
  <inkml:trace contextRef="#ctx0" brushRef="#br0" timeOffset="5808.56">6529 866 37263 0,'0'0'1648'0,"0"0"336"0,0 0-1584 0,0 0-400 15,0 0 0-15,3 9 0 0,-2 1 1552 0,0-1 240 16,1 2 32-16,-1 0 16 0,-1 2-112 0,0 0-32 16,1 1 0-16,0 2 0 0,1-2-1168 0,-1 2-224 15,-1-2-48-15,1 1-16 0,2-4-240 0,0 0 0 16,-2-2 0-16,1 1 0 15,2-2-2592-15,2 0-464 0,-1-2-80 0</inkml:trace>
  <inkml:trace contextRef="#ctx0" brushRef="#br0" timeOffset="6121.46">7056 422 2751 0,'0'0'128'0,"-4"-7"16"0,0 2-144 0,4 5 0 0,0 0 0 0,0 0 0 15,0 0 9600-15,0 0 1872 0,0 0 384 0,0 0 80 16,0 0-8016-16,-4 6-1600 0,1 4-320 0,1 3-64 0,-2 2-976 0,1 4-208 16,1 1-48-16,-1 4 0 0,2 1-320 0,-2-1-80 15,1 4-16-15,0-3 0 0,1 1-144 0,0 0-16 16,-1 0-128-16,1-4 192 0,1-1-192 0,-1-2 128 15,-2-2-128-15,2 0 0 0,1 3 0 0,0-3 128 16,0 0-128-16,1-2 0 0,0-2 0 16,1 0 0-16,-2 0 0 0,1-2 0 15,0-3-864-15,1 1-112 0,-2-9-32 16,5 6 0-16,-1-2-2192 0,1 1-448 0,3-3-96 16</inkml:trace>
  <inkml:trace contextRef="#ctx0" brushRef="#br0" timeOffset="6317.9">7202 750 37775 0,'0'0'1664'0,"0"0"368"0,0 0-1632 0,0 0-400 15,0 0 0-15,0 0 0 0,-3 7 1872 0,2 1 304 0,0-1 48 0,-1 1 16 16,1 1-592-16,1-2-112 0,0 2-32 0,0 0 0 16,0 0-1056-16,-1 2-192 0,1-1-64 0,1-1 0 15,0 0-192-15,1-1 0 0,-1 0 0 0,-1-8 0 16,1 7-1536-16,2 0-320 0,-1 0-48 0,-2-7-16 15,7 4-2416-15,-1-2-480 0</inkml:trace>
  <inkml:trace contextRef="#ctx0" brushRef="#br0" timeOffset="7637.84">7558 599 4607 0,'0'0'192'15,"0"0"64"-15,0 0-256 0,0 0 0 0,0 0 0 0,-7 3 0 0,1-3 4816 0,-2 0 928 0,-1 0 176 0,1 0 32 16,8 0-2016-16,-5-2-416 16,5 2-64-16,0 0-32 0,-6-2-1104 0,6 2-208 0,0 0-64 0,0 0 0 15,0-7-848-15,0 7-176 16,6-6-48-16,1-1 0 0,3 1-464 0,0-1-112 16,2 1-16-16,2-1 0 0,0 1-112 0,2-1-16 0,-2-1-16 0,3 0 0 15,2 1 0-15,-4-1 0 16,1 1 0-16,-2 3 0 0,-1 0 64 0,-2 2 16 15,0-1 0-15,0 2 0 0,-2 0-16 0,-9 1 0 0,0 0 0 0,8 0 0 16,-8 0 0-16,0 0 0 0,5 7 0 0,-4 3 0 16,-2-1 16-16,-2 2 0 0,-2 4 0 0,-3-2 0 15,1 2-144-15,-4 4-32 0,-2 0 0 0,-1 1 0 0,-3 1-144 16,1-2 0-16,1 1 0 0,0-1 128 0,0-2-128 16,1 0 0-16,1 0 0 0,0-1 0 0,0-3 0 15,2 0 0-15,0-1 128 0,3-1-128 0,2 0 0 16,-1-2 0-16,2 1 0 0,3-3 0 0,2-7 0 15,0 0 0-15,0 0 0 0,3 8 0 0,4-3 0 0,-1 0-144 16,2 0 144-16,3-2 0 0,0-2-144 16,3-1 144-16,1 0 0 0,2-1-144 15,-1-2 144-15,2 1 0 0,0-2 0 0,2 0 0 0,-1 0 0 0,1 1-160 16,-1-3 160-16,2 2-160 16,-1 1-800-16,1-1-176 0,-2 3-16 0,3 1-15008 15,3 1-2992-15</inkml:trace>
  <inkml:trace contextRef="#ctx0" brushRef="#br0" timeOffset="7822.51">8191 869 14735 0,'0'0'1312'0,"0"0"-1056"16,0 0-256-16,-2 6 0 0,2-6 7696 0,-4 10 1488 16,2-3 288-16,1 2 64 0,0 2-6336 0,1 1-1280 0,-3-1-256 0,2 2-64 15,0-1-768-15,2 1-144 16,0 0-48-16,1 0 0 0,-1 3-496 0,1-3-144 0,0-3 0 0,-2 3 0 31,0-3-720-31,0 0-224 0,1-2-32 0,2 1-15392 0,-1-3-3072 0</inkml:trace>
  <inkml:trace contextRef="#ctx0" brushRef="#br0" timeOffset="8491.79">8662 385 36735 0,'0'0'1632'0,"0"0"336"0,-5-2-1584 0,1-1-384 0,-5-2 0 0,1 3 0 0,3 1 1904 0,1 0 288 16,0 2 64-16,2 0 16 0,2-1-496 0,-1 8-112 15,-1 4 0-15,-1 4-16 0,0 3-848 0,-1 3-160 16,1 6-48-16,-1 2 0 0,1 2-208 0,0 1-64 15,1 0 0-15,-1-2 0 0,1-1-176 0,2 0-144 16,-2-5 192-16,1-1-192 0,1 0 128 0,0-2-128 16,1-1 0-16,1-3 0 15,-1-2-528-15,1-1-176 0,1-4-16 0,2-1-16 16,4-1-2608-16,1-1-528 0,0-1-96 0</inkml:trace>
  <inkml:trace contextRef="#ctx0" brushRef="#br0" timeOffset="8649.04">8814 805 20271 0,'0'0'1792'0,"-5"4"-1424"0,-1 0-368 0,-1 2 0 16,2 1 5312-16,1-2 1008 0,-1 3 192 0,1 0 32 15,0 1-4432-15,0 0-880 0,0-1-176 0,4-8-32 16,0 0-576-16,0 8-96 0,0-8-32 0,0 0 0 31,0 0-2480-31,7 5-496 0,1-3-96 0,1-2-16096 0</inkml:trace>
  <inkml:trace contextRef="#ctx0" brushRef="#br0" timeOffset="9074.94">9226 409 41695 0,'0'0'1856'0,"0"0"368"0,0 0-1776 0,0 0-448 16,0 0 0-16,0 0 0 0,0 0 1760 0,0 0 272 15,0 0 48-15,0 0 16 0,0 0-512 0,0 0-112 16,0 0 0-16,0 0-16 0,0 0-752 0,0 0-128 15,-2 7-48-15,-2 3 0 0,0-1-176 0,-1 1-32 16,-3 3-16-16,1 2 0 0,0 0-128 0,-3 2-32 16,1-1 0-16,0 1 0 0,-1 0-144 0,-1 0 0 15,1-2 0-15,0 1 0 0,0-2 0 0,3 1 0 16,-1-2 0-16,-1 0 128 0,-4-2-128 0,1 0 0 16,1-2 0-16,2 0 128 0,0 0-128 0,0-2 0 15,1-1 0-15,3-1 0 0,5-5 0 0,0 0 0 16,0 0 128-16,0 0-128 0,0 0 0 0,0 0 0 15,0 0 0-15,0 0 0 0,0 0 0 0,0 0 0 16,0 0 0-16,0 0 0 0,0 0-144 0,0 0 144 0,9 2 0 0,2-4 0 16,0 0-128-16,1-1 128 0,-2 1 0 0,3 0 0 15,1 1 0-15,-1-2-128 0,0 1 128 0,0-1 0 16,1-1 0-16,0 0 0 0,1 2 0 0,-1-3 0 16,0 2-128-16,1 0 128 0,-1 1 0 0,0-1 0 15,-2-1-400-15,2 2 16 0,1 0 16 0,-3-2 0 16,-3 2-624-16,-3-2-128 15,2 1-32-15,0 1 0 0,-2-1-896 0,-6 3-176 0,8-4-32 16,-8 4-11856-16,7-4-2368 16</inkml:trace>
  <inkml:trace contextRef="#ctx0" brushRef="#br0" timeOffset="9307.7">9312 319 24879 0,'0'0'2208'0,"0"0"-1760"0,0 0-448 0,0 0 0 0,0 0 4240 0,0 0 768 16,0 0 160-16,0 0 16 0,-2 8-2336 0,-1 2-480 16,2 2-80-16,1 1-32 0,0 2-1040 0,1 4-224 15,1 3-32-15,-1 4-16 0,0 3-496 0,0 1-112 16,1 0-16-16,0-1 0 0,1 3-144 0,0-2-48 16,-1-3 0-16,1 1 0 0,-1-4-128 0,0-3 0 15,-1-1 144-15,0-1-144 0,2 1 0 0,0-3 0 16,-1 2 0-16,1-3 0 15,-1-2-624-15,1-1-192 0,1 0-32 0,2 0-15488 16,2-1-3104-16</inkml:trace>
  <inkml:trace contextRef="#ctx0" brushRef="#br0" timeOffset="10079">9479 1459 23951 0,'-15'-1'2128'0,"7"0"-1696"16,-3 0-432-16,0 1 0 0,-1 0 2880 0,2 0 512 15,-5 0 80-15,2 0 32 0,1 0-2960 0,-2-3-544 16,0 2-192-16,1-1 0 0,-2 4 608 0,1-1 128 15,0-1 32-15,-2 0 0 0,-1 0 64 0,-4 0 32 16,-2 0 0-16,-3 0 0 0,0 0 0 0,-4 3 0 16,-3-3 0-16,-1 1 0 0,-1-1-416 0,0 1-64 0,-3 2-32 0,-1-2 0 15,-4 0-160-15,0 2 0 16,-3 1 0-16,-27 1 0 0,0-1 0 0,3-1 0 0,3-3 192 0,1 0-64 16,2-2-128-16,0 2 0 15,0 0 0-15,-9 2-176 0,-12 2 48 0,1-3 0 0,-2-1 0 0,0 0 0 0,-1 1-64 16,-8 0 0-16,-10-1 0 0,-4 3 0 15,1-2-32-15,-3 3-16 0,-5 0 0 0,-4 0 0 0,-1 0 240 0,-3 0 0 16,1 0 0-16,-4 1 0 16,-2-1 592-16,3 1 64 0,2-1 16 0,-3 1 0 0,-1-1-16 15,5 0 0-15,3 0 0 0,-3-1 0 0,-5-2-400 16,3 2-96-16,4 0-16 0,-3 0 0 0,-5-2-144 0,3-1 0 16,3 3 0-16,0 0 0 0,0-1 0 0,1 1 128 15,2-2-128-15,6 0 128 0,3 2 112 0,0-2 16 16,-1 1 0-16,6-1 0 0,6 0 112 0,0-1 16 15,-2 0 16-15,7 0 0 0,3-1 32 0,8 1 0 16,4 0 0-16,5 0 0 0,3-1-80 0,0-1-16 0,2 1 0 0,2 0 0 16,5 1-80-16,6 0-32 0,2 0 0 0,6 0 0 15,4 1-96-15,5 0-128 0,2 1 176 0,3-1-176 16,2 0 160-16,3-1-160 0,2 2 128 16,4-2-128-16,6 0 0 0,2 1 0 0,5-1 0 15,0 1 0-15,1-1 0 0,2 0-224 0,8 0 80 0,0 0 16 16,0 0-80-16,0 0-16 0,0 0 0 0,0 0 0 31,0 0-288-31,0 0-64 0,0 0-16 0,0 0 0 16,14 4-1136-16,1-1-240 0,-1 1-32 0,-1 2-18224 0</inkml:trace>
  <inkml:trace contextRef="#ctx0" brushRef="#br0" timeOffset="30395.97">1033 2685 27295 0,'0'0'1216'0,"-7"0"240"0,-2 0-1168 0,2 0-288 0,2-1 0 0,5 1 0 0,-5 1 1248 0,-2 0 192 16,2 1 32-16,5-2 16 0,-4 2-16 0,0 3-16 16,4-5 0-16,-4 7 0 0,2 1-800 0,1 1-144 15,-1 0-48-15,1 3 0 0,0 1-16 0,1 2-16 0,0 1 0 16,1 0 0-16,0-1-112 0,-1 4 0 15,-1 1-16-15,1-3 0 0,1 3-112 0,-1-4-32 0,0 1 0 0,-1 1 0 16,1 0-160-16,0-1 0 16,0 0 144-16,0-1-144 0,0 1 0 0,0-4 144 15,-1 0-144-15,1-2 0 0,-2 0-128 0,1 0-144 16,0-3-32-16,1 0 0 16,1 0-1248-16,-1-8-256 0,5 6-48 0,-5-6-16 15,0 0-576-15,0 0-112 0,0 0-32 0</inkml:trace>
  <inkml:trace contextRef="#ctx0" brushRef="#br0" timeOffset="30725.49">684 2753 3679 0,'0'0'320'0,"0"0"-320"0,0 0 0 0,-3-2 0 0,-1 2 5792 0,0-2 1088 16,4 2 224-16,0 0 32 0,-3-3-4512 0,3 3-896 15,0 0-176-15,1-5-32 0,2-2-592 0,1 2-112 16,1 0-32-16,3-1 0 0,2-1-400 0,2 0-64 16,1 1-32-16,5-2 0 0,3 0 96 0,0-1 32 15,0-1 0-15,2-1 0 0,1 2-112 0,2 0-32 16,-3 0 0-16,1 0 0 0,1 1-272 0,-2 0 160 15,1 2-160-15,-1 0 128 0,-3 0-128 0,-1 1 128 16,-2 0-128-16,0 1 128 0,1 1-368 0,-2 2-80 16,-3-1 0-16,-1 2-16 15,-2 2-2192-15,-1 2-432 0,-2 0-96 0</inkml:trace>
  <inkml:trace contextRef="#ctx0" brushRef="#br0" timeOffset="30991.38">613 3079 23951 0,'-15'7'1056'0,"10"-5"224"16,-1 0-1024-16,6-2-256 0,0 0 0 0,0 0 0 0,0 0 2864 0,0 0 512 0,0 0 96 0,0 0 32 16,0 0-2032-16,11 0-416 0,2-1-80 0,-1 0-16 15,3-1-448-15,1 2-80 0,3-3-32 0,2 0 0 16,-1 0-112-16,3 1-32 0,-1-2 0 0,8-1 0 15,0-2-96-15,0 1-32 0,0-1 0 0,-3 1 0 0,0 0-128 0,0 1 0 16,-1 0 144-16,-3 1-144 0,-1-3 0 16,-1 2 0-16,-3 1 0 0,1-1 0 15,-2 3-1216-15,-2-1-304 0,3 2-64 0,-1-1-10192 16,-1 2-2048-16</inkml:trace>
  <inkml:trace contextRef="#ctx0" brushRef="#br0" timeOffset="31138.02">1353 3071 26719 0,'-10'12'1184'0,"6"-7"240"0,0 0-1136 0,4-5-288 15,-3 8 0-15,2 0 0 0,0-2 2384 0,-1 2 432 16,1-1 64-16,1-7 32 0,-1 6-2000 0,1-6-400 0,0 0-64 0,5 7-32 31,4-2-2256-31,0-3-448 0,0 0-80 0</inkml:trace>
  <inkml:trace contextRef="#ctx0" brushRef="#br0" timeOffset="31473.9">1657 2599 29887 0,'0'0'1328'0,"0"0"272"0,0 0-1280 0,0 0-320 0,-1-5 0 0,1 5 0 0,0 0 1488 0,0 0 240 16,0 0 64-16,0 0 0 0,0 0-144 0,0 0-32 16,0 0 0-16,2 8 0 0,1 1-384 0,-2 2-80 15,1 1 0-15,-1 2-16 0,-1 3-256 0,-1 2-48 16,1 1-16-16,0 3 0 0,-2 1-288 0,1-3-48 16,2 3-16-16,1-1 0 0,-2 1-208 0,1 0-64 15,0-3 0-15,-1 1 0 0,1-2-192 0,1 0 0 16,-1 0 128-1,0-1-128-15,2-1 0 0,-3-4 0 0,1 1 0 0,2-1 0 0,-1 0-240 0,1-1-80 16,-2-1-32-16,2-4 0 16,0 0-1504-16,-3-8-288 0,2 6-64 0,-2-6-16 15,5 9-1456-15,1-2-288 0</inkml:trace>
  <inkml:trace contextRef="#ctx0" brushRef="#br0" timeOffset="32207.99">2188 2827 38527 0,'0'0'1712'0,"0"0"336"0,0 0-1632 0,0 0-416 0,-6 4 0 0,6-4 0 0,0 0 1024 0,0 0 128 15,0 0 32-15,0 0 0 0,0 0-560 0,0 0-112 16,-1 6-32-16,1-6 0 16,7 7-3456-16,-2 0-688 0</inkml:trace>
  <inkml:trace contextRef="#ctx0" brushRef="#br0" timeOffset="32356.78">2228 3020 40719 0,'0'0'1792'0,"-4"7"384"0,-2-2-1728 0,0-1-448 0,6-4 0 0,-6 5 0 0,2 0 1472 0,-3 0 224 0,1 0 32 16,6-5 16-16,-5 7-160 0,1-2-48 0,-1 0 0 16,5-5 0-16,0 0-1056 0,0 0-224 0,0 0-32 15,0 0-16 1,0 0-1920-16,0 0-384 0,7 4-80 0</inkml:trace>
  <inkml:trace contextRef="#ctx0" brushRef="#br0" timeOffset="38551.87">3214 3810 4607 0,'0'0'400'0,"0"0"-400"0,-4 5 0 0,4-5 0 0,-7 3 4768 0,3-1 864 16,4-2 192-16,0 0 16 0,-5 0-2720 0,0-1-560 15,5 1-96-15,-4-4-32 0,0 0-320 0,-1-2-64 16,1-2 0-16,1-2-16 0,1-2-624 0,-1-1-128 16,2-2-32-16,0-1 0 0,-1-5-464 0,0-3-80 15,2-1-32-15,0-3 0 0,-2-2-304 0,4-2-64 16,0 0-16-16,0-2 0 0,0-1-288 0,1-4 128 15,1-4-128-15,-2-3 0 0,3-1 0 0,2-5 0 16,1 0 0-16,1 1 0 0,-1 4 0 0,0-1 0 16,-2 6 0-16,3 2 0 0,0 1 0 0,-1 3 0 15,0 5 0-15,0 1 0 0,1 1 160 0,0 6-160 16,0-1 128-16,0 5-128 0,2-1 192 0,0 5-32 16,1 0-16-16,-3 2 0 0,-1 0-16 0,1 3-128 15,0 2 192-15,-1 3-64 0,1 1-128 0,0 1 0 0,-1 3 144 0,1 3-144 16,-1-1 0-16,0 5 0 0,-1 1 0 15,0 1 0-15,1 3 0 0,-1 2 0 0,-2 2 0 0,-1 1 0 16,-2 1 0-16,0 1 0 0,-2 1 0 0,-2 0 0 16,0-5 0-16,-2 3 0 0,-3-3 0 0,1 2 0 0,-2 0 0 0,-1 1 0 15,-1-4 128-15,0 1-128 0,0 0 128 0,1 0-128 16,0-1 128-16,-2-1-128 0,-2-1 128 0,2-1-128 16,-1 0 128-16,1-1-128 15,-2 1 0-15,3-2 144 0,1-3-144 0,1 1 0 0,1-2 144 0,1 0-144 16,-1-1 0-16,7-4 144 0,0 0-144 0,0 0 0 15,0 0 0-15,0 0 0 0,0 0 0 0,0 0 0 16,0 0 0-16,0 0 0 0,0 0 0 0,0 0 0 16,0 0 0-16,0 0 0 0,11-1-144 0,1 0 144 15,1-1 0-15,0 1 0 0,1-2 0 0,0 2 0 16,2 0 0-16,0-1 0 0,1 0 0 0,1 2-128 16,1 2 128-16,1 1 0 0,-2 2 0 0,-1 2 0 15,-1 1 0-15,-1 1 0 0,-2 0 0 0,-1 3 0 0,-1-2 0 16,-1 2 0-16,-2 0 0 0,-2 1 0 15,0 1 0-15,-4 2 0 0,1-2 192 0,-3 2-64 0,-1 1-128 16,-3-2 192-16,-2 1 64 0,0-2 0 0,-2-1 0 0,-2 0 0 16,-2 2 64-16,-2-2 32 0,-2 0 0 0,-1-3 0 15,-1-2-80-15,-1 0-16 0,0 0 0 16,-1-2 0-16,1 1-112 0,-1-1-16 0,-1-3-128 0,2 1 192 16,-2-3-192-16,1 2 128 0,2-1-128 0,1-2 0 15,3-4-608 1,1 2-224-16,1-5-32 0,4 2-15200 15,8 5-3056-15</inkml:trace>
  <inkml:trace contextRef="#ctx0" brushRef="#br0" timeOffset="39529.96">3897 3393 32127 0,'0'0'1424'0,"0"0"304"0,0 0-1392 0,0 0-336 0,2-7 0 0,0 1 0 16,-2 1 1408-16,0-2 192 0,-3 2 64 0,2-2 0 16,1-2-224-16,0 1-32 0,-3 1-16 0,1 0 0 0,0-2-752 0,0 1-128 15,-4 0-48-15,1 3 0 0,1-1-208 0,-1-1-64 16,0 2 0-16,0 1 0 0,-2 0-16 0,2 0-16 16,0 1 0-16,-2 2 0 0,1 0 16 0,-1 1 0 15,-1 1 0-15,2 2 0 0,-1-1-176 0,2 2 0 16,-1 2 0-16,0 1 128 0,1 2-128 0,0 3 0 15,1 0 0-15,-1 1 0 0,0 0-128 0,1 1 128 16,1 2-160-16,3-2 160 16,0 1 0-16,0-1 0 0,0 0 0 0,1 2 0 0,1 1 0 15,0 0 0-15,2 1-128 0,-1-2 128 0,-1 1 0 0,1 0 0 16,0 1 0-16,-1 0 0 0,0-1-256 0,1 0 0 0,0 0 0 16,0-1 0-1,-3-3-2048-15,1 0-432 0,3 1-80 0,0 0 0 16,-4-2-1008-16,0-1-192 0,1-2-32 0</inkml:trace>
  <inkml:trace contextRef="#ctx0" brushRef="#br0" timeOffset="40028.21">3720 3643 16575 0,'-8'-9'1472'15,"8"9"-1168"-15,-3-5-304 0,2 0 0 0,-3-1 3440 0,3 1 624 0,1 0 128 0,1 0 32 16,1-2-1856-16,4 1-384 0,-1-2-64 0,1-1 0 15,4 0-848-15,0 0-176 0,-1 1-16 0,2 0-16 16,0 0-224-16,0 0-64 0,-1-1 0 0,2 3 0 0,2-1-48 0,-1 1-16 16,-1-1 0-16,1 3 0 0,-1-1 0 0,-1 1-16 15,-3 1 0-15,-8 3 0 16,11 2-16-16,-2 2 0 0,-9-4 0 0,8 6 0 0,-1 2-32 0,0 1-16 16,-2 1 0-16,0 0 0 0,-2 3-128 15,1-2-32-15,-3 4 0 0,2-2 0 0,-2-1-112 0,0-1-32 16,-1 0 0-16,0-1 0 0,-1-1-128 0,1-1 0 15,0-8 144-15,0 0-144 0,0 9 0 0,0-9 144 16,0 0-144-16,0 0 0 0,0 0 0 0,0 0 0 16,0 0 0-16,0 0 0 0,0 0-160 0,0 0-32 15,0-6-16-15,1-3 0 0,1-2-48 0,0 1-16 16,1-1 0-16,0 0 0 0,2-3 80 0,0 1 32 16,2-1 0-16,-1 1 0 0,2 0 160 0,0 3 0 15,-2-1 0-15,2 2 0 0,0 1 0 0,0 0-128 0,0 2 128 0,-1 2 0 16,2 1 0-16,-2 2 0 15,-7 1 0-15,7 0 128 0,-1 1 128 0,1 2 48 16,-1 0 0-16,-1 2 0 0,0 0-48 0,2 2 0 0,-3 2 0 0,0 1 0 16,1 0-112-16,-1 4-16 0,0 0-128 0,0 0 192 15,0-1-192-15,-2 0 0 0,1 2 128 16,0-5-128-16,-1 2 0 0,1-2 0 0,-2 1 0 0,2-2-160 31,-3-9-1008-31,1 6-208 0,-1-6-32 0,0 0-16 16,4 6-1936-16,2-4-384 0,0-1-80 0</inkml:trace>
  <inkml:trace contextRef="#ctx0" brushRef="#br0" timeOffset="40176.97">4240 3380 17503 0,'-16'-8'1552'0,"11"4"-1232"0,1 0-320 0,0-1 0 0,-1-2 3920 0,2 2 736 16,-1 0 144-16,2 1 16 0,2 4-2352 0,0 0-480 16,0 0-80-16,0 0-32 0,0 0-1232 0,0 0-240 15,0 0-48-15,0 0-16 16,0 0-1824-16,0 0-368 0,9 12-80 0,1 1-9584 15,1 0-1920-15</inkml:trace>
  <inkml:trace contextRef="#ctx0" brushRef="#br0" timeOffset="40717.33">4422 3500 10127 0,'0'0'896'0,"3"-5"-704"0,1-3-192 15,0 1 0-15,0 1 3984 0,-1 0 768 16,-1 1 160-16,0-1 16 0,-2 6-2080 0,0 0-416 15,2-5-96-15,-2 5-16 0,0 0-336 0,-6 0-80 16,-1 2-16-16,-1-1 0 0,0 3-672 0,-1 3-144 0,-2 1-32 0,1 2 0 16,0 3-496-16,0 1-96 15,3 2-32-15,-2-3 0 0,1 0-128 0,1-1-32 16,1 0 0-16,0-1 0 0,4 1-256 0,-1-3 0 0,1 0 0 0,0-1 0 16,2-8 0-16,0 0 0 0,4 7 0 0,-4-7-144 15,0 0-176-15,0 0-48 0,7 4 0 0,1-2 0 16,-8-2-16-16,7-2-16 0,3-2 0 0,-1 0 0 15,-2-1 96-15,1-2 32 0,1-1 0 0,1-1 0 16,0-3 96-16,0 1 32 0,0-1 0 0,-3-1 0 0,-1-1 144 16,0-1 0-16,1 2 0 0,-1 1 0 15,-1 1 0-15,2 2 0 0,-2-2 0 0,-1 3 0 16,0 3 192-16,-4 5 0 0,0 0 16 0,0 0 0 0,0 0 400 16,0 0 80-16,0 0 16 0,0 0 0 0,0 0-256 15,6 4-32-15,0 4-16 0,-1 4 0 0,-3-2-176 0,2 4-32 16,0 1-16-16,0 2 0 0,0-2-176 15,0 6 0-15,0-1 0 0,0 3 128 0,1 1-128 16,0 0 0-16,2 2 0 0,-2 3 0 0,-1-3 0 0,0 2 0 16,-2-1 0-16,0-1 0 0,-1-1 0 0,-1-3-224 15,-1 0 80-15,-2-2 16 0,-2-1 128 0,-2 0 0 16,-2-3 0-16,-1 0 0 0,-2 0 0 0,0-4 0 16,1 1 0-16,-4-2 128 0,0 0 0 0,0-2 16 15,0-1 0-15,-2 1 0 0,0-5 16 0,-2 1 0 16,0-1 0-16,1-2 0 0,-4-2-160 0,-2-1 128 15,2 0-128-15,-3-3 128 0,0-1-320 0,1 1-64 16,0-3 0-16,3-2-16 16,4 0-1440-16,3-1-272 0,2-3-64 0,3-2-16 15,4-2-2272-15,1-1-448 0</inkml:trace>
  <inkml:trace contextRef="#ctx0" brushRef="#br0" timeOffset="41014.39">4942 2887 43887 0,'0'0'1936'0,"0"0"416"0,0 0-1888 0,0 0-464 0,0 0 0 0,0 0 0 0,0 0 1648 15,0 0 224-15,0 0 48 0,0 0 16 0,0 0-672 0,0 0-144 16,0 0-32-16,0 0 0 0,10-3-768 0,0 1-144 15,2-2-48-15,1 1 0 0,0 1-128 0,1 0 0 16,0 0 0-16,1 0 0 0,-1 2 0 0,0-2 0 16,-1 1 0-16,1 1 0 0,-3-2 0 0,0 2-224 15,-1 2 48-15,-1-1 16 16,-2 1-976-16,-7-2-192 0,0 0-32 16,6 6-16-16,-6-6-1280 0,6 7-256 0,0 4-48 0,-3-3-16160 15</inkml:trace>
  <inkml:trace contextRef="#ctx0" brushRef="#br0" timeOffset="41218.28">4880 3100 27647 0,'0'0'2448'0,"0"0"-1952"15,0 0-496-15,0 0 0 0,0 0 3312 0,0 0 560 16,0 0 112-16,0 0 32 0,0 0-1424 0,8 6-288 16,-1-2-48-16,1 0-16 0,3-2-1056 0,3 1-224 15,3 1-32-15,0-4-16 0,-1 0-416 0,1 0-96 0,2 0-16 0,3 0 0 16,0 0-144-16,1-3-48 0,-1 2 0 0,0 0 0 15,-1-1-192-15,-2 0 0 0,0 1 0 0,-2-1 0 32,-1 2-256-32,0 0-128 0,0-1-48 0,-2 0 0 0,0-1-1712 15,2 2-352-15,1 2-64 0</inkml:trace>
  <inkml:trace contextRef="#ctx0" brushRef="#br0" timeOffset="49717.39">6667 2513 22047 0,'0'0'976'0,"3"-5"208"0,-1-3-944 0,2-1-240 0,2-2 0 0,-3 2 0 0,0 1 2400 0,0 2 432 15,1-5 96-15,-3 4 16 0,0-1-336 0,0 1-64 16,1 1-16-16,-1-1 0 0,0-1-800 0,-1 2-144 16,-1-3-48-16,0 1 0 0,-1-1-480 0,1 0-96 15,-1 1-32-15,-1-1 0 0,0 2-240 0,-1 1-48 16,-1-1-16-16,0 2 0 0,0 0-192 0,0 1-48 15,-2 1 0-15,1 2 0 0,-1 0-128 0,1 2-48 16,-2 3 0-16,0 2 0 0,-3 1-80 0,0 3-128 16,-4 3 176-16,1 2-176 0,0 7 0 0,-1 1 0 15,1 6 0-15,1 5 0 0,0 2 0 0,1 1 0 16,0 1 0-16,3-1 0 0,3 1 0 0,5-1 0 16,1-3 0-16,2-3 0 0,2-4 0 0,4-1 0 0,2-5 0 15,2-1 0-15,2-5 0 0,3 0 0 16,4-5-144-16,1-2 144 0,1-4-144 0,0 0 144 0,3-3-160 15,0-1 160-15,0-2 0 0,0-1 0 16,-2-4-128-16,-1-2 128 0,-1 0 0 0,1 0 0 16,-3-4 0-16,3-1 0 0,-4-3 0 0,-1-3 0 0,-1-1 0 0,-1-1 0 15,0-1 0-15,-2-1 0 0,-4-1 0 16,1-1 0-16,-2-1 0 0,-1 0 0 0,-3-1 128 0,-1 2-128 16,-2 1 0-16,0 2 128 0,-2 1-128 0,-3 1 0 15,-2 1 144-15,-2 2-144 0,1 0 0 0,-5 1 144 16,-3 1-144-16,0 2 0 0,-2 0 0 0,-1 1 128 0,0-2-128 15,-2 2-144-15,-1 1 144 0,2 2-208 16,0 0-768-16,1 2-160 0,0-3-16 0,1 5-16 16,0 1-1264-16,2 2-256 15,0 2-64-15,-1 2-10624 0,2 3-2144 0</inkml:trace>
  <inkml:trace contextRef="#ctx0" brushRef="#br0" timeOffset="50042.39">6676 2596 39455 0,'0'0'1744'0,"0"0"368"0,0 0-1696 0,0 0-416 16,0 0 0-16,0 0 0 0,0 0 1664 0,0 0 256 15,-2 8 64-15,2 1 0 0,2 2-400 0,1 0-80 16,1 2-16-16,1 4 0 0,2 0-800 0,0 3-176 16,3-1-16-16,-1 2-16 0,0 0-272 0,1-1-48 15,1-2-16-15,-2-1 0 0,-1-3-144 0,-1-1 0 0,0 0 0 0,-1-2 0 16,1-2 0-16,-2-1 0 0,-5-8 0 16,5 6 0-1,-1 1-656-15,-4-7-112 0,0 0-32 0,0 0 0 16,0 0-1600-16,8-2-320 0,3 2-64 0,-2-6-10720 0,-3-2-2160 0</inkml:trace>
  <inkml:trace contextRef="#ctx0" brushRef="#br0" timeOffset="50452.58">6816 1929 29087 0,'-4'-15'1280'0,"4"15"272"0,0-5-1232 0,0 5-320 0,0 0 0 0,1-6 0 0,-1-1 2368 0,0 2 400 15,0 5 96-15,0 0 16 0,0-5-688 0,0 5-128 16,-2-3-16-16,2 3-16 0,0 0-704 0,0 0-144 16,-4-4-32-16,4 4 0 0,-7 2-416 0,-1 3-96 15,1 1 0-15,-1 2-16 0,0 1-240 0,1 2-64 16,0-2 0-16,-1 1 0 0,3 1-128 0,1-4-48 15,0 3 0-15,1-4 0 0,2 2-144 0,1-8 0 16,0 0 144-16,0 0-144 0,4 8 0 0,-4-8 128 0,6 5-128 0,2-2 0 16,1-1 0-16,0-4 0 0,0 0 0 0,-1 0 128 15,0-2-128-15,0-1 0 0,1-1 0 0,0 1 0 16,-1-1 0-16,-2-1 0 0,1 1 0 0,0-1 0 16,-2 2 0-16,-5 5 0 0,4-5 0 15,-2-1 0-15,1 1 0 0,-2-1 0 0,-1-1 0 0,0 7 0 16,-2-6 0-16,2 6-128 0,-4-6 128 0,4 6-192 31,0 0-896-31,0 0-176 0,-6-4-32 0,6 4-16 16,0 0-2336-16,-1 8-480 0,1 3-96 0</inkml:trace>
  <inkml:trace contextRef="#ctx0" brushRef="#br0" timeOffset="50885.32">7156 2702 40367 0,'0'0'1792'0,"0"0"368"0,0 0-1728 15,0 0-432-15,0 0 0 0,0 0 0 0,0 0 1936 0,0 0 304 16,0 0 64-16,0 0 16 0,-1 8-576 0,1 1-112 15,0 0-32-15,0 1 0 0,-3 3-912 0,2 0-192 16,-2 2-48-16,2 0 0 0,0 2-128 0,-2-2-48 16,0-1 0-16,1 0 0 0,-1 1-272 0,1-2 128 0,-2 0-128 0,1 0 0 15,2 0 176-15,0 0-176 0,-1-4 160 0,0 3-160 16,-1 0 128-16,2-1-128 0,1 0 0 0,1-2 0 16,0 0 0-16,-1-9 128 0,3 6-128 0,1 1 0 15,-4-7 0-15,5 4 0 0,0 0 128 0,-5-4-128 16,8 0 0-16,2-1 128 0,1-2-128 0,1 0 0 15,-1-1 128-15,2 0-128 0,0-1 0 0,2 0 0 16,0-1 0-16,1-1 0 0,0 2 0 0,-2 0 0 0,-1 2 0 16,0-2 0-16,1 3 0 0,-2-1 0 0,0-1 0 15,0 1-192-15,-1 2 48 0,1 1 0 16,-1 1-1200-16,-1 2-256 16,2-1-32-16,2 3-14432 0,4 2-2880 0</inkml:trace>
  <inkml:trace contextRef="#ctx0" brushRef="#br0" timeOffset="51718.92">5902 3538 8287 0,'-11'-4'736'0,"2"0"-592"15,0 1-144-15,0-3 0 0,0-5 5888 0,4 5 1136 16,0-1 224-16,3 2 48 0,2 5-4160 0,0 0-832 16,0 0-160-16,0 0-32 0,0 0-288 0,13-4-48 15,-1 0-16-15,1 2 0 0,4-1-768 0,1 2-160 16,1 1-16-16,3 0-16 0,2 0-224 0,6 0-32 0,4 1-16 0,-4 2 0 16,7-1-144-16,6-1-16 0,5 5-16 0,4-4 0 15,3 2-112-15,5 0-32 0,5 0 0 0,3 0 0 16,5 0-208-16,4 1 128 0,2 0-128 0,9 0 0 15,-1 1 0-15,-3-6 128 0,2 2-128 0,41 5 0 16,-16 2 0-16,-59-4 0 0,0-2 128 0,5 1-128 16,2 2 0-16,1-2 0 0,2 1 128 0,-5 2-128 0,-2 1 128 15,35 1 0-15,-24 1-128 0,-16-1 192 0,-12-1-192 0,-8 0 0 16,-8-2-192-16,-5 1 192 16,-4-2 0-16,-3-1 0 0,-10-4 0 0,0 0 0 0,0 0 0 0,0 0 144 15,0 0-144-15,0 0 192 0,0 0-192 0,0 0 192 16,0 0-192-16,0 0 192 0,0 0-192 0,0 0 128 15,0 0-128-15,0 0 128 0,0 0-128 0,0 0-224 16,0 0 48-16,-5-1 16 16,-2 0-1472-16,7 1-288 0,0 0-64 0,-5 3-21040 15</inkml:trace>
  <inkml:trace contextRef="#ctx0" brushRef="#br0" timeOffset="53287.62">6469 4193 15663 0,'-18'-9'1392'0,"13"7"-1120"0,-1-1-272 0,2 0 0 0,-1-1 5072 16,5 4 960-16,-4-3 192 0,0-1 48 0,4 4-3392 0,0 0-656 15,0 0-144-15,0 0-32 0,0 0-432 16,0 0-80-16,-1 6-32 0,1 5 0 0,1 2-800 0,2 4-144 16,-2 5-48-16,3 4 0 0,3 3-48 0,-1 2-16 15,1 3 0-15,1 1 0 0,-2-4-96 0,-1 4-32 16,1-2 0-16,-1 0 0 0,0-2-128 0,-1 1-16 16,0-2-16-16,0-1 0 0,-2-1-160 0,2-5 0 15,0 0 0-15,0-2 128 0,-1-1-128 0,-1-5 0 16,0-1 0-16,0-4 128 0,-1-2-128 0,-1-8 0 15,0 0 0-15,0 0 128 0,0 0-128 0,0 0 0 16,0 0 0-16,0 0 0 0,0 0 0 0,4-7 0 16,0-1 0-16,0-2 0 0,1-3 0 0,-1-3 0 15,-1-2 0-15,1-3 0 0,2-1 0 0,0-3 0 16,-1-2 0-16,0-2 0 0,4 1 0 0,-1-1 0 16,-1 1 0-16,-2-2 0 0,3-1-160 0,-1 0 160 15,1 1 0-15,1 1-144 0,-1 3 144 0,-1 3 0 0,0 3 0 0,3 3-128 16,-1 3 128-16,-1 2 0 0,-3 4 0 0,0 3 0 15,0 1 0-15,2 4-128 0,-1 1 128 0,1 5 0 16,1 0 0-16,-1 5 0 0,1 4 0 16,3 7 0-16,-1 3 0 0,-1 1 0 0,-2-4 128 0,1 1-128 15,-1 1 0-15,2-1 144 0,1 0-144 0,-1 0 0 16,0 0 128-16,0-1-128 0,-1 0 0 0,4 1 0 16,-3-3 0-16,0-3 0 0,-1-4 0 0,-1-1 0 15,0-3 0-15,-2-3 128 0,-1-2-128 16,-4-4 0-16,0 0 144 0,7 2-144 0,-7-2 0 0,7-3 144 15,-1-4-144-15,-1-2 128 0,-1 2-128 0,0-4 128 0,-2-1-128 16,4-1 128-16,-1-1-128 0,-1-4 128 0,0 1-128 16,-1-1 0-16,1 2 0 0,2-4 0 0,-1-2 0 0,1-3 0 15,0-1 0-15,0 0 0 0,1 1 0 0,0-1-144 16,-1 2 144-16,-1-1-208 16,0 1-480-16,-1 2-80 0,0 1-32 0,-2 2 0 15,-2-5-960-15,0 5-192 0,2 3-32 0,-1 2-12800 16,-4 1-2560-16</inkml:trace>
  <inkml:trace contextRef="#ctx0" brushRef="#br0" timeOffset="53540.24">6211 4041 10127 0,'-14'-9'896'0,"7"7"-704"0,-1 2-192 0,0-1 0 15,3 0 8448-15,5 1 1648 0,0 0 336 0,0 0 64 16,0 0-7488-16,0 0-1504 0,0 0-288 0,0 0-64 16,9-3-384-16,3 2-80 0,1 0-16 0,1-1 0 15,1 1-432-15,2 1-96 0,1 1-16 0,2 1 0 16,0-2-128-16,3-2 0 0,0 1 0 0,2 1 0 16,1 0 0-16,0 1-224 0,1 1 32 0,2-2 0 15,1-2-1616-15,1 1-320 0,-1-2-64 0,3 3-12576 16,1 0-2512-16</inkml:trace>
  <inkml:trace contextRef="#ctx0" brushRef="#br0" timeOffset="53741.47">7060 4004 23951 0,'-8'-5'1056'0,"8"5"224"0,0 0-1024 0,0 0-256 0,0 0 0 0,0 0 0 0,0 0 4544 0,0 0 864 16,0 0 160-16,0 0 48 0,0 0-3120 0,9-1-608 15,1 1-128-15,-1-4-32 0,2 1-976 0,-1 1-208 16,2-2-32-16,1 1-16 0,-4 1-368 0,2 0-128 15,-2 0 0-15,0 0 144 0,-9 2-144 0,0 0 0 16,8-2 0-16,-8 2 0 16,0 0-1152-16,0 0-96 0,0 0-32 0,0 0 0 15,0 0-576-15,0 0-128 0,0 0-32 0,0 0-10864 16,-3-4-2176-16</inkml:trace>
  <inkml:trace contextRef="#ctx0" brushRef="#br0" timeOffset="54074.1">6878 3819 9215 0,'-19'-6'400'0,"11"4"96"0,0 0-496 0,-1-1 0 16,3 1 0-16,0 0 0 0,1-2 7184 0,-1 3 1344 0,0 0 272 0,6 1 48 15,-6 0-5312-15,1 1-1056 0,-2 2-224 0,2-1-32 16,0 2-928-16,0-1-176 0,-1 1-32 16,1 2-16-16,0 2-432 0,0 1-96 0,-1 0-16 0,3 2 0 15,-3-1-224-15,4-1-48 0,-1-1-16 0,2 0 0 16,-1 0-240-16,2-8 144 0,0 8-144 0,0-8 128 15,0 0-128-15,0 0 0 0,6 5 0 0,2-1 128 0,1 0-128 0,0-2 0 16,0-2 0-16,0-1 0 0,0-2 0 0,0-1 0 16,0-1 0-16,2 0 0 0,-2 0 0 0,0-1 0 15,-1 1 0-15,-2-1 0 0,0-3 0 0,-1 1 0 16,-1-1 0-16,-2 0 0 0,1 1 0 0,0-1 0 16,-3 1 0-16,0 0 0 0,-2 3 0 0,1-2 0 15,-2 1 0-15,3 6 0 0,-5-7-128 0,0 5-64 16,-2 0-16-16,1 1 0 15,-1-2-1216-15,1 2-240 0,1 1-64 0,5 0 0 16,-4 7-2544-16,0 3-512 16</inkml:trace>
  <inkml:trace contextRef="#ctx0" brushRef="#br0" timeOffset="54374.63">7211 4458 25791 0,'0'0'1152'0,"0"0"224"0,-4-1-1104 0,4 1-272 0,0 0 0 0,0 0 0 0,0 0 5424 0,0 0 1024 0,0 0 208 0,0 0 32 15,0 8-4016-15,0 2-816 0,0 2-144 0,-1 1-48 16,2 0-992-16,0 2-208 0,2 5-32 0,-2 2-16 0,2 3-208 0,1 1-32 15,-2-4-16-15,2 0 0 0,0 0-160 0,-1-1 0 16,-1-5 0-16,1-2 128 0,-2 1-128 0,1-4 0 16,-1 0 0-16,0-2 0 15,-1-3-304-15,1 0-80 0,-1-6-32 0,0 0 0 16,0 0-1632-16,0 0-336 0,8-2-64 0,-1 0-20256 16</inkml:trace>
  <inkml:trace contextRef="#ctx0" brushRef="#br0" timeOffset="54532.11">7267 4410 30399 0,'0'0'2704'0,"-7"-2"-2160"16,2 0-544-16,5 2 0 0,0 0 3232 0,0 0 544 15,-4-1 96-15,2-1 32 0,-1 0-2160 0,3 2-416 16,-4-2-96-16,4 2-16 0,0 0-656 0,0 0-144 16,0 0-32-16,1 7 0 15,-1-7-1584-15,4 9-320 0,0-3-64 0,1 5-12336 16,3 2-2464-16</inkml:trace>
  <inkml:trace contextRef="#ctx0" brushRef="#br0" timeOffset="54955.77">7417 4549 9215 0,'-12'-4'400'0,"8"4"96"0,4 0-496 0,0 0 0 16,0 0 0-16,0 0 0 0,0 0 8000 0,0 9 1520 0,0 2 288 15,0-1 64-15,2-1-6032 0,0 3-1216 0,1 1-256 16,-2 2-32-16,0 0-1120 0,1 1-240 0,0 0-32 0,1 0-16 15,-1 1-480-15,0-1-80 0,0-2-32 0,1-1 0 16,-2-1-144-16,1-3-16 0,-1 0-16 0,0 1 0 0,-1-10-160 0,0 0 128 16,0 0-128-16,0 0 128 0,0 0-128 0,0 0 0 15,0 0 0-15,0 0 128 0,0 0-128 0,0 0 0 16,0 0 0-16,0 0 128 0,1-11-128 0,2 1 0 16,0-2 0-16,-1-2 0 0,0-2 0 0,3-1 0 15,3-4 0-15,-1 2 0 0,1-2 0 0,3 2 0 16,0 0 0-16,1 3 0 0,-1 2 0 0,-1 2 0 15,2 3 0-15,0 3 0 0,-2-1 0 0,-1 4 0 16,3 0 0-16,-2 3 0 0,1 3 0 0,-2 1 0 16,0 3 0-16,1 2 0 0,1 1 128 15,-1 3-128-15,-1-1 0 0,-1 4 128 0,0 2-80 0,-3 2-48 16,-1 1 0-16,1-1 0 0,1 1 0 0,-1-1 0 16,0-2 0-16,-1-2 0 0,0-1 0 0,0 0 0 15,-2-5 0-15,2 1 0 0,-1-5 0 0,-1 1 0 16,1-2 0-16,-3-5 0 0,0 0 0 0,0 0 0 15,0 0 0-15,0 0 0 16,0 0-752-16,8 0-144 0,0-4-16 0,2-1-16000 0,3-3-3200 16</inkml:trace>
  <inkml:trace contextRef="#ctx0" brushRef="#br0" timeOffset="69236.14">8989 3343 24879 0,'0'0'2208'15,"-6"2"-1760"-15,-2-2-448 0,1 0 0 0,1 0 2672 0,2 0 448 16,4 0 80-16,0 0 32 0,0 0-1712 0,0 0-352 16,0 0-64-16,0 0-16 0,6 2-32 0,5 2-16 15,2 0 0-15,2 0 0 0,4-1-256 0,3-1-48 16,0-1-16-16,3 2 0 0,2 0-16 0,3 1-16 16,0-3 0-16,3 2 0 0,2-1-64 0,3-1-16 15,3 1 0-15,4-1 0 0,2 0-240 0,2-1-48 16,1 0-16-16,-1-2 0 0,0-1-176 0,0-1-128 0,3 2 192 15,-2-5-192-15,-3 1 0 0,0-1 0 0,0-1 0 0,-2 3 0 32,-3 1-768-32,-3 0-224 0,-2 2-32 0,-3-4-16 15,-5 1-1104-15,0 3-224 0,-4 2-32 0,-4-3-16 16,-3 2-1120-16,-5-2-240 0,-4 0-32 0</inkml:trace>
  <inkml:trace contextRef="#ctx0" brushRef="#br0" timeOffset="69516.77">10182 3216 23951 0,'0'0'2128'0,"-8"1"-1696"0,-2 0-432 0,1 0 0 0,2 2 3552 0,1-3 624 16,0 0 128-16,6 0 32 0,0 0-2288 0,0 0-464 15,0 0-96-15,0 0-16 0,0 0-384 0,0 0-64 16,0 0-32-16,0 0 0 0,4 8-608 0,3-2-128 16,1 0-32-16,-1-1 0 0,5 0-80 0,1-2-16 15,0 1 0-15,2-1 0 0,-1 1 0 0,2 0 0 16,-2-1 0-16,0 1 0 0,-1 1-128 0,0-2 0 15,0 1 0-15,-2-2-176 0,-2 3 176 0,-9-5 0 16,8 7 0-16,-4 1 0 0,-4-8 0 0,1 9 128 16,-2 3-128-16,-2-2 128 0,-2 0 0 0,-3 1 0 15,-1 1 0-15,-2-2 0 0,0 3-128 0,-2 0 176 16,-3-1-176-16,-2 0 192 16,-2 1-784-16,1-2-160 0,0 1-16 0,-1-1-13888 15,-4-2-2752-15</inkml:trace>
  <inkml:trace contextRef="#ctx0" brushRef="#br0" timeOffset="74579.39">11921 2724 22799 0,'0'0'1008'0,"1"-6"208"0,-1-1-960 0,0-2-256 15,-2-3 0-15,-1 2 0 0,3-1 2192 0,2-2 400 16,-2 2 80-16,2 1 16 0,-1 1-704 0,1 1-128 15,-2 8-16-15,0 0-16 0,0 0-432 0,0 0-96 16,0 0-16-16,0 0 0 0,0 0-496 0,6 7-96 16,0 3-32-16,-1 5 0 0,-3 2-48 0,2 6-16 15,1 6 0-15,1 3 0 0,-2 0-304 0,0 0-64 16,-3 0-16-16,3-1 0 0,1 0-80 0,0 0 0 16,0-4-128-16,-1-1 192 0,0-4-192 0,0-1 176 0,1-3-176 0,1-2 160 15,-3-5-160-15,1-2 0 0,-4-9 144 16,0 0-144-16,0 0 0 0,0 0 128 0,0 0-128 0,0 0 0 15,0 0 0-15,6-7 0 0,-1-4 0 16,0-1 0-16,-2-2 0 0,2-2 0 0,-1-1 0 0,0-1 0 16,-2 0 0-16,3-4 0 0,1-2 0 0,-1 1 0 15,1-1 0-15,1 1 0 0,-2-4 0 0,3 0 0 16,0 3 0-16,0 2 0 0,-1 2 0 0,1 4 0 0,0 3 0 16,-1 4 0-16,-2 4 0 0,-5 5-128 0,0 0 128 0,0 0 0 15,8 10 0-15,-2 2 0 0,-2 6 0 0,1 1 192 16,1 3-64-16,-1 1 0 0,-1 2-128 0,1 0 0 15,0 0 0-15,3-3 128 0,-2-1-128 0,2-4 192 16,0-2-64-16,0 0 0 0,0-4-128 0,0 0-208 16,1-3 48-16,0-2 16 0,-1-2 144 0,-2-4-208 15,1 1 80-15,-1-2 128 0,1-3-192 0,-1-1 192 16,2-2-160-16,-1-1 160 0,-1-1 0 0,1-1 0 16,-1-3 0-16,1-1 0 0,-1-3 0 0,2-2 0 15,-2-2 0-15,2-1 0 0,0-4 0 0,0-2 0 16,0-4 0-16,5-15-144 15,-1 2-240-15,-1 2-32 0,0 0-16 0,-1 5 0 16,-1 5-400-16,-1 3-64 0,-1 2-32 0,-1 4 0 16,1 5-64-16,-2 3-16 0,-3 3 0 0,1 1 0 15,0 2 320-15,-1 1 64 0,-2 9 16 0,0 0 0 0,0 0 432 0,0 0 176 16,0 0-128-16,0 0 128 0,0 0 304 0,0 0 144 16,11 9 16-16,-1 5 16 0,-1 6 384 0,-2 4 80 0,-5 6 16 15,1 6 0-15,-2 3-272 0,2-9-48 0,-1 4-16 0,1 2 0 16,-2 2-112-16,1-2-32 0,-1 1 0 0,0-1 0 15,1-4-160-15,-1-4-16 0,0-2-16 0,1-5 0 16,-1-1-96-16,0-1 0 0,2-6-16 0,-2 1 0 16,0-4-176-16,-1-10 160 0,0 0-160 0,0 0 160 15,0 0-160-15,0 0 0 0,0 0 0 0,0 0 0 0,0 0 0 0,4-7 0 16,0-2-144-16,1-2 144 0,2-5-304 16,-1-1 48-16,1-5 16 0,1-2 0 0,0 0-48 0,-1-4-16 15,3 1 0-15,0-1 0 16,0 0 16-16,2 2 0 0,-1 1 0 0,-1 3 0 0,-1 2 32 15,0 6 16-15,-1 3 0 0,-1 4 0 0,-4 1 48 0,-3 6 16 16,0 0 0-16,0 0 0 0,4 8 176 0,-1 4 0 16,-2 2 128-16,1 5-128 0,-1 1 160 0,2 5-32 15,-1 1-128-15,3 0 192 0,2 0-192 0,1 0 0 16,1-1 0-16,3-3 0 0,1-2 0 0,2-3 0 16,3-3 0-16,1-2-160 0,0-2-32 0,3 0-16 15,-1-7 0-15,0-1 0 16,-1-4-176-16,2-1-16 0,-3-3-16 0,1 0 0 0,0-2 240 0,-2-4 176 15,-1-1-208-15,-2-1 80 0,0-2 128 0,-2 1 0 16,0-1 0-16,-3-4 0 0,-2 1 0 0,0 1 128 16,-3-1-128-16,-1 2 128 0,-4 2 0 0,-1 2 0 15,-2 1 0-15,-2 3 0 0,-3 5 192 0,-1 0 32 16,-1 3 16-16,-5 3 0 0,-2 5-16 0,-2 3 0 0,-2 3 0 16,1 3 0-16,1 2-352 0,0 0 0 0,0 1 0 15,2-1 0-15,3 1 0 0,2 1-160 0,1-2 160 16,5-2 0-16,1-3-352 0,3 0 32 0,4-1 16 0,-1-3 0 31,3-1-528-31,1-3-96 0,2-1-32 0,0-2 0 16,3 1-160-16,-3-3-32 0,1-1-16 0,1-1 0 15,1-4 384-15,0 1 80 0,0-2 0 0,2-1 16 0,-1-2 336 0,0-2 64 0,0 0 16 0,0-1 0 0,2 0 144 0,-2-2 128 16,-3-2-192-16,1 0 192 0,-1 1 0 16,-1 1 0-16,1 0 0 0,-1 2 0 0,-2 3 0 0,-1 2 0 15,0 3 0-15,-4 5 0 0,0 0 416 0,0 0 32 16,0 0 16-16,1 10 0 0,-2 2 336 0,1 2 64 15,0 4 16-15,2 1 0 0,1-1-544 0,1 2-96 16,1-1-32-16,2-1 0 0,2-1-208 0,0-4 0 16,1 0 0-16,2-1 0 0,0-1 0 0,1-1-128 15,0-1-16-15,0-4 0 16,-1-2-640-16,1-3-128 0,1 0-32 0,2-3 0 16,1-1 288-16,-2-2 48 0,2-5 16 0,-1-2 0 0,0 0 272 0,-3-4 48 15,-2-2 16-15,1-3 0 0,-1-3 256 0,-2 0 0 16,-2-1-128-16,1-3 128 0,-1-1 0 0,1-2 0 15,-2-2 128-15,-1 0-128 0,1 0 576 0,-3 3 0 16,1-3 16-16,-1 5 0 0,-2 6 320 0,-1 2 64 16,0 3 16-16,-1 5 0 0,0 2 192 0,-1 3 32 15,1 3 16-15,1 5 0 0,0 0-208 0,-4 9-32 16,0 2-16-16,0 4 0 0,2 4-688 0,-1 3-144 16,1 0-16-16,-1 5-128 0,0 3 128 0,1 3-128 0,-1 1 0 0,0 0 0 15,2 1 0-15,0-4 0 0,0 0 0 16,1 1 0-16,1-2 0 0,0-2 0 0,0 0-160 0,-1-3 160 31,0-5-1248-31,2-4-128 0,0 0-32 0,0-2 0 16,-1-2-1216-16,0-3-240 0,-1-1-48 0</inkml:trace>
  <inkml:trace contextRef="#ctx0" brushRef="#br0" timeOffset="74750.61">13329 2638 21183 0,'0'0'944'0,"0"0"192"0,-4-3-912 0,4 3-224 0,0 0 0 0,0 0 0 0,7-4 3648 0,2 2 704 16,1-1 128-16,3 2 16 0,3 0-3520 0,4-1-704 16,0 2-144-16,3 0-128 0,0 2 0 0,2-1 0 15,1 0 0-15,3 2-144 16,2-1-1360-16,3 4-272 0,2-1-48 0</inkml:trace>
  <inkml:trace contextRef="#ctx0" brushRef="#br0" timeOffset="75151.86">14343 2668 31791 0,'-11'-9'1408'0,"4"6"288"0,-2 1-1360 0,0 0-336 16,-1-3 0-16,-1 4 0 0,-2 0 832 0,-1 2 112 16,-1 1 16-16,-2 2 0 0,-2 4 896 0,-2 4 192 15,0 4 48-15,-1-1 0 0,2 2-880 0,4 1-160 16,0 1-32-16,2-1-16 0,1 3-512 0,2 1-112 15,2-4 0-15,4 0-16 0,1-5-368 0,4 0-160 16,1-1 16-16,3 0 0 16,1-4-416-16,0 0-80 0,2-1 0 0,1-4-16 15,0-2-256-15,1-2-48 0,1-2-16 0,2 0 0 0,0-3 240 0,1-2 48 0,-2-2 16 0,2-2 0 16,0-2 416-16,1-3 96 0,-3-1 16 0,2-2 0 16,0-3 144-16,2-1 0 0,0-3 0 0,0-3 0 0,-1-1 192 15,0-1-48-15,1-2 0 0,-1 2 0 0,-1 2 256 0,-3 2 48 16,0 4 16-16,-3 3 0 0,-1 4 320 0,-4 4 64 15,0 1 16-15,-2 6 0 0,0 6 192 0,0 0 32 16,0 0 16-16,-4 5 0 0,-2 4-464 0,1 5-80 16,0 1-32-16,0 4 0 0,0 3-528 0,1 3 0 15,0 3 0-15,1-1 0 0,3 3 0 0,1-5 0 16,2 2 0-16,2 0 0 16,3-3-1088-16,1-1-192 0,2-3-16 0,4-1-16 15,5 1-1904-15,-1 0-384 16,0-5-80-16</inkml:trace>
  <inkml:trace contextRef="#ctx0" brushRef="#br0" timeOffset="75442.55">14696 2684 12895 0,'0'0'1152'0,"0"0"-928"15,-3-7-224-15,-2 2 0 0,-1 1 4928 0,0 3 960 16,-2 1 176-16,-1 2 32 0,0 5-3072 0,-2 2-608 16,-2 3-128-16,-1 2-32 0,-2 2-608 0,1-1-128 0,0 2-32 0,1 0 0 15,4-1-656-15,1 1-128 0,2 0-16 0,2-3-16 16,2-2-496-16,3-2-176 0,3-1 0 0,1-1 144 15,-4-8-304-15,9 8-64 0,1-1-16 0,2-4 0 32,1-3-368-32,0 0-80 0,0-5-16 0,1 1 0 15,1-1 64-15,-1-3 16 0,-1 2 0 0,0-2 0 16,0-2 64-16,0-1 16 0,0-1 0 0,-2 2 0 0,-3-4 192 0,-2 2 32 16,-1 1 16-16,-1-2 0 0,-1 0 304 0,-2 3 0 0,-2-3-128 0,0 4 128 0,-5-2 0 15,0 1 128-15,-2-1-128 0,0 2 192 16,-1 0-192-16,0 3 0 0,0-1 0 0,1 1 0 15,-2-1-1744 1,0 2-240-16,1 1-64 0</inkml:trace>
  <inkml:trace contextRef="#ctx0" brushRef="#br0" timeOffset="75892.3">15270 2264 38463 0,'0'0'1712'0,"0"-5"336"0,0 5-1632 0,0 0-416 0,0 0 0 0,0 0 0 16,0 0 896-16,0 0 80 0,0 0 32 0,0 11 0 15,0 4 400-15,-1 4 64 0,-4 5 32 16,-2 4 0-16,0 6-544 0,0 4-128 0,1 4 0 0,-1 1-16 0,2 0-352 0,0 0-64 16,-1-3-16-16,2-1 0 0,2-2-224 0,-1-1-160 15,1-4 192-15,2-4-192 0,0-3 0 0,0 0 0 16,0-7 0-16,1 0 0 16,2-5-1040-16,2-1-224 0,0-3-32 0,3 0-16 15,1-2-1792-15,1-2-352 0</inkml:trace>
  <inkml:trace contextRef="#ctx0" brushRef="#br0" timeOffset="77131.07">16032 2501 44863 0,'0'0'1984'0,"-5"5"416"0,1 2-1920 15,0 2-480-15,1 3 0 0,1 3 0 0,-1 1 960 0,-1 5 112 0,0-2 16 0,0 5 0 16,2-1 256-16,-2 3 64 0,2-1 16 0,2 0 0 16,0-2-864-16,3 1-176 0,0-6-48 0,1 2 0 15,-1-2-336-15,1-1 128 0,2-3-128 0,-3-3 0 16,1-4 0-16,-4-7 144 0,0 0-144 0,0 0 0 16,6 6 0-16,-6-6 0 0,0 0 0 0,0 0-144 15,9-4 144-15,-1-3-192 0,-2-1 192 0,1-2-192 16,-2 0 192-16,1-3 0 0,1-2 0 0,-1 0-128 15,1-4 128-15,-1 0 0 0,2-1 0 0,1-1-128 0,-2 2 128 16,1 2 0-16,0 3-144 0,-2 2 144 0,-1 1 0 16,-1 5 0-16,-1-1-144 0,-3 7 144 0,0 0 0 0,0 0 0 15,0 0 0-15,0 0 0 0,2 13 176 0,0 0-16 16,0 3 0-16,1 1 0 0,1 0-160 0,0 1 0 16,0 0 144-16,1 1-144 0,1-1 0 0,2-1 0 15,0-1 0-15,0-3 0 0,0-2 0 0,-1-2 0 16,4-1 0-16,-3-1 0 0,0-2 0 0,-1-1 0 15,1-2-144-15,1 0 144 0,0-4-144 0,1 0 144 16,-3-3-192-16,1-1 192 0,-1-3 0 0,1 0 0 0,1-1 0 16,-2-3 0-16,0-2-192 0,0-3 192 0,-1 0-192 0,2-2 192 31,0-1-464-31,0 2 16 0,-1-5 0 0,2 1 0 16,-1 0-1232-16,0 2-240 0,1 2-64 0,-1 6 0 15,0 0-704-15,-2 4-128 0,1 3-48 0,-1 2 0 16,1-3-592-16,1 3-112 0,1 2-16 0,1 2-16 15,2-2 1440-15,0 2 304 0,1-1 48 0,0 1 16 16,0 0 720-16,1 0 160 0,1 1 16 0,-5-1 16 0,-10 0 2800 16,0 0 576-16,8 4 96 0,-8-4 32 0,0 0 1088 0,2 8 208 0,-3 3 48 0,-3 2 16 15,-4 1-1008-15,-1 4-208 0,-2 3-32 16,-2 0-16-16,-3 1-1024 0,2-1-208 0,-1 1-32 0,2 0-16 16,1-1-672-16,3-3-128 0,0-2-16 0,3 0-16 15,0-2-432-15,4-1-176 0,1-2 128 0,1-11-128 16,0 6 0-16,0-6-224 0,0 0 32 0,7 5 0 31,1-2-384-31,3-3-64 0,0-3 0 0,2-2-16 0,0-4 64 0,2-2 16 0,0-2 0 0,1 0 0 16,1-2 0-16,0 0 16 15,-1-4 0-15,-1-1 0 0,3-1 192 0,-1 2 48 0,-1-2 0 0,0 1 0 0,-1 2 128 0,-2 0 16 16,-2 1 16-16,-1 3 0 16,-2 2 160-16,0 4 0 0,-3 2 0 0,-5 6-128 0,0 0 128 0,0 0 192 15,0 0-32-15,0 0-16 0,3 7 384 0,-2 5 80 16,-1 3 16-16,0 0 0 0,-3 2-240 0,2 1-64 15,0 2 0-15,0-3 0 0,-1 0-112 0,2 0-16 16,0-2-16-16,2 1 0 0,-1-2-176 0,0-1 0 16,2-2 144-16,-1-2-144 0,1-3 0 0,-3-6 0 15,5 6 0-15,-5-6 128 0,0 0-128 0,8 0-192 16,0-2 64-16,0-3 0 0,-1 0-128 0,1-2 0 0,1-2-16 16,1-1 0-16,0-2-96 0,0 0-16 15,1-6 0-15,2 0 0 16,-1-2-64-16,1-3 0 0,0-2-16 0,1 0 0 0,-1 1 176 0,1 0 32 15,-1 3 16-15,-1 4 0 0,-3 3 240 0,-1 5-144 16,-1 0 144-16,-2 5-128 0,-5 4 128 0,0 0 256 0,0 0-64 0,0 0-16 16,0 0 384-16,-1 9 80 0,-2 4 0 15,-1 1 16-15,0 2-384 0,0 1-80 16,0 1 0-16,2 0-16 0,0 1-176 0,1-2 128 0,1 1-128 16,0-4 128-16,3 1-128 0,-1-1 0 0,2-4 0 15,1 1 0-15,1-2 0 0,-1-3 0 0,1 1-144 0,1-4 144 16,-7-3-384-16,10 0 16 0,1-3 16 0,-1 0 0 15,1-1 64-15,-1-1 16 0,0-1 0 0,0-3 0 16,-3-1 96-16,3-3 32 0,0 0 0 0,2-1 0 0,-1-2 144 16,1 2-128-16,-1-2 128 0,2-4-128 15,-2-1 128-15,2 0 0 0,2 0 0 0,-2 1 0 0,-2 3 0 0,1 2 0 16,-4 2 0-16,-1 4 0 0,-1 1 0 0,-2 1 0 16,-4 7 144-16,0 0-144 0,0 0 608 0,0 0 16 15,-4 9 0-15,0 2 0 0,-1-1-224 0,0 3-32 16,-2 2-16-16,1 2 0 0,-1 1-160 15,3 1-16-15,2 2-16 0,0 0 0 0,4-3-160 0,0-1 0 16,2 3 144-16,1-4-144 0,2-1 0 0,-1-1 0 16,4 0 0-16,-3-3 0 15,3-2-448-15,-1-1 0 0,0-1 0 0,1-1 0 16,1-3-1584-16,0-2-320 0,1-1-64 0,2-2-16 16,-1-4-176-16,2 0-32 0,-2-2-16 0,2-1-11792 0</inkml:trace>
  <inkml:trace contextRef="#ctx0" brushRef="#br0" timeOffset="77354.03">17654 2216 13823 0,'-4'-11'1216'0,"1"1"-960"16,3-5-256-16,-1 4 0 0,-4 0 5536 0,2 0 1056 0,3 1 224 0,-1 4 32 15,-3 2-3504-15,4 4-704 0,0 0-144 16,0 0-16-16,-7 3-1008 0,2 4-192 0,0 5-32 0,0 4-16 16,-2 2-592-16,1 4-128 0,-1 4-32 0,2 4 0 15,0-2-256-15,-1 2-48 0,1 1-16 0,1 3 0 16,0 0-160-16,2 1 0 0,0 0 0 0,1 2 128 15,-1-2-128-15,0-1 0 0,2-3 0 0,0-2 0 16,-1-3-288-16,1-3-32 0,1-3-16 16,1-2 0-16,-2 0-1248 0,0-2-240 15,0-3-48-15,-2-5-16 0,1 0-1056 0,1-8-224 16,0 0-32-16</inkml:trace>
  <inkml:trace contextRef="#ctx0" brushRef="#br0" timeOffset="77558.67">17325 2497 33167 0,'-5'-8'2944'0,"5"8"-2352"0,0 0-464 0,0 0-128 0,0 0 3248 0,10 2 624 15,1-1 128-15,0 0 32 0,4 1-2544 0,2-2-496 16,2 2-96-16,3 2-32 0,3-3-240 0,3 3-48 16,-1 0-16-16,4 0 0 0,2 0-256 0,1-1-48 15,-2 1-16-15,-4-1 0 0,0 1-240 0,2 2 0 16,-1-1 0-16,1 1 0 15,1 1-3264-15,1 1-576 0</inkml:trace>
  <inkml:trace contextRef="#ctx0" brushRef="#br0" timeOffset="77988.64">17476 3484 9215 0,'-14'-6'816'0,"7"6"-656"0,-3-4-160 0,0 2 0 16,0 2 8208-16,-1-1 1616 0,-1 0 320 0,0-3 64 0,3 0-7840 15,-1 0-1552-15,-3 0-320 0,-2-2-64 0,0-1 592 0,-5 2 112 16,-5-2 16-16,-3 0 16 0,-5-3-416 0,-3 0-96 16,-5 1-16-16,-15-3 0 0,9 2-320 0,-8 1-64 15,-8-3 0-15,-12 3-16 0,-8 1-240 0,-6 1 0 16,-2 0 128-16,-9-1-128 0,-10 0 0 0,-3 0 0 15,-2 2 0-15,-6-1 0 0,-7 1 0 16,-3 0 0-16,-2 1 0 0,-3 0 0 0,-7 1 0 0,-5 0 0 16,-6 1 0-16,-2 2 0 0,-2 0 0 0,-3 2 0 15,-3 0-128-15,-1 2 128 0,-4-3 0 0,-163 4 0 16,66 1 0-16,43-1 0 0,25-1 0 0,18-1 128 16,12 1-128-16,11-2 192 0,11 2 112 0,11-1 16 15,4 1 0-15,14-3 0 0,10 0 0 0,55 0 0 16,-5-3 0-16,-2 3 0 0,0 0-128 0,3-1-32 0,4 0 0 15,4 0 0-15,4-1-160 0,-28-2 0 16,20-1 0-16,15 1 0 0,11 2 0 0,10-2-176 0,16 4 16 0,0 0 0 31,0 0-1504-31,21-3-288 0,7 3-64 0,-5 0-21536 0</inkml:trace>
  <inkml:trace contextRef="#ctx0" brushRef="#br0" timeOffset="79616.02">11981 3935 20271 0,'0'0'1792'0,"3"-6"-1424"0,2-2-368 0,2 1 0 15,0 1 3488-15,-1 1 624 16,-6 5 128-16,6-6 32 0,1 1-1392 0,-7 5-256 0,0 0-64 0,0 0-16 16,9 5-688-16,0 7-144 15,-1 4-32-15,-2 2 0 0,1 7-640 0,-2 5-128 16,-1 0-16-16,0 1-16 0,-2 2-352 0,0-1-64 0,-2-6-16 0,0 0 0 15,0-1-128-15,-2-1-48 0,2-4 0 0,-1-1 0 16,0-1-112-16,-1-1-32 0,1-3 0 0,1-2 0 16,-1-2-128-16,0-2 0 0,1-8 0 0,0 0 0 15,0 0 0-15,0 0 0 0,0 0 0 0,0 0 0 0,0-6 0 0,1-2-192 16,0-3 32-16,0 0 16 16,2-5 16-16,0-2 0 0,1-2 0 0,-1-3 0 0,3-3 128 0,1-3-128 15,1-2 128-15,-1-3-128 0,3-3 128 0,2 5-208 16,0 2 80-16,-2 5 128 0,1 3-192 0,-2 6 192 15,-1 2-160-15,-1 5 160 0,1 5-128 16,-8 4 128-16,8 5 0 0,-1 4-144 0,-2 4 144 0,0 5 0 16,0 7 0-16,0 1 128 0,1 4-128 0,-1 3 0 15,0 1 128-15,0-3-128 0,0-7 0 0,1-2 128 16,-1-3-128-16,1 1 0 0,0-2 0 0,1 0 0 16,-1-5 0-16,0-1 0 0,1-3 0 0,-1-2 0 15,-1-3 0-15,3-2 0 0,-1-2 0 0,-1-2-160 16,1-2 160-16,-1-3-208 0,1-1 208 0,1-1-192 15,-1-1 192-15,0-3-192 0,1-5 64 0,-2-3 128 16,2-3-208-16,0-3 80 0,0-8-32 0,0-2 0 16,-1 3 0-16,1-1 0 0,0-3-96 0,0 2 0 15,0 1-16-15,0 5 0 0,-1 1-16 0,0 7 0 0,-1 3 0 0,0 5 0 16,-4 4 80-16,0 3 16 16,-2 7 0-16,0 0 0 0,0 0 192 0,0 0 0 15,0 0 192-15,2 11-192 0,-1 2 336 0,2 6-32 16,-2 1-16-16,2 3 0 0,-2 5-112 0,2-1-32 0,-2 0 0 15,2 3 0-15,-1 2-16 0,1-1-128 0,0 3 192 0,1-4-64 16,-1-7-128-16,1 1 128 0,0-2-128 0,1-1 128 0,1-2-128 16,-4-2 0-16,0-2 144 0,0-4-144 0,1-2 0 15,-1-1 144-15,-2-8-144 0,0 0 0 0,0 0 0 16,0 0 0-16,0 0 0 0,0 0 0 0,6-1 0 0,0-4 0 16,1-4 0-16,-1-2-144 0,-1-2 144 15,1-1-208-15,-1-3 80 0,1-3 128 0,1-4-192 16,-1-1 192-16,1-1-192 0,2-8 192 0,-2 3-192 0,0 2 192 15,1 3-192-15,0 0 192 0,-1 4-208 0,-2 5 80 16,-1 2 128-16,0 4-208 0,0 1 48 0,-2 4 16 16,-2 6 0-16,0 0 0 0,0 0 144 0,4 12 0 15,0-1-144-15,0 2 144 0,-2 2 0 0,1-1 0 16,1 3 0-16,0 3 0 0,0 0 0 0,1 3 0 16,2 0 0-16,2-1 0 0,0-1 0 0,1 1 0 15,2 0 0-15,1-1 0 0,-1-6 0 0,1-1 0 0,1-1 0 16,3-1 0-16,-1-2-144 0,-1-1 144 15,2-2 0-15,2-1 0 0,-4-3-128 0,2-2 128 16,0-1 0-16,1-2 0 0,-2-4 0 0,0 1-128 16,1 0 128-16,1-4 0 0,-1-4 0 0,-3 0 0 0,-1-2 0 0,-1-2 0 15,-3-1 0-15,-1 0 0 16,-2-3 0-16,0 2 0 0,-4 0 0 0,1 2 128 16,-3 2-128-16,0 2 0 0,-5 1 144 0,-1 3-144 15,0 2 128-15,-2 2-128 0,-5 5 128 0,-1 5-128 16,-3 2 128-16,0 5-128 0,-2 2 128 0,3 3-128 15,-1 2 0-15,2 2 128 0,0 0-128 0,2 1 0 0,1 0 0 0,3-2 0 16,3-3 0-16,3-3 0 0,0-1 0 0,3 0 0 16,3-4-144-16,0 1-16 0,1-3 0 0,3 1 0 15,-1-1-288-15,4-2-64 0,-1-1-16 0,2-3 0 16,1-2-192 0,0 0-48-16,1-2 0 0,1-2 0 0,-2-2 192 0,0-1 48 0,-1-2 0 0,0 0 0 15,-1-2 80-15,1-1 32 0,-3-2 0 0,1 0 0 0,-1-6 208 16,-1 1 32-16,0 1 16 0,-2 2 0 15,2-1 160-15,2-8 0 0,-7 15 0 0,0 3 176 0,-1 3-48 16,-1 5 0-16,0 0 0 0,0 0 448 0,0 0 64 16,0 0 32-16,-3 9 0 0,-1 2-304 0,2 2-64 15,-1 2-16-15,1 2 0 0,0 2-288 0,1-1 0 16,4-1 0-16,1 0 0 0,-1-2 0 0,4 1 0 16,1-2 0-16,2-1 0 0,1-2 0 0,0-2-144 15,2-3 144-15,2 0-192 0,-1-1-112 0,0-5-16 16,2 1-16-16,0-2 0 0,-1-4 112 0,0-1 32 15,0-1 0-15,0-1 0 0,-4-1 192 0,1-2 0 16,0-2 0-16,1 0 0 0,-3-1 0 0,1-4 0 16,-2-1 0-16,0-3 0 0,-1-1 0 0,0-2 0 15,-1-2 0-15,0-1 0 0,-2 1 176 0,0-1-176 16,1 1 160-16,-2 2-160 0,-2-2 288 0,1 5-32 0,-1 3-16 0,0 8 0 16,-2 0 304-16,0 11 64 15,0 0 16-15,0 0 0 0,0 0 80 0,-3 8 32 0,-2 3 0 0,1 3 0 16,-1 7-480-16,1 1-112 0,1 0-16 0,1 3 0 15,-1 0-128-15,0-1 0 0,2 0 0 16,0-1 0-16,1 1 0 0,1-2 0 0,0 1 0 0,2-2 0 31,2-1-880-31,-1-5-144 0,-1 1-48 0,-1-4 0 0,2-3-768 16,0-1-144-16,1 0-48 0,-5-8 0 0,0 0-1232 0,0 0-240 0,0 0-48 16</inkml:trace>
  <inkml:trace contextRef="#ctx0" brushRef="#br0" timeOffset="79794.64">13323 4073 34095 0,'0'0'1504'0,"0"0"320"0,-4-6-1456 0,1-1-368 0,3 1 0 0,1 1 0 0,-1 5 1392 0,7-4 208 15,1 1 32-15,1 2 16 0,3-4-608 0,2 3-112 16,4-2-32-16,2 2 0 0,1-1-704 0,1 1-192 16,1-2 0-16,2 0 0 0,2 0 0 0,2 1 0 15,0 2 0-15,2 0 0 16,3-1-1440-16,3 5-224 0,0 3-32 0,5 1-15776 0</inkml:trace>
  <inkml:trace contextRef="#ctx0" brushRef="#br0" timeOffset="80339.13">14410 4109 19343 0,'0'0'1728'0,"-1"-6"-1392"16,1 0-336-16,-2-2 0 0,0-1 3168 0,-1 0 560 15,-1 0 112-15,-2-2 32 0,-3 1-2000 0,-3-1-400 16,-2 4-64-16,-2-1-32 0,-4 1 192 0,-2 5 32 15,-1 3 16-15,-2 3 0 0,-1 4-512 0,-2 2-96 0,1 4-32 0,1 3 0 16,0 2-80-16,1-1-32 0,0 1 0 0,2 1 0 16,2 1-368-16,4-4-80 0,3-2-16 0,3 1 0 15,2-3-400-15,4-1 0 0,2-2 0 0,3-1 0 16,2-1-256-16,-2-8-64 0,8 5-32 0,3-1 0 16,4-4-320-16,0-2-64 0,0-2-16 0,0-1 0 15,1-2 144-15,1 1 32 0,0-6 0 16,0-1 0-16,0-3 176 0,0-1 32 0,-2-2 16 0,0-2 0 15,2-1 352-15,0-3-144 0,-1-1 144 0,0-3 0 0,1-2 0 0,0 2 0 16,-1 2 0-16,-1-3 0 0,0 1 0 16,-2 3 0-16,-3 6 0 0,1 5 0 0,-5 3 0 0,-1 4 0 15,-5 8 128-15,0 0-128 0,0 0 704 0,-1 9 32 16,0 3 16-16,-2 4 0 0,-2 3-144 0,0 5-32 16,-2-1 0-16,2 2 0 0,-2 0-256 0,2 1-64 15,1-1-16-15,2-1 0 0,0 0-240 0,4-2 128 16,0-2-128-16,2-2 0 0,1-1 0 0,3-3 0 15,-1-2-208-15,-1-2 64 16,1-2-352-16,1-3-64 0,-1-2-16 0,3-3 0 16,0-1-240-16,2-3-48 0,1 0-16 0,0-4 0 15,-3-1 368-15,1-2 64 0,-1-2 0 0,0 0 16 0,1 3 432 0,2-3-160 16,-1-1 160-16,2 2 0 0,-1-4 0 0,-1 4-128 16,-3 2 128-16,-1 2 0 0,-3 4 128 0,-5 4 64 0,0 0 32 0,0 0 0 15,5 7 720-15,-2 1 144 0,-2 2 16 16,0 2 16-16,-1 2-368 0,-1 2-80 0,0-1-16 0,-1 1 0 15,1 0-480-15,1-1-176 0,1 0 0 16,1-4 144 0,-1 0-1680-16,2-5-352 0,2 1-64 0,-1-3-18592 0</inkml:trace>
  <inkml:trace contextRef="#ctx0" brushRef="#br0" timeOffset="80473.3">14736 3830 20271 0,'0'0'896'0,"0"0"192"0,0 0-880 0,0 0-208 0,0 0 0 0,3 9 0 0,-1 1 1552 0,1 2 272 16,-1 0 48-16,2-1 16 0</inkml:trace>
  <inkml:trace contextRef="#ctx0" brushRef="#br0" timeOffset="80891.38">15067 4049 33983 0,'0'0'1504'0,"0"0"304"0,0-11-1440 0,0 2-368 16,0 0 0-16,-1 0 0 0,-3 2 1152 0,-3-2 176 16,1 5 16-16,-3 2 16 0,-4 0 256 0,-4 2 48 15,0 4 16-15,-2 0 0 0,-1 5-528 0,-3 2-96 16,-1 4-32-16,0 2 0 0,-1 0-304 0,2 3-64 16,1-1-16-16,2 1 0 0,5-3-224 0,2 0-48 15,2 0-16-15,2-2 0 0,0-2-352 0,2-1 0 0,2-1-192 0,3-4 64 31,2-7-352-31,1 7-64 0,-1-7-16 0,5 5 0 16,-5-5-400-16,8 1-64 0,1-2-32 0,1-1 0 16,2-2 256-16,1-3 48 0,0-3 16 0,0-2 0 0,2-2 304 0,0-3 64 0,1 0 16 0,0 0 0 15,-1-5 352-15,2-1-176 0,1-1 176 0,2-1-128 16,-2-1 128-16,-1 0 0 0,1 0 0 0,-1 0 0 0,-1 2 320 16,-2 3 64-16,-1 2 0 0,-2 3 0 0,-5 4 192 15,0 5 64-15,-5 1 0 0,-1 6 0 0,0 0 352 0,0 0 80 16,0 0 16-16,0 9 0 0,0 3-256 15,-1 3-64-15,-2 1 0 0,0 3 0 0,1-1-384 0,0 0-64 16,1 2-32-16,1-1 0 0,1 2-96 16,1 0 0-16,0-1-16 0,1-1 0 0,1-1-176 0,1-1 0 15,2 0 144-15,-1-4-144 0,1 0 0 16,-2 0 0-16,1 0 0 0,1 2 0 16,-2-6-896-16,2 0-192 0,-2-1-32 0,1-2-14208 15,2 2-2848-15</inkml:trace>
  <inkml:trace contextRef="#ctx0" brushRef="#br0" timeOffset="81329.44">15731 3717 42095 0,'0'0'1856'0,"-6"2"400"0,6-2-1808 0,-5 5-448 16,-3 2 0-16,2 3 0 0,-1 3 1456 0,0 5 192 16,-3 6 32-16,3 0 16 0,1 4-176 0,0 1-48 15,-1 2 0-15,1 0 0 0,-1 0-848 0,2 1-176 16,0 0-48-16,1-4 0 0,0 0-400 0,1-2 0 15,2 2 0-15,1-7 0 16,3-2-1056-16,1-2-240 0,1-2-48 0,1-1-16 16,6-4-3072-16,0-2-624 0</inkml:trace>
  <inkml:trace contextRef="#ctx0" brushRef="#br0" timeOffset="81808.64">16205 3978 44351 0,'-12'-5'1968'0,"12"5"400"0,-3 1-1904 0,3-1-464 0,0 0 0 0,-4 7 0 15,0 3 1344-15,0 3 192 0,-1 3 16 0,-2 5 16 16,2-2-96-16,-2 7 0 0,1 6-16 0,-2 2 0 16,0 2-496-16,2-1-112 0,-1 3-16 0,1 0 0 15,2-2-704-15,0 0-128 0,0-5 0 0,-1-4-128 0,1-1 128 0,0-1-128 16,1-3 128-16,1-2-128 0,-1-3 128 0,-2-2 0 15,1-4 0-15,0-2 128 0,1-2-128 0,3-7 0 16,0 0 0-16,0 0-128 0,0 0 128 0,-5 0-208 16,0-3 80-16,0-2 128 0,1-3-288 0,1-3 64 15,1-2 16-15,-1-4 0 0,-1-1-96 0,3-4-16 16,0-3 0-16,1-2 0 0,0-7 0 0,2 0 0 16,1-1 0-16,2-2 0 0,0 1 64 0,2-1 0 15,0 5 0-15,4-2 0 0,-1 1 256 0,2 3-192 16,-1 4 192-16,2 3-160 0,1-1 160 0,0 5 0 15,2 2 0-15,-2 2-128 0,1 4 128 0,-1-1 0 16,2 3 0-16,-2 2 0 0,-1 5 0 0,-1-1 0 16,-1 2 0-16,0 2 0 0,-1 3 0 0,-2 3 0 15,-1 2 0-15,-3 4 0 0,-4-2 0 0,-2 6 0 16,-2 4 0-16,-4 3 128 0,1 1-128 16,-4 3 0-16,1 0 0 0,-2-2 0 0,-1 0 0 0,0 0 0 15,-1-4 0-15,2 0 0 16,1-2-1184-16,4-3-160 0,1-3-16 0,5-1-16 15,0-4-2512-15,2-2-496 0,-1-7-96 0,12 0-32 0</inkml:trace>
  <inkml:trace contextRef="#ctx0" brushRef="#br0" timeOffset="82541.5">16555 3921 12895 0,'6'-9'576'0,"-6"9"112"0,0 0-560 0,0 0-128 0,0 0 0 0,0 0 0 15,0 0 8112-15,-6 2 1584 0,-2 4 320 0,-1 3 64 16,-3 2-6944-16,-1 5-1408 0,-1 1-256 0,-1 1-64 0,0 2-624 15,-1 1-112-15,2 0-32 0,1 1 0 0,-1 0-352 0,4 1-80 16,1-3-16-16,4-1 0 0,0 1-192 0,1-4 0 16,2-2 0-16,2 0 0 0,2-3 0 0,0-2 0 15,1-3 0-15,1 0-160 0,-4-6-128 0,9 5-32 16,0-5 0-16,1 0 0 16,1-3-96-16,1-1-32 0,-1-1 0 0,2-3 0 15,0-1 16-15,2-1 0 0,-1-3 0 0,2-2 0 16,1-4 16-16,0-1 0 0,1-1 0 0,0 2 0 0,-1-5 32 0,0 5 16 15,-1 1 0-15,-2 1 0 0,-1 1 160 0,-3 4 16 16,-2 3 16-16,-3 3 0 0,-5 6 176 0,0 0 0 16,0 0 0-16,0 0 0 0,-2 6 432 0,-2 5 64 15,-1 2 16-15,0 1 0 0,-2 0-240 0,2 2-32 16,1 1-16-16,0 0 0 0,0 0-64 0,1 0-16 16,1-2 0-16,1 1 0 0,2-2-144 0,1-1 0 15,4-2 144-15,0-2-144 0,2-1 0 0,0 1 0 16,-2-5 0-16,2 0 0 0,1-3 0 0,2-1 0 15,0-1-144-15,0-1 144 0,-1-2 0 0,2 2-144 0,-1-5 144 0,3-3 0 16,-1-1-160-16,-1 0 160 0,-2-4-128 16,0 2 128-16,1-4-144 0,-1 2 144 0,-1-1-160 0,1 2 160 15,-3-1-144-15,1 2 144 0,-1 2-128 16,-3 2 128-16,-3 2 0 0,-1 7-128 0,0 0 128 16,0 0 0-16,0 0 0 0,0 0 0 0,-7 9 0 0,1 3 0 15,-1 2 0-15,1 2 144 0,-1 1-16 0,2 0-128 16,1 0 192-16,2-2-64 0,-1 1 0 0,2 0-128 0,1-3 0 15,2 0 0-15,0-2 0 0,2 0 0 16,1-2 0-16,1-1 0 0,2-2 0 0,1-2-192 0,0 0-64 16,0-1-16-16,1-1 0 0,0-2 0 0,0-4 48 15,1-1 16-15,1 1 0 0,1-2 0 0,-2-1 64 0,1-2 16 16,0-3 0-16,0-1 0 0,1-1 128 0,0-3-208 16,1 0 80-16,-1-1 128 0,0-2-192 0,-1 1 192 15,1-2-160-15,0 3 160 0,0 2 0 0,-1 0 0 16,-3 3-128-16,-3 4 128 0,0 3 0 0,-6 6 240 15,0 0-48-15,0 0-16 0,0 0 416 0,2 8 96 16,-1 5 16-16,-2 4 0 0,-4 3-128 0,0 5-32 16,-1 3 0-16,-1 3 0 0,-1-1-160 0,-1 2-16 15,0 4-16-15,1-1 0 0,0 0-192 0,1-1-32 16,2-1-128-16,0-2 192 0,4-3-192 0,1 1 0 16,0-3 0-16,0-2 0 15,0-3-816-15,1-3-48 0,3-1-16 0,2-2 0 16,4 0-1744-16,0-4-336 0,0 0-80 0,2-5-17184 0</inkml:trace>
  <inkml:trace contextRef="#ctx0" brushRef="#br0" timeOffset="82845.45">17822 3930 47231 0,'-15'-21'2096'0,"13"9"416"0,2-2-2000 0,-1 0-512 0,-1-2 0 0,2 2 0 16,0-1 1008-16,-4 0 96 0,-1 2 32 0,0-4 0 15,-2 1-256-15,1 0-48 0,-2 3-16 0,-1 2 0 16,-4-2-496-16,2 2-112 0,4 1-16 0,-4 3 0 0,-2 5-192 16,-1-1 0-16,-1 6 0 0,2-1-160 0,-1 9 160 0,0 0 0 15,-3 8-144-15,1-2 144 0,2 5 0 0,0 5 0 16,-1 1 0-16,1 3 0 0,1 3 144 16,1 2 0-16,0 1 0 0,2-1 0 0,1 3-144 0,1 2 160 15,1-2-160-15,1 1 160 16,-1-3-160-16,2-1 0 0,0-3 0 0,1 0 128 15,-1-2-128-15,2-4 0 0,-1-2 0 0,2-2 0 0,-4-6-240 0,3 0-16 16,1 0-16-16,-2-5 0 16,0-4-1376-16,-1-2-272 0,5-6-48 15,0 0-16-15,0 0-1680 0,0 0-352 0,0 0-64 0</inkml:trace>
  <inkml:trace contextRef="#ctx0" brushRef="#br0" timeOffset="83363.3">17432 4296 22111 0,'0'0'1968'0,"7"-7"-1584"16,0-5-384-16,1-1 0 0,3 0 4032 0,2 0 704 15,1-2 160-15,2-2 32 0,-1 4-2896 0,2-2-576 16,0 0-112-16,3 2-32 0,1 0-464 0,-2 3-80 16,-1 1-32-16,-1 2 0 0,-2 1-96 0,-1 2-32 0,-1 1 0 0,-4 2 0 15,-9 1 96-15,7 2 32 0,-7-2 0 0,5 8 0 16,-2-1-16-16,-2 2 0 0,-2 1 0 0,-1 3 0 16,0 0-320-16,-4 2-64 0,-1 0-16 0,0 0 0 15,2-3-192-15,2-2-128 0,-1 0 128 0,0 1-128 16,-1-2 0-16,1-1 0 0,4-8 0 15,0 0 0-15,0 0-176 0,0 0-48 0,0 0-16 0,0 0 0 16,0 0-416-16,8 0-96 0,-1 0-16 16,0-4 0-16,1-3-64 0,1-1-32 15,3-1 0-15,0-1 0 0,0-2 16 0,1-1 0 16,0-1 0-16,0-4 0 0,-2 1 368 0,1 0 80 0,3 2 16 0,-4 0 0 16,0 2 384-16,-4 2-128 0,0 3 128 0,0 2 0 0,-1 3 256 0,-6 3 128 15,0 0 16-15,0 0 16 0,0 0 720 0,7 7 144 16,-1 1 16-16,-1 2 16 0,-1 2-352 0,0 2-80 15,0 2-16-15,3 1 0 0,-4 0-480 0,1 1-80 16,0 0-32-16,0 0 0 0,0-1-80 0,1-1-32 16,1 0 0-16,-1-2 0 0,0-2-160 0,-1-2 192 15,1-1-192-15,-1-1 192 0,-4-8-192 0,0 0 192 16,5 5-192-16,-5-5 192 0,0 0 0 0,0 0 16 16,0 0 0-16,0 0 0 0,5-2-208 0,-1-2 128 15,0-3-128-15,-1-1 0 0,-2 1 160 0,2-1-160 16,-1-1 160-16,2-2-160 0,2 1 128 0,0-5-128 0,1 2 0 15,0-1 0-15,2-2 0 0,1 5 0 16,0-2 0-16,2 0 0 0,1-2 0 0,0 1 0 16,1 0 0-16,1 1 0 15,0 0-560-15,2 1-144 0,3-4-48 0,3 3-15840 16,11-1-3184-16</inkml:trace>
  <inkml:trace contextRef="#ctx0" brushRef="#br0" timeOffset="83841.96">18055 2394 38703 0,'0'0'3440'0,"0"0"-2752"15,0 0-560-15,7-4-128 0,2-2 1664 0,5 1 288 16,1 1 64-16,0 0 16 0,-1 0-1232 0,2 0-240 16,1 1-48-16,1-2-16 0,2 4 16 0,1 1 16 15,1 0 0-15,0 0 0 0,5-3-208 0,-2 3-32 16,-1 3-16-16,-2-2 0 0,-4 2-16 0,-2-1 0 0,-2 1 0 0,-2 0 0 16,-4 0 176-16,-2 1 16 0,-2 2 16 0,-4-6 0 15,0 6 48-15,-1 1 0 0,-2 0 0 0,-1 3 0 16,-1 1-256-16,-1 0-64 0,-1 0 0 0,-1 1 0 15,-4 4-192-15,1-1 0 0,-1 1 128 0,2-2-128 16,-1-1 0-16,1 2 0 0,-1-2 0 0,2 1-160 16,0 2-1664-16,2 0-336 0,4-1-64 15,-3 1-20288-15</inkml:trace>
  <inkml:trace contextRef="#ctx0" brushRef="#br0" timeOffset="84004.91">18260 2986 50623 0,'0'0'2240'0,"0"0"464"0,0 0-2160 0,0 0-544 16,0 0 0-16,0 0 0 0,0 0 608 0,0 0 16 16,0 0 0-16,0 0 0 0,0 0 144 0,4 8 48 15,-4-8 0-15,6 8 0 16,1-2-1008-16,1 1-208 0,1-2-48 0,4 2-15808 16,1 0-3184-16</inkml:trace>
  <inkml:trace contextRef="#ctx0" brushRef="#br0" timeOffset="84464.35">18455 3964 27647 0,'-5'-14'1216'0,"5"8"256"15,0-1-1168-15,2-1-304 0,1-1 0 0,3 1 0 0,-1-3 4624 0,3 3 880 16,-1-2 160-16,1 0 32 0,0 1-3456 0,1-1-688 15,0 1-144-15,3 3-16 0,0-1-688 0,0 1-144 16,2-1-32-16,0 3 0 0,-1 0-224 0,0 2-48 16,2-1-16-16,-2 3 0 0,-2 3-112 0,1-2 0 15,-3 3-128-15,-1 0 192 0,-8-4-32 0,5 8-16 16,-2 1 0-16,-2 3 0 0,-1 1 16 0,-1 2 0 16,-2 2 0-16,-2 0 0 0,-3 0-160 0,-1 1 128 15,-1 2-128-15,-1 1 128 0,0 0-128 16,-1 2 0-16,0-2 0 0,2 0 128 0,-1-2-128 0,2 1 0 15,0-2 0-15,0 0 0 16,1-1-400-16,2 0-176 0,-1-1-16 0,2 1-16 16,2-3-2816-16,3-1-560 0</inkml:trace>
  <inkml:trace contextRef="#ctx0" brushRef="#br0" timeOffset="84633.61">18604 4493 50911 0,'0'0'2256'0,"0"0"464"0,0 0-2176 0,0 0-544 0,0 0 0 15,0 8 0-15,0-8 832 0,-1 8 64 0,-2-2 16 0,3-6 0 16,0 0 128-16,0 0 32 0,0 0 0 0,-2 7 0 16,2-7-752-16,0 0-160 0,0 0-32 0,0 0 0 15,0 0-896 1,0 0-176-16,0 0-32 0,0 0-15776 0,0 0-3152 0</inkml:trace>
  <inkml:trace contextRef="#ctx0" brushRef="#br0" timeOffset="85221.83">17296 3384 11967 0,'-13'-9'528'0,"6"6"112"0,-4 3-512 0,1-1-128 0,-3 1 0 0,0-2 0 16,1 1 5008-16,0 1 976 0,0 0 192 0,3-3 32 0,0 6-2576 15,4-3-528-15,0 1-96 0,5-1-32 0,0 0-1536 16,0 0-304-16,0 0-64 0,0 0-16 0,13 7-352 0,4-3-64 15,2 0 0-15,2-2-16 0,3-2-64 16,3 0-16-16,3 0 0 0,3-1 0 0,3 2-160 0,7-1-48 16,5 0 0-16,3 0 0 0,1-1-16 0,0 0 0 15,-2-1 0-15,0 1 0 0,-1 0-128 0,1 0-48 16,-1 1 0-16,2 0 0 0,1 0-144 0,-1 0 0 16,0 0 144-16,-2 0-144 0,0 0 0 0,-4 0 0 15,-3 0 0-15,-3 0 128 0,-1 0-128 0,-4 0 0 16,-2 0 0-16,-3 0-128 0,-4 0-80 0,-3 0-16 15,-2-2 0-15,-2 2 0 16,-3 0-640-16,-1 0-128 0,-4 2-32 0,0-2 0 16,-3-2-736-16,-7 2-160 0,0 0-16 0,0 0-16 15,0 0-1712-15,0 0-352 0</inkml:trace>
  <inkml:trace contextRef="#ctx0" brushRef="#br0" timeOffset="89882.63">19582 2703 23951 0,'0'0'2128'0,"0"0"-1696"16,0 0-432-16,0 0 0 0,0 0 4320 0,5-5 784 15,3 2 144-15,2-2 48 0,3 0-4224 0,4-2-848 16,2 2-224-16,4 0 0 0,4-2 640 0,5 2 64 15,3 1 16-15,5-2 0 0,3 2-224 0,2 0-48 16,-1 0-16-16,4 0 0 0,-1-1-256 0,3 2-48 16,1-2-128-16,-1 4 192 0,1-3-192 0,0 3 0 0,-3-2 0 15,-2 3 0-15,-4 0-144 0,-1 1-128 16,-2 1-32-16,-2-1 0 16,-3 3-2464-16,-3-3-496 0,-1 0-112 0,0 1-16 0</inkml:trace>
  <inkml:trace contextRef="#ctx0" brushRef="#br0" timeOffset="90149.35">20642 2547 20271 0,'-12'-4'1792'0,"12"4"-1424"0,-6-3-368 0,0 1 0 15,2 0 4992-15,4 2 912 0,0 0 192 0,0 0 48 0,0 0-5040 0,0 0-1104 16,0 0 0-16,0 0 0 0,0 0 192 0,0 0 144 16,10 0 48-16,0 3 0 0,3 1-176 0,-1-2-16 15,-2 4-16-15,1-1 0 16,2-3-176-16,1 4 0 0,-1-2 0 0,1 1 0 0,-1-1 0 0,-1 1 0 15,-4 0 0-15,0 0 0 0,-8-5 0 0,5 8 0 16,-2 0 128-16,-3 0-128 0,-4-2 208 0,0 3 16 16,-4 1 0-16,-3 1 0 0,-2-2 224 0,-1 2 32 15,-2-1 16-15,-3 1 0 0,-1-1-208 0,1 1-32 16,-1-2-16-16,2 0 0 0,2-1-368 0,3 0-80 16,3-1-16-16,3 1 0 15,1-4-2848-15,6-4-560 0,0 0-112 0</inkml:trace>
  <inkml:trace contextRef="#ctx0" brushRef="#br0" timeOffset="90566.65">21584 2369 38879 0,'-11'-15'1728'0,"8"8"336"0,0 2-1648 0,2 1-416 0,0-1 0 0,1 0 0 16,-2 1 1104-16,0 0 144 0,-3 3 32 0,-2-1 0 15,-2 4 384-15,-1 0 64 0,-1 2 32 0,-2 3 0 16,-1 3-768-16,-2 3-160 0,-1 0-16 0,-2 7-16 16,-1 2-192-16,1 4-32 0,-2 1-16 0,1 3 0 15,2 2-160-15,2-1-16 0,3 0-16 0,3-2 0 0,3 1-240 0,5-1-128 16,2-2 128-16,5-1-128 0,3-3 0 0,3 1 0 16,5-5 0-16,2-2 0 0,3-2 0 0,4-4 0 15,1-1 0-15,4-3 0 0,1 0-128 0,3-3 128 16,-3-4-128-16,2-1 128 0,1-2-208 0,-1-1 32 15,-2-1 16-15,-1-2 0 0,-2-2 160 0,1-1-160 16,-1-2 160-16,-4-1-160 0,-4-3 160 0,-1 1 0 16,-2-2 0-16,-2 0 0 0,-4-4 0 0,-1-1 0 15,-4-2 0-15,-1 0 0 0,-2-1 128 0,-2-1-128 16,-2 0 128-16,-2-2-128 0,-5 2 128 0,1 0-128 16,-4 1 128-16,0-1-128 0,-4 4 0 0,0 1 0 15,-2 0 0-15,-2 2 0 0,1 2 0 0,0 1-288 16,-2 2 48-16,1 2 16 15,-1 4-976-15,2-1-192 0,1 1-32 0,1 3-16 16,1 3-1808-16,2 2-352 0,0 1-80 0</inkml:trace>
  <inkml:trace contextRef="#ctx0" brushRef="#br0" timeOffset="90887.58">21653 2492 15663 0,'-5'-4'1392'0,"1"1"-1120"0,0 1-272 0,4 2 0 16,0 0 5568-16,0 0 1072 0,0 0 208 0,-2 9 32 15,-2-1-3968-15,3 2-800 0,1 3-144 0,1 3-48 16,0 1-448-16,0 4-112 0,2 1-16 0,1 1 0 16,0 2-496-16,1 0-96 0,2-2-32 0,-2 0 0 0,0 0-496 15,0 0-96-15,1-2-128 0,0-1 176 0,1-3-32 16,-2-2 0-16,-1-1 0 0,0-3 0 0,0-2-144 0,-1-1 0 15,-3-8 0-15,4 7 0 0,-4-7 0 0,0 0-224 16,6 6 48-16,-6-6 16 16,0 0-752-16,0 0-160 0,0 0-16 0,7 2-16 15,-7-2-560-15,7-3-128 0,-2-2 0 0,3-2-16 16,2 1-1056-16,3-2-208 0,0-3-32 0,4-2-16 16,2-4-928-1,0-1-192-15</inkml:trace>
  <inkml:trace contextRef="#ctx0" brushRef="#br0" timeOffset="91117.2">22097 2635 19631 0,'14'-4'864'0,"-14"4"192"0,7-2-848 0,-1-3-208 15,2 1 0-15,-8 4 0 0,6-3 2880 0,-6 3 512 16,0 0 128-16,0 0 0 0,0 0-640 0,0 0-128 16,0 0-16-16,0 0-16 0,7 5-688 0,-7-5-144 15,0 0-32-15,5 7 0 0,0-1-512 0,-1 4-96 16,-1-1-32-16,-2 2 0 0,-1-1-464 0,-1 1-112 16,0 1 0-16,-1 0-16 0,1 1-96 0,1 0-16 15,-1 2 0-15,1-3 0 0,1 0-512 0,2-2 0 0,-2 1 0 0,1-1 0 16,1-1 0-16,1 0 0 15,1-2 0-15,0-1 0 0,1 1 0 0,0-2 0 0,-1 0 128 0,3-3-128 16,-1-1 0-16,1 0 0 0,-1 2 0 0,3-3 0 16,-1 0 0-16,0-4 0 0,-1 1-176 0,2-4 176 15,2 0-1152-15,-1-2-112 0,1 0-16 0,0-2-16 16,1-2-2224-16,-1-2-432 0,-2-5-80 16</inkml:trace>
  <inkml:trace contextRef="#ctx0" brushRef="#br0" timeOffset="91531.74">21802 2002 27647 0,'0'0'2448'0,"0"0"-1952"15,-5-5-496-15,-2-2 0 0,2 3 2800 0,0-1 464 16,0 1 80-16,-1 1 32 0,0 1-1072 0,-1 1-224 16,0-1-32-16,-3 2-16 0,0 2-624 0,-2 0-112 15,1 1-16-15,0-1-16 0,-1 1-400 0,2 0-80 16,0-1-16-16,0 2 0 0,1 0-320 0,3 1-80 16,1-1-16-16,5-4 0 0,0 0-208 0,0 0-144 15,0 0 192-15,0 0-192 0,0 0 0 0,0 0 0 0,0 0 0 0,0 0 0 16,6 3 0-16,1-3 0 0,-1 1 0 0,2-1 0 15,-2-1 0-15,2 1 0 16,-1-3 0-16,2 0 0 0,-1 0 0 0,0-1 0 0,-2-3 0 0,1 5 0 16,-7 2 128-16,0 0-128 0,4-6 0 0,-4 6 0 15,0 0 128-15,0 0-128 0,0-6 0 0,0 6 0 16,-3-5 0-16,3 5 0 0,-5-4 0 0,-2 0 0 16,1 1-432-1,0 3-144-15,6 0-16 0,0 0-16 0,-6 3-1888 0,1 2-384 0,2 2-80 0</inkml:trace>
  <inkml:trace contextRef="#ctx0" brushRef="#br0" timeOffset="92981.94">19268 4304 19343 0,'0'0'1728'0,"0"0"-1392"0,-7 1-336 0,1-1 0 0,-1-1 3408 0,1 0 624 16,-1 1 112-16,7 0 16 0,0 0-2112 0,0 0-448 16,0 0-64-16,0 0-32 0,0 0 64 0,0 0 16 15,10 0 0-15,4 0 0 0,2 0-864 0,4 0-160 16,2 0-48-16,4 1 0 0,4-1-176 0,2 0-32 16,0-1-16-16,3 1 0 0,2-3-160 0,2 3-128 15,4 0 144-15,4-1-144 0,2 1 160 0,4 0-160 16,-1 0 160-16,0 0-160 0,0 1 0 0,-1 2 128 15,-3-3-128-15,0 0 0 0,1 0 0 0,-2 2 0 0,-2 0 0 0,-2 0 0 16,0-2 0-16,-5 0-128 0,-1-2-16 16,-6 2 0-1,-1 0-1872-15,-4 0-368 0,-1 0-80 0,-5-2-10432 0,-1 1-2080 16</inkml:trace>
  <inkml:trace contextRef="#ctx0" brushRef="#br0" timeOffset="93267.12">20532 4137 23951 0,'-14'-2'1056'0,"7"2"224"0,1 0-1024 0,-2-2-256 0,-1 0 0 0,2 0 0 0,5 2 4272 0,2 0 784 16,-4-1 176-16,4 1 16 0,0 0-3376 0,0 0-672 16,0 0-144-16,4 7-32 0,1-1-384 0,2 3-96 15,-1-2-16-15,2 1 0 0,0-1-272 0,2 3-48 16,1-1-16-16,0 0 0 0,1 0-192 0,2 1 0 15,2 1 128-15,0-2-128 0,-3 0 0 0,0 3 0 16,-2-3 0-16,0 1 0 0,-2 2 0 0,-1 0 128 16,-2 1-128-16,-2-3 0 0,-4 3 240 0,0 0-48 15,-1 0-16-15,-2 0 0 0,-1 1 96 0,-2-1 32 16,-2-2 0-16,-1 1 0 0,-3 0-304 0,1 1 160 16,-1 0-160-16,3-1-15136 15,0-1-3104-15</inkml:trace>
  <inkml:trace contextRef="#ctx0" brushRef="#br0" timeOffset="93967.81">21339 4103 39855 0,'0'0'1760'0,"0"0"368"0,0 0-1696 0,9-2-432 15,0-2 0-15,3 3 0 0,6 1 1728 0,-4 1 272 16,-7 1 48-16,-1 6 16 0,-3 0-368 0,0 6-80 16,0 5-16-16,-3 4 0 0,-2 3-496 0,2 7-96 15,-1 1-32-15,0 2 0 0,-1 1-656 0,4-3-144 16,-2-2-32-16,1-2 0 0,0-4 176 0,2-1 48 16,0-3 0-16,1-1 0 0,-2 0-368 0,2-5 0 15,0-1 0-15,1-3 128 0,-2-3-352 0,-1-1-64 16,-2-8-16-16,0 0 0 0,3 6 304 0,-3-6 0 15,0 0 0-15,0 0 0 0,0 0 144 0,0 0 144 0,6-7 32 0,0-1 0 16,-2 0-320-16,1-5 0 16,0 0 0-16,3-1 0 0,-2-5 0 0,2-2 0 0,1-2 0 0,2-2 0 15,1-3 0-15,1-1 0 0,1-1 0 16,2 1 0-16,-2 3 0 0,0 4 0 0,-1 4 0 0,-1 3-144 16,-3 2-144-16,-1 7-32 15,0 2 0-15,-8 4 0 0,0 0 320 0,8 6 0 0,-3 2 0 0,0 8 0 16,0 1 0-16,0 2 144 0,-1 2-16 0,2 3 0 15,-3 0-128-15,3 0 0 0,-2-3 0 0,1-2 0 0,-1-2 0 16,1-1 0-16,-1-2 0 0,4-1 0 0,-1-1 0 16,1-2 0-16,1 1 0 0,1-7 0 15,-1 0 0-15,0-2 0 0,-1-2 0 0,1 0 0 0,-1-1 0 16,-1 0 0-16,1-1 0 0,0-3 0 16,0 0 0-16,0-2 0 0,0 0 0 0,1-2 0 0,0-1 128 0,1-4 0 15,1-2 0-15,0-2 0 0,1 0-128 16,1-6 0-16,0 1 0 0,3-3 0 0,-2-1 0 0,-1-1 128 15,-1 3-128-15,1-1 128 16,-1 3-352-16,-2 3-80 0,2 1-16 0,-4 2 0 16,-3 1-1200-16,1 3-240 0,2 3-48 0,-3 2-14000 15,-6 1-2816-15</inkml:trace>
  <inkml:trace contextRef="#ctx0" brushRef="#br0" timeOffset="94190.81">21110 3929 34095 0,'-16'0'3024'0,"16"0"-2416"0,0 0-480 0,0 0-128 0,0 0 3776 0,0 0 720 0,0 0 160 0,9 0 16 16,2 0-3872-16,3 0-800 0,4 0 0 0,2 0-256 16,1-2 256-16,3 2 144 0,3 0-16 0,3 0 0 15,1 0-128-15,0 0 0 0,4 2 0 0,1-2 0 16,0 0-1328-1,1 0-240-15,-2 0-48 0,0 0-16 0,0 0-2592 0,-1-2-528 16</inkml:trace>
  <inkml:trace contextRef="#ctx0" brushRef="#br0" timeOffset="94374.57">22146 3903 15663 0,'0'0'1392'0,"0"0"-1120"0,0 0-272 0,0 0 0 0,0 0 4352 0,0 0 832 16,0 0 144-16,9 0 48 0,-9 0-2704 0,9 0-544 15,1 0-96-15,0 0-32 0,-1 0-816 0,2-2-160 16,0 0-48-16,2-1 0 0,-1-1-688 0,1 0-144 16,-2-2-16-16,-2-1-128 0,2 2 0 0,1 0-144 15,-1-2-16-15,-1-1 0 16,-1-1-2112-16,-1 0-416 0,-2-3-96 0,-2 1-9040 16,-2-1-1808-16</inkml:trace>
  <inkml:trace contextRef="#ctx0" brushRef="#br0" timeOffset="94664.26">22222 3647 10127 0,'0'0'448'0,"-7"-3"96"0,-3-2-544 0,-1 3 0 16,1-4 0-16,0 3 0 0,-2-3 6304 0,-1 2 1152 16,0 2 224-16,0 0 64 0,-2 2-4336 0,1 2-848 0,-2 0-192 15,3 2-16-15,-1 0-816 0,1 1-144 0,0 2-48 16,1-1 0-16,-2 4-528 0,2-1-112 0,2-1-32 0,1 1 0 16,1-3-288-16,1 2-64 0,1-1-16 15,3-1 0-15,2 1-304 0,1-7 128 0,0 0-128 0,2 6 0 16,-2-6 0-16,8 7 0 0,-1-2 0 0,2-1 0 15,0 0 0-15,0-2 0 0,0-2-144 0,0 0 144 0,1-1 0 16,-1-2-128-16,0-1 128 0,0 1 0 16,-1-3 0-16,-2 1 0 0,1 1 0 0,-2-1 0 0,-5 5 0 0,4-7 0 15,0 1 0-15,0-2-128 0,-3 0-80 0,0 0-16 16,2 2 0-16,-3 6 0 16,-3-8-928-16,3 2-192 0,0 6-48 15,0 0 0-15,0 0-1008 0,0 0-208 0,0 0-32 0,0 0-10160 16,-4 6-2048-16</inkml:trace>
  <inkml:trace contextRef="#ctx0" brushRef="#br0" timeOffset="94989.91">22218 4524 20271 0,'0'0'1792'0,"0"0"-1424"0,0 0-368 0,0 0 0 15,0 0 4768-15,0 0 880 0,0 0 176 0,0 0 48 16,-3 8-2480-16,-1 1-480 15,-1-2-96-15,1 2-32 0,2 2-1328 0,-1-1-272 0,0 3-48 0,1-3-16 16,-1 3-752-16,2 0-160 0,0-1-16 0,-1 0-16 16,1 1-176-16,0-4 0 0,1 2 0 0,0-1 0 31,0-4-1952-31,1 2-320 0,2-1-64 0,2-2-20192 0</inkml:trace>
  <inkml:trace contextRef="#ctx0" brushRef="#br0" timeOffset="95118.64">22294 4410 38991 0,'0'0'1728'0,"-4"-4"352"0,-2-1-1664 0,1 1-416 0,-1 0 0 0,-1 0 0 0,2 0 496 0,-2 1 16 15,7 3 0-15,0 0 0 16,0 0-1920-16,0 0-384 0,0 0-80 0</inkml:trace>
  <inkml:trace contextRef="#ctx0" brushRef="#br0" timeOffset="95468.73">22425 4515 9215 0,'0'0'400'0,"0"0"96"0,0 0-496 0,0 0 0 15,0 0 0-15,0 11 0 0,0 1 7104 0,0 1 1344 16,-1 0 256-16,0 1 48 0,-1-4-4912 0,2 2-992 16,-1-1-192-16,1 0-32 0,0 1-1344 0,-3-2-256 15,3 0-48-15,0-3-16 0,0-7-560 0,0 0-112 0,0 0-32 0,0 0 0 16,2 10-128-16,-2-10-128 0,0 0 192 0,0 0-192 15,0 0 0-15,0 0 0 0,0 0 0 0,0 0 0 16,6-7 0-16,2 0 0 0,0 1 0 0,1-2 0 16,1-1 0-16,2-3 0 0,1 1 0 0,2-3 0 0,-1 1 0 15,0 0 0-15,1 0 0 0,-1 3 0 16,0-2 0-16,1 4 0 0,-1 2 0 0,-2 1 0 0,-2 2 0 0,-1 0 0 16,-1 3 0-16,0 0 0 15,-8 0 288-15,6 6 160 0,-2-1 16 0,0 1 16 0,-4-6-304 0,3 11-176 16,-2-1 192-16,0 2-192 15,1 0 224-15,-2-1-64 0,0 0-16 0,0-1 0 0,0-1-144 0,-2-1 0 16,1 0 0-16,0 0 0 16,0 0-528-16,-1 0-192 0,1-1-48 0,2 3 0 15,3-4-2800-15,-1 2-560 0</inkml:trace>
  <inkml:trace contextRef="#ctx0" brushRef="#br0" timeOffset="104641.43">875 7402 41807 0,'0'0'912'0,"0"0"192"0,0 0 48 0,0 0 32 0,-2 6-944 0,1 6-240 0,-1 4 0 0,-1 2 0 0,-1 3 608 0,3 5 80 0,-2 4 16 0,-1 1 0 15,2 4-80-15,-1 2-16 0,0 1 0 0,1 1 0 16,-2 1-256-16,-1-1-48 0,1 0-16 0,1-5 0 16,1 0-160-16,0-1-128 0,1-3 192 0,1-2-192 15,-1-4 0-15,1-2 0 0,-2-4 0 0,1-2 0 16,0-3-1104 0,1-3-336-16,0-2-64 0,0-8-16 0,0 0-1632 0,0 0-336 15,0 0-64-15</inkml:trace>
  <inkml:trace contextRef="#ctx0" brushRef="#br0" timeOffset="104906.52">443 7475 40479 0,'-14'-4'1792'0,"14"4"384"0,-5 0-1744 0,5 0-432 16,0 0 0-16,0 0 0 0,0 0 992 0,8-5 112 0,1-1 32 15,1 1 0-15,2-1-80 0,1-2-16 16,0 0 0-16,4-1 0 0,2 0-432 0,2-4-96 0,4 0 0 0,-3 4-16 16,4 1-80-16,4-4-16 15,3 3 0-15,2-1 0 0,2-2-208 0,-1 0-64 0,2 0 0 16,9-1 0-16,-4 3-128 0,-4 2 0 16,-3 2 0-16,-2 3-176 15,-2-1-1248-15,-5 3-256 0,-4 1-48 0,-2 4-16 0,-1 2-1856 16,-4 5-368-16,-6 3-80 0</inkml:trace>
  <inkml:trace contextRef="#ctx0" brushRef="#br0" timeOffset="105113.94">473 8197 43535 0,'-13'0'1920'0,"13"0"416"0,-5 3-1872 0,5-3-464 0,-3 6 0 0,3-6 0 0,0 0 848 0,0 0 80 16,0 0 16-16,11 3 0 0,-1-2-16 0,3-1 0 15,0-3 0-15,2 0 0 0,3-4-464 0,3-2-80 16,2 0-32-16,-1 0 0 0,3 0-160 0,5-7-48 16,1 2 0-16,5-2 0 0,1 0-144 0,4-1 0 15,1 0-192-15,10-2 192 16,-4-2-3248-16,-2 3-528 0,-3-1-96 0</inkml:trace>
  <inkml:trace contextRef="#ctx0" brushRef="#br0" timeOffset="105274.12">1275 8054 34095 0,'-4'5'3024'0,"0"4"-2416"15,0 0-480-15,2 0-128 0,0-1 2592 0,1 0 496 16,0 1 112-16,1-9 0 0,1 7-2256 0,-1-7-464 0,0 0-96 16,8 5 0-1,1-1-1920-15,1 0-384 0,2-2-80 0,1-3-16880 0</inkml:trace>
  <inkml:trace contextRef="#ctx0" brushRef="#br0" timeOffset="105742.89">1568 7584 47279 0,'-6'-8'2096'0,"6"8"432"0,0 0-2016 0,0 0-512 0,0 0 0 0,0 0 0 0,0 0 992 0,6-6 96 16,-2-1 32-16,4 1 0 0,3 1-192 0,-1 0-32 15,0-1-16-15,3 1 0 0,2 0-592 0,0 0-112 16,0 1-32-16,0 0 0 0,2 0-144 0,-1 1 0 16,2 2 0-16,-2 0 128 0,-3-1-128 0,-3 4 0 15,2 0 0-15,-1 2 0 0,-2 1 160 0,-2 2-160 16,-7-7 192-16,7 9-192 0,-3 4 208 0,-4 1-64 16,-1 2-16-16,-2 0 0 0,-2 1 0 0,0 0 0 0,-2-2 0 15,-1 4 0-15,-1 1-128 0,-3 1 192 16,-2 1-192-16,1 2 192 0,0-5-192 0,0 5 0 0,-1-5 144 15,-2 2-144-15,2-1 0 0,-2-1 144 16,-2-2-144-16,1 3 0 0,0-4 128 0,2-1-128 16,0 1 0-16,0-2 0 0,1 1 128 0,1-1-128 0,3 0 0 0,-1-2 0 15,2-2 128-15,1 0-128 0,-1-3 0 16,4 2 0-16,2-2 0 0,3-7 0 0,0 0 0 0,0 0 0 16,4 7 128-16,3-5-128 0,1 2 0 0,2-4 0 15,2 0 0-15,2-3 0 0,2 1 0 16,1-2 0-16,1 0 0 0,1-3 0 0,1 2 0 0,2-1 0 15,2-2 0-15,-1 0 0 0,-1 0 0 0,-1 2 0 0,1-1 0 16,0 1 0-16,1 0 0 0,-1 0 0 16,-3 2-672-16,2 1-32 0,-1-2-16 15,-1 1 0-15,1 0-1472 0,1 1-304 16,2-3-48-16,-1 2-19232 0</inkml:trace>
  <inkml:trace contextRef="#ctx0" brushRef="#br0" timeOffset="105933.43">2261 7640 40543 0,'0'0'3600'0,"0"0"-2880"0,0 0-576 16,0 0-144-16,0 0 2448 0,0 0 464 0,0 0 96 0,0 0 0 15,0 0-2080-15,0 0-416 16,0 0-96-16,-2 7-16 15,2-7-1232-15,2 9-240 0,0 0-48 0,2 0-13856 0,1 0-2784 0</inkml:trace>
  <inkml:trace contextRef="#ctx0" brushRef="#br0" timeOffset="106106.82">2317 7848 46127 0,'0'0'2048'0,"0"0"416"0,0 0-1968 0,0 7-496 0,2 1 0 15,0-1 0-15,-2-7 1600 0,0 9 208 0,0-9 48 0,0 8 16 16,1 0-592-16,-1-8-128 0,1 7-32 0,-1-7 0 15,0 0-736-15,0 0-128 16,3 8-48-16,-3-8 0 0,4 7-208 0,-4-7 0 0,0 0 0 16,4 6 0-1,-4-6-304-15,0 0-144 0,5 7-48 0,-5-7 0 0,0 0-2448 0,0 0-480 0</inkml:trace>
  <inkml:trace contextRef="#ctx0" brushRef="#br0" timeOffset="132264.35">3351 7510 35007 0,'-11'0'3120'0,"11"0"-2496"0,0 0-496 0,0 0-128 16,0 0 1440-16,0 0 272 0,0 0 48 0,0 0 16 15,-5 10-1264-15,2 2-256 0,2 1-64 0,1 0 0 16,1 3 160-16,-1 2 32 0,2 0 0 0,0 3 0 15,1 3-240-15,-1 0-144 0,0 3 192 0,-1-3-192 16,2 4 160-16,-1-1-160 0,-2-1 128 0,2-1-128 0,1-2 144 0,-1 0-144 16,-2-4 160-16,1-2-160 0,2-1 160 0,-2-2-160 15,-1-1 160-15,0-2-160 16,0-11-1184-16,0 0-336 0,4 6-64 0,-4-6-16 16,0 0-1584-16,0 0-320 0</inkml:trace>
  <inkml:trace contextRef="#ctx0" brushRef="#br0" timeOffset="132850.41">3215 7549 33695 0,'-17'-8'1488'0,"8"6"304"0,-3-2-1424 0,2 0-368 0,2 0 0 16,0 1 0-16,0-3 800 0,3 2 96 15,2 0 0-15,3 4 16 0,0 0 208 0,0 0 32 16,6-7 16-16,1 1 0 0,1-2-784 0,3 2-144 0,0-1-48 0,5-1 0 15,0 0 288-15,3 1 48 0,2-1 16 0,3-3 0 16,2 2-48-16,1 0-16 0,0-1 0 0,2 1 0 16,1-1-224-16,3 1-64 0,-2 0 0 0,2 3 0 15,-2 2-192-15,-2-1 0 0,-3 2 128 16,-2 3-128-16,-1 1 0 0,-3 2 0 0,-1 3 0 0,-5 0 0 16,-4 0 176-16,-2 2-176 0,0 2 192 0,-3 2-192 15,-2 0 224-15,-3 1-64 0,-1 0-16 0,-3 1 0 16,-3 1 144-16,-1-1 32 0,-1 0 0 0,-2 1 0 15,-3 0-80-15,0 1-16 0,0-2 0 0,-3-1 0 0,0-2-80 16,0-1-16-16,0-1 0 0,-1 0 0 0,0 1-128 16,1-3 192-16,1 1-192 0,0-3 192 0,1 2-192 15,2-3 0-15,0 0 0 0,1 0 0 0,3 0 0 16,2-2 0-16,1 1 0 0,6-3 0 0,0 0 0 0,0 0 0 16,0 0 0-16,0 0 0 0,0 0-192 0,0 0 192 15,0 0-160-15,9 0 160 0,1 0-128 0,2 0 128 16,-2 0 0-16,3 0-144 0,2-2 144 0,0 2 0 15,1-1 0-15,0 2 0 0,1 1 0 0,0 0 0 16,-2 0 0-16,2 3 0 0,-1-1 0 0,-1 1 0 16,0 3 0-16,-2 0 0 0,0-2 0 0,-1 2 0 15,-1 2 0-15,-2-2 0 0,-2 3 0 0,-2 0 0 16,-2 4 128-16,-2-1-128 0,-2 0 240 0,-2-1-32 16,1 2 0-16,-4 0 0 0,-3 2 112 0,-1 0 32 0,-2-2 0 0,-1-1 0 15,-4 0-32-15,-1 1-16 16,-3-2 0-16,-1 0 0 0,-3 1-96 0,-1 0-16 15,-1-3 0-15,-2 1 0 0,0-2-192 0,-1 0 0 16,0-2 128-16,2 0-128 16,2-1-864-16,3 0-224 0,5 0-32 0,2-3-16 15,5-1-1712-15,0-3-352 0,2-4-64 0</inkml:trace>
  <inkml:trace contextRef="#ctx0" brushRef="#br0" timeOffset="133179.75">3829 7695 28559 0,'0'0'2544'0,"0"0"-2032"0,-4 5-512 0,1 2 0 0,3-7 2944 15,-1 9 512-15,2 1 80 0,1 0 32 0,-2 4-1616 0,1 0-320 16,2 4-64-16,1 2-16 0,-2 0-480 0,3 0-112 16,2 1 0-16,-1 1-16 0,-2-1-496 0,3-1-112 15,-1-1-16-15,0-2 0 0,-1 2-160 0,5 8-32 16,-6-17 64-16,0 0-64 0,-4-10 0 15,0 0-128-15,0 0 192 0,0 0 0 0,0 0 0 16,0 0 0-16,0 0 0 0,0 0 96 0,0 0 16 16,0 0 0-16,0 0 0 0,1-10-96 0,1 0-16 15,-1-2 0-15,0-1 0 0,-1-2-192 0,3-1 0 16,0-4 0-16,-1 0 0 0,1-3-304 0,1 1 48 16,0 0 16-16,2 1 0 15,-1 3-832-15,3 0-160 0,1 2-48 0,2 2 0 16,0 1-1024-16,2 2-224 0,-1 3-32 0,3 3-16 15,1 5-1616-15,3 2-320 0</inkml:trace>
  <inkml:trace contextRef="#ctx0" brushRef="#br0" timeOffset="133965.25">4357 7734 11055 0,'0'0'480'0,"0"0"112"0,0-5-464 0,0 5-128 0,0 0 0 16,0-6 0-16,-1-1 5504 0,1 7 1072 0,0 0 208 0,0 0 64 15,0 0-3728-15,0 0-752 0,-8 1-128 0,0 5-48 16,-1 1-848-16,-1 4-192 0,-2 2-16 0,-3 4-16 15,0 2-432-15,-1 2-96 0,1 0-16 0,0 1 0 16,2-1-192-16,1 0-64 0,1-2 0 0,0 0 0 0,3-4-320 0,2 1 144 16,1-4-144-16,1-1 0 15,0-1 0-15,3-3 0 0,1-7 0 0,0 0 0 0,0 0-368 0,0 0-16 16,0 0-16-16,7 0 0 16,1-1-352-16,1-2-64 0,0-2-16 0,2-3 0 15,1-2 80-15,-1-2 16 0,1-1 0 0,0-1 0 0,-2-3 288 0,2-1 48 16,0-1 16-16,-1 0 0 0,0-3 144 0,-1 1 48 15,1 0 0-15,-2 0 0 0,-1 0 64 0,0 4 128 16,-3 4-208-16,0 3 80 0,-1-1 128 0,-2 6 0 16,-2 5-144-16,0 0 144 0,0 0 0 0,0 0 0 15,-2 9 128-15,-1 4-128 0,1 4 304 0,-1 3-32 16,-1 2 0-16,0 0 0 0,2 0-80 0,-1 1 0 16,2-3-16-16,1 1 0 0,1-2-176 0,3-3 128 15,1 1-128-15,0-4 128 0,2 1-128 0,-1-4 0 16,2-4 0-16,3 1 0 15,-1-6-592-15,2-1 0 0,-2-1 0 0,1-3 0 16,0-2-320-16,1-2-64 0,0-1-16 0,0-1 0 16,-2-3 320-16,0-2 64 0,1 0 16 0,-2-3 0 0,0-3 288 0,0-1 64 15,-1-1 16-15,0-1 0 0,0 1 224 0,-2 2 0 0,-1-1-160 16,-1 2 160-16,0 2 0 0,-1 2 0 0,-3 3 0 16,1 2 0-16,0 1 144 0,-1 4 0 0,-1 1 0 0,1 5 0 15,0 0 288-15,0 0 48 0,-5 2 16 0,0 3 0 16,1 3-288-16,0 3-48 0,0-1-16 0,1 5 0 15,1 3-144-15,-1 0 0 0,4 0 0 0,1 2 0 16,-1-1 0-16,2 1 0 0,1-2 0 0,1 0 0 16,0 1 0-16,3-1 0 0,0-5 0 0,1 0 0 0,0-1 0 15,0-1 0-15,2-1 0 0,-2-3 0 16,1 0-256-16,2-3 80 0,0-2 16 0,-2 0 0 0,0-4-160 0,1 0-16 16,-2-2-16-16,0-1 0 15,0 0-16-15,0-2 0 0,3-1 0 0,-3-1 0 16,-2-3 368-16,-1-1 0 0,2-1 0 0,-1 1 0 0,-1-3 0 15,-1 2 0-15,1-4 0 0,-3 1 128 0,1-2 128 16,-1 1 0-16,0 0 16 0,-1 1 0 0,1 1 112 0,-1 2 32 16,0 2 0-16,-1 3 0 0,2 3 144 0,-3 6 16 15,0 0 16-15,0 0 0 0,0 0 160 0,0 0 16 16,-3 9 16-16,0 4 0 0,1 4-240 0,-1 4-48 16,-1 3-16-16,2 1 0 0,-2 4-32 0,1 3-16 15,1 0 0-15,0 3 0 0,1-1-160 0,1 1-16 16,0-1-16-16,1 0 0 0,-1-2-240 0,2 1 0 0,-1-6 128 0,1 1-128 15,1-3 0-15,-2-2 0 16,1-2 0-16,-1-2 0 16,0-2-416-16,2-1-176 0,-2-3-48 0,3-3 0 15,4-2-2224-15,1 0-448 0,-4-4-80 0</inkml:trace>
  <inkml:trace contextRef="#ctx0" brushRef="#br0" timeOffset="134218.42">5081 7410 31503 0,'-4'-13'1392'0,"4"13"288"0,-3-8-1344 0,2-1-336 0,1-2 0 15,1 2 0-15,-1 9 1488 0,0 0 240 0,0 0 32 0,0 0 16 16,0 0-256-16,0 0-48 0,0 0-16 0,4 9 0 0,-1 4-640 0,-2 4-128 16,0 5-32-16,-1 4 0 0,1 4-336 0,-1 2-80 15,0 0-16-15,0 3 0 0,0 2-96 0,0 1-128 16,0 1 176-16,2-3-176 0,-1 1 0 0,0-3 0 15,1-2 0-15,0-2 0 16,0-4-880-16,0-1-272 0,1-1-64 0,-2-3-16 16,0-3-1280-16,1-1-256 0,-1-2-48 0,-1-4-13120 0</inkml:trace>
  <inkml:trace contextRef="#ctx0" brushRef="#br0" timeOffset="134844.97">4949 7870 17503 0,'0'0'1552'0,"0"0"-1232"16,-5-4-320-16,5 4 0 0,0-9 3728 0,1 1 688 16,2 1 144-16,3-2 32 0,3 0-2768 0,-1 4-544 15,-1-2-128-15,2 1 0 0,1-6-512 0,4 3-80 16,2-1-32-16,0-1 0 0,2-1-240 0,2 1-48 0,-1 0-16 0,1 2 0 16,-2-1 48-16,-1 2 16 0,1 1 0 0,-1 2 0 15,0 1 16-15,-1 2 0 0,-2 2 0 0,-2 1 0 16,-3 0 80-16,-3 3 0 0,0 3 16 0,-2 3 0 15,-1 3 48-15,-1 4 0 0,-2 1 0 0,1 3 0 16,-2 1-96-16,-1-1-16 0,0 1 0 0,1-2 0 16,2-2-192-16,-1-1-144 0,0-1 192 0,1-2-192 15,0-1 128-15,2-1-128 0,0-6 0 0,2 1 0 16,0-2 0-16,0-1-176 0,2-3 32 0,-1-1 0 16,1-1-256-1,1-3-48-15,1-1-16 0,1-4 0 0,1 0 80 0,-1-3 0 0,1-4 16 0,-1-1 0 16,-1 0 160-16,2-2 16 0,-1-3 16 0,0 0 0 15,2-1 176-15,0 3-160 0,-2 0 160 0,2 3-160 16,-2 1 160-16,-2 3-208 0,0 6 80 0,0 1 128 16,0 2 0-16,-8 4 0 0,0 0 0 0,0 0 0 0,8 11 512 0,-5 2 80 15,1 0 16-15,0 4 0 0,-1-4 32 0,-1 4 16 16,1 0 0-16,-2 1 0 0,1-1-304 0,-1 0-64 16,2 0-16-16,-1-3 0 0,0-2-272 0,0 0 128 15,1-1-128-15,-2-4 0 0,-1-7 160 0,0 0-160 16,0 0 128-16,0 0-128 0,0 0 0 0,0 0 0 0,0 0 128 0,0 0-128 15,0 0 0-15,5-4 0 16,-1-4 0-16,0-1 0 0,0-3 0 0,1-2-144 0,2-4 144 0,1-2 0 16,-1-1-192-16,4-2 192 0,1-1-192 15,2-2 192-15,-1 3-176 0,1-1 176 0,1 5-160 16,-1-1 160-16,-1 6 0 0,0 5 0 16,-1 0-128-16,-2 4 128 0,-1 1 0 0,0 4 192 0,1 2-48 15,-3 5 0-15,-1 3 256 0,0 3 48 0,-2 2 16 0,0 3 0 16,0 1 0-16,-2 4 0 0,0 0 0 15,0 2 0-15,0 1-224 0,2 0-48 0,-3 0-16 16,1-1 0-16,2-2-176 0,-1-1 0 0,0-1 0 16,1 0 0-1,-1-5-1280-15,4-1-352 0,3 0-64 0</inkml:trace>
  <inkml:trace contextRef="#ctx0" brushRef="#br0" timeOffset="135977.54">6847 7775 8287 0,'-1'-19'368'0,"1"13"80"0,-1 1-448 0,-2-2 0 16,-1 1 0-16,0-3 0 0,-1-3 5280 0,-3 0 976 16,0 3 192-16,-1-3 32 0,-3 0-3504 0,1 3-704 15,-2 1-144-15,1 3-16 0,-1 1-704 16,-2 0-144-16,1 3-32 0,0 4 0 0,-1 2-560 0,1 3-112 16,1 2-32-16,0 3 0 0,-3 0-208 0,3 4-32 15,3 2-16-15,0 0 0 0,-1-1-64 0,3 1-16 16,3-1 0-16,2-1 0 0,2-2-192 0,2 1 0 15,2-2 0-15,2-1 0 0,2-5-144 0,1-1 144 16,-1-3-208-16,1-2 80 0,1 1-208 0,2-3-48 16,-1-3 0-16,2-1 0 15,0-2-112-15,1-2-16 0,1-1-16 0,-1-4 0 0,0-1 160 0,0-1 48 16,-1 0 0-16,0-1 0 0,-1-1 320 0,0 1 0 16,-2 2 0-16,-1 0 0 0,-2-1 0 0,-1 2 0 15,1 2 0-15,-2 1 0 0,0 4 0 0,-4 6 0 16,0 0 192-16,0 0-64 0,0 0 240 0,0 0 32 0,0 0 16 0,3 9 0 15,0 0-208-15,0 3-32 0,-1 1-16 0,2 1 0 16,1 2-160-16,2-2 0 0,1 3 0 0,-2-2 0 16,2-4-1456-16,3 1-272 0,3 0-48 15,0-1-10384-15,3-3-2096 0</inkml:trace>
  <inkml:trace contextRef="#ctx0" brushRef="#br0" timeOffset="136712.12">7032 7622 38879 0,'0'0'1728'0,"0"0"336"0,0 0-1648 0,-2 8-416 0,-1 2 0 0,2-2 0 0,-2 3 1200 0,2 3 144 16,0 3 48-16,1-1 0 0,0 1 48 0,0-1 16 15,-3 1 0-15,4 0 0 0,2 0-720 0,1 0-144 16,0-1-16-16,0-2-16 0,-1-2-400 0,1-2-160 16,0-2 128-16,-4-8-128 0,3 8 0 0,-3-8 0 15,0 0 128-15,0 0-128 0,0 0 0 0,9 1 0 16,-1-1-160-16,-8 0 160 0,6-4-176 0,1-2 176 15,-2-5-192-15,0 1 192 0,-1-3-256 0,1-3 48 16,1 1 16-16,0-2 0 0,1-1-64 0,1-1-16 16,-2 1 0-16,2-2 0 0,0 1-48 0,-1-1 0 15,0 1 0-15,0 3 0 0,-2 1 0 0,1 5 0 16,1 0 0-16,-2 3 0 0,0 2 48 0,-5 5 0 16,0 0 0-16,0 0 0 0,0 0 272 0,0 0-192 15,9 5 192-15,-1 2-160 0,-1 1 160 0,-2 1 0 16,0 3 0-16,2-1 0 0,0 1 0 0,1 1 0 15,0 0 0-15,1 2-128 0,0 1 128 0,2 1 0 0,1-4 0 0,-1 2 0 16,1 0 0-16,1-3 0 16,1 0 0-16,3-2 0 0,2-2 0 0,-1 0-128 0,0-2 128 0,3-2 0 15,1-1-176-15,0-2 176 0,-1-1-208 0,0-2 80 16,-1 0 128-16,-1-5 0 0,-2-1 0 0,0 0-128 16,-1-2 128-16,-1 0 0 0,2 0 0 0,-2-2 0 0,-5-2 0 15,-1-2 128-15,-1 2-128 0,0 0 128 0,-2-1-128 0,-1 2 176 16,-2 0-176-16,0 1 192 15,-5 3-64-15,1 1-128 0,-2 3 192 0,3 5-64 0,0 0 128 0,-7 3 32 16,-4-2 0-16,0 6 0 0,-1 2 0 16,-1 3 0-16,0 2 0 0,0 2 0 0,2 0-112 0,1 3-32 15,-1-4 0 1,4 2 0-16,1 0-144 0,1 0 0 0,1 0 0 0,3-1 128 0,-2-4-128 0,3-2 0 16,0-1-160-16,2-1 160 0,-2-8-368 0,5 6 32 15,-1 1 0-15,-4-7 0 16,0 0-208-16,8 0-32 0,-1-3-16 0,1-1 0 15,0-1 16-15,0-4 0 0,0-1 0 0,1-2 0 0,-1-5 192 0,1-3 64 16,1 0 0-16,1-3 0 0,-2-3-64 0,1 2-16 16,-1-4 0-16,2-2 0 0,-1-2 112 0,-1-1 32 15,0 0 0-15,1 1 0 0,-3-1 256 0,0 5 0 0,-2 3 0 16,-1 5 0-16,-1 5 208 0,-2 3 112 16,-2 4 0-16,1 8 16 0,0 0 528 0,-4 5 96 15,0 4 32-15,0 4 0 0,-1 3-512 0,1 4-96 16,-1 2-32-16,3 4 0 0,2 0-352 0,2 1 0 15,0 1 0-15,3-2 0 0,3 0 0 0,4 0 0 0,1-3 0 0,3 1-128 16,2-2-1808 0,4-1-368-16,3-2-64 0,5-2-9552 0,0-4-1920 0</inkml:trace>
  <inkml:trace contextRef="#ctx0" brushRef="#br0" timeOffset="137327.88">8678 7166 27647 0,'-15'-15'2448'0,"9"12"-1952"0,-3-1-496 0,2 2 0 0,2 5 3472 0,-2 0 608 15,1 2 112-15,-1 3 32 0,1 2-2368 0,-2 3-448 16,1 3-112-16,1 6-16 0,1 5-224 0,-1 5-48 16,3 4-16-16,0 2 0 0,0 4-448 0,2 1-96 15,1 0 0-15,3 0-16 0,1-2-272 0,1 0-160 16,0-2 192-16,0-3-192 0,0-2 0 0,1-1 0 15,-2-3 0-15,-1-1 0 0,3-2 0 0,-2-4 0 16,-2-3 0-16,2-4 0 0,-3-2-256 16,-1-6-16-16,0 0 0 0,0-8 0 15,0 0-272-15,0 0-48 0,0 0-16 0,0 0 0 16,-1-8-272-16,0 0-48 0,-1-8-16 0,1-1 0 16,0-2-256-16,1-2-48 0,0-5-16 0,1-5 0 15,-2-7-576-15,1-4-112 0,1-4-32 0,2-1 0 16,-2 2 608-16,2-2 112 0,-1 3 32 0,2 2 0 0,0 3 1360 0,3 4 256 15,-1 3 64-15,2 5 16 0,-3 1 496 0,3 2 112 0,0 2 16 0,1 5 0 16,0 4-16-16,0 3 0 0,2-1 0 0,-1 5 0 16,2 1-112-16,-2 1-32 0,1 0 0 15,0 4 0-15,0 1-240 0,1 3-48 0,-2 1-16 0,-1 2 0 16,2-1-208-16,-2 3-32 0,-3 0-16 0,1 3 0 16,-2 3-144-16,-2 0-32 0,-2 5 0 0,-1 1 0 15,-1 1-64-15,-3-3 0 0,-2 4-128 0,0-1 192 16,-1 0-64-16,0 1-128 0,-3-4 176 0,1 0-176 15,0-1 176-15,0 1-176 0,-3-1 160 0,1 0-160 0,-1 0 0 0,0 1 0 16,0-1 0-16,1-1 0 0,-1-2 0 16,1 2 0-16,2 0 0 0,0-2 0 0,1 0 0 15,2 1 0-15,1 0 0 16,-1-1 0-16,3-3 0 0,1-2 0 16,1 1 0-16,1-2 0 0,1 1 0 0,1 1-192 0,0-2 192 0,3 1-160 0,1-3 32 15,1 1 0-15,1 0 0 0,3-1 0 0,0 0 128 0,4-1-208 16,2 0 80-16,1-2 128 0,-1-2-304 0,5 1 64 15,3-2 16-15,1-1 0 16,1-1-1216-16,5-2-240 0,3 1-48 0,0-2-16992 0</inkml:trace>
  <inkml:trace contextRef="#ctx0" brushRef="#br0" timeOffset="137728.26">9443 7415 20271 0,'-13'-3'1792'0,"5"2"-1424"15,-2-2-368-15,-4 3 0 0,1 0 4112 0,2 3 752 16,0 1 160-16,-2 4 32 0,-4 3-3136 0,0 4-640 16,-1 3-112-16,0 4-16 0,-2 3-112 0,-1 2-16 0,1 1 0 0,0 0 0 15,2-2-320-15,2 2-64 0,2-1 0 0,2-1-16 16,3-2-480-16,1-2-144 0,2-1 0 0,4-3 0 16,2-1 0-16,2-3-304 0,0-2 48 0,2 0 0 15,3-4-544 1,-1-3-96-16,2-1-32 0,1-3 0 0,2-1-368 0,0-1-80 0,1-3-16 0,0-1 0 15,-1-3 384-15,1-3 80 0,0 0 16 0,0-2 0 16,-2-2 384 0,1-2 80-16,0-1 0 0,1 0 16 0,1-2 432 0,-4 2-128 0,0 0 128 0,-1-1 0 0,0 1 0 15,0 4 0-15,0 0 0 0,-3 4 0 0,0 0 432 0,-1 3 64 16,-4 7 16-16,0 0 0 0,0 0 576 0,0 0 112 16,0 0 16-16,0 0 16 0,0 0-256 0,3 11-48 15,-2 1-16-15,0 1 0 0,0 0-576 0,1 1-112 16,-2 0-32-16,2 3 0 0,1 0-192 0,1 2 0 15,0-1 0-15,1-1 0 0,0 0 0 0,2-3 0 16,-1-1 0-16,1 0 0 16,-1-1-1168-16,3-2-288 0,-1-2-48 15,0-1-10848-15,0-2-2160 0</inkml:trace>
  <inkml:trace contextRef="#ctx0" brushRef="#br0" timeOffset="138095.47">9585 7570 16575 0,'-12'9'1472'0,"12"-9"-1168"16,-5 5-304-16,0 1 0 0,0-1 5568 0,1 4 1040 16,1 1 224-16,2 2 32 0,1-3-4656 0,-2 4-928 0,2 3-192 0,0-1-48 15,2 2 32-15,-2 0 0 0,0-1 0 0,2 1 0 16,1 0-544-16,1-1-96 0,1-2-32 0,0 0 0 16,-1 1-208-16,0-5-64 0,-1 0 0 0,2-4 0 15,-1-1-128-15,-4-5 192 0,5 4-192 0,-5-4 192 0,0 0-192 0,0 0 0 16,0 0 0-16,7-3 0 0,-1-2 0 0,1-2-176 15,-1-3 176-15,-1 0-192 0,-1-2-64 0,1-2 0 16,-1-2-16-16,3-1 0 0,-2-3-64 0,2 0-16 16,0-1 0-16,1 0 0 15,1 0 96-15,-1 3 32 0,0 1 0 0,0 2 0 0,-3 4 224 16,0 3 0-16,-5 8-160 0,0 0 160 0,0 0 0 16,0 0 0-16,0 0 0 0,6 8 0 0,-1 3 0 0,-1 0 208 15,0 3-48-15,-1 2-16 0,0-1-144 0,2 5 128 16,-1-2-128-16,1 1 128 0,1-1-128 0,0 0 0 15,2 0 0-15,1 1 0 0,0-1 0 0,0-3-176 16,-1 0 48-16,1-4 0 16,2 0-2384-16,-1-5-480 0,2 1-80 0,-4-3-15120 0</inkml:trace>
  <inkml:trace contextRef="#ctx0" brushRef="#br0" timeOffset="138304.54">9893 7402 42095 0,'0'0'1856'0,"0"0"400"0,0 0-1808 0,0 0-448 0,0 0 0 0,0 0 0 16,0 9 1008-16,1 4 96 0,0 1 32 0,2 5 0 15,-2 1-64-15,0 4-16 16,1 2 0-16,0 1 0 0,1 1-480 0,1 2-112 16,0 0-16-16,1-2 0 0,0 0-320 0,0-2-128 0,1 1 0 0,-1-1 144 15,1-1-272-15,0-3-64 0,-1-2-16 0,-1-2 0 16,1-1-1952-16,0-5-384 0,2-2-80 0,-1-1-10896 15,2-2-2192-15</inkml:trace>
  <inkml:trace contextRef="#ctx0" brushRef="#br0" timeOffset="138682.15">10183 7690 11055 0,'-1'-7'976'0,"-3"1"-784"16,-4-5-192-16,2 5 0 0,1 1 6624 0,-1 2 1280 15,0 0 256-15,1 2 48 0,-1 1-4912 0,0 3-992 16,-1-1-192-16,0 2-32 0,-3 4-1056 0,0 4-224 15,-2 2-32-15,2 2-16 0,-1-2-480 0,1 3-80 16,0 1-32-16,0 1 0 0,3-1-160 0,0 1 0 16,2 0 0-16,1-1 0 0,3-1 0 0,2-1 0 15,2-2 0-15,0 0 0 0,3-2 0 0,0-2-144 16,1 0 144-16,2-4-208 0,1-1-96 0,2 0-16 16,1-5 0-16,1 0 0 15,3 0-80-15,-1-5-32 0,-2 1 0 0,2-2 0 0,1-2 32 16,2-2 0-16,-2-3 0 0,2-2 0 0,-1-3 112 15,-1-2 32-15,-1-3 0 0,-1-1 0 0,1 0 0 0,-1-1 16 16,0 1 0-16,-2 5 0 0,-1-3 240 0,-2 5 0 16,-2 4-160-16,-3 1 160 0,0 4 144 0,-5 8 112 0,0 0 0 15,0 0 16-15,0 0 592 0,0 0 112 0,2 9 32 0,-1 2 0 16,-1 2-560-16,0 2-96 0,0 2-32 0,0-1 0 16,0 1-320-16,1 1 144 0,-1 0-144 0,1-1 0 15,2 0 0-15,0-2 0 0,-1-2 0 0,2-2 0 16,0 0-784-1,-1-2-272-15,-1-1-48 0,2-2-16 0,-4-6-1744 16,0 0-336-16,0 0-80 0</inkml:trace>
  <inkml:trace contextRef="#ctx0" brushRef="#br0" timeOffset="139446.82">10471 7519 23951 0,'-9'-10'1056'0,"5"4"224"15,-1 1-1024-15,1-1-256 0,0 2 0 0,2-1 0 16,-2 3 4336-16,4 2 800 0,-4-4 176 0,4 4 16 0,0 0-3472 0,0 0-688 15,0 0-144-15,0 0-16 16,0 0-1408-16,0 0-288 0,0 0-48 0,-1 11-16 16,2-3-1936-16,2 1-384 0,2 0-64 0,3 1-32 15,1-2-1600-15,0 0-320 0,9 8-64 16,0-7-16-16,-9-7 2032 0,2 1 416 0,-1-2 80 0,1 2 16 0,-1 1 5312 0,-1 1 1088 16,0 0 192-16,-1 0 64 0,-8-5 1088 0,8 7 240 15,-1-2 32-15,-1 3 16 0,-1 0-1952 0,-1 1-400 16,1 1-80-16,-1 2-16 0,-1 0-1248 0,-2 2-256 15,-1-2-48-15,-1 4-16 0,0-1-592 0,-1 2-112 16,0 1-32-16,0-2 0 0,1 1-160 0,1 0-48 16,0-4 0-16,0 1 0 0,-1-2-448 0,2-2 0 15,2 1 0-15,-1-5 0 0,-2-6 0 0,0 0 0 0,4 7 0 0,-4-7 0 16,0 0 0-16,0 0 0 0,0 0 0 16,0 0 0-16,0 0 0 0,7-3 0 0,1-1 0 0,1-2 0 15,1-5-176-15,-1 0-128 0,-2-4-16 0,1 1-16 16,2-2 48-16,3-3 16 0,1-1 0 0,1-1 0 15,-1 2 96-15,2-3 32 0,-1 2 0 0,0 2 0 16,-2 0 144-16,-1 3-128 0,-2 2 128 0,-2 4-128 0,-2 3 128 16,-6 6 0-16,0 0-144 0,0 0 144 0,0 0 0 0,0 0 0 15,8 6 0-15,-3 3 0 0,-2 3 0 0,1 2 0 16,-2-2 0-16,2 2 128 0,2 3-128 0,-1-1 0 16,-1 2 0-16,2-1 0 0,3-1 0 0,3 0 0 15,1-1 0-15,1 0 128 0,1-2-128 0,0 0 160 16,2-2-160-16,-1-2 160 15,1-1-160-15,-1-1 160 0,-1-3-160 0,2-2 160 0,0 1-160 0,0-3 0 16,-1 0 0-16,-2-3 128 0,-1-3-128 0,2-3 0 16,0-2 0-16,0-1 0 0,-4-1 0 15,2 0 0-15,2-5-160 0,-1 0 160 0,-2-7-384 16,-1 0 32-16,0-3 0 0,-2-2 0 16,0 1-992-16,-5 3-208 0,-4 4-48 15,-1 5 0-15,-2 1 960 0,-2 6 192 0,-6 3 48 0,0 3 0 0,-4 4 752 0,1 0 160 16,-2 7 16-16,-1 2 16 0,2 5 240 0,0-1 48 15,2 3 16-15,0 1 0 0,2-1-96 0,0 2-32 16,2-3 0-16,3 4 0 0,0-4-192 0,6 1-32 0,3 1-16 16,1 1 0-16,2-1-224 0,1 1-32 0,3 1-16 15,5-1 0-15,8 5-80 0,1-4-128 0,0-1 176 16,2-2-176-16,2-3 192 0,2-2-192 0,0 0 192 16,1-2-192-16,-1-1 160 0,-1-3-160 0,-2-1 128 0,2-2-128 15,0 0 0-15,-2-2 0 0,-1 0 128 0,-1 0-128 16,0 0 0-16,-3 0-176 0,-1 0 48 0,-3 0 0 15,-1 0-864 1,-3 0-160-16,-3 0-48 0,-1 0 0 0,0 1-2368 16,-3-1-464-16</inkml:trace>
  <inkml:trace contextRef="#ctx0" brushRef="#br0" timeOffset="153595.41">12432 7687 3679 0,'0'0'320'0,"-10"0"-320"0,-2-2 0 0,2 0 0 0,1-2 5152 0,1-2 960 15,0-3 192-15,0 2 32 0,0 6-3888 0,0 0-784 16,-2-2-144-16,3 0-48 0,2 1 800 0,5 2 160 15,-4-4 16-15,4 4 16 0,0 0-1072 0,0 0-224 16,0 0-32-16,0 0-16 0,0 0-448 0,8 0-96 16,1-1 0-16,2 1-16 0,-1 1-112 0,4-1 0 15,2 4-16-15,2-4 0 0,2 0-160 0,9 0-16 16,1 1-16-16,4 0 0 0,1 2 16 0,5 0 0 0,3-2 0 0,1 2 0 16,3-1-128-16,0 0-128 15,2-4 176-15,-2 2-176 0,-2 0 128 0,1 0-128 0,-1 2 0 16,0-2 0-16,0-2 0 0,1 2 0 0,-3 2 0 0,0-2 0 31,-1 0-832-31,-3 0-160 0,-3 0-32 0,-2 0-16 16,-2 0-1264-16,-4-2-256 0,-2 0-64 0,-2 0 0 15,-3 1-1296-15,-3 0-272 0</inkml:trace>
  <inkml:trace contextRef="#ctx0" brushRef="#br0" timeOffset="153843.95">13439 7524 39567 0,'-16'0'1744'0,"8"2"368"0,-1-1-1680 0,0 0-432 0,0-1 0 0,0 0 0 0,4 0 832 0,5 0 96 16,0 0 16-16,0 0 0 0,0 0 32 0,0 0 16 16,0 0 0-16,0 0 0 0,7 7-544 0,2-1-96 15,2 0-32-15,1-1 0 0,2 0-192 0,2 1-128 16,1 2 128-16,1 0-128 0,0-1 0 0,0-1 0 16,-1 1 0-16,0 0 0 0,-1 3 0 0,0-1 0 15,-1 0 0-15,-2-1 0 0,-4 1 0 0,0 1 0 16,-1 2 0-16,-3 0 128 0,-3-2 32 0,-1 2 16 15,-1 1 0-15,-4 1 0 0,-2 2 112 0,-5-3 32 16,0-1 0-16,-3 1 0 0,0 1-128 0,0 0-32 16,1-1 0-16,2 0 0 15,1-3-2352-15,2-3-480 0</inkml:trace>
  <inkml:trace contextRef="#ctx0" brushRef="#br0" timeOffset="154657.93">14668 7720 36863 0,'0'0'3264'16,"0"0"-2608"-16,0 0-528 0,3-7-128 0,-1-3 880 0,4 1 144 15,-3-2 16-15,0 1 16 0,0 1-528 0,-2-2-96 16,-1 1-32-16,0 1 0 0,0-4 848 0,-1 0 160 16,1 0 48-16,-3 1 0 0,2 0-480 0,-2 2-80 15,-1-1-32-15,0 2 0 0,-2 3-272 0,-2-1-48 16,1 1-16-16,-2 2 0 0,-2-1-32 0,0 5-16 15,-2 1 0-15,0 3 0 0,-4 4-176 0,0 3-48 16,0 6 0-16,-2 0 0 0,-2 4-80 0,1 1-32 16,-3 0 0-16,2 3 0 0,1 1-144 15,5 0 128-15,2 0-128 0,2-2 128 0,3-5-128 0,2 0 0 16,3-2 0-16,3 1 0 16,2-8-320-16,3 1-64 0,3-2 0 0,2-5 0 15,3-2-384-15,3-2-64 0,-1-2-32 0,2-2 0 16,2-4 96-16,-1-1 0 0,1-4 16 0,2-1 0 15,-4-2 208-15,0-2 32 0,0-3 16 0,0-1 0 0,-1-2 336 0,1 1 160 16,0-5-160-16,0-2 160 0,-2 0 0 0,0-4 0 0,-2-1-128 0,-2 0 128 16,4 0 0-16,-2 0 208 0,-2 1-32 0,1 1-16 15,-1 5 32-15,-4 3 16 0,1 4 0 16,-1 5 0-16,-2 7 240 0,-4 4 32 0,-1 5 16 0,0 0 0 16,0 0 208-16,-2 9 32 0,-2 4 16 15,-1 3 0-15,-1 3-432 0,1 1-64 0,-1 3-32 0,0 2 0 16,1 1-80-16,1 0-16 0,0 2 0 0,0-2 0 15,3-2-128-15,1-1 0 0,3-3 0 0,-1-1 128 16,2-4-128-16,2-2 0 0,-1-2 0 0,0-2 0 0,1-1-256 16,1-2-16-16,1-2-16 0,0-1 0 0,-8-3-96 0,10 0 0 15,-1-3-16-15,-1 2 0 0,1-4 32 0,2-2 16 16,-2-2 0-16,1-1 0 0,1-2 48 0,0-2 16 16,0-2 0-16,0-4 0 0,1 2 96 0,1 0 0 15,0-3 16-15,-1 1 0 0,1 1 176 0,-3 2 0 16,0 1 0-16,-3 6 0 0,0-1 0 0,-2 6 0 15,-5 5 0-15,0 0 0 16,0 0 416-16,1 9 112 0,-1 2 32 0,-1 4 0 0,-1 6 16 0,-2 1 16 16,1 2 0-16,-1 1 0 0,1 1-224 0,1-2-48 15,1 0-16-15,1-3 0 0,-2-2-304 0,2-3 0 16,2 0-208-16,0-3 80 16,3-2-1136-16,1 0-208 0,0-2-64 0,3-2 0 15,4-4-1728-15,3 1-368 0,-2-2-64 0,1-4-16 0</inkml:trace>
  <inkml:trace contextRef="#ctx0" brushRef="#br0" timeOffset="155017.51">15376 7299 12895 0,'0'0'576'0,"0"0"112"0,-5 0-560 0,-2 0-128 0,1-4 0 0,2 1 0 16,4 3 5184-16,0 0 1024 0,0 0 192 0,0 0 32 15,0 0-4912-15,0 0-992 0,5-5-192 0,3 0-32 16,0 2-304-16,2-2-192 0,3 1 16 0,2 0 16 15,0 2-432-15,2-1-96 0,1 2-16 0,1-1 0 16,-2 0-240 0,-3-1-48-16,-2-1-16 0,-1 2 0 0,-1 0 624 0,-4 2 128 0,-6 0 32 0,0 0 0 0,0 0 752 0,0 0 160 15,0 0 16-15,0 0 16 0,0 0 752 0,-6 2 160 16,-2 0 32-16,-1 0 0 0,-1 3-384 0,0 0-80 16,0 0-16-16,-1 3 0 0,2 0-256 0,0 0-48 15,-2 1-16-15,2 3 0 0,0 1-288 0,1 1-48 16,1 2-16-16,0 2 0 0,2-1-144 0,0 2-48 15,-1 2 0-15,3 1 0 0,-1 3-128 0,1 1-16 16,-1 0-16-16,1 2 0 0,1-1-160 0,-1 2 0 16,-1-1 144-16,2-2-144 0,-1 2 0 0,-1-1 0 15,2 2 0-15,-1-2 128 0,-1 2-128 0,1-3 0 16,1-1 0-16,1-2-128 16,-2-2-1216-16,2 0-224 0,1-4-48 0,1-1-16 15,3-2-2064-15,-2-2-400 0</inkml:trace>
  <inkml:trace contextRef="#ctx0" brushRef="#br0" timeOffset="155309.17">15813 7457 26719 0,'-3'-19'1184'0,"2"11"240"0,0-2-1136 0,-2-2-288 0,3-1 0 16,0-4 0-16,-3 2 3216 0,2-1 592 0,0 2 112 0,-1 1 32 15,2 1-2080-15,0 3-400 0,-1-2-96 0,-1 4-16 16,-2 0-496-16,0 2-96 0,4 5-32 0,-6-3 0 15,0 1-176-15,-1 2-48 0,1 2 0 0,-2 5 0 16,-1 2-192-16,0 4-32 0,-2 4-16 0,0 2 0 0,-1 2-128 0,0 1-16 16,2 2-128-16,-1 2 192 0,1 3-48 15,0 2-16-15,-1 3 0 0,3-2 0 0,-1 0-128 16,1-1 0-16,0-1 144 0,2 0-144 16,1 0 0-16,0-1 0 0,-1-1 0 0,2 0 0 0,1-2 0 0,0-1-128 15,0-2 0-15,2-2 0 16,1-3-896-16,0-1-160 0,1-1-32 0,-1-3-16 15,0-2-704-15,3-4-144 0,2 0-32 0,2-2-10688 16,-7-5-2128-16</inkml:trace>
  <inkml:trace contextRef="#ctx0" brushRef="#br0" timeOffset="155695.2">15336 7554 11055 0,'0'0'976'0,"-6"3"-784"16,-3 1-192-16,3-3 0 0,1 0 6608 0,5-1 1280 15,0 0 256-15,0 0 48 0,1 8-5104 0,3 0-1024 16,1 0-208-16,4 0-32 0,3-2-864 0,2-1-192 16,2-1-16-16,3 0-16 0,4 2-384 0,3-1-80 15,1-3-16-15,3 1 0 0,-1 1-64 0,1-4-32 0,0 0 0 0,-2 0 0 16,1-4-160-16,0 1 0 0,-2 1 0 0,0-2 0 16,0-1 0-16,-1-1 0 0,0-3 0 0,-3 1 0 15,2 1 0-15,-3-1 0 0,-1 0 0 0,-3 0 0 16,-1 0 0-16,-5 2 0 0,-2 1 0 0,-2-1-176 15,-8 6 176-15,0 0 0 0,0 0 128 0,0 0-128 16,0 0 224-16,0 0-32 0,-10 6 0 0,-2 1 0 0,-1 4-192 16,-3-1 0-16,-1 3 128 0,2 2-128 15,-1 0 0-15,2 2 0 0,-1 1 0 0,5-1 0 0,5-2 0 16,-1-1-128-16,3-1 128 0,1 0-160 16,2 0-96-16,0 0-32 0,0-2 0 0,3-2 0 15,-3-9-800-15,6 6-144 0,2 0-48 0,3-3 0 16,0-1-1008-16,2-2-208 0,3-2-32 0,1-1-16 15,1-4-464-15,1-1-80 0,-3 0-32 0,1-5-5952 16,2 0-1184-16</inkml:trace>
  <inkml:trace contextRef="#ctx0" brushRef="#br0" timeOffset="155920.07">16126 7561 3679 0,'5'-5'320'0,"-1"1"-320"15,-4 4 0-15,0 0 0 0,0 0 4928 0,0 0 896 16,0 9 192-16,-3 1 48 0,-1 2-1328 0,0 2-272 16,0-1-48-16,2 4-16 0,1 3-2064 0,-1-3-416 15,1 2-64-15,0-2-32 0,-2 0-720 0,2 0-144 16,1-1-16-16,1-2-16 0,2-2-416 0,-1-2-96 15,2 0-16-15,1-3 0 0,-5-7-144 0,0 0-48 16,0 0 0-16,7 4 0 0,-7-4-16 0,0 0 0 16,9-1 0-16,-1-2 0 0,-2-1 0 0,1-2 0 0,-1-2 0 0,1-1 0 15,-2-3-192-15,2-1 176 16,-1-1-176-16,1 0 160 0,1-2-160 0,-2 0 0 0,3-1 0 16,2-1 0-16,-1-3 0 0,0-1 0 0,2 0-144 15,1 1 144 1,2 1-1152-16,-2 3-128 0,-3 2-32 0,2 2 0 0,-2 2-1984 15,-1 5-400-15,0 1-80 0</inkml:trace>
  <inkml:trace contextRef="#ctx0" brushRef="#br0" timeOffset="156544.39">16383 7686 11055 0,'0'0'976'0,"0"0"-784"0,0 0-192 0,0 0 0 0,7 7 3968 0,1-1 736 16,1-2 160-16,0-1 16 0,2-3-2832 0,1-2-576 16,-1-2-128-16,1 0 0 0,1 1-160 0,1-3-32 15,2-3 0-15,0 1 0 0,-1 1-480 0,1-1-96 16,-2 0-32-16,1-5 0 0,-1-1-96 0,2-2-32 15,-2-1 0-15,-1 0 0 0,-1 1 16 0,-2 1 0 16,-1 0 0-16,-2 1 0 0,-3 2 112 0,0 3 32 16,-4 3 0-16,0 6 0 0,-7-2 528 0,-1 5 112 15,-2 2 32-15,-2 4 0 0,0 2-288 0,-1 4-48 16,0 0-16-16,-1 3 0 0,-3 1-512 0,3 2-128 16,1-4 0-16,2 0-16 0,2 1-240 0,3 1 0 15,-1-4 0-15,4 0 0 0,3-2-128 0,2-1-80 16,0-2-16-16,2 0 0 15,3-1-992-15,2-1-208 0,0-2-48 0,2-3 0 16,0-3-848-16,2-2-176 0,4 1-48 0,0-2 0 16,3-4-544-16,-2 1-112 0,0-3-32 0,-2-3 0 15,1-2-576-15,-3-3-112 0,2-2-32 0,-2 1 0 16,-1-1 2736-16,-1-1 560 0,0 2 96 0,-1-3 32 0,0 1 2048 16,-2 2 400-16,-1 4 96 0,0 1 16 0,1 1 1008 0,-3 4 208 0,-2 4 32 0,-4 4 16 15,0 0-32-15,0 0-16 0,0 8 0 0,-1 5 0 16,-2 4-960-16,1 1-192 0,-2 2-48 15,1 0 0-15,2 0-928 0,0-1-192 0,-2-1-32 0,0 0-16 16,2 0-240-16,1-3-32 0,0 0-16 0,-1 0 0 16,1-2-288-16,2-2-64 0,2 0-16 0,-1-5 0 15,-3-6-224-15,0 0 128 0,0 0-128 0,5 6 0 16,2-4 0-16,0 0 0 0,-7-2 0 0,0 0 0 16,8-6 0-16,-1 0 0 0,-2-2 0 0,-1 0-160 0,1-1 160 0,0-1 0 15,-1-2-144-15,3-1 144 16,-2-3-192-16,3 2 16 0,1-6 16 0,1 3 0 0,-1-2 32 0,2 2 0 15,1-4 0-15,-1 3 0 0,0 1 128 0,-1 1 0 16,1 3 0-16,-4 4-128 0,1 4 128 0,-8 5 0 16,0 0 0-16,0 0-128 0,0 0 128 0,7 9 0 15,-3 3 128-15,0 1-128 0,-2 2 192 0,-1 2-48 16,-2 2 0-16,2-1 0 0,1-1-144 0,2 0 0 16,-3 0 0-16,2 1 128 0,-2-2-128 0,3 2 0 15,0 1-192-15,1-2 192 16,0-1-1904-16,2-2-256 0,3-1-48 0,4-1-16 15,3-2-2128-15,3-2-448 0</inkml:trace>
  <inkml:trace contextRef="#ctx0" brushRef="#br0" timeOffset="156959.07">17605 7441 41407 0,'-24'12'1840'0,"13"-6"368"0,1 2-1760 0,-3 2-448 0,1 2 0 0,-1 2 0 15,-3 3 1248-15,3 2 160 0,-1-1 48 0,2 0 0 16,0 0-400-16,1 1-80 0,2-2-16 0,1 1 0 16,1-2-448-16,2 0-112 0,4 0-16 0,2-2 0 15,3 1-256-15,0-2-128 0,0 0 0 0,2-5 128 0,2 0-128 0,1-2 0 16,3-1 0-16,0-1 0 0,1-1 0 0,0-2-144 16,1-1 144-16,2-1-160 0,1-3 160 0,-2-1 0 15,1-1-144-15,0-3 144 16,2 0 0-16,1-1 0 0,0-3 0 0,-1-2 0 0,0-2-208 15,0 0 80-15,2-2 128 0,0-1-208 0,-3-4-48 16,-2 0-16-16,1-1 0 0,-3 2 0 0,-1 3 16 16,-5 2 0-16,0 4 0 0,-2 3 0 0,-1 2 256 0,-4 9 0 15,0 0 0-15,0 0 0 0,0 0 352 0,-9 9 128 16,-1 0 32-16,-2 4 0 0,-1 3-160 16,1 1-32-16,0 1 0 0,2 2 0 0,1-2-160 15,1 2-32-15,-1-2-128 0,4-1 192 0,2-1-192 0,2-2 0 16,1-1 0-16,2 0 0 15,2-1-1152-15,1 1-160 0,7-2-32 0,0 1-16 16,1-3-1392-16,1 0-256 0,1-3-64 0,0-1-9056 16,0 1-1808-16</inkml:trace>
  <inkml:trace contextRef="#ctx0" brushRef="#br0" timeOffset="157110.48">18329 7427 21183 0,'-22'3'944'0,"14"0"192"0,-1 0-912 0,2-1-224 0,1 1 0 0,-1 1 0 16,2-2 4768-16,1 2 912 0,-1 0 176 0,1 3 32 16,-1-1-4688-16,-2 1-944 0,3-1-256 0,3 1 0 31,1-7-528-31,3 8-176 0,-2-1-48 0</inkml:trace>
  <inkml:trace contextRef="#ctx0" brushRef="#br0" timeOffset="157248.01">18335 7690 41055 0,'-19'4'1824'0,"12"0"368"0,1 1-1744 0,1 0-448 0,5-5 0 0,-3 8 0 0,-1 0 880 0,-1 0 80 15,1-1 32-15,1 0 0 16,3-7 352-16,-2 5 64 0,2-5 0 0,0 0 16 16,2 7-3392-16,6 1-672 0</inkml:trace>
  <inkml:trace contextRef="#ctx0" brushRef="#br0" timeOffset="158010.06">19016 7395 37775 0,'0'0'3360'0,"-4"7"-2688"0,-2-1-544 0,0 1-128 0,2-1 2576 0,1 7 496 15,-1 4 80-15,-2 4 32 0,1 4-2208 0,0 2-432 16,0 3-96-16,1 0 0 0,0-1 192 0,3-2 64 15,1-2 0-15,0 0 0 0,1 0-384 0,0-3-80 16,2-3-16-16,1-4 0 0,-2-4-224 0,2 0 0 16,0-3 128-16,-4-8-128 0,0 0 0 0,0 0 0 15,0 0 0-15,9 0-160 0,-1-2 32 0,0-4 0 16,0-5 0-16,0 2 0 0,-1-1 128 0,-1-2-160 0,-4 0 160 0,2-1-160 16,1-2 160-16,-1-2 0 15,3-3 0-15,-1 2-128 0,1 0 128 0,1 0 0 16,1-2 0-16,-1 3 0 0,-1 1 0 0,1 3 0 15,0 3 0-15,-1 2 0 0,-7 8 0 0,0 0 0 16,0 0 0-16,6 8 0 0,2 2 0 0,-2 3 256 0,0 3-48 0,0 2 0 16,1 2-16-16,-2-1-16 0,1 0 0 0,1-1 0 15,0-1-176-15,0-2 192 0,1 2-192 0,0-4 192 16,1 0-192-16,2-1 0 0,-1-1 0 0,0-4 128 16,1-3-128-16,-1-1 0 0,1-3-160 0,-1 0 160 0,2-1-256 15,0-1 32-15,-2 1 16 0,2-4 0 0,-2-3 80 0,2-1 128 16,-3-2-208-16,0 0 80 0,-1-1 128 0,1 0-192 15,-1-2 192-15,0-2-192 0,-2-1 32 0,2-2 0 16,-1-2 0-16,-1-3 0 0,-1 1-160 0,1 1-48 16,-1-3 0-16,1 3 0 15,-1 2-976-15,1 2-208 0,-1 4-48 0,0 3 0 16,0 1-1552-16,3 3-320 0,-1 2-64 0,-1 3-16 16,1 2-64-16,2 2-16 0,0 2 0 0</inkml:trace>
  <inkml:trace contextRef="#ctx0" brushRef="#br0" timeOffset="158510.17">19684 7477 4607 0,'0'0'400'0,"7"4"-400"15,-7-4 0-15,8 7 0 0,-8-7 5440 0,5 6 1024 16,-1 3 192-16,-2 3 32 0,-2 4-3184 0,-2 1-640 16,-3 2-128-16,-1 0-32 0,-4 0-496 0,0 2-96 15,-2 0-32-15,1-3 0 0,-1 0-832 0,1 1-160 16,0-1-48-16,0-2 0 0,3-2-544 0,2-1-112 16,-3 0-32-16,2-4 0 0,1-1-352 0,2-2 144 15,4-6-144-15,0 0 0 0,0 0 0 0,0 0-304 16,0 0 48-16,0 0 0 15,0 0-496-15,0 0-80 0,6-6-32 0,2-5 0 16,0 1 160-16,2-2 48 0,1 2 0 0,-1-3 0 0,1 0 80 0,0-2 32 16,0-1 0-16,2 0 0 0,0-2 224 0,0 1 64 0,0-2 0 0,0 2 0 15,0 3 256-15,-1 2 0 0,-2 2 0 0,1 2 0 16,-4 3 0-16,1 4 0 0,-8 1-128 0,7 5 128 16,-1 1 560-16,-2 2 160 0,-2 4 48 0,-2 2 0 0,-3 2-112 0,0 1-16 15,1 1 0-15,-1 0 0 16,2-2-176-16,-2 0-32 0,2-2-16 0,1 0 0 0,1-2-224 0,1 0-64 15,-1 0 0-15,1-3 0 0,-2-9-128 16,6 5 0-16,-6-5 0 0,9 4 128 0,0 0-128 0,0-2 0 16,-1 1 0-16,2-6-176 0,-1-1 176 0,1 0 0 15,-3-1 0-15,1 0 0 0,0 0 0 0,1 1 0 16,-2 0 0-16,-1-3 0 0,1-2 0 0,-1 0 0 16,1-1 0-16,-1 1 0 0,3 1 0 0,-2-1 0 15,-1 1 0-15,0-3 0 0,-2 2 0 0,-1 0 0 0,1 1 0 16,2 2 0-16,-3 1 0 0,-3 5 0 0,6-7 0 15,-2 1 0-15,-2-1 0 0,2 1 0 16,-1 0 0-16,1 0 0 0,-2-1 0 0,1 1 0 16,-1-1 0-16,2 1 0 0,2-1 0 0,-3 1 0 15,0-2 0-15,-2 1 0 0,3 1-144 0,0-1 144 16,-1 2-160-16,1 0 160 16,0 0-1536-16,0 1-224 0,-1-3-32 0,1 2-11456 0,0 0-2272 15</inkml:trace>
  <inkml:trace contextRef="#ctx0" brushRef="#br0" timeOffset="159195.85">20272 7294 38703 0,'-4'-8'1712'0,"4"8"352"0,-2-5-1648 0,2 5-416 0,0 0 0 0,-1-4 0 16,1 4 1296-16,0 0 176 0,0 0 48 0,0 0 0 16,0 0 192-16,0 0 32 0,0 0 16 0,0 0 0 15,1 10-832-15,-1 3-160 0,0 3-48 0,-2 3 0 0,0 1-400 0,1 5-96 16,-2 3-16-16,1 0 0 0,-3 0-208 16,1 2 144-16,0-5-144 0,-1 3 128 0,2-1-128 0,0-4 0 15,1 1 0-15,0-3-176 16,1-3-896-16,0-4-176 0,1-1-32 0,1-1-16 15,0-3-1072-15,2-1-192 0,2-1-64 0,2-2-10368 16,2-3-2096-16</inkml:trace>
  <inkml:trace contextRef="#ctx0" brushRef="#br0" timeOffset="159550.9">20518 7481 27519 0,'-5'-10'1216'0,"5"10"256"0,0-5-1168 0,-3 1-304 15,-2 0 0-15,-4 3 0 0,0 2 2384 0,-4 3 432 16,0 2 64-16,-3 5 32 0,-2 4-400 0,1 0-80 15,-2 3 0-15,2 3-16 0,-2 0-1184 0,2 1-224 16,0-1-48-16,3 1-16 0,-1-4-352 0,5 0-64 0,1-1-16 0,4-1 0 16,-1 1-320-16,5-4-64 15,2 0 0-15,1-1-128 0,2-3 0 0,2-1-176 0,2-2 0 0,1-1 0 32,-9-5-272-32,13 3-64 0,0-2-16 0,4-2 0 15,1-4-144-15,1-2-32 0,-1-1 0 0,-1 2 0 16,0-3 64-16,0 0 0 0,1-3 0 0,-1-1 0 0,-1-4 208 0,-2 1 48 0,2-1 16 15,-3-4 0-15,0 1 368 0,0-1-176 0,0 0 176 0,0 1-128 16,0 1 128-16,-2 2 0 0,-1 4 128 0,-3 1-128 16,-1 4 144-16,-2 4-144 0,-4 4 192 0,0 0-192 0,0 0 1008 15,-2 7 80-15,0 3 32 0,-1 3 0 16,0-1-400-16,1 2-80 0,-2 3 0 0,0-2-16 16,1 0-464-16,1 2-160 0,-1 0 0 0,1-1 144 15,0-3-144-15,1 0 0 0,0-1-160 0,1-1 160 16,0 0-1360-16,1-1-176 0,2-1-48 0,0-2 0 15,-3-7-2544-15,6 4-512 0</inkml:trace>
  <inkml:trace contextRef="#ctx0" brushRef="#br0" timeOffset="160211.43">20859 7441 30399 0,'-13'5'1344'0,"13"-5"288"15,0 0-1312-15,0 0-320 0,0 0 0 0,0 0 0 0,0 8 3008 0,2 0 544 0,-2 1 96 16,0 1 32-16,0 3-1760 0,-2 2-336 0,2 0-80 0,-1 2-16 16,2 0-576-16,-1 0-112 0,-1-1-32 0,0-1 0 15,0 2-336-15,-1 0-80 0,0 0-16 0,0-2 0 16,1-4-112-16,0 0-32 0,-1-2 0 0,2-1 0 16,2 1-192-16,-4-3 176 0,2-6-176 0,0 0 160 15,0 0-160-15,0 0 0 0,0 0 0 0,0 0 0 16,0 0 0-16,0 0 0 0,0 0-160 0,8-5 160 15,-1-1-240-15,-1-2 48 0,3-1 16 0,2-2 0 0,-1 1-80 16,1-2 0-16,0 0-16 0,2-1 0 16,0-5 0-16,2 0 0 0,-1-4 0 0,2 1 0 15,-1 1 80-15,1 3 32 0,-3-1 0 0,-1 4 0 0,-3 3 160 0,-1 5-192 16,-2-1 192-16,-6 7-192 0,0 0 192 0,0 0-160 16,3 7 160-16,-2 3-160 0,-1 2 336 0,0 1 64 15,-1 1 16-15,1 3 0 0,0 3-256 0,0-2 144 16,0 0-144-16,3-3 128 0,-1-1-128 0,2 0 0 15,0-3 0-15,1-1 0 0,0 1 0 0,3-2 0 16,0-3 0-16,0 0 0 0,1-4 0 0,1-1-176 16,2-1 48-16,1 0 0 0,-1 0-96 0,0-1-16 15,-2 0 0-15,3-3 0 0,0-5 16 0,0 1 0 16,-1-1 0-16,0-2 0 0,1 1 0 0,-2-2 0 16,1-1 0-16,0-1 0 0,0-4-32 0,-1-1-16 15,0 0 0-15,1-1 0 0,-1 1 272 0,0 2 144 16,-5 0-16-16,1 4 0 0,-3 2-128 0,0 5 0 15,-4 6-160-15,0 0 160 0,0 0 208 0,0 0 144 16,0 0 32-16,-4 9 0 0,0 5-96 0,0 6-16 0,-1-1 0 16,1 5 0-16,-2 2-96 0,3-1-32 0,0 1 0 15,0 2 0-15,2 2-144 0,0-3 160 0,1 3-160 0,1 3 160 16,0 1-160-16,-2 3 0 0,-3 2 0 0,-1-1 0 16,-2 1 0-16,0 0 0 0,-3-1 0 0,0-2 0 15,-3 1-224-15,-1-2 80 0,-1 0 16 0,0-4 0 16,-4-2 128-16,-1-3 224 0,-4-2-48 0,-2-2-16 15,-1-3-160-15,-3-2 0 0,1-2 0 0,-2-5 0 16,-5-2-512-16,4-3-144 0,-1-1-32 0,-8-4-21024 16</inkml:trace>
  <inkml:trace contextRef="#ctx0" brushRef="#br0" timeOffset="160731.26">22530 7213 5519 0,'-6'-7'496'0,"0"1"-496"0,-2-1 0 0,-2-1 0 16,2-1 8448-16,-3 3 1584 0,11 6 320 0,-17-5 64 15,-1 1-7472-15,2 2-1504 0,7 1-288 0,9 1-64 0,-10 1 192 0,2 5 64 16,-1 1 0-16,0 4 0 0,0 2-640 0,-2 4-112 16,0 2-16-16,-1 5-16 0,1 6-224 0,1 4-32 15,-2 2-16-15,2 3 0 0,-2 4-64 0,0 0-16 16,2 3 0-16,-1-2 0 0,2-2-208 0,0-2 144 16,1 0-144-16,1-3 128 0,0 2-128 0,1-6 0 15,-1-2 0-15,0-2 0 0,2-2-240 0,0-1-16 16,0-5-16-16,1-1 0 15,-1-2-368-15,-1-4-64 0,0-1 0 0,2-2-16 16,1-3-864-16,1-2-160 0,2-6-48 0,-4 5 0 16,-1-2-736-16,-2-3-160 0,7 0-16 0,-4-6-16 15,-4-5-1536-15,2-2-304 0,-1-3-64 0</inkml:trace>
  <inkml:trace contextRef="#ctx0" brushRef="#br0" timeOffset="161585.19">21962 7657 4607 0,'-6'-14'192'0,"1"9"64"0,-3-2-256 0,0 1 0 16,2 1 0-16,-1 3 0 0,-2 4 6576 0,1 1 1264 15,3 4 256-15,1-1 48 0,0 1-4496 0,3 1-896 16,1 1-176-16,2 1-32 0,1 3-992 0,3-2-192 16,2-1-32-16,4-1-16 0,0-2-496 0,2-1-112 15,2 0 0-15,1-2-16 0,1-1-304 0,-1 0-64 16,2-3-16-16,2-1 0 0,0-3-144 0,-1-1-32 0,-1-1 0 16,2 0 0-16,1-3-128 0,2-2 160 0,-1 1-160 0,-1-1 160 15,1 0-160-15,-1-1 0 0,1-1 0 0,2-3 0 16,0-1 0-16,1-3 0 0,0-1 0 15,-1 0 0-15,-3 0 0 0,0 1 0 0,-1 1 0 0,-2 3 0 16,-3 2 0-16,-2 2 128 0,-5 4-128 0,-1 0 0 16,-2 5 144-16,-6 3-144 0,0 0 160 0,0 0-160 0,0 0 496 15,-6 11 0-15,0 2 0 0,-2 3 0 16,1 5-192-16,-2 2-48 0,-2 2 0 0,-1 0 0 0,3-2-80 16,0 1-32-16,-2-1 0 0,5-1 0 0,0-1-144 15,3-1 0-15,-1-1 0 0,1-3 128 0,2 0-128 16,2-2 0-16,0-2 0 0,3-3 0 0,1-1 0 0,2-3-224 15,1-1 80-15,1-2 16 0,-9-2-112 0,12 2-16 16,3-2 0-16,0-2 0 0,-2-4-64 0,2-3 0 16,0 0-16-16,-1-2 0 0,0 1 16 0,2-3 16 15,-3-2 0-15,0-3 0 0,1 0 64 0,-1 0 16 16,-1-1 0-16,1 0 0 0,2-5 224 0,-4 4-192 16,0 1 192-16,-2 5-192 0,-3 2 192 0,0 4 0 15,-6 8 0-15,0 0 0 0,0 0 0 0,0 0 240 16,0 0-48-16,-3 10-16 0,0 1 128 0,-1 5 16 15,-1 0 16-15,0 0 0 0,-2 1-112 0,4 0-32 16,0-1 0-16,2 0 0 0,-3-2-192 0,2 0 144 16,2-1-144-16,0 0 128 0,2-5-128 0,2 0 0 0,-4-8 0 15,7 5 0-15,3-1-176 0,-1-1-16 16,-1-1 0-16,2-2 0 0,3-2-64 0,-1-1-32 0,-3-2 0 16,0 0 0-16,1-2 80 0,2-1 16 0,0-1 0 15,0 0 0-15,-1 0 192 0,0 0-176 0,-1-4 176 0,2 1-160 16,-2-2 160-16,1-1 0 0,-2 0 0 0,-1 0 0 15,0 2 0-15,-1 2 0 0,0-1 0 0,-2 4 0 16,-1 2 0-16,-4 6 0 0,0 0 128 0,0 0-128 16,0 0 320-16,-4 5-16 0,-1 4 0 0,-2 1 0 15,1 2-112-15,-1 1 0 0,-2 0-16 0,1 3 0 0,1-2-176 0,0 2 160 16,1-1-160-16,2 0 160 0,0-3-160 0,2-2 0 16,1-2 0-16,2 1 0 0,2 0-144 0,1-1-64 15,0-2-16-15,-4-6 0 16,6 4-224-16,4-1-64 0,-3-3 0 0,4-3 0 15,1 1 32 1,-1 0 0-16,2-3 0 0,0-1 0 0,-1-2 176 0,2-1 48 0,3 1 0 16,-1-4 0-16,0 0 256 0,-2-1-192 0,-1 0 192 0,3-1-160 0,-1 0 160 0,2-1 0 15,-4 1 0-15,0 1-128 0,2 1 128 0,-5 3 0 16,-1 4 0-16,-1 0 0 0,-1 3 192 0,-7 2 0 0,3 4 16 16,1 4 0-16,-1 1 496 0,-3 2 112 15,-1 0 16-15,1 1 0 0,-2 2-320 0,2 2-48 16,2-2-16-16,-2-1 0 0,0-1-320 0,0 0-128 15,1-2 0-15,2 0 144 0,-2-1-304 0,2 0-64 16,0-3-16-16,-3-6 0 16,0 0-1920-16,7 4-384 0,2-1-80 0,-1-1-11280 15,0-2-2272-15</inkml:trace>
  <inkml:trace contextRef="#ctx0" brushRef="#br0" timeOffset="161745.51">23398 7335 34431 0,'0'0'1536'0,"-4"-5"304"0,0 0-1472 0,0-2-368 0,0 1 0 0,4 6 0 16,0 0 1312-16,0 0 192 0,0 0 32 0,0 0 16 16,0 0-848-16,0 0-192 0,0 0-16 0,3 10-16 15,-1 1-1600-15,4 3-320 0,0 2-64 16,2 2-15536-16</inkml:trace>
  <inkml:trace contextRef="#ctx0" brushRef="#br0" timeOffset="162179.65">23758 7627 29247 0,'0'0'1296'0,"0"0"272"0,2-6-1248 0,2-2-320 16,0-1 0-16,0-2 0 0,0 5 1392 0,-1-2 208 15,-1-1 64-15,-1 0 0 0,1 2 80 0,-2-2 32 16,-3 3 0-16,-1 2 0 0,0 0-368 0,-2 4-64 16,-5 0 0-16,-2 2-16 0,-2 5-96 0,-4 3-16 15,-3 2 0-15,0 2 0 0,-4 1-512 0,3 0-128 16,-1 1 0-16,1 0-16 0,2-1-256 0,2 2-48 15,5-2-16-15,1-1 0 0,3-2-240 0,1-2 0 16,3-1 0-16,4-1-160 16,2 1-224-16,1 0-64 0,-1-9 0 0,8 7 0 15,2-4-368-15,2-2-80 0,4-2 0 0,1-2-16 16,1-1 144-16,1 1 16 0,2-3 16 0,0-3 0 0,0-4 352 0,-1-2 80 0,-1 1 16 0,1-2 0 16,1-2 288-16,-3-3-160 0,-1-1 160 0,1-3-128 15,0-5 128-15,0 0 0 0,3 0-144 16,0-1 144-16,-1-3 0 0,-1 0 192 0,1-1-32 0,-1 0 0 15,-2 1 224-15,2 1 64 0,-2 5 0 0,-4 0 0 16,-3 6 64-16,-2 5 0 0,-4 4 16 0,0 4 0 16,-4 9 256-16,0 0 48 0,0 0 16 0,-7 5 0 0,-2 6-80 15,-1 3-32-15,-3 8 0 0,-2 7 0 0,1 5-512 16,0 2-96-16,-3 2-128 0,0 3 176 0,0 0-176 0,2 0 192 16,4-1-192-16,-1-3 192 0,1-4-192 0,1-1 0 15,1-4 0-15,1-1 0 16,3-3-576-16,-2 0-128 0,2-3-48 15,1-2-15072-15,0-1-3024 0</inkml:trace>
  <inkml:trace contextRef="#ctx0" brushRef="#br0" timeOffset="163463.43">3060 8612 11967 0,'-3'-19'528'0,"5"12"112"0,-1-3-512 0,1 0-128 0,2 0 0 0,3-1 0 15,-1 2 5248-15,1 1 1024 0,-1 2 208 0,-6 6 48 0,0 0-3232 0,0 0-640 16,0 0-128-16,0 0-32 0,0 0-848 0,7 8-176 16,-3 1-48-16,0 5 0 0,0 3-512 0,-2 4-96 15,1 1-32-15,-1 0 0 0,2-1-400 0,-1 1-64 16,0-1-32-16,1 1 0 0,1-1-160 0,0 0-128 16,1 0 192-16,1-3-192 0,1-2 128 0,2-3-128 15,1-2 0-15,0 0 0 0,2-1 0 0,0-1 0 16,1-1 0-16,0-1 0 0,-1-6 0 0,5-1 0 15,3-1 0-15,0 1 0 0,0-4 0 0,1 0 0 16,4-1 0-16,17-3 0 0,0-1 0 0,0 0 0 16,0-1 0-16,1 1-144 0,3 0 144 0,2 3 0 15,0-1-144-15,2 1 144 0,1 2 0 0,5 1 0 0,3 1 0 0,4 0 0 16,1 2 0-16,2 0 0 0,-3 0-144 16,-17 3 144-16,5 1 0 0,5 1 0 0,7 0 0 0,29 2 0 15,-6-1 0-15,-7 1-128 0,-7-3 128 16,-3 1 0-16,-2-3 0 0,-2 4 0 0,3 0 0 0,-5-2 0 15,-5 1 0-15,-3 3 0 0,-1-1 0 0,-10 1 0 16,-4-1 0-16,-2 1 0 0,-1-1 0 0,-6-2 0 16,-6-1 0-16,-1-2 0 0,-3-2 0 0,-3 3 0 15,-2 0 0-15,-3-2 0 0,-2-1 0 0,-12 0 0 16,9 0 128-16,-1 0-128 0,-8 0 0 0,7-1 144 16,0-1-144-16,-7 2 128 0,0 0-128 0,6-2 128 0,-6 2-128 0,0 0 128 15,6-6-128-15,-6 6 128 0,5-3-128 0,-5 3 128 16,4-6-128-16,-4 6 128 0,4-6-128 0,-2-1 128 15,2 1-128-15,-1-1 128 0,1 1-128 0,-2-1 0 16,0 1 144-16,0-1-144 0,1-2 0 0,-1 0 128 16,1 0-128-16,0 0 0 0,1 0 0 0,-2-1 0 15,1 0 0-15,-1 0 128 0,0-2-128 0,0 1 128 16,2 1-128-16,0-3 128 0,0-1-128 0,0-2 128 16,-1-1-128-16,-1-3 128 0,3 0-128 0,-1-3 0 15,2 0 0-15,-1 0 0 0,-1-2 0 0,-2 0 128 16,0 0-128-16,0 2 0 0,1 2 0 15,-2 3 0-15,-1 5 0 0,-1 0 0 0,-2 2 0 0,1 5 0 16,-2-1 0-16,4 7 0 16,0 0-1024-16,0 0-256 0,0 0-64 0,2 8-21952 0</inkml:trace>
  <inkml:trace contextRef="#ctx0" brushRef="#br0" timeOffset="165698.38">8689 8481 16575 0,'0'0'1472'0,"0"0"-1168"16,0 0-304-16,-1-5 0 0,0-1 4752 0,1-1 896 15,-2 3 176-15,2 4 48 0,0 0-3760 0,0 0-736 16,0 0-160-16,0 0-16 0,0 0 208 0,0 0 32 15,0 0 16-15,0 0 0 0,0 0-448 0,0 0-96 16,0 0-16-16,0 7 0 0,0 3-384 0,0 2-64 16,-1 2-32-16,1 2 0 0,-1 1-128 0,1 0-32 15,-2 0 0-15,1 0 0 0,0 0-96 0,0-1-32 16,1-1 0-16,0-2 0 0,0-1-128 0,0-1 160 16,1-2-160-16,1-1 160 0,-2-8-160 0,4 8 0 15,-4-8 0-15,8 7 0 0,1-1 0 0,3-1 0 16,1-2 0-16,1 0 0 0,1-1 0 0,0 1 0 15,4-1 0-15,3 0 0 0,3-1 0 0,2 0 0 0,4 3 0 16,1-4 0-16,0 1 0 0,3 1 0 0,4-1 0 0,1 2 0 16,-1-1 0-16,2 2 0 0,4-1 0 0,3 1 0 15,4 1-128-15,3 0 128 0,2 2 0 0,5-1 0 16,0 1 0-16,1-1-176 0,2 2 176 0,26 4-128 16,-7-2 128-16,-6-1 0 0,-3 0 0 15,0 3-128-15,-5-3 128 0,-2 2 0 0,-3-2-144 0,-2 1 144 16,-3 1 0-16,-3-2-176 0,-2 1 176 0,-3 1-128 15,-6-2 128-15,-6 0 0 0,-4 0-144 0,-4 0 144 0,-6-2 0 0,-3-3 0 16,-4 0 0-16,-9 0 0 16,-1-1 0-16,0 1 0 0,-1 0 0 0,0 0 0 0,-8-4 128 0,0 0-128 15,5 4 128-15,-5-4-128 0,0 0 0 0,0 0 128 16,0 0-128-16,0 0 0 0,0 0 128 0,0 0-128 16,0 0 0-16,0 0 128 0,0 0-128 0,0 0 0 15,0 0 0-15,7 3 0 0,-7-3 0 0,0 0 0 16,0 0 0-16,6 0 0 0,-6 0 0 0,8-2 0 15,0 1 0-15,0 0 0 0,-8 1 0 0,9-3 0 16,-1 2 0-16,1-2 0 0,0-1 0 0,-1 0 0 16,-1 1 0-16,3-1 0 0,-1 0 0 0,-2 0 0 15,3-1 0-15,-1-1 128 0,1 2-128 0,1 1 0 16,-1-3 0-16,-1 1 0 0,2 1 0 0,-1 0 0 16,-1 2 144-16,-1-1-144 0,0 2 128 0,0-3-128 15,-1 1 128-15,-7 3-128 0,8-2 128 0,-8 2-128 0,0 0 128 0,8 0-128 16,-8 0 144-16,8 0-144 15,-8 0 192-15,0 0-192 0,8 0 192 0,-8 0-192 0,0 0 192 0,0 0-192 16,0 0 144-16,0 0-144 16,0 0 0-16,8 1 144 0,-8-1-144 0,7 1 0 0,-7-1 0 15,0 0 0-15,8 2 0 0,-8-2 0 16,0 0 0-16,8 0 0 0,-8 0 0 0,8 1 0 0,0-2 0 0,-1-1 0 16,1 1 0-16,0 0 0 0,0-3 0 15,0 1 0-15,1 0 0 0,0 0 0 0,-2-3 0 0,0 1 0 16,2-1 0-16,1-1 0 0,-1 1 0 0,-1-1 0 0,-1-1 0 15,1 2 0-15,0-5 0 0,0 1 0 0,-2-2 0 16,1 2 0-16,-1-3 0 0,1 0 0 16,-1-2 0-16,1 0 0 0,-1-2 0 0,1 0 128 0,0-1-128 0,-1-3 0 15,1-3 0-15,-1-2 128 0,-1-1-128 16,1 1 0-16,-1-4 0 0,0 1 128 0,1 2-128 0,0-3 0 16,-1 0 0-16,-3 1 0 0,1 3 0 0,0 4 128 15,-2 2-128-15,0 3 0 0,-2 2 0 0,0 2 0 16,-1 2 0-16,1 2 0 0,-2 2 0 0,0 4 0 15,3 3-144-15,0 0 144 16,0 0-1920-16,0 0-256 0,0 0-64 16</inkml:trace>
  <inkml:trace contextRef="#ctx0" brushRef="#br0" timeOffset="167528.97">9082 9574 8287 0,'0'0'736'16,"-2"-7"-592"-16,0-1-144 0,-1 2 0 0,1-2 4272 0,-1 2 816 0,2 0 160 0,-1 2 48 15,2 4-2352-15,0 0-448 0,0 0-112 0,0 0-16 16,0 0-384-16,0 0-96 0,0 0-16 0,-1 8 0 15,2 4-736-15,1 5-160 0,0 4-16 0,1 4-16 16,-1 2-464-16,2 3-96 0,2 1 0 0,-2 1-16 16,-1-2-160-16,0 0-16 0,1-2-16 0,-1 3 0 15,-1-1-176-15,1 0 128 0,-2-2-128 0,0-2 128 16,-1-4-128-16,0-1-192 0,-1 1 32 0,1-6 16 16,3-2-1616-1,-2-1-320-15,0-2-64 0,-1-2-16 0,-2-3-880 0,2-6-176 0,0 0-48 16</inkml:trace>
  <inkml:trace contextRef="#ctx0" brushRef="#br0" timeOffset="167805.85">8998 9639 11967 0,'-2'-7'1072'0,"-1"0"-864"16,-2-4-208-16,4 2 0 0,2 1 4032 0,-1 2 752 16,1-1 144-16,-1 7 48 0,7-6-1968 0,0 0-384 15,0 0-64-15,2-1-32 0,2 1-992 0,2-1-192 16,2 1-32-16,1 2-16 0,1-1-672 0,0-3-144 15,1 1-32-15,2 1 0 0,-2-1-304 0,0 2-144 16,2 1 128-16,-1 3-128 0,-2-3 0 0,0 3 128 16,-1-1-128-16,-5 4 0 0,0 0 160 0,-2 4-160 15,-2 0 192-15,-1 3-192 0,-2 0 304 0,-4 6-48 16,-1-2-16-16,-2 5 0 0,0 3 64 0,-2 2 16 16,-3 2 0-16,-2 0 0 0,-3-3-32 0,0-1 0 0,-1-2 0 0,1 1 0 15,-2 0-112-15,2-5-32 0,0 0 0 0,1-2 0 31,-1-4-464-31,4 1-112 0,3 1-16 0,2-5 0 0,4-6-2496 16,0 0-512-16,0 0-112 0</inkml:trace>
  <inkml:trace contextRef="#ctx0" brushRef="#br0" timeOffset="169006.43">9385 9380 11055 0,'0'0'976'0,"0"0"-784"0,0 0-192 0,0 0 0 0,0 0 5376 0,0 0 1024 0,0 0 192 0,8 5 64 0,-1 0-3456 0,-1 3-704 15,1 2-128-15,-1 3-16 0,0 3-816 0,0 0-144 16,1 2-48-16,-1 4 0 0,1-1-576 0,-1 2-128 16,1 3-32-16,-1 0 0 0,-1 2-256 0,1-3-48 15,-1-3-16-15,0-1 0 0,-1-3-112 0,0 0-32 16,0-2 0-16,-2-3 0 0,1-4-144 0,-2 0 192 16,1-4-192-16,-2-5 192 0,0 0-192 0,0 0 0 15,0 0 144-15,0 0-144 0,0 0 0 0,0 0 0 16,0 0 0-16,0 0 0 0,0 0 0 0,5-5-128 15,1-4 128-15,0 0-128 0,-3-2 128 0,3 0-128 16,-1-2 128-16,0-3-128 0,0-1 128 0,2-4-192 16,-1-1 192-16,2-3-192 0,0-1 32 0,1 4 0 0,0 0 0 15,0 2 0-15,1 2-64 0,-1 5-16 16,0 0 0-16,-1 2 0 0,-1 5 64 0,0 3 16 16,-7 3 0-16,0 0 0 0,6 4 160 0,0 5 0 0,0 1 0 15,-2 4 0-15,-1 3 176 0,-1 4-48 0,2-2 0 0,0 3 0 16,0 2-128-16,0-2 160 0,0 1-160 0,0-3 160 15,1-2-160-15,0-2 0 0,2-3 0 0,-1-3 0 16,1-2 0-16,1-1 0 0,-1-1 0 16,3-3 0-16,-1-3 0 0,0-1-176 0,3-2 48 0,-1-1 0 15,0-1 128-15,-2-3-160 0,0-1 160 0,0 0-160 16,0 0 160-16,-1 0 0 0,1-5 0 0,0 1-128 16,0 0 128-16,-1-2 0 0,-1-2 0 0,-2 0-128 0,0-1 128 15,0-1 0-15,1 1 0 0,-2 2 0 0,-1 1 0 16,0 3 0-16,-4 3 0 0,1 0 128 0,0 9-128 15,0 0 176-15,0 0-176 0,-7 0 192 0,-1 5 64 0,1 4 0 16,-1 3 16-16,0 2 0 0,0 2-112 16,2 3-32-16,-1 1 0 0,1 1 0 0,0 1-128 0,2-2 0 15,0-2 144-15,2-1-144 0,-1-2 0 0,1-2 0 16,2 0 0-16,1-5 128 0,-1-8-128 0,0 0 0 16,0 0-128-16,4 7 128 0,-4-7-336 0,8 4 16 15,1-3 0-15,0-1 0 16,0-4-128-16,2-1-32 0,0-2 0 0,1 1 0 15,-2-2 96-15,0-1 0 0,-1-1 16 0,0-4 0 0,0 0 224 0,0-2 144 16,-1 1-192-16,0-3 192 0,0-2 0 0,-2 0-128 16,1 1 128-16,0 2 0 0,-1-3 0 0,-1 5 0 15,-3 2 0-15,1 2 0 0,-2 5 0 0,-1 6 0 16,0 0 128-16,0 0-128 0,0 0 384 0,0 0-32 16,-4 9 0-16,0-1 0 0,2 2-80 0,-1 2-16 0,1 1 0 15,0 0 0-15,2 1-256 0,-1 2 0 0,1-3 0 16,1 0 0-16,2-3 0 0,1 1 0 0,0-2 0 0,1-1 0 15,0-2 0-15,2 0 0 0,1-3 0 0,1-1 0 16,0-2-240-16,0-2 48 0,1 0 16 0,0-1 0 16,-1-2-16-16,0 0 0 0,-1-2 0 0,-1 1 0 15,1-1 192-15,1-1 0 0,-1-1-144 0,-1 0 144 16,-1 0 0-16,-1 0 0 0,1-1 0 0,0 0 0 0,-2 4 0 0,0 1 0 16,1-4 0-16,-1 2 0 0,0 2 0 0,-4 5 0 15,4-4 0-15,-4 4 0 0,0 0 0 16,0 0 160-16,0 0-160 0,0 0 160 0,6 6 0 0,-6-6 0 15,0 0 0-15,7 7 0 0,-2 1-160 0,0 0 128 16,1 1-128-16,-2 2 128 16,-1-1-128-16,0 1 0 0,2 2 0 0,0 0 0 0,1 2 0 0,0-1 0 15,1-1 0-15,-1 0 0 0,-1 1-128 0,1 0 128 16,-2-3 0-16,2 1 0 0,1-6 0 0,-2 1 0 16,1-3 0-16,1 1 0 0,-7-5-128 0,8 4 128 15,1-1-160-15,-9-3 160 0,9-3-176 0,0-1 176 16,-1-1-192-16,1-2 192 0,1 1-160 0,1-2 160 15,-2-1-128-15,1-1 128 0,0-2 0 0,0 0-160 0,0-1 160 0,1 0 0 16,-1-4 0-16,-1 1 0 16,-1-1 0-16,0 0 0 0,0-1 0 0,0 1 0 15,-2 0 0-15,-1 2 0 0,-1-1 0 0,0 2 0 0,-1 1 0 0,-1 4 0 16,0 2 0-16,-2 7 144 16,0 0-144-16,0 0 192 0,0 0 0 0,0 0 16 15,-8 0 0-15,1 4 0 0,1 2 128 0,-1 4 32 16,1 0 0-16,-1 3 0 0,1 1-144 0,-1 2-32 0,1 1 0 0,-1 0 0 15,3 2 32-15,2 0 0 0,0-1 0 16,2 0 0-16,2-2-32 0,0-2-16 0,2-1 0 16,1 0 0-16,1-1-176 0,2-3 0 0,1-1 0 0,2-4 128 15,0 1-128-15,2-1 0 0,1-4-192 0,2 0 192 16,1-4-1984 0,6 1-288-16,5-3-48 0</inkml:trace>
  <inkml:trace contextRef="#ctx0" brushRef="#br0" timeOffset="169388.92">10886 9536 25791 0,'0'0'2304'0,"-6"5"-1856"0,-4-2-448 0,10-3 0 15,0 0 5632-15,0 0 1040 0,-6 1 208 0,1-2 32 16,5 1-5408-16,0 0-1088 0,0 0-224 0,6-4-32 16,2 0-160-16,2 1 0 0,3-1 0 0,2-2-176 15,2 1-1088-15,2-2-208 0,3-1-64 0,3 2 0 16,1 2-1392-16,3-3-272 0,4 4-64 0,0 0-13696 16</inkml:trace>
  <inkml:trace contextRef="#ctx0" brushRef="#br0" timeOffset="170288.76">11414 9372 35247 0,'0'0'1552'0,"-9"1"336"0,-2-2-1504 0,1 1-384 0,0 0 0 0,-1 1 0 0,-1 0 1920 0,-1 2 320 15,-2 1 64-15,-1 4 16 0,-1 3-432 0,0 2-96 16,2 2 0-16,-1 0-16 0,0 2-720 0,3 0-144 16,-1-1-16-16,4 1-16 0,0 0-560 0,4-2-128 15,2 2 0-15,3-2-16 0,1-1-176 0,2-2 0 16,2-2 0-16,4 1 0 0,1-2-320 0,3 0 0 15,0-3 0-15,1-3 0 16,0 0-304-16,0-2-48 0,0 0-16 0,1-3 0 16,-1-4-64-16,1 0-16 0,1-1 0 0,-2-3 0 15,0 0 32-15,0 0 0 0,0-4 0 0,-1 1 0 16,1-1 192-16,0-2 32 0,0-2 16 0,0-2 0 0,-3-1 240 16,-1-3 64-16,2 0 0 0,-1 2 0 0,-1 0 192 0,0 2 0 0,-2 3 0 15,0 4 0-15,-1 3 208 0,-2-1 48 16,0 5 0-16,-4 6 0 0,0 0 720 0,0 0 160 15,0 0 16-15,4 8 16 0,0 1-64 0,-2 3-16 0,1 2 0 16,-3 4 0-16,1 4-544 0,2-2-112 0,-2 3-32 16,2-3 0-16,-1 1-48 0,2-2-16 0,0 1 0 15,0-4 0-15,1 1-144 0,-1-3-16 0,1-1-16 0,1-3 0 16,-1-1-160-16,0-2 160 0,-5-7-160 0,0 0 160 16,0 0-160-16,7 4 0 0,-7-4 144 0,6 0-144 0,2-4 0 0,-3 0 0 15,-1-1 0-15,0-2 0 16,0 1 0-16,0-2 0 0,0-2 0 0,1 0 0 0,0-3 0 0,2 0 0 15,0-4 0-15,1-2 0 0,0 2 0 0,1-5-160 16,4 1 160-16,-2 1 0 0,-1 3-224 0,1-1 64 16,0 4 16-16,0 3 0 0,-2 1-64 0,-1 2-16 15,-1 3 0-15,0 1 0 0,-7 4 96 0,7 4 128 16,-1 0-208-16,-1 4 80 0,-1 1 128 0,0 1 0 16,0 3 0-16,1 3 0 0,0 1 0 0,3 1 128 15,-1 0-128-15,1 1 0 0,-1-1 0 16,3 0 0-16,0-1 0 0,2 0 0 0,-1 0 0 0,4-1 0 15,0-3 0-15,2-3 0 0,-1 0 0 0,2-3-160 16,1-4 160-16,0-1-160 0,1 0-128 0,-1-4-32 16,-1 0 0-16,1-4 0 0,-1 0 16 0,0-2 0 15,0-2 0-15,-2 0 0 0,-3-3 112 0,1 0 32 16,-2 0 0-16,-1-4 0 0,-2 0 160 0,0-1-192 16,-1-1 192-16,0 0-192 0,-3 0 192 0,-3 2-160 15,-2 3 160-15,-2 2-160 0,-3 3 160 0,-3 2 0 0,-4 3 160 16,0 3-160-16,-1 2 304 0,-1 3-48 0,-2 4 0 15,-1 2 0-15,2 3-16 0,0 4-16 0,1-1 0 16,0 1 0-16,2 0-224 0,1 0 0 0,2 0 128 0,1 0-128 16,1-2 0-16,1-3 0 0,4 0 0 0,1 1 0 15,1-4 0-15,1 0-208 0,-1-9 64 0,4 7 16 16,2-2-464 0,3-1-96-16,1-2-16 0,0-4 0 0,2-1-256 0,-1-2-48 15,2-1-16-15,-1-1 0 0,0-2 304 0,0 1 48 16,-1 0 16-16,2-1 0 0,-1 0 304 0,0-4 64 0,0-1 16 0,-1 1 0 0,2 0 272 15,-2 3-160-15,-2 0 160 0,-1 3-128 0,1 1 128 16,-3 2 0-16,-6 4 0 0,0 0 0 0,0 0 192 16,6 4 0-16,-2 2 16 0,1 2 0 0,-1 1 144 15,0 2 32-15,-1-1 0 0,3 1 0 0,0-2-384 0,1 0 0 16,-2 1 0-16,1-2 128 16,2 0-448-16,3 0-64 0,-1-3-32 0,2 0 0 15,-3 0-2944-15,1-3-592 0,0-2-112 0,-1 0-32 0</inkml:trace>
  <inkml:trace contextRef="#ctx0" brushRef="#br0" timeOffset="171254.14">12434 9460 27119 0,'0'0'1200'0,"0"0"256"0,0 0-1168 0,0 0-288 16,0 0 0-16,-3 7 0 0,2-1 2896 0,-1 2 528 16,2 4 96-16,0-3 32 0,-1 2-1344 0,2-1-272 15,1 3-48-15,-1-3-16 0,2 3-912 0,-2 0-192 16,1 1-48-16,1-3 0 0,0 1-320 0,1-4-64 0,0 0-16 0,-4-8 0 15,0 0-144-15,0 0-48 16,0 0 0-16,0 0 0 0,0 0-128 0,0 0 0 16,0 0 0-16,9 2 0 0,-9-2 0 0,7-2 0 0,1-4 0 15,-1 0 0-15,-3-2 0 0,2 0 0 0,1-1 0 0,-1-1 0 16,1-2 0-16,1-1-144 0,-1-1 144 0,3-2 0 16,-3 0-256-16,0 2 48 0,2-6 16 0,1 2 0 15,0 0-16-15,1 0 0 0,0 2 0 0,-2 3 0 0,1 3 80 16,-1 2 128-16,-2 1-208 0,-7 7 80 15,0 0 128-15,0 0 0 0,0 0 0 0,0 0-128 0,0 0 256 16,1 12 48-16,2 1 16 0,-2 1 0 16,0 2 16-16,-1 1 16 0,3-3 0 0,1 2 0 0,1-2-224 0,0 1 0 15,2-1 128 1,1-1-128-16,2 0 0 0,2-3 0 0,1 1 0 0,1-2 0 0,5-1 0 16,-3-2-128-16,1 0 128 0,3-4 0 0,-2-2-176 0,2 0 176 15,-2-2-160-15,0-1 160 0,1-1 0 0,-4 0-144 16,1-1 144-16,-2-2 0 0,-1 1 0 15,-1-2 0-15,-3 0 0 0,0 0-128 0,0-5 128 0,-1 2 0 0,-1 0 0 16,-2-1 0-16,0-1 0 0,-1-1 0 16,-1 0 0-16,1 1 0 0,-3 1 0 0,0 2 0 15,-1 0 0-15,-1 3 0 0,0 0 144 0,1 7-144 16,0 0 192-16,0 0-192 0,0 0 224 0,0 0-64 16,0 0-16-16,0 0 0 0,-4 5 48 0,0 4 0 15,1 1 0-15,2 3 0 0,1 1-192 0,0 3 0 16,1 2 144-16,4 1-144 0,-1 0 0 0,3 6 0 0,2 4 0 0,1 5 0 15,3 4 0-15,-1 1 0 0,0 2 0 0,2 1 0 16,0-1 0-16,1 2 0 0,-1 2 0 0,1-1 0 16,-2 1 0-16,-3 0 0 0,0-2 0 0,-3-1 0 15,-1-1 0-15,0-5 0 0,-4-1 0 0,-2-5 0 16,-2-1 0-16,-2-3-208 0,-1-2 80 16,-3-3 128-16,-3-2-192 0,-2-3 192 0,-2-3-192 15,0-2 192-15,1-3-208 0,0-1 80 0,-2-3 128 16,-2-2-208-16,-2-3-16 0,1-3 0 0,-1-1 0 0,0-2 0 15,1-2-96-15,-1-3-32 0,5-2 0 0,-1 0 0 16,2 0 112-16,2-4 32 0,3 0 0 0,1-1 0 0,2-1 208 16,4-2 208-16,1-2-32 0,4 0-16 0,2-3 32 15,3 1 16-15,2-2 0 0,2-1 0 0,1 0-16 0,1 0 0 16,2 0 0-16,2-1 0 0,0-1 0 0,3 0 0 16,0 0 0-16,2 3 0 0,4-2-48 0,0 0-16 15,2 2 0-15,-2 0 0 0,3-2-128 0,-1 1 160 16,-1-2-160-16,0 2 160 0,-2 0-160 0,0 1 128 15,-3 1-128-15,1 1 128 0,-6 2-128 0,-1 2 128 16,-1 0-128-16,-3 3 128 0,-4 0 0 0,-1 2 0 16,-2 2 0-16,-3 1 0 0,-5 1 96 0,0 1 16 15,-3 2 0-15,-1 1 0 0,0 2 144 0,-2 2 16 16,-2 1 16-16,-1 2 0 0,-1 2-48 0,1 2-16 16,-1 1 0-16,0 4 0 0,-2 1-80 0,2 3-16 0,3 2 0 15,1-1 0-15,2 1-80 0,0 2-32 0,4-3 0 16,1 3 0-16,2-2-144 0,3 0 0 0,1 2 144 0,3-3-144 15,4 0 0-15,1 0 0 0,0-3 0 0,4 0 128 16,-2-3-128-16,3 0 0 16,3-1 0-16,0-3 0 0,1-2 0 0,2-1 0 0,1-1 0 15,-1 0 0-15,0-1 0 0,-2-3-128 0,-1 0 128 0,1 0-128 16,0-2-1152 0,-1 1-208-16,0-2-48 0,-2 0-14320 0,4-2-2848 0</inkml:trace>
  <inkml:trace contextRef="#ctx0" brushRef="#br0" timeOffset="201214.32">4022 9645 18431 0,'0'0'1632'0,"0"0"-1312"16,0 0-320-16,-7-3 0 0,2-3 4192 0,1 2 768 15,0-3 160-15,2 1 16 0,-2 0-3584 0,0-1-720 16,0 1-128-16,-1-1-48 0,0 2 464 0,-1 0 96 0,1 0 0 0,0 1 16 16,-2 2-416-16,2 0-96 0,5 2-16 0,-8 0 0 15,-2 2 0-15,-2 2 0 0,1 2 0 0,-1 3 0 16,-1 5-224-16,0 3-48 0,-2 1-16 0,2 3 0 15,0 1-272-15,0 0-144 0,0 1 160 0,2-1-160 16,1-3 128-16,3 0-128 0,-1-2 0 0,3-2 144 0,3 0-144 16,1-4 0-16,0-2 0 0,1 1 0 0,1-4 0 0,2 1 0 15,-3-7 0-15,5 2-176 0,-5-2 48 16,9 1 0-16,-1-2 0 0,1-1 0 0,-1-5 128 0,1-2 0 16,1-2-144-16,1 1 144 0,-1-3 0 15,2 0-144-15,0-1 144 0,-1-3 0 0,2-2-192 0,0-1 64 16,-1-4 128-16,0 1-208 0,-2-2 208 0,2 0-176 15,0 2 176-15,-1 2-160 0,-3 1 160 0,1 5 0 16,1 2 0-16,-3 2 0 0,-1 3 0 0,-6 8 0 16,0 0 0-16,0 0 0 0,0 0 0 0,0 0 224 15,3 7-48-15,3 3-16 0,-2 5 64 0,-1 2 16 16,0 1 0-16,1 1 0 0,0 1-240 0,0-1 176 16,0 1-176-16,1-3 160 0,-1 0-160 0,2-3 0 0,1-2 0 0,1-2 0 15,1 0 0-15,0-4 0 16,0-2-160-16,0-1 160 0,2-5-352 0,0 0 32 15,1-1 0-15,0-1 0 0,-2 2 0 0,-1-5 16 16,1-2 0-16,0 0 0 0,-2 0 96 0,-2-3 16 16,1-1 0-16,1-1 0 0,-2-3 48 0,1 0 16 15,-1 1 0-15,1 0 0 0,-2 2 128 0,-1-2 0 16,0 2 0-16,1 2-128 0,-4 2 128 0,1 2 0 0,-2 8 0 0,0 0 128 16,0 0 176-16,0 0 32 0,0 0 16 15,2 7 0-15,-1 3 96 0,2 2 32 0,0 3 0 0,-1 4 0 16,1 1-208-16,1 1-32 0,1 1-16 0,-1-3 0 15,1-1-224-15,0 0 0 0,-1 0 0 0,2-2 0 16,1-2-544-16,0 0-208 16,-2-1-32-16,2-3-16 0,-1-1-2448 0,2-1-480 15,1-2-112-15</inkml:trace>
  <inkml:trace contextRef="#ctx0" brushRef="#br0" timeOffset="201674.19">4426 9467 24879 0,'-12'-1'1088'0,"8"1"256"0,4 0-1088 0,-6-2-256 16,-1 0 0-16,1-1 0 0,6 3 4096 0,0 0 752 15,0 0 144-15,-4-3 48 0,0 1-3600 0,4 2-720 16,0 0-144-16,0 0-16 0,0 0-560 0,0 0-224 16,0 0 16-16,0 0 0 15,0 0-608-15,9 2-112 0,-1 2-32 0,0 0 0 16,-8-4-272-16,9 5-64 0,0-1-16 0,0 4 0 0,-1 1 768 0,1 0 160 15,-1 2 16-15,0 2 16 0,-2 0 480 0,1 4 80 0,-2 2 32 0,2 5 0 16,0-1 720-16,1 3 160 16,-1 1 32-16,1-3 0 0,-1-2 352 0,1-2 80 15,0-2 16-15,-1 1 0 0,-4-2-224 0,3-2-32 0,-2-2-16 16,0-2 0-16,-1-4-480 0,-3-7-80 0,0 0-32 0,0 0 0 16,0 0-176-16,0 0-48 0,0 0 0 0,0 0 0 15,0 0 0-15,0 0-16 0,0 0 0 0,0 0 0 16,2-7-288-16,-2 0-48 0,-2-1-16 0,1 0 0 15,-3-2-16-15,2 0-128 0,-1-2 192 0,0 0-64 16,-1-1-128-16,2-1 160 0,1-3-160 0,1 0 160 16,1-1-160-16,1-1 0 0,2 0 0 0,2 1 0 15,0-1 0-15,3 2 0 0,0 2 0 0,2 0 0 16,2 1 0-16,1 1 0 0,1 0 0 0,0 0 0 0,2 1-144 16,3 2 144-16,-1-2 0 0,1 2 0 0,-1 0-304 0,2 1 48 15,0 0 16-15,0 1 0 16,-3 2-1872-16,3-1-384 0,0 3-80 0</inkml:trace>
  <inkml:trace contextRef="#ctx0" brushRef="#br0" timeOffset="-194341.23">857 11687 21183 0,'0'0'1888'0,"0"0"-1504"0,-8-4-384 0,8 4 0 16,-5-2 2672-16,5 2 464 0,0 0 80 0,0 0 32 15,0 0-1184-15,-3 10-224 0,0 2-48 0,1 3-16 16,2 4-432-16,-2 2-64 0,0 3-32 0,-1 4 0 15,1 2-448-15,-2 1-96 0,0 2 0 0,-1 3-16 16,-2 3-240-16,0 2-32 0,1-1-16 0,2-11 0 0,-1 1-176 0,-2 2-32 16,2 0-16-16,0 0 0 0,0-1-176 0,1-2 0 15,-1-3 144-15,1-2-144 0,0-2 0 0,0-4 0 16,0-4 0-16,0-1-192 16,1-2-1024-16,-1-3-192 0,1-2-64 15,3-6 0-15,0 0-1152 0,0 0-256 0,0 0-32 0</inkml:trace>
  <inkml:trace contextRef="#ctx0" brushRef="#br0" timeOffset="-194074.03">432 11776 22111 0,'-23'4'1968'0,"12"-3"-1584"0,0 0-384 0,6 1 0 0,5-2 3248 0,0 0 560 0,0 0 112 0,0 0 32 15,0 0-2400-15,16 0-464 0,-2-2-112 0,-2 2-16 16,2 0-144-16,0-1-48 0,1 0 0 0,3-2 0 16,2-1-288-16,3 0-64 0,0-1-16 0,1 1 0 0,2-2-160 0,4-1-48 15,1-2 0-15,4 2 0 0,-1 0-192 0,3 0 128 16,-1 2-128-16,10-2 0 0,-4 2 0 0,-3 3 0 16,-4 0 0-16,-4 4 0 15,-5 0-352-15,-1 3-160 0,-3 2-48 0,-2 1 0 16,-6 1-1728-16,1 3-336 0,-1 2-80 0</inkml:trace>
  <inkml:trace contextRef="#ctx0" brushRef="#br0" timeOffset="-193848.43">435 12563 45039 0,'-9'7'1984'0,"9"-7"432"0,0 0-1936 16,0 0-480-16,0 0 0 0,11 2 0 0,-1 1 0 0,1-2 0 16,0-1-208-16,4 0 64 0,0-1 416 0,1-2 96 15,2 1 16-15,2-2 0 0,2 0-384 0,-1 0 144 16,1 1-144-16,4 1 0 0,-1-1 0 0,3-1 0 16,0 0-192-16,2-2 48 15,0-1-1600-15,9-2-320 0,1 1-64 0</inkml:trace>
  <inkml:trace contextRef="#ctx0" brushRef="#br0" timeOffset="-193714.6">1078 12587 25791 0,'0'0'2304'0,"-1"7"-1856"0,1-7-448 16,1 8 0-16,-1-8 1152 0,4 7 144 0,3-1 32 0,-7-6 0 15,9 2-3376-15,0-1-688 0</inkml:trace>
  <inkml:trace contextRef="#ctx0" brushRef="#br0" timeOffset="-193289.7">1691 11943 24879 0,'0'0'2208'0,"0"0"-1760"0,-7-3-448 0,7 3 0 0,-5-1 4352 0,5 1 800 15,0 0 160-15,0 0 16 0,0 0-3120 0,-6 4-624 0,0-3-128 0,1 4-32 16,0-1-144-16,0 5-48 16,-2-1 0-16,1 1 0 0,-1 0-528 0,-1 2-128 0,-1 0 0 0,-1 2-16 15,-1 2-256-15,0-1-48 16,-1 0-16-16,-1 1 0 0,-1-1-48 0,-1-1-16 16,2 0 0-16,-1 0 0 0,0 0-176 0,-1 0 192 0,2-1-192 0,0 0 192 15,1-2-64-15,2-1-128 16,1 1 192-16,0-1-64 0,1 0-128 0,1-3 0 15,2-2 0-15,1 1 0 0,2 1 0 0,2-6 0 0,0 0 0 0,0 0 0 16,0 0-144-16,0 0 144 0,6 5 0 0,2-1 0 16,-2 0-144-16,4-2 144 0,1 0 0 0,2-1-144 15,2-1 144-15,-1-1 0 0,0-1-144 0,3 2 144 16,2-4 0-16,-1 2-176 0,0-2 176 0,0 0-128 0,1 0 128 0,0 0-160 16,1 0 160-16,-3 0-160 0,0 0-32 0,1 2-16 15,1-5 0-15,-2 3 0 16,0 2-352-16,0-2-64 15,-1 1-16-15,1 1 0 0,-3-1-1120 0,1 2-224 0,-4-2-64 16,0 2 0-16,-3-1-544 0,1 1-112 0,-2-1-32 0,-7 2-9360 16,0 0-1856-16</inkml:trace>
  <inkml:trace contextRef="#ctx0" brushRef="#br0" timeOffset="-193048.82">1637 12013 23951 0,'0'0'1056'0,"0"0"224"0,-5-1-1024 0,5 1-256 16,0 0 0-16,0 0 0 0,0 0 4000 0,-1 6 736 16,0 2 160-16,-1 3 32 0,2 3-2560 0,0 3-512 15,-1 1-112-15,2 4-16 0,2 0-384 0,0 6-96 16,-2 2-16-16,3 2 0 0,1 2-592 0,0-2-112 16,0-1-16-16,-1 0-16 0,2 0-288 0,-1-2-48 0,-1-2-16 0,1 1 0 15,0-5-144-15,2 1 0 0,-2-2 0 0,1-1 0 31,-2-2-592-31,0-2-208 0,3-2-32 0,1-2-16 16,-2-2-1824-16,1 0-352 0,0-3-80 0</inkml:trace>
  <inkml:trace contextRef="#ctx0" brushRef="#br0" timeOffset="-189012.84">4791 11417 24879 0,'-13'-10'1088'0,"5"5"256"0,-1-2-1088 0,3 1-256 0,3-2 0 0,3 8 0 15,-3-5 1328-15,3 5 208 0,-2-7 32 0,2 7 16 16,0 0-368-16,0 0-64 0,0 0 0 0,0 0-16 16,-7 8 80-16,2 2 32 15,-1 3 0-15,-1 3 0 0,-2 3-608 0,0 0-112 0,1 6-16 0,3-9-16 16,-2 4-288-16,1 2-48 16,-2 0-16-16,0 1 0 0,2-3-144 0,0-1 192 0,1-2-192 0,0-2 192 15,2 0-192-15,1-2 160 0,-1-4-160 0,3-9 160 16,0 0 32-16,0 0 0 0,0 0 0 0,0 0 0 15,0 0-192-15,0 0-192 0,8-3 32 0,0-3 16 16,0-5 144-16,-1-1 0 0,3-2-144 0,0-4 144 16,0-3 0-16,2-2 0 0,1-1 0 0,1-3 0 0,1-1 0 0,-2 4 0 15,0-3 0-15,0 4 0 16,-1 1 0-16,-3 2 0 0,-3 5 0 0,1 3 0 16,-2 4 0-16,-1 3 0 0,-4 5 0 0,0 0 0 0,0 0 224 0,1 9 112 15,-1 0 32-15,-1 5 0 0,0 3-48 0,-1 2-16 16,1 1 0-16,1 1 0 15,1 2-304-15,2 0 0 0,1 0 0 0,2 1 0 0,1-2 0 0,-1 2 0 16,1-5 0-16,5 7 0 16,-1-4-384-16,1-3-96 0,0-5-16 0,0 2 0 15,-1-7-2320-15,0 2-480 0,1 1-96 0,-2-1-12160 0</inkml:trace>
  <inkml:trace contextRef="#ctx0" brushRef="#br0" timeOffset="-188336.47">4795 11473 26719 0,'0'0'1184'0,"0"0"240"0,-5 0-1136 0,5 0-288 0,-4 6 0 0,4-6 0 16,-1 6 800-16,1 3 96 16,-2 2 32-16,2 0 0 0,0 4 336 0,2 0 64 0,-1 4 16 0,2 3 0 15,-2 2-256-15,3 4-64 0,0 2 0 0,1 2 0 16,0 2-320-16,-1 2-64 0,1-3 0 0,0 7-16 0,1 0-128 0,-1 4-32 16,1 5 0-16,-2 3 0 0,0 0-144 15,1 5-16-15,-1-1-16 0,-1 0 0 0,1-2-48 16,0 3-16-16,-2 2 0 0,1 1 0 0,0 4-64 0,-1 2-16 15,1 2 0-15,-1-2 0 0,0-2-16 0,-1 1 0 16,0 3 0-16,1-3 0 0,-1 3-128 0,2 1 192 16,0 3-192-16,3 4 192 0,-1-5-64 15,1 1-128-15,1 0 192 0,2 9-64 0,0-1-128 16,2 1 192-16,-1-2-192 0,2-1 192 0,0 1-64 0,-2-3 0 16,0 2 0-16,2 0 0 0,1-3 16 0,0-1 0 15,-1 0 0-15,1-1 0 0,0 0-144 0,-1 0 0 0,-1 0 0 16,1-1 0-16,0-4 0 0,0 0 0 15,-3-5 128-15,1 4-128 0,1-2 128 0,-1 2-128 0,2-2 0 16,-2 0 128-16,-1-4-128 0,0-1 160 16,-1 0-160-16,0 1 160 0,-3 1 64 0,1-4 16 15,-1 4 0-15,1-1 0 0,-2-1 144 0,1-1 48 16,-1-3 0-16,0 0 0 0,1 2-80 0,1-3-16 16,-2 3 0-16,-2-1 0 0,2 0-112 0,1 1-32 0,1-5 0 15,-3-2 0-15,3-3-192 0,-1-1 176 0,-1 0-176 0,0-1 160 16,-2-2-160-16,4 2 192 0,-1-3-192 0,0 0 192 15,0 0-192-15,2-4 0 0,-1-1 144 0,1-3-144 16,-3-10 0-16,1-2 144 0,0 0-144 0,0 2 0 16,-1-1 128-16,1-1-128 0,-1-3 0 0,0-1 0 15,3 3 0-15,-2-2 0 0,-2-2 0 0,2-1 0 16,0-2 0-16,-1-1 0 0,-3-2 0 0,2-2 0 16,-1-1-352-1,1 2-128-15,-2-5-32 0,2 3 0 0,0-2-1264 0,-1-1-256 0,1 2-48 0,-3-8-11936 16,6 7-2368-16</inkml:trace>
  <inkml:trace contextRef="#ctx0" brushRef="#br0" timeOffset="-187325.84">5380 17463 22111 0,'-9'0'1968'0,"9"0"-1584"0,0 0-384 0,0 0 0 16,0 0 2928-16,0 0 496 0,0 0 96 0,15-4 32 16,0-2-3072-16,0 4-608 0,-1-5-128 0,4 3-32 15,2 2 608-15,5-1 128 0,1-1 32 0,2 0 0 16,5 2-64-16,3-1-16 0,5 1 0 0,4 0 0 16,4 1-16-16,3 1 0 0,1 1 0 0,2 1 0 15,-1-2 16-15,2 0 0 0,5 0 0 0,3 0 0 16,5 1-192-16,3 1-32 0,2 1-16 0,0 0 0 15,0-1-160-15,3 1 160 0,0-2-160 0,4 2 160 16,3-1-160-16,-2 2 192 0,-1 3-192 0,1-5 192 16,1 1-192-16,2 1 192 0,1 0-192 0,0 1 192 0,-1 0 144 0,-1-1 48 15,-1 0 0-15,3 1 0 0,2-1-128 0,-2 3-32 16,-1-2 0-16,-2-1 0 0,0 0-96 0,3 0-128 16,2 0 176-16,-2 1-176 0,-1 1 128 0,-3 1-128 15,-4-1 0-15,3 1 0 0,1-1 0 0,2 1 0 16,-2-1 128-16,-4 1-128 0,-3 1 0 0,-2-2 160 15,1 1-160-15,-1-1 128 0,2-2-128 0,0 3 0 16,-5-1 144-16,-2 1-144 0,-2-5 0 0,0 4 144 16,-1-1-144-16,1-1 0 0,2 1 128 0,0 0-128 15,-3 2 0-15,-4-1 0 0,-5 3 0 0,-2-2 0 16,1-3 0-16,-1 2 0 0,1 2 176 0,0 1-176 16,-3 0 160-16,-2 1-160 0,-5-1 192 0,-2 0-64 15,-2-3-128-15,0 3 192 0,-3-1-48 0,0 1-16 0,-3-2 0 0,2-1 0 16,1 1 0-16,1-1 0 15,-2 0 0-15,3 0 0 0,-1-1-128 0,-3 2 160 0,-2-3-160 16,-1 1 160-16,-1-1-160 0,-2 1 0 16,-5-1 144-16,-2 0-144 0,0 0 144 0,-3-1-144 0,-1-2 192 0,-1 1-192 15,2 1 256-15,-4-2-48 0,-5 2-16 0,-1-6 0 16,-10 3-16-16,12-1-16 0,-12 1 0 0,0 0 0 16,0 0-160-16,0 0 0 0,0 0 144 0,0 0-144 15,0 0-912 1,0 0-256-16,1-8-48 0,-1 8-12480 0,-4-12-2480 0</inkml:trace>
  <inkml:trace contextRef="#ctx0" brushRef="#br0" timeOffset="-187006.76">11160 17721 29487 0,'0'0'2624'0,"0"0"-2112"0,-9 1-512 0,9-1 0 0,0 0 4192 0,0 0 736 15,0 0 128-15,10 8 48 0,1 1-4256 0,-1-1-848 16,0-2-160-16,2 3-32 0,1-2 608 0,2 2 128 15,-2 0 32-15,4 0 0 0,-1-1-320 0,4 3-64 16,0 0-16-16,-1 1 0 0,1-2-48 0,-1 1-128 16,1-2 192-16,3 1-64 0,-1-2-128 0,-2 1 0 15,-4-2 0-15,-1-1 128 0,1 2-128 0,-4-1 0 16,-1-1 0-16,-11-6 128 0,11 7-128 0,-11-7 0 16,0 0 0-16,0 0 0 0,0 0 160 0,0 0 0 0,0 0 0 0,-4 10 0 15,-3-2 224-15,0-1 32 0,-1-2 16 0,-4 1 0 16,-5 0 0-16,0 0 0 0,0-1 0 0,-1 2 0 15,0 1-80-15,-1-2-16 0,1-1 0 16,-1 1 0-16,-2-1-144 0,1 0-16 16,1 2-16-16,2-5 0 0,1 2-160 0,2 0 0 0,-1 1 0 15,4-1 0 1,0 0-896-16,2-1-192 0,0-2-64 0,9-1-14720 0,-4 9-2960 0</inkml:trace>
  <inkml:trace contextRef="#ctx0" brushRef="#br0" timeOffset="-186159.17">11760 18135 37775 0,'0'0'3360'0,"0"0"-2688"0,0 0-544 0,0 0-128 0,0 0 2512 0,0 0 480 16,0 0 80-16,11 9 32 0,-2 2-2592 0,1 1-512 15,-1-2-128-15,1 4-16 0,1 3 640 0,0 4 128 16,2 0 16-16,0 0 16 0,0 1-272 0,0-1-48 16,-1 1-16-16,0-1 0 0,-2 1-64 0,1-1 0 15,0-1-16-15,-1-2 0 0,-3-3-32 0,0 0 0 16,-1-2 0-16,1-1 0 0,-2-3-48 0,-5-9-16 15,0 0 0-15,0 0 0 0,0 0 16 0,0 0 0 0,0 0 0 0,0 0 0 16,0 0 96-16,0 0 32 16,0 0 0-16,0 0 0 0,4-12-32 0,-1 0-16 0,-1 0 0 0,0-1 0 15,-2-1-240-15,0-3 176 0,-2-1-176 0,2 0 160 16,2-3-160-16,2-1 128 0,-1-2-128 0,3-1 128 16,-1 1-128-1,1-4 0-15,2 2-160 0,-1 0 160 0,-3-1-272 0,1-1 32 0,0 0 16 0,2 2 0 31,-1 1-256-31,2 4-48 0,0 1-16 0,-2 3 0 16,2 2-1312-16,-1 6-272 0,-2 2-48 0,-5 7-16 16,0 0-1200-16,0 0-256 0,0 0-32 0,10 9-7776 0,-3 3-1536 0</inkml:trace>
  <inkml:trace contextRef="#ctx0" brushRef="#br0" timeOffset="-185895.07">11833 18331 28159 0,'-21'1'1248'0,"8"-1"256"0,-2-1-1200 0,1-2-304 16,0-1 0-16,1 0 0 0,0 1 1840 0,2 0 304 16,2 2 64-16,2 1 16 0,2-3-256 0,5 3-48 15,0 0-16-15,0 0 0 0,0 0-640 0,0 0-128 16,0 0-32-16,0 0 0 0,0 0-400 0,17-1-64 16,1-1-32-16,3 2 0 0,0 0-272 0,3-1-48 15,3-4-16-15,2 1 0 0,-2 0-272 0,2 1 160 16,-2 1-160-16,2-1 128 0,0-1-128 0,0 0 0 0,3 0 0 15,-4 1 0-15,1-1 0 0,0 2 0 0,-2 1 0 16,-2 1 0 0,1 3-592-16,1-2-208 0,1-2-32 0,-1-1-16 15,1 2-2288-15,-1 3-464 0</inkml:trace>
  <inkml:trace contextRef="#ctx0" brushRef="#br0" timeOffset="-185059.84">3452 11808 24879 0,'0'0'2208'0,"0"0"-1760"16,-4-4-448-16,4 4 0 0,0 0 3584 0,0 0 640 15,0 0 128-15,0 0 32 0,0 0-3168 0,0 0-640 16,0 0-128-16,-1 10-32 0,1 3 960 0,1 0 192 16,2-2 32-16,0 5 16 0,0 2-656 0,3 4-144 0,-1 3-32 0,1 3 0 15,1 2-320-15,-1 2-64 16,2-2-16-16,0 3 0 0,-1-2-256 0,-1-1-128 16,-1-3 0-16,2 1 128 0,-1-1-128 0,1-2 0 15,-1-2 0-15,1 6 0 16,-3-8-352-16,-2-4-96 0,0-3-32 0,0-1 0 15,-2-13-1344-15,2 11-272 0,-2-11-48 0,1 9-16 16,-1-9-1440-16,0 0-304 0</inkml:trace>
  <inkml:trace contextRef="#ctx0" brushRef="#br0" timeOffset="-184724.06">3352 11764 28559 0,'-5'-3'2544'0,"-1"0"-2032"0,1-1-512 0,1 0 0 0,2-2 3984 0,2 6 704 15,0 0 144-15,0 0 32 0,0-5-3648 0,4 0-704 16,1 0-160-16,3 1-32 0,1 3 272 0,1-2 48 16,3 2 16-16,4-1 0 0,3 4-416 0,2-1-96 15,3 2-16-15,1 1 0 0,1-1-128 0,1 3 0 16,0 0 0-16,1 2 0 0,-2-1 0 0,1 2 0 16,-4-2 0-16,1 4 0 0,-3 1 0 0,-2-1 0 15,-3 0 0-15,-3 1 0 0,-2-1 160 0,-3 1-160 16,-1 1 192-16,-3 0-192 0,-2-1 320 15,-3 2-64-15,-2-1 0 0,0 0 0 0,-2 0 128 0,-1-1 32 16,-3-2 0-16,-1 1 0 0,-3-1-80 0,-2 1-16 16,-2-5 0-16,2 2 0 0,-1 1-128 0,0-2-16 15,-2-3-16-15,1 1 0 0,-5-1-160 0,2 0 0 16,-1 0-160-16,2 1 160 16,0-1-1008-16,1 0-96 0,1-2-32 0,2 1-14272 15,1-2-2848-15</inkml:trace>
  <inkml:trace contextRef="#ctx0" brushRef="#br0" timeOffset="-181639.62">10229 14036 23039 0,'0'0'2048'15,"0"0"-1648"-15,-3-7-400 0,3 7 0 0,-7-6 2848 0,0 4 480 0,1-5 112 16,6 7 16-16,-8-8-2736 0,2-1-528 0,1-1-192 0,-1 1 0 16,-3 2 304-16,-2 1-48 0,1-1-16 15,-2-2 0-15,0 1 432 0,-1-3 96 0,0-1 0 0,-1 0 16 16,-3-1 112-16,0 1 32 0,1-1 0 0,-1-4 0 15,-1 2-208-15,0 0-32 0,-2 0-16 0,1-1 0 16,-2-1-288-16,0 3-64 0,-1 1-16 0,0-6 0 16,-2 1-16-16,2-1 0 0,0 2 0 0,-3-2 0 15,-4 2-128-15,-1 1-32 0,-1-1 0 0,-3-2 0 16,0-2 64-16,0-1 16 0,-1 0 0 0,1 1 0 16,-1 0 48-16,0 1 16 0,0-4 0 0,1 2 0 15,0 1-64-15,0-1-16 0,0-3 0 0,-2 0 0 16,-2 2-32-16,0-1-16 0,0 0 0 0,-1-1 0 15,-1 0-16-15,-1 2 0 0,2 0 0 0,1 1 0 0,2-1 48 16,1-1 0-16,-2 1 0 0,2 1 0 0,0 1-16 16,-2 0 0-16,0-2 0 0,-1-1 0 0,-1 2-32 0,1-2-128 15,-1 2 192-15,1 1-64 16,1-6-128-16,2 5 192 0,0-2-192 0,0 2 192 0,0 1-192 0,-1-2 128 16,2 1-128-16,2 0 128 0,-1-1-128 15,-2 1 0-15,0 1 0 0,-3 1 0 0,-1-1 0 0,1 2 0 16,0 1 0-16,1-1 0 0,0-2 0 0,1 3 128 15,0 1-128-15,1 2 0 0,-3 1 0 0,2 1 0 16,1 0 128-16,-2 0-128 0,1 2 0 0,0 1 0 16,1-2 0-16,0 2 0 0,-2-2 0 0,4 4 0 15,-1 0 0-15,1 1 0 0,2-1 0 0,0 1 0 0,-2 2 0 16,2 1 0-16,-1 0 0 0,1 3 0 16,0 0 0-16,-1 2 0 0,0 2-128 0,-1-1 128 15,-1-2 0-15,3 4 0 0,2 1 0 16,2-1 0-16,0 1 0 0,1 2 0 0,1-1 0 0,0 1 0 0,2-1 0 0,-1 2 0 15,2-1-128-15,1 1 128 0,0-2 0 0,0 2 0 16,-1 1 0-16,3 0 0 0,0 0 0 16,1 0 0-16,0 1 0 0,0-1 0 0,2 2 0 0,-1 1 0 15,0 0 0-15,0 0 0 0,0-1 0 0,2 1 0 16,0 0 0-16,1 0 0 0,-2-2 0 0,2 2 0 16,1-1 0-16,0 1 0 0,0-1 0 0,1 0 0 15,0 1 0-15,3 0 0 0,1-4 0 0,1 3 0 16,-3 2 0-16,3-1 0 0,0 0 0 0,1-2 0 15,-1 3 0-15,2 0 0 0,0-2 0 0,1 2 0 16,0 0 0-16,1-1 0 0,-2-1 0 0,2 2 0 16,2-1 0-16,0 2 0 0,-1 1 0 0,2 0 0 0,0 0 0 15,2 0 0-15,-1 2 0 0,0-1 0 0,-2-2 0 0,0 2 0 16,2-2 0-16,0 2 0 0,1 1 0 16,-1 1 0-16,0 0 0 0,2 2 0 0,-2 0 0 0,2 0 0 15,-2 3 0-15,0-1 0 0,-1 3 0 0,0-2 0 16,-1-1 0-16,0 6 0 0,0-5 0 0,-2 3 0 15,0 0 0-15,1 3 0 0,-1 1 0 0,0 1 0 16,0-4 0-16,-1 2 0 0,0 0 0 0,0 2 0 16,0 3 0-16,0 1 0 0,0 2 0 0,0 3 0 15,-1-3 0-15,0 2 0 0,1 1 0 0,0 3 0 16,-1 0 0-16,-1 0 0 0,0 0 0 0,-1 0 0 16,1-2 0-16,1 3 128 0,1 2-128 0,-1-1 0 0,-1 0 0 15,2 0 0-15,3 2 0 0,-1 3 0 0,-1-1 0 16,0-2 0-16,-1-4 0 0,2 0 0 15,1 0 0-15,-1 3 0 0,1-3 0 0,0 1 0 0,1-1 0 0,1 0 0 16,-2 2 0-16,1-1 0 0,2 0 0 0,1 1 0 16,-2-4 0-16,2 2 0 0,-2 0 0 0,2 0 0 15,-1 2 0-15,2 2 0 0,0-7 0 0,1 0 0 16,-1 1 0-16,3-1 0 0,2 2 0 0,0-2 0 16,1-2 0-16,2-1 0 0,0-5 0 0,-2 2 0 15,2 0 0-15,1 0 0 0,1 0 0 0,1 0 0 16,-2 0 0-16,2 0 0 0,4-2 0 0,-1 2 0 15,-1 3 0-15,1-2 0 0,0-1 0 0,2 0 0 16,0-3 0-16,2-4 0 0,0-1 0 0,0 0 0 0,-2 1 0 16,0-1 0-16,4-2 0 0,2 2 0 0,3 2 0 0,-2-2 0 15,-2-3 0-15,2 1 0 0,3-1 0 0,0 1 0 16,1-1 0-16,2 2 0 0,0 0 0 16,1 0 0-16,-2 1 0 0,1-2 0 0,1-1 0 15,-1-3 0-15,-1 0 0 0,-1 0 0 0,2-1 0 16,1-3 0-16,-1-1 0 0,4 0 0 0,-1-1 0 0,2 0 0 15,0 1 0-15,0-2 0 0,1 1 0 0,0-2 0 16,2 1 0-16,-2 0 0 0,-3-1 0 0,1 2 0 16,-1-1 0-16,1-1 0 0,-1-1 0 0,1 1 0 0,0-1 0 15,3-1 0-15,0-1 0 0,0 2 0 16,1-4 0-16,-1 4 0 0,-1-1 0 0,-1-1 0 16,-1-1 0-16,0 0 0 0,0-1 0 0,1-1 0 15,-2 2 0-15,1 0 0 0,1-2-128 0,1 1 128 0,-1-2 0 0,1 0 0 16,0 0 0-16,0 1 0 0,-1 0 0 15,-2-2 0-15,-1 1 0 0,-1 1 0 16,-2-3 0-16,0 3 0 0,1-4 0 0,-1 2 0 16,-3-3 0-16,2 2 0 0,2 0 0 0,-1-2 0 0,1 0 0 0,0 1 0 15,1-2 0-15,-1 0 0 0,-1 0 0 0,-1 0 0 16,0 0 0-16,-2-2 0 0,-3 0 0 0,1-1 0 16,0 0 0-16,0 0 0 0,2-1 0 0,-5-2 0 15,1 1 0-15,0-1 128 0,1-1-128 0,-1 1 0 16,-2-2 0-16,2-1 0 0,-2 0 0 0,1-2 0 15,-2 1 0-15,0-1 0 0,0 0 128 0,-2 0-128 16,-2-3 0-16,3-1 0 0,0 1 0 0,0-4 0 0,-3 0 0 16,-1-2 0-16,-1-2 128 0,-1 1-128 0,1 0 0 0,-2-1 0 15,-1 0 0-15,2 0 0 0,-2 0 0 0,2-2 0 16,2 1 128-16,-2-2-128 0,-2 0 0 0,0-1 0 16,1-3 0-16,0 1 0 0,-1-1 0 0,2 0 128 15,-1 1-128-15,0 1 0 0,1-2 128 0,-2-1-128 16,0 0 0-16,0 1 128 0,-3 1-128 0,3 1 128 15,-1-2-128-15,1 2 128 0,0 0-128 0,2-1 0 16,-1 1 144-16,-1-3-144 0,-3 0 0 0,1 0 0 16,-1 1 0-16,1 2 128 0,0-3-128 0,1 4 0 15,1-3 0-15,-1 3 128 0,0 1-128 0,-2-2 0 16,0 0 128-16,0 2-128 0,-1-1 0 0,0 1 128 16,0-1-128-16,-1 1 0 0,-2 0 0 0,2 1 128 15,1-3-128-15,-1 1 0 0,-1 0 0 0,0 0 144 16,0-2-144-16,-1 0 0 0,1 5 144 0,-1-3-144 0,1 2 0 15,-2-3 144-15,0-1-144 0,3 4 0 0,0-4 144 16,-1 2-144-16,-2 0 0 0,0 0 128 16,-1 1-128-16,-1 3 0 0,2-1 0 0,0 3 0 15,0-2 0-15,2-2 128 0,-5 0-128 0,4 0 0 0,-3 2 128 0,3-3-128 16,-1 2 0-16,0-1 128 0,0 2-128 16,0 0 0-16,2 0 0 0,-3 1 128 0,0 1-128 0,0 1 0 15,1-2 0-15,-1 1 128 0,-2 1-128 16,2-1 0-16,0 0 0 0,-1 0 128 0,0 2-128 0,-1 1 0 15,-1 0 0-15,-1 0 128 0,0-1-128 0,0-1 0 16,0 2 0-16,0-2 128 0,-1-1-128 0,0 2 0 16,0 2 128-16,-1-2-128 0,0 0 128 0,-1 0-128 15,2 1 0-15,-2 0 128 0,-1 2-128 0,0 2 0 16,-1-2 144-16,0 0-144 0,0 0 192 0,1 0-192 0,-3 2 0 16,1 0 0-16,-1-1 0 0,1 0 0 15,-2-2 0-15,0 2 0 0,1-1 0 0,0 2 0 0,-1 3 0 0,-1-3 0 16,-2-2 0-16,2 4 0 0,0 0 0 0,1 0 0 15,0 0 0-15,1 3 0 0,-4-2 128 0,2 2-128 16,0-1 0-16,1 1 0 0,0 0 0 0,0-1 0 16,-1 1 0-16,1 1 0 0,-1 0 128 0,0 2-128 15,-1 1 0-15,1 1 0 0,0 1 0 0,-1-1 0 16,0-1 0-16,0 3 0 0,-1-2 0 0,1 3 0 16,-1-4 0-16,1 3 0 0,-1 2 0 0,1-1 0 15,0-2 0-15,-1 0 0 0,2 1 0 0,0 1 0 0,9 0 0 16,-11 3 0-16,2-2 0 0,0-1 0 15,0-1 0-15,9 1 0 0,-8-2 0 0,8 2-144 0,-9-1 144 0,9 1 0 16,-10-1-192-16,10 1 64 0,-8-1 0 0,8 1 0 31,0 0-912-31,0 0-176 0,0 0-48 0,0 0-14784 0,0 0-2960 0</inkml:trace>
  <inkml:trace contextRef="#ctx0" brushRef="#br0" timeOffset="-180221.47">10286 13897 37023 0,'0'0'1648'0,"0"0"336"0,0 0-1600 0,0 0-384 0,0 0 0 0,0 0 0 15,0 0 688-15,0 0 48 0,0 0 16 0,0 0 0 16,6 5 80-16,-3 2 0 0,0-1 16 0,-2 3 0 16,-2 0 176-16,-2 2 16 0,1 1 16 0,-2-1 0 15,-1 0-432-15,-2-1-96 0,-1 2-16 0,-1-3 0 16,0 0-128-16,-1 0-16 0,-2-2-16 0,-1-3 0 15,0-2-32-15,1 1-16 0,0-2 0 0,1-1 0 16,-2-1-128-16,-2 0-32 0,2-1 0 0,0 0 0 16,0-5 32-16,3 3 0 0,-1 0 0 15,2-1 0-15,0-1-48 16,4-2-128-16,0 1 192 0,1-2-64 0,2 1-128 0,2-1 0 0,2 0 0 0,2 1 0 0,1-3 0 0,3 0 0 16,0 1 0-16,2 1-176 0,0 1 176 15,2-1 0-15,0 1 0 0,1 4-128 0,0 1 128 0,1-2 0 16,2 4 0-16,-2-2 0 0,1 3 0 0,-2 3 0 15,0-2 0-15,-2 4 0 0,1-2 0 0,-1 3 0 0,-2 2 0 16,-1 1 128-16,-2 2-128 0,-1 1 0 16,0 1 0-16,-2 0 128 0,-3 1-128 0,-1 0 176 0,-2 1-176 15,-1-2 192-15,-2 0 16 0,-2 0 16 16,-1-2 0-16,0 1 0 0,-2 0 32 0,-1-2 0 0,-2-1 0 0,1-1 0 16,0-1-96-16,-1-5-16 0,-2 2 0 0,2-2 0 15,-2-2-144-15,2 0 0 0,-1-2 0 16,2-3 0-16,0 0 0 0,0 0 0 0,3-2 0 0,1 1 0 15,0-2 0-15,2-1 0 16,2 0 128-16,1-1-128 0,3 1 0 0,2-1 0 0,-1 1 0 16,4-3 0-16,2 0-208 0,2 1 80 0,3-1 128 15,0 1-208-15,2 2 208 0,2-2 0 0,0 0 0 0,1 2 0 16,0 0 0-16,-1 2 0 0,0 2 0 16,0 0 0-16,1 0 0 0,0 2 0 0,-3 2 0 15,-2 3 0-15,0 0 0 0,-2 0 0 0,-1 2 0 0,0 3 0 16,-2-1 0-16,-1 1 0 0,-1 1 208 0,-2 1-64 15,-2 0-144-15,-2 1 0 0,0-2 0 0,-1 3 128 0,-1 0 64 0,-1-2 16 16,-2 1 0-16,0-1 0 0,-3 0 192 0,0-3 48 16,0 1 0-16,-1-1 0 0,-1-3-448 15,1 0 0-15,-2-1 0 0,0-1 0 0,1-2 0 16,-1 0 0-16,-2-2 0 0,1 1 0 16,2-2-1376-16,1 0-208 0,-4-3-32 15,5-3-16-15,2-1-1456 0,3 0-304 0,1-4-48 0</inkml:trace>
  <inkml:trace contextRef="#ctx0" brushRef="#br0" timeOffset="-179905.38">10799 13203 38351 0,'0'0'1696'0,"0"0"352"0,0 0-1632 16,0 0-416-16,0 0 0 0,0 0 0 0,0 0 1808 0,0 0 288 0,0 0 48 0,0 0 16 15,0 0-576-15,0 0-112 0,0 0-32 0,4 9 0 16,0 1-480-16,-3 0-80 0,0 3-32 0,0 1 0 16,1 3-304-16,-2 2-64 0,-2 1-16 0,-1 0 0 15,0 1-192-15,0 0-32 0,1 0-16 0,-1-3 0 16,-1 0-224-16,0-4 144 0,-1 1-144 0,2-1 128 15,1-5-128-15,1 2 0 0,1-2-192 0,0-1 192 16,0-8-1200 0,0 0-112-16,3 6-32 0,-3-6 0 0,0 0-1744 0,0 0-368 0,11 3-64 0</inkml:trace>
  <inkml:trace contextRef="#ctx0" brushRef="#br0" timeOffset="-179467.16">10885 13065 20271 0,'-13'-12'1792'0,"7"8"-1424"0,-1-1-368 0,-1-1 0 0,-1-2 4608 0,0 0 864 16,-2 0 160-16,2 2 48 0,0 2-3664 0,0-1-736 15,-3 1-128-15,0 0-48 0,-1 1 496 0,-1 2 80 16,-2 1 32-16,-2 1 0 0,1 1-752 0,-1 3-160 16,-4 3-32-16,1 2 0 0,-1 3-224 0,-3 4-48 0,1 3-16 15,1 4 0-15,-2 4-176 0,2 2-48 0,1 4 0 16,1-1 0-16,1 7-112 0,3 0-16 15,2-1-128-15,3 0 192 0,3 2-192 0,3-4 128 0,4 1-128 16,3 0 0-16,2 1 0 0,5-2 0 0,2-3 0 16,3-3 0-16,0-2 0 0,4-3 0 15,3-3 0-15,3-1 0 0,2-1 0 0,1-3 0 16,4-3 0-16,1-2-160 0,3-4 160 0,-1-1-192 16,-1-3 192-16,1-3-192 0,-1-3 192 0,1-1-192 15,1-5 192-15,-1-1-192 0,-1-2 192 0,1-3-208 0,-1 0 80 16,0-4 128-16,0-1-224 0,-2-3 80 0,-1-3 16 0,-2-1 0 15,-2 1 128-15,-2-4 0 0,-2 0 0 0,-2-1 0 16,-5 0 0-16,-2 1 0 0,-3-2 0 0,-3 0 0 16,-2 1 128-16,-4-1-128 0,-2 0 160 0,-4 3-160 15,-1-2 176-15,-5 3-176 0,-2 2 192 0,-3 1-192 0,-3 1 0 16,-1 1 0-16,-1 1 0 0,0 2 0 0,-2 0-192 0,2 1-112 16,1 3-16-16,2-2 0 15,1 3-1792-15,2 2-384 0,2 0-64 16</inkml:trace>
  <inkml:trace contextRef="#ctx0" brushRef="#br0" timeOffset="-177388.55">6779 12359 25791 0,'0'0'2304'0,"0"0"-1856"0,-4-4-448 0,4 4 0 0,0 0 2336 0,0 0 368 16,-1-8 80-16,1 8 16 0,-2-5-944 0,2 5-192 15,-4-2-48-15,4 2 0 0,0 0 112 0,-6 4 0 16,1 1 16-16,0 3 0 0,-2 0-912 0,1 1-192 16,-2 0-48-16,2 0 0 0,-2 1-32 0,0 1-16 15,0-3 0-15,0 1 0 0,2 0-80 0,-2-2-16 16,1-3 0-16,1 0 0 0,6-4-192 0,-8 2-32 15,8-2-16-15,0 0 0 0,-8 0-208 0,8 0 128 16,-5-4-128-16,5 4 0 0,-6-6 0 0,2-2 0 16,0 0 0-16,2-1 0 0,2 1 0 0,0-3 0 15,2-1-160-15,0 0 160 0,2-1-160 0,3-1 160 16,1 1-192-16,-1 0 192 0,5-2-192 0,1 2 192 0,-1-2-192 16,2 2 192-16,1 1-128 0,0 1 128 0,0 4 0 15,0 1 0-15,1 4-144 0,-2-1 144 0,-1 6 0 0,0-1-144 16,-1 4 144-16,-2 1 0 0,0 4 0 15,-3 2 0-15,0 0 0 0,-2 1 0 0,-1 1 0 0,-1-1 0 16,-3 0 160-16,-2 1-32 0,0-2-128 0,-2 0 192 16,0-2-16-16,-1 0-16 0,-2-1 0 0,1-1 0 15,-2-1-16-15,-3 0 0 0,2-1 0 0,-2-2 0 16,-3-1-16-16,3-2 0 0,-1 0 0 0,-1-1 0 16,0-1-128-16,0-1 128 0,0-1-128 0,0 2 128 0,0-4-128 15,0 2 0-15,1-2 0 0,2 0 0 0,0-1 0 16,3 1 0-16,-2-3 0 0,1 2 0 0,1 0 0 0,2 0 0 15,1-2 0-15,1 1 0 0,2-2 0 0,4 1-144 16,1-2 144-16,1 0 0 0,-1 0-192 0,1 0 64 16,4-2 128-16,2 4-208 0,0-1 208 0,2 1-192 15,0 1 192-15,-1 2-192 0,2 1 192 0,-1 2-176 16,1 1 176-16,-1 1-160 0,-2 2 160 0,0-1 0 16,-2 2 0-16,0 3 0 15,-1-2 0-15,-2 2 0 0,-2 0 0 0,0 1 0 0,-1 1 0 16,-2 0 0-16,-1-1 0 0,-1 0 0 0,-3 0 128 0,-1 0-128 15,-2-2 160-15,1 1-160 0,-2-1 128 0,-1 1-128 16,-2-5 0-16,1 2 144 0,-2-1-320 0,0 1-64 16,-1-4-16-16,0 0 0 15,1 0-1792-15,1-3-352 0,0 1-80 0,1 0-11984 16,1-3-2416-16</inkml:trace>
  <inkml:trace contextRef="#ctx0" brushRef="#br0" timeOffset="-177002.13">6753 11468 24879 0,'0'0'2208'0,"0"-6"-1760"0,-1-1-448 0,1 1 0 0,1-5 3808 16,3 2 672-16,3 0 144 0,1 1 32 0,1-2-3264 0,0 0-656 15,1 1-128-15,2 2-32 0,1-3 384 0,0 3 80 16,1-1 16-16,2 0 0 0,-3 0-656 0,1 0-128 15,1 2-16-15,-1-1-16 0,-1 2-96 0,-1 0-16 16,0 0 0-16,-3 2 0 0,-3 0 32 0,1 2 0 16,-7 1 0-16,0 0 0 0,0 0 160 0,0 0 48 15,0 0 0-15,-3 8 0 0,-1 2 96 0,-1 2 32 16,-3 1 0-16,-2 3 0 0,-3 2-128 0,-3-1-32 16,-1 3 0-16,0 0 0 0,0 3-64 0,3-4-16 15,1 5 0-15,1-5 0 0,0-1-96 0,5 1-32 16,0-1 0-16,3-2 0 0,1-3-128 0,3 0 0 15,3-4 0-15,2 0 0 0,2-1 0 0,1-2 0 16,2-2-192-16,2-1 192 0,0-2-384 0,3-1 64 0,1-1 0 0,-1-2 0 31,1-2-912-31,1 0-176 0,3-1-48 0,-1 0 0 16,-1-3-912-16,2-2-192 0,0-2-48 0,-1-1 0 16,1-2-1504-16,-1-1-304 0</inkml:trace>
  <inkml:trace contextRef="#ctx0" brushRef="#br0" timeOffset="-176587.55">7148 11186 29999 0,'-15'-15'1328'0,"7"7"272"0,-3-2-1280 0,1-1-320 0,-2-1 0 0,-1 2 0 16,-2 1 1792-16,-2 0 304 0,-3 1 48 0,0-3 16 15,0 2-256-15,-4 2-48 0,1-1-16 0,-1 3 0 0,1-1-720 0,-1 5-144 16,0 0-16-16,0 2-16 0,-1 3-208 0,1 0-32 16,-3 4-16-16,3 2 0 15,-2 2-128-15,0 3-32 0,-2 4 0 0,1 3 0 0,1 4-208 0,1 3-32 16,0 3-16-16,3 2 0 0,1 1 32 0,3 2 0 15,5 1 0-15,1-1 0 0,2 3-80 0,4-4-16 16,5 1 0-16,6-1 0 0,3 2-80 0,5-3-128 16,3-1 176-16,5-1-176 0,0-3 0 15,3-4 0-15,5-6 0 0,4-1 0 0,2-5 0 0,3-2 0 16,1-4-144-16,1-2 144 0,2-6 0 0,1 0-128 16,0-4 128-16,-1-1 0 0,-1-3-160 0,-2-2 160 15,-1-3-192-15,-1-3 192 0,-2-1-256 0,-1-5 48 16,-2 1 16-16,0-4 0 0,-6 2 0 0,-1-2 0 15,-3-1 0-15,-3-1 0 0,-3-3 192 0,-2 1 0 16,-3 0 0-16,-3 1-144 0,-3-1 144 0,-4-1 0 16,-4 0 0-16,1 3 0 0,-2 0 144 0,-3 1-144 15,-2-1 192-15,-2 1-192 0,-4 1 144 0,0 3-144 16,-2 0 0-16,-2 2 144 0,0 2-144 0,-1 2 0 16,-1-2-192-16,2 4 192 0,1 3-384 0,-1 0 64 15,4 0 0-15,-1 1 0 16,0 1-2048-16,3 1-384 0,2 0-96 0</inkml:trace>
  <inkml:trace contextRef="#ctx0" brushRef="#br0" timeOffset="-174751.69">6811 16375 15663 0,'0'0'688'0,"0"0"144"0,0 0-656 0,0 0-176 0,0 0 0 0,0 0 0 0,0 0 7088 0,0 0 1376 15,0 0 288-15,0 0 48 0,0 0-6528 0,0 0-1312 16,0 0-256-16,0 0-48 0,0 0-80 0,0 0 0 16,0 0-16-16,-7 12 0 0,-2-4-240 0,1 1-32 15,-1-1-16-15,0-2 0 0,0 0 16 0,0 0 0 16,-2-3 0-16,1-1 0 0,-1-2-32 0,0-1 0 15,1 2 0-15,1-1 0 0,9 0-96 0,-9-1-32 16,3-3 0-16,6 4 0 0,-8-5-128 0,3 0 128 16,-2-3-128-16,7 8 128 0,-1-8-128 0,0-1 0 15,-1 1 144-15,2-2-144 0,2 0 0 0,0 0 0 16,1 0 0-16,2 0 0 0,2-1 0 0,2-1 0 16,1 0 0-16,2 2 0 0,-2-1 0 0,3 2-160 15,2-1 160-15,0 3 0 0,1 2-176 0,0 3 176 16,-2 0-160-16,0 2 160 0,-1 3-160 0,0 1 160 0,-1 1-160 0,-2 1 160 15,-10-6 0-15,10 12-144 16,-4 1 144-16,-2 0 0 0,-4 0 0 0,-1 0 0 16,-3 3 0-16,0-4 0 0,-1 1 0 0,-2-2 128 0,-2 1-128 15,0 0 176-15,0 1-16 0,0-5 0 0,-2-2 0 16,1 0 0-16,-2-3-160 0,2 1 192 0,-1-1-192 16,1-3 192-16,-1-1-192 0,1-1 192 0,-1 0-192 15,2-1 192-15,0-1-64 0,1-1 0 0,-1-1 0 0,1-1 0 16,2 0-128-16,1-2 0 0,0 2 0 15,-1-3 0-15,1 0 0 0,4 0 0 0,-2-1 0 0,3 2 0 0,0-3-128 0,3 1 128 16,1-1 0-16,1 0 0 0,1 0 0 0,4 2 0 16,0-1 0-16,2 0 0 0,1 0 0 15,1 3 0-15,2 2 0 0,-1 2 0 0,1 1-176 0,0 1 176 16,-2 2-128-16,-1 2 128 0,-1 1 0 0,-2 1 0 16,-10-4 0-16,12 8 0 0,-3 0 0 0,-2-1 0 15,-7-7 0-15,4 13 0 0,-3-3 0 0,-1-10 0 16,-3 11 0-16,1 1 128 0,-1-2-128 0,-1 0 144 15,-2 1-144-15,-1-2 160 0,-2-2-160 0,0 0 128 16,0-2-128-16,1 1 128 0,-1-2-128 0,0 0 128 16,-1 0-128-16,0-1 128 0,1 0-128 15,-2-3 0-15,2 2 0 0,0-1 0 16,0-1-992-16,0 0-128 0,9 0-32 0,-10 1-15040 16,-1-1-3008-16</inkml:trace>
  <inkml:trace contextRef="#ctx0" brushRef="#br0" timeOffset="-174091.46">6109 16816 32255 0,'-10'-7'2864'0,"1"1"-2288"16,0-2-576-16,3 2 0 0,2-1 3824 0,4 7 656 15,-2-9 128-15,2 9 16 0,2-8-3008 0,-2 8-592 16,11-10-128-16,-1 3-32 0,2 2-352 0,1 1-80 16,3 0-16-16,2 0 0 0,0 3-416 0,0 0 128 15,2-3-128-15,0 2 0 0,-1 2 0 0,1 2 128 16,-2-1-128-16,0 2 0 0,-2-1 0 0,-2 2 0 15,-2-1 0-15,0 1 0 0,-12-4 0 0,13 5 0 16,-2 0 128-16,-11-5-128 0,0 0 0 0,0 0 0 0,0 0 0 0,4 13 128 16,-4-13-128-16,-2 13 0 0,-1-4 0 0,-2 0 128 15,-3-2 16-15,0 1 0 0,-1-2 0 0,-1 1 0 16,-5-1 32-16,1 1 0 0,2 1 0 0,1-2 0 16,-3 1-48-16,3-2 0 0,-2 0 0 0,1 0 0 15,0-1-128-15,2 0 0 0,-1 0 144 0,2 1-144 16,9-5 0-16,-6 5 0 0,6-5 0 0,0 0 128 15,0 0-128-15,0 0 0 0,0 0 0 0,0 0 0 16,8 8 0-16,1-1 0 0,-9-7 0 0,11 5 0 16,0-1 0-16,-11-4 0 0,13 5 0 0,0-2 0 15,0 1 0-15,-1-3 128 0,-2 2-128 0,-10-3 128 16,0 0-128-16,12 5 0 0,-3 0 0 0,-9-5 0 16,0 0 0-16,0 0 0 0,0 0 144 0,8 10-144 15,-8-10 0-15,0 0 0 0,2 12 0 0,-2-1 0 0,0-11 0 16,-2 13 0-16,-2-3 0 0,-1 0 0 0,-3 0 320 15,0 0-32-15,0 0-16 0,-2 2 0 0,-2-3-144 0,-1 0-128 16,0-1 144-16,0 0-144 0,-1 1 128 16,-1-2-128-16,1 1 0 0,-2-2 0 0,1 1 0 0,0-1 128 15,1-2-128-15,0 0 0 0,-1-1 0 0,2-1-208 16,3 1 32-16,1-2 16 16,9-1-960-16,-9 0-192 0,9 0-32 0,0 0-16 15,0 0-1152-15,0 0-240 0,0 0-32 0,0 0-11040 16,2-12-2224-16</inkml:trace>
  <inkml:trace contextRef="#ctx0" brushRef="#br0" timeOffset="-173667.36">6292 16692 11967 0,'-3'-18'528'0,"1"6"112"0,-5-1-512 0,0-3-128 0,1 2 0 0,-1 1 0 16,-2 0 5872-16,0 3 1136 0,0-1 224 0,0 3 64 16,-3 0-4352-16,0 3-848 0,-1 1-176 0,0 3-48 15,-2 1-496-15,-1 0-96 0,-1 3-32 0,-2 2 0 16,-2 4-352-16,-1 1-80 0,-1 1-16 0,0 3 0 15,-2 3-160-15,-1 3-16 0,-3 2-16 0,3 3 0 16,3 1-80-16,1 1-16 0,0-1 0 0,2 5 0 16,2 2-224-16,1 1-48 0,4 1-16 0,2-1 0 15,4 1-96-15,3 2 0 0,1-1-128 0,3-1 192 16,3-1-192-16,3-2 128 0,3-4-128 0,3 1 0 16,2 0 0-16,3-1 128 0,0 0-128 0,3-3 0 15,1-1 0-15,2 1 0 0,3-4 0 0,0-4 0 16,3-4 0-16,4-3 0 0,2-2 0 0,1-1 0 15,-1-5 0-15,2-2 0 0,1-5 0 0,0 0 0 16,-2-3 0-16,-1-1 0 0,0 0-128 0,-1-6 128 0,0 1-144 16,-2-3 144-16,-2-1 0 0,-4 0-144 0,-4-3 144 15,-1-4-208-15,-3 0 80 0,-2-2 128 0,-3 1-208 0,-3 0 80 16,0-3 128-16,-4-1-208 0,-4-3 208 16,-2 0-144-16,-4-1 144 0,0 4-128 0,-1 0 128 15,-4 0 0-15,-4 0 0 0,-3 0 0 0,-1 1 0 16,-1 3 0-16,-4 3 0 0,0 0 0 0,-2 2 0 0,1 3 0 15,-1 3-192-15,1-1 64 16,0 0-640-16,0 5-128 0,3 0-32 0,0 1 0 16,3 1-1920-16,3-1-384 0</inkml:trace>
  <inkml:trace contextRef="#ctx0" brushRef="#br0" timeOffset="-171750.95">9737 16881 3679 0,'0'0'320'0,"0"0"-320"0,0 0 0 0,0 0 0 15,0 0 2272-15,0 0 384 0,0 0 80 0,0 0 16 16,0 0-112-16,0 0-16 0,-6-5 0 0,6 5 0 15,-4-7-32-15,4 7-16 0,0 0 0 0,0 0 0 16,0 0-400-16,0 0-96 0,4-6-16 0,-4 6 0 16,0 0-656-16,0 0-128 0,0 0-16 0,0 0-16 15,0 0-304-15,0 0-64 0,0 0-16 0,0 0 0 16,0 0-240-16,8 13-48 0,-8-13-16 0,6 14 0 16,-3 1-240-16,-3-1-32 0,0-14-16 0,-1 14 0 15,-1 1 0-15,0-2 0 0,-2-4 0 0,-1-1 0 0,-5-2 32 16,1-1 0-16,0 1 0 0,1-3 0 0,1 0-48 15,-1 0-16-15,-3-2 0 0,2-1 0 0,-1-1-48 0,2 1-16 16,-1-4 0-16,2 0 0 0,1 1-48 0,-1-1-128 16,1-1 192-16,-1 1-64 0,7 4-128 0,-5-6 192 15,1-1-192-15,3-3 192 0,1-1-192 0,2 2 0 16,1-3 0-16,2 3 128 0,2-1-128 16,2-1 0-16,1 1 0 0,2-2-176 0,1 1 176 0,1 0 0 15,2-1-144-15,0 2 144 0,1 0 0 0,0 0-144 16,-2 4 144-16,1 1 0 0,-2-1-144 0,-1 4 144 15,0 2 0-15,0 0-144 0,-2 1 144 16,-1 2-128-16,1 1 128 0,-2 1-128 0,-9-5 128 0,8 9 0 16,-8-9 0-16,6 12 0 0,-2-1 0 0,-1 0 128 15,-3 1-128-15,-2-3 0 0,-2 0 128 0,0 3-128 16,1-3 160-16,-4 1-160 0,-5-2 192 0,2 1-64 0,-1-2-128 0,1 2 192 16,-2-1-48-16,1-2-16 0,-3 1 0 15,3-3 0-15,-1-2-128 0,0 1 192 0,1-2-192 0,-1-1 192 16,-1 0-192-16,1 0 160 0,2-1-160 0,-1-1 160 15,1 1-160-15,1-4 128 0,2 1-128 0,7 4 128 16,-9-6-128-16,4 0 0 0,1 0 0 0,3-2 128 16,1 8-128-16,1-10 0 0,3 0 0 0,1 1 0 15,0 0 0-15,3 0 0 0,1 0-176 0,4 0 176 16,0 0 0-16,2 0-128 0,-1 1 128 0,0 1 0 16,-1 2-128-16,0 0 128 0,-1 0-128 0,0 1 128 15,-2 1 0-15,1 0-128 0,-1 2 128 0,-10 1 0 16,0 0 0-16,11 1 0 0,-11-1 0 0,0 0-128 15,0 0 128-15,0 0 0 0,5 8 0 0,-4 0 0 16,-1-8 128-16,-4 10-128 0,-1 0 160 0,-3-3-160 0,-2 1 176 16,-2 1-176-16,0-1 192 0,0 0-192 15,1-1 192-15,-2-2-192 0,0 0 192 0,0 0-192 0,0-1 192 0,0-1-64 16,-2 1 0-16,2-3-128 0,3-1 160 0,-1 0-160 16,1-1 128-16,1-2-128 0,1 0 128 0,0 1-128 15,0-2 0-15,8 4 128 0,-5-5-128 0,5 5 0 16,-4-9 0-16,2 1 0 0,0-3 0 0,2 2 0 15,0 9 0-15,4-12 0 0,0 1-128 0,1-1 128 16,2 0-160-16,1 1 160 0,1 0-288 0,2 1 32 16,1-2 16-16,1 1 0 15,0 0-816-15,4 2-160 0,-1-3-48 0,2 1 0 16,0 2-1296-16,3 0-256 0,1 3-48 0,2 0-17104 16</inkml:trace>
  <inkml:trace contextRef="#ctx0" brushRef="#br0" timeOffset="-171328.18">10466 16723 37151 0,'0'0'1648'0,"0"0"336"0,0 0-1600 0,0 0-384 0,3-7 0 0,-3 7 0 16,0 0 2192-16,0 0 368 0,0 0 64 0,0 0 0 15,0 0-576-15,-8 6-128 0,0 1-32 0,-2-1 0 16,-3 1-992-16,0 0-208 0,-2 1-48 0,2 3 0 16,-1 0-256-16,0 2-48 0,-1 1-16 0,1-1 0 15,-2-3-96-15,-1 3-32 0,2 0 0 0,0-1 0 0,2-3-64 0,3 3 0 16,-1-5-128-16,2 3 192 0,0-1-192 0,3-3 144 16,1 2-144-16,5-8 128 0,0 0-128 0,0 0 128 15,-2 12-128-15,2-12 128 0,0 0-128 0,7 12 0 16,-7-12 0-16,10 9 0 0,2-3 0 0,0-2 0 15,2-1 0-15,2-3 0 0,1 0 0 0,1 0 0 16,1-3 0-16,4 2 0 0,0-2 0 0,0 1 0 16,0-2 0-16,0 1 0 0,1 0 0 0,-1 1 0 15,-1-1 0-15,-1 2 0 0,0 0 0 0,-2-1 0 16,-3 0 0-16,-2 0 0 16,1 0-432-16,-2-1-112 0,-3 1-32 0,1-1 0 15,-11 3-512-15,0 0-128 0,0 0 0 0,9-4-16 16,-9 4-1968-16,0 0-400 0,0 0-80 15</inkml:trace>
  <inkml:trace contextRef="#ctx0" brushRef="#br0" timeOffset="-171083.8">10443 16712 44687 0,'0'0'1984'0,"0"0"400"0,0 0-1904 0,0 0-480 0,0 0 0 0,0 0 0 16,0 0 1216-16,5 9 128 0,-5-9 48 0,5 11 0 15,-1 1 16-15,0 1 0 0,-1 3 0 0,-1 1 0 0,0 2-768 0,-2 1-160 16,-2 2-32-16,2-1 0 16,-1 2-96-16,0 1-32 0,-1-2 0 0,1 2 0 0,0-1-320 0,-1-1 0 15,1-1 0-15,0-1 0 0,0-2 0 0,-1-3 0 16,1 0 0-16,2-2 0 0,-2-3-224 0,1-10-16 16,0 12 0-16,0-12 0 15,0 0-1152-15,0 0-224 0,0 0-48 0,0 0-16 16,8 9-1824-16,0-4-352 0,-8-5-80 0</inkml:trace>
  <inkml:trace contextRef="#ctx0" brushRef="#br0" timeOffset="-170644.1">10765 16519 23951 0,'-9'-21'1056'0,"2"8"224"0,-2 0-1024 0,-1-2-256 0,-3 1 0 0,0 2 0 15,-2-1 4608-15,2 5 848 0,-1-2 176 16,-2 5 48-16,-1 1-3168 0,-1 1-624 0,-3 3-128 0,0 4-32 15,-2 3-624-15,-2 4-128 0,0 4-16 0,-3 4-16 16,-4 4-304-16,0 4-48 0,-1 3-16 0,0 2 0 16,1 4-144-16,2 0-48 0,1 3 0 0,4 2 0 15,1 0-144-15,3 2-48 0,3 6 0 0,3 0 0 16,5-1-192-16,2 1 128 0,4-2-128 0,3-2 0 16,1-4 0-16,4-2 128 0,2-1-128 0,5-2 0 15,0 1 0-15,5-3 0 0,1-3 0 0,3-1 0 16,3-4 0-16,3-1 0 0,3-6 0 0,5-2 0 15,3-4 0-15,3-2 0 0,0-4 0 0,3-1-160 16,1-4 160-16,1-2 0 0,-1 0 0 0,0-2 0 0,-2-4 0 0,0-3-160 16,-2-1 160-16,-1-3 0 15,0-3-160-15,-1-2 160 0,-3-2-128 0,1-2 128 0,-3-1-128 0,-1-3 128 16,-5 0-128-16,-1-3 128 0,-2 0 0 16,-5-1 0-16,-2 3 0 0,-4-2-128 0,-2-1 128 0,-5 0 0 15,-6-2 0-15,-4 2 0 0,-1 2 0 16,-3 0 144-16,-4-2-144 0,-2 0 0 0,-2 0 0 15,0 1 0-15,-3 0 0 0,0 5 0 0,-1-1-192 0,1 1-32 16,-1 3-16-16,2 3 0 16,0 0-1168-16,2 4-224 0,3-1-48 0,0 3-14112 15,0 3-2816-15</inkml:trace>
  <inkml:trace contextRef="#ctx0" brushRef="#br0" timeOffset="-169299.51">8249 12817 8287 0,'0'0'736'0,"0"0"-592"15,0 0-144-15,0 0 0 0,1 8 7168 0,-1 1 1408 16,0 2 288-16,0 2 48 0,-3 1-6016 0,1 2-1200 16,-1 1-240-16,0 1-48 0,0 0-64 0,-1 2-16 15,1 2 0-15,2-2 0 0,-1 0-752 0,1 1-160 16,1 0-32-16,0 0 0 0,1-5-96 0,-1-1-32 0,2-2 0 0,-1-1 0 16,0-2-64-16,2 0 0 0,-2-4-16 0,-1-6 0 15,0 0-176-15,0 0 0 0,0 0 144 0,0 0-144 16,0 0 0-16,0 0 0 0,0 0 0 0,0 0 0 15,4-5 0-15,-1-3 0 0,-1-1 0 0,0-1 128 16,-1-3-128-16,-1-3 0 0,0 2 0 0,-1-5 0 16,-1 1-144-16,1-4 144 0,-2 1-160 0,1-2 160 15,-1-2-160-15,-1 0 160 0,-1-4-160 0,1 2 160 0,-1-3-160 16,1 3 160-16,-1-1-160 0,1 3 160 16,0 3 0-16,-1 1 0 0,0 1-128 0,-1 1 128 0,4 4 0 15,-2 3 0-15,0-1 0 0,0 4 0 0,1 1 336 0,3 8-32 16,-2-7-16-16,2 7 0 0,0 0 80 0,0 0 16 15,0 0 0-15,0 0 0 0,0 0-192 0,0 0-16 16,0 0-16-16,0 0 0 0,8 0-160 0,3 2 160 16,2-1-160-16,1 0 160 15,-1 1-160-15,2-1 0 0,2-1 144 0,3 1-144 0,1-2 0 0,2 1 0 16,2 0 0-16,0-1 0 0,-2-2 0 0,2 0 0 16,2 1 0-16,1-1 0 0,0 3 0 0,-2 0 0 15,-4-1 0-15,1 1 0 0,-4 0 0 0,-1 1 0 16,-1 2 0-16,-4-1 0 0,0 0-272 0,-1-1 16 15,-3 0 16-15,-9-1 0 16,8 3-1168-16,-8-3-256 0,0 0-32 0,9 4-13552 16,-9-4-2720-16</inkml:trace>
  <inkml:trace contextRef="#ctx0" brushRef="#br0" timeOffset="-168488.64">5945 14370 3679 0,'0'0'160'0,"-3"-4"32"0,-1-1-192 0,-1 0 0 0,0-2 0 0,1 1 0 0,3-1 7504 0,1 7 1456 16,2-5 304-16,-2 5 48 0,0 0-5728 0,0 0-1152 16,0 0-240-16,0 0-32 0,8-3-496 0,-8 3-80 15,0 0-32-15,8 3 0 0,1 2-528 0,0 4-96 16,-2 1-32-16,1 3 0 0,-1 2-384 0,1 3-96 15,-1 2-16-15,1-2 0 0,-2 2-144 0,-1-1-16 16,3 1-16-16,-1-3 0 0,-2 0-96 0,-1-2-128 16,1 0 176-16,-1-2-176 0,-1-1 176 0,-2-2-176 15,0-2 160-15,0 1-160 0,-1-9 192 0,0 0-64 16,0 0-128-16,0 0 192 0,0 0-192 0,0 0 176 16,0 0-176-16,0 0 160 0,0 0-160 0,0 0 160 15,0 0-160-15,0 0 160 0,7-5-160 0,1 0 192 0,0-2-192 16,-2-1 192-16,-1-1-192 0,3 0 0 0,1-4 0 15,0 0 0-15,2-3 0 0,1 1 0 0,-1-4 0 16,2 0 0-16,2-5 0 0,-1 0 0 0,2-3 0 16,-1 1 0-16,0 0 0 0,2 2 0 15,0 1 0-15,0 0 0 0,-1 1-208 0,1 2-80 0,2 3-16 16,-5 2 0 0,-1 3-1280-16,0-1-256 0,1 0-48 0,2 2-21504 0</inkml:trace>
  <inkml:trace contextRef="#ctx0" brushRef="#br0" timeOffset="-167663.97">8088 16766 35935 0,'-9'0'3200'0,"-1"0"-2560"0,1 0-512 0,9 0-128 15,0 0 3136-15,0 0 592 0,2 12 128 0,2 0 32 16,1-2-3056-16,4 2-592 0,2-2-240 0,1 1 176 16,1 1 208-16,0-3 32 0,0 0 16 0,4 0 0 15,2 0-256-15,-1-2-48 16,1 0-128-16,-1 0 192 0,0-2-192 0,0 0 144 0,1-1-144 0,-1 2 128 15,-1-1-128-15,-1-1 0 0,-2-2 0 0,-2 2 128 16,-12-4-128-16,10 4 0 0,-10-4 0 0,0 0 0 16,11 5 0-16,-11-5 0 0,0 0 144 0,0 0-144 15,0 0 176-15,0 0-48 0,0 0 0 0,0 0 0 16,-7 11 256-16,-1-3 64 0,-2 1 0 0,-2-3 0 16,-2-1-128-16,-1 3 0 0,1 0-16 0,-3 1 0 15,-3 2-96-15,1-2-16 0,-1-1 0 0,1 1 0 16,1-1-64-16,1-1-128 0,1-1 176 0,2-1-176 15,-1-1 0-15,1 0 0 0,0-1 0 0,-1 0 0 16,1 0-384-16,2-2-192 0,3 2-48 0,9-3 0 16,-9 4-1536-16,1-1-304 0,8-3-64 0</inkml:trace>
  <inkml:trace contextRef="#ctx0" brushRef="#br0" timeOffset="-166614.22">10325 15476 15663 0,'0'0'1392'0,"0"0"-1120"0,0 0-272 0,0 0 0 15,-3-11 3408-15,-1 6 624 0,4 5 128 0,0 0 32 16,0 0-1568-16,-10 5-320 0,1 0-64 0,-1 3-16 15,0 3-496-15,-2 3-112 0,-3 2-16 0,1 1 0 0,-2 2-448 0,1-2-112 16,-2 3-16-16,0-3 0 0,0 2-144 0,1-2-48 16,2 0 0-16,0-4 0 0,1 0-352 0,1 0-80 15,0 0-16-15,2-4 0 0,2-1-192 0,1-1-64 16,7-7 0-16,0 0 0 0,0 0-128 0,0 0 192 16,0 0-192-16,0 0 192 0,0 0-192 0,0 0-144 15,0 0 144-15,11-5-208 0,-1-2-48 0,2-1-16 16,-2-1 0-16,3 0 0 0,2-1-64 0,0-2-16 15,1 0 0-15,1-1 0 0,-4-3 96 0,1-1 0 16,2 2 16-16,0-3 0 0,-2 1 112 0,-1 0 128 16,-1 0-208-16,-2 2 80 0,-1 2 128 0,-1 3 0 15,-1 1 0-15,-2 2 0 0,-5 7 128 0,0 0 16 16,0 0 0-16,0 0 0 0,0 0 272 0,0 0 48 0,0 0 16 0,0 0 0 16,0 0-112-16,10 7-32 0,-1-1 0 15,-2 2 0-15,1 1 48 0,0-1 16 16,-2 1 0-16,3 0 0 0,2 3-128 0,0 0-16 0,1-4-16 0,1 2 0 15,2 2-240-15,-1-2 176 16,0 2-176-16,1 0 160 0,-1-1-160 0,2 1 0 0,-1-3 0 0,1 0 128 16,-2 2-128-16,-1-3 0 0,0 1 0 15,-1-1 128-15,0-1-128 0,-2 0 0 0,-10-7 0 0,8 9 0 16,-8-9-560 0,6 9-80-16,-6-9-32 0,0 0 0 0,4 13-3040 15,-1 0-592-15</inkml:trace>
  <inkml:trace contextRef="#ctx0" brushRef="#br0" timeOffset="-140478.67">14792 12181 6447 0,'0'0'272'0,"0"0"80"0,1-5-352 0,1 0 0 0,-2 0 0 0,0-1 0 0,-2 0 5328 0,4 1 1008 16,-2 1 192-16,1-2 32 0,-1 3-3504 0,1-1-704 16,-1-2-144-16,0 6-32 0,0 0-256 0,0 0-48 15,0 0-16-15,0 0 0 0,0 0-640 0,0 0-144 16,0 0-32-16,-2 7 0 0,-1 1-336 0,-2 2-64 0,1 3 0 15,-1 4-16-15,-1-1-160 0,1 5-16 16,-1-2-16-16,-3 6 0 0,-3 0-96 0,3-2-16 16,0-2 0-16,-1-1 0 0,1 1-128 0,0-3-48 0,0-5 0 0,1 0 0 15,2-1-144-15,-2-2 128 0,0-1-128 0,2 0 128 16,-1-2-128-16,2-3 128 0,5-4-128 0,0 0 128 16,-7 4-128-16,7-4 0 0,0 0 144 0,0 0-144 15,0 0 0-15,0 0 0 0,-4-6 0 0,3 0 0 16,1-2-128-16,3-1 0 0,1-5 0 0,1-3 0 15,1-3-128-15,3-5 0 0,1-3-16 16,0-2 0-16,0-3 16 0,2-1 16 0,1 0 0 0,0-1 0 16,0-1 80-16,-1 2 16 0,1 4 0 0,-1 0 0 0,-2 4 144 15,1 5 0-15,-4 4 0 0,0 4 0 0,-2 4 0 16,-1 0 0-16,0 2 0 0,-4 7 0 0,0 0 0 16,0 0 128-16,0 0-128 0,0 0 176 0,8 5-48 0,0 3 0 15,-2 1 0-15,2 2 0 0,0 2-128 0,1 1 128 16,1 3-128-16,3 1 128 0,0 0-128 0,2 1 128 15,0-2-128-15,4 2 128 0,-2 1-128 0,1-1 0 16,0 1 0-16,3-2 0 0,0 0 0 0,-2-1 0 16,0 0 0-16,-2-2 0 0,0 0 0 15,-2-2 0-15,0 0 0 0,-2 0 0 0,1-1 0 0,-2-1 0 16,-2 0 0-16,-1-3 0 0,-1 1 0 0,-1-2 0 16,-2-1 0-16,-5-6 0 0,2 8 128 0,-2-8-128 15,0 0 0-15,-2 8 128 0,-3-2 16 0,-2 0 0 16,-1-1 0-16,-1-1 0 0,-1 0 16 0,-1 0 0 15,-2 1 0-15,-1-1 0 0,-3 1 48 0,-3 0 16 16,-2-1 0-16,-1 1 0 0,-2-2-48 0,-1-1-16 16,-3 0 0-16,2 0 0 0,-1 2-160 0,1-4 0 15,1 0 144-15,1 2-144 0,2-2 0 0,1 0 0 0,1 0 0 16,4-2 0 0,2 2-832-16,2-4-144 0,2 0-32 0,0 1 0 15,3-1-2064-15,3-3-400 0,3-1-96 0</inkml:trace>
  <inkml:trace contextRef="#ctx0" brushRef="#br0" timeOffset="-139641.71">14576 11730 22111 0,'-13'-6'976'0,"7"3"208"0,-2 0-944 0,-1-1-240 0,-2 1 0 0,0-4 0 15,-1 2 4912-15,1 0 928 0,-2-1 192 0,-3 1 48 16,-1-1-3552-16,0-1-704 0,-1 2-144 0,-3 1-16 16,0 0-592-16,-1 2-112 0,0-1-32 0,-2-1 0 15,0 1-416-15,-13 2-64 0,3-3-32 0,3 5 0 16,1-1-96-16,0 3 0 0,0 0-16 0,0 1 0 16,-3-3-80-16,1 2-16 0,-1-2 0 0,1 3 0 15,2 0-80-15,1 0-128 0,3-1 176 0,1 3-176 16,2-1 128-16,0 0-128 0,3-2 0 0,7 1 0 15,-2 0 0-15,3 1 0 0,2-1 0 16,1 0 0-16,2-1 0 0,7-3 0 0,-3 7 0 0,3-7 0 0,0 0 0 0,5 9 0 16,3-1 0-16,1 1 0 0,5 0-144 15,3 2 144-15,1-5-128 0,3 2 128 0,3 1-144 0,0-2 144 16,2-1-160-16,11 2 160 0,-5 1-128 0,0-1 128 16,-1-2 0-16,-4 2-144 0,-2-3 144 0,-3 1 0 15,1-2 0-15,-4 1 0 0,-1 3 0 0,-1-2 0 16,0-3 0-16,-8 1 0 0,-1 1 0 0,-1 0 0 15,-2 0 0-15,-1 3 0 0,0-1 0 0,-2 2 0 16,-2 1 0-16,-2 1 128 0,-5-2-128 0,-2 1 176 16,-3 2-176-16,-1 2 192 0,-1 1-64 0,-3-1-128 15,-1 0 192-15,-3 1-64 0,0 2 0 0,-2 0-128 16,-3-1 192-16,-2 3-64 0,-1-5-128 0,-1 3 128 16,-1 1-128-16,0 1 128 0,-2-1-128 0,1 0 128 15,-1 0-128-15,1 1 128 0,-1 0-128 0,2 1 0 0,1-1 144 0,2-1-144 16,2-1 128-16,3-1-128 15,2-2 160-15,1 1-160 0,1-1 160 0,2-1-160 16,2-1 160-16,5-3-160 0,1 0 128 0,5 0-128 16,4-9 0-16,0 11 144 0,0-11-144 0,5 10 0 15,3-2 0-15,4 0 128 0,2-2-80 0,4 1-48 16,2-3 0-16,5 0 0 0,3-1 0 0,-3 0 0 16,3-2 0-16,7-1 0 0,5-1 0 0,3 0 0 0,2-1 0 0,-1 2 0 15,0-1 0-15,0 1 0 0,2 0 0 0,1 0 0 16,-1-1 0-16,-1 1 0 0,2 0 0 0,-1-1 0 15,-3-1-128-15,-1 1 128 0,-3 1 0 0,-3 1 0 16,-3-1-240-16,-3 2 64 0,-2-2 16 0,0 0 0 16,-3 1-864-1,1-1-160-15,-5-1-32 0,-1 1-15296 0,3 1-3040 0</inkml:trace>
  <inkml:trace contextRef="#ctx0" brushRef="#br0" timeOffset="-138894.64">16105 11894 40479 0,'-15'-4'1792'0,"8"2"384"0,-5-2-1744 0,0-1-432 16,-1 2 0-16,0 3 0 0,-1-2 1200 0,-2 0 144 0,0 0 48 0,0-1 0 15,-3 3-368-15,2 0-80 0,-1 3-16 0,0-1 0 0,1 0-544 0,-1 1-96 16,-1 3-32-16,1-1 0 0,-1 0 64 0,-1 2 0 16,0 0 0-16,1 3 0 0,-5 3-32 0,2 0 0 15,1 0 0-15,3-3 0 0,4 2-96 0,1 0 0 16,2-1-16-16,2 0 0 0,1-1-176 0,4-2 160 16,4 1-160-16,3 0 160 0,1 0-160 0,4 0 0 15,2-1 0-15,5-1 0 0,0-1 0 0,4 0 0 16,1-1-128-16,3 0 128 0,0 0 0 0,3-2 0 15,0 1 0-15,3-2 0 0,1 1 0 0,-2 0 0 16,1 0 0-16,0 1 0 0,0 0 0 0,-2 0 0 16,-2 0 0-16,-3 1 0 0,-3 2 0 0,0-2 0 15,-4 2 0-15,-2-1 0 0,-1 1 144 0,-3 2 0 16,-1-3 0-16,-3 1 0 0,-1 1 128 0,-3 1 32 0,-1-1 0 16,-1 3 0-16,-4-3 80 0,-3 1 32 0,0 0 0 0,-2 2 0 15,-2-2-160-15,-1 1-48 0,-1 1 0 0,-3-3 0 16,-3 1-64-16,-1 0-16 0,-2 1 0 0,-2-3 0 15,-2 2-128-15,-1-1 0 0,0 0 0 0,-1-1-176 16,-1 1-32-16,0-1-16 0,0-1 0 0,1 1 0 16,-1-1-1008-16,2 3-208 0,0-2-32 15,1-1-16-15,0 1-2032 0,-1-2-416 0</inkml:trace>
  <inkml:trace contextRef="#ctx0" brushRef="#br0" timeOffset="-138595.11">15675 12231 11967 0,'0'0'528'0,"0"0"112"0,0 0-512 0,-4 0-128 15,4 0 0-15,0 0 0 0,0 0 6480 0,-6 1 1264 16,0 4 256-16,-1-1 64 0,0 3-5056 0,-1 3-1024 15,-3 2-192-15,0 2-32 0,-2 2-464 0,-3 1-80 16,0-3-32-16,-1 4 0 0,-2 3-592 0,-2-1-112 16,1-3-32-16,0 0 0 0,-3-2-160 0,2 2-32 15,1-4-16-15,0 2 0 0,1-2-240 0,2-2 0 0,1 0-144 0,2-2 144 32,2-1-1408-32,3-2-176 0,0-2-32 0,3 0-16 15,6-4-2080-15,0 0-400 0,0 0-96 0,8-5-16 0</inkml:trace>
  <inkml:trace contextRef="#ctx0" brushRef="#br0" timeOffset="-138351.42">16265 11515 15663 0,'0'0'1392'0,"0"0"-1120"0,-4-3-272 0,4 3 0 0,0 0 5872 15,0 0 1104-15,-6 3 240 0,1 4 32 0,-1-1-4384 0,0 2-880 16,-2 4-192-16,-2 2-16 0,-2 2-304 0,0 3-48 16,-1 3-16-16,0 3 0 0,-1-1-896 0,2-1-176 15,0 3-32-15,0-1-16 0,1 0-288 0,2-2 0 16,1-1 128-16,1-1-128 16,2-4-528-16,1-1-176 0,2 1-16 0,0 0-16 15,1-3-2624-15,2 2-528 0,3-1-96 0</inkml:trace>
  <inkml:trace contextRef="#ctx0" brushRef="#br0" timeOffset="-134421.05">13617 12993 20271 0,'-10'-9'896'0,"3"5"192"0,1 0-880 16,-2-1-208-16,-1 0 0 0,2 0 0 0,1-2 4656 0,-2 2 880 16,0 0 176-16,2 1 48 0,-1-3-3392 0,1 4-656 15,-1 0-144-15,7 3-32 0,0 0-512 0,-12-3-128 16,1 3 0-16,-1 3-16 0,0-3-368 0,-1 4-80 0,0 2-16 0,0 2 0 16,-1 1-32-16,1 3 0 15,1 0 0-15,-1 3 0 0,0 1-144 0,1 0-48 0,2-2 0 0,3 0 0 16,2 2-192-16,1-2 144 15,3-1-144-15,1 0 128 0,1 1-128 0,3-5 0 0,1 0 0 0,3-1 0 16,0-2-192-16,2 1 48 16,3-3 0-16,0-2 0 0,0-2-160 0,2-1-16 0,-1 0-16 0,0-3 0 15,2 1 32-15,-2-1 16 0,-2-2 0 0,-1-2 0 16,-2-1 112-16,0 0 32 0,0-3 0 0,-1 0 0 16,-2 0 144-16,1 1 0 0,-2-1 0 0,0 1 0 15,-1-2 0-15,-1 2 0 0,-1-1 0 0,0 3 0 16,-2 9 0-16,0 0 128 0,-2-9-128 0,2 9 0 0,0 0 0 0,0 0 144 15,0 0-144-15,0 0 0 16,0 0 256-16,0 0-48 0,0 0-16 0,0 0 0 16,-2 11-192-16,2 1 0 0,0 0 128 0,2 1-128 15,1 1 0-15,1 1 0 0,-1-4 0 0,2 2 0 16,1 0 0-16,2 0 0 0,3-2 0 0,-1-2 0 0,-10-9-224 16,14 6 16-16,-1 1 0 0,0-3 0 15,0-1-368-15,2-2-80 0,-1-2-16 16,-1 1 0-16,0-4-32 0,-1 1-16 0,0-1 0 15,-3 0 0-15,0-2 304 0,0-1 64 0,0-1 16 0,0 1 0 0,0-5 144 0,0 0 16 16,1 2 16-16,-1-2 0 0,0 0 160 0,0 0-160 16,-1 2 160-16,0 0-160 0,-2 0 160 0,-1 3 0 15,-1-1 0-15,-4 8 0 0,0 0 240 0,0 0 16 16,0 0 16-16,0 0 0 0,0 0 352 0,-1 6 64 16,0 3 16-16,-1 3 0 0,0 2-288 0,-1 2-48 15,2 2-16-15,0 2 0 0,-1 2-352 0,1-1 128 16,1 0-128-16,1 0 0 0,1 0 0 0,0-1 0 15,3 0 0-15,1 6 0 16,-1-6-1120-16,1-3-192 0,1-3-32 0,-1-2-16 16,2-3-1776-16,3-1-368 0,2-6-64 0</inkml:trace>
  <inkml:trace contextRef="#ctx0" brushRef="#br0" timeOffset="-133841.7">14128 12976 27935 0,'0'0'1232'0,"0"0"256"0,-9-6-1184 0,1 1-304 0,-1 1 0 0,9 4 0 16,-8 2 2288-16,2 2 400 0,-2 2 64 0,0 0 32 16,1 2-768-16,-1 2-160 0,0 2-16 0,0 2-16 0,0 1-992 0,0 0-208 15,1 2-48-15,0 0 0 0,2 0-320 0,1 2-64 16,1-4 0-16,5 1-16 0,-1-3-176 0,3-1 0 16,1-2 0-16,3-1 128 0,1-1-384 0,1-2-64 15,2-2-32-15,5-1 0 16,0-3-288-16,1-1-64 0,1-2-16 0,-6-1 0 15,-2-2-192-15,5-2-48 0,1-1 0 0,0 0 0 16,-1-4-80 0,0-4-32-16,1 4 0 0,-1-4 0 0,-2 0 304 0,-1-2 48 0,0 1 16 0,-1-1 0 0,-1-1 304 15,-2 2 64-15,-4 0 16 0,0 2 0 0,-1 2 320 0,-1 2 0 16,-2 1 0-16,-1 4 0 0,-4 0 752 0,4 7 64 16,0 0 16-16,-6 4 0 0,-1 0 448 0,1 2 112 15,-2 2 16-15,1 3 0 0,1 0-384 0,-1 2-64 16,-1 2 0-16,4 0-16 0,2 1-560 0,1 1-128 15,1-3 0-15,1 2-16 0,3 0-112 0,1-1-128 16,1 0 176-16,4-2-176 0,0-2 0 0,2 0 0 16,1-2 0-16,1 0-144 0,3-5-112 0,0 0 0 15,1-2-16-15,1-2 0 0,1 0-48 0,0-2 0 0,0-3 0 16,-1-2 0-16,1-1 64 0,-3-1 0 0,-2-1 0 16,1 1 0-16,-2-3 80 0,1-1 32 0,-2 0 0 0,-2-2 0 15,0 0 144-15,-2 0-160 0,-1 1 160 0,-2 2-160 16,-2 2 160-16,-3 1 0 0,-1 1 0 0,0 8 0 15,0 0 336-15,0 0 0 0,-7 1 0 0,-4 3 0 16,-1 1 560-16,1 5 128 0,-1 1 0 0,0 2 16 16,2 3-320-16,-2 1-64 0,0 0-16 0,3 1 0 15,1 0-320-15,2-1-80 0,2-1-16 0,1 0 0 0,2-1-224 0,2 0 0 16,2-1 0-16,2-1 0 16,2 0-896-1,4-5-256-15,2 0-64 0,3-4-16 0,4-3-1488 16,3-2-288-16,5-3-64 0</inkml:trace>
  <inkml:trace contextRef="#ctx0" brushRef="#br0" timeOffset="-133265.2">16977 12046 37023 0,'0'0'1648'0,"0"0"336"0,0 0-1600 0,0 0-384 0,0 0 0 0,0 0 0 0,-3-3 2384 0,2 2 400 16,-3-2 80-16,2 2 16 0,-2 0-880 0,2 1-160 16,2 0-48-16,0 0 0 0,8 0-1088 0,3-2-240 15,-1 2-32-15,3 0-16 0,1 0-160 0,3 0-16 16,0 0-16-16,2 0 0 0,0 0-224 0,2 2 176 16,0-2-176-16,1 0 160 0,-2-2-160 0,-1 4 0 15,1-2 144-15,6 0-144 0,-3 0 0 0,-1 0 0 16,-1 1 0-16,0-1 128 0,-3 0-128 0,1 0 0 15,-2 1-176-15,0-1 176 16,-4 3-752-16,0-3-48 0,0 0-16 0,1 1 0 16,-1 0-848-16,1 2-160 0,1 0-32 0,0-1-16 15,-2 1-1952-15,-1 1-384 0,-1 0-80 0,-2 1 0 0</inkml:trace>
  <inkml:trace contextRef="#ctx0" brushRef="#br0" timeOffset="-132989.95">17003 12241 24879 0,'-19'5'2208'0,"11"-3"-1760"0,-1-1-448 16,-1 0 0-16,3 2 3984 0,0 0 720 0,7-3 144 0,0 0 16 15,0 0-2512-15,0 0-512 0,0 0-112 0,0 0 0 0,0 0-176 16,0 0-16-16,8 6-16 0,2-1 0 16,2-1-928-16,0-1-176 0,2 1-32 0,3-2-16 0,1 0-32 0,2-2 0 15,-1-2 0-15,2 2 0 0,2 0-208 0,-1 0-128 16,-1-2 128-16,1 0-128 0,0 1 0 0,0 1 0 15,-1-1 0-15,0-2 0 0,-2 1 0 0,1 0 0 16,-2 0 0-16,2 0 0 16,-1 1-320-16,-1 0 0 0,1 1 16 0,-1-3 0 15,2 1-1424-15,-1 0-272 0,1 0-64 0,-1 0-16 16,2 1-2000-16,1 1-400 0,0 0-64 0,2 0-32 0</inkml:trace>
  <inkml:trace contextRef="#ctx0" brushRef="#br0" timeOffset="-132457.27">18342 12048 17503 0,'-1'-5'1552'0,"-1"-1"-1232"15,0-2-320-15,-2 1 0 0,-1-2 5056 0,-1 1 960 16,0-1 192-16,-2 3 48 0,-1-1-3504 0,1 1-688 0,0-1-144 0,-1 3-16 15,-1 0-384-15,-2 2-80 0,-1 0-16 0,0 2 0 16,-1 2-768-16,-1 1-144 0,1 3-48 0,1 2 0 16,-3 1-144-16,1 0-16 0,-1 3-16 0,-1 3 0 15,0 1 0-15,0 3 0 0,0 2 0 0,2 3 0 16,0-2-32-16,0 3-16 0,0 1 0 0,3 1 0 16,2 2-96-16,2 1-16 0,0-3 0 0,6 2 0 15,0-6-128-15,4 2 160 0,2-4-160 0,1 0 160 0,3-2-160 16,2 0 0-16,3-1 0 0,3-4 128 15,2-1-128-15,3-1 0 0,1-2 0 0,3-1 0 0,2-2 0 0,2-2 0 16,0-2 0-16,-1-3 0 0,4 0 0 16,-1 0 0-16,-1-5 0 0,0-1 0 0,0 0 0 0,-1-5 0 15,1 2 0-15,-2-2 0 0,-2-1 0 16,2-1 0-16,-1 0 0 0,-2 0 0 0,-3-2 0 0,0 0 0 16,-2-1 0-16,-3-1 0 0,-3-1 0 0,-4-3 0 15,0 0 0-15,-4-1 0 0,-2 4 0 0,-3-4 208 16,-2 1-48-16,-3 0-16 0,-2 0-144 0,-4 1 0 15,-1 2 0-15,-2-4 0 0,-3 1 128 0,-1 2-128 0,-1-1 0 0,-2 2 128 16,1 2-128-16,-2-2 0 0,-1 2 0 0,-1 2 0 16,0 2 0-16,1 2 0 0,-3 1 0 15,0 2 0-15,-1 1 0 0,1-1 0 0,1 2 0 16,-1 0 0-16,0 1 0 0,2 1 0 0,-1 1 0 0,2 0 0 16,1 1-128-16,2 0 128 0,2 1-160 0,2 0 160 31,2 0-1024-31,3 0-96 0,2 0-32 0,3 0 0 15,5 0-2992-15,0 0-592 0</inkml:trace>
  <inkml:trace contextRef="#ctx0" brushRef="#br0" timeOffset="-128471.58">19886 12525 34095 0,'0'0'3024'0,"0"0"-2416"16,0 0-480-16,0 0-128 0,5-6 1984 0,1-1 368 15,3 1 80-15,1-3 0 0,-3 0-2048 0,1-2-384 16,1-2-160-16,-1 0 16 0,0 0 608 0,-1-1 128 0,-1-2 32 0,1-1 0 16,-1 0-256-16,1-1-48 0,-2-3-16 0,0 0 0 15,0-1 80-15,0-1 32 0,-1-1 0 0,-1 1 0 16,0 0-208-16,-1 3-32 0,-1 0-16 0,-1 2 0 16,-1 2-160-16,-1 6 192 0,-1-1-192 0,-1 6 192 15,-2 4-32-15,-2 5 0 0,-3 4 0 0,-2 3 0 16,-2 6 96-16,-2 5 0 0,-2 6 16 0,2 2 0 15,1 2 0-15,0 2 0 0,0-1 0 0,4-2 0 16,2 0-144-16,4-3-128 0,2-2 192 0,2-3-192 16,2-4 0-16,6-1 0 0,1-4 0 0,5-1 0 31,4-2-352-31,1-4-80 0,1-3-16 0,1-2 0 0,0-2-80 0,-1-2-32 0,0-4 0 16,1-1 0-16,-3-3 240 0,4-1 64 0,0-2 0 15,-2-1 0-15,-3-2 128 0,2 1 128 0,0-2-192 0,0-3 192 0,-2-2 0 0,0-1 0 16,0-5 0-16,-2 2 0 0,-2 0-128 0,1-1 128 15,-3 3 0-15,0 2 0 0,-1 4 0 0,-1 2 0 16,-3 3 0-16,-2 4 0 0,0 3 0 16,-2 6 272-16,0 0-48 0,0 0-16 0,0 0 176 0,-4 9 16 15,0 4 16-15,0 4 0 0,-1 2-112 0,1 3-32 16,0 1 0-16,0 0 0 0,1 2-128 0,2-3-16 16,1 0-128-16,1 0 192 0,2-2-192 0,1-3 0 15,0-2 0-15,-2-2 0 0,4-2 0 0,-1-1 0 16,-1-1-128-16,1-2 128 0,-5-7-352 0,8 4 32 15,-8-4 16-15,8 1 0 0,-1-1 32 0,0-1 0 16,-1-3 0-16,2-1 0 0,-3-3 112 0,1-1 32 16,0-2 0-16,1 0 0 0,-1-4 128 0,1 0 0 15,1-4 0-15,-2 0 0 0,2-5 0 0,1 2 0 16,-1-3 0-16,1 3 0 0,-1-1-160 0,0 3 160 16,-1 1-192-16,1 4 192 0,0 6 0 0,-1 3 0 0,-2 0 0 0,-5 6 0 15,0 0 272-15,0 0 16 0,0 0 0 0,0 0 0 16,2 10 48-16,2 0 16 0,-2 3 0 15,-1 3 0-15,0-2-192 0,1 3-32 0,-2 1-128 0,2-2 192 16,-1 1-192-16,2 0 0 0,1-2 0 0,0 0 0 16,1-1 0-16,2-2 0 0,0-2 0 0,0 1 0 15,-1-2-400-15,1-1 16 0,-1-3 16 0,1-1 0 16,0 0-848-16,-1-2-160 16,2-2-32-16,0-2-16 0,1 0-1456 0,1 0-304 0,-1-2-48 15,2-1-12464-15</inkml:trace>
  <inkml:trace contextRef="#ctx0" brushRef="#br0" timeOffset="-127964.21">20816 11872 23039 0,'0'0'2048'0,"2"-5"-1648"15,-2 0-400-15,1 0 0 0,-1 5 4288 0,0 0 784 16,0 0 160-16,0 0 16 0,0 0-3296 0,5 6-672 15,-3 3-128-15,0 4-16 0,1 2-16 0,-1 4 0 16,0 5 0-16,-1 4 0 0,-1 5-672 0,-1 2-128 16,-1 0-16-16,0 3-16 0,-1 1-160 0,2-2-128 15,-2 1 144-15,2-3-144 0,-2-3 128 0,2-2-128 16,0-4 0-16,-1-1 0 16,1-4-768-16,0-3-240 0,-2-3-48 0,2-2-16 15,0-3-928-15,-1-1-192 0,0-2-48 0,2-7-10528 16,0 0-2112-16</inkml:trace>
  <inkml:trace contextRef="#ctx0" brushRef="#br0" timeOffset="-126584.54">20613 12130 33055 0,'0'0'1472'0,"0"0"288"0,0 0-1408 0,0 0-352 0,0 0 0 0,0 0 0 16,0 0 1872-16,7-4 304 0,2 1 64 0,1 0 16 15,2 0-912-15,2 1-192 16,4-1-48-16,2 2 0 0,2-2-288 0,3 3-64 0,1-2-16 0,0 0 0 15,3 2-176-15,-1 2-48 0,0 0 0 0,-1 2 0 16,1 3-208-16,-4 0-48 0,-1 1-16 0,-3 3 0 16,-1 2 16-16,-2 1 0 0,-3 3 0 0,-2 1 0 0,-2 2 112 0,-1 1 16 15,-2 1 16-15,-2 0 0 0,-2-1-64 16,-2-2-16-16,0 0 0 0,-2-1 0 0,-2-2-64 16,1-2-32-16,-1-2 0 0,-1-2 0 0,0-1-32 15,0-1-16-15,0-1 0 0,1-2 0 0,3-5-48 16,-6 6 0-16,1-4 0 0,5-2 0 15,-6 1-128-15,6-1 128 0,0 0-128 0,0 0 128 0,0 0-128 0,0 0 0 16,-3-7 0-16,4 1 0 0,1-2 0 0,0-1-256 16,3 0 64-16,3-4 16 0,1 0-16 0,2-2 0 15,0-2 0-15,4-2 0 0,2 1-48 0,0-1-16 16,-2-1 0-16,4 1 0 0,-1 1-32 0,1 1-16 16,-2 3 0-16,2 1 0 0,-2 2-80 0,-2 5 0 15,0-1-16-15,-2 1 0 0,-2 2 48 0,-2 1 16 16,-9 3 0-16,0 0 0 0,0 0 336 0,0 0 0 15,0 0 0-15,3 8 0 0,-4 0 0 0,-1 2 240 0,-1 1-64 0,-3 2-16 16,0 0-160-16,-1 0 0 16,1 0 0-16,-2 0 0 0,0 1 0 0,2 1 0 0,0-4 0 15,2 1 0-15,2 0 0 0,1-2 0 0,-1-1 0 0,2-9 0 16,4 8-320-16,-4-8-64 0,8 4 0 0,0 0 0 31,1-1-64-31,1-2-32 0,1-1 0 0,1 0 0 16,-1-1 48-16,2-2 16 0,2 0 0 0,-1-2 0 15,-1-1-272-15,1-2-48 0,1-4-16 0,-1 0 0 16,-2 1 16-16,-2-2 0 0,1-2 0 0,0 1 0 0,0-3 352 0,-2 1 80 0,-1 1 16 0,0 0 0 0,-3 2 288 16,0 2-128-16,-2 0 128 0,-1 2 0 15,0 0 0-15,-1 1 256 0,-1 1-32 0,0 7 0 16,0 0 400-16,0 0 80 0,0 0 0 0,0 0 16 0,0 0-64 0,0 0-16 16,0 0 0-16,0 0 0 0,0 0-336 0,0 7-80 15,0 5-16-15,1-1 0 0,2 5 0 0,-1 5 0 16,1 1 0-16,2 4 0 0,0 4 144 15,2 3 32-15,-1-2 0 0,0 4 0 0,-1 2 80 0,-1-1 32 16,1 1 0-16,-1-1 0 0,-1 1-32 0,-1-3 0 16,-1-2 0-16,2 1 0 0,1-3-208 0,-3 0-32 15,1-3-16-15,-2-1 0 0,-3-2-80 16,2-5-128-16,-1-2 176 0,1-1-176 0,-3-7 144 16,2-1-144-16,-1-2 0 0,3-6 144 0,0 0-144 15,-7 4 0-15,7-4 0 0,-7 0 0 0,-1-1-240 0,0-3 80 16,3-2 16-16,-3-4 0 0,0-3-96 0,0-5-16 15,-2-3 0-15,2-2 0 16,3-5-224-16,1 0-48 0,1-4-16 0,2 0 0 16,2-3-128-16,3-2-32 0,1-1 0 0,2-1 0 0,2-1 256 0,-1 1 64 15,1-2 0-15,0 4 0 0,2-1 256 0,-2 5 128 16,-2 6-128-16,1 1 128 0,1 6 0 0,2 3 0 16,-3 4 0-16,-1 1 0 0,0 2 0 0,1 2 256 0,0 2-64 0,-1 2-16 15,0 1-16-15,1 2 0 0,0 2 0 16,-1 2 0-16,-7-3 0 0,0 0 0 0,12 8 0 0,-4-1 0 15,-1 2-160-15,-2 3 0 0,-1-1-192 0,0 0 192 16,-2 4 0-16,1-5 0 0,-3 4 0 0,1 0 192 16,-1-3-192-16,1 0 0 0,-2-1 0 0,2-1 128 15,-1-9-128-15,0 0 0 0,0 0 0 0,0 0 0 16,0 0 0-16,0 0 0 0,0 0 0 0,0 0 0 0,0 0-272 16,13 2 16-16,-1-4 0 0,0-3 0 15,0-1-224 1,1-4-32-16,0 1-16 0,-2-4 0 0,-1 1 224 0,0 1 48 0,-1-2 16 15,0 1 0-15,-1 0 96 0,-1 3 16 0,-3 1 0 0,-1 3 0 0,-3 5 128 0,0 0 224 16,0 0-48-16,0 0-16 0,0 0 448 0,-2 7 96 16,-2 2 0-16,3 1 16 0,-3 2-208 0,2 2-32 15,1-1-16-15,1 2 0 16,1 0-320-16,5-2-144 0,-1 2 128 0,4-2-128 0,1-2 0 0,2 0 0 16,2-1 0-16,1-3 0 0,-2-3 0 0,0 1 0 15,1-4 0-15,-1-1 0 0,-1-1 0 0,0-4 0 16,2 1 0-16,2-3 0 0,-2-2 0 0,-1 0 0 15,-1-3 0-15,0-1 0 0,-2-2 0 0,0 0 0 16,0-2 0-16,-4 2 0 0,2-2 0 0,-2 2 0 16,1 2 0-16,-1 2 128 0,-2 0-128 0,0 2 0 0,0 1 144 15,-1 3-144-15,-3 5 272 0,0 0-16 0,0 0 0 16,0 0 0-16,0 0 112 0,5 5 16 16,0 2 0-16,2 2 0 0,-2 3-128 0,1 3-32 15,1 1 0-15,2 5 0 0,2 0-224 0,-1 3 0 16,-1 4 0-16,0-2 0 0,0 4 128 0,0 0 0 0,1 0-128 15,-1 0 192-15,0 1-32 0,-3 3-16 0,0 0 0 0,-3 0 0 16,0-2-16-16,-3 0 0 16,-3-1 0-16,0 0 0 0,-4-2 16 0,-1 1 0 0,-1-4 0 0,-3-1 0 15,-3-4 160-15,-2-1 16 0,-1-4 16 0,-2 0 0 16,0-3-512-16,0-1-96 0,-1-2-32 0,-1-4 0 16,-2-2 48-16,2-1 0 0,0-2 0 0,1-1 0 15,1-1-1200-15,6-4-224 0,5-2-48 0,4-1-16 16,-2-5-1248-16,6-4-240 0,5-3-48 0</inkml:trace>
  <inkml:trace contextRef="#ctx0" brushRef="#br0" timeOffset="-126386.39">22685 11977 45951 0,'-9'9'2048'0,"9"-9"400"0,-3 6-1952 16,3 2-496-16,3 2 0 0,-3 3 0 0,0 3 688 0,0 1 32 15,-2 5 16-15,2 2 0 0,-1-2-16 0,0 5 0 16,-2-1 0-16,3 2 0 0,1-1-352 0,2-1-80 16,-2-2-16-16,3-2 0 15,0-3-1040-15,0-2-192 0,0 0-64 0,0-4 0 16,-2-4-1776-16,4 2-352 0,0-6-80 0</inkml:trace>
  <inkml:trace contextRef="#ctx0" brushRef="#br0" timeOffset="-125930.6">22866 11956 38927 0,'0'0'1728'0,"-8"-6"352"0,-1 5-1664 0,1-1-416 0,0 2 0 0,2 0 0 15,6 0 1552-15,-7 0 240 0,2 0 32 0,5 0 16 16,0 0-1216-16,0 0-240 0,-4 5-64 0,4-5 0 0,-1 6-320 0,2 1 0 16,-1-7-160-16,5 8 160 15,4-2-480-15,1 1 16 0,-1-1 0 0,1 1 0 0,2-3 64 16,-2 1 16-16,-1 1 0 0,1 2 0 0,-4-1 384 0,1 2 0 15,-3-1 0-15,-2-1 0 0,1 3 704 0,-3-1 192 16,0-1 16-16,0-1 16 0,-4 2 304 0,0 3 64 16,-3-5 16-16,1 1 0 0,-2-2-528 0,0 1-96 15,-1 2-32-15,1-3 0 0,-1-2-368 0,3 1-80 16,-2 1-16-16,3-3 0 0,-1 3-192 0,6-6 0 16,0 0 0-16,0 0 0 0,3 6 0 0,2 1 0 15,4-3 0-15,4 1 0 0,0-1-208 0,3 1 64 16,2-1 16-16,2 1 0 0,-1-1 128 0,4 1-192 15,-1 2 192-15,0-1-192 0,-3-1 192 0,0 3 0 16,-2 3 0-16,-2-2-128 0,0 3 128 0,-5-1 0 16,-1 0 0-16,-2-1 128 0,-5 1-128 0,0-1 0 0,-1 2 0 15,-4-2 0-15,-1 1 736 0,-2-1 80 0,-2 2 16 0,-2-3 0 16,-2 0-496-16,-1 0-80 16,-1 0-32-16,-1-2 0 0,2-3-224 0,0 1 0 0,0-1 0 15,1 0 0 1,-1-2-512-16,3 2-128 0,1-2-48 0,1 0 0 15,0 1-656-15,3-3-128 0,0 1-16 0,5-1-16 16,0 0-1648-16,0 0-336 0,14-1-64 0,3 1-14896 0</inkml:trace>
  <inkml:trace contextRef="#ctx0" brushRef="#br0" timeOffset="-125587.95">23669 12056 6447 0,'7'-12'576'0,"-7"12"-576"0,0 0 0 0,0 0 0 16,0 0 7040-16,0 0 1312 0,0 0 256 0,0 0 48 0,-6 8-4592 0,-3 3-928 15,-3 2-176-15,-3 1-32 0,-1 0-1200 0,-1 5-256 16,-4 0-32-16,3 2-16 0,0 0-736 0,1 1-160 16,3 0-16-16,2-1-16 0,1-1-368 0,4-2-128 15,0-1 0-15,2-3 0 16,4-2-288-16,1 0-160 0,-2-5-16 0,2-7-16 0,5 8 480 0,1-3 0 16,1-2-128-16,3-2 128 0,-1-1-288 0,0-1-16 15,6-4 0-15,1-2 0 0,0-3-16 0,1-1 0 16,1-2 0-16,0-2 0 15,0-2-96-15,3 0-32 0,-1 0 0 0,-2 1 0 0,0-1 256 0,-2 6 32 16,-2 1 16-16,-1 5 0 0,-5 3 336 0,-1 2 64 16,-7 0 0-16,5 5 16 0,-1 3 784 0,0 2 160 15,0 2 16-15,1 2 16 0,0 2-688 0,2 1-144 16,0-2-32-16,1 2 0 0,-2 0-224 0,-1 0-160 16,3-1 192-16,1-2-192 15,0-1-480-15,3-2-208 0,2-1-32 0,2-1-15488 0,0 0-3104 16</inkml:trace>
  <inkml:trace contextRef="#ctx0" brushRef="#br0" timeOffset="-125072.89">24381 12155 40767 0,'0'0'1808'0,"0"0"368"0,2-4-1728 0,5-2-448 16,2 2 0-16,0 1 0 0,-4 3 992 0,-5 0 112 0,0 0 32 0,7 7 0 15,-2-1 480-15,-1 6 112 0,-3 6 0 0,2 0 16 16,0 14-736-16,-2 0-160 16,0 2-16-16,0 0-16 0,-1 1-368 0,0-2-80 0,0-2-16 0,0-1 0 15,0-1-160-15,0 0-48 0,0-2 0 0,0-2 0 16,-1-3-144-16,0-3-144 0,0-2 144 0,-2-4-208 16,0-2-816-16,1-3-176 15,-1-2-16-15,3-6-16 0,0 0-944 0,0 0-192 0,0 0-48 0,0 0 0 16,0 0-1904-16,-9-6-384 0</inkml:trace>
  <inkml:trace contextRef="#ctx0" brushRef="#br0" timeOffset="-124836.25">24323 12096 20271 0,'-1'-13'1792'0,"1"13"-1424"0,-1-5-368 0,1-1 0 0,0-1 5120 0,1 1 960 16,0 0 192-16,5 1 48 0,0 0-4272 0,3 1-864 15,2 0-160-15,0 2-48 0,3-2-432 0,-1 1-96 16,4 2 0-16,1 1-16 0,0 1-288 0,2 3-144 15,-1 1 160-15,-1 2-160 0,1-1 0 0,-2 5 128 16,-2 2-128-16,-2 1 0 0,-4 3 0 0,1 1 128 16,-4 3-128-16,-2 1 0 0,-4 2 320 0,-1-3-16 15,-3 1-16-15,-1 0 0 0,-3-1 16 0,0-2 0 16,-1-2 0-16,-2-1 0 0,1-2-304 0,-1-1-256 16,1-4 64-16,0-1 0 15,0-1-1488-15,1-3-304 0,2 0-48 0,7-4-16 16,-7 0-2048-16,7 0-400 0,0 0-96 0,-5-19-16 0</inkml:trace>
  <inkml:trace contextRef="#ctx0" brushRef="#br0" timeOffset="-124301.14">24705 12059 34847 0,'0'0'1536'0,"8"4"320"0,0 2-1472 0,0 1-384 0,0-2 0 0,0 4 0 16,1 3 2048-16,0 1 320 0,1 2 80 0,1 2 16 15,-4 3-752-15,3 1-160 0,-3 0-16 0,1 1-16 16,-1 1-704-16,-1-1-144 0,0-1-32 0,-3-1 0 15,0-5-160-15,1 0-32 0,-1-1-16 0,-2-2 0 16,0-2-80-16,-1-1-16 0,0-1 0 0,0-8 0 0,0 0-112 0,0 0-32 16,0 0 0-16,0 0 0 0,0 0-32 0,0 0-16 15,0 0 0-15,0 0 0 0,0 0-144 0,0 0 0 16,-2-8 0-16,0-1 128 0,2 0-128 0,3 0-224 16,-1-5 48-16,2-1 16 0,0 0-16 0,1-2 0 15,3-1 0-15,1-1 0 0,3-3-32 0,0 3-16 16,2 2 0-16,2 0 0 0,0 0-48 15,0 2-16-15,3 2 0 0,0 4 0 0,-2-1 16 16,0 3 0-16,-1 3 0 0,-3 2 0 0,-1 2 128 0,-5 0 144 16,1 1-208-16,-3 4 80 0,-1 3 288 0,-2 1 64 15,-2 0 16-15,-3 3 0 0,-1 1 80 0,-1 3 0 0,-2-3 16 16,1 4 0-16,-1-3-144 0,1 2-48 16,-2-2 0-16,2-1 0 0,0-1-144 0,2-2 0 15,3-1 0-15,0-1 128 0,1-8-128 0,0 0-192 16,0 0 32-16,5 7 16 15,-5-7-256-15,9 4-48 0,2-3-16 0,0-1 0 16,1-1-64-16,1-2-16 0,-2-2 0 0,2-2 0 16,0 1-80-16,0-5-16 0,0 1 0 0,-2 1 0 15,0-4-48-15,-2 0-16 0,0-2 0 0,-2 1 0 0,-2 0 256 0,-1 1 32 0,-3 2 16 0,-2-3 0 16,-1 2 400-16,-1 2-160 0,-3-3 160 0,-2 1 0 0,-1 0 0 16,0 2 0-16,-1-1 0 0,-1 2 0 15,0 0 0-15,-1 1 0 0,3 2 0 0,0 1 0 16,1 1-1328-16,1 1-144 15,7 3-48-15,0 0 0 0,0 0-912 0,0 0-192 16,0 0-48-16,0 0-6928 0,9 5-1376 0</inkml:trace>
  <inkml:trace contextRef="#ctx0" brushRef="#br0" timeOffset="-123316.58">25385 12052 4607 0,'0'0'192'0,"0"0"64"0,0 0-256 0,6-1 0 0,1 0 0 0,-7 1 0 0,0 0 8000 0,6 5 1568 15,-1 3 304-15,-1 2 64 0,-1 2-6000 0,0 5-1200 16,-1 0-240-16,-1 5-64 0,1 5-1024 0,-1 3-224 15,-1 4-32-15,0 1-16 0,1-1-688 0,-1 0-144 16,0-1-32-16,0-5 0 0,0 2-112 0,-1-4-32 16,0 0 0-16,-1-2 0 0,1-3-128 0,2-2 160 15,-2-3-160-15,1-2 160 0,-2-3-160 0,0-2 0 16,2-9 0-16,-1 6 0 0,1-6-160 0,0 0-16 16,0 0 0-16,0 0 0 0,0 0-80 0,-4-4-32 15,0-2 0-15,2-2 0 0,-2-2-32 0,0-3 0 16,1-2 0-16,2-4 0 0,-2-2 32 0,2-3 0 15,1-3 0-15,1-2 0 0,2-2-32 0,1-1 0 16,0-4 0-16,1 2 0 0,0 2-48 0,2 2-16 0,2 2 0 0,0 4 0 16,0 0 192-16,0 2 16 0,3 3 16 0,1 2 0 15,-1 2 160-15,1 2-208 0,-2 4 80 16,2 0 128-16,0 4-192 0,0 0 192 0,1 1-160 0,0 2 160 16,0 1-208-16,-2 1 48 0,1 1 16 0,-1 3 0 15,-3-4-128-15,-1 7-32 0,-2-3 0 0,-1 2 0 16,-3 2 304-16,-2 1 0 0,-2 2 0 0,0 0 0 15,-2 4 528-15,-1-1 64 0,-2 0 16 0,1 3 0 0,-2-2 16 16,0 0 0-16,0 0 0 0,0-1 0 0,2 0-304 16,1-3-64-16,1 0-16 0,1 0 0 0,2-5-240 0,1-6 0 15,0 0 128-15,0 0-128 0,4 8 0 0,3-3 0 16,3-1 0-16,-1-2-160 0,1-2 160 0,3-3-208 16,3-2 80-16,-1-4 128 0,1 1-144 0,2-3 144 15,2 0 0-15,0-2 0 0,-4 1 0 0,3-1 0 16,-2 0 0-16,-2 0 0 0,0 0 0 0,-2-3 0 15,0 2 0-15,-3 2 0 0,-1 4 0 0,-2-1 144 16,-5 4-144-16,-2 5 192 0,0 0 48 0,0 0 16 16,0 0 0-16,-4 8 0 0,-2 0 112 0,-1 2 16 15,2 0 16-15,1 2 0 0,2 4-256 0,0-3-144 16,2 1 160-16,2 0-160 0,0 0 0 0,4-1 0 16,1-2 0-16,0-2-160 15,-1 1-256-15,2-3-48 0,0 0-16 0,1-3 0 16,0-3-1200-16,0 0-240 0,-1-2-64 0,0 0 0 15,0-4-640-15,0-2-128 0,-2-1-16 0,1-1-16 16,-1-3 896-16,-1-1 176 0,-1-1 48 0,0 0 0 16,2-1 448-16,0 0 112 0,-3-2 16 0,2 1 0 0,0 2 1088 0,0-2 320 15,1 4 0-15,-4 3 16 0,2 0 928 0,0 5 176 0,-4 4 32 0,0 0 16 16,0 0 880-16,0 0 192 0,0 0 16 0,4 11 16 16,-2-1-672-16,1 0-144 15,-2 2-32-15,2 0 0 0,-3 0-816 0,1 1-160 0,2-5-48 0,-2 2 0 16,3-1-256-16,-4-9-48 0,0 0-16 0,0 0 0 15,0 0-176-15,0 0-32 0,0 0-16 0,0 0 0 16,12 4-176-16,-2-3 192 0,1-1-192 0,-3-1 192 0,-1-4 0 16,1-3 16-16,0 3 0 0,1-7 0 15,3 0-64-15,0-1-16 0,-1-2 0 0,4-2 0 0,2-3-128 16,2-1 0-16,2-1 0 0,1-1 0 0,3-2 0 16,1 0 0-16,0-5 0 0,-1 1 0 0,-4-1-128 15,0 2 128-15,-1-1 0 0,-1 4 0 16,-4 3 0-16,0 4 0 0,-5 4 0 0,1 3 0 0,-4 5 256 15,-1 2 64-15,-6 4 0 0,0 0 16 0,0 0 256 0,5 10 48 16,-3 2 16-16,-2 6 0 0,0 2-320 0,-1 3-64 16,-2 1-16-16,1 2 0 0,-1-3-256 0,-1 3 0 15,0 4 0-15,2-2 0 0,-1 0 0 0,3 1 0 16,-2-2 0-16,0 1 0 0,1-4 0 0,1 1-256 0,0-4 64 0,0 1 0 31,0-5-608-31,0-1-112 0,0-2-32 0,0-2 0 16,-1-3-608-16,2-2-128 0,-1-7-32 0,0 0 0 15,0 0-1408-15,0 0-272 0,0 0-64 0,0 0-13952 0</inkml:trace>
  <inkml:trace contextRef="#ctx0" brushRef="#br0" timeOffset="-122833.97">26415 11936 12895 0,'0'0'576'0,"0"0"112"0,0 0-560 0,0 0-128 0,0 0 0 0,0 0 0 15,0 0 5728-15,0 0 1120 0,6 7 208 0,3-1 48 16,0-3-4864-16,2 1-960 0,-1 0-208 0,2-1-48 15,0 3-448-15,1-2-112 0,1-2-16 0,-1 2 0 16,1 0-320-16,2 1-128 0,-3-1 0 0,-1 3 144 16,0-2-144-16,-2 3 192 0,-1 0-192 0,0 1 192 0,0 1 208 0,1 1 48 15,-1-1 16-15,0 2 0 0,0-4 0 0,0 1 0 16,0 0 0-16,0-1 0 0,2 1-336 0,0-4-128 16,3 0 0-16,-1-1 144 0,-2-1-144 0,1-2 0 15,0-1-160-15,1-1 160 0,0-2-240 0,4-2 48 16,0-2 16-16,-2 0 0 15,-2-1-320-15,2-1-64 0,-4-1-16 0,1 0 0 16,0-2-16-16,0 1-16 0,-2-2 0 16,1-1 0-16,-2 1 384 0,0 2 80 0,-1-2 16 0,-2 2 0 15,-1 1 384-15,-1 2 96 0,-1 3 16 0,-3 5 0 16,0 0 448-16,0 0 80 0,0 0 32 0,0 0 0 0,0 0 32 0,-1 10 16 16,-1-1 0-16,2 6 0 0,0-5-464 0,2 4-80 15,-1 2-32-15,1 2 0 0,2 4-176 0,0 3-32 16,2 1-16-16,0 4 0 0,1 4-48 0,0 0 0 15,2 4 0-15,1 0 0 0,-4-2-128 0,2 3 0 16,-2-1 0-16,1 10 0 0,-2-1 0 0,-2-6 0 16,-3-2 0-16,-3-3 0 0,-2-2 0 0,-3-2 0 15,-2-2 0-15,-3-3 0 0,-2-2 0 0,0-3 0 0,-4-1 0 0,-1-3 0 16,-4-5 0-16,-3-1 0 0,-5-3 0 0,-1-3 0 16,0 1 0-16,-2-5 0 0,-2-2 0 0,1-1 0 15,-2-3-720 1,3 0-128-16,1-2-32 0,-1-3-14256 0,2-3-2848 0</inkml:trace>
  <inkml:trace contextRef="#ctx0" brushRef="#br0" timeOffset="-121630.59">16737 14164 13823 0,'-5'1'1216'0,"0"1"-960"15,-1-1-256-15,1 0 0 0,5-1 5840 0,0 0 1136 16,0 0 208-16,0 0 48 0,0 0-4736 0,0 0-944 16,0 0-192-16,0 0-32 0,9 3-32 0,3 0 0 15,0-2 0-15,2 0 0 0,2 2-496 0,1-3-96 16,0 0-32-16,2-4 0 0,1 1-352 0,-1 2-80 15,4 0-16-15,-1-1 0 0,-1 0-224 0,-1 0 0 0,3 0 0 0,-1 2 0 16,0-1-128-16,0 1-128 0,0 0-32 0,-1-2 0 31,-1 1-1456-31,-3 0-304 0,-2 1-48 0,-2 0-16 0,-1 1-880 0,-3 0-176 16,-1 2-32-16,-8-3-7888 0,0 0-1584 0</inkml:trace>
  <inkml:trace contextRef="#ctx0" brushRef="#br0" timeOffset="-121466.12">16931 14279 8287 0,'-9'5'736'0,"-4"2"-592"0,-2-1-144 0,-2 2 0 0,1-2 5216 15,2 2 1008-15,1-1 208 0,1-1 32 0,1 2-3392 0,4-1-672 16,0-2-144-16,3 0-16 0,4-5-448 0,0 0-64 16,1 7-32-16,-1-7 0 0,6 6-928 0,0-1-176 15,2-1-32-15,4 0-16 0,2-3-288 0,3-1-64 16,1 0-16-16,4-2 0 0,3-3-176 0,4-2 0 16,4-1 0-16,3-1 0 15,7-1-1296-15,4-3-240 0,3-2-64 0,2 2-18240 0</inkml:trace>
  <inkml:trace contextRef="#ctx0" brushRef="#br0" timeOffset="-120832.43">18238 14008 31503 0,'0'0'1392'0,"0"0"288"0,9-4-1344 0,-3 0-336 15,-3-1 0-15,1 1 0 0,2-3 1456 0,-6 7 208 16,0 0 64-16,3-5 0 0,-3 5 160 0,0 0 32 16,0 0 16-16,0 0 0 0,0 0-384 0,-4-5-80 15,-1 1 0-15,-3 3-16 0,-1 1-560 0,-2 1-128 16,-2 3 0-16,-1 0-16 0,0 0-304 0,-2 1-48 15,0 0-16-15,0 2 0 0,-1 0-160 0,0 1-32 16,1 0-16-16,0 0 0 0,2 2-176 0,1-2 0 16,1 1 144-16,3 0-144 0,1 2 0 0,2-2 128 15,2-1-128-15,3 0 0 0,2 1 0 0,1 0 0 16,2-3 0-16,3 3 0 0,1 2 0 0,2-1 0 16,3-2 0-16,2 0 0 0,0 0 0 0,3 0 0 15,2-2 0-15,1 1 0 0,2-1 0 0,-1 3 0 0,1-2 0 16,-1-1 0-16,0 1 0 0,-2-1 0 0,-2 0 0 0,-1-1 0 15,-2 1 0-15,-2 2 0 0,0 0 0 0,-3 0 0 16,-4 2 0-16,-2-1 0 0,-1 2 0 0,-2-1 0 16,-4 1 0-16,-1 0 144 0,-2 1-144 0,-1 1 0 15,-3-1 192-15,-2-2-64 0,-1 2 0 0,-1 0-128 16,-2-3 192-16,-1 0-64 0,-1 0 0 0,0 0-128 0,-1-2 0 0,0-1-176 16,1 0 0-16,-2-1 0 15,1 0-928-15,-1 0-192 0,2 0-48 0,-1 2 0 16,1-4-1488-16,0 0-304 0,1 1-64 0</inkml:trace>
  <inkml:trace contextRef="#ctx0" brushRef="#br0" timeOffset="-120610.61">18003 14446 28383 0,'0'0'1264'0,"0"0"256"0,0 0-1216 0,0 0-304 15,3 9 0-15,-3-1 0 0,-2 1 2368 0,0 3 400 16,-3-1 96-16,-3 2 16 0,-1 2-768 0,-3 0-160 16,0 1-32-16,-2 1 0 0,-2 0-896 0,2 0-176 15,1-2-32-15,0-3-16 0,0 1-800 0,1-4 0 16,1 0 0-16,4-3 0 16,7-6-2368-16,0 0-384 0,0 0-80 0,0 0-15776 0</inkml:trace>
  <inkml:trace contextRef="#ctx0" brushRef="#br0" timeOffset="-120376.14">18328 13700 28559 0,'0'0'2544'0,"-4"7"-2032"0,-7-4-512 15,3 3 0-15,1-4 3968 0,-1 4 704 0,1 0 144 0,1 2 32 16,-1 2-3584-16,1 2-720 0,-1 1-144 0,1 3-16 0,-1-2 448 15,2 2 112-15,1-1 16 0,3 0 0 0,-1-1-720 0,2-1-240 16,0-1 144-16,3 0-144 0,2-1-208 0,1-3-128 16,0 0-32-16,2 0 0 15,1-2-1824-15,1 1-368 0,2-1-80 0,2-2-10496 16,3 1-2096-16</inkml:trace>
  <inkml:trace contextRef="#ctx0" brushRef="#br0" timeOffset="-120018.45">18595 14167 24879 0,'0'0'2208'0,"-4"5"-1760"15,0 0-448-15,1 2 0 0,3-7 3392 0,-1 9 576 16,1-9 128-16,0 6 32 0,0-6-1696 0,1 8-320 16,-1-8-80-16,3 9-16 0,1-2-384 0,0-1-80 15,-4-6-16-15,5 8 0 0,0-1-816 0,1-2-160 16,-6-5-48-16,6 6 0 0,-1 1-192 0,1-1-32 15,-3 4-16-15,0-1 0 0,-2 0-64 0,-1 1-16 0,-1 1 0 0,-3 2 0 16,-1 2-16-16,-2 1-16 0,-2 0 0 0,-1 1 0 16,-2 1 80-16,-1-2 16 0,0-1 0 15,0 1 0-15,1-2-64 0,-1 0 0 0,0 3 0 0,1-5 0 16,2 0-64-16,2-2 0 0,0 1-128 16,3-2 192-16,1-3-192 0,3 1 0 0,1-7 128 0,4 8-128 15,1-3 0-15,0-1 0 0,-5-4 0 0,11 4 0 16,0-2 0-16,2 0 0 0,3-1-160 0,1-1 160 0,0-1-192 15,3-2 64-15,-1-1 0 0,1 0 0 16,1 0-512-16,1-2-112 0,1-2-16 16,1 0 0-16,-1-4-672 0,2-1-144 15,0-1-16-15,1-2-13808 0,1-2-2752 0</inkml:trace>
  <inkml:trace contextRef="#ctx0" brushRef="#br0" timeOffset="-119828.86">19008 14285 23039 0,'0'0'1024'0,"0"0"192"0,0 0-960 0,0 0-256 16,0 0 0-16,0 0 0 0,0 0 5056 0,4 8 960 16,-4-8 192-16,7 9 32 0,-7-9-3712 0,7 7-736 15,3-3-160-15,0 0-32 0,3-2-640 0,1 0-128 16,2-1-16-16,1-1-16 0,1-1-576 0,2-2-224 16,2 0 176-16,1-1-176 0,2-1 0 0,0 1-256 15,0-2 16-15,-1-1 16 16,3 3-1408-16,-3 1-288 0,2-3-48 0,-1 0-16 15,0-1-2032-15,-2 1-400 0</inkml:trace>
  <inkml:trace contextRef="#ctx0" brushRef="#br0" timeOffset="-119422.73">19929 13945 3679 0,'-13'-2'320'0,"6"0"-320"0,-1-3 0 0,0 1 0 16,-1 0 8592-16,1 0 1648 0,1 0 336 0,-2 2 64 0,-5 2-6880 0,0-3-1392 15,1 2-256-15,-1 2-64 0,-2 2-496 0,0-2-80 16,1 3-32-16,-1 1 0 0,-1 0-736 0,3 1-160 16,0-1-32-16,1 1 0 0,1 2-240 0,0 0-48 15,0 0-16-15,3 0 0 0,0 1-208 0,3-1 0 16,-2-1 128-16,4 3-128 0,1-1 0 0,2 0 0 16,1 0 0-16,1 0 0 0,2-1 0 0,2 0 0 15,2 1 0-15,0-1 0 0,4 1 0 0,1-1 0 16,-1-1 0-16,4 1 0 0,0 0 0 0,2 1 0 15,0 0 0-15,1 0 0 0,2 1 0 0,0 0 0 16,-1 0 0-16,-1 1 0 0,-2-5 0 0,0 2 0 16,-2 1 0-16,-1 0 0 0,-1 2 0 0,-1-3 0 15,0 0 0-15,-2-1 0 0,-2 1 0 0,-2 0 0 16,-3 0 0-16,0 0 0 0,-2-1 128 0,-2 1-128 16,-2 1 0-16,-1-1 0 0,-3 0 0 0,-2 0 0 15,-4 1 0-15,-1 0 0 0,0 2-224 0,-2-1 16 16,-5 0 0-16,-3 1 0 15,0-1-688-15,-1 1-128 0,-1 0-16 0,-2-1-16 16,0 0-1472-16,2 0-288 0,2 2-64 0,2-1-17664 0</inkml:trace>
  <inkml:trace contextRef="#ctx0" brushRef="#br0" timeOffset="-119231.64">19639 14358 4607 0,'0'0'400'0,"0"0"-400"0,0 0 0 0,0 0 0 15,0 0 6672-15,0 0 1264 0,0 8 240 0,-1 1 48 0,-4 2-4384 16,-1 1-896-16,0 2-160 0,-1-1-32 0,0 1-1408 0,-1 2-256 16,1-3-64-16,3 0-16 0,-2-1-688 0,1-1-128 15,-2 1-16-15,3-3-16 16,2-2-1200-16,2-7-240 0,0 0-64 0,0 0 0 16,0 0-2560-16,0 0-528 0</inkml:trace>
  <inkml:trace contextRef="#ctx0" brushRef="#br0" timeOffset="-119014.95">20105 13584 8287 0,'0'0'736'0,"-6"0"-592"16,1 0-144-16,0 1 0 0,1 2 8512 0,-1 0 1664 15,2 0 320-15,1 4 80 0,0-1-7280 0,1 5-1456 16,1 2-304-16,-1 1-48 0,-3 1-704 0,3 2-144 15,-1 0-16-15,1 1-16 0,0 0-416 0,-2 4-64 16,2 2-128-16,1 2 176 0,-2-1-320 0,1 1-64 0,0-2-16 0,-2 0 0 31,1-2-1696-31,-1 0-352 0,0-1-64 0,1-1-19072 0</inkml:trace>
  <inkml:trace contextRef="#ctx0" brushRef="#br0" timeOffset="-118563.97">17800 13593 31103 0,'-7'-9'1376'0,"5"6"288"0,-4 2-1344 0,0 0-320 16,1 1 0-16,-1-2 0 0,0 2 1744 0,-1 3 288 0,0 2 48 15,-3 3 16-15,1 1-192 0,-1 7-48 16,-2 5 0-16,-2 5 0 0,1 4-288 0,-2 8-64 0,0 7-16 0,2 4 0 16,1 0-576-16,2 2-112 0,-1 4-32 0,5 1 0 15,2 1-112-15,4 2-16 0,1 1-16 0,3-2 0 16,2-3-304-16,5-4-48 0,1-4-16 16,1-4 0-16,4-3-256 0,1-3-144 0,1-3 16 0,2-3 0 15,1-2-704-15,2-5-144 16,1 0-32-16,1-4 0 0,2-5-848 15,6 0-192-15,4-6-16 0,6-4-12256 0,6-3-2448 0</inkml:trace>
  <inkml:trace contextRef="#ctx0" brushRef="#br0" timeOffset="-118047.33">20419 13501 21183 0,'0'0'1888'0,"0"0"-1504"15,0 0-384-15,0 0 0 0,9 7 5056 0,1 3 960 0,1-1 176 0,4 4 32 16,1-2-4448-16,0 4-896 0,-3 2-176 0,-1 4-48 15,1 5 336-15,1 0 64 0,0 4 16 0,1 4 0 16,-1 2-592-16,0 3-112 0,-2-2-32 0,0 1 0 16,-1-2-112-16,1 2-32 0,-1 2 0 0,-1-3 0 15,0 10-64-15,-3-4 0 0,-3-2-128 0,-1 0 192 0,-5-3-32 16,0-1-16-16,-4 0 0 0,0-2 0 16,1 0 0-16,-4-3 0 0,-3-4 0 0,0 0 0 0,-2-5 16 15,1-1 0-15,1 1 0 0,0-5 0 0,0-1-160 16,2-3 0-16,1-1 0 0,1-2 0 15,0-4-1264-15,2 2-176 0,-1-5-32 0,3 0-16 16,4-4-2096-16,0 0-432 0,0 0-80 0,0 0 0 0</inkml:trace>
  <inkml:trace contextRef="#ctx0" brushRef="#br0" timeOffset="-117747.49">20045 14547 37775 0,'0'0'1664'0,"0"0"368"0,0 0-1632 0,0 0-400 0,6 3 0 0,-6-3 0 16,0 0 1392-16,0 0 192 0,8 7 32 0,-3 0 16 15,-1 1 416-15,-1 4 64 0,-1 0 32 0,0 1 0 16,-2 1-1232-16,0 2-240 0,-2-1-48 0,2 2-16 16,-1-1-416-16,1 0-192 0,-1-2 160 0,1 0-160 15,1-1-416 1,0-1-176-16,1-2-48 0,-1 0 0 0,-1-10-2352 0,5 6-464 0</inkml:trace>
  <inkml:trace contextRef="#ctx0" brushRef="#br0" timeOffset="-117328.58">21474 13991 13823 0,'-12'1'1216'0,"7"0"-960"0,-2 1-256 0,1 0 0 16,-2 2 7712-16,0 3 1504 0,-1-2 288 0,1 3 64 15,4 2-7200-15,0 3-1456 0,-1 2-272 0,0 3-64 0,-1 1 128 0,0 2 48 16,1 0 0-16,1 0 0 0,0 0-512 0,1 0-112 16,1-2 0-16,-1 1-128 0,0-1 0 0,0-2-352 15,-1-1 48-15,0 2 16 16,0-1-2032-16,1-3-416 0,2-2-80 15</inkml:trace>
  <inkml:trace contextRef="#ctx0" brushRef="#br0" timeOffset="-117162.43">21209 14253 25791 0,'0'0'1152'0,"0"0"224"15,0 0-1104-15,0 0-272 0,0 0 0 0,0 0 0 0,0 0 4528 0,16-4 848 16,-1 0 160-16,3 0 32 0,5 0-4064 0,1-1-816 15,6-2-176-15,3 1-16 0,5-2-224 0,3 2-32 16,4-2-16-16,0-1 0 16,4-2-2976-16,3 2-576 0</inkml:trace>
  <inkml:trace contextRef="#ctx0" brushRef="#br0" timeOffset="-116762.72">22599 13691 22111 0,'-7'-4'1968'0,"-1"-1"-1584"0,0-2-384 0,1 1 0 0,0-1 3712 0,1 2 640 16,-1 0 144-16,-2 2 32 0,0 1-2352 0,0 0-480 16,-2 2-96-16,1 4 0 0,-3-1 144 0,0 2 48 15,-4 3 0-15,0 6 0 0,-3 2-752 0,-2 6-144 16,0 7-16-16,-1 2-16 0,-7 17-208 0,1-2-32 16,1 1-16-16,2 1 0 0,0 2-96 0,3-2-32 15,1-1 0-15,3-2 0 0,3 1-240 0,2-2-48 16,5-1-16-16,5-1 0 0,2-3-176 0,3-2 0 15,3-5 0-15,4-3 0 0,1-2 0 0,3-3-192 16,2-2 0-16,2-5 16 16,1-1-704-16,1-3-144 0,0-4-16 0,3-1-16 15,1-5-864-15,2-1-160 0,2-4-32 0,2-1-16 16,4-4-2336-16,-1-3-464 0</inkml:trace>
  <inkml:trace contextRef="#ctx0" brushRef="#br0" timeOffset="-116406.58">23012 13868 20271 0,'0'0'1792'0,"-5"-5"-1424"0,-3-2-368 0,1 1 0 16,1 2 5232-16,-1 3 976 0,-2-3 192 0,-1 3 32 0,-5 1-3600 15,1 1-720-15,-3 3-128 0,-1-2-48 16,-3 4-592-16,0 1-112 0,0 3-16 0,2 1-16 0,-1 1-624 16,2 1-128-16,1-1-32 0,1 0 0 0,2 1-48 0,1 0-16 15,0-2 0-15,3 1 0 0,2 0-352 0,2 0 0 16,1-2 0-16,1 0 0 0,2 1 0 0,2-1 0 15,1-1 0-15,2 2 0 0,1-2 0 0,2 0 0 16,2-1 0-16,2 0-128 0,3 1 128 0,3-3 0 16,0 2 0-16,2 0 128 0,0-2-128 0,2 0-240 15,1 0 64-15,1 3 16 0,-1-2 160 0,-1-1 0 16,0 1 0-16,-4-1 0 0,-1 2 0 0,-2 0 0 16,-2-1-128-16,-3-1 128 0,-3 2 0 0,-3 0 0 15,1 1 0-15,-4 0 0 0,-3 0 0 0,-5 3 0 16,-2-2 0-16,-2 2 0 0,-2 2 0 0,-2-1 0 15,-3-1 0-15,1 2 0 0,0 0 0 0,1-1-288 16,-3-3 48-16,2 0 16 16,-1 2-1632-16,3-3-320 0,0 0-64 0,1-2-20432 15</inkml:trace>
  <inkml:trace contextRef="#ctx0" brushRef="#br0" timeOffset="-116212.22">22563 14270 36287 0,'0'0'1600'0,"0"0"336"0,0 0-1552 0,0 0-384 0,0 0 0 0,2 10 0 16,-2 3 1840-16,-2 3 272 0,0 2 64 0,-2 2 16 15,-1 1-528-15,-2 1-96 0,-2 0-32 0,-1-3 0 16,2 0-1040-16,-1-1-224 0,0-4-32 0,-2 2-16 16,2-3-1232-16,1-4-240 0,0-1-48 0,3-2-16 15,5-6-2512-15,0 0-496 0</inkml:trace>
  <inkml:trace contextRef="#ctx0" brushRef="#br0" timeOffset="-115996.67">23033 13564 22111 0,'0'0'976'0,"0"0"208"0,-4-1-944 0,4 1-240 0,0 0 0 0,0 0 0 0,0 0 5456 0,0 0 1056 15,0 0 208-15,4 8 32 0,-2 1-4896 0,1 2-960 16,0 2-208-16,-1 1-48 0,0 0-128 0,-1 3-48 16,-1 3 0-16,-1-1 0 0,-2 0-464 0,-1-1 0 15,1 3 0-15,1 0 0 16,-2-2-960-16,1 1-272 0,2-1-64 0,0 1-16 16,-1-2-2016-16,4 2-384 0</inkml:trace>
  <inkml:trace contextRef="#ctx0" brushRef="#br0" timeOffset="-115512.24">23207 14309 22111 0,'0'0'1968'0,"0"0"-1584"0,-6 0-384 0,6 0 0 15,0 0 5312-15,0 0 992 0,0 0 192 0,0 0 32 0,0 0-3888 0,8-4-784 16,1 1-144-16,0-2-48 0,1 1-576 0,3 0-128 15,-1 0-32-15,4 1 0 0,-2-1-592 0,2 0-112 16,-3-2-32-16,1 4 0 0,-1-1-192 0,0 1 144 16,-2 0-144-16,-2 2 128 0,-9 0 0 0,0 0 0 15,0 0 0-15,0 0 0 0,0 0 144 0,0 0 32 16,0 0 0-16,-5 4 0 0,-2 0-48 0,1 1-16 16,-1-1 0-16,1 2 0 0,-2 0-240 0,-1 2 144 15,1-2-144-15,0 1 128 0,1-1-128 0,1 0 128 16,1 1-128-16,1 1 128 0,1-1-128 0,2 2 0 15,0-4 0-15,1 3 128 0,0-8-128 0,4 10-176 16,1-2 48-16,3 0 0 0,-1 0 128 0,0 0 0 16,1-2 0-16,1 2 0 0,-1 0 0 15,2 0 0-15,-1-1 0 0,2 1 0 0,-4 1 0 0,3-2-208 16,-3 1 80-16,0 0 128 0,-3-1 0 0,-2 0 0 16,0 1 0-16,-4 0 0 0,-1 1 0 0,-3-1 240 0,-1-1-64 0,-3 2-16 15,1-1-160-15,0 0 0 0,-4 1 144 16,0-2-144-16,-1-1 0 0,2-1 0 0,-1 1 0 15,0-2 128-15,-1-2-96 0,3 0-32 0,-1-2 0 0,2 0 0 16,0 0-128-16,0-2-32 0,4 0 0 16,6 2 0-16,-7-4-896 15,3 0-176-15,2-4-48 0,3-1 0 0,3-3-3008 16,3-2-624-16</inkml:trace>
  <inkml:trace contextRef="#ctx0" brushRef="#br0" timeOffset="-115364.58">23668 14180 40655 0,'0'0'1792'0,"0"0"384"0,11 0-1728 0,2-3-448 0,0 1 0 0,2-1 0 0,-1 0 1440 0,2 1 208 16,-1-1 32-16,1 1 16 0,1-1-672 0,1 0-144 15,3-2-32-15,1 0 0 16,3-2-1504-16,4 2-304 0,1 0-64 0,4 1-20096 16</inkml:trace>
  <inkml:trace contextRef="#ctx0" brushRef="#br0" timeOffset="-114978.47">24793 13694 11055 0,'-18'-11'480'0,"11"7"112"0,-1-1-464 0,-1-2-128 0,1 1 0 0,-1 1 0 16,-3 2 8128-16,-1 1 1600 16,-4 0 320-16,0 0 64 0,-1 2-6512 0,-3 2-1296 15,0 2-256-15,-3 0-48 0,-1 3-976 0,0 2-192 16,-2-2-32-16,1 4-16 0,0-1-416 0,1 2-96 0,1 0-16 0,2 1 0 15,1 1-64-15,3 1-32 0,1 0 0 0,3 2 0 16,1 0-112-16,1 0-48 0,-1 0 0 0,4-1 0 16,1-1 0-16,0-2 0 0,3 4 0 0,2-2 0 15,2 0 0-15,2-2 0 16,2 0 0-16,5 0 0 0,1-1-160 0,3 0 32 0,1 0 0 0,1-1 0 0,3 0 128 0,3 0-128 16,2 1 128-16,0 0-128 0,-2-2 128 0,0 2 0 15,1 0 0-15,-1 1-128 0,-2-3 128 16,-2 3 0-16,-1-4 0 0,-2 3 0 15,-2 0 0-15,-2-2 0 0,-3 1 0 0,0-1 128 0,-2-1 0 16,-3 0 0-16,-1 2 0 0,-3-3 0 0,-1 1-128 0,-2 0 0 16,-3 1 0-16,-2-2 0 0,-2 0 0 15,0 1 0-15,-2 0 0 0,-1 0 0 0,0-1 0 0,-1 1-128 16,-1-1 0-16,0-1 0 16,-2-1-672-16,1-1-128 0,-1-1-32 0,2 0 0 15,0 1-2304-15,-3 1-480 0,-1-5-96 0</inkml:trace>
  <inkml:trace contextRef="#ctx0" brushRef="#br0" timeOffset="-114786.64">24210 14218 13823 0,'0'0'1216'0,"0"0"-960"16,-4 5-256-16,0-3 0 0,4-2 6400 0,-4 8 1216 0,0 1 256 0,-3 2 64 15,-1 3-4832-15,-3 3-960 0,0 1-192 0,-1 2-32 16,-2-2-512-16,2 2-112 0,-1-1-16 0,2 0 0 15,0-3-976-15,-1 1-304 0,3-5 128 0,0 0-128 32,-1-3-1344-32,4-1-352 0,-1-3-64 0,4-1-13184 0,3-4-2640 0</inkml:trace>
  <inkml:trace contextRef="#ctx0" brushRef="#br0" timeOffset="-114557.91">24848 13390 30399 0,'0'0'2704'0,"0"0"-2160"15,0 0-544-15,0 0 0 0,0 0 3776 0,-6 8 656 16,1-2 128-16,0 5 32 0,-2 2-2736 0,1 2-528 16,-2 2-112-16,-1 1-32 0,0 3-416 0,0 0-96 15,2 1-16-15,-1 0 0 0,1 2-496 0,0 1-160 16,2-1 0-16,1 0 0 15,0-2-432-15,1 0-192 0,2-1-32 0,0 0-16 16,-1 1-1792-16,2 0-352 0,2 0-80 0</inkml:trace>
  <inkml:trace contextRef="#ctx0" brushRef="#br0" timeOffset="-114211.7">24829 14173 18431 0,'-6'-1'816'0,"6"1"160"0,0 0-784 0,0 0-192 0,0 0 0 0,0 0 0 16,0 0 5328-16,0 0 1024 0,12 3 208 0,-1-1 32 16,-2-3-3328-16,3 2-656 0,-1 2-144 0,0-2-32 15,-11-1-1312-15,13 1-272 0,0 3-48 0,-1-2-16 16,-1 3-304-16,-11-5-64 0,7 4-16 0,-7-4 0 0,7 6 0 16,-5 2 0-16,-2 1 0 0,-2 0 0 0,-5 0 16 0,0 2 0 15,-4-1 0-15,-1 3 0 16,-1-2-176-16,-1 2-48 0,1 0 0 0,0 0 0 0,-1 0-192 15,1 1 0-15,1-1 128 0,1 0-64 16,2 0-240-16,3-1-16 0,2 0-16 0,2-4 0 0,2 1 336 0,3 0 64 16,2-1 0-16,2-2 16 0,-1 1-208 0,3-2-288 15,3-1 64-15,1-1 16 0,2-2 208 0,0-1 0 16,1-1 0-16,1-2-144 16,0-4-240-16,1 1-32 0,2-3-16 0,0-4 0 15,3-2-1152-15,0-5-224 0,2-3-48 0,2-4-13776 16,2-2-2752-16</inkml:trace>
  <inkml:trace contextRef="#ctx0" brushRef="#br0" timeOffset="-113926.59">25313 13342 31327 0,'0'0'2784'0,"0"0"-2224"16,3 10-560-16,0 2 0 0,3-1 3536 0,2 2 608 0,2 3 112 0,2 0 32 15,-1-2-2752-15,4 6-560 16,2 1-96-16,1 2-32 0,2 2-64 0,-4-3-16 16,1 4 0-16,2 3 0 0,0 2-112 0,2 4-16 0,0 3-16 0,-1 4 0 15,-4 1-112-15,-1 0 0 0,-2-3-16 0,-1 3 0 16,-3 0-304-16,-4 2-48 0,-1-1-16 0,-2 9 0 16,-2-2-128-16,-2-3 192 0,-3-1-192 0,-2-2 192 15,-1-4-192-15,-1 0 192 0,0-7-192 0,0-3 192 0,1-4-192 0,0-1 0 16,0-3 0-16,1-3 128 15,0-4-576-15,1-2-128 0,-1-1-32 16,3-2-16176-16,-1-2-3248 0</inkml:trace>
  <inkml:trace contextRef="#ctx0" brushRef="#br0" timeOffset="-113244.39">26167 13868 34095 0,'0'0'3024'0,"-3"-5"-2416"16,-1 0-480-16,4 5-128 0,0 0 2704 0,0 0 528 15,0 0 96-15,0 0 32 0,0 0-2384 0,0 0-464 16,4 12-112-16,0-1-16 0,0 2 576 0,-1 4 96 15,-1-1 32-15,2 2 0 0,-2 2-704 0,-1 1-128 16,0 1-16-16,0 0-16 0,-1 0-96 0,0 3 0 16,0-4-128-16,0 1 192 0,0-3-192 0,-1 0-192 15,0-5 48-15,-2 0 0 16,-1-3-1376-16,0-1-272 0,-1 1-48 0,1-4-16 16,-2 0-1328-16,-1-2-272 0,-1-1-48 0</inkml:trace>
  <inkml:trace contextRef="#ctx0" brushRef="#br0" timeOffset="-113060.89">25947 14116 43135 0,'0'0'1920'0,"0"0"384"0,-8-3-1856 0,8 3-448 0,0 0 0 0,0 0 0 0,0 0 928 0,0 0 96 15,0 0 0-15,6-6 16 0,2-3-208 0,4 2-32 16,3 1-16-16,5-1 0 0,2 1-336 0,-5 0-64 16,4 0 0-16,2-2-16 0,4 3-368 0,3 0 0 15,1-2 0-15,3 1 0 16,1-1-704-16,0 1-224 0,0-2-32 0,-1 0-16 15,0-1-2288-15,-1 0-464 0,-3-2-96 0</inkml:trace>
  <inkml:trace contextRef="#ctx0" brushRef="#br0" timeOffset="-112669.64">27224 13484 32255 0,'0'0'2864'0,"-4"-6"-2288"0,-1 1-576 0,1 3 0 16,-2-8 3040-16,0 5 496 0,1 3 112 0,-1-2 0 16,-1 1-2464-16,-1 1-496 0,1-1-112 0,-4 3 0 15,-1 3 592-15,-1 2 128 0,0 1 32 0,-1 5 0 0,-3 2-592 0,-1 4-112 16,0 6-32-16,-2 2 0 15,-6 5-80-15,1 4 0 0,-1 4-16 0,-1 5 0 0,-3 5-96 0,1 3-16 16,2 0 0-16,1-1 0 16,-1 1-160-16,5-1-32 0,3 2-16 0,2 0 0 0,4-2-176 0,2-2 160 15,4 0-160-15,1-1 160 0,5-3-160 0,1-1 160 16,3-5-160-16,2-1 160 0,1-5-160 0,2 0 0 16,1-4 0-16,2 1 128 0,2-6-288 0,1 1-64 15,-2-3-16-15,1-3 0 16,3-5-432-16,0 0-96 0,1-3 0 0,0-3-16 15,2 0-752-15,0-5-128 0,1-2-48 0,1-1 0 16,-1 0-1168-16,4-6-224 0,-3-3-48 16,0-1-15472-16</inkml:trace>
  <inkml:trace contextRef="#ctx0" brushRef="#br0" timeOffset="-112234.47">27564 13752 26719 0,'0'0'2368'0,"0"0"-1888"0,0 0-480 0,-3-6 0 15,-3 3 3808-15,1 0 672 0,-1 0 128 0,-2 0 16 16,-3 2-2208-16,0 1-448 0,-1 0-96 0,-1 0-16 16,-1 0-416-16,-1 2-96 0,1 2 0 0,-3 3-16 15,1-1-688-15,-1 3-144 0,-1 0-32 0,1 2 0 16,0 1-192-16,2 1-32 0,-1 1-16 0,-1 0 0 0,3-1-96 0,1 0 0 15,1 2-128-15,1-1 192 0,2 2-192 0,1-3 0 16,1-1 0-16,3 1 0 0,1 0 0 0,2-2 0 16,1 1 0-16,1 0 0 0,3-3 0 0,3 1 0 15,0 1 0-15,2-2-160 0,3 1 160 0,1-2 0 16,2 1 0 0,2 0 0-16,1-1 0 0,0 0 0 0,-1-3 0 0,0 2 0 0,1-1 0 0,-2 1-192 15,-2-1 192-15,-1 1-192 0,0 1 192 0,-1-2 0 16,-3 1 0-16,-1-1-128 0,-2 1 128 15,1-1 128-15,-7-6-128 0,3 7 176 0,-3 2-176 0,-2-1 0 16,0 1 0-16,-2-3-176 0,-1 1 176 0,-1 1 0 16,-1 1 0-16,0-3 0 0,-2 1 0 0,0-1 0 15,-3 1 128-15,0 1-128 0,-1 1-144 0,-1-3-112 16,-2 2 0-16,2 0-16 16,-2 0-1008-16,1-2-208 0,-1 1-48 15,0 1-14272-15,-1-2-2848 0</inkml:trace>
  <inkml:trace contextRef="#ctx0" brushRef="#br0" timeOffset="-111996.98">27134 14134 27647 0,'0'0'1216'0,"0"0"256"0,0 0-1168 0,0 0-304 15,0 0 0-15,0 0 0 0,3 9 3568 0,-2 2 656 0,-1-1 128 0,-1 3 16 16,0 3-1744-16,-3-1-336 0,-4 4-80 0,0 0-16 15,-1 3-1184-15,0 1-240 0,-2 1-64 0,1 0 0 16,-2-2-384-16,2-1-64 0,-2-2-32 0,2 0 0 16,0-2-224-16,1-2-128 0,3-2 128 0,-1-1-208 15,1-2-1520-15,1 1-320 0,1-5-48 0,4-6-16 16,0 0-1952-16,0 0-400 0</inkml:trace>
  <inkml:trace contextRef="#ctx0" brushRef="#br0" timeOffset="-111776.33">27678 13459 14735 0,'0'0'1312'0,"0"0"-1056"16,0 0-256-16,0 0 0 0,0 0 5936 0,0 0 1120 16,0 0 240-16,0 0 32 0,0 0-5504 0,0 0-1104 15,0 0-208-15,0 0-64 0,-3 9 400 0,1 4 80 0,-2 3 16 0,-1 2 0 16,-3 1-688-16,1 4-128 15,1 0-128-15,-1 3 192 0,1-2-192 0,-1-1-192 16,1 1 32-16,-1-1 16 16,2 2-1312-16,1 0-256 0,0-1-48 0,3 4-16 15,1-5-1360-15,2-1-288 0</inkml:trace>
  <inkml:trace contextRef="#ctx0" brushRef="#br0" timeOffset="-111458.75">27906 13980 38175 0,'0'0'1696'0,"0"0"352"0,0 0-1648 0,0 0-400 0,0 0 0 0,0 0 0 0,0 0 1728 0,-4 8 256 16,-1-1 48-16,0-1 16 0,0-1 48 15,-2 1 16-15,-1-1 0 0,-1 1 0 0,0 2-1072 0,-2 1-208 16,0 0-32-16,-1 2-16 0,0-1-304 0,1 1-64 16,-2-1-16-16,-1 2 0 0,4-2-144 0,-2 1-48 15,1-2 0-15,0 1 0 0,2-2-80 0,1 0-128 16,2-2 176-16,0 1-176 0,6-7 160 0,-2 8-160 15,2-8 128-15,0 0-128 0,0 0 0 0,0 0 0 16,1 6 128-16,-1-6-128 0,0 0 0 0,8 4 0 16,1 0 0-16,2-1 0 0,-1-2 0 0,2 0 0 15,1-1 0-15,1 2 0 0,2-4 0 0,-1 1-176 16,1-2 176-16,1 1-192 0,1-1-48 0,0 1-16 16,-1-2 0-16,0 0 0 15,-1 0-624-15,0 0-128 0,-2-1-16 0,-1 1-16 16,0 0-1472-16,-1 1-304 0,0-1-48 0,-3 2-18128 0</inkml:trace>
  <inkml:trace contextRef="#ctx0" brushRef="#br0" timeOffset="-111248.77">27910 14053 40367 0,'0'0'1792'0,"0"0"368"0,0 0-1728 0,0 0-432 0,-5-1 0 0,5 1 0 16,0 0 1344-16,0 0 176 0,-4 8 32 0,0 2 16 15,0 2 192-15,0 2 32 0,0 3 16 0,0 0 0 16,0 4-896-16,0 1-176 0,1 0-32 0,-1 2-16 15,1-1-320-15,0 3-64 0,0 2-16 0,0-3 0 16,2-1-288-16,-1 0 0 0,2-2 128 0,0-1-128 16,2-4-416-16,-1-2-144 0,-1-1-16 0,3-4-16 15,0-1-1104-15,0-1-224 0,-3-8-32 0,8 4-16 16,4-2-2272-16,2-2-464 0</inkml:trace>
  <inkml:trace contextRef="#ctx0" brushRef="#br0" timeOffset="-111074.79">28163 14147 19343 0,'0'0'1728'0,"0"0"-1392"0,-5-1-336 0,5 1 0 0,-3-3 6032 0,3 3 1136 15,0 0 240-15,0 0 32 0,0 0-5360 0,0 0-1072 16,4-8-224-16,-4 8-32 0,8-5 64 0,2 0 16 16,2 0 0-16,2-2 0 0,3 2-688 0,2 1-144 15,3 0 0-15,1 2 0 16,-1-2-1120-16,3 1-224 0,1-1-32 0,0 2-16 15,6-1-2512-15,-4 0-512 0</inkml:trace>
  <inkml:trace contextRef="#ctx0" brushRef="#br0" timeOffset="-110592.08">29057 13660 46015 0,'-14'-3'2048'0,"7"2"400"0,0-3-1952 0,-3 1-496 0,4-2 0 0,-2 4 0 0,-4-2 1280 0,1 2 144 16,-2-1 48-16,-2 2 0 0,-2 0 0 16,0 3 0-16,-2 0 0 0,1 1 0 0,-2 1-816 0,0 1-144 15,1 1-48-15,1 1 0 0,1-1-272 0,1 1-64 16,0 0-128-16,2 1 192 0,1 2-192 0,1-3 0 15,2 1 128-15,1 0-128 0,1 1 0 0,1-2 0 16,2 1 0-16,3 2 0 0,-1-1 0 0,3 2 128 16,1-2-128-16,2 3 128 0,1 0-128 0,1-1-160 15,2 1 160-15,2 0-192 0,1 0 192 0,1 3 0 16,0-3 0-16,4 0-128 0,-1 0 128 0,4 0 0 16,0 0 0-16,2 1 0 0,-2-3 0 0,2 2 0 15,-2 0 0-15,2-3-128 0,-1 2 128 0,-2 1 0 16,-3-1 0-16,1-1 0 0,-2 0 0 0,-1-1 0 0,-3 1 0 15,-3-1 0-15,-1 1 0 0,-2 0 0 0,-3-2 0 16,-1 2-128-16,-3 1 128 0,-1-3 0 16,-5 0 0-16,1-1 0 0,-1-2 0 0,-2 3 0 15,-1-2 0-15,-1 1 0 0,-2-2 0 0,-1 1 0 16,-1-2 0-16,-2-1 0 16,0 0-432-16,0 0-48 0,2 1-16 0,-1-4 0 15,-1 2-1024-15,0-1-208 0,2 1-32 0,2 0-21584 0</inkml:trace>
  <inkml:trace contextRef="#ctx0" brushRef="#br0" timeOffset="-110398.16">28683 14068 39279 0,'0'0'1728'0,"0"0"384"0,-3 6-1696 0,0 2-416 0,-1 2 0 0,-2 2 0 0,-1 4 1568 0,-3-2 224 15,0 3 64-15,-2 3 0 0,-2 2-96 0,1-4-16 16,-1 0 0-16,-1 1 0 0,2-1-944 0,2-1-192 15,-1-3-32-15,1-1-16 0,2-1-560 0,1-2-176 16,1-2 0-16,1-1 0 16,6-7-1936-16,0 0-400 0,0 0-80 0,0 0-11728 15,0 0-2336-15</inkml:trace>
  <inkml:trace contextRef="#ctx0" brushRef="#br0" timeOffset="-110157.18">29178 13377 41119 0,'0'0'1824'0,"0"0"368"0,0 0-1744 0,0 0-448 0,0 0 0 0,-1 8 0 16,-1-1 992-16,-2 2 112 0,1 1 32 0,-1 0 0 16,-1 3 176-16,1 0 32 0,0-1 16 0,-2 2 0 15,-1 3-672-15,2-1-144 0,1-1-32 0,0 2 0 16,-1 2-512-16,1-4 0 0,0 1 0 0,1 2 0 15,2-2-1296 1,1 1-320-16,1 0-64 0,2 0-16 16,2-3-1920-16,0 3-384 0,6 17-80 0,-1-7-12176 0</inkml:trace>
  <inkml:trace contextRef="#ctx0" brushRef="#br0" timeOffset="-109690.83">29185 14094 11967 0,'0'0'528'0,"0"0"112"0,0 0-512 0,0 0-128 0,-4-4 0 0,4 4 0 0,0 0 6912 0,0 0 1344 16,0 0 256-16,0 0 64 0,0 0-5008 0,0 0-1008 15,9-4-208-15,0 0-48 0,0 0-1136 0,3 3-224 16,1-2-48-16,-1 2-16 0,1 0-496 0,0 1-80 16,-1 1-32-16,1 0 0 0,-3-2-80 0,2 1-32 15,-12 0 0-15,10 4 0 0,-10-4-32 0,0 0 0 16,0 0 0-16,0 0 0 0,0 0 160 0,0 0 32 15,-1 6 0-15,-3 2 0 0,-1 1-80 0,-2 0-16 16,1-1 0-16,-2 0 0 0,-1 0-224 0,0 2 176 16,-2-2-176-16,2 0 160 0,0 0-160 0,1 0 0 15,2-1 0-15,1 0 128 0,1-1-128 0,4-6 0 16,-2 7 0-16,2-1 0 0,0-6 0 0,3 8 0 0,2 0 0 0,2 1 0 16,-1-4 0-16,3 2 0 0,1 0 0 15,0 0 0-15,2 0-144 0,-1-3 144 0,1 1 0 0,0 0 0 16,-2 0 0-16,1 1-128 0,-2-1 128 15,-1 1 0-15,0-2 0 0,-2 1 0 0,-6-5 0 0,5 8 0 16,-1-1 0-16,-3 1 0 0,-1-1 0 0,-1 0 144 16,-3 0-144-16,-1-1 192 0,-1 1-192 0,-2 0 192 15,-1 0-144-15,-1-1-48 0,0 1 0 0,1-2 0 16,-2 0 0-16,4 2 0 0,-4-3 0 0,1 0 0 16,-2-2 0-16,2 1-192 0,1 0 192 0,1-2-208 15,0-1-496-15,1 0-112 0,1-1-16 0,1-2 0 16,-1-1-1408-16,4-1-272 0,0-2-64 15,2-2-19536-15</inkml:trace>
  <inkml:trace contextRef="#ctx0" brushRef="#br0" timeOffset="-109374.89">29469 13030 25791 0,'0'0'2304'0,"0"0"-1856"15,0 0-448-15,0 0 0 0,0 0 4016 0,0 0 704 16,11 4 144-16,-1 0 16 0,2 2-3408 0,1 2-704 16,0 0-128-16,0 4-16 0,4 2 512 0,2 3 96 15,0 3 32-15,0 2 0 0,2 1-704 0,0 3-144 16,-1 3-32-16,-1 3 0 0,1 4 128 0,-2 0 0 0,0 5 16 0,-1 2 0 16,-3 0-112-16,-1 1-32 0,-1 4 0 0,-1 0 0 15,-4 1-144-15,0 0-48 0,-3 5 0 16,0-5 0-16,1 1-32 0,-2-5-16 0,-3 1 0 0,-2-3 0 15,0 0-16-15,-4-4 0 0,0 0 0 0,-3-4 0 16,-2 1 16-16,1-2 0 0,-2-3 0 0,1-1 0 16,0-4 0-16,1-1 0 0,-1-3 0 0,2-4 0 15,0 0-144-15,0-5-192 0,1-2 32 0,2-5 16 16,0-2-1424-16,6-4-288 16,0 0-48-16,0 0-13840 0,0 0-2752 0</inkml:trace>
  <inkml:trace contextRef="#ctx0" brushRef="#br0" timeOffset="-109107.24">30301 13712 19343 0,'-3'-7'1728'0,"1"1"-1392"16,0-1-336-16,0 2 0 0,2 5 5120 0,0 0 944 16,0 0 192-16,0 0 32 0,0 0-3648 0,0 0-720 15,0 0-160-15,-4 5-32 0,-1-1-128 0,0 4-16 16,-1 4-16-16,0-1 0 0,1 8-912 0,-1-2-176 15,1 2-32-15,1 3-16 0,-1 6-304 0,1-5-128 0,0 1 128 0,2-1-128 16,0 1 0-16,1-1 0 16,0-2 0-16,-2 0 0 0,3-4 0 0,0 0-192 15,-1 0 32-15,-1-3 16 16,1-2-336-16,1-2-64 0,-1-1-16 0,1-1 0 16,-1 0-1392-16,1-8-288 0,0 0-48 0,0 0-16 15,0 0-2240-15,0 0-448 0</inkml:trace>
  <inkml:trace contextRef="#ctx0" brushRef="#br0" timeOffset="-108941.1">30112 13961 18431 0,'-5'0'1632'0,"-2"0"-1312"0,-1-3-320 0,8 3 0 15,0 0 5552-15,0 0 1040 0,0 0 192 0,0 0 64 16,8 5-4432-16,0-1-880 0,1 0-192 0,3-1-16 16,2-1-144-16,2-2-32 0,3 0 0 0,2 0 0 0,0-1-752 15,3 0-144-15,2-2-48 0,1 1 0 0,2-1-208 0,2-1-288 16,0-1 64-16,5-2 16 15,4 1-3392-15,-5-1-688 0</inkml:trace>
  <inkml:trace contextRef="#ctx0" brushRef="#br0" timeOffset="-108431">31096 13669 9215 0,'9'-7'816'0,"1"-2"-656"0,0-1-160 0,0-2 0 15,0 0 3392-15,-1-1 656 0,0 0 128 0,-3-3 32 16,-4 2-688-16,-5 1-128 16,0-3-16-16,-1 5-16 0,-1 2-496 0,0-3-112 0,-1 0 0 0,-2 3-16 15,-1 1-976-15,-2 2-192 0,1 0-32 0,-1 1-16 16,-2 4-560-16,0 1-96 0,-1 0-32 0,-3 3 0 15,-1 3-256-15,-5 1-48 0,1 3-16 0,-2 6 0 0,-5 5-192 16,-1 6-64-16,-3 7 0 0,1 4 0 0,-2 3-32 0,3 5-16 16,-1 2 0-16,2 2 0 0,2-5-16 0,1 1 0 15,4-4 0-15,3-2 0 0,4-2-192 0,4 0 0 16,4 0 0-16,3-3 0 0,2-3 0 0,4 0 0 16,3-4 0-16,2-4 64 0,1-2-192 0,3-1-32 15,1-2 0-15,1-3 0 16,1-2-736-1,0-1-160-15,1-5-32 0,2-1 0 0,2-3-768 16,1-3-176-16,-1-1-16 0,0-3-16 0,3-1-1504 0,0-2-288 0,0-3-64 0</inkml:trace>
  <inkml:trace contextRef="#ctx0" brushRef="#br0" timeOffset="-107998.92">31397 13679 23039 0,'0'0'1024'0,"0"0"192"0,-5-2-960 0,0 0-256 0,0 2 0 0,0 0 0 15,5 0 4864-15,-7 0 912 0,-1 0 192 0,-1 0 48 16,0 0-3408-16,-1 2-688 0,-1 0-128 0,-2 5-16 16,-3-1-592-16,1 2-112 0,-2 1-32 0,0 2 0 15,0-1-528-15,0 3-96 0,0 3-32 0,0-3 0 16,0 0-192-16,2 0-64 0,-2 0 0 0,4 1 0 15,1 1-128-15,1-1 128 0,1 0-128 0,2-1 128 16,2-1-128-16,0 1 128 0,4-1-128 0,2 0 128 0,1-1-128 16,2 0 0-16,1-1 0 0,2 1 0 0,2-2 0 15,1 0 0-15,4 0 0 0,1 0 0 0,2 0 0 0,2 0 0 16,-2 0 0-16,2 1-176 16,0-3 176-16,1 4 0 0,-1-5 0 0,-2 3 0 0,-2 1 0 0,-2-1 0 15,-2 0 0-15,-2-3-128 0,-2 3 128 0,0 1 0 16,-4-1 0-16,0 0 0 0,-2 0 0 0,-2 0 0 15,-2 0 0-15,-1 0 128 0,0-1-128 0,-3 1 0 16,-2 0 0-16,-2-1 0 0,0-1 0 0,-1-1-208 16,-1 1 48-16,-2 1 16 15,1 1-800-15,-2 0-144 0,0-1-48 0,-2 0 0 16,1-1-1680-16,0 0-352 0,0-1-64 0</inkml:trace>
  <inkml:trace contextRef="#ctx0" brushRef="#br0" timeOffset="-107807.22">30998 14158 19343 0,'0'0'1728'0,"0"0"-1392"0,-6 5-336 0,-2 0 0 15,0 0 5424-15,-1 3 1008 0,-1 1 208 0,-2 3 32 16,-1 2-4608-16,1-1-912 0,-1 2-192 0,0 0-48 16,0-2 176-16,1 2 16 0,2 0 16 0,1-2 0 15,0-2-1424-15,2-1-272 0,2 1-64 0,0-2-16 16,1-3-1712-16,4-6-320 0,0 0-80 0,0 0-15952 15</inkml:trace>
  <inkml:trace contextRef="#ctx0" brushRef="#br0" timeOffset="-107606.39">31490 13516 44351 0,'0'0'1968'0,"-4"5"400"0,-1 1-1904 0,0 0-464 16,-2 2 0-16,3 1 0 0,2 4 768 0,-1 0 48 16,-2 4 16-16,-3 1 0 0,0 1-352 0,-1 2-64 15,0 1-16-15,1-1 0 0,2 1-112 0,0-1-32 16,2 2 0-16,2-1 0 16,-1 0-832-16,1 2-192 0,2-1-16 0,0 1-16 15,2-1-2208-15,1-1-448 0</inkml:trace>
  <inkml:trace contextRef="#ctx0" brushRef="#br0" timeOffset="-107431.95">31459 14219 38463 0,'0'0'1712'0,"-2"10"336"0,0-3-1632 0,-1 2-416 0,2 1 0 0,-2 2 0 16,-1 0 1056-16,0 0 128 0,1-1 32 0,-1 2 0 15,0-3 32-15,2 0 16 0,2 0 0 0,2-3 0 0,-2-7-1072 16,0 0-192-16,4 6 0 0,-4-6 0 15,0 0-2704-15,0 0-432 0,11 2-96 0</inkml:trace>
  <inkml:trace contextRef="#ctx0" brushRef="#br0" timeOffset="-107250.41">31876 13932 11055 0,'0'0'976'0,"0"0"-784"16,0 0-192-16,0 0 0 0,0 0 6624 0,0 0 1280 15,0 0 256-15,0 0 48 0,0 0-5904 0,6-4-1200 0,2 2-224 16,0-1-48-16,1 0-176 0,0 1-16 16,3-1-16-16,0 2 0 0,1 0-624 0,-3-1 0 0,5 2 0 0,0-5-128 31,2 4-2096-31,0-2-400 0,3 2-96 0,-1 0-14800 0</inkml:trace>
  <inkml:trace contextRef="#ctx0" brushRef="#br0" timeOffset="-106852.96">32546 13606 15663 0,'-8'-10'688'0,"8"10"144"0,-8-3-656 0,1-2-176 0,-1 2 0 0,0-1 0 15,0 2 7104-15,-1 0 1408 0,-1 2 256 0,-2 0 64 16,-3 0-5776-16,2 2-1168 0,-1 0-224 0,0 2-64 16,-2 0-576-16,0 3-128 0,1 1-32 0,-1-1 0 15,0 3-480-15,1 0-112 0,-2 2-16 0,1-2 0 16,1 1-256-16,0 0 128 0,1 2-128 0,1 0 0 15,1-1 0-15,3 1 0 0,1-1 0 0,2 2 0 0,0-3 0 0,3 2 0 16,1 0 0-16,4 0 0 0,0-2 0 0,3 3 0 16,2-3 0-16,1 2-144 15,1 0 144-15,1 0 0 0,2 0 0 0,0-1-128 0,1-1 128 0,0-1 0 16,-1 0 0-16,-1 1 0 0,1-1 0 0,-2-2 0 16,1 1 0-16,-2 0 0 0,-1-1 0 0,0-1 0 15,-8-7 0-15,6 6 0 0,-2 3 0 0,0-1 0 16,-1 1 0-16,-2-2 0 0,-1 2 0 0,0 0 144 15,-1 0-144-15,-2 0 0 0,-1-1 128 0,-1 1-128 16,-2 0 0-16,0-1 0 16,-1 1 0-16,-3-2 0 0,1 1 0 0,-3-1 0 0,-2 3 0 0,0-3 0 15,-1 3-128-15,-1-3 128 0,-1 1-288 0,0 1 32 16,-1-2 16-16,3-2 0 16,0-1-848-16,2-1-192 0,-2 2-16 0,4-3-16 15,2 2-2032-15,1 0-416 0,2-1-80 0</inkml:trace>
  <inkml:trace contextRef="#ctx0" brushRef="#br0" timeOffset="-106454.3">32762 13864 14735 0,'0'0'1312'0,"0"0"-1056"0,0 0-256 0,0 0 0 16,0 0 6656-16,0 0 1264 0,0 0 256 0,2 11 48 15,-2-11-4944-15,0 8-976 0,-2-1-208 0,-1 1-48 16,-3 1-592-16,0 2-128 0,-1-2-32 0,-1 1 0 16,-1 1-704-16,-1 2-144 0,-2-3-16 0,-1 3-16 0,-1-2-192 0,-2 2-32 15,2 0-16-15,-2 0 0 0,-1-1-176 16,0 1 192-16,0 0-192 0,0 0 192 0,0-4-192 0,2 0 0 16,0 1 0-16,2-2 112 0,2 1-112 0,0 0 0 15,3-1 0-15,2-1 0 0,-1-2 0 0,3 0 0 16,4-5 0-16,0 0 0 15,0 0 0-15,0 0 0 0,0 0 0 0,0 0 0 0,0 0 0 0,0 0 0 16,6 7 0-16,1-3 0 0,1-2 0 0,3 1 0 16,-1-2 0-16,3 0 0 0,0-1 0 0,2-1 0 15,-1 0-160-15,2 1 160 0,1-4-160 0,-1 1 160 16,1 1-192-16,2-1 192 0,-1-1-304 0,-1 2 48 16,-2-1 16-16,1 0 0 15,-2-1-688-15,-2 2-144 0,0-3-16 0,0 1-16 16,-2 0-1120-16,1 0-208 0,-1 1-64 0</inkml:trace>
  <inkml:trace contextRef="#ctx0" brushRef="#br0" timeOffset="-106253.7">32689 13979 36111 0,'0'0'1600'0,"0"0"320"0,-4-1-1536 15,4 1-384-15,0 0 0 0,0 0 0 0,-5 4 2000 0,0 1 320 16,-1 1 64-16,-1 0 16 0,1 1-480 0,-1 4-80 0,-1 2-32 0,2 3 0 15,-2-1-816-15,0 3-160 0,0 1-48 0,0 0 0 16,1 1-528-16,0-1-128 0,1 2 0 0,-1-1-128 0,2-1 0 0,0-4 0 16,-1 2-192-16,1-2 48 15,1 0-1696-15,0-4-336 0,-1 2-64 0,2-4-12416 16,1-1-2480-16</inkml:trace>
  <inkml:trace contextRef="#ctx0" brushRef="#br0" timeOffset="-106018.59">32165 14172 17503 0,'0'0'1552'0,"-6"8"-1232"0,-3-2-320 15,0 3 0-15,-2 2 6816 0,-2 1 1312 16,0 1 256-16,-3 0 48 0,2 2-5728 0,-2-2-1136 0,2 2-224 0,1 0-64 15,0-2-688-15,3 0-144 16,-1 2-16-16,5-5-16 16,0-2-832-16,0 0-160 0,1 0-48 0,1-2 0 15,1-1-1584-15,3-5-320 0,0 0-64 0,0 0-17824 0</inkml:trace>
  <inkml:trace contextRef="#ctx0" brushRef="#br0" timeOffset="-105769.97">32593 13245 37023 0,'0'0'1648'0,"0"0"336"0,-1 8-1600 0,-1 1-384 16,1 4 0-16,1 1 0 0,0 1 352 0,0 0-16 15,0 2 0-15,1-1 0 0,2 0-80 0,1 1-32 16,1 2 0-16,2-6 0 16,-1 0-1024-16,3 0-208 0,0 0-32 0</inkml:trace>
  <inkml:trace contextRef="#ctx0" brushRef="#br0" timeOffset="-105398.46">32860 12915 31327 0,'0'0'2784'16,"0"0"-2224"-16,5 8-560 0,2 5 0 0,-1 4 2272 0,2 3 352 15,3 2 64-15,0 3 0 0,2-2-976 0,1 4-208 0,0 3-32 0,1 6-16 0,2 0-496 0,2 4-80 16,0 3-32-16,-3-7 0 0,1 1-256 0,1 3-48 16,0-1-16-16,1 2 0 0,-2 5-192 0,-1 4-32 15,0 3-16-15,1 15 0 16,-5-6-80-16,-3-4-16 0,-4-5 0 0,-2-7 0 0,-2-4 0 0,-4-5-16 16,-2-1 0-16,-3 0 0 0,-2 1 16 0,-2 0 16 15,-3 1 0-15,2-8 0 0,-3 1 48 0,-1-1 0 16,-1-1 0-16,-2 0 0 0,-1-4-48 15,0 1 0-15,2-2 0 0,-6 5 0 0,3-3-64 0,2-4-16 16,2-2 0-16,3-6 0 0,0-2-128 0,3-2 0 16,2 1-160-16,1-3 160 15,4-2-3264-15,5 3-544 0</inkml:trace>
  <inkml:trace contextRef="#ctx0" brushRef="#br0" timeOffset="-103927.09">16895 15983 40655 0,'0'0'1792'0,"-7"0"384"0,1 0-1728 0,6 0-448 0,0 0 0 0,0 0 0 15,0 0 1776-15,0 0 272 0,0 0 48 0,8 0 16 16,1-3-704-16,1 2-144 0,5-3-32 0,0 1 0 0,3 0-688 0,5-1-144 16,0-2-16-16,1 2-16 15,3 2-240-15,0-3-128 0,1-1 160 0,-2 3-160 0,0-1 0 0,-1 0 0 16,1 1-176-16,8 0 176 15,-7 1-1856-15,-2 2-256 0,-6-3-64 0,-7 6-12480 16,0-2-2512-16</inkml:trace>
  <inkml:trace contextRef="#ctx0" brushRef="#br0" timeOffset="-103761.45">16985 16189 13823 0,'0'0'1216'0,"0"0"-960"16,0 0-256-16,0 0 0 0,0 0 5456 0,9 4 1056 15,-3-6 208-15,5 2 32 0,2 0-5024 0,4-2-992 16,2 1-208-16,5-2-32 0,2 0 16 0,4-1 0 16,3-2 0-16,0-1 0 0,3 0-512 0,1-3 0 15,3-1-128-15,18-4 128 16,-2 6-2416-16,-2 1-368 0,-2-2-80 0</inkml:trace>
  <inkml:trace contextRef="#ctx0" brushRef="#br0" timeOffset="-103402.45">18019 15896 15663 0,'0'0'1392'16,"-7"-8"-1120"-16,1 2-272 0,-2 4 0 0,-1-1 5568 0,-2 3 1072 0,-2 3 208 0,-1-1 32 16,0 4-3888-16,-2 2-784 15,-1 2-160-15,-1 4-16 0,-2 5-544 0,1 1-96 0,-4 4-32 0,3 1 0 16,-1 3-464-16,2 0-112 0,4-2-16 0,4 0 0 16,4 1-288-16,3 2-64 0,1-2-16 0,3 2 0 15,4-4-272-15,4-1-128 0,1 1 128 0,4-3-128 0,4-1 0 0,4-2 0 16,1-5 128-16,3-2-128 15,2-2 0-15,3-3 0 0,4-4 0 0,2 0 0 16,4-4 0-16,-1-3 0 0,0-1 0 0,0-3-176 0,-3 0 16 0,-2-2 0 16,-1 0 0-16,-2-1 0 0,-2-4-64 0,-2 1-16 15,-2 2 0-15,-3-2 0 0,-4-6 80 16,-3 1 16-16,-4 1 0 0,-1-3 0 0,-4-3 144 16,-3 0 0-16,-5-1-144 0,1 1 144 15,-7-1-128-15,-1 1 128 0,-3-4-160 0,-3 5 160 0,-3-3 0 0,-6 4-144 16,-3 3 144-16,-5 2 0 0,-3 0-192 0,-3 4 64 15,-2 2 0-15,0 2 0 16,-1 3-1248-16,2 5-240 0,0 2-48 0,2 3-20624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8-07T23:23:13.866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832 617 19343 0,'0'0'848'0,"-5"-2"192"0,-2 0-832 0,7 2-208 16,0 0 0-16,0 0 0 0,0 0 6544 0,0 0 1264 0,-5 6 256 0,0 0 64 16,-1 3-5504-16,1 4-1104 15,1 2-224-15,2 3-32 0,-1 3-752 0,0 1-160 16,0 3-32-16,0 3 0 0,0 0-128 0,1 4-16 16,-1 3-16-16,0 2 0 0,2-1-160 0,0 0 0 0,-2-1 144 0,5-5-144 15,-2 1 0-15,1-2 0 0,0-3 0 0,2-5 0 31,1 1-1280-31,1-6-256 0,0-5-64 0,3-2-16 0,0-2-2064 16,1-6-416-16,1 1-64 0</inkml:trace>
  <inkml:trace contextRef="#ctx0" brushRef="#br0" timeOffset="233.88">1176 478 21183 0,'-4'-7'944'0,"4"7"192"0,-4 0-912 0,2 0-224 0,2 0 0 0,0 0 0 0,-4 4 5680 0,1 5 1088 15,-1 4 208-15,0 2 64 0,2 2-4336 0,-1 1-848 16,-1 5-192-16,0 5-16 0,0 0-912 0,2 2-176 16,-2 0-48-16,1 0 0 0,1 0-304 0,0 0-64 15,1 3-16-15,-2-1 0 0,2 0-128 0,1-2 0 16,0 0 0-16,0-2 0 16,-1 0-576-16,1-2-128 0,1-1-48 0,-1-1 0 15,0 0-784-15,1-5-176 0,1-2-16 0,-2-2-16 16,1-2-1152-16,0-3-240 0,-1-2-32 0</inkml:trace>
  <inkml:trace contextRef="#ctx0" brushRef="#br0" timeOffset="463.98">733 965 18431 0,'-6'-1'1632'0,"1"0"-1312"16,0-2-320-16,5 3 0 0,0 0 5488 0,0 0 1024 0,0 0 208 0,0 0 32 0,0 0-4528 0,0 0-912 15,10-1-176-15,4-2-48 0,1 1-768 16,5-2-176-16,1 0-16 0,2 0-128 0,4-3 0 0,3 1 0 16,8-3 0-16,-1 0 0 0,1-2 0 0,-3-1 0 15,-3 1 0-15,0-2 0 16,-1 0-1360-16,0 0-288 0,-1-2-48 0,-1 2-16 16,0 1-1584-16,-2 3-320 15,-2-1-64-15</inkml:trace>
  <inkml:trace contextRef="#ctx0" brushRef="#br0" timeOffset="920.45">1401 673 15663 0,'0'0'1392'0,"-6"0"-1120"16,1 2-272-16,0-2 0 0,5 0 5376 0,0 0 1008 16,0 0 208-16,-4 7 32 0,0 4-3520 0,2-1-704 15,1 2-144-15,0 2-16 0,1 3-784 0,0 2-160 16,0 0-16-16,1 3-16 0,0 3-464 0,1 2-96 16,-1 3 0-16,2 2-16 0,-1-1-160 0,1 0-16 15,1 2-16-15,1-4 0 0,-1 1-240 0,0-2-32 16,0-2-16-16,1-1 0 0,0-1-208 0,2-6 0 15,-2-5 0-15,0-1 0 16,0-2-240-16,1-2-144 0,-1-3-16 0,1-1-16 0,-6-4 192 0,0 0 32 0,7 0 16 16,1-8 0-16,-1-1-16 0,0-4-16 0,-1-3 0 0,2-2 0 15,0-3 16-15,-1-1 16 0,-1-1 0 0,2-2 0 16,0-6 32-16,1-2 0 0,1-1 0 16,1 0 0-16,-2 3 144 0,0 1 0 0,1 1-144 0,-2 6 144 15,0 3 0-15,0 6 0 0,-3 1 0 16,0 5 0-16,-5 8 0 0,0 0 192 0,0 0-32 0,0 0 0 15,8 4 80-15,-1 4 16 0,-2 1 0 0,1 4 0 16,1 2-80-16,-1 4-16 0,0 2 0 0,0 3 0 0,2 0-160 16,1 1 160-16,-1-1-160 0,2-3 160 15,0 1-160-15,0-3 0 0,0-1 0 0,1-1 0 0,-2-4 0 16,1 0 0-16,-1-4 128 0,1-1-128 16,-1-2 0-16,0-3 0 0,0-2 0 0,0 2 0 0,0-6 0 0,-1 2 0 15,0-2 0-15,0-1 0 0,0-2 0 0,-3-1 128 16,1 1-128-16,1-6 0 0,-1-1 0 0,0-4 128 15,-1 0-128-15,0-2 0 0,0-2 0 0,0-3 0 16,2-2 0-16,-1-1 0 0,0 1 0 0,0-4-176 16,1 0 16-16,0 1 0 15,1 2-784-15,1 3-144 0,2 5-48 0,-2-1 0 16,0 3-1936-16,3 3-400 0,2 2-80 0</inkml:trace>
  <inkml:trace contextRef="#ctx0" brushRef="#br0" timeOffset="1195.86">2429 591 24879 0,'0'0'2208'0,"0"0"-1760"0,0 0-448 0,0 0 0 16,0 0 4672-16,1 8 864 0,0 1 160 0,1 3 48 15,-2 2-2976-15,0 6-592 0,-2-1-112 0,1 5-16 16,1 1-960-16,-1 1-176 0,0 0-32 0,-1 1-16 15,2 3-544-15,0 1-128 0,0 2 0 0,0-2-16 0,0 1-176 0,2-2 0 16,-1-3 0-16,0 0 0 0,2-3 0 0,-1-2-224 16,1-4 32-16,0 0 0 15,-1-5-976-15,2-1-192 0,0-4-48 16,0-1 0-16,-4-7-1200 0,9 1-240 0,0-2-48 0,3-5-10448 16,4-3-2080-16</inkml:trace>
  <inkml:trace contextRef="#ctx0" brushRef="#br0" timeOffset="1525.41">2737 750 9215 0,'0'0'816'0,"-2"-8"-656"16,1 1-160-16,0-1 0 0,-1-1 6512 0,0 1 1264 16,-4 3 256-16,6 5 48 0,0 0-4256 0,0 0-864 15,0 0-160-15,-6 5-48 0,-1-1-1008 0,1 4-208 16,-1 1-32-16,0 4-16 0,0 1-688 0,1 4-144 16,-2-1-16-16,-1 3-16 0,2 2-304 0,1 3-48 15,0 1-16-15,1 1 0 0,3 2-256 0,0-3 128 16,2 1-128-16,3-1 0 0,1-3 0 0,1-1 0 15,1-3 0-15,4 0 0 0,-3-4 0 0,3 0 0 16,-1-4 0-16,2-2 0 0,1-2 0 0,0-1-192 0,0-3 192 16,1-2-192-16,1-2 64 0,0-2 128 0,-1-3-208 0,0-1 80 15,0-2 128-15,0-1-192 0,0-3 192 16,-1-2-192-16,-1 0 192 0,-1-2 0 0,-1-4 0 0,-1 0 0 16,-1-1 0-16,-1-1 0 0,-1-1 0 0,-1-1 0 15,-1-1 0-15,-1 0 144 0,-2 1-144 0,-1-1 0 16,-1 4 176-16,-2 0-176 0,-2-2 160 0,0 2-160 15,-2 0 128-15,-2 1-128 0,-3-1 0 0,1 3 0 16,0 0-448 0,-1 2-176-16,-1 0-32 0,1 4-16 0,1 2-2400 0,2 0-464 0</inkml:trace>
  <inkml:trace contextRef="#ctx0" brushRef="#br0" timeOffset="2271.23">3313 1051 26719 0,'0'0'1184'0,"-4"-2"240"0,-1 2-1136 0,5 0-288 0,-6 4 0 0,2 1 0 16,-1 3 4848-16,3 1 912 0,-2 4 176 16,0 3 32-16,0 4-3568 0,0 1-720 0,0 4-144 0,0-2-16 15,0 1-1008-15,2-3-208 0,-1 1-48 0,2-4 0 16,-2 2-256-16,3-3 0 0,1-2 0 0,1-2-144 31,-1-1-1776-31,2-1-336 0,-1-1-80 0,4-3-12368 0,1-1-2464 0</inkml:trace>
  <inkml:trace contextRef="#ctx0" brushRef="#br0" timeOffset="2562.54">4077 355 22111 0,'0'0'1968'0,"0"0"-1584"0,-4-4-384 0,1 2 0 0,3 2 6064 0,0 0 1120 16,0 0 240-16,0 0 32 0,0 0-5072 0,0 0-1008 15,-2 6-208-15,-1 6-32 0,0 4-288 0,-1 4-48 16,-1 5-16-16,0 5 0 0,-1 1-464 0,-1 6-80 0,-1 1-32 0,0 1 0 15,2 0-208-15,-2-1 0 0,0-3 128 0,0-2-128 16,2-3 0-16,1-2 0 16,-1 0 0-16,3-4 0 15,1-1-800-15,0-1-160 0,-1-4-16 0,2-4-16 16,-1-3-1312-16,4-3-272 0,-2-8-48 0,0 0-11520 0,2 4-2304 0</inkml:trace>
  <inkml:trace contextRef="#ctx0" brushRef="#br0" timeOffset="2789.97">4227 406 20271 0,'-3'-14'1792'0,"2"8"-1424"0,-3 0-368 0,1-1 0 0,-1 4 5424 16,4 3 1008-16,0 0 208 0,0 0 32 0,0 0-3440 0,-4 3-688 15,-1 3-144-15,0 1-32 0,1 7-1152 16,0 1-256-16,0 5-32 0,-2 3-16 0,-1 1-512 0,1 4-96 16,0 4-32-16,1 0 0 0,0 2-272 0,1 0 160 15,0-1-160-15,2-2 128 16,-2-2-128-16,0-3 0 0,0-4 0 0,0 1 0 0,1 1 0 0,2-2 0 15,-2-3-160-15,1 0 160 0,-1-4-416 0,1-2 16 16,-1-2 0-16,0-2 0 16,1-1-1088-16,2-8-224 0,0 0-32 0,0 0-16 15,0 0-2032-15,0 0-416 0,0 0-80 0</inkml:trace>
  <inkml:trace contextRef="#ctx0" brushRef="#br0" timeOffset="3012.71">3838 621 23951 0,'-16'0'2128'0,"10"0"-1696"16,-2 0-432-16,2 3 0 0,-2-3 5248 0,1 0 976 0,7 0 192 16,0 0 48-16,0 0-3664 0,0 0-736 15,0 0-144-15,0 0-16 0,8 6-1056 0,1-3-208 16,4-2-32-16,3 0-16 0,1-1-400 0,4 0-192 0,4-1 160 0,-1-1-160 16,2-2 144-16,2 0-144 15,2-1 128-15,-2-1-128 0,4 1 0 0,0 0 128 0,1 0-128 0,-2-2 0 31,-3 1-448-31,0 2-160 0,1-3-32 0,-2 2-16 16,-1 0-1520-16,-1 1-288 0,0 1-64 0,-4 1-12064 0,-3 0-2432 16</inkml:trace>
  <inkml:trace contextRef="#ctx0" brushRef="#br0" timeOffset="3244.51">3961 770 20271 0,'-20'1'1792'0,"12"0"-1424"0,-1 1-368 0,0 0 0 0,3-2 4928 0,0 2 896 16,1-2 192-16,5 0 48 0,0 0-3568 0,0 0-704 16,0 0-128-16,0 0-48 0,0 0-656 0,0 0-128 15,0 0-16-15,8 1-16 0,2-1-480 0,2-1-80 16,1-1-32-16,0 2 0 0,3-4-80 0,1 3 0 16,1 0-128-16,2-1 192 0,-2 0-192 0,3-2 0 15,1-3 0-15,0 5 0 0,3-2 0 0,1 1 0 16,0-1-144-16,-1-1 144 15,1-1-2240-15,0-1-368 0,1 1-64 0</inkml:trace>
  <inkml:trace contextRef="#ctx0" brushRef="#br0" timeOffset="3760.17">4835 544 24879 0,'0'0'2208'0,"0"0"-1760"0,-1-5-448 0,0 0 0 0,1 0 5312 15,0 5 960-15,-1-6 208 0,1 6 48 0,-6-2-3712 0,2-1-720 16,1 2-160-16,-3 1-16 0,1 1-928 15,0 0-176-15,-2 2-48 0,0 2 0 0,-1 1-448 0,-3 0-112 16,0 2-16-16,-2 2 0 0,-2-2-192 0,1 4 144 16,-2 0-144-16,-1 2 128 0,0 2-128 0,-1-1 0 15,0 2 0-15,1-1 112 0,0-3-112 0,1 0 0 16,2 0 0-16,1-1 0 0,0-1 0 0,2 0 0 16,4-2 0-16,-1-1 0 0,-1-2 0 0,1 1 0 15,3-1 0-15,-1 1 0 0,1-1 0 0,1-2 0 16,4-4 0-16,0 0 0 0,0 0 0 0,0 0 0 15,0 0 0-15,0 0 0 0,0 0 0 0,0 0 0 16,4 8 0-16,-4-8 0 0,7 5 0 0,2-1 0 16,1-1 0-16,3-2 0 0,3-2 0 0,2 1 0 15,2-3 0-15,2 1 0 0,0-1 0 0,2 2 0 16,-1-1 0-16,2 1 0 0,-2-3 0 0,-1 2 0 16,-1-2 0-16,-2 2 0 0,-1 2-192 0,-1 0 192 15,-2 2-192-15,0 0 192 0,-4-3-336 0,0 0 32 0,-2-1 16 16,-9 2 0-1,8 2-576-15,-8-2-112 0,6 2-32 0,-6-2 0 16,0 0-1040-16,0 0-224 0,0 0-32 0,0 0-16 0,7 3-1728 0,-7-3-352 16</inkml:trace>
  <inkml:trace contextRef="#ctx0" brushRef="#br0" timeOffset="4003.65">4769 518 27647 0,'0'0'2448'0,"0"0"-1952"0,-4-2-496 0,4 2 0 0,0 0 4336 0,0 0 768 16,0 0 144-16,-4 5 48 0,0 1-2704 0,2 5-544 16,0-2-96-16,1 5-32 0,-2 6-512 15,0 3-96-15,-1 3-32 0,0 4 0 0,0 0-864 0,0 3-176 16,0 1-48-16,1 1 0 0,2 0-192 0,0 3 0 16,-1 2 0-16,2 1 0 0,2-2 0 0,0-1 0 15,2 0 0-15,-1-2 0 0,-2-2 0 0,0-5 0 16,1-1 0-16,-1-3 128 0,0-4-304 0,2-4-16 0,1-3-16 15,1-2 0 1,0-3-2528-16,4-2-496 0</inkml:trace>
  <inkml:trace contextRef="#ctx0" brushRef="#br0" timeOffset="4521.26">5890 479 35935 0,'0'0'3200'0,"0"0"-2560"0,0 0-512 0,0 0-128 0,0 0 2912 0,4 8 560 16,4 4 112-16,-4 1 32 0,-3 1-2000 0,-1 6-400 16,0 3-64-16,-1 4-32 0,-2 3-208 0,3 2-32 15,0-1-16-15,2 2 0 0,-2-1-480 0,0 1-80 16,0-1-32-16,1-2 0 0,1-2-144 0,4 0-128 16,-2-3 192-16,-1 0-192 0,0-2 128 0,0-3-128 0,-2-1 0 0,2-2 0 15,-2-6 0-15,0-2 0 16,1-1-192-16,-2-8 48 15,0 0-704-15,0 0-144 0,0 0-32 0,0 0 0 16,0 0-752-16,0 0-144 0,0 0-48 0,-3-11 0 16,-2 1-1440-16,-3-3-304 0,-3-3-48 0</inkml:trace>
  <inkml:trace contextRef="#ctx0" brushRef="#br0" timeOffset="4881.77">5437 542 12895 0,'-20'-16'1152'0,"11"8"-928"0,-3-1-224 0,2 1 0 16,1-2 6480-16,-1 1 1264 0,5 1 240 0,3 0 48 0,2 1-5168 15,1 1-1040-15,3-3-208 0,4 2-32 0,1 2-80 16,2 1-16-16,4-2 0 0,2 0 0 0,2 0-720 16,5-1-128-16,1 2-48 0,3-1 0 0,4 0-176 0,1 5-32 15,5-3-16-15,0 3 0 0,1 0-176 0,2-1-48 16,-2 4 0-16,-2 0 0 0,3 2-144 0,-1 0 0 16,0 3 0-16,-1 0 128 0,-2 4-128 15,-2 3 0-15,-1 1 0 0,-3 3 0 0,-3 1 0 0,-2 4 0 16,-3-1 0-16,-4 1 0 0,-2 2 128 0,-4 1-128 15,-3 0 0-15,-4 3 128 0,-2-2 0 0,-5-1 0 16,-3 0 0-16,-3-4 0 0,-2-1 0 0,-2 0 0 16,-5 1 0-16,-1-1 0 0,-3-1-128 0,-1 1 192 15,-3-2-192-15,0 1 192 0,-2-2-192 0,-2-1 128 16,-3 0-128-16,-2-3 128 0,-2-1-128 0,0 0 0 16,-2-1 0-16,2 1 0 0,-1-4-192 0,2-1 48 15,2-1 0-15,3 0 0 16,3-4-560-16,5 0-128 0,1-3 0 0,4 0-16 15,4-2-1344-15,4 0-272 0,9 2-48 0,0-9-16 16,5-1-2384-16,6-4-464 0</inkml:trace>
  <inkml:trace contextRef="#ctx0" brushRef="#br0" timeOffset="5069.79">6324 720 23039 0,'0'0'2048'0,"4"9"-1648"0,-4-9-400 0,5 15 0 16,1 2 5392-16,-1 1 1008 0,-3 0 192 0,0 2 32 15,-2-1-3792-15,-2 3-752 0,1 1-160 0,0-1-16 16,-2 0-1088-16,2-1-224 0,0 0-32 0,1-2-16 0,0 3-400 0,0-6-144 16,0-3 0-16,0-1 144 15,0-2-816-15,2-1-160 0,-2-9-48 0,0 0 0 16,0 0-1968-16,0 0-400 0,7 3-80 0</inkml:trace>
  <inkml:trace contextRef="#ctx0" brushRef="#br0" timeOffset="5233.8">6429 585 43311 0,'0'0'1920'0,"0"0"384"0,0 0-1840 16,0 0-464-16,0 0 0 0,0 0 0 0,-2 5 0 0,2 1-128 16,0-6-16-16,3 8 0 15,1 0-592-15,1 1-112 0,2 0-32 0,0 3 0 16,1 2-1920-16,1 1-384 0,0-1-80 0,1 2-11072 0</inkml:trace>
  <inkml:trace contextRef="#ctx0" brushRef="#br0" timeOffset="5511.52">6650 886 20607 0,'0'0'912'0,"9"-4"192"0,1-3-880 0,1 1-224 0,1-1 0 16,1 1 0-16,0-1 2032 0,0-1 352 0,-1-1 80 16,1 0 16-16,-1-1-176 0,1-3-16 0,1 0-16 15,-2 2 0-15,-1-3-848 0,0 2-160 0,-2-1-48 0,0 0 0 0,-2-1-192 16,-2 1-64-16,-3-2 0 0,-2 6 0 15,-1-1 144-15,-1 2 32 0,-4 4 0 0,-3 3 0 0,1 1-128 16,-2 4-32-16,-2 2 0 0,-2 2 0 16,-3 5-288-16,-1 4-64 0,1 3-16 0,-2-1 0 0,0 3-160 0,-1 2-48 15,-2-3 0-15,4 2 0 0,4 1-96 16,1 0-32-16,2 1 0 0,5-1 0 0,-1-2-272 0,3-3 0 16,2 1 128-16,2-4-128 0,2-1 0 15,3 0-144-15,5-5 16 0,0-2 0 16,2-2-832-16,1 0-144 0,1-6-48 0,4-3 0 15,1-1-960-15,0-3-192 0,2-2-32 0,2-1-16 16,4-1-2320-16,1 0-480 0</inkml:trace>
  <inkml:trace contextRef="#ctx0" brushRef="#br0" timeOffset="6345.82">7176 685 36735 0,'0'0'1632'0,"-6"0"336"0,0 0-1584 0,2 0-384 15,4 0 0-15,-7 0 0 0,1 1 2128 0,-2 2 352 16,0-2 64-16,1 3 16 0,-1 0-896 0,-1 1-192 15,1-1-16-15,-1 3-16 0,-1-1-672 0,1 3-144 16,-1-1-32-16,2 1 0 0,2 0-208 0,0-1-32 0,0 1-16 0,2 2 0 16,0-1-112-16,1 1-32 15,2-2 0-15,1-1 0 0,0-8-192 0,5 9 144 0,-5-9-144 16,7 10 128-16,1 1-128 0,1 0 0 0,0-3 0 0,1 3 0 16,1-4 0-16,1 1 0 0,-2 1 0 15,2-1 0-15,-2 0 0 0,1 0 0 0,-1-2 0 16,0 1 0-16,0-1 0 0,-1 1 0 0,-2-2 0 0,0 0 0 0,0-1 0 15,-2 1 0-15,-3-1 0 0,-2-4 0 16,0 0 0-16,0 0 0 0,0 0 0 0,0 0 0 0,0 0 0 16,0 0 128-16,-6 4-128 0,-1-1 0 0,-2 1 128 0,0 1-128 15,-3-1 0-15,2 0 128 0,-3 0-128 0,0 2 0 16,-2-1 0-16,2 2 128 0,3-2-128 0,-2 2 160 16,1-1-160-16,-1 1 160 0,3-1-32 15,2 0-128-15,7-6 192 0,0 0-64 0,-5 5-128 0,5-5 160 16,0 0-160-16,0 0 160 0,0 0-160 0,0 0-176 15,0 0 48-15,10 2 0 0,1 0 128 0,1-4 192 16,-1 0-32-16,4-3-16 0,-1-1-144 16,3-2 0-16,1-1 144 0,0 0-144 0,1-1 0 15,0-1 0-15,2-4 0 0,0 0-192 0,-2 0 192 0,2 0 0 16,0-2-144-16,-1 2 144 0,-2-1 0 0,-2 3 0 16,-1 0-144-16,0 1 144 0,-2-1 0 0,-4 0 0 15,0 3 0-15,-3 1 0 0,-2 5 0 0,-4 4 0 16,0 0 0-16,0 0 0 0,-5-5 0 0,1 2 0 15,-2 3 0-15,-2 1 0 0,-3 3 0 0,0 3 0 16,-2 2 0-16,-3 1 0 0,2 3 0 0,-1 2 128 16,1 0-128-16,1 5 0 0,1-2 160 0,3 3-160 0,0 0 160 0,2-2-160 15,4-4 160-15,1 0-160 0,2 0 160 0,3-2-160 16,2-2 0-16,0 1 0 0,3-3-128 0,3-2 128 16,2-2-192-16,2-2 192 0,2-5-192 0,1 1 192 15,2-2-368-15,1 0 48 0,1-5 0 0,0-3 0 16,0 0-176-16,1-4-16 15,-1 1-16-15,0-7 0 0,-1 1-160 0,0-2-16 16,-2-1-16-16,1-6 0 0,-2-1 80 0,-1-2 0 16,1-2 16-16,0-2 0 0,1-1 368 0,-4-1 80 0,-2 0 16 15,-1 2 0-15,-2 0 352 0,0 4 80 0,-5 3 16 0,-1 3 0 0,-2 3 352 0,1 4 80 16,-3 5 16-16,-3 2 0 16,1 3 128-16,-1 3 32 0,3 6 0 0,0 0 0 0,0 0-352 0,-4 5-64 15,-1 5-16-15,-2 7 0 0,0 4-176 16,-1 5-32-16,1 3-16 0,1 3 0 0,-1 6 16 0,2-1 0 15,1-1 0-15,2-1 0 0,0-1-128 0,4-1 0 16,0-2-128-16,2 0 192 0,1-1-128 16,0-1-64-16,2-2 0 0,-2-2 0 0,2-1 0 15,-2-6 0-15,-2-2 0 0,0-2 0 0,3-2 0 16,-1-2 0-16,0-2 0 0,0-2 0 0,-1 1-192 0,1-3-16 16,-5-4-16-16,0 0 0 15,8-4-1072-15,0 1-224 0,-1-3-32 0,-1-1-22736 0</inkml:trace>
  <inkml:trace contextRef="#ctx0" brushRef="#br0" timeOffset="7353.45">8851 544 28559 0,'-13'-2'2544'0,"5"-1"-2032"0,-4-2-512 0,-1 0 0 15,-1-1 3056-15,1 1 512 0,0 1 96 0,0-1 32 16,-1 4-1808-16,-3-2-352 0,4 3-80 0,-1 3-16 16,0 3 16-16,-1-1 0 0,-2 5 0 0,0 1 0 15,-2 2-704-15,1 3-144 0,-3 2-32 0,0 7 0 16,4 2-256-16,3 1-48 0,1-2-16 0,5-3 0 0,3 1-256 0,2-3 128 16,3-3-128-16,4 0 0 0,4 0 0 0,0-1 0 15,2 0-192-15,2-6 48 0,-1-2-80 0,0-3-16 16,1 0 0-16,1-2 0 0,-1-2-64 15,1-1-16-15,0-2 0 0,0-1 0 0,0-2-48 0,1-3-16 16,-2-1 0-16,2-1 0 0,3-4 0 0,-1 0-16 16,1 1 0-16,-3-3 0 0,-1 0 144 0,-1-2 48 15,-2 0 0-15,0 2 0 0,-4-3 208 0,1 2 0 16,-2 3-160-16,0 0 160 0,-1 0 0 0,-1 1 0 16,-2 4 160-16,0 2-160 0,-1 6 384 0,0 0-48 15,0 0 0-15,0 0 0 0,0 0-48 0,0 0-16 0,-5 9 0 0,1 1 0 16,0 3-64-16,0-1-16 15,0 2 0-15,2 1 0 0,0-1-192 0,4 0 0 16,0-1 0-16,2 0 0 0,0-1 0 0,3-1 0 16,-1-4-128-16,3 0 128 15,2-3-560-15,-1 1 0 0,1 0 0 0,0-1 0 16,2-4 48-16,0-1 16 0,0-2 0 0,0 1 0 16,1-2 32-16,-3 0 0 0,2-3 0 0,2 0 0 0,-1-5 112 0,0 0 32 15,-1 0 0-15,0 1 0 0,-1-2 320 0,-1-2 128 16,-2 5 0-16,0-3 0 0,-1 1 16 0,-1 2 0 0,0 2 0 0,-2 1 0 15,-5 7 416-15,0 0 80 0,0 0 0 0,0 0 16 16,1 7 80-16,-2 6 16 0,-1 4 0 0,-2 4 0 16,-2 2-80-16,0 2-16 0,-1 2 0 0,1 6 0 15,-2-1-272-15,0 6-48 0,2-1-16 0,-1-2 0 0,1-1-320 16,0-2 0-16,4 1 0 0,-2-3 128 16,1-1-1280-16,1-3-256 0,-1-3-64 15,3-3 0-15,3-5-2336 0,-1 0-480 0,6 8-80 16,3-15-32-16</inkml:trace>
  <inkml:trace contextRef="#ctx0" brushRef="#br0" timeOffset="7963.75">9384 667 20271 0,'0'0'1792'0,"0"0"-1424"0,-4-7-368 0,0 2 0 0,0 1 5424 0,-1 2 1008 15,-1 2 208-15,-1 2 32 0,-1 3-4224 0,-1 6-848 16,0 1-160-16,-1 3-32 0,-2 2-320 0,2 1-48 15,-2 3-16-15,3 0 0 0,0 0-512 0,1 2-96 16,2 1-32-16,3-3 0 0,1-2-256 0,2 1-128 16,2-1 128-16,1-2-128 0,3-1 0 0,0-3-224 0,2-3 32 0,1-2 0 31,2-2-400-31,2-4-80 0,2-2-16 0,1-2 0 16,0-1-64-16,-1-4-16 0,1-2 0 0,1-1 0 15,0-3 256-15,0-2 32 0,1 1 16 0,0-3 0 0,0-2 224 0,2-4 48 0,0-3 16 16,0-2 0-16,1-2 176 0,0-3 0 0,-1-2 0 0,-1 0 0 15,1-1 0-15,-2 4 128 0,0-1-128 16,-5 5 0-16,-4 2 256 0,-1 5-32 0,-2 4 0 0,-4 4 0 16,-1 4 544-16,-2 3 96 0,1 6 32 15,0 0 0-15,-6 4-64 0,-2 7-16 0,-1 4 0 0,0 6 0 16,-1 0-384-16,0 4-80 0,0 2-16 0,0 3 0 16,1 1-96-16,0 2-32 0,1 0 0 0,4-3 0 0,3-3-80 0,4-1-128 15,1-1 176-15,2 0-176 0,3-3 0 16,2-1 0-16,0-2 0 0,2-2 0 0,1-1 0 15,0-6 0-15,-1 1 0 0,3-3 0 0,-2-3 0 0,0-3 0 16,1-2 0-16,-1-2-144 0,0-3 16 0,2-2 0 16,0-2 0-16,-2-2 0 0,0-2-48 0,1 0 0 15,0-5 0-15,1 0 0 0,0-2-16 16,-1-1 0-16,1 1 0 0,-2-3 0 0,-1 3 32 0,-1-1 0 0,-2 1 0 16,-1 2 0-16,-3 2 160 0,-4 2 0 15,0 2 0-15,-4 3 0 0,0 5 224 0,2 4 32 16,-8 3 0-16,-1-1 0 0,-2 5 128 0,-2 3 48 15,-1 5 0-15,1 2 0 0,1 0-176 0,2 2-16 0,-1 2-16 0,3 0 0 16,2-2-48-16,2 1-16 16,4-1 0-16,1 2 0 0,1-2-160 0,3 1 160 0,3 1-160 15,3-1 160-15,4-3-160 0,0 0 0 0,4-4 0 16,0-1 0-16,3-3 0 0,1 0-144 16,0-3 144-16,2 0-160 15,1-1-752-15,0-3-160 0,3 0-16 0,-1-2-23216 0</inkml:trace>
  <inkml:trace contextRef="#ctx0" brushRef="#br0" timeOffset="9443.33">529 1952 5519 0,'0'0'496'0,"0"0"-496"0,0 0 0 0,0 0 0 0,0 0 1920 0,0 0 304 15,0 0 48-15,8-6 16 0,-8 6-1248 0,5-8-240 16,-5 8-48-16,6-9-16 0,-1 1 480 0,-1 0 112 16,-3-4 16-16,0 3 0 0,-1 9 480 0,0 0 96 15,4-11 32-15,-4 11 0 0,7-8-480 0,-7 8-112 16,10-3-16-16,-1-2 0 0,0-2-544 0,3 2-112 15,0 0-32-15,2 1 0 0,3 1-144 0,3 2-16 16,2-3-16-16,-8 3 0 0,4-3-176 0,3 1-48 16,3-1 0-16,2 1 0 0,4-3-112 15,5 2-16-15,2 3-128 0,37-5 192 0,-9-1-64 0,-5 2 0 16,-7 1-128-16,2-1 192 0,0 0-192 0,4 1 176 16,5-2-176-16,2 3 160 0,3-1-160 0,3 4 192 15,-2-7-192-15,3 3 192 0,0 0-192 0,5 3 0 0,7-2 144 16,3 2-144-16,-1-3 128 0,4 2-128 15,0-1 160-15,6 2-160 0,5 1 128 0,-3 0-128 16,-2-4 0-16,4 4 0 0,1 4 144 0,3-3-144 16,7 2 128-16,0-3-128 0,-2-2 0 0,5 2 128 0,6 0-128 0,-2 0 0 15,-5-1 128-15,6 1-128 0,4 3 0 0,1-5 128 16,0 1-128-16,3 0 0 0,1-2 0 16,0 2 0-16,2-1 0 0,-1 2 128 15,0 0-128-15,1 2 0 0,-2 2 0 0,0-3 0 16,-1 4 0-16,2-2 0 0,3-3 128 0,-4 1-128 0,-5 2 0 0,2-1 128 15,3 2-128-15,-5 1 0 0,-8 1 0 0,7-4 0 16,7 0 0-16,-7 0 0 0,-8 2 0 0,2 0 0 0,5-3 0 16,-3 1 128-16,-7-2-128 0,4 2 0 15,0 2 224-15,0-1-32 0,-1-5-16 0,-8 1 0 16,-8 1 16-16,4 0 16 0,4 1 0 0,-7-1 0 0,-10-1-16 16,-4 1 0-16,-2 0 0 0,0 1 0 15,4 2 32-15,-5 0 0 0,-3-2 0 0,-10 0 0 0,-9-2-16 16,-1 0 0-16,0 1 0 0,0 2 0 0,-1 2-64 0,-2-4-16 15,-1 0 0-15,-3-2 0 0,-8-1-128 0,-6-1 160 16,-5 0-160-16,-5 3 160 0,-4-1-160 0,-3 2 160 16,0 0-160-16,-2 0 160 0,-2-2-16 0,0 1 0 15,-1-1 0-15,-1 1 0 0,-2 0 64 16,-2-1 16-16,-3 0 0 0,1 0 0 0,-1 2-64 0,-9 0-16 0,10-1 0 0,-10 1 0 16,0 0-16-16,9-2 0 15,-9 2 0-15,0 0 0 0,0 0 32 0,7-4 0 0,-7 4 0 16,0 0 0-16,0 0-16 0,0 0 0 0,0 0 0 15,0 0 0-15,0 0-16 0,0 0-128 0,0 0 192 0,0 0-64 16,0 0-128-16,0 0 0 0,0 0 0 0,0 0 0 16,0 0 0-16,0 0 0 0,0 0 0 0,0 0 0 31,0 0-512-31,0 0 32 0,-9-6 0 0,-1 9 0 16,-1 6-2304-16,-2-2-464 0,-2-2-80 0</inkml:trace>
  <inkml:trace contextRef="#ctx0" brushRef="#br0" timeOffset="22740.37">1747 2938 6447 0,'0'0'576'0,"0"0"-576"15,-1-4 0-15,-1-3 0 0,1 1 3200 0,0-2 512 16,-1-1 128-16,1-3 0 0,0 3-1584 0,0 0-320 15,2-1-64-15,0 0-16 0,-1 4-48 0,1 1-16 16,2-1 0-16,-3 6 0 0,1-6-304 0,-1 6-64 16,0 0-16-16,0 0 0 0,0 0-384 0,0 0-96 15,0 0-16-15,4 10 0 0,-1 5-144 0,-2 2-16 16,0 1-16-16,-1 3 0 0,0 2-208 0,0 3-32 16,0 2-16-16,2-1 0 0,-2 2-208 0,0-2-32 15,0-2-16-15,1-3 0 0,0-2-224 0,1-3 176 16,-2-4-176-16,0-2 160 0,1-3-160 0,-1-8 128 15,0 0-128-15,0 0 128 0,0 0-128 0,0 0 0 16,7-2 0-16,-1-5 0 0,1-2 128 0,0-3-128 16,3-3 128-16,-1-4-128 0,1-3 0 0,1-1 128 0,0-2-128 15,1 0 0-15,1-1 0 0,0 0 0 0,1-4 0 0,1 1 0 16,-1-1 0-16,2 0 0 0,1-2 0 0,-2 0 0 16,1 1 0-16,6-9 0 0,-2 7 0 0,-2 4 0 15,-1 5 0-15,-3 5 0 0,-2 8 0 0,0 3 0 16,-3 3 0-16,-9 5 0 0,12 6 0 0,-5 3 0 15,1 6 288-15,0 7-32 0,-1 7 0 0,-2 7 0 0,-1 8 128 16,0 6 0-16,-2 6 16 0,-2 7 0 0,-2 7-192 16,-1 4-32-16,-2 3-16 0,0 0 0 0,-2-7-160 15,0 1 0-15,0 1 144 0,0-3-144 16,2-2 0-16,2-1 128 0,-1-6-128 0,2-4 0 0,-1-7 0 0,1-6 128 16,0-4-128-16,0-3 0 15,-1-6-800-15,2-3-224 0,1-2-64 16,2-4 0-16,6-3-2384 15,0-5-496-15,1-3-80 0</inkml:trace>
  <inkml:trace contextRef="#ctx0" brushRef="#br0" timeOffset="23029.05">2392 3731 33455 0,'0'0'1472'0,"0"0"320"0,-4-8-1424 0,2 2-368 0,2 6 0 0,0 0 0 0,0 0 1664 0,0 0 272 0,0 0 48 15,0 0 16-15,0 0-128 0,0 12-16 0,-2 0-16 0,2 4 0 16,-1 2-1008-16,0 3-192 0,1-2-32 0,-1 5-16 16,-1-3-320-16,1 1-64 0,0-3-16 0,-1 0 0 15,1-1-192-15,0 0 0 0,-2 0 128 0,2-1-128 16,0-1-704-1,1-2-192-15,-2 1-48 0,1-2 0 0,0-2-1120 0,-1 1-240 0,2 0-32 0,2-2-10128 16,-2-2-2016-16</inkml:trace>
  <inkml:trace contextRef="#ctx0" brushRef="#br0" timeOffset="23489.79">2163 4094 28559 0,'0'0'2544'0,"0"0"-2032"16,0 0-512-16,0 0 0 0,0 0 2352 0,0 0 368 16,0 0 80-16,0 0 16 0,0 0-1792 0,0 0-368 15,9-4-64-15,1-1-16 0,2-3-240 0,0-1-48 16,2-3-16-16,1 1 0 0,2 0 80 0,-1-2 16 16,1 0 0-16,2-2 0 0,0-2-112 0,1 2 0 15,-2 0-16-15,2 2 0 0,-2 0-240 0,-1 2 144 0,-2 2-144 0,0 2 128 16,-2 4-128-16,-1 1 160 15,-1 4-160-15,0 3 160 0,-3 4 288 0,-3 5 64 0,-3 1 16 0,1 3 0 16,0 1 304-16,-2 4 64 0,0 3 16 0,2 0 0 16,-3 0-416-16,0 0-96 15,-2 0-16-15,2-1 0 0,2-3-208 0,-2-1-48 0,0-2-128 16,1-2 192-16,2-1-192 0,-1-4 128 0,1-3-128 16,0-3 0-16,-3-6 0 0,0 0 0 0,0 0 0 0,0 0 0 15,0 0 0-15,7-4 0 0,1-6 0 0,1-1 0 16,-2-2-160-16,-1-2 160 0,1-2-128 0,1-3 128 0,1-1 0 15,1-1-160-15,-1 0 160 0,2 0 0 0,1 0-128 16,-2 4 128-16,2 1 0 0,-2 4 0 0,-1 2 0 16,-1 5 0-16,-1 2 0 0,-7 4 0 0,0 0 0 0,6 4 0 15,1 1 160-15,-2 5-32 0,-3 5 112 0,1 0 16 16,-2 1 16-16,1 2 0 16,-1 4-128-16,0-3-16 0,1-1-128 0,-1-3 192 0,0 2-192 15,2-2 0-15,-1-6 0 0,1 0 0 16,0 0-1968-16,1-1-336 15,1-3-64-15,0 0-18592 0</inkml:trace>
  <inkml:trace contextRef="#ctx0" brushRef="#br0" timeOffset="24039.65">3322 3199 27647 0,'-12'-3'2448'0,"12"3"-1952"0,0 0-496 0,0 0 0 0,-4-1 3328 0,4 1 576 15,0 0 128-15,0 0 0 0,0 0-1856 0,0 0-368 16,0 0-80-16,13-2 0 0,3 1-736 0,-2-2-144 0,2 1-16 0,1-2-16 16,0 1-352-16,2 2-64 0,4-3-16 0,0 2 0 15,0-2-176-15,1 1-32 0,-2-2-16 16,0 1 0-16,2-1-160 0,-2 1 0 15,0 0 0-15,8 0 0 16,-7 0-576-16,-3 4-160 0,-3 0-32 0,-3 0 0 16,-1 0-1488-16,0 1-304 0,-1 6-64 0,-4-1-10752 15,-4 1-2160-15</inkml:trace>
  <inkml:trace contextRef="#ctx0" brushRef="#br0" timeOffset="24218.04">3327 3377 37775 0,'0'0'3360'0,"0"0"-2688"0,0 0-544 0,0 0-128 16,0 0 2240-16,0 0 400 0,8 4 96 0,0 0 16 16,-2-3-1648-16,5 1-320 15,0-1-64-15,4 0-16 0,3 1-256 0,2-2-48 0,2 0-16 0,2 0 0 0,3-2-192 0,0 0-32 16,2-1-16-16,-1 2 0 0,1-3-144 0,0 0 0 16,1-1 0-16,0-2 0 15,0-1-1856-15,0 2-448 0,0-1-80 0</inkml:trace>
  <inkml:trace contextRef="#ctx0" brushRef="#br0" timeOffset="43217.3">4762 2532 11967 0,'-16'-13'528'0,"10"8"112"0,2 0-512 0,-1 0-128 16,1-2 0-16,2 1 0 0,0 0 6400 0,0 1 1264 15,2 5 240-15,0 0 48 0,0 0-4864 0,0 0-976 16,0 0-192-16,0 0-32 0,0 0-1120 0,0 0-208 16,5 8-48-16,0 5-16 0,-2 4-64 0,1 5-16 15,0 7 0-15,1 5 0 0,0 5 48 0,0 0 16 16,0 1 0-16,1 0 0 0,2-4-224 0,-1-2-32 15,0-7-16-15,-1 1 0 0,1-2-208 0,-1-3 176 0,0-2-176 16,0-3 160-16,1-3-160 0,-2-4 0 16,0-1 0-16,-1-3 128 0,-4-7-128 0,0 0 0 0,0 0 0 0,0 0 128 15,0 0-128-15,7-4 0 0,-2-2 0 0,0-4 128 16,-1-1-128-16,0-1 128 0,0-2-128 0,1-2 128 16,-1-3-128-16,1-2 0 0,0-3 0 0,2-2 0 15,-1-4 0-15,2-1 0 0,0-3 0 0,1 0 0 0,0-1 0 0,2 1 0 16,-1 0 0-16,0 4 0 15,2 2 0-15,-3 4 0 0,-2 3 0 0,-2 8 0 0,3 4 0 16,-2 3 0-16,-6 6-144 0,0 0 144 16,0 0 0-16,7 15 0 0,-2 4 0 0,-1 5 0 0,1 1 0 15,0 5 0-15,-1 1 0 0,3 2 144 0,-2 1-144 16,3-3 128-16,1-1-128 0,1-2 128 16,1-6-128-16,-1-1 0 0,1-3 0 0,1-3 0 0,-1-2 0 0,0-1 0 15,-2-3 0-15,0-1 0 0,1-1 0 0,-1-2 0 16,-1-1 0-16,0-2 0 0,-1 0 128 0,-1-1-128 15,2-1 0-15,-1 0 128 0,-7 0 0 0,7-1 0 16,0-3 0-16,-1 1 0 0,0-1 80 0,-1-2 16 16,3-2 0-16,-2-5 0 0,1-1-96 0,-1-2 0 15,1-4-128-15,1-2 192 0,-1-3-192 0,1-3 0 16,0-4 0-16,1 0 0 0,2-3 0 0,0 1-240 16,0 0 32-16,-1 1 0 15,-1 3-1152-15,0 2-240 0,-1 4-32 0,0 6-13808 0,0 6-2768 0</inkml:trace>
  <inkml:trace contextRef="#ctx0" brushRef="#br0" timeOffset="43529.47">4416 2366 44223 0,'-4'-4'3936'0,"1"0"-3152"0,3 4-624 0,0 0-160 0,0 0 1584 0,0 0 272 16,5-4 64-16,3-1 16 0,3 3-976 0,0 2-208 15,2 0-48-15,4 0 0 0,3-4-512 0,1 4-192 16,4 0 0-16,2 0 144 0,2 2-144 0,1-2-144 15,2 0 144-15,3-2-208 16,2 4-1456-16,1 0-304 0,0-2-48 0,2-2-12624 16,-1 0-2512-16</inkml:trace>
  <inkml:trace contextRef="#ctx0" brushRef="#br0" timeOffset="43702.89">5405 2371 18431 0,'-12'-4'816'0,"9"3"160"0,0-1-784 0,3 2-192 0,0 0 0 15,0 0 0-15,0 0 6288 0,0 0 1216 0,0 0 240 0,0 0 64 16,8-2-5136-16,2 0-1024 0,1 0-208 16,2-1-32-16,0-1-960 0,1 2-176 0,3 0-32 0,0-3-16 15,0 1-224-15,0 0 0 0,-2-2 0 0,2 1 0 16,-1 1-592-16,0-2-224 0,-2 4-32 0,-2-3-16 16,0-2-1776-16,-3 3-368 0,0 2-64 0</inkml:trace>
  <inkml:trace contextRef="#ctx0" brushRef="#br0" timeOffset="45111.23">5520 2831 8287 0,'0'0'368'0,"0"0"80"0,0 0-448 0,0 0 0 15,0 0 0-15,0 0 0 0,-3-5 3760 0,3 5 656 16,0 0 144-16,0 0 32 0,0 0-1776 0,0 0-336 0,0 0-80 0,0 0-16 16,0 0-128-16,0 0-16 0,0 0-16 0,0 0 0 15,0 0-240-15,0 0-64 0,0 0 0 0,0 8 0 16,-1-1-480-16,-2 4-96 0,2 1-32 0,0-1 0 16,-2 1-512-16,2 1-96 0,-2 1-32 0,2 2 0 15,0 1-288-15,-1 0-64 0,1-1-16 0,1-2 0 16,1-1-304-16,1-4 0 0,-1 2 0 0,2-4 0 0,-1 2 0 15,-2-9 128-15,0 0-128 16,0 0 0-16,7 7 0 0,-7-7 0 0,0 0 0 0,8-3 0 0,-1 1 0 16,0-2 0-16,-2-1-144 0,0-2 144 0,-2-2-192 0,2-4 32 15,0 0 16-15,2 0 0 0,-1 0-16 16,0-1 0-16,0-2 0 0,1 0 0 0,0 1 16 16,0-1 0-16,1 0 0 0,0 2 0 0,-1-3 144 15,1 4-208-15,-3-3 80 0,2 6 128 16,-2 2-192-16,0 3 192 0,-5 5-160 0,0 0 160 0,0 0-128 0,0 0 128 15,0 0 0-15,4 9-144 0,0 3 144 0,-1 1 0 16,-1 1 0-16,0 0 0 0,-1 1 0 0,2-1 0 0,-1 0 128 16,4 1-128-16,-1 0 0 0,1-2 0 0,1 2 0 15,2 0 128-15,1-4-128 0,1 1 0 16,0-3 0-16,0-1 0 0,1-2 0 0,-1-1-192 16,1 1 192-16,0-4-192 0,1-1-32 0,0-1-16 0,0-1 0 0,0-1 0 15,0-2-64-15,1-3-16 16,-1 1 0-16,-1-4 0 0,0 1 96 0,-2-1 16 15,1-1 0-15,-2-3 0 0,1 0 16 0,1-3 0 0,-2-1 0 16,-1-1 0-16,-1 2 32 0,1 0 16 0,-1-2 0 0,-2 2 0 16,0 1 144-16,-2 3 0 15,-2 2 0-15,-2 3-128 0,-3 2 128 0,-1 4 176 0,-2 1-48 0,-1 3 0 16,-1 3 224-16,0 2 32 0,-1 1 16 0,-1 3 0 16,-2 4-144-16,3 2-48 0,-1 0 0 0,2 1 0 15,1 0-208-15,2 0 0 0,1-1 128 0,3 0-128 16,2 0 0-16,3-1 0 0,2-2 0 0,2-1-160 0,1-1-32 15,1 0-16-15,1-3 0 0,2 0 0 16,1-4-304-16,-1-1-64 0,-1-3-16 0,2-1 0 16,0-2-128-16,2-2-32 0,0-1 0 15,0-3 0-15,-2-3-464 0,-1 0-80 0,2-4-32 16,0 2 0-16,1-1 400 0,-2-2 80 0,-2-1 16 0,1-1 0 0,-2-3 608 16,0 0 224-16,-1-5-144 0,-1 3 144 0,-1-3 352 0,1 2 160 15,-1 1 16-15,-1 2 16 0,-2 0 464 0,0 4 80 16,-1 3 32-16,-3 1 0 0,-2 1 304 15,1 3 64-15,0 2 16 0,1 7 0 0,0 0-464 0,0 0-80 16,0 0-32-16,0 0 0 0,-4 7-432 0,0 2-96 16,1 3-16-16,1 1 0 0,0 3-384 0,1 0 128 15,0 3-128-15,1 0 0 0,0 3 0 0,0 2 0 16,0-3 0-16,1 1 0 0,3-4 0 0,0 2-176 16,-1-2 176-16,0-1-192 15,1 0-832-15,0 0-160 0,0 0-32 0,0-2-16 16,-1-2-1200-16,-1-1-256 0,2 0-32 0,-1-3-16768 0</inkml:trace>
  <inkml:trace contextRef="#ctx0" brushRef="#br0" timeOffset="45321.74">6099 2807 46527 0,'0'0'2064'0,"0"0"432"0,0 0-2000 0,0 0-496 0,0 0 0 0,0 0 0 0,0 0 944 0,0 0 80 15,10 2 32-15,2-2 0 16,2 0 16-16,2-2 0 0,0 0 0 0,2 2 0 0,1 1-624 0,2 0-128 16,1-1-32-16,1 0 0 0,-3-1-128 0,3 0-32 15,-1 0 0-15,0-1 0 16,0 1-592-16,0 0-128 0,0 1-32 0,1 0 0 16,-4 0-2384-16,1 0-464 0,1 1-112 0</inkml:trace>
  <inkml:trace contextRef="#ctx0" brushRef="#br0" timeOffset="45886.55">4429 3313 49823 0,'-13'-7'2208'0,"13"7"448"0,-7-2-2128 0,7 2-528 0,-5-2 0 0,5 2 0 16,0 0 944-16,0 0 80 0,0 0 0 0,0 0 16 0,0 0 96 0,8-3 16 16,6 2 0-16,3 1 0 0,3-2-768 0,6 1-128 15,4 2-48-15,6 1 0 0,7-1-80 0,4-1 0 16,4 1-128-16,4 2 192 0,3-2-192 0,10 2 0 16,5-1 128-16,5 1-64 0,3 0-240 0,3-2-16 15,-1 2-16-15,6-3 0 0,3 2 336 16,2 2 64-16,-1 0 0 0,1 0 16 0,-2-4-208 0,3 2 0 15,2 1 0-15,-5 0 0 0,-4 1 0 0,-5 0 0 16,-6-3 0-16,-3 0 64 0,-4-1-64 0,-3 1 0 16,-1-1 0-16,-7 2 0 0,-6 0 0 0,-6 1 0 15,-7 0 0-15,-7-2 0 0,-7-1 0 0,-4 1 0 16,-4-1 0-16,-2 4 0 0,-3-4 0 0,-3 1 0 16,-2 1 0-16,-8-2 0 0,0 0 0 0,0 0 0 15,0 0 0-15,0 0-160 0,0 0 0 0,0 0 0 0,0 0 0 0,0 0 0 31,-7 0-480-31,1 0-80 0,-2 0-32 0,0 1 0 16,2 2-1312-16,-1-1-272 0,-2 0-48 0</inkml:trace>
  <inkml:trace contextRef="#ctx0" brushRef="#br0" timeOffset="50910.77">5370 4004 21423 0,'0'0'944'0,"0"0"208"0,0 0-928 0,-1-9-224 0,-5 0 0 15,4 1 0-15,1 2 2080 0,1-1 368 0,-2-1 80 0,2 1 16 16,0-4-352-16,2 3-64 0,-1 2-16 0,1-1 0 16,0-3-480-16,-1 1-96 0,0 0-32 0,-1-3 0 15,0 4-176-15,0 0-48 0,-1 0 0 0,0 2 0 16,-1-1-272-16,1 2-64 0,-3 1-16 0,0 2 0 15,0-1-288-15,-1 3-48 0,-1 3-16 0,-2 2 0 0,-3 3-128 0,-2 3-48 16,-2 4 0-16,-2 4 0 0,-1 5-224 0,-2 2-48 16,-2 4-128-1,-2 4 192-15,2 5-192 0,3 1 176 0,0 3-176 0,5-1 160 0,4-3-160 0,3-1 0 16,3-6 0-16,6 2 128 0,1-4-128 16,7-2 0-16,1-6 0 0,5-4 0 0,4-2 0 0,0-3 0 15,1-3 0-15,3-3 0 0,2-2-192 16,0-4 192-16,1-2-160 0,2-2 160 0,0-6-160 15,-1 0 160-15,0-1-160 0,-1-3 160 0,2-3-160 0,-5-2 160 16,0-2-160-16,-2-1 160 0,0 0 0 0,-1-1 0 16,-1-1-128-16,-2-5 128 0,-1 1 0 0,-4-2 0 15,0 1 0-15,-3-2 0 0,-2 0 0 0,-1 2 0 16,-3 4 128-16,-3 0-128 0,-2-1 192 16,-3 2-32-16,-4 1 0 0,-3 0 0 0,1 1 0 0,-3 1 0 0,-3-1 0 0,-1 3 0 15,-1 1-160-15,-1 3 192 0,-4 1-192 0,1 1 192 16,-1 0-192-16,1 2 0 0,1 2 0 15,0 3 0-15,0 2-320 0,3 1 0 0,1 4 0 16,1 0 0 0,1 3-1632-16,2-1-320 0,2 3-64 0,5 5-16 15,2 4-2000-15,1 2-416 0,0-1-80 0</inkml:trace>
  <inkml:trace contextRef="#ctx0" brushRef="#br0" timeOffset="51192.18">5426 4045 42911 0,'0'0'1904'0,"0"0"384"0,-1-3-1840 0,1 3-448 0,0 0 0 0,0 0 0 0,0 0 1808 0,0 0 272 16,-3 11 48-16,2 2 16 0,1 1-672 0,-1 5-144 15,1 5-32-15,1 3 0 0,-1-1-720 0,2 3-128 16,2 0-48-16,0 1 0 0,2 0-192 0,-4-2-32 15,2 2-16-15,1-5 0 0,2-1-160 0,-1-4 0 16,-2 1 0-16,1-1 0 0,2-6 0 0,-1 1 0 16,0-1 0-16,0-4-176 15,-1-1-832-15,2 2-160 0,-1-5-48 0,1 1 0 16,1-1-1424-16,0-3-304 0,1 1-48 0,1-3-17424 0</inkml:trace>
  <inkml:trace contextRef="#ctx0" brushRef="#br0" timeOffset="51387.21">5832 4281 27647 0,'-10'2'1216'0,"6"0"256"0,4-2-1168 0,0 0-304 0,0 0 0 0,0 0 0 15,-1 9 4960-15,0 1 928 0,-3 2 192 0,3 0 48 16,-1 1-3744-16,2 1-736 0,2 2-160 0,-1-2-16 16,-1 0-1040-16,3-2-208 0,-1 2-32 0,1-2-16 15,-2 0-176-15,2-2 0 0,-1-1 0 0,1 1 128 16,-3-10-768-1,3 7-176-15,-3-7-16 0,0 0-16 0,0 0-1248 0,0 0-240 0,7 6-48 0,1-3-11776 16,1 1-2352-16</inkml:trace>
  <inkml:trace contextRef="#ctx0" brushRef="#br0" timeOffset="51521.51">5927 4201 17503 0,'-16'-19'1552'0,"11"11"-1232"0,0 0-320 0,-2 1 0 15,2 2 4816-15,1 1 912 0,1-1 176 0,3 5 48 0,-5-1-2992 0,1-4-592 16,4 5-112-16,0 0-16 0,0 0-1536 0,0 0-288 15,0 0-64-15,0 0-16 16,3 9-1632-16,1 1-336 0,0 1-64 0,2-1-11552 16,3 0-2304-16</inkml:trace>
  <inkml:trace contextRef="#ctx0" brushRef="#br0" timeOffset="51888.95">5997 4305 19343 0,'0'0'848'0,"0"0"192"16,-4 6-832-16,2 0-208 0,-1 2 0 0,0 1 0 0,1 3 6368 0,0-3 1232 15,1 4 240-15,0 1 48 0,1-1-4768 0,0 0-960 16,-1 0-192-16,1 1-48 0,1-1-1088 0,-1-2-240 0,0 0-32 16,1-2-16-16,2 0-256 0,-1-1-48 0,0 1-16 0,-2-9 0 15,0 0-64-15,0 0-16 16,4 6 0-16,-4-6 0 0,0 0-16 0,0 0 0 16,0 0 0-16,0 0 0 0,0 0-128 0,6-3 0 0,1-3 0 0,-1 0 0 15,1-2 0-15,-1-1 0 16,1-2 0-16,2 0 0 0,3-4 0 0,-1 0 0 0,0-2 0 0,0-1 0 15,2-2 0-15,-1 0 0 0,3 1 0 0,-1 3 0 16,0 3 0-16,1 3 0 0,-2 2 0 0,-2 1 0 0,-2 3 0 16,2 3 0-16,-2 1 0 0,0 3 0 15,-1 1 0-15,-1 4 0 0,-2 2 160 0,0 2-160 16,-1 1 176-16,0 2-176 0,-2 1 160 0,1 0-32 0,0-1-128 0,-1 1 0 16,-1-2 0-16,2 2 0 0,-2-3 0 15,1 0 0-15,-1-3 0 0,0 1 0 0,1-2 0 16,-1 1 0-16,0-3 0 0,1-1 0 15,-2-6-448-15,2 8-64 0,2 0-32 0,0 0 0 16,-4-8-2256-16,8 6-448 0</inkml:trace>
  <inkml:trace contextRef="#ctx0" brushRef="#br0" timeOffset="64238.07">2800 5805 20271 0,'-9'-4'896'0,"9"4"192"0,0 0-880 0,0 0-208 0,-2-7 0 15,-1 1 0-15,2 1 3504 0,1 5 656 0,0 0 128 0,0 0 16 16,0 0-1872-16,0 0-384 0,0 0-80 0,-4 7-16 16,-3 4-864-16,1-1-160 0,-1 5-32 0,1 3-16 15,-2 5-288-15,0 2-48 0,0 1-16 0,0 0 0 16,1 0-208-16,-1 0-64 0,0-5 0 0,1 1 0 15,2-5-128-15,-1 0-128 0,-1-1 192 0,1-2-192 16,0-1 176-16,1-2-176 0,0-2 160 0,1-1-160 16,4-8 160-16,0 0-160 0,0 0 160 0,0 0-160 0,0 0 0 15,0 0 0-15,0 0 0 0,-4-7 0 16,3-1 0-16,0-2-192 0,1-2 48 0,2-2 0 0,1-3-176 16,2-7-16-16,3-2-16 0,0-1 0 15,0-2 64-15,1-1 16 0,0 0 0 0,0-2 0 0,0 0 144 16,-1 5 128-16,1 2-192 0,0 3 192 0,-1 1-144 15,0 4 144-15,0 7 0 0,-1 2-144 0,0 2 144 0,-7 6 0 16,0 0 160-16,0 0-160 0,8 7 320 0,1 4-16 16,0 2-16-16,-1 4 0 0,0-2 48 0,1 4 16 15,0 0 0-15,0 2 0 0,1 1-160 0,2-1-16 16,0-1-16-16,2-1 0 0,1 1-160 0,-1-1 0 16,0-4 0-16,-1 0 128 0,0-2-128 0,-1-1-144 15,0 0 144-15,0-3-208 16,-2-1-1728-16,2 0-352 0,-1-1-64 0,4 4-10832 15,-1-2-2160-15</inkml:trace>
  <inkml:trace contextRef="#ctx0" brushRef="#br0" timeOffset="65181.39">2746 5887 32015 0,'-13'0'1408'0,"13"0"320"0,0 0-1392 0,-4 4-336 0,0 0 0 0,4-4 0 0,-5 5 1024 0,5-5 144 16,-4 6 32-16,1 5 0 0,0-3 96 0,1 3 32 15,-2 1 0-15,3 1 0 0,-1 2-592 0,1 1-112 16,1 3-32-16,0 0 0 0,0 2-208 0,0 4-32 15,0-2-16-15,0 7 0 0,1 4-112 0,1 4-32 16,-2 2 0-16,2 4 0 0,2 0 32 0,1 1 0 16,-1-8 0-16,1 2 0 0,2 4-224 0,-2 4 128 15,-1 3-128-15,1 2 0 0,-1 2 0 0,1 4 128 16,-2 1-128-16,0 16 0 0,-2-3 0 16,0 1 128-16,2 1-128 0,-2 0 0 0,-2 1 128 0,0-2-128 0,1 1 0 0,-2 2 144 15,0 1-144-15,-1 1 0 0,2-1 0 0,-2 5 128 16,1-3-128-16,-1-4 0 0,2-5 0 0,-1 3 128 15,0 3-128-15,0 1 0 0,1-13 0 0,0 1 0 16,1 3 0-16,-1 1 128 0,-1 1-128 16,1 2 0-16,0 2 128 0,-1 3-128 0,0 3 128 0,0-4-128 15,1-1 192-15,0-2-64 0,-2-2 0 0,2 6 0 16,0 0 48-16,1 0 0 0,0-1 0 0,0-3 0 16,0-4 48-16,0-1 16 0,0 1 0 0,0 3 0 15,1 17 16-15,-1-4 0 0,2-8 0 0,1-6 0 0,0-8-64 16,1 3 0-16,0 3 0 0,-1-3 0 15,1-1-64-15,0 1-128 0,0-1 176 0,0-5-176 0,-1 2 208 0,-1-3-64 16,-2-2-16-16,0 2 0 0,0 1 80 0,2 0 16 16,-2 0 0-16,0-3 0 0,1-2-32 0,0-3 0 15,-1-2 0-15,0-2 0 0,0 3-64 0,0-2-128 16,0 0 176-16,0 0-176 0,1 1 320 0,1-2-32 16,0-4-16-16,0-2 0 0,-1-4-272 0,2-3-176 15,1 0 32-15,-2-2 0 0,-3-2 144 0,3 2 256 16,2-1-64-16,-1 1-16 0,0 1-176 0,-1-2 0 15,-1 2 0-15,2-1 0 0,0 1 0 0,-2-2 0 16,-1-2 0-16,0-2 0 0,3-2 0 0,-2 0 0 16,0-3 0-16,1-1 0 0,-1 2 0 0,-1-2 0 15,0-1 0-15,0 0 0 0,0 1 0 0,-1-1 128 16,1-2-128-16,0 0 0 0,0 0 160 0,1 1-160 16,-1-2 192-16,-1 0-192 0,1-1 0 0,0 1 0 0,0 1 0 15,0-1 0-15,-3-1 0 0,3 0 0 0,1-2 0 16,1 2 0-16,-1-2 0 0,0 0 0 0,-1 1 0 15,0-2 0-15,0-1 0 0,1 0 0 0,1-1 0 16,0 0 0-16,1-2 0 0,-2 1 0 16,1-2 0-16,-1-1 0 0,0 0 0 0,-1-1 0 0,0 0 0 0,-1-1 0 15,1-6-832-15,0 0-112 0,0 0-16 16,0 0-16-16,0 0-3104 0,0 0-608 0</inkml:trace>
  <inkml:trace contextRef="#ctx0" brushRef="#br0" timeOffset="66380.53">2712 12849 14735 0,'-12'5'1312'0,"12"-5"-1056"0,-10 0-256 0,0 1 0 0,1 2 3712 0,9-3 704 16,-10 2 128-16,1-2 16 0,1 0-3392 0,8 0-672 16,-5 0-144-16,5 0-32 0,0 0 1120 0,0 0 224 15,0 0 32-15,0 0 16 0,0 0-1008 0,11-2-192 16,1 1-32-16,1-1-16 0,-1 1-144 0,1-2-48 16,3 2 0-16,-1 1 0 0,0-3-80 0,2 3-32 15,1 0 0-15,4 0 0 0,1-2-16 0,5-1 0 16,-1 2 0-16,6 1 0 0,2 0 0 0,3 0 0 0,2-3 0 0,3 2 0 15,0 1-16-15,2 0 0 16,-1 0 0-16,4 0 0 0,4-3 0 0,0 2-128 16,3-2 192-16,1 2-64 0,3-1 0 0,1 0-128 0,1 1 192 15,0 1-64-15,-2-3-128 0,4 2 192 0,2-2-192 0,3 3 192 16,2-2-192-16,0 1 0 0,2-2 0 16,-4 0 128-16,-3 1-128 0,2 0 0 0,3 2 0 0,3-2 0 15,0 0 0-15,0 1 0 0,-3 0 128 0,0 0-128 16,-3-1 0-16,4 1 0 0,2 0 0 0,0 1 0 15,1 1 0-15,0-1 0 0,-1-1 0 0,-2 1 0 16,-2 0 128-16,5-2-128 0,2 1 0 0,-1 0 128 16,0-1-128-16,-2 1 160 0,-3-1-160 0,2 0 160 15,1 1-160-15,1 1 0 0,2 0 144 0,-1 0-144 0,0-3 0 16,-1 2 0-16,-1 0 0 0,0-1 0 0,0 2 0 0,0-2 128 16,0 2-128-16,-1 0 0 15,-2 2 0-15,-1-2 0 0,-2 2 0 0,1-1 0 0,-3 3 0 16,0-3 0-16,0 2 128 0,0-1-128 15,1 2 0-15,-3 0 0 0,-1-1 0 0,0-1 0 16,0 0 0-16,-1 0 144 0,3 2-144 0,0-1 0 0,-2-2 128 0,-1 2-128 16,-2-1 0-16,-3 1 0 0,-1-2 0 0,1-1 0 15,1 0 128-15,2 3-128 0,0-2 0 16,-1 1 128-16,-3-2-128 0,-1 2 0 16,-5 1 160-16,-1-2-160 0,1 0 128 0,0 1-128 0,1-1 208 0,-2 2-32 15,0-2-16-15,0 0 0 0,2-1-160 0,-4 0 0 16,-2-1 0-16,-2 1 128 0,-3 3-128 0,-2-3 128 15,1-2-128-15,0 2 128 0,0 0-128 0,0 2 128 0,0-1-128 16,-1-1 128-16,0-1 0 0,-3 1 0 16,0 0 0-16,-3 0 0 0,-1-2 32 0,-1 1 0 0,-2-2 0 0,0 2 0 15,-1 0-32-15,-2-1 0 0,-2 1 0 0,2 0 0 16,-1-1 0-16,-1 2-128 0,-4 0 192 0,2-1-64 16,-2-1-128-16,2 0 192 0,-2 1-192 15,0 1 192-15,-1 0-192 0,1 0 160 0,1-3-160 0,-2 3 160 16,-3 3-160-16,0-3 160 0,1-3-160 0,0 3 160 15,1 3-160-15,0 0 0 0,1-1 144 16,-4-1-144-16,-2-1 0 0,0 2 128 0,1-2-128 0,-2 1 0 16,2 0 0-16,-2 2 144 0,1-2-144 0,-11-1 0 15,13 3 128-15,-4-2-128 0,-9-1 0 0,0 0 0 16,11 3 0-16,0-1 128 0,-11-2-128 0,10 2 0 16,-10-2 128-16,11 1-128 0,-11-1 0 0,0 0 0 15,0 0 0-15,9 1 0 0,-9-1 0 0,0 0 0 0,0 0 0 0,0 0-304 16,0 0 64-16,0 0 16 15,0 0-1696-15,0 0-352 0,6-1-64 0,-6 1-11136 16,0 0-2224-16</inkml:trace>
  <inkml:trace contextRef="#ctx0" brushRef="#br0" timeOffset="66831.71">10169 12668 22111 0,'0'0'1968'0,"0"0"-1584"0,-5 0-384 0,5 0 0 0,0 0 4240 0,0 0 768 16,0 0 160-16,0 0 16 0,0 0-3072 0,0 0-608 15,0 0-128-15,0 0-32 0,0 0-208 0,2 7-48 16,2 1-16-16,2 0 0 0,0 0-544 0,1-2-96 15,0 1-32-15,4 1 0 0,1-1-128 0,1 0-16 16,0 0-16-16,0-1 0 0,0-2-112 0,2 1 0 16,1 2-128-16,1-2 192 0,0-1-192 0,0 0 0 0,-2-2 128 15,0 2-128-15,0 0 0 0,0-1 0 0,-2-1 128 16,0 1-128-16,-1-2 0 0,-1 3 0 16,-2 1 128-16,-1-2-128 0,-8-3 160 0,0 0-16 0,7 5 0 0,-2 0 0 15,-5-5 144-15,0 0 32 0,1 8 0 0,-1 0 0 16,-1 1 64-16,-2 0 0 0,-2 0 16 0,-1-1 0 15,-3 1-64-15,-1 2-16 0,0-1 0 16,-6 5 0-16,3-1-128 0,-1-4-16 0,-3 2-16 0,1 0 0 16,2-2-160-16,0-1 160 0,-1 1-160 0,5-4 160 0,-1-1-160 0,1 2 0 15,0-2 0-15,2 2 0 0,-3-2 0 0,2 0-256 16,-1-1 64-16,2 0 16 16,3 1-1344-16,5-5-272 0,0 0-48 0,0 0-13952 15,2 6-2784-15</inkml:trace>
  <inkml:trace contextRef="#ctx0" brushRef="#br0" timeOffset="67382.67">10195 13511 33455 0,'0'0'1472'0,"0"-5"320"15,0-2-1424-15,1 1-368 0,-1 6 0 0,0 0 0 0,0 0 2144 0,0 0 352 0,0 0 80 0,0 0 16 0,0 0-576 16,0 0-112-16,0 0-32 0,4 8 0 0,0 2-752 16,0 3-160-16,-1 1-16 0,1 5-16 0,0 3-288 0,-1 5-48 15,0-1-16-15,2 3 0 0,0 1-208 0,-1 1-48 16,0-1-16-16,0 0 0 0,0-2-128 0,0-4-32 16,0-2 0-16,0-1 0 0,-2-4-144 0,1-2 128 15,0-4-128-15,-1 0 128 0,1-3-128 16,-3-8 0-16,0 0 144 0,0 0-144 0,0 0 0 0,0 0 128 15,0 0-128-15,0 0 0 0,0 0 0 0,0 0 0 16,8-3 0-16,-2-3 128 0,-1-5-128 0,1-2 0 16,-2-3 0-16,2-3 0 0,1-3 0 0,0-2 0 15,3-4 0-15,0-2 0 0,2-3 0 0,-1-1 0 16,1-2 0-16,0-1 0 0,1 1-192 16,1 2 64-16,1-2 0 0,-2 5 0 0,1-3-96 0,-1 4-16 15,-1 2 0-15,-2 4 0 16,-1 1-256-16,-1 4-48 0,-4 5-16 0,0 4 0 15,-3 1-1280-15,-1 9-256 0,0 0-48 0,0 0-16 16,0 6-2032-16,-2 7-416 0</inkml:trace>
  <inkml:trace contextRef="#ctx0" brushRef="#br0" timeOffset="67671.53">10091 13567 25791 0,'-5'0'2304'0,"-2"0"-1856"0,1-1-448 0,6 1 0 0,0 0 5408 15,0 0 992-15,-4-3 192 0,4 3 32 0,0 0-4080 16,0 0-816-16,0 0-176 0,0 0-16 0,9 0-960 16,1-2-176-16,1 0-32 0,2 1-16 0,1 1-208 0,3 0-144 15,1 0 192-15,3-1-192 0,0-2 256 0,2 2-64 16,2-1-16-16,1 1 0 0,0-1-176 0,0-1 0 15,-1 2 0-15,1-1 0 0,2 1 0 0,-2-2 0 16,-2 1 0-16,0 0 0 16,-3 2-736-16,-4 0-176 0,-2 0-48 0,1 2 0 15,1 0-1392-15,0 2-272 0,0 2-64 0,-2-3-18608 16</inkml:trace>
  <inkml:trace contextRef="#ctx0" brushRef="#br0" timeOffset="68683.24">1360 5949 10127 0,'-18'-5'448'0,"10"4"96"0,-1-2-544 0,1 2 0 16,1 1 0-16,2 1 0 0,-1-1 7344 0,6 0 1360 0,-6 2 256 0,6-2 64 15,0 0-6192-15,-2 9-1232 0,-1 1-256 0,3 3-64 16,1 3-464-16,1 0-112 0,-1 4 0 0,3 3-16 16,2 4-208-16,2 6-32 0,0 4-16 0,1 4 0 15,0 0-176-15,0 2-16 0,1 2-16 0,-3-1 0 16,1-1-224-16,0-4 144 0,-1-4-144 0,-1-2 128 15,-2-6-128-15,0-2 0 0,-2-3 0 0,2-1 0 16,-2 0 0-16,-1-4 0 0,0-1 0 0,-1-3 0 16,0-4-1248-16,0-9-128 0,0 0-32 15,0 0 0-15,0 0-1168 0,0 0-240 0,3 6-64 0,-3-6-9344 16,3-6-1888-16</inkml:trace>
  <inkml:trace contextRef="#ctx0" brushRef="#br0" timeOffset="69015.55">1233 6052 20271 0,'-13'-10'896'0,"8"7"192"0,-1-2-880 0,-2 4-208 16,-1-2 0-16,1 1 0 0,3-2 5312 0,1 0 1024 15,-2 1 208-15,6 3 48 0,0 0-4016 0,0 0-784 16,0 0-176-16,0 0-16 0,6-4-912 0,0 0-176 16,1 2-48-16,3-1 0 0,2 2-192 0,2-4-32 15,2 1-16-15,3 0 0 0,7-3 96 0,1 2 0 16,-3 0 16-16,2 0 0 0,3 1-144 0,-2 0-48 15,0 0 0-15,-1 1 0 0,-2 3-144 0,0 0 0 16,-2 0 0-16,0 0 128 0,0 3-128 0,-2 1 0 16,-6 0 0-16,-1 1 0 0,0 0 0 0,-2 2 0 0,-3 2 0 15,-3-1 128-15,0 2 16 0,-1 1 0 0,-2-1 0 16,-2 2 0-16,-3-1 128 0,-3 1 32 0,0 0 0 0,-2 1 0 16,-4 5-48-16,-1 0-16 0,0 1 0 15,-1-4 0-15,-2-3-112 0,1 0 0 0,-2-2-128 0,0 2 192 16,0 0-192-16,1-1 0 0,-2-3 128 15,-2 0-128-15,1-1-368 16,0-2-112-16,1-1-32 0,1 1 0 0,3-2-1584 16,1 0-320-16,2 1-64 0</inkml:trace>
  <inkml:trace contextRef="#ctx0" brushRef="#br0" timeOffset="70715.37">8565 12082 29535 0,'0'0'1312'0,"6"-4"272"0,3-1-1264 0,-1 0-320 0,-5 0 0 0,-3 5 0 15,0 0 1888-15,3-6 320 0,-3 6 64 0,0 0 16 16,0-5 144-16,0 5 48 0,0 0 0 0,0 0 0 16,0 0-1200-16,0 0-224 0,0 0-48 0,0 0-16 15,0 0-256-15,0 0-48 0,0 0-16 0,0 0 0 0,0 0-80 16,4 9-16-16,-4 2 0 0,1-3 0 0,-1 2-320 0,-1 2-80 16,-3-3-16-16,1 1 0 0,1 1 32 0,-2-1 0 15,-1-1 0-15,0-2 0 0,-2 1-32 16,-1-1 0-16,0 1 0 0,1-4 0 0,-1 0-160 0,0-1 0 15,-1-1 144-15,0 0-144 16,0-1 128-16,-1-1-128 0,0-1 160 0,1-1-160 0,0 0 0 16,1-2 0-16,0-1 0 0,0-1-160 0,0 0 160 0,1-2 0 15,0 0 0-15,2 0 0 0,0-1 0 0,2 0-128 16,0-1 128-16,2-1 0 0,1 1 0 0,1-1-128 16,1 2 128-16,2-1 0 0,-2-1 0 0,3 4-128 15,2-1 128-15,1 1 0 0,0 2 0 0,-2 1 0 16,3 0 0-16,2 2 0 0,0-1 0 0,1 2 0 15,1-1 0-15,-1 1 0 0,0 1 0 0,-2 1 0 16,1 1 0-16,-1 0 0 0,0 2 0 0,1-1 176 16,-2 2-176-16,0 0 192 0,-2 2-192 0,-1 1 0 15,-1-1 0-15,1 2 0 0,-3 3 0 0,1-3 0 0,-4 0 176 16,-1 3-176-16,-2-3 192 0,1 2-48 16,-2-1-16-16,-1-1 0 0,1-1 0 0,-3-1 0 15,-1-1 0-15,1 1 0 0,-2-1-128 0,-1-2 0 16,0 0 0-16,0 1 0 0,-1-3 128 0,-1 0 0 15,1-1 0-15,-2-1 0 0,0 0-128 0,0-1 0 0,0 0 0 16,1-2 0-16,0-1 0 0,2 2 0 0,-1-5 0 16,2 2 0-16,1 0 0 0,2-2-176 0,1 1 48 0,1-1 0 15,2 1 128-15,2-3 0 0,2 1 0 0,2 0 0 16,-1-1-128-16,4 0 0 0,1 1 0 16,1 0 0-16,0 2 128 0,0-1 0 0,3 2 0 0,0 2 0 0,-2-1 0 15,0 3 0-15,1 0-144 0,-1 1 144 16,1 1 0-16,-2 2 0 0,-1 0 0 0,0 3 0 0,-1 0 192 0,0-1-64 15,-7-5 0-15,6 8 0 0,0 0-128 0,-2 1 0 16,-2-2 0-16,1 2 0 0,-2 0 0 0,-1 0 0 16,0 0 0-16,0-1 0 0,-4 0 0 15,0 1 0-15,-2-1 0 0,0 2 0 0,0-3 0 0,1 1 0 16,-2-2 0-16,1 1 0 16,-2-2-512-16,1 0-144 0,1 0-32 0,1-1 0 15,5-4-1664-15,0 0-336 0,0 0-64 16</inkml:trace>
  <inkml:trace contextRef="#ctx0" brushRef="#br0" timeOffset="71019.67">9152 12261 31327 0,'0'0'2784'0,"0"0"-2224"0,0 0-560 0,0 0 0 16,0 0 3968-16,-1 6 704 0,-3 1 128 0,1 1 16 16,2-1-2704-16,0 1-560 0,-2 1-96 0,3 2-32 15,0-2-672-15,-1 1-144 0,-1 2-32 0,2 1 0 16,3-1-400-16,-2-2-176 0,2 3 128 0,0-1-128 16,-3 0 0-16,1-4 0 0,1 1 0 0,1-1 0 15,-2-2-944-15,-1-6-272 0,0 0-48 0,4 7-16 16,-4-7-1024-16,4 6-192 0,4-1-64 15,-1 1-11168-15,-7-6-2240 0</inkml:trace>
  <inkml:trace contextRef="#ctx0" brushRef="#br0" timeOffset="71402.23">9071 12151 17503 0,'-9'-2'1552'0,"-3"-1"-1232"0,1 2-320 0,-2-2 0 0,0 2 4736 0,1 1 880 15,-2 0 176-15,2 1 32 0,0 2-2896 0,0 1-592 16,1 1-112-16,-1 3-32 0,0 2-592 0,0 3-112 16,1 1-16-16,0 5-16 0,1 0-560 0,-1 2-128 15,1 3 0-15,2 0-16 0,2 0-176 0,0 2-16 16,2-1-16-16,2-1 0 0,1 1-320 0,2 1-64 16,3-4-16-16,2 2 0 0,2-1-144 0,3 1 0 0,0-1 0 15,4-3 0-15,0-1 0 0,4 0 0 16,0-4 0-16,2 1 0 0,0-2 0 0,1-1 0 15,1-4 0-15,1 2 0 0,1-6-160 0,-1 0 160 16,1-1 0-16,-1-2-144 0,-1-1 144 0,1-2 0 0,-1-3 0 16,2 0-128-16,0-3 128 0,-1-1-128 0,1-1 128 15,-1-1-128-15,-1-2 0 0,1 0 0 0,-2-3 0 16,-1 0 0-16,-2-3 128 0,-1 0-208 0,-1-2 80 16,-2 2 128-16,-4-3-144 0,-1 0 144 0,-4 2 0 0,-2-3 0 15,-1 2 0-15,-5 2 0 0,-3 1 0 0,-3 0 0 0,-1 1 0 0,-3-1 128 16,-2-1-128-16,-2 2 144 0,-2 1-144 0,0-1 0 15,0 1 0-15,-2 0-176 16,-1 1-560-16,3 1-112 0,1 0-32 16,3 0 0-16,-2 0-1344 0,3 2-272 15,0 1-48-15</inkml:trace>
  <inkml:trace contextRef="#ctx0" brushRef="#br0" timeOffset="72886.67">8396 12142 6447 0,'0'0'576'0,"0"0"-576"0,0 0 0 15,0 0 0-15,0 0 2560 0,0 0 384 0,0-3 96 0,-1 2 16 16,-2-1-512-16,-1 0-112 0,4 2 0 0,0 0-16 0,0 0-32 15,0 0 0-15,0 0 0 0,0 0 0 16,0 0-720-16,0 0-128 0,0 0-48 0,0 0 0 0,0 0-448 0,0 0-80 16,0 0-32-16,0 0 0 0,-4-4-160 0,4 4-48 15,0 0 0-15,-4-4 0 0,4 4-208 0,0 0-32 16,0 0-16-16,0 0 0 0,-5-2-128 0,0-1-16 16,5 3-16-16,0 0 0 0,0 0-80 0,-7-2-16 15,7 2 0-15,-6-3 0 0,-1 2-80 0,7 1 0 16,-6 0-128-16,-1-3 192 0,-1 2-48 0,-1 0-16 15,3-1 0-15,-2 2 0 0,0 0 32 0,0-2 0 16,-2 0 0-16,-1 1 0 0,-2 1-16 0,2-1 0 16,-1-2 0-16,0 2 0 0,-1-1-144 15,0 0 192-15,0-1-192 0,0 1 192 0,-1-1-192 0,-1 0 192 16,0 1-192-16,-2-1 192 0,-3-1-192 0,-2 2 0 16,3-4 144-16,-2 1-144 0,-3 0 0 0,1 0 0 15,-1 0 0-15,2-2 0 0,-1 1 0 0,-2-1 0 16,0-2 0-16,-10-4 0 0,2 1 0 0,1-1 0 15,0 1 0-15,2 2-128 0,2 2 128 0,-2-4 0 16,0-2 0-16,-7 1 0 0,-6-3-208 0,0 1 32 16,-2-1 16-16,-1-1 0 0,2-2 160 0,-1 0 0 0,1 1 0 15,2 0 0-15,1-4 0 0,-2 0 0 0,-2-1 0 16,-2 3 0-16,-1-1 0 0,-3-2 0 0,-1 0 0 0,0-3 128 16,2 0-128-16,3 1 0 0,-2 0 0 0,1 1 0 15,1-3 0-15,1 0 0 0,0-2 0 0,-6 1 128 16,-6-2-128-16,3 0 0 0,1 0 0 15,1-2 0-15,1 0 0 0,1 1 0 0,3 2 128 0,0-4-128 16,-3 1 128-16,0-1-128 0,-1 1 160 0,-2-1-160 16,3 0 192-16,2-2-64 0,2 1-128 0,1 0 192 15,2-1-192-15,2-3 128 0,2-1-128 0,-2-1 0 0,0-1 0 16,-1 2 0-16,-4 2 0 0,2-3 0 0,-1 0 0 16,3 0 128-16,1 0-128 0,1 1 0 0,0 2 0 0,2 0 0 15,3-1 0-15,-1-1 0 0,1-1 0 0,-1-1 0 16,-3 1 0-16,-1 1 0 0,1 2 128 0,1-1-128 15,1 2 0-15,1-1 0 0,5 1 0 0,-2 2 0 16,0 0 0-16,2 2 0 0,0-5 128 0,2 2-128 16,0 0 0-16,2-1 0 0,-1 3 128 0,-1 0-128 0,0 3 0 0,1 0 144 15,1-4-16-15,-2 5 0 0,1-3 0 0,3 2 0 16,1 1 0-16,2 4 0 0,-1-2 0 0,5 2 0 16,0 2 0-16,2-1-128 0,0 2 192 0,2 1-64 15,0-1-128-15,2 4 0 0,0-4 144 0,0 2-144 16,-4 2 0-16,6 1 144 0,0 1-144 0,2 1 0 15,0 0 160-15,0 4-160 0,0 0 128 0,0 3-128 16,1-1 176-16,1 3-48 0,1-2-128 0,-1 1 192 16,7 7-64-16,-5-6 0 0,0 1-128 0,5 5 192 15,-5-6-192-15,5 6 0 0,-6-2 0 0,6 2 0 16,0 0 0-16,0 0 0 0,0 0 0 0,0 0 0 16,0 0 0-16,0 0 0 0,0 0 0 0,0 0 0 0,-8 0 0 15,8 0-160-15,0 0 160 0,0 0-128 16,-5 6 0-16,5-6 0 0,-5 8 0 0,5-8 0 15,0 0-1184-15,0 0-224 0,0 0-64 0,-6 9-21344 16</inkml:trace>
  <inkml:trace contextRef="#ctx0" brushRef="#br0" timeOffset="73919.78">3889 9090 29247 0,'0'0'1296'0,"0"0"272"0,-4-5-1248 0,4 5-320 0,0 0 0 0,0 0 0 0,-3 4 1520 0,1-3 240 16,2-1 48-16,0 0 16 0,0 0 64 0,0 0 16 15,0 0 0-15,0 0 0 0,0 0-672 0,0 0-128 16,0 0-16-16,0 0-16 0,2 12-176 0,2-2-48 15,-2-2 0-15,0 1 0 0,0 0-144 0,-1-2-16 16,-1 1-16-16,0-8 0 0,-1 6-160 0,-1-1-48 16,0 2 0-16,0-2 0 0,2-5-128 0,0 0-16 15,-5 5-16-15,-1-1 0 0,0 3-128 0,3-3-32 0,-5-4 0 0,1 2 0 16,-1-2-144-16,3 0 160 16,-1-2-160-16,0-1 160 0,0-1-160 0,-1-1 0 0,1-3 144 0,1 0-144 15,-2-2 0-15,2-1 0 16,1 0 0-16,1 0 128 0,2-3-128 0,1 1 0 15,1-1 0-15,2 1 0 0,0 1 0 0,1-1 0 16,1-2 0-16,1 4 0 0,3 0 0 0,0 1 0 16,1-1 0-16,0 2-128 0,2-2 128 0,1 1 0 15,-1 1 0-15,2 3 0 0,0-1 0 0,1 1 144 0,-4 2-144 16,1 0 0-16,0 1 176 0,0 2-176 0,-3 2 160 0,0 2-160 16,-9-3 160-16,10 8-160 0,-1-2 160 0,-3 3-160 15,-1-1 192-15,-3 1-64 0,0 2-128 0,-4-1 192 16,2-1-48-16,-1 2-16 0,-3-1 0 0,0-1 0 15,-1 3 0-15,-1 0-128 0,-2-4 192 0,1 2-64 0,-2 2-128 16,0 1 192-16,-4-3-192 0,1-2 192 0,2-3-192 16,-1 0 0-16,-3 1 144 0,0-2-144 0,1-3 128 0,0-1-128 15,1 0 128-15,-1-1-128 0,0-1 0 16,1-2 128-16,0 2-128 0,2-2 0 0,2-1 0 16,0-2 0-16,2-1 0 0,0 2 0 15,3-5 0-15,0 1 0 0,3-2 0 0,3 2 0 0,0-5 0 0,4 4 0 16,2 0 0-16,0-2 0 0,0 2-128 15,2 0 128-15,2 1-128 0,0 1 128 0,0-1 0 0,3 3-128 16,0 1 128-16,0 4 0 0,0-3 0 0,-1 3 0 16,0 2 0-16,-1 3 128 0,0 1-128 0,-1 4 0 15,1 1-128-15,-3 2 128 0,0 4 0 0,-2-2 0 16,-3 1 0-16,1 4 0 0,-2 3 0 0,-2 0 0 16,-2-1 0-16,-1-1 128 0,-1 1-128 0,-3-1 128 15,-1-4-128-15,-1 0 128 0,-2-4-128 0,1 0 192 16,-4 0-64-16,1-1 0 0,-3-3-96 15,0 1-32-15,0 0 0 0,-2-1 0 0,-2-3 0 0,2 3 0 0,-2-2 0 0,0-2 0 16,0-2 0-16,0-2 0 0,-1-2 0 16,-1 0 0-16,3-2 0 0,-1 0-128 0,0-3 128 0,4-2-160 31,1-5-1504-31,8-8-320 0</inkml:trace>
  <inkml:trace contextRef="#ctx0" brushRef="#br0" timeOffset="74837.47">5765 10894 16575 0,'0'0'1472'0,"-4"-2"-1168"0,-1-3-304 0,1-1 0 0,0 0 7040 0,4 6 1360 15,0 0 272-15,0 0 48 16,0 0-6128-16,0 0-1232 0,0 0-240 0,3 8-48 0,-1 1 32 0,1-1 16 15,-3 3 0-15,3 4 0 0,-1 0-592 0,1 5-112 16,-2 2-32-16,0 3 0 0,-1 0-96 0,0-1-32 16,-1 1 0-16,0-1 0 0,-1 0-96 0,1-3-32 15,0 1 0-15,1-3 0 0,-3-4-128 0,1 0 0 16,-1-2 144-16,0 0-144 0,1-2 0 0,-2 0 0 16,0-2 0-16,0 1 128 0,0-3-128 15,0 0 0-15,0-2 0 16,4-5 0-16,-6 4 0 0,6-4 0 0,-7 0-128 0,7 0 128 0,-5-3-288 0,0-1 32 15,0-1 0-15,1-3 0 0,-1-1-64 0,-1-5 0 16,2-2 0-16,2-5 0 0,-1-1 0 0,2-3-16 0,0-4 0 0,1-2 0 16,1 0 96-16,0-2 32 0,-1 2 0 15,3 2 0-15,-1 3 208 0,1 3 0 0,0 2 0 0,-1 4-144 16,1 3 144-16,-1 3 128 0,1 3-128 0,-3 8 176 16,0 0 176-16,0 0 32 0,0 0 16 15,8 0 0-15,-8 0-32 0,9 0-16 0,-1 2 0 0,0 2 0 16,1 1-128-16,1 1-32 0,2 1 0 0,1 1 0 15,-1 1-64-15,-1 0 0 0,1 1-128 0,0 3 192 16,-2 4-192-16,2-2 128 0,0 0-128 0,1-2 0 16,1 0 0-16,-1 0 128 0,0-1-128 0,2-1 0 15,-4-1 0-15,1-1 0 0,1-2 0 0,-1-2 0 0,0 1 0 0,1-3 0 16,-4 0 0-16,0-1-160 16,0 0-928-16,1-2-176 0,2 0-32 0,-1 0-15280 15,-2-2-3072-15</inkml:trace>
  <inkml:trace contextRef="#ctx0" brushRef="#br0" timeOffset="75926.32">3358 8393 37151 0,'0'0'1648'0,"-5"-3"336"0,-3 2-1600 0,3-2-384 0,0 0 0 0,5 3 0 0,-4-2 1024 0,4 2 128 16,0 0 32-16,0 0 0 0,0 0 416 0,-1-8 64 16,1 8 32-16,4-9 0 0,2 2-992 0,-6 7-208 15,7-7-48-15,3 0 0 0,3 1-208 0,0 0-48 16,-2 1-16-16,-5 0 0 0,1 1 80 0,-7 4 32 16,9-4 0-16,-1 1 0 0,1 2-64 0,-9 1-16 15,0 0 0-15,9 1 0 0,-9-1 80 0,0 0 16 16,0 0 0-16,0 0 0 0,5 7 16 0,-1 2 16 15,-3 2 0-15,-1-2 0 0,-2 1 0 0,-2 2 0 16,1 1 0-16,-2 1 0 0,0 2-96 0,-1 0-32 16,1-1 0-16,0 2 0 0,-1-3-48 0,-2 3-16 15,-3 2 0-15,2-4 0 0,3 1-16 0,-1 0 0 16,1-2 0-16,0-1 0 0,1-1-128 0,3-2 160 0,-1-2-160 0,2 0 160 16,-1 2-160-16,2-3 0 0,0-7 0 0,0 0 128 15,0 0-128-15,0 0 0 0,11 1 0 0,-1 0 0 16,1-1 0-16,0 0 0 0,1-2 0 0,0-1 0 15,-2-3 0-15,1-2 0 0,0-1-192 0,1 0 192 32,0-2-992-32,1 1-80 0,0-2-16 0,0 0 0 0,-1-1-1216 15,-2-4-256-15,1 0-64 0,-1 2-11472 0,0-2-2304 16</inkml:trace>
  <inkml:trace contextRef="#ctx0" brushRef="#br0" timeOffset="76325.46">3490 8164 36159 0,'-13'-6'1600'0,"5"3"336"0,-4-1-1552 0,1 1-384 0,-1-1 0 0,2 1 0 0,-1 0 1472 0,2 2 192 16,0 1 64-16,0 0 0 0,0 0 32 0,-2 4 16 16,1-3 0-16,1 5 0 0,9-6-752 0,-11 6-160 15,-1 4-32-15,2 1 0 0,0-1-288 0,-1 3-64 16,-1 2-16-16,5-1 0 0,-4 6-80 0,1 4 0 16,-1 5-16-16,1 4 0 0,-2 1-80 0,2 2-16 15,2 6 0-15,1-1 0 0,2 1-96 0,4-1-32 16,4-5 0-16,0-1 0 0,3-2-144 0,1-2 0 15,4-5 0-15,2-1 128 0,0-3-128 0,3-4 0 16,1-2 0-16,1 0 0 0,0-6 0 0,2-1 0 16,2-2 0-16,-1-2 0 0,-1-2 0 0,1-3 0 15,2-4 0-15,-3 0 0 0,4 1 0 0,-1-3 0 16,1-2 0-16,-1-1 0 0,-1 0 0 0,1-2 0 16,-3-2 0-16,0 3-176 0,-2-3 176 0,0-2-208 15,-1 1 80-15,-2 0 128 0,-2-3-192 0,-1-3 192 16,-1 1-192-16,-2-2 192 0,-2-3-144 0,-3 1 144 0,0-2 0 0,-2 0 0 15,-3 3 0-15,1-5 0 16,-3 1 0-16,0 0 0 0,-1-2 0 0,-3 1 0 0,-1 1 0 0,-3-9 0 16,-1 5 0-16,-1 6 0 0,-2 5 0 0,0 0 0 15,-1 1 0-15,0-2-240 0,0 4 48 0,-1 3 16 16,2 2-848 0,2 1-160-16,1 3-32 0,1-1-16 0,-1-1-1856 0,2 1-368 15,-1 3-80-15</inkml:trace>
  <inkml:trace contextRef="#ctx0" brushRef="#br0" timeOffset="77408.02">3896 9102 13823 0,'0'0'1216'0,"0"0"-960"16,0 0-256-16,0 0 0 0,0 0 3264 0,0 0 592 15,0 0 128-15,0 0 32 0,-4-3-1136 0,4 3-208 16,0 0-48-16,0 0-16 0,0 0-640 0,0 0-128 0,0 0-32 0,0 0 0 15,0 0-592-15,0 0-128 0,0 0-32 16,10 0 0-16,0 0-208 0,2 0-32 0,0 0-16 16,0 3 0-16,-1-3-224 0,1 1-32 0,1 0-16 0,3 1 0 15,1-2-96-15,2 1-32 0,3-1 0 0,1 1 0 16,3 1-128-16,1-1-16 0,2 0-16 16,1 1 0-16,1 0-80 0,2 1-16 0,2-2 0 0,1 0 0 15,3 1 0-15,3 0 0 0,4 2 0 0,3 1 0 0,5 1-16 16,1-1 0-16,-2 0 0 0,3 0 0 0,0-1-128 15,4 0 192-15,1-1-192 0,3-1 192 0,3 1-192 16,-2 1 128-16,-1-2-128 0,0 0 128 16,-3-1-128-16,2 0 128 0,-3 1-128 0,-1-1 128 15,1-1-128-15,-1 1 0 0,0 1 144 0,-2-2-144 0,-3 0 176 0,-2 1-48 16,-4-2 0-16,0-1 0 0,0 1 0 0,-1 0 0 16,-1-2 0-16,1 0 0 0,0 1-128 15,-1-2 0-15,-2 1 0 0,-4-2 0 0,-5 1 0 0,1-1 0 16,-1 1 0-16,-3 1 0 0,0 1 0 0,-2-2 0 15,-2-1 0-15,1 1 128 0,-2 1-128 0,0 1 0 16,-4 0 0-16,0-3 0 0,0 5 0 0,-2-1 0 16,-2-1 128-16,-1 0-128 0,-2 2 0 0,0 0 0 15,-2 0 0-15,-1 0 0 0,-4 0 0 0,0-1 0 16,-1 1 128-16,-8 0-128 0,7-2 0 0,-7 2 0 16,0 0 0-16,0 0 0 0,0 0 0 0,0 0 128 15,0 0-128-15,0 0 112 0,0 0-112 0,0 0 0 16,0 0 0-16,0 0 0 0,0 0 0 0,0 0 0 0,0 0 0 0,0 0 0 15,0 0 0-15,0 0 0 16,0 0-160-16,0 0 160 16,0 0-496-16,0 0-16 0,0 0 0 0,0 0 0 15,3-6-1232-15,-3 6-256 0,0 0-48 0</inkml:trace>
  <inkml:trace contextRef="#ctx0" brushRef="#br0" timeOffset="78111.23">5568 9035 11967 0,'0'0'528'15,"0"0"112"-15,0 0-512 0,0 0-128 0,0 0 0 0,0 0 0 0,0 0 7440 0,0 0 1456 0,0 0 304 0,0 0 48 0,0 0-5760 0,0 0-1152 16,0 0-224-16,0 0-64 0,0 0-864 0,0 0-176 16,0 0-48-16,0 11 0 0,1-2-464 0,2 1-112 15,0 1 0-15,-1-1-16 0,-2 1-112 0,4-1 0 16,1-1-16-16,1 3 0 0,1-2-240 0,1 1 0 16,-1-1 0-16,1-1 0 0,1 0 0 0,1-1 0 15,-1-1 0-15,3-1 0 0,0 1 0 0,1-3 0 16,-1 0 128-16,1 1-128 0,-2-4 0 0,0 2 0 15,-11-3 0-15,8 4 0 0,-8-4 0 0,9 5 0 16,-9-5 0-16,0 0 0 0,6 8 0 0,-6-8 0 16,0 0 0-16,2 9 0 0,-2-3 0 0,-2 2 0 15,-3 1 0-15,0 0 0 0,-3-1 144 16,0 1-16-16,-1 1 0 0,-1-1 0 0,-2 2-128 0,1 0 0 0,-2-1 0 16,0 1 0-16,0-2 0 0,0 0 0 0,2-1 0 15,-1 1 0-15,1-1 0 0,2 0-256 16,3-2 64-16,-2-1 16 15,1-2-2336-15,7-3-480 0</inkml:trace>
  <inkml:trace contextRef="#ctx0" brushRef="#br0" timeOffset="79280.78">6691 9072 8287 0,'0'0'736'0,"0"0"-592"15,0 0-144-15,0 0 0 0,0 0 6464 0,0 0 1248 16,0 0 256-16,0 0 48 0,0 0-4816 0,0 0-976 0,0 0-192 0,0 0-48 16,0 0-320-16,7 4-64 0,0 0 0 0,-7-4-16 15,7 9-656-15,-2-3-128 0,-5-6-32 0,6 9 0 16,-1 2-208-16,-1 1-48 0,0-1-16 0,-1 0 0 15,-2-1-144-15,1 1-32 0,-2-2 0 0,0-1 0 16,0-8 0-16,-2 7-16 0,-2 0 0 0,4-7 0 16,-4 5-144-16,0 0-32 0,-1-2 0 0,5-3 0 15,-6 4-128-15,-1-3 128 0,1-2-128 0,6 1 128 0,-8 0-128 0,1-4 128 16,7 4-128-16,-5-3 128 0,0-3-128 0,0 1 0 16,0-1 0-16,1 0-176 0,1-3 176 0,2 0 0 15,2 1 0-15,-1-3 0 0,1 1 0 0,2-2-160 16,1-1 160-16,1 0 0 0,0 0-192 0,3 1 64 15,1 1 128-15,3 0-208 0,-2 1 208 0,2 1 0 16,0 0 0-16,3 1 0 0,-1 0 0 0,1 1 0 16,1 2 0-16,-1 1 0 0,0 2 0 0,-1 0 0 15,2 1 0-15,-2 1 0 0,0 0 0 0,-1 3 240 16,-1 1-48-16,0 1-16 0,-2 1-176 0,-2 2 0 0,0 1 0 16,0 2 0-16,-2-1 128 0,1 3 0 15,-2 1 0-15,-2 1 0 0,-2-2-128 0,-1 0 0 0,-1 0 0 16,-2 0 0-16,-2-3 128 0,0 1 0 15,-1-1 0-15,1-1 0 0,-1-1 0 0,-2-1 0 16,-1-1 0-16,0-1 0 0,0 1-128 0,-2-4 0 16,1 1 0-16,-2-3 112 0,0 1-112 0,2-1 0 15,-3 0 0-15,0-1 0 0,-2-2 0 0,2-1 0 0,-1-1 0 0,1 0 0 16,-1-2 0-16,2 1 0 16,1-1 0-16,1 1 0 0,1-3 0 0,1 0-240 0,2-2 80 15,0-1 16-15,4 1 144 0,0-1-128 0,2 0 128 0,2 2-128 16,0-2 128-16,2 0 0 0,1 2 128 0,3 1-128 15,3-4 0-15,0 2 0 0,2 2 0 0,2 1 0 0,-1-1 0 16,2 1 0-16,-1 2 0 0,2 1 0 0,2 1 0 16,-2-1 0-16,1 3 0 0,-1 0 0 15,-2 4 0-15,0 0 0 0,-1 3 0 0,-1-1 0 0,-1 1 0 16,-3 3 0-16,0-2 0 0,-1 3 0 0,-2 3 0 16,-2 1 0-16,-1 3 0 0,-2-1 0 15,-1 0 176-15,-1-1-48 0,-2 0 0 0,-2 2 0 0,-1 0-128 0,-1-2 0 16,-1-2 0-16,0-2 112 15,-1-1-112-15,-1-1 0 0,0-3 0 0,-2 1 0 0,0-1 0 0,0-3 0 16,-2 2 0-16,0-4 0 0,-1 0 0 0,1-4 0 16,0 2 0-16,-1-3 0 0,2-1 0 0,0 0 0 15,1-2 0-15,2 0 0 0,0-1 0 0,0 0 0 16,4-1 0-16,1-2 0 0,2 0 0 16,2-1 0-16,1-1 0 0,2-1 0 0,2 2 0 0,3 0 0 15,1 0 0-15,1 2 0 0,1 0-160 0,2 1 32 16,1 1 0-16,-3 1 0 0,1 0 128 0,1 3 0 15,-1 1 0-15,1 0 0 16,0 1-512-16,-2-2-80 0,2 1-16 0,0 2 0 16,-1-1-2048-16,2 2-416 0,3-1-64 0,2 0-32 15</inkml:trace>
  <inkml:trace contextRef="#ctx0" brushRef="#br0" timeOffset="79899.67">6712 8095 46943 0,'-6'-10'2080'0,"6"10"416"0,0 0-1984 0,0 0-512 0,0 0 0 0,0 0 0 0,3-8 592 0,1 3 32 16,-4 5 0-16,6-4 0 0,2-3 192 0,3 2 32 15,0 1 16-15,2 0 0 0,0 1-528 0,2 0-96 16,-2 0-32-16,2 2 0 0,1-3-208 0,0 1 144 16,-2 3-144-16,-2-2 128 0,0 1 32 0,-1 1 0 15,-2 0 0-15,-1 0 0 0,-8 0 0 0,8 0 0 0,-8 0 0 0,0 0 0 16,0 0-160-16,0 0 0 15,0 0 0-15,0 0 128 0,0 0 304 0,0 0 48 16,0 0 16-16,0 10 0 0,-1-2-496 0,-2 2 0 16,-1 2 0-16,0-4 0 0,-1 0 0 0,0-1 128 15,-2 1-128-15,0 1 0 0,-3 2 0 0,1-1 144 16,1-1-144-16,2 1 128 0,1-4-128 0,0 1 0 16,-1-2 0-16,1 1 0 0,2 2 0 0,2 0-176 15,1 1 48-15,0-9 0 0,3 7 128 0,2-1 0 16,2-1 0-16,0 2 0 0,1-2 0 0,1 2 0 0,2-4 128 0,-1 3-128 15,1-1 0-15,-2 0 0 0,0 0-160 16,0 1 160-16,-1-4 0 0,1 2 0 0,-1-1 128 16,0 1-128-16,-8-4 0 0,0 0 0 0,3 3 0 0,-3-3 0 15,0 0 128-15,0 8-128 0,-1 0 0 0,0 0 144 16,-3 1 64-16,-3-2 16 0,-3 0 0 0,0 3 0 16,-1-4 16-16,-1 2 0 0,1 0 0 15,-4 0 0-15,-2 1-240 0,0-2 0 0,-1 0 0 0,0 0-160 16,2-1 160-16,-1-2-160 0,-1 0 160 0,0-2-160 15,0 2-624-15,1-2-128 16,2-2-32-16,1-2 0 0,1 1-1616 16,2-2-336-16,2 0-64 0,3-3-18208 0</inkml:trace>
  <inkml:trace contextRef="#ctx0" brushRef="#br0" timeOffset="80282.99">6898 7831 22111 0,'-10'-12'976'0,"6"7"208"0,-2-3-944 0,-1-2-240 0,-1-1 0 0,0 2 0 0,-1 0 4352 0,1 1 816 16,-1 1 160-16,-2 1 48 0,-3-1-2688 0,1 4-544 16,0 0-96-16,-1 3-32 0,-2 3-736 0,-1 3-128 15,-1 3-48-15,-2 4 0 0,-2 4-400 0,-3 5-64 0,-2 6-32 0,0 3 0 16,1 6-144-16,1 4-16 16,0 4-16-16,2 1 0 0,3-1-128 0,4 0-32 15,5 1 0-15,4-2 0 0,4 1-272 16,6-1 160-16,6-4-160 0,3 0 128 0,4-3-128 0,3-1 0 0,5-3 0 0,2-3 0 15,2-1 128-15,2-8-128 0,2-3 128 0,2-2-128 16,2-2 0-16,2-3 0 0,0-5 128 0,-1-2-128 16,0-4 0-16,-1-3 128 0,1-2-128 15,-2-3 128-15,0-2-128 0,-1-3 0 0,-2-1 0 16,-2-2 0-16,-4 2 0 0,-2-6 0 0,1 1 0 0,-3-2 0 16,-3-3 0-16,-4-1 128 0,-2-1-128 0,-1 2 0 15,-3-4 0-15,-2 2 0 0,-3 1 0 0,-3-1-176 0,-2-1 176 16,-3 0 128-16,-3 2-128 0,-2 0 176 0,-1 2-176 15,-3-2-192-15,-2 1 32 0,0 1 16 16,-4-1-432-16,1 2-64 0,1 1-32 0,0 2-16096 16,0 1-3200-16</inkml:trace>
  <inkml:trace contextRef="#ctx0" brushRef="#br0" timeOffset="81839.38">6924 9149 17679 0,'0'0'768'0,"0"0"192"0,-4 2-768 0,-1 1-192 0,-2 0 0 0,2-1 0 0,-1 1 1216 0,2-1 224 16,4-2 32-16,0 0 16 0,-5 2 48 0,1 0 0 15,0-2 0-15,4 0 0 0,0 0-144 0,0 0-32 16,0 0 0-16,0 0 0 0,0 0-272 0,0 0-48 16,0 0-16-16,0 0 0 15,2 7 0-15,-2-7-16 0,3 6 0 0,1 2 0 0,0 1 16 0,-2-2 0 16,2 2 0-16,0 0 0 0,3-1-272 0,-2 2-48 16,-1-2-16-16,2 3 0 0,2-1-176 0,1 2-16 15,-1-2-16-15,1 2 0 0,2 0-144 0,-2 1-16 16,3 0-16-16,-1 2 0 0,0 0-48 0,2 3 0 15,2 2 0-15,0 0 0 0,2 1-16 0,1 1-16 16,-1-1 0-16,2 3 0 0,1-1-32 0,1 2 0 16,0 0 0-16,1-2 0 0,1 2 16 0,2-2 0 15,-1 1 0-15,-1-1 0 0,0 1 0 0,1 1 0 16,-2-1 0-16,2 0 0 0,-2-2-16 0,1 0 0 0,-1 3 0 16,1 1 0-16,-1 1-48 0,0 2-16 15,1-2 0-15,0 2 0 0,0-1 0 0,0-2 0 16,0 0 0-16,0-2 0 0,2 0-128 0,0-1 128 0,-2-2-128 15,2-1 128-15,0-2-128 0,-2-1 0 16,-1-1 144-16,0-1-144 0,2-2 0 0,-3 2 0 0,-2-5 0 16,0 1 128-16,0-1-128 0,-1-1 0 0,1 0 0 15,-1-2 0-15,-1-1 0 0,0 1 0 0,-2-1 0 0,1 1 128 16,-2-2-128-16,1 3 0 0,-1-2 0 0,0 1 0 16,-1 1 0-16,0-2 0 0,-1 1 0 0,-1-1 0 15,-2-1 0-15,-1 3 0 0,-1-1 0 0,0-1 128 0,-1 0-128 16,1-1 0-16,-1-1 0 0,0 0 0 0,-6-4 0 15,5 2 0-15,-5-2 0 0,0 0 0 0,0 0 0 0,6 4 0 16,-6-4 0-16,0 0 0 0,7 1 0 0,-7-1 0 16,0 0 0-16,0 0 0 0,0 0-128 0,0 0 0 15,0 0 0-15,6 2 0 16,-6-2-240-16,0 0-32 0,0 0-16 0,0 0 0 16,0 0-912-16,0 0-176 0,8-2-32 15,-8 2-16-15,7-4-1120 0,-7 4-208 0,8-2-64 0,-8 2-15616 16</inkml:trace>
  <inkml:trace contextRef="#ctx0" brushRef="#br0" timeOffset="82808.8">8105 10459 29423 0,'0'0'1296'15,"0"0"288"-15,-5-1-1264 0,5 1-320 0,0 0 0 0,0 0 0 0,0 0 1456 0,0 0 224 16,0 0 48-16,0 0 16 0,0 0-64 0,0 0-16 16,8 6 0-16,0-2 0 0,-1 1-512 0,3-1-96 15,-1 0-32-15,2 1 0 0,4 3-384 0,-1-1-64 16,-1-3-32-16,2 1 0 0,-1 0-112 0,1 2-32 16,2-1 0-16,2 1 0 0,0-2-96 0,2 0-32 15,0 0 0-15,-1 0 0 0,0 1-144 0,-1 0-128 16,-1 1 192-16,0-1-192 0,-1 1 0 0,1-5 0 15,2 2 0-15,-3 0 0 0,-2-1 128 0,1-1-128 0,0 1 0 0,-3-2 0 16,1 1 0-16,-1 0 0 0,-1-2 0 16,-2 0 0-16,-1-2-304 0,-9 2-64 0,0 0-16 0,10-2 0 15,-10 2-1792 1,9-1-352-16,-1 0-80 0,-8 1-16416 0</inkml:trace>
  <inkml:trace contextRef="#ctx0" brushRef="#br0" timeOffset="83666.83">8614 10544 26719 0,'-13'4'1184'0,"13"-4"240"0,-7 2-1136 0,7-2-288 16,-6 0 0-16,6 0 0 0,0 0 4224 0,0 0 800 16,0 0 160-16,0 0 16 0,0 0-3152 0,0 0-624 0,0 0-128 15,0 0-16-15,0 0-704 0,0 0-144 0,0 0-32 16,0 0 0-16,0 0-400 0,9 0 128 15,0 0-128-15,-1 2 0 0,-8-2 0 0,9 5 0 0,0 1 0 0,-4 0 0 16,-5-6 192-16,5 7-64 16,-1 1 0-16,-1 1 0 0,-3 2 96 0,-3-2 16 0,-1-1 0 0,0 1 0 15,1-3 0-15,-1 2 0 0,-3-1 0 0,1-1 0 16,-1 1-80-16,-1-2-16 0,-1-1 0 0,0-2 0 16,2 1-144-16,0-2 160 0,-1-1-160 0,1-1 160 15,1-2-160-15,6 3 0 0,-5-5 0 0,-1 1 128 16,1-2-128-16,3-3 0 0,2 0 0 0,-2-1 0 15,1 1 0-15,2-4 0 0,2 0-176 0,2-1 176 0,2 0-160 0,0-1 160 16,3 1-192-16,-1 1 192 0,0 0-176 0,1 0 176 16,1 1-160-16,-1 3 160 0,-1 1 0 0,2 2-144 15,0 0 144-15,1 4 0 16,-1-2 0-16,-2 4 0 0,-9 0 0 0,0 0 0 0,11 4 0 0,0 2 0 16,-3 1 0-16,-2-1 0 0,-1 3 176 0,-2 2-48 15,1-1 0-15,-2 3 0 0,-2 2 16 0,0 0 0 16,-1 0 0-16,-1 0 0 0,-2 1 0 15,-2-2 0-15,1-1 0 0,-1 0 0 0,-2-1-144 0,1 0 192 16,1-3-192-16,-1-1 192 0,0-2-192 0,-1 1 160 16,1-1-160-16,-1-3 160 0,1 1-160 0,0-2 0 15,7-2 144-15,-8 0-144 0,0-1 0 0,2 0 0 16,-2-3 0-16,4 1 128 0,4 3-128 0,-5-6 0 16,1-3 0-16,1 0-128 0,2-1 0 0,1 1 0 15,1-4 0-15,2 0 0 0,1-1 128 0,1 0-208 16,2-1 80-16,0 1 128 0,3-1-208 0,0 1 80 15,2 0 128-15,1 1-208 0,0 1 208 0,1 2-144 16,-1 0 144-16,-1 3-128 0,0 0 128 0,-1 3 0 0,1 2 0 0,-1 0 0 16,-2 2 0-16,-2 4 0 0,-7-4 0 0,7 7 0 15,0-1 0-15,-2 3 192 0,-1 1-32 0,-2 1-16 16,-2 2 32-16,-1 2 0 0,0 0 0 16,-2 0 0-16,0-2-16 0,0 1 0 0,-3-1 0 15,1 0 0-15,0-1-32 0,-2 0 0 0,0-1 0 16,-1-3 0-16,0 0-128 0,0 0 128 0,0-2-128 0,0 1 128 15,-1-5-128-15,1 2 0 0,-1-2 0 16,2-1 128-16,7-1-512 16,-7-1-128-16,1-1 0 0,2-4-16 0,1-3-1584 0,3-3-304 0,3-2-64 0,2-3-12368 15,1-4-2464-15</inkml:trace>
  <inkml:trace contextRef="#ctx0" brushRef="#br0" timeOffset="84103.47">9438 10024 20271 0,'0'0'1792'0,"0"0"-1424"0,0 0-368 0,0 0 0 0,0 0 5328 0,0 0 1008 16,0 0 192-16,0 0 32 0,0 0-3824 0,0 0-768 16,0 0-160-16,-3 6-16 0,-1 1-336 0,0-1-64 15,-1-1-16-15,-2 2 0 0,-2 1-672 0,0 2-144 16,-1-2-32-16,-2 2 0 0,0 2-192 0,1 1-32 15,0-1-16-15,-1 1 0 0,-2 1-112 0,0 1-32 16,-1-2 0-16,1 1 0 0,0-1-144 0,-1 0 128 16,2-1-128-16,2 0 128 0,-1-2-80 0,3-1-48 15,0 0 0-15,1-2 0 0,1-1 0 0,1-1 0 16,6-5 0-16,-5 6 0 0,5-6 0 0,0 0 0 16,0 0 0-16,0 0 0 0,0 0 0 0,0 0 0 0,0 0 0 0,0 0 0 15,0 0 0-15,0 0 0 0,0 0 0 0,10 1 0 16,2-1 0-16,2 0 0 0,0-1 0 15,2 1 0-15,0-4 0 0,-2 1-128 0,2 1 128 0,-1-1 0 16,2 0 0-16,1 1-128 0,1-2 128 0,0 1 0 16,0-1-240-16,-1 2 64 0,-1-4 16 0,-2 3 0 15,0-1-144-15,-1 0-16 0,-1 0-16 0,-1 0 0 16,-3 0-736 0,0 0-144-16,-1 0-16 0,0 2-16 0,-2-1-688 15,-6 3-144-15,0 0-32 0,0 0 0 0,7-4-1648 0,-3 1-336 16,-4 3-64-16</inkml:trace>
  <inkml:trace contextRef="#ctx0" brushRef="#br0" timeOffset="84333.45">9418 10087 38703 0,'0'0'1712'0,"0"0"352"0,0 0-1648 0,0 0-416 16,0 0 0-16,0 0 0 0,0 0 1776 0,0 0 272 15,0 0 48-15,4 10 16 0,0 0-320 0,0 2-64 16,0 1-16-16,-2 2 0 0,2 1-816 0,1 4-176 15,2-2-16-15,-3 1-16 0,-2 2-272 0,1 0-48 0,0 0-16 0,-2 1 0 16,0-2-144-16,-1 1-16 0,0 1-16 16,0-1 0-16,2-2-176 0,-1 1 0 0,-1-3 0 0,0 2 0 15,0-4 0-15,0 0 0 0,-1-4-144 0,1-2 144 32,0-1-1040-32,0-8-112 0,0 0 0 0,0 0-16 15,0 0-1552-15,0 0-304 0,0 0-64 0,5-4-10560 0,0-3-2112 0</inkml:trace>
  <inkml:trace contextRef="#ctx0" brushRef="#br0" timeOffset="84757.74">9577 9924 34895 0,'-23'-9'1536'0,"14"4"336"0,-5-3-1488 0,3 2-384 0,-1-1 0 0,2 2 0 16,-3-1 2176-16,0-1 352 0,1 3 80 0,-1 2 16 0,-2 2-752 0,0 0-144 15,-1 1-16-15,-1 4-16 0,2 2-560 0,-2 0-112 16,1 4-32-16,-1 4 0 0,-1 5-288 0,-3 6-64 15,1 0-16-15,1 5 0 0,-1 6-176 0,1 3-48 16,0 2 0-16,2-2 0 0,2 0-160 0,3-3-48 16,2-1 0-16,4-2 0 0,1 1-192 0,3-4 0 15,4 2 128-15,3-1-128 0,5 1 0 0,3-2 0 0,1-1 0 16,5 0 0-16,4 0 0 0,1-3 0 16,1-3 0-16,3-3 0 0,0-2 0 15,2-3 0-15,0-3 0 0,1-4 0 0,-1-1 0 0,-1-3 0 16,0-4 0-16,-2-1 0 0,-2-2 0 0,-2-5 0 15,0 2 0-15,-1-4 0 0,1-3-128 0,-1-1 128 16,-2-2 0-16,1-4 0 0,-3 0 0 0,-1-2-128 16,1-1 128-16,-2 0 0 0,-3-2 0 0,0-1 0 15,-1-1 0-15,-2 0 0 0,-3-1 0 0,-1 2 0 0,-2-1 0 16,0 1 0-16,-3-4 0 0,-1 1 0 0,-1-2 0 16,-2 1 0-16,-3-3 0 0,-1 2-160 0,-2 0 32 0,-1 0 0 15,-1 0-64-15,0 1-16 0,-2-1 0 0,0 3 0 16,0-1-528-1,1 2-96-15,-3 1-32 0,2 2 0 0,3 2-1264 16,-4 1-256-16,1 4-48 0,-6-3-19120 0</inkml:trace>
  <inkml:trace contextRef="#ctx0" brushRef="#br0" timeOffset="85409.99">7743 9909 12895 0,'0'0'1152'0,"-5"1"-928"0,-2-1-224 0,1 0 0 16,-2 0 6256-16,2 0 1200 0,6 0 240 0,0 0 48 15,-7 4-4736-15,0-3-944 0,7-1-192 0,-6 6-32 16,-2 0-48-16,3 1-16 0,1-1 0 0,1 2 0 16,0 1-976-16,2-2-192 0,0 2-32 0,1 0-16 15,1 3-192-15,2-3-48 0,-2 1 0 0,2 2 0 0,2 2-320 0,-1-2 128 16,0 0-128-16,0-1 0 0,-2 2 144 0,2 0-144 16,1 1 192-16,-1-1-192 0,3 0 0 0,-1-3 0 15,1 2 0-15,1-2-144 0,-2 1 144 0,2-2 0 16,-1 1 0-16,-1-1 0 0,1-1 0 15,-1-1 0-15,-6-7 0 0,7 6 0 0,-7-6 0 0,5 7 0 16,-5-7 0-16,0 0 0 0,0 0 0 0,0 0 0 16,0 0 0-16,0 0 0 0,0 0 0 15,0 0 0-15,0 0 0 0,0 0 0 0,-4 6 144 0,-1 1-144 16,-2-2 192-16,-1 0-192 0,-1-1 192 0,-1 0-64 16,-2 1 0-16,2-4-128 0,-1 2 224 0,-1 1-64 15,-2-1-16-15,0 1 0 0,1-1-144 0,0 3 0 16,0-2 144-16,0-1-144 0,1 0 0 0,0 0 0 15,0-1 0-15,2 1 128 0,-2 0-128 0,2-2-128 16,2 1 128-16,-2 0-192 16,0-2-1344-16,10 0-256 0,0 0-64 0,0 0-22240 0</inkml:trace>
  <inkml:trace contextRef="#ctx0" brushRef="#br0" timeOffset="86201.07">8404 10660 3679 0,'0'0'320'0,"0"0"-320"0,-3-4 0 0,3 4 0 16,0 0 5264-16,0 0 992 0,0-8 192 0,0 8 32 15,0 0-3584-15,0 0-720 0,0 0-128 0,0 0-48 16,0 0-16-16,0 0 0 0,0 0 0 0,0 0 0 0,0 0-512 0,0 0-96 16,3 8-32-16,-1 2 0 0,1 3-288 0,-2 4-64 15,1 2-16-15,-2 1 0 0,0 3-272 0,0 1-48 16,0 4-16-16,0 2 0 0,1 1-192 0,-1 5-64 15,0 5 0-15,0 5 0 0,0 4-160 16,0 4-32-16,0 1-16 0,1-2 0 0,0-2-48 0,1 0 0 16,-1 1 0-16,0 0 0 0,-1 0-128 0,0 0 128 15,0-1-128-15,2-1 128 0,-1-2 0 0,0-2-128 16,-1-6 192-16,-1-1-64 0,1-6 64 0,0-1 0 16,-1 1 0-16,-1-2 0 0,1-1-64 0,0-1 0 15,1-2 0-15,0-1 0 0,0-2-128 0,0-3 160 16,0-2-160-16,0-2 160 0,0-3-160 0,0-2 0 15,1-1 0-15,-1-1 128 0,0-3-128 0,0-7 0 16,0 0 0-16,0 0 0 0,0 0 0 0,0 0 0 16,0 0-176-16,0 0 176 0,0 0-240 0,0 0 48 15,0 0 0-15,0 0 0 16,-3-11-720-16,2 1-144 0,0-3-32 0,0-2 0 16,-2 0-1280-16,3-1-256 0,3 2-48 0,-1-3-17680 0</inkml:trace>
  <inkml:trace contextRef="#ctx0" brushRef="#br0" timeOffset="86685.12">8210 11391 4607 0,'0'0'400'0,"0"0"-400"0,0 0 0 0,0 0 0 0,0 0 9408 0,0 0 1808 16,0 0 368-16,0 0 64 0,0 0-7840 0,0 0-1568 15,0 0-304-15,0 0-64 0,0 0-800 0,6 5-176 16,1-1-16-16,-1 3-16 0,1 1-288 0,0 2-48 15,1 2-16-15,1 1 0 0,2 1-240 0,1 2-48 16,1 2-16-16,2 0 0 0,0-1-144 0,-1 2-64 16,-1-5 0-16,0 0 0 0,0 1 0 0,-1-5 0 15,-1-1 0-15,1-1 0 0,1-3 0 0,-2-1 0 16,-1-1 0-16,-1-2 0 0,0 2 0 0,0-6 0 16,-1-1 0-16,1-2 0 0,1-5 0 0,-1 1 0 15,-2-2 0-15,1-1 0 0,0-1 0 0,1 1 0 0,-1-4 0 0,0 0 0 16,0 0 0-16,0 1 0 0,-1-5 0 0,1 2 0 15,0-2 0-15,0 0 0 0,0-3 0 16,-2 4 0-16,-1 1 0 0,2 1 0 0,-1 0 0 0,0 3 0 16,-2 2 0-16,-1-1 0 0,1 1 0 0,-2 4 0 15,0 0-704-15,1 1-128 0,-2 1-16 16,-1 7-16-16,0 0-1440 0,0 0-304 0,0 0-48 0</inkml:trace>
  <inkml:trace contextRef="#ctx0" brushRef="#br0" timeOffset="93696.56">1611 14927 18431 0,'-7'-11'816'0,"3"8"160"0,-2-4-784 0,3 0-192 0,-1 0 0 0,2-1 0 0,1 0 5552 0,1 1 1056 16,0 1 224-16,0 6 32 0,0 0-4016 0,0 0-800 15,0 0-176-15,0 0-16 0,0 0-704 0,0 0-128 16,0 9-16-16,3 2-16 0,1 3-496 0,-1 3-112 16,-1 2 0-16,2 5-16 0,1 1-128 0,-1 5-32 15,2 7 0-15,1 5 0 0,-1-1-80 0,2-1-128 16,0 2 176-16,0-3-176 0,-4-1 128 0,2-3-128 15,1-4 0-15,-2-1 0 0,-1-4 160 0,0-4-160 16,0-5 128-16,-2-2-128 0,-2-4 0 0,3 0 128 0,0-6-128 0,-3-5 0 16,0 0 176-16,0 0-48 15,0 0-128-15,0 0 192 0,0 0-192 0,3-5-192 16,0-6 48-16,1 1 0 0,0-4 144 0,0-1 0 16,-4-6 0-16,2-1 0 0,2-1 0 0,0-3 0 0,0-3 0 0,0-2 0 15,3-2 0-15,-1-1 176 0,-1 0-176 0,2 0 192 16,-1 3-192-16,0 1-144 0,0 3 144 15,1 2-208-15,-2 4 208 0,1 5 0 0,0 5 0 16,-3 3 0-16,-3 8 0 0,0 0 0 0,0 0 0 16,10 12 0-16,-3 5 0 0,1 2 0 0,-3 7 0 0,1 4 0 15,-1 5 0-15,0 2 0 0,2 2 0 0,-1 0 0 16,1-5 128-16,0 1-128 0,1-2 0 0,1-3 0 16,1-3 0-16,-3-3 0 0,1-3 0 0,0-5 0 0,-1-3 128 15,-1-1-128-15,1-4 0 0,-1-3 0 16,-1-1 0-16,-5-4 0 0,8 0 0 15,-1-1 0-15,-1-3 0 0,-1 0 0 0,2-4 0 0,-2-1 0 0,0-1 0 16,2-3 0-16,-2-3 0 0,0 0 0 0,0-3 0 0,1-2 0 16,-1-3 0-16,0 0 0 0,0-4 0 0,1 1 0 15,-1-3-240-15,0-1 80 16,-1 1-880-16,0-2-176 16,0 4-48-16,1 2 0 0,3-3-2256 15,-4 3-464-15</inkml:trace>
  <inkml:trace contextRef="#ctx0" brushRef="#br0" timeOffset="93963.63">1339 14707 20271 0,'-7'0'1792'0,"0"-3"-1424"0,-3 2-368 16,4 1 0-16,1 0 6160 0,5 0 1168 0,0 0 224 15,0 0 64-15,0 0-5152 0,0 0-1024 0,0 0-208 0,0 0-32 16,10 0-624-16,3 0-112 0,2-2-16 0,0 1-16 16,3-2-432-16,3 2 0 0,1 0 0 0,2-1 0 15,1-1 0-15,2 0 0 0,-1-1 0 0,2 0 0 16,0 0-1120-16,1 2-160 16,0-1-16-16,-1 0-16 0,2 1-2368 0,2 0-480 15</inkml:trace>
  <inkml:trace contextRef="#ctx0" brushRef="#br0" timeOffset="94117.23">2056 14760 11055 0,'0'0'480'0,"0"0"112"0,0 0-464 0,0 0-128 0,0 0 0 0,0 0 0 0,0 0 8032 0,10-4 1584 16,1 0 320-16,-1 0 64 0,3-1-7120 0,3 0-1440 16,0-3-288-16,3 1-48 0,1 1-736 0,1-1-160 15,-1 0-16-15,3 1-16 16,0 2-784-16,3-2-160 0,0 1-16 0,3 2-16 15,1 3-3056-15,-1 1-624 0</inkml:trace>
  <inkml:trace contextRef="#ctx0" brushRef="#br0" timeOffset="94353.56">2700 14997 36863 0,'0'0'1632'0,"0"0"336"0,0 0-1584 0,0 0-384 16,0 0 0-16,0 0 0 0,0 0 3392 0,0 0 576 0,9 2 128 0,2-2 32 16,-1-2-2592-16,3 1-512 0,1 0-96 0,1-1-32 15,0 0-576-15,1-1-128 0,1-1-32 0,-1 2 0 16,2-2-160-16,0 1 0 0,-1-1 0 0,0 2 0 16,-1-1-1152-1,-2-1-128-15,-1 1 0 0,-3 2-16 0,0 0-1376 0,-3 2-272 0,0 3-48 0,-7-4-16528 16</inkml:trace>
  <inkml:trace contextRef="#ctx0" brushRef="#br0" timeOffset="94523.5">2624 15244 50223 0,'0'0'2224'0,"0"0"464"0,0 0-2160 0,0 0-528 0,0 0 0 0,0 0 0 0,0 0 688 0,10 4 16 15,0-2 16-15,3-2 0 0,4 0-144 0,1-2-48 16,2-2 0-16,5-3 0 0,3-2-400 0,6 0-128 15,4-2 0-15,2 1 0 16,7 1-2896-16,7 0-688 0</inkml:trace>
  <inkml:trace contextRef="#ctx0" brushRef="#br0" timeOffset="95098.85">3948 14481 9215 0,'-2'-26'400'0,"0"6"96"0,-3-1-496 0,-1 1 0 0,1-1 0 0,0-3 0 0,2 1 7168 0,1 2 1344 16,-4 1 272-16,1 2 48 0,1 0-5808 0,0 1-1168 15,-1 3-224-15,-1-1-48 0,0 5-304 0,1-1-64 16,0 5-16-16,0-1 0 0,-3 2-368 0,1 1-80 15,7 4-16-15,0 0 0 0,-9 0-208 0,9 0-32 16,-6 7-16-16,-1 3 0 0,-1 2-192 0,1 5-32 16,-1 2-16-16,0 6 0 0,0 7-80 0,2 5-16 15,-1 6 0-15,2 2 0 0,1 0-16 16,0 5-128-16,0 2 192 0,3-12-64 0,1 7-128 16,1 8 160-16,1 5-160 0,0 1 160 0,3 1-160 0,1-1 192 15,0-1-192-15,2 2 192 0,0 4-192 0,1-4 0 16,0 1 144-16,1-3-144 0,-2-3 0 0,0-3 0 15,0-6 0-15,-2-1 0 0,-2-3 0 0,-1-1 0 16,1-1 0-16,-3-2 128 0,-1-2-128 0,-1-3 0 16,0-2 0-16,-2-3 0 0,-1-2 0 0,-1 0 0 15,1-5 0-15,-1-2 128 0,-1-3-128 0,1-1 0 16,0-4 0-16,0-2 0 0,0-5 0 0,-1 1-208 16,-1-4 48-16,0-2 16 0,7-1-704 0,-8-3-144 15,0-1-32-15,2 0 0 0,2-6-1520 16,3-2-304-16,-1-5-64 0</inkml:trace>
  <inkml:trace contextRef="#ctx0" brushRef="#br0" timeOffset="95629.22">4225 14842 32255 0,'0'0'2864'0,"0"0"-2288"0,-2-4-576 0,2 4 0 15,0 0 3280-15,0 0 560 0,0 0 96 0,0 0 32 0,0 0-1680 16,-2 8-336-16,2 2-64 0,0 6-16 16,0 4-944-16,2 1-192 0,-1 5-32 0,0-2-16 0,2 5-368 0,0 1-64 15,0 3 0-15,0-2-16 0,0 1-240 0,-1 1 144 16,0 0-144-16,0-3 128 0,1 0-128 0,-2-4 0 16,0-2 0-16,1-1 128 0,-1-2-128 0,-1-3 0 15,0-1-160-15,0-6 160 16,-1 1-1216-16,-1-5-128 0,2-7-48 0,0 0 0 15,0 0-1968-15,0 0-400 0,0 0-80 16</inkml:trace>
  <inkml:trace contextRef="#ctx0" brushRef="#br0" timeOffset="95928.33">4131 14836 46191 0,'-5'-7'2048'0,"5"7"416"0,-1-5-1968 0,1 5-496 16,3-5 0-16,0-1 0 0,-3 6 1216 0,7-3 160 15,-2-3 32-15,3 1 0 0,1 2-112 0,2 1-16 16,0-1 0-16,2 1 0 0,0 0-768 0,2 1-144 0,0 1-48 0,2 0 0 16,2 0-144-16,0 1-48 15,2 1 0-15,1 0 0 0,2 2-128 0,0 0 0 0,0 0 144 0,-2 3-144 16,-2-4 0-16,-3 3 128 0,-2-1-128 0,0 3 0 16,-4 1 128-16,0 0-128 0,-3 0 128 0,-2 3-128 15,-2 0 0-15,-3-2 0 0,-1 0 0 0,-2 2 0 16,-4 1 128-16,0 0 16 0,-2-1 0 0,-4 4 0 15,-1-3-144-15,0 1 0 0,0-1 0 0,0-3 0 16,-1 0 0-16,0-3 0 0,2 1 0 0,-1 0 0 0,-2 0-160 16,2-2-16-16,2 1 0 0,-1-1 0 15,-1 1-1376-15,2 5-288 16,4-2-48-16,0 3-21888 0</inkml:trace>
  <inkml:trace contextRef="#ctx0" brushRef="#br0" timeOffset="96805.06">4955 15227 20271 0,'0'0'1792'0,"2"-9"-1424"0,-1-2-368 0,2 2 0 0,-1 0 3504 0,1 0 624 16,-2-3 128-16,0 3 32 0,1-2-2672 0,-2 2-528 15,0-2-96-15,-3 1-32 0,2 1 448 0,0 0 64 16,-2 1 32-16,-1 2 0 0,-1-1-672 0,-2 3-128 15,1 1-16-15,-3 1-16 0,-3 2 64 0,1 3 16 0,0 3 0 0,-2 4 0 16,-8 0-208-16,1 4-32 0,-2 3-16 0,1 1 0 16,2 5-160-16,0-1-16 15,3 0-16-15,0 0 0 0,2 2-48 0,1-4-16 16,3-3 0-16,5-2 0 0,3 2-240 0,2-6 0 0,2 1 0 0,-2-12 0 16,9 8 0-16,-9-8 0 0,15 7-176 0,0-2 176 15,0-5-336-15,2-4 48 0,1-3 16 0,0-2 0 16,0-1-96-16,-1-2-16 0,0 0 0 0,-1-2 0 15,-3-4-16 1,0-1-16-16,-1 1 0 0,-1-1 0 0,-1-5 0 0,0-2 0 16,0 0 0-16,0-1 0 0,-3-3 112 0,0-3 32 0,-1-2 0 0,0 1 0 0,-1 0 112 15,-1-1 32-15,0 1 0 0,-2 4 0 16,1 3 288-16,-3 3 64 0,-1 6 16 0,-1 5 0 0,2 2 464 0,0 11 80 16,-5-6 32-16,5 6 0 0,0 0-112 0,0 0-32 15,-5 12 0-15,0 3 0 0,2 5-384 0,2 3-80 16,-1 3-16-16,2 6 0 0,0 2-192 15,3-3 0-15,1 0 0 0,1-1 0 0,-1-5 0 0,3 1 128 16,0 0-128-16,0-3 0 0,-1-2 0 0,2 0-256 16,-1 0 48-16,-1-4 16 15,1-4-1504-15,-1 0-288 0,0-4-64 0,-6-9-16 16,9 7-1408-16,-2-3-288 0,-7-4-48 0</inkml:trace>
  <inkml:trace contextRef="#ctx0" brushRef="#br0" timeOffset="97161.85">5236 14786 36735 0,'0'0'1632'0,"0"0"336"0,0 0-1584 0,0 0-384 15,0 0 0-15,0 0 0 0,0 0 2288 0,0 0 368 0,0 0 80 0,0 13 16 16,-2 4-768-16,4 3-128 0,-1 3-48 0,2 2 0 16,-2 4-832-16,2 2-160 0,0 1-48 0,1 0 0 15,2-2-432-15,0-2-80 0,1 0-32 0,0-1 0 16,0-3-96-16,-1 2-128 0,0-4 176 0,0-1-176 15,-1-7 160-15,2 2-160 0,-1-3 128 0,0-4-128 16,-6-9 144-16,0 0-144 0,0 0 160 0,0 0-160 16,0 0 160-16,0 0-160 0,9 0 160 0,-9 0-160 15,6-7 144-15,1-2-144 0,-1 0 128 0,0-4-128 0,-1-1 0 0,0-6 128 16,2-2-128-16,-1 0 0 0,1-4 0 0,0 0 0 16,1-4 0-16,0-2 0 15,0-2 0-15,1-3 0 0,0-2 0 0,0-3 0 0,0 0-144 0,0 3-16 16,1 2 0-16,-4 5 0 0,-1 5-112 0,1 2-32 15,-3 6 0-15,0 6 0 16,-3 2-656-16,1 3-128 0,-1 8-16 0,0 0-16 16,0 0-1024-16,0 0-208 0,0 0-32 15,3 12-11696-15,-2 3-2352 0</inkml:trace>
  <inkml:trace contextRef="#ctx0" brushRef="#br0" timeOffset="97448.08">5134 15038 46239 0,'0'0'2048'0,"-8"-2"432"0,2 1-1984 0,6 1-496 0,0 0 0 0,0 0 0 15,0 0 1520-15,0 0 208 0,0 0 32 0,8-4 16 16,2 0-544-16,4 0-96 0,2-1-32 0,3 1 0 15,2 2-704-15,0-4-144 0,1 2-16 0,2 1-16 16,1-1-32-16,1 0-16 0,2-1 0 0,1 1 0 16,-2-3-176-16,2 2 128 0,2-2-128 0,-10 1 128 0,1 1-128 0,3-1 0 15,0 1 144-15,1 3-144 16,0-5-912 0,-1 3-256-16,-2 2-48 0,0-4-23552 0</inkml:trace>
  <inkml:trace contextRef="#ctx0" brushRef="#br0" timeOffset="107359.04">1678 17044 34095 0,'-5'-6'3024'0,"-1"2"-2416"0,6 4-480 0,0 0-128 16,-5 2 1408-16,5-2 272 0,0 0 48 0,0 0 16 15,-2 13-848-15,2 2-192 0,1-1-16 0,0 2-16 16,2 2 208-16,1 5 32 0,0 5 16 0,1 2 0 16,1-2-320-16,1 6-64 0,-3-1-16 0,2 1 0 15,1 0-48-15,-1-2-16 0,-2 0 0 0,2-4 0 16,0-2-160-16,1-4-48 0,-1-1 0 0,-1-1 0 0,0-3-112 0,-1-2-16 15,2-3-128-15,-6-12 192 0,2 11-64 0,-2-11-128 16,4 9 176-16,-4-9-176 0,0 0 240 0,0 0-64 16,0 0-16-16,0 0 0 0,0 0 32 0,3-11 16 15,1-2 0-15,0 0 0 0,-2-1-64 0,2-3-16 16,-3-4 0-16,3-1 0 0,2-3-128 0,-1-2 0 16,-1-2 0-16,1-3 0 0,1-5-256 0,4 1 64 15,-1-2 0-15,0 0 16 0,1 1-48 16,-1 4-16-16,0-1 0 0,1 4 0 0,-3 5 240 0,0 4-192 0,-1 3 192 15,1 5-192-15,-1 2 192 0,2 5 0 16,-8 6 0-16,0 0-144 0,12 0 144 0,-2 4 192 16,1 2-32-16,-1 6-16 0,1 2-16 0,-2 6 0 15,0 2 0-15,0 4 0 0,0 3 64 0,0 2 0 0,-1 4 0 16,1-1 0-16,2 1-64 0,-2 1-128 16,-3-4 192-16,2 1-64 0,1-1-128 0,-1-6 0 0,-1-1 0 15,-1-5 128-15,1-5-128 0,-1-3 0 16,-1 0 0-16,-5-12 0 0,6 8 144 0,-6-8-144 0,0 0 160 0,0 0-160 15,0 0 192-15,0 0-48 0,0 0-16 0,10-8 0 16,-3-1 64-16,-1-3 0 0,-1-1 0 16,1-3 0-16,-3-1-64 0,3-4 0 0,-1 3 0 0,0-4 0 15,-1-3-128-15,0-2 160 0,0 2-160 0,0-1 160 16,0-1-160-16,1-1-176 0,0 0 48 0,0 2 0 16,-1 1-336-16,0 3-64 15,-1-1-16-15,-1 5 0 0,1 0-1120 16,-2 6-240-16,-1 12-32 0,0 0-16 0,4-13-1504 0,-4 13-320 15</inkml:trace>
  <inkml:trace contextRef="#ctx0" brushRef="#br0" timeOffset="107610.44">1305 16984 7359 0,'-4'-16'320'0,"3"9"80"0,-2-1-400 0,3 8 0 0,0 0 0 0,0 0 0 0,8-8 8240 0,2 1 1552 0,2 1 320 0,4-1 64 15,3 2-7344-15,5 1-1472 0,2-1-288 0,3 1-64 16,1 0-560-16,0 2-128 16,0-1 0-16,1 0-16 0,0 2-304 0,2 1 0 0,-1-2 0 0,4 0 0 31,0 2-672-31,-1 0-240 0,-2 0-48 0,1 2-16 15,0 0-2864-15,1-2-560 0</inkml:trace>
  <inkml:trace contextRef="#ctx0" brushRef="#br0" timeOffset="107770.62">2236 16845 6447 0,'0'0'272'0,"6"-6"80"0,0 1-352 0,0 1 0 0,6 0 0 0,1-1 0 16,4-1 7360-16,2-5 1408 0,0-1 288 0,0 1 48 15,3-1-5904-15,1 3-1200 0,0 1-224 0,3 0-48 16,0 2-1088-16,3 0-224 0,-2 3-32 0,1 0-16 15,0 3-1648-15,2 5-320 0,0 2-64 0,-4 2-11184 16,-4 1-2240-16</inkml:trace>
  <inkml:trace contextRef="#ctx0" brushRef="#br0" timeOffset="108632.22">2529 17244 27647 0,'0'0'2448'0,"0"0"-1952"16,0 0-496-16,12-2 0 0,-3-3 2368 0,-9 5 384 16,9-1 80-16,-9 1 16 0,11 4-608 0,-1 1-112 15,0 3-16-15,0 2-16 0,-1 2-1008 0,1 6-208 16,1 4-48-16,-2-2 0 0,0-1 96 0,-1 4 16 0,-2 1 0 0,1-3 0 16,1 1-400-16,-2-1-80 0,-2 1-16 0,0-3 0 15,0-4-192-15,-2 1-64 0,-2-3 0 0,2-1 0 16,0-1-192-16,-2-11 176 0,0 0-176 0,2 11 160 15,-2-11-160-15,0 0 128 0,0 0-128 0,0 0 128 16,0 0-128-16,0 0 192 0,0 0-192 0,0 0 192 16,4-9-192-16,-2-2 0 0,1-2 144 0,-1-1-144 15,2-3 0-15,1-1 0 0,2-3-160 0,0-3 160 16,0 0-352-16,2 0 32 0,1 3 16 0,-1 2 0 16,0-1-80-16,-1 2 0 0,-3 2-16 15,1 5 0-15,2 3 176 0,-8 8 32 0,0 0 16 0,7-4 0 16,-7 4 176-16,0 0-208 0,0 0 80 0,10 5 128 15,-1 5 0-15,-1 2 0 0,-1 0 0 0,-1 1 128 0,-1 1 80 16,1 2 16-16,-3 5 0 0,5-4 0 16,0-2-96-16,1 2-128 0,-1-4 176 0,1 4-176 15,0-6 0-15,2-1 0 0,-2-2 0 0,1 0 0 0,1-4 128 0,-1 0-128 16,1-2 0-16,-1 1 0 0,-10-3 0 0,12-4 0 16,-2 1 0-16,1-1 0 0,-1-1 0 0,-1 0 0 15,0-2 0-15,0 0 0 0,1-1-240 16,-1-4 48-16,-1 0 16 0,1-1 0 0,-2 0-144 0,1-2-48 15,-1 0 0-15,-1-2 0 16,1-1-208-16,-2 1-32 0,-1 3-16 0,-1 1 0 16,-2 1 160-1,-1 3 16-15,0 9 16 0,0 0 0 0,0 0 304 0,0 0 128 0,0 0-128 16,0 0 128-16,-11 4 0 0,2 2 304 0,0 6-48 0,1 2-16 0,3 2 32 0,1 0 16 0,2-1 0 0,-1 2 0 16,2 2-64-16,1-1-16 0,1-1 0 0,4-3 0 15,2-2-80-15,1 1-128 0,2-3 176 0,0-1-176 16,1-1 128-16,-1-3-128 0,2-2 0 15,1 0 0-15,4-2 0 0,-1-1 0 0,-1-4 0 16,1 1 0-16,-2 1 0 0,1-5 0 0,-1-4 0 0,0 0 0 16,-1-1 0-16,0-1 0 0,2-2 0 0,-2-2 0 15,-3 0 0-15,2-1 0 0,0-2 0 0,-2-3 0 16,-2-2 0-16,0-1 0 0,0-2 0 0,-2-2 0 16,1 2 0-16,-1-1 0 0,-1 2 0 0,1-1 0 15,-3 2 0-15,0 4 0 0,-2 4 0 0,1 5 0 16,-2 2 192-16,0 11-64 0,-2-9 0 0,2 9-128 15,0 0 528-15,0 0 0 0,0 0 0 0,0 0 0 0,-2 13-176 16,2 3-32-16,-2 1-16 0,2 1 0 0,0 2-128 16,0 2-32-16,2 3 0 0,-1 3 0 0,2 0 0 15,-1 0 0-15,1 4 0 0,-1-2 0 16,2-3-144-16,0 0 192 0,-1-2-192 0,1 0 192 16,1-2-192-16,0-1 128 0,0-1-128 0,1-5 128 15,-1-2-128-15,0-1-144 0,-1-1 144 0,0-3-208 16,-4-9-576-16,0 0-112 0,0 0-32 15,0 0 0-15,0 0-768 0,8 9-160 0,-3 0-16 0,-5-9-16 16,0 0-1376-16,0 0-256 0,0 0-64 0</inkml:trace>
  <inkml:trace contextRef="#ctx0" brushRef="#br0" timeOffset="108849.43">3361 17358 30287 0,'-14'-6'1344'0,"14"6"272"0,-11-5-1296 0,2 1-320 0,0 0 0 0,9 4 0 16,0 0 2688-16,0 0 448 0,-7-4 112 0,7 4 16 15,0 0-832-15,0 0-144 0,0 0-48 0,0 0 0 16,0 0-1088-16,0 0-208 0,15-3-48 0,-1-1-16 16,-2 0-496-16,4 2-112 0,3-3-16 0,2 1 0 15,1 0-128-15,0 0-128 0,0-3 144 0,1 3-144 16,0 2 0-16,1-2 0 0,-1 1-128 0,3 1 128 31,1-1-1328-31,1 2-144 0,-2 1-48 0,3 0 0 0,2 0-2128 16,-1 1-416-16</inkml:trace>
  <inkml:trace contextRef="#ctx0" brushRef="#br0" timeOffset="109093.82">4249 17075 44399 0,'0'0'1968'0,"0"0"400"0,0 0-1888 0,0 0-480 0,0 0 0 0,0 0 0 0,9-5 1600 0,-1 0 240 15,0 0 32-15,2 0 16 0,2-1-800 0,1 4-176 16,1-1-16-16,2 2-16 0,1-2-640 0,2-1-240 16,1 3 176-16,-2 0-176 0,-1-1 0 0,1 1 0 15,2 0 0-15,-3 1 0 0,-4 1-176 0,0 2-16 16,-1-2-16-16,-2 2 0 16,-10-3-1488-16,10 3-288 0,-10-3-64 0,6 8-16 15,-4 4-1632-15,0 0-320 0,-6 1-64 0,-5 1-16 0</inkml:trace>
  <inkml:trace contextRef="#ctx0" brushRef="#br0" timeOffset="109244.91">4161 17276 16575 0,'-5'-4'1472'0,"5"4"-1168"0,-5-1-304 0,5 1 0 15,0 0 5840-15,0 0 1120 0,0 0 208 0,0 0 64 16,0 0-4160-16,14-1-832 0,-1 1-176 0,4 0-16 16,3-2-1104-16,2 0-224 0,3-1-32 0,2 2-16 15,1-2-480-15,0 2-192 0,1-2 176 0,2 3-176 16,2-4-1312-16,-1 8-352 0,1-1-80 0,0 2-19888 15</inkml:trace>
  <inkml:trace contextRef="#ctx0" brushRef="#br0" timeOffset="109587.46">5015 17306 42783 0,'0'0'1904'15,"0"0"384"-15,0 0-1840 0,0 0-448 0,0 0 0 0,0 0 0 0,0 0 1840 0,0 0 272 0,0 0 48 0,-1 13 16 16,-3-1-1184-16,4 2-224 0,5 2-64 0,-2-2 0 16,0-1-560-16,1 0-144 0,2 0 0 0,1 0 0 15,-2-1 0-15,1 0 0 0,1 0-160 0,-1-1 160 32,1-3-1792-32,-1 1-272 0,1-2-48 0,-1-2-12288 0,-6-5-2432 0</inkml:trace>
  <inkml:trace contextRef="#ctx0" brushRef="#br0" timeOffset="110182.41">5405 16837 26719 0,'-12'-13'2368'0,"6"6"-1888"0,-1 2-480 0,7 5 0 0,0 0 4672 0,0 0 848 16,0 0 176-16,0 0 16 0,0 0-3680 0,0 0-752 15,-1 13-128-15,2 3-48 0,2 1-304 0,0 6-64 16,1 4-16-16,-1 3 0 0,3 2-160 0,0 2-48 16,3-2 0-16,2 1 0 0,-2-2-192 0,3-1-32 15,1-1-16-15,0-2 0 0,0-1-80 0,0 0 0 16,0 0-16-16,-3-5 0 0,-1-2-176 0,-1-4 0 16,-1-4 0-16,-1-1 0 0,1-1 0 0,-7-9 0 0,0 0 0 0,0 0 128 15,0 0 0-15,0 0-128 0,0 0 192 16,0 0-64-16,0 0-128 0,0 0 0 0,9-6 0 0,-3-3 0 15,0-2 128-15,-1-2-128 0,0-4 192 0,-1-1-64 16,-1 0-128-16,0-3 0 0,1-3-160 0,2 2 160 16,-1-4-144-16,1 0 144 0,1-1-128 0,1-1 128 15,-1 1-176-15,0 2 176 0,-2 2-208 0,0 3 80 16,1 3 128-16,-2 7-128 0,-2-1 128 0,-2 11-128 16,0 0 128-16,0 0 0 0,0 0-144 0,0 0 144 15,0 0 0-15,5 17 0 0,-1-1 0 0,-1 5 0 16,1 1 0-16,-2 1 0 0,1 1 0 0,1-1 128 15,0 1-128-15,1-2 160 0,0 3-160 0,3-2 160 16,0-1-160-16,1-3 0 0,0-1 144 0,0-5-144 0,0 0 0 16,1-1 144-16,-1-2-144 0,0-3 0 15,-9-7 128-15,12 3-128 0,-12-3 0 0,10 0 0 0,-10 0 160 0,12-5-160 16,-3-1 128-16,-3-1-128 16,0-2 128-16,-1-1-128 0,0-2 128 0,-1 3-128 0,-1-4 0 15,-1-3 128-15,1-1-128 0,-1 0 0 0,1 0 0 16,0-4 128-16,-1 1-128 0,1-4 0 0,1 3 0 15,0-5 0-15,-2-1 0 0,1 1 0 0,-1 2-192 16,1-2 48-16,-2 3 0 0,-1 2 0 0,-1 3-112 0,0-2-32 16,-1 2 0-16,1 2 0 15,-2 3-848-15,2 3-160 0,0-1-48 0,0 5 0 16,1 6-2128-16,-10-7-432 0,-8-2-96 0,-3 5-16 0</inkml:trace>
  <inkml:trace contextRef="#ctx0" brushRef="#br0" timeOffset="110394.16">5184 16718 26719 0,'-6'-18'1184'0,"5"10"240"0,0-2-1136 0,1 10-288 0,0 0 0 0,6-8 0 16,2 1 4528-16,1 2 848 0,2 0 160 0,0 0 32 15,2-1-3344-15,3 3-688 0,2-1-128 0,2 0-16 16,1 1-960-16,2 1-192 0,2-1-48 0,0 2 0 15,0-5-192-15,1 5 0 0,-2-3-192 0,2 2 192 16,1-1-1920 0,-1 6-256-16,1 3-64 0,-1-2-18688 0</inkml:trace>
  <inkml:trace contextRef="#ctx0" brushRef="#br0" timeOffset="110610.8">5971 16584 27647 0,'0'0'2448'0,"0"0"-1952"15,0 0-496-15,10-8 0 0,1 3 3920 0,-1-2 688 16,1 2 144-16,0 0 32 0,3-2-2192 0,1 2-432 16,5 0-96-16,1 1-16 0,-2-2-1136 0,2 2-224 15,-1 0-48-15,-1 2-16 0,2 2-384 0,-1 0-80 16,-2 0-16-16,-1 3 0 0,-2 0-144 0,0-1 0 16,-4 1 0-16,0 2 0 15,-11-5-784-15,9 7-144 0,-1-1-32 0,-8-6 0 16,0 0-1232-16,5 16-256 0,-2 5-48 0,-5-4-17888 0</inkml:trace>
  <inkml:trace contextRef="#ctx0" brushRef="#br0" timeOffset="110979.04">6078 17224 19343 0,'3'-8'1728'0,"-3"8"-1392"0,0 0-336 0,0 0 0 15,0 0 5056-15,0 0 928 0,0 0 192 0,14 1 32 16,0-2-2992-16,1 0-592 0,-2 0-128 0,4-1-32 16,2-4-1056-16,1 2-192 0,2 1-64 0,0-2 0 15,1-2-640-15,0 4-128 0,-3 0-16 0,0 0-16 16,-2-2-224-16,-2 4-128 0,-3 1 160 0,-13 0-160 0,0 0 0 0,0 0 0 16,0 0 0-16,0 0 0 0,0 0 0 0,0 0 0 15,0 15 0-15,-1 0 0 0,-5-1 128 0,-3-1-128 16,-4 2 0-16,-1 1 0 0,-2 3 144 0,2-4-144 15,-2 6 128-15,2-4-128 0,0 0 128 16,2-1-128-16,0-2 0 0,3-1 128 0,3 3-128 0,0-6 128 16,2-1-128-16,4-9 128 0,-1 12-128 0,1-12 0 15,0 0 0-15,7 13 0 0,0-1 0 0,4-2 0 16,1-6 0-16,-1 0 128 0,2 1-128 0,0-2 0 16,0 0 0-16,2-2 0 0,0-1-144 0,1 0-64 15,0 0-16-15,1-1 0 16,0-2-784-16,1 0-144 0,1 1-48 0,5-2-22672 0</inkml:trace>
  <inkml:trace contextRef="#ctx0" brushRef="#br0" timeOffset="114014.89">8362 12149 16575 0,'0'0'1472'0,"0"0"-1168"0,0 0-304 0,0 0 0 16,0 0 1216-16,0 0 192 0,0 0 48 0,0 0 0 0,0 0-816 0,0 0-144 15,0 0-48-15,0 0 0 0,1 10 864 0,-1-10 160 16,-4 10 48-16,1 2 0 0,-3-4-384 0,1-1-80 16,-3-2-16-16,0-1 0 0,8-4-80 15,-10 4 0-15,1 0-16 0,9-4 0 0,-12 1-112 0,4-1-32 16,8 0 0-16,0 0 0 0,-7-4-272 0,7 4-48 15,-7-5-16-15,7 5 0 0,0 0-112 0,-3-9-32 16,3 1 0-16,2-3 0 0,0 1-176 0,4 1-144 16,1-3 192-16,4 4-192 0,1-2 0 0,1-1 0 15,1 0 0-15,3 0 0 0,1-1 0 0,0 3 0 16,-2 0 0-16,2 3 0 0,0 2 0 0,-1 0 0 16,-2 1 0-16,-2 2 0 0,-13 1 0 0,12 1 0 0,-12-1 0 15,10 5 0-15,-10-5 0 0,0 0 0 16,6 13 0-16,-2-1 0 0,-4-12 0 0,0 12 160 15,-2 0 0-15,-2-4 0 0,-3-1 16 0,1 1 0 16,-2 0 0-16,-1 0 0 0,-2-2 16 0,1 0 0 0,0-1 0 0,-2-3 0 16,0 2 0-16,0-1 0 0,2-1 0 0,-2-2 0 15,1 0 64-15,0-1 0 0,1 0 16 0,2-2 0 16,0 1-272-16,8 2 0 0,-9-4 128 0,2-1-128 16,7 5 160-16,-6-7-32 0,6 7 0 15,-4-8 0-15,1-1-128 0,3 9 0 0,0 0 144 0,6-10-144 16,0-1 128-16,3-2-128 0,3 3 160 15,1 1-160-15,0-1 0 0,0 3 0 0,0 0 0 0,1 1 0 16,1 2 0-16,-2-1 0 0,0 3-128 0,-3 2 128 16,-10 0 0-16,12 3-128 0,-3 1 128 0,-9-4 0 0,0 0 0 15,7 11 0-15,-2 1 0 0,-5-12 0 0,1 13 0 0,-1-2 0 16,0-11 0-16,-2 13 0 0,0-3 0 0,2-10 0 16,-5 12 0-16,1-3 0 0,4-9 128 15,-6 8 0-15,-2-3-128 0,0 0 192 0,0-1-48 0,8-4-16 16,-9 3 0-16,0-3 0 0,0 0-128 0,0 0 160 15,-2 0-160-15,2 0 160 0,-1 0-160 0,1 0-272 16,9 0 64-16,-10-3-13712 16,1 3-2736-16</inkml:trace>
  <inkml:trace contextRef="#ctx0" brushRef="#br0" timeOffset="114686.38">4074 9357 17503 0,'0'0'1552'0,"0"0"-1232"0,-2-13-320 0,2 13 0 0,-4-6 1280 0,4 6 192 16,0 0 32-16,-7-4 16 0,1 0-1008 0,6 4-208 15,0 0-48-15,0 0 0 0,0 0-128 0,-7 7-128 16,1-2 192-16</inkml:trace>
  <inkml:trace contextRef="#ctx0" brushRef="#br0" timeOffset="115674.03">7080 16835 26719 0,'-1'-20'2368'0,"1"8"-1888"0,0 1-480 0,1 4 0 0,-1 7 3664 0,0 0 640 15,4-9 128-15,-4 9 32 0,0 0-2448 0,0 0-480 16,0 0-112-16,0 0-16 0,0 0-448 0,2 14-80 16,0 2-32-16,0-1 0 0,-2 3-528 0,0 3-128 15,-2 0 0-15,1 3-16 0,-2 2 16 0,2-3 16 0,-2 3 0 0,1-2 0 16,1-3-80-16,-2 1 0 0,0-4-128 0,1 0 192 15,0-3-192-15,1-2 0 0,-1-2 0 0,0 0 0 32,2-11-704-32,-1 10-192 0,1-10-48 0,-1 11 0 15,-1-2-1696-15,1-3-352 0,1-6-64 0,0 0-9696 0,0 0-1952 16</inkml:trace>
  <inkml:trace contextRef="#ctx0" brushRef="#br0" timeOffset="115827.02">6914 17023 17503 0,'-6'-6'1552'0,"0"-3"-1232"0,-1 2-320 0,3 2 0 15,4 5 5616-15,0 0 1056 0,0 0 224 0,4-8 32 16,-4 8-4192-16,8-5-848 0,0 2-160 0,4-2-48 16,1 1-912-16,2 0-176 0,2 0-32 0,3 2-16 0,-1-1-416 0,2 0-128 15,0 0 0-15,1 0 0 16,1 2-752-16,0-1-208 0,0 0-32 0,2 2-13392 16,0 4-2672-16</inkml:trace>
  <inkml:trace contextRef="#ctx0" brushRef="#br0" timeOffset="116162.68">7409 17100 42559 0,'0'0'1888'0,"0"0"384"0,0 0-1824 0,0 0-448 16,13-2 0-16,-1 0 0 0,0 2 1360 0,-2 0 176 16,-10 0 48-16,13-2 0 0,0 0-160 0,0 1-16 15,0 1-16-15,0 0 0 0,-1 0-944 0,-2 0-192 0,1 1-48 0,-11-1 0 16,11 4-80-16,-11-4-128 0,0 0 176 0,8 8-176 15,-8-8 128-15,2 10-128 0,-2-10 0 0,-6 15 0 16,-3-2 208-16,-2 1-64 0,-4 1-16 0,0-1 0 16,-4 2 16-16,2 0 0 0,-1 0 0 0,1 0 0 15,-1-1 48-15,1 2 0 0,1 0 0 0,3 0 0 16,3-2-192-16,1-1 0 0,2 0 0 0,2-3 0 16,1-1 128-16,4-10 0 0,0 0 0 0,0 0 0 15,3 11-128-15,-3-11 0 16,7 7 0-16,3-1 0 0,-10-6 0 0,15 2 0 0,2-3 0 0,1 1 0 15,1-1-160-15,2-1-16 0,1-2 0 0,1 2 0 16,3-5-1440 0,-2-1-304-16,-2-1-48 0,0-2-16 0,0 0-2336 15,0 1-480-15</inkml:trace>
  <inkml:trace contextRef="#ctx0" brushRef="#br0" timeOffset="116724.95">7979 16722 11967 0,'-5'-22'528'0,"1"11"112"16,0 5-512-16,0 1-128 0,4 5 0 0,0 0 0 0,0 0 7920 0,0 0 1552 15,0 0 304-15,0 0 64 0,-5 14-6720 0,1 0-1344 16,0 5-272-16,0 5-48 0,0 5-688 0,0 2-144 16,0 2-32-16,2 6 0 0,0 0-208 0,2 3-64 15,0 0 0-15,0-5 0 0,0 1-144 0,3-3-48 16,-1-1 0-16,2-2 0 0,0-5-128 0,0-1 128 0,-3-4-128 0,2-1 128 15,1-3-128-15,0-3 128 0,0-2-128 0,-4-13 128 16,0 0-128-16,0 0 0 0,5 9 0 16,-5-9 0-16,0 0 144 0,0 0-144 0,0 0 160 0,8-9-160 15,-2-2 128-15,1 0-128 0,-2-4 0 0,3-2 144 16,1-2-144-16,1-2 0 0,2-4 0 0,0-1 0 16,0 0 0-16,1-4-144 0,1-4 144 15,2 2-160-15,-1-1 16 0,1 2 0 0,-3 1 0 0,0 4 0 16,-1 2 144-16,-2 7-128 0,-2 0 128 0,-1 5-128 15,-2 5 128-15,-5 7 0 0,0 0 0 0,0 0 0 16,0 0 0-16,0 0 0 0,6 10 0 0,0 4 0 16,-3 5 0-16,0 4 0 0,0 5 0 15,-1 2 0-15,1-2 0 0,1 2 144 0,0 0-144 0,2-1 160 16,2-2-160-16,1-1 0 0,0-2 144 0,-2-1-144 16,-1-2 0-16,2-1 144 0,0-2-144 0,1-5 0 15,0-5 192-15,0-2-192 0,-1 1 192 0,1-3-192 0,-9-4 160 16,11 0-160-16,-1-4 128 0,1-1-128 0,0-3 192 0,0-3-64 15,-2 2 0-15,-1-4 0 0,-1 0-128 0,1-3 0 16,0-2 0-16,0-1 128 0,0-2-128 0,1-3 0 16,0 0 0-16,0-4 0 0,-2-2 0 0,-1-2 0 15,-1 0 0-15,2 1 0 16,-2 1-592-16,-1 0 0 0,-1-1 0 16,-3 3 0-16,0 4-752 0,-2 3-128 0,-2 5-48 0,-1 0 0 15,-1 0-2512-15,-2 1-496 0,-8-4-96 16,-2 7-32-16</inkml:trace>
  <inkml:trace contextRef="#ctx0" brushRef="#br0" timeOffset="116907.14">7693 16549 30399 0,'0'0'2704'0,"0"0"-2160"0,0 0-544 0,15-6 0 16,2-1 3280-16,2 1 560 0,3 1 96 0,3 1 32 15,2 0-2880-15,5 0-576 0,2 1-128 0,2 0 0 16,2 2-256-16,1-1-128 0,1 1 128 0,1-2-128 31,-2 2-2480-31,-1 0-560 0</inkml:trace>
  <inkml:trace contextRef="#ctx0" brushRef="#br0" timeOffset="117074.82">8535 16486 38463 0,'0'0'1712'0,"0"0"336"0,10-4-1632 0,0 0-416 0,3-1 0 0,3 1 0 16,1-1 1504-16,1 1 224 0,1-1 32 0,2 0 16 0,1-1-288 16,1 0-48-16,0-1-16 0,3 1 0 0,2 1-912 0,-2-1-192 15,-2 2-48-15,0 2 0 0,-2 2-272 0,-1 4-144 16,0-3 16-16,-2 3 0 16,0 3-2928-16,-4-1-576 0,0 6-112 0</inkml:trace>
  <inkml:trace contextRef="#ctx0" brushRef="#br0" timeOffset="117567.13">8912 17006 10127 0,'0'0'896'0,"0"0"-704"0,5-5-192 0,2 1 0 0,2 0 6544 0,2 2 1280 0,-2-4 256 0,1 3 48 15,0-1-4416-15,1 0-880 0,1-2-176 0,1 3-32 16,0-1-1056-16,1-2-208 0,0 3-32 0,1-1-16 15,-2 1-736-15,0 0-128 0,-3 1-48 0,-10 2 0 16,12 0-144-16,-2 1-48 0,-10-1 0 0,0 0 0 16,0 0-16-16,0 0-16 0,0 0 0 0,4 11 0 15,-4-11-48-15,-1 13-128 0,-3-2 192 0,-2 1-64 16,-4-2 32-16,1 2 0 0,-2-1 0 0,-1 0 0 16,-1 1-32-16,0-1-128 0,0-1 192 0,1 0-64 15,0-1-128-15,2 1 128 0,-1-3-128 0,2 1 128 16,3 0-128-16,6-8 0 0,-7 9 0 0,7-9 0 0,0 0 0 15,0 0 128-15,0 0-128 0,0 0 0 0,0 12 0 0,4 0 128 16,1-3-128-16,2-1 0 0,-7-8 128 0,13 9-128 16,-1-4 0-16,2 1 128 0,0 1-128 0,1-2 0 15,-1 2 144-15,0-3-144 0,-1 1 0 16,-1 0 0-16,-1 0 0 0,0 1 128 0,0-1-128 0,-1-1 0 16,-10-4 0-16,11 6 0 0,-11-6 0 0,7 12 0 15,0-2 0-15,-4 1 0 0,-3-11 0 0,-3 13 128 16,-1-1-128-16,-1-1 0 0,-3-3 0 0,0 3 128 15,-1-1-128-15,-1-1 96 0,-2-1-96 0,-1 0 0 0,0 0 0 16,-2-1 0-16,-1 0 0 0,-3-3 0 16,1-3 0-16,-2 0 0 0,-2 1 0 0,0 0 0 15,0-2 0-15,2 0 0 16,2 2-544-16,1-1-96 0,3-1-32 0,2 0 0 16,2 0-2272-16,10 0-448 0</inkml:trace>
  <inkml:trace contextRef="#ctx0" brushRef="#br0" timeOffset="118040.97">9628 16749 24879 0,'-3'-18'2208'0,"2"8"-1760"16,-3 1-448-16,3 2 0 0,1 7 5936 0,0 0 1104 0,0 0 208 15,0 0 48-15,0 0-5024 0,0 0-1008 0,0 0-208 0,0 0-32 16,0 0-400-16,8 13-80 0,-2 0-16 0,1 4 0 16,-2 0-352-16,-1 4-176 0,0 4 160 0,-2-2-160 15,0 1 128-15,-1-3-128 0,0 2 0 0,2-1 144 16,-1-2-144-16,0-2 0 0,-2-2 0 0,0-2 0 15,1-1 0-15,0-1 0 0,-1-12 0 0,0 0 0 32,-1 10-768-32,0 1-128 0,1-11-16 0,0 0-16 15,0 0-1840-15,-2 10-368 0,1 3-80 0,-1-6-17456 0</inkml:trace>
  <inkml:trace contextRef="#ctx0" brushRef="#br0" timeOffset="118196.2">9504 16937 12895 0,'-1'-13'1152'0,"-1"5"-928"0,-1-1-224 0,0 3 0 0,2-3 6992 15,1 9 1360-15,2-7 272 0,-2 7 48 0,5-9-5600 0,3 1-1136 16,3 0-208-16,0 2-64 0,3 1-656 0,2-2-144 16,4 0-32-16,2 2 0 0,0 1-672 0,3 2-160 15,2 0 0-15,0 1 0 16,0 1-1744-16,0 0-352 0,1 1-64 0,-2 2-19264 0</inkml:trace>
  <inkml:trace contextRef="#ctx0" brushRef="#br0" timeOffset="118668.4">10046 16912 27647 0,'0'0'1216'0,"3"-6"256"0,-3 6-1168 0,7-5-304 0,0-1 0 0,4 3 0 0,-1-1 4720 0,2 0 880 15,1 1 176-15,3 1 48 0,-1-2-3280 0,1 0-656 0,0 1-128 0,-1 0-32 16,1 1-1024-16,0-1-224 0,0 1-32 0,0-1-16 16,-2 3-176-16,0 0-48 0,-4-1 0 0,-10 1 0 15,10 0-80-15,-10 0 0 0,0 0-128 0,0 0 192 16,0 0-192-16,0 0 176 0,0 0-176 0,0 0 160 15,0 0-160-15,-6 9 0 0,-3-3 144 0,-3 2-144 16,0 0 0-16,-1 1 144 0,-1-2-144 0,1 2 0 16,0 1 128-16,1 1-128 0,2-4 0 0,-1 1 0 15,2 0 128-15,0 0-128 0,0 0 0 0,2 0 0 16,7-8 0-16,-5 9 0 0,5-9 0 0,-4 9 0 16,4-9 0-16,-1 10 0 0,1-10 0 0,1 11 0 15,3-2 128-15,1-1-128 0,2 1 0 0,-1-3 0 0,-6-6 0 0,12 7 0 16,0-2 0-16,0 2 0 0,-2-2 128 15,2 0-128-15,1 0 0 0,0 2 0 0,1-3 128 16,0 3-128-16,0 0 0 0,-1-1 0 16,-2 0 0-16,2 0 0 0,-1-2 0 0,-2 1 0 0,1-1 0 0,-3 3 0 15,0 3 0-15,-8-10 0 0,0 0 0 0,3 13 0 16,-3-13 0-16,-1 11 0 0,-1 0 0 0,-4 0 0 16,-3-3 0-16,-1-1 0 0,-3 1 160 0,-2-1-160 15,0-1 128-15,-1 1-16 0,-2-2-112 0,1 0 0 16,0-1 0-16,0 1 0 0,0-3 0 0,0-1 0 15,-1 0 0-15,0 1 0 0,-1-1 0 0,2-1 0 16,2-1 0-16,0 1 0 0,1 0-320 0,2-2-64 16,2 1-16-16,1 0 0 15,9 1-1168-15,0 0-224 0,0 0-64 0,0 0-14080 16,0 0-2816-16</inkml:trace>
  <inkml:trace contextRef="#ctx0" brushRef="#br0" timeOffset="119290.06">10611 16467 35007 0,'0'0'3120'0,"0"0"-2496"0,-1-10-496 0,1 10-128 16,0 0 4016-16,0 0 784 0,0 0 144 0,0 0 48 15,0 0-3008-15,0 0-608 0,7 13-112 0,-1 3-32 16,-2 4-720-16,1 3-128 0,0 3-48 0,0 2 0 0,-1 2-192 15,0 1-144-15,0 0 192 0,1 4-48 0,2 3-144 0,-1 0 0 16,-1-3 0-16,1 2 0 0,-1-3 0 0,0-2 0 16,0-3 0-16,-1-2 0 0,0-3 0 0,0-6 0 15,0-2 0-15,0-3 0 0,-2 0 0 0,1-6 0 16,-3-7 0-16,0 0 0 0,0 0 0 0,0 0 0 16,0 0 0-16,0 0 0 0,0 0 0 0,0 0 0 15,0 0 0-15,11-3 0 0,-11 3 0 0,9-11 0 16,-3 1 0-16,1-3 0 0,-1-2 0 0,1 0 0 15,-2-7 0-15,1 1 0 0,1-5 0 0,1-2 0 16,0 0 0-16,-1-4 0 0,1 0 0 16,0-2 0-16,0 2 0 0,0 4 0 0,0 2 0 15,-3 2 0-15,0 5 0 0,0 3 0 0,-1 3 0 0,0 4 0 16,-4 9 0-16,0 0 0 0,0 0 0 0,0 0 0 0,0 0 0 16,0 0 0-16,0 0 0 0,10 8 0 0,-2 5 0 15,-1 4 0-15,-2 1 0 0,0 4 0 0,0 5 0 0,1 2 0 16,-1 1 0-16,0-4 0 0,0 3 0 0,3-2 0 15,1 1 0-15,2-2 0 0,-2-2 0 0,0-1 0 16,-3-4 0-16,2-2 0 0,1-4 0 0,2-1 0 16,-2-4 0-16,-1-3 0 0,0 0 0 0,-8-5 0 15,10 0 0-15,-10 0 0 0,10-5 0 0,1 0 0 16,-1 0 0-16,-2-3 0 0,-1-4 0 0,0 0 0 16,0-3 0-16,-1-1 0 0,1-1 0 0,0-1 0 15,-1-2 0-15,1-2 0 0,-1-3 0 0,-1-1 0 16,1-2 0-16,-3 0 0 0,1 1 0 0,-1-1 0 15,0 1 0-15,-2 2 0 0,-4 0 0 0,2 5 0 16,0-3 0-16,-2 4 0 0,-1-3 0 0,-1 2 0 16,-3 1-896-1,2 3-192-15,-2 3-16 0,-1 1-16 0,-2 0-2928 0,-2 2-592 0</inkml:trace>
  <inkml:trace contextRef="#ctx0" brushRef="#br0" timeOffset="119519.1">10439 16254 20271 0,'0'0'896'0,"2"-9"192"0,-2 0-880 0,3 2-208 0,-3 7 0 0,7-6 0 0,0-1 6368 0,4 2 1232 16,2 1 240-16,3-1 48 0,2 2-5264 0,4 1-1040 0,3 0-224 0,2 2-32 15,3 0-816-15,0 3-144 0,-1 0-48 0,1-1 0 16,1-2-320-16,0 3 0 0,-1 1 0 0,2 1 0 31,-2-1-1376-31,-2 0-352 0,-2 1-64 0,0-1-13296 0,0 1-2656 0</inkml:trace>
  <inkml:trace contextRef="#ctx0" brushRef="#br0" timeOffset="119708.33">11182 16234 40431 0,'0'0'1792'0,"0"0"368"0,8-10-1728 0,1 1-432 0,1 2 0 0,1 1 0 0,1-2 1600 0,-1 2 256 15,0-1 32-15,2 1 16 16,0-1-160-16,1 2-16 0,0 0-16 0,2 2 0 0,0-1-1024 0,1 1-208 16,0 1-32-16,1-1-16 0,0 2-304 0,0 1-128 15,-1 1 0-15,-1 2 128 16,-3-1-448-16,0 2-112 0,0 0-16 0,-2 1 0 16,-2 2-2416-16,-3 3-480 0,-3 3-112 0</inkml:trace>
  <inkml:trace contextRef="#ctx0" brushRef="#br0" timeOffset="120222.45">11385 16709 41055 0,'0'0'1824'0,"8"-4"368"15,1-1-1744-15,3 1-448 0,2 0 0 0,1 0 0 0,-1 2 2352 0,4-4 384 0,3 1 80 0,0 1 0 16,-1-2-1216-16,-1 0-256 0,-1 5-64 0,-1 0 0 15,-1 1-672-15,-3 0-144 0,-1 0-16 0,-12 0-16 16,12 5-208-16,-12-5-32 0,0 0-16 0,0 0 0 16,0 0-48-16,0 0-128 0,-2 9 192 0,-3-1-64 15,-4-1-128-15,-2 0 128 0,0 3-128 0,-1-1 128 16,-2-2-128-16,1 3 0 0,1-4 0 0,0 5 128 16,-1 0-128-16,1 0 0 0,1-1 0 0,0-3 0 15,2-1 0-15,9-6 0 0,-6 9 0 0,0 0 0 16,6-9 0-16,0 0 0 0,-2 12 0 0,2-12 0 15,1 9 0-15,3 2 0 0,-4-11 0 0,9 10 0 16,0-3 0-16,2 0 128 0,0 1-128 0,2 0 112 0,-1 0-112 16,2 0 0-16,1-2 0 0,2 1 0 15,1-1 0-15,2 2 0 0,-1 0 0 0,1 1 0 0,-3 2 0 0,-2 2 0 16,0-2 0-16,-1 0 0 0,-2-1 0 16,-2 1 0-16,-2-1 0 0,-2 0 0 0,-2 0 0 0,0-1 0 15,-4 1 0-15,0-1 0 0,0-9 0 16,-4 11 0-16,-2-2 0 0,-1 1 0 0,-2-6 0 0,-1 1 0 15,-3-1 0-15,-2 0 0 0,-2 0 0 0,-1-1 0 16,-3-2 0-16,0 0 0 0,1 1 0 0,0 0 0 16,2-2 0-16,-2 0 0 0,-1 0 0 0,1-2 0 15,-3 2 0-15,4-2 0 0,1 1 0 0,1 0 0 16,2-2 0-16,2 0 0 0,3 1 0 0,1-1 0 16,0 1 0-16,-1 0 0 15,1 1-1232-15,0 4-240 0,1 4-64 0</inkml:trace>
  <inkml:trace contextRef="#ctx0" brushRef="#br0" timeOffset="198674.51">13603 723 25791 0,'-10'-3'1152'0,"10"3"224"0,-7-4-1104 0,2 2-272 16,5 2 0-16,0 0 0 0,0 0 3776 0,0 0 688 15,0 0 144-15,0 0 16 0,0 0-2208 0,-3 6-448 16,1 2-96-16,2 4-16 0,-2 1-896 0,4-3-192 16,0 5-48-16,1 2 0 0,1 5-176 0,-2 5-32 15,1 6-16-15,-2 2 0 0,1 1-224 0,-2 11-32 0,0-1-16 0,-2-2 0 16,4-3-224-16,-2-3 176 15,1-5-176-15,-2-3 160 0,1-4-160 0,1-2 0 16,1-3 0-16,0 1 0 16,-2-6-720-16,1-1-176 0,0-2-48 0,1-1 0 0,-1-3-1104 15,-1-9-208-15,3 5-48 0,-3-5-16 0,0 0-2080 16,0 0-400-16</inkml:trace>
  <inkml:trace contextRef="#ctx0" brushRef="#br0" timeOffset="198973.73">13518 815 11967 0,'-10'-26'1072'0,"3"17"-864"0,-2 0-208 0,-1 0 0 0,-3 0 6304 0,2-3 1216 16,1 4 240-16,3 0 48 0,2-1-4592 0,0 3-912 16,4-3-192-16,1 1-48 0,1 0-576 0,4-1-112 15,2 1-32-15,2 0 0 0,2-2-848 0,1 1-176 16,4 0-48-16,2-3 0 0,3 0-144 0,2 2-128 16,4 1 144-16,0 1-144 0,-1 0 0 0,3 0 0 15,1 3 0-15,0 2 0 0,-3-1 0 0,0 4 128 16,-2 4-128-16,-1 0 0 0,-2 4 0 0,-4 4 0 15,-4-2 0-15,-2 5 0 0,-1 3 192 0,-4 0-64 16,-3 3-128-16,-2 1 192 0,-5 3 32 0,-4 1 0 16,-4 0 0-16,-2 1 0 0,-3 3-32 0,-2 2 0 15,-3-1 0-15,0 0 0 0,-1-1-192 0,1 0 144 16,-1-2-144-16,2-1 128 16,2-4-720-16,1 0-160 0,0-3-16 0,2 1-16 15,1-1-1696-15,4-3-336 0,2-2-64 0,2-4-17824 0</inkml:trace>
  <inkml:trace contextRef="#ctx0" brushRef="#br0" timeOffset="199310.92">13831 920 27647 0,'0'0'2448'0,"0"0"-1952"0,0 0-496 0,0 0 0 16,0 0 4096-16,8 6 704 0,-3 1 160 0,-1 2 32 16,0-1-2432-16,0 3-496 0,0 4-80 0,0 3-32 15,-2 3-928-15,4 2-176 0,-4 5-32 0,2 0-16 0,-1-2-448 0,-1 3-96 16,1 0 0-16,0-2-16 0,-1-3-32 0,2-2 0 15,-3 0 0-15,1-2 0 0,-2-3-80 0,0-1 0 16,0-2-128-16,0-1 192 0,0-3-64 16,0-1-128-16,-2 0 176 0,1-1-176 0,1-8 192 0,0 0-64 15,-5 4 0-15,5-4-128 0,0 0 192 0,0 0-192 16,-7 1 192-16,7-1-192 0,-5-4 160 0,0-1-160 16,1-3 128-16,1 0-128 0,3-3 0 0,0-1 0 15,2-4 0-15,2-1 0 0,1-2 0 0,0-2 0 16,2-2 0-16,0-2 0 0,2-1 0 0,2 1 0 15,-2-1-176-15,0 2 176 0,0 2-192 16,2 3 64-16,-2 0 0 0,1 2 0 16,2 3-544-16,-2 2-96 0,1 3-32 0,-1 1 0 15,-1 2-912-15,2 2-176 0,-1 1-32 0,1 5-16 16,0 3-1776-16,2 3-368 0,-2 2-64 0,-2 2-13120 16</inkml:trace>
  <inkml:trace contextRef="#ctx0" brushRef="#br0" timeOffset="199674.16">14220 1167 7359 0,'0'0'320'0,"0"0"80"0,6-5-400 0,1 0 0 16,1-3 0-16,-1-1 0 0,0 0 5920 0,-1-3 1104 0,0 2 208 16,-1 2 64-16,0-3-3696 0,-1 2-720 0,-1-1-160 0,-2 1-32 15,0 2-832-15,-1 7-160 0,0 0-32 0,0 0-16 16,-6 4-352-16,-2 4-64 0,-1 2-16 0,-2 5 0 16,0 3-464-16,-1 4-112 0,0 3 0 0,0 1-16 15,1 1-240-15,-2-2-32 0,-1 0-16 0,4-4 0 16,4-2-208-16,0 1-128 0,2 0 128 0,2-4-128 0,2-3 0 15,2-1 0-15,2-3 0 0,3 0 0 0,1-2-160 16,1 0-48-16,0-5-16 0,3-1 0 16,1-2-176-16,1-4-48 0,2-2 0 0,1 0 0 15,-2-1-128-15,2 0-48 0,-1-3 0 0,-2 2 0 16,-1 0 128-16,-1-1 32 0,-2-3 0 0,0-2 0 16,-3 1 272-16,0 0 192 0,-2-1-208 0,-1 1 80 0,-3-2 128 0,1 1 0 15,-2-2 0-15,-2 1 128 0,1 1-128 0,-2-1 128 16,1 0-128-16,-2 2 128 0,0-3-128 0,0 4 144 15,-1 2-144-15,0 1 160 0,-1-2 16 0,1 2 0 16,0-2 0-16,0 3 0 0,0 1-176 0,1 0 0 16,0 2-160-16,1 1 160 15,3 5-1664-15,0 0-224 0,0 0-48 0,0 0-19024 0</inkml:trace>
  <inkml:trace contextRef="#ctx0" brushRef="#br0" timeOffset="200774.19">14716 1044 36047 0,'0'-15'1600'0,"0"9"320"0,-2-2-1536 0,2-3-384 0,0 2 0 0,-2 2 0 0,0-1 2032 0,-3 1 320 16,-1 2 64-16,1 2 16 0,0 1-336 0,0 4-64 15,-3 5-16-15,-1-1 0 0,0 4-864 0,-3 3-160 16,-1 5-32-16,-1 4-16 0,-2 4-384 0,0 1-80 15,2 1-16-15,1-1 0 0,1-1-240 0,2 0-48 16,2-1-16-16,4-1 0 0,1-2-160 0,3-1 0 16,3-2 0-16,2-2 0 0,3-3 0 0,2-2 0 15,2-4-160-15,1 0 160 0,0-2-224 0,2-2 48 16,0-2 16-16,1-2 0 0,0-2-48 0,-1 0-16 0,3-4 0 16,-2 2 0-16,-3-2 16 0,1-3 0 15,1-2 0-15,-1 1 0 0,-1-3 48 0,-1-1 16 0,0-1 0 0,-1-2 0 16,0-2 144-16,-1-2-128 15,1 0 128-15,-2-1-128 0,-1-2 128 0,-1 2 0 0,1 1 0 16,-1-1 0-16,-2 0 0 0,0 1 0 0,-1 4 0 16,-1 3 0-16,-2 1 0 0,-1 2 0 0,0 4 0 15,0 7 0-15,0 0 176 0,0 0-48 0,-5 2 0 16,0 7 0-16,-1 2 32 0,1 4 0 0,-1 2 0 16,0 4 0-16,3 1-160 0,-3 1 192 0,4 1-192 15,0 2 192-15,2-3-192 0,3 0 0 0,1-2 0 16,2 0 0-16,1-2 0 0,2-2 0 0,0-2 0 0,2-1 0 0,-1-5 0 15,2-1-144-15,1-2 144 0,0-2 0 0,1-4-256 16,1-1 64-16,-1-2 16 0,0 0 0 0,-1-4-128 0,3-2-16 16,-2-2-16-16,1-2 0 15,-1-1 64-15,0-4 16 0,-2-3 0 0,0-1 0 0,-3 1 16 0,1-5 16 16,-1-2 0-16,1 2 0 0,-3-4 32 0,3 3 0 16,-3 0 0-16,0 3 0 0,-1 2 192 0,-2 4-144 15,-1 3 144-15,-2 5-128 16,-1 2 128-16,0 8 256 0,0 0-64 0,0 0-16 0,0 0 240 0,0 0 48 15,0 0 16-15,0 9 0 0,-1 2-160 0,1 0-48 16,1 3 0-16,1 0 0 0,-1 1-96 0,1 2-32 16,2 0 0-16,0 3 0 0,0-2-144 0,3 0 0 15,-3 2 0-15,2-2 0 0,1-1 0 0,-1 1 0 16,1-2 0-16,-2 1 0 0,0 0 0 0,0 0 0 16,-1-1 128-16,3-2-128 0,-2-1 0 0,0-4 0 15,-2-1 0-15,1 0 0 0,0-2 0 0,1 1 128 16,-5-7-128-16,0 0 0 0,0 0 0 0,8 2 0 15,-8-2 0-15,7 3 0 0,0-6 0 0,0 1 0 16,-1-3 0-16,1-2 0 0,-1-1 0 0,-1-2 0 16,0-2 0-16,2-2 0 0,0-3 0 0,-1-1 0 0,-1-2 0 0,3-4 0 15,0 0 0-15,0-1 0 0,1-4-144 0,0 2 144 16,0 0 0-16,-1 3-160 0,0 3 160 0,-2 2-128 16,1 0 128-16,-2 4 0 0,-1 2 0 15,0 5 0-15,0 1 0 0,-4 7 176 0,0 0-48 0,0 0 0 16,0 0 112-16,0 0 16 0,0 0 0 0,0 0 0 15,0 0-256-15,9 2 144 0,-1 3-144 0,1 1 128 16,-1 0-128-16,1 3 0 0,-1 1 0 0,-1 3 128 0,1 2-128 0,0 0 0 16,0 1 0-16,0 1 0 0,-2 2 0 15,1 1 0-15,-1-3 128 0,1 2-128 0,-1 1 0 16,-1 0 0-16,-1-1 0 0,0-1 0 16,-1-1 0-16,-2-1 128 0,-1 0-128 0,0-2 0 15,-1 0 0-15,0-1 0 0,-3-1 128 0,-2-2-128 0,1 0 0 16,-1 0 0-16,-1-3-160 0,1 0 160 15,-1 1-832-15,-1 0-64 0,1 0 0 0,1-2-16 16,6-6-1152-16,-2 7-240 0,2-1-32 0,0-6-12064 16,2 7-2432-16</inkml:trace>
  <inkml:trace contextRef="#ctx0" brushRef="#br0" timeOffset="201024.53">16195 662 26719 0,'1'-6'2368'0,"0"1"-1888"16,2 0-480-16,-3 5 0 0,0 0 4672 0,0 0 848 16,0 0 176-16,0 0 16 0,0 0-3200 0,0 0-640 15,4 9-128-15,-1 3-16 0,-3 0-768 0,-2 3-128 0,1 2-48 0,0 1 0 16,-1 3-400-16,1 3-96 16,-2 0-16-16,1 4 0 0,-1 2-272 0,1 0 160 0,-1 2-160 0,2 2 128 15,-1-1 0-15,2-1 0 0,-1-2 0 0,1 0 0 16,1-2-128-16,1-2 0 0,-1-4 0 0,2-1 0 15,-1-2-224-15,1-2-80 0,1-4-16 0,1-3 0 16,-1-3-1344-16,-4-7-288 0,8 3-48 16,1-2-13632-16,1-1-2736 0</inkml:trace>
  <inkml:trace contextRef="#ctx0" brushRef="#br0" timeOffset="201194.6">16393 948 6447 0,'0'0'272'16,"-5"-4"80"-16,0 2-352 0,1-3 0 0,2 1 0 0,2 4 0 0,0 0 9568 0,3-4 1840 15,-3 4 368-15,4-7 80 0,1 2-8656 0,3-1-1728 16,0 0-336-16,2 1-80 0,1 1-656 0,2 2-128 16,1 0-16-16,2-4-16 0,-1 1-240 0,1-1-240 15,2 1 48-15,2 1 16 16,1 2-1616-16,1 0-336 0,-1 0-64 0,2-1-12240 16,-1-2-2448-16</inkml:trace>
  <inkml:trace contextRef="#ctx0" brushRef="#br0" timeOffset="201577.01">16788 748 9215 0,'-4'-7'816'0,"1"1"-656"16,2 0-160-16,1 6 0 0,1-5 7936 0,2-1 1536 16,1 0 320-16,1 1 64 0,2-1-6736 0,-1-1-1360 0,5-1-272 15,0 2-48-15,2-1-320 0,2 3-64 16,0-1-16-16,2 1 0 0,0-2-560 0,2 2-112 0,-2 0-32 0,1 0 0 16,0 3-32-16,-1 1-16 0,-1 0 0 0,-3 1 0 15,-2 0-16-15,1 2 0 0,-3 0 0 0,-1 3 0 16,-1 2-80-16,-4 2 0 0,0-1-16 0,-3 6 0 15,-1-2 16-15,-3 1 0 0,-3 2 0 0,0 1 0 16,-3 0-32-16,-1 1 0 0,-2 0 0 16,-2 2 0-16,0 2-160 0,-2 0 0 0,0 3 144 0,0-3-144 15,1 1 0-15,-1 2 0 0,3 0 0 0,-2 0 128 0,2-4-96 0,1-2-32 16,2 2 0-16,1-4 0 0,1-1 0 0,1-2 0 16,2-2 0-16,2-1 0 0,1-1 0 0,2-3 0 15,1-7 0-15,0 0 0 0,2 7 0 0,4-1 0 16,-6-6 0-16,10 3 0 0,2-2 0 0,1-1 0 15,1-1 0-15,2 0 0 0,1-1 0 0,1-1 0 16,3 0 0-16,0-2 0 0,2 1 0 0,1 0 0 16,-1 0 0-16,0 0 0 0,1 1 0 0,-1 1 0 15,0 1 0-15,-3-1 0 16,0 1-384-16,0 1-64 0,-2 1 0 0,1 1-16 16,-2 0-1760-16,0 2-336 0,-2 3-80 0,-2 0-20176 0</inkml:trace>
  <inkml:trace contextRef="#ctx0" brushRef="#br0" timeOffset="202159.46">13413 1810 37775 0,'-30'-10'3360'0,"11"5"-2688"0,0 1-544 0,5-2-128 0,3 4 3008 0,6-2 576 16,5 4 128-16,0 0 0 0,0 0-2432 0,0 0-480 15,0 0-96-15,14-3-32 0,2 2 32 0,5 0 0 16,3-1 0-16,5 2 0 0,4 2-384 0,5-1-64 16,2 0 0-16,-6-1-16 0,10-1 16 0,11 0 0 15,8-1 0-15,4 1 0 0,4 0-96 0,4-2-16 16,6-1 0-16,5 2 0 0,5-4-144 0,2 2 192 16,1 1-192-16,2-1 192 0,7 0-192 0,0 1 0 15,-1 1 144-15,2-2-48 0,1 0-96 0,0-3 0 16,3 2 0-16,-2 1 0 0,-4 0 0 0,-4-1 0 15,1 0 0-15,-3 2 0 0,-2-1 0 0,-4 2 0 16,-5-2 0-16,-5 1 0 0,-16 3 0 0,2 0 0 16,1-3 0-16,1 6 0 0,-4-3 0 0,-7 1 0 15,-6 1 0-15,-3 2 0 0,-6-2 0 0,-4 2 0 0,-3-1 0 0,6 1 0 16,-6 0 0-16,-3 1 0 0,-4 0 0 16,-3-1 0-16,-2 1 0 0,-1-2 0 0,-4 1 0 0,1 1 0 15,-1-4 0-15,0 3 0 0,3-3 0 0,-3 1 0 16,-2-1 0-16,-2-1 0 0,-1 1 0 15,-1-1 0-15,-2 2 0 0,-2-2 0 0,-1 0 0 0,-2-2 0 16,-1 1-208-16,-1 0-48 0,-2-1 0 16,-1 1 0-16,-1 1-1712 15,-3-1-336-15,2 1-80 0</inkml:trace>
  <inkml:trace contextRef="#ctx0" brushRef="#br0" timeOffset="202753.97">17991 988 34095 0,'0'0'3024'0,"0"0"-2416"0,-5-2-480 0,5 2-128 0,-6-1 3280 0,0 1 640 0,6 0 128 0,0 0 32 0,0 0-1872 0,-5 3-368 16,0-1-80-16,5-2-16 0,0 0-992 0,-5 4-208 16,-1-1-32-16,6-3-16 0,0 0-368 0,0 0-128 15,0 0 0-15,0 0 144 16,0 0-720-16,-2 6-160 0,2-6-32 0,-1 8 0 15,1 0-2608-15,0 1-528 0,1 0-96 0</inkml:trace>
  <inkml:trace contextRef="#ctx0" brushRef="#br0" timeOffset="202880.33">17961 1213 9215 0,'0'0'816'0,"-2"10"-656"16,-2-2-160-16,0 3 0 0,0 0 8928 0,-1-3 1760 0,2 1 336 0,1-2 80 16,-1-1-7648-16,-1 1-1520 0,0-1-304 0,4-6-64 15,0 0-672-15,0 0-128 0,0 0-16 0,0 0-16 16,0 0-560-16,0 0-176 0,0 0 0 0,11 4 0 31,-1-1-1456-31,4 0-400 0,3-1-64 0</inkml:trace>
  <inkml:trace contextRef="#ctx0" brushRef="#br0" timeOffset="204057.55">18990 1164 23039 0,'0'0'2048'0,"-3"-6"-1648"16,2 0-400-16,-2-2 0 0,0-1 3168 0,1 0 544 15,1 0 128-15,1-2 0 0,-3 1-1264 0,2 2-256 16,-2-4-48-16,2 2-16 0,0-3-576 0,-2 1-112 16,2 0-32-16,0 2 0 0,-2-1-560 0,-1 2-112 15,0 0-32-15,-1 1 0 0,0 4-160 0,-2-2-32 16,-2 2-16-16,-1 3 0 0,-3 2-272 0,-2 3-48 16,-2 4-16-16,0 2 0 0,-2 3-96 0,-1 3-32 0,-1 1 0 0,2 2 0 15,-2 6-160-15,3-1 192 16,-1-1-192-16,5 0 192 0,2 1-192 0,3-5 0 0,4 1 0 0,0-4 0 15,4-2 0-15,2-1 0 0,3-1 0 0,0-3 0 16,3-3-192-16,4 1 16 0,1-6 16 0,1 1 0 16,1-1-304-1,2-2-64-15,-1-5-16 0,2 0 0 0,0-2 32 0,0-1 0 16,0 0 0-16,-1-2 0 0,-2 0 144 0,-1-2 48 0,0-3 0 16,-1 2 0-16,-2-2 128 0,-1-1 16 0,-1 0 16 0,-1 1 0 15,-2 1 160-15,0 0 0 0,-2 0 0 0,-2 2 0 0,0-2 0 0,-1 6 0 16,-1 1 0-16,0 2 0 0,-2 1 192 15,3 5-48-15,0 0 0 0,0 0 0 0,0 0 16 0,-6 5 0 16,0 0 0-16,1 4 0 0,1 0-160 16,0 4 0-16,2 0 0 0,1 2 128 0,-1 0-128 0,4 2 0 15,0 0 0-15,2 0 0 0,1 0 0 0,2-1 0 16,2-2-144-16,1 1 144 0,3-1-176 0,2-1 32 16,0-3 0-16,4-2 0 15,0-4-224-15,3-3-32 0,1-1-16 0,0-1 0 16,2-3-32-16,1-1-16 0,-1 0 0 0,1-3 0 0,0-2 128 0,-1-4 16 15,-3 1 16-15,-1-2 0 0,-1 0 32 0,0 2 0 16,-3-4 0-16,-3 4 0 0,-1-6 272 0,-2 2 0 16,-2 1 0-16,-3 2 0 0,-2-3 0 0,-1 3 128 15,-3 2-128-15,-3-1 192 0,-1 2 240 0,-2 4 32 16,-3-1 16-16,-2 4 0 0,-2 4 192 0,-2 0 32 16,-5 4 16-16,2 2 0 0,-2 2-144 0,1 4-48 0,-2 1 0 15,1 3 0-15,-1-1-144 0,3 5-16 16,1-2-16-16,3 0 0 0,1 1-192 0,2-1-32 15,4-1-128-15,0 0 192 0,4 1-192 0,2-5 0 0,2 0 0 0,2-1 0 16,2-4-256-16,2-2 64 0,-1-1 16 16,2-1 0-16,3-1-176 0,0-2-32 0,2-1-16 0,0-1 0 15,2-3-240 1,0 0-32-16,2-5-16 0,0 0 0 0,0-2 32 0,1 0 0 16,-1-2 0-16,0-4 0 0,2-3 16 0,-2 0 16 15,-2 1 0-15,0-6 0 0,-1-2 64 0,-1-5 16 0,0 1 0 16,0 0 0-16,-1-3 320 0,-1 3 64 0,-3-1 16 0,0 4 0 0,-1 0 144 0,-2 5 128 15,-1 3-128-15,-2 3 176 0,-2 4 320 0,0 4 64 16,-1 3 16-16,1 6 0 0,-5-4 320 0,5 4 80 16,-7 1 16-16,-1 7 0 0,1 5-320 0,-1 3-64 15,0 2-16-15,1 5 0 0,1-1-256 0,-1 6-48 16,2-2-16-16,1 3 0 0,2 2-80 0,0-1 0 16,4 0-16-16,-1-4 0 15,3 1-176-15,1-1 0 0,2-6 144 0,0 0-144 0,3-2 0 0,-1-3 0 16,1-2 0-16,1-2 0 0,0-3 0 0,1-3-192 15,-1-2 192-15,0-2-192 0,0-1-128 0,0-3-16 16,0-1-16-16,1-2 0 0,-1-3-32 0,0-3 0 16,-1-2 0-16,1-2 0 0,-1-1 384 0,0-1 0 15,0-3 0-15,-1-1 0 0,-3-3 0 0,2 1 0 16,0 1 0-16,-2 1 0 0,0 2 0 0,-1 3 0 16,-1-1 0-16,0 6 0 0,-2 3 160 0,-2 9 96 15,0 0 32-15,0 0 0 0,0 0 368 0,0 0 80 0,0 0 16 0,-1 12 0 16,1 2-288-16,0 3-48 0,-1 3-16 15,-1 1 0-15,1 0-144 0,0 1-48 0,1 0 0 0,0 1 0 16,0-2-208-16,0-1 0 16,0-1 0-16,0-2 0 0,1-2-240 15,0-4-144-15,1 0-16 0,0-3-16 0,1-2-1632 16,-3-6-336-16,6 5-64 0,1-2-19376 0</inkml:trace>
  <inkml:trace contextRef="#ctx0" brushRef="#br0" timeOffset="205098.43">19948 671 28559 0,'-14'-3'2544'0,"9"3"-2032"0,-1 1-512 0,1 1 0 0,-1 0 3376 0,6-2 576 15,0 0 112-15,-3 7 32 0,0 3-3296 0,3 3-656 16,2-1-144-16,-2 2 0 0,1 3 0 0,3 0 0 16,2 0 0-16,2 0 0 15,1 1-1008-15,2 1-96 0,-1-1-32 0,3-1 0 16,2 0-1008-16,0-3-208 0,-2-1-32 0,2-1-16 15,0-2-80-15,1-3-16 0,1-1 0 0,0-3 0 16,-1-2 1648-16,-1-2 320 0,1-2 64 0,-1-1 16 0,0-2 1584 0,-2-1 320 16,-3 1 64-16,1-1 16 0,-2-2 688 15,-1 1 144-15,-3-1 16 0,-1 3 16 0,-3-1-208 0,-4 2-32 16,3 5-16-16,-7-3 0 0,-4 3-272 0,-2 3-48 0,-1 2-16 16,-3 3 0-16,-4 4-528 0,0 2-128 15,-1 4 0-15,0 1-16 0,2 0-384 0,-1 2-80 0,2-1-16 16,1-1 0-16,2-1-288 0,3 2-64 0,4-2-16 15,1-2 0-15,1-3-288 0,4-1 0 16,0-3 0-16,3 0 0 0,1-3-192 0,-1-6 16 16,7 8 0-16,2-4 0 15,-1-4-240-15,2-1-48 0,1-2-16 0,2-1 0 16,-3 0-208-16,3-2-32 0,1-1-16 0,1-3 0 0,-1 0 192 0,0-1 32 0,0-1 16 16,-1-1 0-16,-3-2 128 0,2-2 32 0,-2 1 0 0,1 0 0 15,-1 1 176-15,-2 1 160 0,0 2-208 0,-2 1 80 0,1 1 128 16,-2 3 0-16,-1 1 0 0,-4 6 0 0,0 0 384 0,0 0 16 15,0 0 0-15,-2 8 0 0,0 1 160 0,-2 4 16 16,1 0 16-16,1 3 0 0,0-1-288 0,1 1-64 16,1-1-16-16,1 0 0 15,2 0-224-15,1 0 128 0,0-2-128 0,0-1 0 16,2-3 0-16,2 0 0 0,0-3 0 0,0 0 0 16,0-4-416-16,1-1-32 0,-1-1 0 15,-1-1 0-15,1-1-320 0,0-1-80 0,0-4-16 16,-2-2 0-16,1 0-16 0,-2-1 0 15,-1-3 0-15,0-2 0 0,0-2 560 0,1-2 128 0,2-2 0 0,0-4 16 0,1-2 176 0,1-3 0 16,2-1 160-16,0-3-160 0,0-3 256 0,3 1-32 16,1 0-16-16,-1 4 0 0,-1 2 368 0,-1 4 80 15,-2 4 16-15,-1 5 0 0,-2 2 304 0,-2 6 64 16,-1 4 16-16,-4 5 0 0,0 0-64 0,0 0-16 16,0 0 0-16,3 9 0 0,-1 3-448 0,-2 4-80 15,0 2-32-15,1 1 0 0,1 2-240 0,-1 0-48 16,-1 4-128-16,0 0 192 0,0 1-192 0,0 2 0 0,0 2 128 15,0 0-128-15,1-1 0 0,1 1 0 0,0-1 128 16,0-1-128-16,0 0 0 0,1-2 0 0,-1-3 128 0,1-2-128 16,0-1 0-16,-1-2 0 0,1-4 128 0,1-1-128 15,-3-2 0-15,0-3 0 0,1-2 128 0,-2-6-128 16,0 0 0-16,0 0 0 0,0 0 0 0,0 0 0 16,0 0 0-16,0 0 0 0,0 0 0 15,0 0 0-15,0 0-128 0,0 0 128 0,-2-10-192 0,2-1 192 16,0 1-288-16,0-2 48 0,2-1 16 0,0-1 0 15,0-1 48-15,0 1 16 0,2 0 0 0,0 1 0 16,0-4 160-16,1 2-128 0,0 1 128 0,2 0-128 16,-1 1 128-16,1 1 0 0,1 0-144 0,0 2 144 15,-1-1 0-15,1 1 0 0,0 3 0 0,0 1 0 0,0-1 0 0,-1 3 0 16,3 2 0-16,-3-1 0 0,1 1 0 0,0 0 0 16,0 2 0-16,1 0 0 0,0 0 192 0,0 2-64 15,0 0 0-15,0 2 0 0,-1 0 32 0,0 1 0 16,-1 2 0-16,-2 2 0 0,0 1 32 0,-1 2 0 15,-1 2 0-15,-2 1 0 0,-1 0-32 0,-1-2 0 16,-3 3 0-16,-2-2 0 0,0 2 80 0,-1-2 16 16,-2 2 0-16,0-2 0 0,-1 1-256 0,-1-1 176 15,2 0-176-15,-3-1 160 0,-1 0-160 0,0-2 0 16,0-3 144-16,0 0-144 0,0 2 0 0,0-4 0 16,2 1 0-16,-1-3-128 15,0-3-816-15,3 1-144 0,0-2-48 0,9 0 0 16,0 0-2192-16,0 0-432 0,0 0-80 0</inkml:trace>
  <inkml:trace contextRef="#ctx0" brushRef="#br0" timeOffset="205730.96">21095 956 41183 0,'-2'-8'1824'0,"2"8"368"0,0 0-1744 0,0 0-448 0,5-5 0 0,0 1 0 15,-1 0 2048-15,-4 4 320 0,0 0 64 0,0 0 0 0,-4-2-720 16,-2 4-160-16,-2 0-16 0,-2 4-16 0,-6 2-896 15,-2 2-176-15,-2 3-48 0,-1 4 0 0,-1 2-224 0,-1 0-48 16,-2-1-128-16,3 3 192 0,1-1-192 0,3-1 0 16,1-2 128-16,4 3-128 0,1-4 0 0,3 1 0 15,1-3-192-15,3-1 192 0,1 0-384 0,2-5 48 16,2-8 0-16,0 0 0 16,0 0-96-16,0 0-16 0,8 8 0 0,0-6 0 15,4-2-80-15,1-4-32 0,0-2 0 0,1-2 0 16,3-2 128-16,-1-2 32 0,-1-3 0 0,0 0 0 0,3-3 96 0,-1-1 32 15,1 2 0-15,-1-2 0 0,0-2 112 16,-1 1 32-16,-2 0 0 0,-2 1 0 0,-2 4 128 16,-1 0 0-16,-1 5 0 0,-1-1 0 0,-3 5 144 0,-4 6 64 15,0 0 16-15,0 0 0 0,0 0 384 0,0 0 80 16,0 0 16-16,-2 10 0 0,1 1-320 0,0 2-64 16,1 2-16-16,0 0 0 0,1-1-176 0,2 2-128 0,-1 1 144 15,3-2-144-15,1 0 0 0,0-1 0 16,1 0 0-16,2-3 0 0,0 1 0 0,1-2 0 0,2 0 0 0,-1-6 0 15,2 2 0-15,0-3 0 0,0-3 0 16,-2 0 0-16,0-2-256 0,1-2 64 0,-2-1 16 16,2-2 0-16,-1-3-16 0,0-1 0 0,-2-2 0 0,0 2 0 15,0-5 32-15,0-1 0 0,-1-5 0 0,1-2 0 16,-1 1 160-16,0-4-160 0,0-2 160 0,1-1-160 16,-1 0 160-16,1 0 0 0,-3 0 0 15,2 4 0-15,-1 2 0 0,-1 6 0 0,-3 4 0 0,0 3 0 16,-1 0 384-16,-1 4 48 0,-2 3 16 0,1 4 0 15,0 0 192-15,0 0 64 0,0 0 0 0,-2 9 0 0,-1 4-336 16,0 2-64-16,2 0-16 0,-3 2 0 0,1 3-160 16,1 1-128-16,-1 2 192 0,1 3-192 0,-1-1 128 0,2 2-128 15,-2 2 0-15,2 0 0 0,0-3 0 0,-2-1 0 16,2-1 0-16,-2-3 0 0,0-4 0 0,1-1-192 16,-1-1 48-16,2-4 16 15,1-1-896-15,-1-1-160 0,-2-2-32 0,3-7-16 16,0 6-1424-16,0-6-288 0,0 0-48 0,0 0-17264 0</inkml:trace>
  <inkml:trace contextRef="#ctx0" brushRef="#br0" timeOffset="205937.57">21253 939 36863 0,'0'0'3264'0,"0"0"-2608"16,0 0-528-16,0 0-128 0,0 0 3216 0,0 0 624 15,0 0 112-15,9-1 16 0,0 0-2080 0,1-1-416 16,0 0-96-16,3-2-16 0,3 1-800 0,-1 1-176 15,4-1-16-15,0-1-16 0,3 0-352 0,2 2 0 16,2-1 0-16,0 0 128 0,0-1-128 0,0 2 0 16,1-1 0-16,0-1 0 15,-3 0-576-15,1 1-64 0,-1-1-32 0,-2 1 0 16,0 3-1680-16,-3 1-336 0,0 5-64 0,-4-4-18896 0</inkml:trace>
  <inkml:trace contextRef="#ctx0" brushRef="#br0" timeOffset="206113.91">21793 886 27647 0,'0'0'2448'0,"0"0"-1952"0,0 0-496 0,0 0 0 16,0 0 4480-16,0 0 816 0,0 0 144 0,-3 13 48 0,1-3-2672 0,0 2-512 16,0 2-128-16,-1 3 0 0,1 3-1072 0,-1 1-208 15,0 1-32-15,1-3-16 0,0 2-528 0,1 1-96 16,-1-1-32-16,0-1 0 0,2-3-192 0,-1-2 0 16,0 0-144-16,-1 0 144 0,1-3-384 0,1 0 0 15,0-12 16-15,0 0 0 16,1 6-1456-16,-1-6-288 0,0 0-64 0,0 0-13504 15,0 0-2688-15</inkml:trace>
  <inkml:trace contextRef="#ctx0" brushRef="#br0" timeOffset="206241.54">21865 808 16575 0,'2'-12'1472'0,"0"7"-1168"16,-1-1-304-16,1 1 0 0,1-1 4592 0,-3 6 848 15,0 0 192-15,0 0 16 0,8 0-4464 0,0-2-896 16,1 2-288-16,1 6 160 15,1 3-2208-15,2 0-448 0</inkml:trace>
  <inkml:trace contextRef="#ctx0" brushRef="#br0" timeOffset="206460.94">22196 879 7359 0,'-2'-6'656'0,"2"2"-528"0,0 4-128 0,0 0 0 16,0 0 7936-16,0 0 1536 0,0 0 320 0,0 0 64 16,0 0-6272-16,0 0-1280 0,-6-3-240 0,-1 6-48 15,0-1-608-15,-3 5-112 0,0 0-16 0,-4 2-16 16,-1 0-512-16,1 2-112 0,-2 4 0 0,1-2-16 15,-1 3-208-15,2 0-32 0,-1 3-16 0,2-2 0 16,2 1-128-16,0-2-32 0,3-1 0 0,2 2 0 16,2-3-144-16,3 0-64 0,1-3 0 0,1 0 0 0,2-2 0 0,2 0 0 15,1-1 0-15,3 0 0 0,3-1 0 16,3-3 0-16,1 0 0 0,4-1 0 16,3-1-1216-16,4 1-128 0,1 0-16 0</inkml:trace>
  <inkml:trace contextRef="#ctx0" brushRef="#br0" timeOffset="206946.03">23254 858 10127 0,'-2'-15'896'0,"-1"10"-704"0,-1 1-192 0,-1-4 0 0,0-4 7344 0,1 2 1424 16,0 1 304-16,-2-1 48 0,0 4-6144 0,0 1-1232 16,-3-2-240-16,0 6-48 0,-3 2 32 0,-3 3 16 15,1 1 0-15,-2 3 0 0,-2 1-640 0,-1 3-128 16,-4 0-32-16,1 5 0 0,-1 2-320 0,-1 3-64 15,2 3 0-15,1 0-16 0,2-2-176 0,2 1-128 16,3-1 192-16,3-1-192 0,3-1 0 0,4-1 0 16,4-4 0-16,3-2 0 15,3-1-1152-15,4-1-272 0,3-3-64 0,2-3-16 16,4-3-1104-16,1-3-208 0,8-3-64 0,2-1-10832 16,1-2-2176-16</inkml:trace>
  <inkml:trace contextRef="#ctx0" brushRef="#br0" timeOffset="207931.09">23386 834 12895 0,'7'-20'576'0,"-5"12"112"0,0 0-560 0,-2 2-128 0,-2-2 0 0,0 2 0 0,-2-1 6464 0,0 3 1280 16,-1 3 240-16,-3 1 48 0,-3 4-4320 0,0 4-848 15,0 1-176-15,-1 2-48 0,1 4-1328 0,-1-1-272 0,0 4-48 16,0 2-16-16,1 1-432 0,0 0-96 0,2 1 0 0,3-1-16 16,0 1-256-16,3-3-48 0,-1 0-128 0,2-1 192 15,4-4-192-15,0 2 0 0,2-4 0 0,1-2 0 16,2-2-192-16,-1-2 32 0,2 1 0 0,0-6 0 15,0 1-176-15,1-2-48 0,0-3 0 0,0 0 0 16,2-1-32 0,-2-2-16-16,0-3 0 0,0 0 0 0,0-6 112 0,0 1 0 0,0-3 16 15,2-1 0-15,-1-3 112 0,2-1 32 0,-2-3 0 0,2 1 0 0,0 2 160 16,-2 1-160-16,1 3 160 0,-2 3-160 0,-1-1 160 0,0 3 0 16,-2 1 0-16,-2 4-128 0,-4 8 272 0,0 0 64 15,0 0 16-15,0 0 0 0,0 0 288 0,0 0 64 16,0 0 16-16,4 11 0 0,-3 3-80 15,-1 3 0-15,-1 3-16 0,0 0 0 0,-2 1-176 0,0 3-16 16,-1 2-16-16,2-4 0 0,-1 2-96 16,2-2-32-16,0-1 0 0,1-3 0 0,0-1-160 0,1-2 160 15,0-2-160-15,1-2 160 0,-1-3-160 16,0-2 0-16,-1-6 0 0,0 0 128 0,0 0-128 0,0 0 0 16,0 0 0-16,0 0 0 0,8-1 0 0,-1-2 0 15,-1-1 0-15,1-2 0 0,0-3 0 0,1-2 0 16,1-2 0-16,2-4 0 0,0-1-208 0,3-2 80 15,0 0 128-15,0-4-208 0,1-1 32 0,-1 2 16 16,0-1 0-16,1 4 0 0,-2 1 16 0,-2 6 0 16,0-1 0-16,-2 5 0 0,-1-2 144 0,-2 5-192 15,-2 1 192-15,-4 5-192 0,0 0 192 0,0 0 0 16,3 9 128-16,-1-1-128 0,1 2 192 0,0 2-16 0,-1 2-16 0,1 0 0 16,-2 2-32-16,0 0-128 0,1-1 192 15,-1 2-64-15,2-2-128 0,-1 0 0 0,1 1 144 0,1-2-144 16,0-1 0-16,1-2 0 0,0-2 0 0,2-3 128 15,-2-2-128-15,1-1 0 0,1-2 0 0,-1-2 0 16,1-2-144-16,1-1 144 0,0-1-160 0,-1-1 160 16,0-2-224-16,1-4 48 0,1 2 16 15,0-3 0-15,-1-2 32 0,0-2 0 0,1-1 0 0,0 0 0 16,-1-2 128-16,-1 1-160 0,1 2 160 0,-1 2-160 16,-1 2 160-16,0 4-160 0,-4 0 160 0,2 4-160 0,-4 5 160 0,0 0 0 15,0 0 0-15,0 0-128 16,0 0 128-16,-1 14 128 0,-1-1-128 0,1 4 176 0,-1 3-48 15,-1-1 0-15,0 4 0 0,2 1 0 0,1-4-128 0,0 3 128 16,3-3-128-16,-2 1 128 0,2-3-128 0,0-1 0 16,1-3 0-16,0-1 0 0,3-2-160 0,1-1-64 15,-3-1-16-15,3-2 0 16,-1-1-1056-16,1-4-224 0,0-2-32 0,1 0-16 16,0-2-800-16,1-2-176 0,0-1-16 0,-1-1-16 15,0-2-528-15,2-3-96 0,-1 2-32 0,2-2 0 16,1-6-48-16,0 0-16 0,0-2 0 0,1-1 0 15,1-1 2192-15,-2 3 432 0,-2 2 96 0,2 0 0 0,-3 1 1536 16,-3 3 288-16,0 3 64 0,-3 1 16 0,-6 0 2336 0,2 3 480 16,0 5 80-16,0 0 32 0,0 0-752 0,-2 6-160 15,-2 6-16-15,1 2-16 0,1 1-1392 0,0 2-256 0,1 2-64 16,-1 2-16-16,-1 4-672 0,0 2-128 16,1 3-16-16,0 3-16 0,1-2-320 0,-2 0-64 0,-2 1-16 15,3-2 0-15,-1 0-160 0,0-3-48 16,0 0 0-16,-1-3 0 0,0-4-144 0,0-2 0 0,0 0 0 15,1-2 0-15,1-2 0 0,-1-1 0 0,0-4 0 0,0-1 0 16,3-8-208-16,0 0-80 0,0 0-16 0,0 0 0 16,-7 0-912-16,7 0-176 15,-4-5-32-15,0-2-16 0,2-1-848 0,-2-2-160 0,0-4-48 16,0-5 0-16,0-1-1920 0,0-5-384 0</inkml:trace>
  <inkml:trace contextRef="#ctx0" brushRef="#br0" timeOffset="208144.71">24159 871 31839 0,'8'-15'1408'0,"-5"4"304"0,-1-2-1376 0,2 0-336 0,1 2 0 0,2-1 0 0,2 1 2912 0,0 2 512 16,2 3 96-16,0-1 32 0,0 2-1808 0,2 2-352 16,1 2-80-16,0 1-16 0,-1-1-592 0,2 1-112 15,-3 1-16-15,-1 3-16 0,0 1-112 0,-1 2 0 16,1 1-16-16,-2 3 0 0,0 1-160 0,-1 6-16 16,-2 1-16-16,2 8 0 0,-4 0-112 0,-1 1 0 15,-5 0-128-15,0-3 192 0,0 0-192 0,-2-2 0 16,0-6 0-16,-1 0 0 0,0 2 0 0,0-5-256 15,0-1 48-15,-1-4 16 16,1-1-1536-16,3-2-288 0,2-6-64 0,0 0-16 16,-4 3-1728-16,4-3-336 0</inkml:trace>
  <inkml:trace contextRef="#ctx0" brushRef="#br0" timeOffset="208446.16">24426 851 32367 0,'0'0'1424'0,"0"0"304"0,4-8-1376 0,2 1-352 0,-1 3 0 0,-5 4 0 16,0 0 2384-16,0 0 416 0,0 0 80 0,6 9 0 15,2 3-560-15,0 4-112 0,-2-2-32 0,1 4 0 16,0 2-736-16,-2 1-160 0,0 0-16 0,1 1-16 16,0-3-608-16,-2 1-128 0,-1-2-32 0,1-2 0 0,0 0-224 0,0-5-64 15,-1 0 0-15,1-2 0 0,-4-9-32 0,0 0-16 16,0 0 0-16,0 0 0 0,0 0 96 0,0 0 16 16,0 0 0-16,0 0 0 15,0 0-192-15,0 0-64 0,0 0 0 0,0 0 0 0,5-4 0 0,0-1 0 16,-1-2 0-16,-1-2 0 0,1 0 0 15,0-1 0-15,-1 0 0 0,1-3 0 0,0-1 0 0,1 1 0 16,2 1 0-16,0-1 0 0,-1-1 0 0,3-2 0 16,0 2 0-16,2 1 0 0,-1 1 0 0,2 0-240 15,1-1 80-15,0 2 16 16,1-1-944-16,-1 3-176 0,-2 1-32 0,0 3-16 16,4 3-2560-16,-3 4-512 0,-2 0-96 0</inkml:trace>
  <inkml:trace contextRef="#ctx0" brushRef="#br0" timeOffset="208761.84">24735 1054 21183 0,'-6'4'1888'0,"6"-4"-1504"16,0 0-384-16,0 0 0 0,0 8 5312 0,0-8 1008 16,4 6 192-16,-4-6 32 0,0 0-4112 0,6 5-816 15,2-1-160-15,1-2-48 0,2-4-304 0,0 0-64 16,1-1-16-16,1-2 0 0,0-4-576 0,3 0-128 16,-3 0-32-16,1-3 0 0,-2 1-288 0,1-2 0 0,0-2 128 0,3-2-128 15,-1-1 0-15,1-2 0 16,0-1-128-16,-2-1 128 0,0 0-272 0,-2 2 32 0,1 3 16 15,-4 3 0-15,0-3 48 0,-2 5 16 0,-3 3 0 0,-4 9 0 16,-2-5 160-16,-1 4 256 0,-4 1-64 0,-2 5-16 16,0 3 272-16,-3 3 48 0,-2 1 16 0,-1 5 0 15,5-1-128-15,-2 2 0 0,1 2-16 0,-1 0 0 0,1 4-144 0,2-2-32 16,0 1 0-16,3 0 0 0,-1 3-192 0,4-2 0 16,2-1 0-16,2-5 0 0,1-5 0 0,3-1 0 15,0-1 0-15,2-1-160 16,1-3-528-16,3-1-96 0,1-3-32 15,1 1 0-15,3-4-1712 0,3-1-352 0,2 0-64 0,3-4-18256 16</inkml:trace>
  <inkml:trace contextRef="#ctx0" brushRef="#br0" timeOffset="209107.66">25434 819 7359 0,'-2'-6'656'0,"-2"-2"-528"16,-2-2-128-16,0 0 0 0,-2 4 8896 0,2 1 1728 0,-1 2 368 0,1 0 64 15,-2 0-7552-15,-1 0-1520 16,-3-1-288-16,-1 4-64 0,1 1-528 0,0 1-96 0,-1-1-32 0,-1 3 0 15,-3 0-496-15,1 2-96 16,1 1-32-16,-1-1 0 0,1-2-160 0,1 3-16 16,3 1-16-16,2-2 0 0,-1-3-160 0,4 2 0 15,1 3 0-15,3 0 0 0,2 1 0 0,2 0 0 16,2 0 0-16,3 1 0 0,4 0 0 0,2 0 0 16,1 0 0-16,3-3 0 0,0 1-128 0,1 1 128 15,-1-3 0-15,3 1 0 0,-2-1 0 0,0 0 0 0,-2-1 0 0,-2 0 0 16,-4-1 0-16,0 1 0 0,0 0 0 15,1 2 0-15,-2-3 0 0,0 1 0 0,-2 3 0 0,-2-2 0 16,-1 1 0-16,-2-1 0 0,0 2 0 0,-4 0 0 16,-2 0 144-16,-2-2 0 0,-1 1 0 15,1 2 0-15,-3-2-144 0,-2-1 0 0,0 2 144 0,-2-4-48 16,0 0-96-16,-2 1 0 0,0-1 0 16,-2-2 0-16,-4 1-256 0,-7 0-64 0,2-1 0 15,4-2 0-15,4 0-736 0,1-1-160 16,0-2-16-16,5 2-16 0,4-2-2944 15,8 3-592-15</inkml:trace>
  <inkml:trace contextRef="#ctx0" brushRef="#br0" timeOffset="209481.19">25600 805 24879 0,'12'-14'2208'0,"-7"6"-1760"0,0 1-448 0,1 1 0 0,2-1 4496 0,-1-1 816 16,-5 1 176-16,1 0 16 0,-3 1-2528 0,0 6-512 15,-4-6-96-15,0 1-32 0,-1 1-1056 0,-2 2-224 16,0-1-32-16,-2 2-16 0,-2 1-592 0,1 1-112 15,-1 2-32-15,1 1 0 0,-3-1-272 0,1 3 0 16,-1 0 0-16,3 1 0 0,-1-1 0 0,1 2 0 16,-1 1 0-16,2 0 0 0,-1 0 0 0,2 1 0 15,3-1 0-15,1 0 0 0,0-3 0 0,3 3 0 16,1 1 0-16,2-1 0 0,2 0 0 0,3 1 0 16,2-2 0-16,2 0 0 0,2 0 0 0,4 1 0 15,0-3-128-15,3 0 128 0,1 0 0 0,0 1 0 0,0 0 0 16,-1 0 0-16,0-1 0 0,-1 1 0 0,1 0 0 15,-2-1 0-15,-2 2 0 0,-2-2 0 0,-2 1 0 16,-2-2 0-16,2 3 0 0,-3 0 0 0,-2 1 0 0,-3-3 0 16,-4 1 0-16,-2 1 128 0,-1 0-128 0,-3-1 160 15,0-4-32-15,-3 1 0 0,-2 2 0 0,-2 1 0 0,-1-2-128 0,-2 0 0 16,-1 2 0-16,0-3-176 16,-1 0 32-16,1 1 0 0,0-4 0 0,-2 2 0 15,2-1-736-15,2 0-144 0,2-1-16 16,3-2-16-16,2-2-1376 0,3-1-256 15,-2 0-64-15</inkml:trace>
  <inkml:trace contextRef="#ctx0" brushRef="#br0" timeOffset="209681.92">25827 758 42159 0,'2'-12'1856'0,"-2"12"400"0,0 0-1808 0,0 0-448 0,0 0 0 0,0 0 0 0,7 8 2240 0,-1 3 336 15,0 0 80-15,-1 0 16 0,0 0-944 0,-1 4-192 16,-3-2-48-16,2 2 0 0,-1 2-976 0,1 2-192 15,0-1-32-15,0 1-16 0,1 0-272 0,0-1 0 16,0 0 128-16,0 1-128 0,-1-4 0 0,1-1 0 16,1-2 128-16,-3-1-128 15,-2-11-1040-15,0 0-272 0,0 0-48 0,4 5-16 16,0-1-3008-16,-4-4-608 0</inkml:trace>
  <inkml:trace contextRef="#ctx0" brushRef="#br0" timeOffset="210379.51">25954 697 21183 0,'0'0'1888'0,"0"0"-1504"0,-2-4-384 0,2 4 0 0,0 0 3520 0,0 0 640 0,5-3 128 0,2 2 32 15,0 1-2400-15,2 1-464 0,2-1-112 0,2 3 0 16,1-2-400-16,2 2-80 0,0-3-16 0,2 1 0 0,1 0-336 0,1 3-64 16,-1-2 0-16,1 0-16 15,-2 1 448-15,-2-2 80 0,0-1 32 0,-2 3 0 0,-2-1 112 16,-3 2 32-16,-1 1 0 0,-2 1 0 15,-1-1-272-15,-2 1-48 0,-3 2-16 0,-3 1 0 0,-4 2-288 0,-1 2-48 16,-1 0-16-16,-2 4 0 0,-1-2-192 0,2 6-64 16,-2-1 0-16,1-1 0 15,0 1-128-15,1 1-64 0,1-4 0 0,1 1 0 0,0-2 0 0,3-2 0 16,-1 0 0-16,3-3 0 0,0-2 0 0,2-1 0 16,1 0 0-16,0-3 0 0,0-5 0 0,0 0 0 15,0 0 0-15,0 0 0 0,0 0 0 0,0 0 0 16,6-3 0-16,2-1 0 0,0-2 0 15,1-2 0-15,0 1 0 0,1-4 0 0,2-2 0 0,1-3 0 16,3 0 0-16,0-1 0 0,0 0 0 0,1 0 0 16,2 2 0-16,-2 1 0 0,-2 0 0 0,-2 3 0 15,-1 2 0-15,1-1 0 0,-2 3 0 0,-4 1 0 16,-7 6 0-16,0 0 0 0,0 0 0 0,9 7 0 16,-2 1 0-16,-3 2 0 0,0 1 0 0,-2 2 0 15,1 0 0-15,0 2 0 0,-2 0 0 0,2-2 0 0,-1 2 0 0,2-2 0 16,0 2 0-16,0-1 0 0,0 0 0 0,1-2 0 15,-2 0 0-15,1-3 0 0,-2 0 0 0,1-2 0 16,-1-2 0-16,-2-5 0 0,6 3 0 16,-6-3 0-16,5 3 0 0,0-3 0 0,-5 0 0 0,5-5 0 15,0 0 0-15,2-3 0 0,-1-1 0 0,1-3 0 16,1-1 0-16,1-1 0 0,1-2 0 0,1-2 0 16,1-3 0-16,-1-1 0 0,1 0 0 0,1 0 0 15,0 1 0-15,0-1 0 0,0 2 0 0,0 3 0 16,-2 3 0-16,-2 1 0 0,-3 4 0 0,2 1 0 0,-3 1 0 0,-5 7 0 15,0 0 0-15,0 0 0 0,0 0 0 0,0 0 0 16,0 0 0-16,4 12 0 0,0 1 0 0,0 1 0 16,-1 2 0-16,2 2 0 0,1-3 0 15,2 2 0-15,1 1 0 0,0 0 0 0,2 2 0 16,-1-1 0-16,3 1 0 0,0-2 0 0,-2-4 0 0,1 1 0 16,3 0 0-16,1-2 0 0,-4 0 0 0,2-1 0 15,2 0 0-15,-1-3 0 0,0-1 0 0,3-2 0 16,4-2 0-16,0-1 0 15,-1-2-480-15,1-1-96 0,3-1 0 0,1-3-25056 0</inkml:trace>
  <inkml:trace contextRef="#ctx0" brushRef="#br0" timeOffset="211991.82">27249 1061 13823 0,'0'0'1216'0,"0"0"-960"0,0 0-256 0,0 0 0 0,-3 10 7616 0,2-1 1488 15,0 1 304-15,-2 2 48 0,-1 3-6960 0,0 0-1408 16,-1 1-256-16,-1 0-64 0,0 2-64 0,1 0 0 16,1-1 0-16,2-1 0 0,-1-2-528 0,4-1-176 15,1-5 0-15,2 1 0 16,1 0-1280-16,3-2-352 0,1-4-80 0,4-1-16 15,4-1-2416-15,2-1-480 0</inkml:trace>
  <inkml:trace contextRef="#ctx0" brushRef="#br0" timeOffset="212164.99">27611 783 14735 0,'0'0'640'0,"0"0"160"0,-6-4-640 0,-1 3-160 0,7 1 0 0,0 0 0 0,0 0 1088 0,0 0 192 16,-4 7 48-16,4-7 0 16,0 0-1584-16,0 0-304 0,-9 12-64 0,9-12-16 0</inkml:trace>
  <inkml:trace contextRef="#ctx0" brushRef="#br0" timeOffset="212749.9">27589 849 23951 0,'-6'-21'2128'0,"3"16"-1696"0,1 1-432 0,-2 2 0 16,1-2 4864-16,2 0 880 0,1 4 176 0,0 0 32 0,0 0-3712 0,0 0-768 15,0 0-128-15,-4 10-48 0,2 3-96 0,1 4-32 16,-1-2 0-16,-1 4 0 0,0 3-624 0,2 3-128 16,-3 0-32-16,3 0 0 0,-2-1-16 0,2 0-16 15,0-5 0-15,-1 0 0 0,0-2-48 0,0-3-16 16,1-4 0-16,0-2 0 0,1-8-32 0,0 0-16 15,0 0 0-15,0 0 0 0,0 0-240 0,0 0 0 16,0 0 128-16,-3-6-64 0,2-2-64 0,1-1 0 16,0-3 0-16,1-2 0 0,1-3 0 0,0-1 0 15,2-2 0-15,3-1 0 0,0 0 0 0,2 0 0 16,2-1 0-16,1 1 0 0,1-2 0 0,1 3 0 0,-1 1 0 0,1-1 0 16,1 1 0-16,-1 2 0 15,2 2 0-15,-1 2 0 16,2 0-432-16,2 0-80 0,-2 3 0 0,1 2-16 15,-1 4-1056-15,0 3-208 0,-2 1-32 0,1 1-13984 16,0 3-2784-16</inkml:trace>
  <inkml:trace contextRef="#ctx0" brushRef="#br0" timeOffset="213308">27842 1028 43935 0,'0'0'1952'0,"0"0"400"0,0 0-1888 0,0-7-464 0,1 2 0 0,3-1 0 15,2-2 960-15,-1-1 80 0,1 1 32 0,1-5 0 16,2 2 32-16,1 1 16 0,1-2 0 0,1-1 0 15,1-2-608-15,0-1-112 0,-2 0-16 0,1 1-16 16,0 0-176-16,0-2-48 0,-1 0 0 0,0 2 0 0,-3 0-144 0,-2 6 0 16,-1 0 0-16,-1 3 128 0,-1-2-128 0,-3 8 192 15,-4-3-192-15,-3 6 192 0,-2-1 32 0,-1 6 16 16,-2 3 0-16,-1 0 0 0,-3 5-80 0,2 4-16 16,0 0 0-16,1 3 0 0,2-2-144 0,2 1 192 15,1 1-192-15,3 1 192 0,3-5-192 0,2 1 0 16,1-3 0-16,4-2 0 0,2-3 0 15,2-2-224-15,2-2 48 0,2-2 16 0,3-1-160 0,0-4-16 16,1-1-16-16,0-3 0 0,0-3 96 16,0-1 0-16,-1-3 16 0,1 0 0 0,-1-2 96 15,0-3 16-15,-3 0 0 0,0-1 0 0,0-1 128 0,-3-2 0 16,-1-4-144-16,1 3 144 0,-1-1 0 0,-2 1 0 16,0 2 0-16,-2 2 0 0,-1-1 192 0,-1 4-64 15,-2 3 0-15,0 2 0 0,-2 4 208 16,1 4 48-16,0 0 0 0,0 0 0 0,-4 7-48 0,0 2 0 15,2 1 0-15,-1 5 0 0,-1 0-144 0,1 3-16 16,3 3-16-16,0 0 0 0,2 3 0 0,0-1 0 16,2 1 0-16,1-4 0 0,2 1-160 0,0-1 0 15,-2-3 0-15,3-3 128 0,-1-2-128 0,3-2 0 0,-1-2 144 0,0-3-144 16,0-2 0-16,1-2 128 16,1-2-128-16,-2-2 0 0,0-1 160 0,0 1-32 0,-1-4-128 0,0-2 192 15,0-3-32-15,-2 0-16 0,1 1 0 16,-1-4 0-16,-1-2-144 0,2-1 128 0,-1-1-128 0,2 0 128 15,0-3-128-15,0 1 0 0,1-2 0 16,0 1 0-16,2-2-192 0,-1 1 0 0,-1 1-16 0,-1 2 0 31,0 2-1072-31,-2 3-224 0,-2 4-32 0,0 2-16 16,1 2-2032-16,-5 7-384 0,0 0-96 16</inkml:trace>
  <inkml:trace contextRef="#ctx0" brushRef="#br0" timeOffset="214191.16">28511 967 33983 0,'0'0'1504'0,"0"0"304"0,5 5-1440 15,2 1-368-15,1 1 0 0,1-4 0 0,0-2 2176 0,0-1 384 16,0-1 64-16,1-2 0 0,1-2-704 0,-1-1-128 16,1 0-48-16,-1-2 0 0,-2 0-832 0,1 0-160 15,0-1-48-15,0-1 0 0,2-2-400 0,-1-1-96 0,-1-2-16 0,1-1 0 16,-3 3-192-16,1-2 176 16,1 2-176-16,-2 0 160 0,-3 0-32 0,-2 2-128 0,1 3 192 0,-3-1-64 15,-4 2 48-15,-1 5 0 16,-2 2 0-16,-2 3 0 0,-3 5 144 0,-1 0 16 15,-1 4 16-15,-2 2 0 0,-1 3-32 0,2 3 0 16,-1 2 0-16,1 3 0 0,0-1-112 0,3 1-16 0,3 0-16 16,4-2 0-16,3-2-176 0,2-1 0 0,1-1 0 15,3-3 0-15,2 0 0 0,3-5-224 16,2 0 48-16,2-3 16 16,2-3-656-16,0-3-128 0,-3 0-16 0,1-2-16 15,1-3-464-15,2-1-96 0,2-2 0 0,-1-2-16 16,-2 1-560-16,1-3-128 0,1-2 0 0,1-6-16 15,-1-2 880-15,-1 2 176 0,-2-3 48 0,-1 0 0 16,-1-1 336-16,-2 1 80 0,-2 2 16 0,-1-1 0 0,-2 2 1488 0,-1 4 320 0,-2 3 48 0,-2 1 16 0,2 3 1024 16,-1 2 192-16,-1 5 64 0,0 0 0 0,0 0-656 15,0 0-128-15,0 0-32 0,0 12 0 0,1 2-688 16,-1 2-144-16,0 0-16 0,2 2-16 16,-1 1-160-16,2 2-16 0,-1 1-16 0,1 1 0 0,1-3-224 0,0 0-32 15,0-6-16-15,-1 2 0 0,1-3-128 16,2-1-32-16,-1-3 0 0,0 0 0 0,0-3 0 0,0 1-128 15,1-2 192-15,-2 0-64 0,-4-5 0 16,0 0 0-16,5-2 0 0,1-1 0 0,0-2-128 0,-1-2 192 16,0 1-192-16,0-3 192 0,-1 1-144 0,0-2-48 15,-1-5 0-15,0 1 0 0,3-2 0 0,-1 2 0 16,0-4 0-16,2 1 0 0,2 0 0 0,0 0-192 16,0 0 192-16,3 0-208 0,0-1-64 0,1 1-16 15,2 2 0-15,0-2 0 16,-1 0-608-16,2 3-128 0,0 1-32 0,1 1 0 15,-1 1 288-15,1 0 64 0,0 2 16 0,0 1 0 16,0 2-80-16,-3 2 0 0,-1 1-16 0,-1 1 0 0,-3 0 592 16,-1-2 192-16,-2 3 0 0,-6 1-160 0,0 0 784 0,0 0 144 0,0 0 48 0,0 0 0 15,0 0 192-15,0 0 32 16,0 0 16-16,-5 7 0 0,-3-2-512 0,-1 1-96 0,-1 2-32 0,-2 0 0 16,2-2-160-16,-1 2-48 0,1-1 0 0,-2-1 0 15,0 2-208-15,1 1 176 0,0 0-176 16,1 2 160-16,-2-2-160 0,2 0 0 0,2 0 0 0,1-2 128 15,2 2-128-15,1-3 0 0,2 4 0 16,2-10 0-16,0 0 0 0,0 0 0 0,3 7 0 0,3 0 0 16,1-1 0-16,3 1 0 0,0-2 0 0,3 0 0 0,3-1 0 15,1-1 0-15,0-1 0 0,0 2 0 16,-1-1 0-16,4 1-176 0,-2-2 176 0,-1 2-128 16,-2 0 128-16,-1 2 0 0,0-1 0 0,-1 0-128 0,-2 1 128 0,-2 1 0 15,-1 0 0-15,-4 0 0 0,-3 1 0 0,-1 1 0 16,-4 0 0-16,-1 2 0 0,-3-2 0 0,-1 1 0 15,-2 3 0-15,0-2 128 0,-2-2-128 0,0 1 0 16,0-3 0-16,0 1 0 0,-1 0 0 0,0-1 0 16,-2 0-192-16,2-4 64 15,0 2-912-15,1-3-176 0,0 1-48 0,1-3 0 16,3-3-2736-16,1 1-544 0</inkml:trace>
  <inkml:trace contextRef="#ctx0" brushRef="#br0" timeOffset="214368.72">29527 828 43135 0,'0'0'1920'0,"0"0"384"0,0 0-1856 16,5 10-448-16,-1 1 0 0,-2 2 0 0,1-2 1920 0,-3 3 272 15,1 2 64-15,-1 1 16 0,0 1-928 0,0 2-176 16,-2 0-32-16,0-1-16 0,1-1-768 0,1-1-160 16,0-2-16-16,0 0-16 0,-1-2-160 0,1-3 0 15,0-1-192-15,0-9 192 16,0 0-1152-16,0 0-128 0,0 0 0 0,0 0-16 15,0 0-1200-15,0 0-256 0,8-5-32 0,-1-3-17056 0</inkml:trace>
  <inkml:trace contextRef="#ctx0" brushRef="#br0" timeOffset="-214647.39">29768 501 5519 0,'-3'-6'496'0,"2"0"-496"0,0 1 0 0,1 0 0 0,0 5 9008 0,0 0 1696 16,0 0 352-16,0 0 64 0,0 0-7536 0,7 0-1488 15,-7 0-304-15,10 5-64 0,-3 2-496 0,0 3-80 16,-1 3-32-16,1 2 0 0,-1 3-560 0,0 3-112 16,-2 5-32-16,-2 1 0 0,-1 2-192 0,-2 1-32 15,0 0-16-15,1 2 0 0,0 2-48 0,0 0-128 16,-1-1 192-16,-2-1-64 0,0 1-128 0,3-3 160 16,-1-3-160-16,0-7 160 0,-2-2-160 0,0 0 128 15,1-3-128-15,1-2 128 0,-2-3-128 0,2-1 0 16,-1-2 0-16,2-7 128 0,0 0-80 0,0 0-48 15,0 0 0-15,0 0 0 0,0 0 0 0,0 0 0 0,0 0 0 0,0-9 0 16,0-3 0-16,0 0 0 16,2 2 0-16,0-5 0 0,2-1 0 0,3-3 0 15,1 0 0-15,2-1 0 0,-1 6 0 0,2-3 0 0,0 1 0 0,4 1-160 16,-2-1 160-16,2 0 0 0,1 2 0 16,0 2-128-16,-2 2 128 0,0 1 0 0,1 3-144 0,-1 1 144 15,-1 1 0-15,1 2 0 0,-1 2-144 0,-1 2 144 16,0 1 0-16,-2 2 0 0,-1 2 0 0,-1 2 0 15,-1-1 0-15,-2 3 0 0,-1 4 0 0,-2 0 0 16,-2 2 0-16,-1 3 128 0,-3-2-128 0,-1 3 0 16,0 1 0-16,-2 3 0 0,-1-4 0 0,1 1 0 15,-2-4 0-15,-2 2 0 0,-1-2 0 0,1-1 0 16,-1-4-272-16,0 0 0 0,-1-1 0 16,0-2 0-16,1-2-880 15,2-3-160-15,-1 0-32 0,2-2-16 0,2 1-1264 0,-1-4-256 0,0-3-64 0</inkml:trace>
  <inkml:trace contextRef="#ctx0" brushRef="#br0" timeOffset="-214218.95">30288 619 23951 0,'0'0'1056'0,"0"0"224"16,0-7-1024-16,0 2-256 0,1 1 0 0,-1 4 0 0,0 0 5264 0,0 0 1008 16,0 0 192-16,0 6 32 0,0 2-3776 0,-2 5-752 15,-2-1-160-15,0 6-16 0,0 1-816 0,0 1-144 16,0 3-48-16,0 1 0 0,0-2-400 0,2 2-64 15,0-2-32-15,1 0 0 0,1 0-128 0,3 1-32 16,1-1 0-16,2-1 0 0,1-3-128 0,0-4 0 0,3 2 144 0,0-6-144 16,0 1 0-16,1-3 128 0,1-1-128 0,-1-4 0 15,1 1 0-15,0-4 0 0,-2 0 0 0,2-5 128 16,1-2-128-16,0-1 0 0,0-2 0 16,1-2 0-16,2-2 0 0,1-3 0 0,0-3 0 15,1 1 0-15,0-1-128 0,-1-1 128 0,-2 2-128 0,-5 2 128 16,-1 0-128-16,-2 4 128 0,-2 1-128 0,-1 2 128 15,-3 2 0-15,-3 3 0 0,-4 3 0 0,0 4-128 16,-1 0 128-16,0 3 128 0,-3 3-128 0,1 0 176 16,-1 4-176-16,1 2 160 0,-2 3-160 0,1 1 160 15,2 2-160-15,2 1 192 0,0 0-192 0,4 1 192 16,2-1-192-16,2 1 0 0,2-4 144 0,1 2-48 0,2-2-96 0,5-1 0 16,3-1 0-16,1-1 0 0,-3-2 0 15,1-1 0-15,2-4 0 0,1 1 0 16,0-1 0-16,-1-2 0 0,2-1 0 0,0-1 0 15,0-1 0-15,2-2 0 0,-1 1 0 0,1-2 0 16,0-2-704-16,0 1-128 0,4-3-16 16,5-2-16112-16,-5-2-3200 0</inkml:trace>
  <inkml:trace contextRef="#ctx0" brushRef="#br0" timeOffset="-213431.4">29520 643 40767 0,'0'0'1808'0,"0"0"368"0,0 0-1728 0,0 0-448 0,0 0 0 0,0 0 0 0,0 0 1088 0,0 0 128 16,0 0 16-16,0 0 16 0,0 0 96 0,0 0 32 16,0 0 0-16,0 0 0 0,9 2-1184 0,-1-1-192 15,-8-1-144-15,10 1 144 16,3-1-1776-16,-2 2-224 0,-3-2-48 0</inkml:trace>
  <inkml:trace contextRef="#ctx0" brushRef="#br0" timeOffset="-182372.62">18562 2325 30399 0,'0'0'2704'0,"0"0"-2160"0,0 0-544 0,0 0 0 16,0 0 3008-16,0 0 480 0,0 0 96 0,-1 11 32 15,1 0-1728-15,0 2-352 0,-1 2-64 0,1 3 0 0,0 3-592 0,1 2-112 16,-2 3-32-16,1 2 0 16,-2-4-400-16,2 4-80 0,-1-5 0 0,1 1-16 0,0-2-240 0,0-3 0 15,1 0 0-15,1-4 0 16,-1-2-1728-16,2-2-384 0,-1-2-64 0,2-3-18816 15</inkml:trace>
  <inkml:trace contextRef="#ctx0" brushRef="#br0" timeOffset="-182050.34">18708 2178 26719 0,'-6'-5'2368'0,"-1"-1"-1888"15,2 0-480-15,0 1 0 0,1 1 3312 0,4 4 560 16,-4-4 112-16,4 4 32 0,-4-3-2784 0,4 3-544 15,0 0-112-15,0 0-32 16,0 0-1376-16,0 0-256 0,1 8-64 0,3 1-10944 16,3 0-2176-16</inkml:trace>
  <inkml:trace contextRef="#ctx0" brushRef="#br0" timeOffset="-181242.55">18875 2356 16575 0,'0'0'736'0,"0"0"160"0,0 0-720 0,0 0-176 0,0 0 0 0,-2 7 0 16,2-7 5184-16,-3 8 992 0,0-2 208 0,1 2 32 15,-1-1-3040-15,1-1-624 0,-1 1-112 0,3-7-16 16,-1 6-1216-16,-2 1-256 0,-1 2-32 0,2-3-16 16,0 1-512-16,2-7-96 0,-4 6-32 0,4-6 0 15,0 0-176-15,-1 7-32 0,1-7-16 0,0 6 0 0,0-6-240 16,3 8 128-16,1-1-128 0,1-2 0 0,1-1 0 16,3-2 0-16,-1 1 0 0,0 0 0 0,1-1 0 0,0 0 0 15,2-1 0-15,-1 3 0 0,1-3 0 0,-1 4-128 16,0-2 128-16,1 1 0 0,-1 0 0 15,1 0 0-15,-2 0 0 0,-1-1 0 0,-2 3 0 0,-6-6 0 16,5 6 0-16,-1 1 0 0,0 2 0 0,-2-4 144 16,-2 3-144-16,0 0 192 0,0-8 64 0,-3 9 0 15,-1-1 16-15,-1 1 0 0,-2-1-64 0,1 1-16 16,1 0 0-16,-2-1 0 0,1 1-64 0,-2 0-128 16,-1 1 176-16,-1-2-176 0,1 1 128 0,0 0-128 15,0-1 0-15,1 1 0 0,0-2 128 16,2 1-128-16,-1-2 0 0,3-1 0 0,-2 1 0 0,6-6 0 15,0 0 0-15,0 0 0 0,0 0 0 0,0 0 0 16,0 0 0-16,0 0 0 0,0 0 0 0,8-2-192 16,1-2 192-16,3-1-192 0,1-3 192 0,1-2-176 0,2-2 176 15,1-1-160-15,0-1 160 0,2-2 0 16,2-1-144-16,2-2 144 0,1-3 0 0,-1-2 0 16,2-1-144-16,0 1 144 0,-3-1 0 0,0 3-128 0,0 1 128 15,-2 0 0-15,-3 3 0 0,-3 2-128 0,-1 2 128 16,-2 2 0-16,-3 4 0 0,-3 2 0 0,-5 6 0 0,0 0 0 15,0 0 0-15,0 0 0 0,0 0 0 0,-7 1 0 16,-2 3 0-16,-3 2 0 0,-3 2 0 0,0 4 144 16,1 2-144-16,0 3 0 0,-1 1 0 0,2 3 0 15,0-2 0-15,3 1 0 0,1 1 0 0,2-1 0 0,3-2 0 16,2 0 0-16,2-3 0 0,2-2 0 16,2-2-512-16,3 0-144 0,1-2-32 15,-1-2 0-15,5-4-480 16,1-1-112-16,1-2 0 0,3-2-16 0,2 0-1008 0,0-3-208 0,5-2-48 0,-2-3 0 15,1-3-784-15,0 0-176 16,-4-4-16-16,1-2-16 0,-5 1 1120 0,1 0 240 0,-3-2 32 16,0-2 16-16,-3-4 1184 15,0 1 256-15,-3-2 32 0,0 5 16 0,-3 4 2672 0,-2 2 544 0,0 3 96 16,-1 2 32-16,-2 4 576 0,-2 1 128 0,3 6 32 0,0 0 0 0,0 0-544 0,0 0-128 16,-4 7 0-16,0 2-16 0,-1 3-1264 0,1 1-240 15,0 0-48-15,2 4-16 0,-1-2-528 0,2 4-96 16,-1-1-32-16,1 3 0 0,1-2-256 0,1 1-64 15,2 1-16-15,0-2 0 0,1-4-176 0,-1-1 0 0,0 0 0 16,1-3 128-16,0-1-128 0,0-1 0 16,0-2 0-16,-4-7 0 0,0 0 0 0,0 0 0 15,0 0-128-15,0 0 128 0,0 0 0 0,6-3-176 16,1-1 176-16,-1-2-128 0,-1-3 128 16,2-3-128-16,0-2 128 0,0-2-128 0,2-2 128 0,2-3-208 15,-2-4 80-15,3 0 128 0,1-3-256 0,2-1 64 0,2 0 0 16,2-1 16-16,-2 0 48 0,0 2 0 0,-1 4 0 15,-1 5 0-15,-2 0 128 0,-4 8 0 0,0 3 0 0,-1 3 0 16,-8 5 0-16,0 0 0 0,0 0 0 0,8 6 0 16,-2 3 256-16,-2 4 64 0,-1 3 32 0,-1 1 0 15,1 0-96-15,-2 0 0 0,-1 2-16 0,0 2 0 16,0 1-240-16,0 2 0 0,-1-2 128 0,1 1-128 16,0-2 0-16,0-1 0 0,0 1 0 0,1-3 0 15,1-2-160-15,0-2-80 0,1-1-16 0,2-3 0 16,-1 0-1296-16,0-3-272 15,0 0-48-15,2-5-16 0,3 2-1728 0,3-6-352 16,-1-2-64-16,2-3 0 0</inkml:trace>
  <inkml:trace contextRef="#ctx0" brushRef="#br0" timeOffset="-180673.48">20110 2015 24879 0,'-5'-8'1088'0,"5"8"256"0,-4-1-1088 0,4 1-256 15,-4-3 0-15,4 3 0 0,0 0 5328 0,0 0 1008 16,0 0 208-16,-5 7 48 0,1-1-3984 0,0 3-800 15,0 3-144-15,-1 2-48 0,2 1-928 0,-1 4-192 16,0 1-48-16,2 3 0 0,0 3-320 0,1 3-128 16,-2 0 0-16,3 2 0 0,0 0 0 0,0-1 0 15,0-2 0-15,2 0 0 0,0-2 0 0,0 0 0 16,-1 1 0-16,0-5 0 0,1-3 0 0,-1 1-240 16,-1-6 32-16,0 0 0 15,0 1-848-15,0-6-160 0,0-1-48 0,0-8 0 16,0 0-640-16,0 0-128 0,0 0-16 0,0 0-16 15,0 0-640-15,0 0-128 0,0 0-32 0,0 0 0 16,0-11 1264-16,-3-2 240 0,1 4 48 0,-1-3 16 0,0 1 816 0,-1-1 160 0,1 0 48 16,-1-1 0-16,-2-1 1744 0,3 1 368 15,-1 0 64-15,1-2 16 0,0 4 256 0,3 0 48 0,2 2 16 0,-1 0 0 0,0 0-464 0,3 0-96 16,0 0-16-16,3 1 0 16,-1 0-544-16,2 2-112 0,2-4-32 0,2 4 0 0,-1 1-336 15,2-1-80-15,-2 3-16 0,2-1 0 16,2 2-160-16,-2 2-48 0,0 2 0 0,0 0 0 0,-1 2-48 0,-1 1-16 15,0 6 0-15,-1-2 0 0,-1 1-16 16,-2 2 0-16,1 0 0 0,-2 2 0 0,-1 2-32 0,1 1-16 16,-2 2 0-16,-2-3 0 15,-1 0-16-15,1-1 0 0,-2 0 0 0,0-2 0 0,-2 1-192 16,1-2 0-16,-1-2 0 0,0-2 0 0,2-8 0 0,-2 6 0 16,2-6 0-16,0 0 0 0,0 0 160 0,0 0-16 15,0 0 0-15,0 0 0 0,0 0-144 0,0 0 0 16,-6-5-192-16,2 1 192 0,3-4-144 0,1 1 144 15,1-4 0-15,2-2 0 0,2-1-160 0,2-2 160 0,1-1-128 16,2 0 128-16,2 0-192 0,1 0 32 16,1-1 16-16,1 0 0 15,0 2-496-15,1-2-112 0,-1 1-16 0,1 3 0 16,0 3-1136-16,1 2-224 0,0 1-48 16,1 1-16-16,0 0-2096 0,0 0-400 0,1 1-96 0,-2 2-11344 0</inkml:trace>
  <inkml:trace contextRef="#ctx0" brushRef="#br0" timeOffset="-180069.32">20655 2231 11055 0,'0'0'480'0,"0"0"112"0,0 0-464 0,0 0-128 15,0 0 0-15,0 0 0 0,0 8 6784 0,-3 2 1344 16,-1 2 272-16,-2 1 48 0,-2-2-4800 0,0 0-976 0,-1 0-192 16,-1 2-48-16,-3 1-1120 0,1 2-224 0,0 0-64 0,0-2 0 15,3-1-320-15,0 0-80 0,1 1-16 0,2-3 0 16,-1 0-480-16,3 1-128 0,3 0 0 0,2-2 0 16,1-2 0-16,0 0-240 0,-2-8 64 0,7 8 16 15,1-4-384-15,1 0-80 0,1 1-16 0,2-5 0 16,0 0-224-16,2-4-48 0,0-1-16 0,1 1 0 15,-2-4 176-15,1 0 48 0,0-2 0 0,1-1 0 16,-4-3 384-16,2-2 96 0,0 1 16 0,-1-1 0 0,0-1 208 0,-2 1 0 16,1 1 0-16,-2-3 0 0,0 1 0 0,-1 0 128 15,-2 0-128-15,1 2 0 16,-2 6 288-16,0 0-48 0,-1 3-16 0,-4 6 0 0,0 0 208 0,0 0 32 16,0 0 16-16,2 9 0 0,-1 4 272 15,-1 4 48-15,-1 2 16 0,-1 3 0 0,1 2-192 16,0 3-48-16,-2 3 0 0,3 4 0 0,-1 3-272 0,1 0-64 15,0 4-16-15,1-2 0 0,2 0-224 0,2 0 176 16,-1 0-176-16,0-2 160 0,-2-3-160 0,1-3 0 16,1-4 144-16,-2-1-144 0,0-2 0 0,-1-3 0 15,0-2 0-15,1-2 128 0,-2-2-128 0,0-5 0 16,-2 0 0-16,2-4 0 0,0-6 0 0,0 0 0 16,0 0 0-16,0 0 0 0,-8-6 0 0,3 0 0 15,0-3 0-15,1-3-128 0,-1-4-80 0,0-4-16 16,0-3 0-16,-1-3 0 15,2-2-160-15,2-6-16 0,0-4-16 0,4-1 0 16,0-5-32-16,4-1 0 0,0 1 0 0,2-2 0 0,0 1 256 0,2 0 32 0,2 4 16 0,1 3 0 16,0 1 144-16,0 2 0 0,-1 4 0 0,-1 3 0 15,0 4 256-15,-2 1-32 0,0 5 0 0,-1 3 0 16,0 2 32-16,-2 5 0 0,1-1 0 0,-2 3 0 16,-5 6-256-16,0 0 144 0,0 0-144 0,9 3 128 15,-1 2-128-15,-1 3 0 0,-2 1 144 0,-1 3-144 16,-2 2 0-16,0 3 0 0,-2 3 0 0,-2 2 0 0,0 0 0 15,-2 3 0-15,-1 0 0 0,-2-1 0 16,1 1 0-16,-1-1 0 0,-1-1 0 0,0-1 0 16,2-2-160-16,-1-3-96 0,2-2-32 0,1 0 0 15,2-1-2112-15,0-2-416 0,4-3-96 16,0-3-17456-16</inkml:trace>
  <inkml:trace contextRef="#ctx0" brushRef="#br0" timeOffset="-179900.26">21149 2264 8287 0,'8'-31'368'15,"-4"18"80"-15,1-4-448 0,0 2 0 0,0 1 0 0,2 2 0 0,-1 3 7520 0,-2 4 1424 16,-4 5 272-16,0 0 64 0,0 0-5280 0,0 0-1056 16,3 10-224-16,-2 1-32 0,-2 2-1328 0,1 2-256 15,0 1-48-15,0 4-16 0,0 2-720 0,0 0-128 16,1-1-48-16,-1 0 0 0,0-3-144 0,1-1-176 16,2-2 48-16,-2 1 0 15,1 0-2288-15,0-1-448 0,0 0-80 0,-1-2-18608 0</inkml:trace>
  <inkml:trace contextRef="#ctx0" brushRef="#br0" timeOffset="-179756.03">21322 2140 29087 0,'0'0'1280'0,"0"0"272"0,0 0-1232 0,0 0-320 0,0 0 0 0,0 0 0 15,0 0-1984-15,8 5-448 16</inkml:trace>
  <inkml:trace contextRef="#ctx0" brushRef="#br0" timeOffset="-179555.34">21625 2117 37375 0,'0'0'1664'0,"0"0"320"0,0 0-1584 15,0 0-400-15,0 0 0 0,0 0 0 0,0 0 2384 0,0 0 400 16,0 0 80-16,-9 5 16 0,-6 4-704 0,1 3-144 16,-2 3-32-16,-2 2 0 0,-3 3-1056 0,0 1-224 15,0 2-32-15,2 2-16 0,1-2-256 0,1 1-48 16,1-2-16-16,3-1 0 0,3-3-208 0,2 0-144 15,1-1 192-15,5 0-48 0,2-1-144 0,2 1 0 16,3-4 0-16,2 0 0 0,2 0 0 0,2-3 0 16,2-1 0-16,2-1 0 0,2-3 0 0,4-1 0 15,1 0 0-15,3-4 0 16,4-2-448-16,1-5-64 0,4-3-32 0,5-1-25120 0</inkml:trace>
  <inkml:trace contextRef="#ctx0" brushRef="#br0" timeOffset="-178347.59">22414 2261 23039 0,'6'-14'1024'0,"-3"6"192"0,-1 0-960 0,2-2-256 15,1-1 0-15,2 0 0 0,1 0 4656 16,2-3 880-16,-3 2 176 0,-3 2 48 0,-4 1-3168 0,0 2-624 16,0 7-128-16,0 0-32 0,-2-4-416 0,0 3-96 15,-4 1-16-15,-1 2 0 0,-4 4-448 0,-1 3-112 16,-4 1-16-16,-1 6 0 0,-2 5-352 0,0 0-80 16,-2 2-16-16,-5 8 0 0,1-1-128 0,3-2-128 15,2-2 144-15,6 0-144 0,1-1 0 0,4-3 0 16,4-1 0-16,3-3 0 15,4-1-336-15,5 0-176 0,3-4-16 0,3-5-16 16,4-1-1056-16,3-1-224 0,4-4-32 0,5-2-16 16,2-5-1760-16,3 0-336 0,1-2-80 0,1 1-16 15,5-6-1120-15,-5 2-208 0,-3-3-48 0,-3-2-16 16,-1-2 3312-16,-6-2 672 0,-2-3 128 0,-4 1 16 0,-3 1 3824 0,-1 3 752 16,-2-2 144-16,-3 2 48 0,-2 1 592 0,-2 2 112 0,0 1 16 0,-2 4 16 15,-2 2-1072-15,0 7-224 0,-2-4-32 0,2 4-16 16,-7-1-1024-16,1 3-208 0,-2 2-32 0,-1 4-16 0,-2 5-736 0,0-1-160 15,-2 4-16-15,0 1-16 16,0 0-304-16,0 1-48 0,0-3-16 0,1 4 0 0,4 0-256 0,0 1 160 16,2-3-160-16,0 0 128 15,4-2-128-15,1-3 0 0,1 1 0 0,2-1 0 0,1-4-208 0,1-1 16 16,0 1 16-16,1-4 0 16,3 0-256-16,1-4-48 0,0-1-16 0,0-2 0 15,0-1-48 1,2-2-16-16,-1-2 0 0,0-4 0 0,1-2 224 0,1-3 32 0,-1-3 16 0,1 0 0 0,1-3 128 15,1-1 32-15,2-4 0 0,0-2 0 0,-1-2 128 0,1 0-208 16,1 1 80-16,-1 4 128 0,-2 3-128 0,-1 3 128 16,-1 6 0-16,-3 4 0 0,-3 3 0 0,0 5 0 15,-6 3 192-15,0 0-64 0,0 0 432 0,0 11 80 16,0 2 0-16,0 6 16 0,-2 3-128 0,0 0-16 16,-1 4-16-16,-2 0 0 0,1 0-176 0,0 0-16 15,0-2-16-15,1-1 0 0,1 1-96 0,1-2-32 16,1-1 0-16,0-2 0 0,-2-2-160 0,4-4 128 15,-1-1-128-15,1-2 128 0,0-1-128 0,0-1 0 16,-2-8 144-16,0 0-144 0,0 0 0 0,0 0 0 0,0 0 0 16,8-4 0-16,0-1 0 0,0-3 0 15,0-1 0-15,1-4 0 0,0-4 0 0,1-1-128 0,1-3 128 0,1-1 0 16,2 0-288-16,1-6 32 0,2 1 0 16,0-3 0-16,-1 0 256 0,0 3 0 0,-2 1 0 15,-1 5 0-15,-1 1 0 0,-3 6 0 0,-1 5 0 0,-2 2 0 16,-6 7 0-16,0 0 0 0,0 0 0 0,4 7 0 0,-1 2 0 0,-2 5 0 15,-1 3 0-15,0 4 0 16,-1 1 192-16,-1 2 80 0,0 0 32 0,1 1 0 16,1-1-304-16,0-2 0 0,0-1 0 0,1 1 0 15,0-4 128-15,3 0-128 0,1-2 0 0,1-2 0 0,-1-5 0 16,0 1 0-16,3-4 0 0,-2 1 0 0,1-2 0 0,1-4 0 16,-1-1-144-16,3 0 144 0,-3-4-160 0,3-2 160 15,-1-3-192-15,0-2 192 0,1-1-192 0,-1-2 192 16,2-3-192-16,-1-1 192 0,1-2-224 0,0-3 64 15,2-3 16-15,0 0 0 0,0-2 0 0,-1 2 0 16,0 3 0-16,-2-1 0 0,-1 6 144 0,-1 2-128 16,-1 3 128-16,-2 4-128 0,-1 4 128 0,-4 5-128 15,0 0 128-15,0 0-128 0,0 0 128 0,-4 8 176 16,0 2-48-16,0 3 0 0,-1 4 0 0,1 0-128 16,-1 3 192-16,2-1-64 0,1 1-128 0,0-2 0 15,1-1 0-15,0-1 0 0,-1 1 0 0,1-2 0 0,1 0 128 16,0-2-128-16,1-2-144 0,2 0-64 0,0-1-16 15,1-1 0 1,2 1-1488-16,1-3-288 0,-1-1-64 0,2-1-16 16,1 1-2400-16,0-3-464 0</inkml:trace>
  <inkml:trace contextRef="#ctx0" brushRef="#br0" timeOffset="-178100.83">23674 2205 28559 0,'0'0'2544'0,"0"0"-2032"0,0 0-512 0,0 0 0 16,0 0 3872-16,0 9 672 0,0 3 144 0,0 2 32 0,0 2-2128 0,0 2-416 15,0 2-96-15,0 3-16 0,0 1-736 16,0 3-160-16,-2 2-16 0,2 1-16 0,0 2-816 0,1 2-176 16,-2 0-16-16,1 1-128 0,0-1 208 0,0-1-64 15,0-2-16-15,1-2 0 0,0-2-128 0,1-2 0 16,-1-3 0-16,0-2 0 0,-1-2-128 0,0-4-64 16,-1-2-16-16,1-3 0 15,0-2-496-15,0-7-80 0,0 0-32 0,0 0 0 16,0 0-272-16,0 0-48 0,-3-9-16 0,1-1 0 15,-1-1-704-15,-1-5-128 0,0-3-48 0,2-4 0 16,-2-5-1280-16,0-2-256 0,0-2-48 0,0 0-6880 16,3-2-1392-16</inkml:trace>
  <inkml:trace contextRef="#ctx0" brushRef="#br0" timeOffset="-177901.67">23649 2349 21711 0,'10'-34'960'0,"-5"19"192"0,-1 1-912 0,1-2-240 16,-1 1 0-16,1 0 0 0,0 2 3648 0,2 2 704 16,-1-1 128-16,1 3 16 0,-1 2-1424 0,2-1-304 15,1 2-48-15,2 1-16 0,-1 1-1296 0,1 1-272 16,0 2-48-16,2 1-16 0,0 0-432 0,0 2-96 15,0 2-16-15,0 2 0 0,2 0-176 0,-2 3-32 16,-3 2-16-16,-1 2 0 0,-2 1-48 0,-2 3 0 0,-1 1 0 0,-1 2 0 16,-2 1 64-16,-1 0 0 15,-3-2 0-15,-2 1 0 0,-1-2-192 0,-2 0-128 16,3 0 144-16,-3 1-144 0,-1-4 0 0,1 0 0 0,1-2 0 16,1-3 0-1,-1-1-1424-15,2 0-176 0,1-2-48 0,4-7 0 16,0 0-1872-16,0 0-384 0,0 0-80 0</inkml:trace>
  <inkml:trace contextRef="#ctx0" brushRef="#br0" timeOffset="-177604.94">23977 2190 14735 0,'7'-15'640'0,"-4"10"160"0,0-3-640 0,1 2-160 0,1 2 0 0,-5 4 0 16,0 0 6272-16,0 0 1232 0,0 0 240 0,9 2 64 0,-9-2-4352 0,9 9-880 16,-1 2-160-16,1 3-48 0,-1 2-896 0,0 2-192 15,-3 0-48-15,1 5 0 0,1 0-640 0,-1 2-128 16,1-4-16-16,-2 1-16 0,-1-5-240 0,0 0-64 15,0 0 0-15,-1-2 0 0,-2 1-128 0,-1-3 192 16,0-1-192-16,0-3 192 0,1-3-192 0,-1-6 192 16,0 0-192-16,0 0 192 0,0 0-64 0,0 0 0 15,0 0 0-15,0 0 0 0,0 0-80 0,-4-6-48 16,2-1 0-16,0-2 0 0,0-1 0 0,0-1 0 16,1-2 0-16,2-2 0 0,2 0 0 0,1-4 0 15,1-2 0-15,0 0 0 0,2-1 0 0,1 1 0 16,1 0 0-16,0 2 0 0,0 0 0 0,0 1-240 0,0 1 80 15,0 1 16 1,1 2-816-16,1 1-176 0,1 4-16 0,2 1-15472 0,5 2-3088 16</inkml:trace>
  <inkml:trace contextRef="#ctx0" brushRef="#br0" timeOffset="-176669.62">24396 2392 21183 0,'0'0'1888'0,"0"0"-1504"0,-6 1-384 0,-1-1 0 0,2 0 4192 0,5 0 768 16,-6-1 160-16,-1-1 16 0,5 2-2192 0,0-2-432 15,4-1-80-15,-1 2-32 0,-1 1-992 0,0 0-208 16,10-4-48-16,2 1 0 0,0-2-560 0,1-1-112 15,0-2-32-15,2-1 0 0,2 1-176 0,2 0-32 16,2 0-16-16,-2-2 0 0,-1-3-224 0,1 0 128 0,-1-2-128 0,0 0 0 16,-2 0 128-16,-2-2-128 15,-1 0 0-15,-2 3 0 0,-1-2 0 0,-3 2 0 16,-2 1 0-16,-3 1 0 0,1 3 128 0,-3 9-128 16,-5-6 0-16,-2 2 0 0,-1 0 192 0,-2 4-48 0,-2 1-16 0,-5 6 0 15,-2 2 128-15,-2 5 32 0,-1 4 0 0,0 5 0 16,1 0-128-16,1 3-32 0,2 3 0 0,1-4 0 15,1-1-128-15,5 1 192 0,1-3-192 0,5 0 192 16,4 1-192-16,4-5 0 0,3-1 0 0,3-2 0 31,2 0-384-31,2-4-128 0,4-1 0 0,3-4-16 0,3-3-688 0,1-3-128 0,4-3-16 0,2-1-16 16,4 0-1824-16,2-1-384 0,1-4-64 16,-1 0-15264-16</inkml:trace>
  <inkml:trace contextRef="#ctx0" brushRef="#br0" timeOffset="-176337.18">25085 2105 5519 0,'0'0'240'0,"-1"-7"64"0,-3 1-304 0,-2-1 0 0,-3 1 0 0,1-1 0 0,-1 1 8896 0,0 3 1728 16,-1 0 352-16,-2 2 64 0,0 1-7200 0,-1 3-1424 15,0 1-304-15,-1-2-48 0,-2 2-976 0,1 3-192 16,-2 1-32-16,1 1-16 0,0 0-304 0,1 1-64 16,0 1-16-16,2 2 0 0,2 0-336 0,0-3-128 15,1 2 0-15,2 0 0 0,1-2 192 0,3 0-48 16,1-2-16-16,1 3 0 0,4-1-128 0,0 1 0 15,2-1 0-15,3-1 0 0,2 0 0 0,1-2-176 16,1-5 48-16,2 4 0 0,1-1 128 0,2-1 0 16,1-2 0-16,1 2 0 0,1-1 0 0,1 1-128 15,-3 0 128-15,0-2-128 0,0 1 128 0,0 0 0 16,-2-2 0-16,0 3 0 0,-4 1 0 0,0 0 0 16,-3 2 0-16,-3-1 0 0,-5-6 0 0,0 0 0 15,-1 7 0-15,-3 1 0 0,-3 1 192 0,-2 0-16 0,-1 1-16 16,-3-2 0-16,-2 0-160 0,0 0 128 0,-2 1-128 15,-2-3 128-15,0 2-128 0,-1 1 0 0,-1-1 0 16,2 0 0 0,-1-3-624-16,3 0-96 0,2-5-32 0,3 3 0 15,3 1-1296-15,9-4-272 0,0 0-48 0,0 0-12640 0,0 0-2528 0</inkml:trace>
  <inkml:trace contextRef="#ctx0" brushRef="#br0" timeOffset="-175991.67">25412 2079 28559 0,'0'0'2544'0,"0"0"-2032"15,0 0-512-15,0 0 0 0,0 0 4272 0,0 0 752 16,0 0 160-16,-6 0 16 0,-2 1-2592 0,-1 4-528 16,-3-2-96-16,-1 2-32 0,-2-1-1120 0,0 2-208 15,-2 2-48-15,0 3-16 0,0-2-240 0,0 1-64 16,-1 3 0-16,1-1 0 0,0-2-96 0,4 2-32 16,1-1 0-16,3-1 0 0,1-1-128 0,2 2 0 15,3-1 0-15,3 0 128 0,1 0-128 0,3-1 0 16,-4-9 0-16,9 10 0 0,4 1 0 0,0-1 0 15,2 2-144-15,0-4 144 0,1-1 0 0,0 0-128 16,-1 1 128-16,2-2 0 0,0 1 0 0,-1-1 0 0,-3 0 0 16,-1-1 0-16,-2 1 0 0,-1 1 0 15,-1 1 0-15,-1-2 0 0,-2-1 0 0,-1 2 0 0,-2 1 0 16,0 1 0-16,-2-9 0 0,-2 8 0 0,1-1 0 16,0 1 0-16,-3 0 0 0,-1 0 0 0,-1-2 0 15,0 2 0-15,-2-3-192 0,-1-1 32 0,0 0 0 0,0 0 0 31,0 0-960-31,1-1-192 0,1-1-32 0,-1 2-16 16,8-4-2832-16,0 0-560 0</inkml:trace>
  <inkml:trace contextRef="#ctx0" brushRef="#br0" timeOffset="-175816.45">25537 2135 21183 0,'0'0'1888'0,"0"0"-1504"0,0 0-384 0,0 0 0 15,0 0 6320-15,0 0 1184 0,0 0 240 0,0 0 64 0,0 0-4928 16,3 8-960-16,-2 2-208 0,-1 2-48 0,0 1-848 0,0 4-176 15,0-3-48-15,0 4 0 0,0 2-416 0,0 1-176 16,1-3 128-16,-1 0-128 0,-1-1 0 0,1-1 0 16,1-2 0-16,1-1 0 15,0-1-1024-15,1-2-192 0,0 1-48 0,0-2 0 16,1-3-2944-16,0 0-592 0</inkml:trace>
  <inkml:trace contextRef="#ctx0" brushRef="#br0" timeOffset="-175666.57">25639 2118 19343 0,'-4'-17'1728'0,"3"9"-1392"0,-3 0-336 0,1-2 0 16,-1 2 3520-16,2 1 640 0,-2 2 128 0,4 5 32 0,-3-6-3008 0,3 6-608 15,0 0-112-15,0 0-16 16,0 0-1728-16,12-2-352 0,1 1-64 0,3 4-13264 0</inkml:trace>
  <inkml:trace contextRef="#ctx0" brushRef="#br0" timeOffset="-175153.13">25983 2085 20271 0,'0'0'1792'0,"0"0"-1424"0,0 0-368 15,0 0 0-15,0 0 5440 0,0 0 1024 0,0 0 208 0,-4 7 48 16,-2 1-3392-16,-2 2-656 16,-3 2-144-16,0 1-32 0,-2 4-1152 0,-2-2-224 0,-2 6-48 0,2-1-16 15,-1 3-528-15,0-2-96 0,1 1-32 0,0-2 0 16,1 1-256-16,2-2-144 0,2-2 160 0,2-1-32 0,2-2-128 0,2-1 0 16,1-2 0-16,4 0 0 0,-1 0 0 15,3-3 0-15,1-2 0 0,-4-6 0 0,6 5 0 0,2-1 0 16,1-2 0-16,2-2 0 0,-1-2 0 0,1 0-160 15,-1-2 160-15,3-1-192 0,1-5 192 0,1 1 0 16,-2-4-144-16,1-2 144 0,1-1 0 16,-1-2 0-16,-2 1-144 0,1-1 144 0,1-1 0 15,0-2 0-15,1 1-128 0,0 0 128 0,-2 4 0 0,-1 1 0 16,-3 2 0-16,0 0 0 0,-1 2 0 0,-1 5 0 16,-7 6 0-16,0 0 0 0,0 0 0 0,0 0 0 15,4 7 128-15,-1 3-128 0,1 1 176 0,0 2-176 16,0 2 192-16,0-1-192 0,0 2 128 0,1-1-128 15,0 1 0-15,2-2 144 0,-2 1-144 0,4 0 0 16,-2-2 0-16,1-2 0 0,-1-3 0 0,1-2 0 16,0-2 0-16,0-1 0 0,0 1 0 0,1-3 0 15,-1-1 0-15,-2-1 0 0,1-3 0 0,-1-2 0 16,2 0 0-16,0-2 0 0,1-2 0 0,3-2 0 16,-2 0 0-16,2-3 0 0,0-5 0 0,1-2 0 0,1-2 0 15,0 1 0-15,2 1 0 0,-3 1 0 0,0 5 0 16,-1 1 0-16,-2 4 0 0,-1 5 0 0,-1 2 0 0,-1 1 0 15,-7 3 0-15,0 0 0 0,6 9 0 0,-1 0 0 16,-1 2 0-16,2 2 0 0,-1 1 0 0,1 3 0 16,2-1 0-16,1 1 0 0,2 0 0 0,2 0 0 15,2-2 0-15,2 0 0 0,2-2 0 0,-1-2 0 16,1 0 0-16,2-2 0 0,0-1 0 0,5 0 0 0,-1-2 0 0,-2 1 0 16,1-2 0-16,-1-1 0 15,2-2-1584 1,-4 1-208-16,1 0-32 0</inkml:trace>
  <inkml:trace contextRef="#ctx0" brushRef="#br0" timeOffset="-173659.61">8409 12249 33119 0,'-12'12'1472'0,"12"-12"288"0,-6 2-1408 0,-1 4-352 0,1 0 0 0,-1 2 0 16,2 0 880-16,0 0 96 15,0-1 32-15,1 4 0 0,-2-5-384 0,1 3-80 0,3 1-16 0,-1-1 0 16,0 0-528-16,2-1-320 0,1 1 32 0,3-1 16 31,1 1-2288-31,1 0-448 0,-1-1-80 0</inkml:trace>
  <inkml:trace contextRef="#ctx0" brushRef="#br0" timeOffset="-173526.35">8361 12631 16575 0,'-12'13'736'0,"7"-5"160"0,0-2-720 0,1 1-176 0,-2-2 0 0,3 2 0 0,-1-1 3968 0,1-1 752 16,3-5 144-16,0 0 48 0,0 0-3376 0,-3 7-688 16,3-7-128-16,0 0-16 15,0 0-2160-15,0 0-416 0,7 2-96 0</inkml:trace>
  <inkml:trace contextRef="#ctx0" brushRef="#br0" timeOffset="-173386.33">8367 12812 11055 0,'-15'15'976'0,"9"-9"-784"0,1 2-192 0,0 0 0 0,1 1 4800 0,0-1 928 16,-1-1 176-16,2 1 48 0,1 1-3568 0,0-1-704 16,1-1-144-16,0-1-16 0,0 1-624 0,-1-1-112 15,2 1-16-15,2-1-16 0,-1 1-576 0,-1-7-176 16,2 8 0-16,-2-8 0 15,7 6-1632-15,-1-1-432 0,2 2-96 0</inkml:trace>
  <inkml:trace contextRef="#ctx0" brushRef="#br0" timeOffset="-172801.73">8322 12645 18431 0,'0'0'816'0,"0"0"160"0,-7 0-784 0,2 0-192 16,0-1 0-16,1 1 0 0,-1 1 5728 0,5-1 1104 16,0 0 208-16,-4 3 64 0,0 1-3872 0,0 2-768 15,0 4-160-15,1 1-16 0,2 2-1072 0,1 3-192 16,0 3-64-16,1 4 0 0,-2 1-416 0,2 1-96 0,2 3 0 0,1-1-16 16,1 0-176-16,0 1-16 0,0-2-16 0,-1 2 0 15,0-1-96-15,0 0-128 0,-1 0 176 16,-1 1-176-16,1-1 144 0,0-3-144 0,-2-1 0 0,0-1 144 15,1-2-144-15,-1-2 0 0,-1-2 0 16,0-2 128-16,1-2-128 0,0-3 0 0,-1-9 0 0,0 0 0 16,0 6-256-16,0-6-96 0,0 0-16 0,0 0 0 15,0 0-848-15,0 0-192 16,3-8-16-16,1-2-16 0,2-3-2208 0,0-1-432 16</inkml:trace>
  <inkml:trace contextRef="#ctx0" brushRef="#br0" timeOffset="-172239.92">8088 13600 33695 0,'0'0'1488'0,"0"0"304"0,0 0-1424 0,0 0-368 0,0 0 0 0,0 0 0 16,0 0 2336-16,0 0 400 0,0 0 80 0,0 0 0 15,0 0-592-15,8 6-128 0,0 5-32 0,0 3 0 16,-2 4-848-16,-1 0-160 0,1 3-32 0,0 3-16 16,2 2-368-16,0 3-80 0,-2 1-16 0,0 1 0 15,-1 0-240-15,0-1-48 0,0-1-16 0,2-6 0 16,-1 1-240-16,1-3 176 0,-1-3-176 0,0-1 160 0,-4-2-160 16,3-2 0-16,1-2 0 0,-3-1 0 15,1-2 0-15,0 0 0 0,-4-8 128 0,0 0-128 0,0 0 0 0,5 5 0 16,-5-5 0-16,0 0 0 0,0 0 0 0,0 0 0 15,8-2 0-15,0-1 0 0,0-1 0 0,-2-1 0 16,0-6 0-16,-1 1 0 0,0 0-128 0,2-5 128 16,-1-3 0-16,2-4 0 0,0-4 0 0,0-3-176 15,-1-2 176-15,1-2-128 0,1-1 128 0,-1 0-208 16,0 2 80-16,-1 0 128 0,-1 2-320 0,1 3 48 16,-2 2 16-16,0 3 0 15,0 3-704-15,-1 3-128 0,0 2-16 0,-1 3-16 16,-1 1-864-16,1 2-160 0,-3 8-32 0,5-8-16 15,2-2-1872-15,-1 3-368 16</inkml:trace>
  <inkml:trace contextRef="#ctx0" brushRef="#br0" timeOffset="-171993.98">8040 13760 15663 0,'-22'1'1392'0,"15"3"-1120"0,1-1-272 0,-1-1 0 15,3-2 6304-15,4 0 1200 0,0 0 240 0,0 0 64 16,0 0-4928-16,10 2-992 0,-1-4-192 0,4 1-32 16,1 1-576-16,2-1-128 0,2-2 0 0,1-1-16 15,4 2-336-15,-1-3-64 0,1 1-16 0,-1 0 0 0,1-4-256 0,-3 4-48 16,3-1-16-16,-1 0 0 0,0 1-208 0,-1 0 0 16,0 0 0-16,-2 1 0 15,-1-1-592-15,1 2-176 0,0-2-16 0,0 1-16 16,-3 2-1152-1,1 0-224-15,-1 1-64 0,2 1-12080 0,3 1-2416 0</inkml:trace>
  <inkml:trace contextRef="#ctx0" brushRef="#br0" timeOffset="-171791.58">8565 13828 26719 0,'0'0'2368'0,"0"0"-1888"16,0 0-480-16,0 0 0 0,0 0 3936 0,2 6 688 15,-1 2 144-15,0 0 32 0,2 1-1984 0,0 3-400 0,-2 2-80 0,0 2-16 16,-2 1-960-16,2-2-192 15,0 4-32-15,2-1-16 0,-2 0-480 0,2 0-112 16,0 1-16-16,-2-1 0 0,-1 0-512 0,0 0 0 0,1 3 0 0,0-4 0 16,1 0 0-16,-1 0 0 0,2-1 0 15,-1-2 0 1,0-1-368-16,0-1-80 0,1-2 0 0,-1-2-16 16,1-1-1072-16,0-1-224 0,-3-6-32 0,6 4-21504 0</inkml:trace>
  <inkml:trace contextRef="#ctx0" brushRef="#br0" timeOffset="-170876.11">3867 9278 12895 0,'0'0'576'0,"-5"4"112"0,-1 1-560 0,1 1-128 0,1 2 0 0,0 0 0 0,2-1 3552 16,2-7 672-16,-2 9 144 0,1 0 32 16,0 0-2800-16,-2 1-576 0,3 1-96 0,0-1-32 15,-1-1-512-15,2 2-128 0,2 2 0 0,-1-3-16 16,-2 3-240-16,2 0 0 0,3 2 0 0,0 0-9760 15,-1-2-1888-15</inkml:trace>
  <inkml:trace contextRef="#ctx0" brushRef="#br0" timeOffset="-170731.66">3901 9892 4607 0,'-4'17'192'0,"1"-5"64"0,-2 3-256 0,2 2 0 16,2 1 0-16,-2 1 0 0,-2 0 5136 0,3 2 992 0,2 0 192 15,-2 1 32-15,-2 0-3984 0,2 0-784 16,1 1-176-16,-1-1-16 0,1-1-848 0,1-1-160 15,1 0-48-15,1 0 0 0,-1-1-336 0,0 3 0 16,2 0 0-16,1 2-10016 16,1-2-1920-16</inkml:trace>
  <inkml:trace contextRef="#ctx0" brushRef="#br0" timeOffset="-170579.35">3927 11104 27983 0,'-9'29'1232'0,"6"-15"272"0,-1 2-1200 0,0 1-304 0,-1 1 0 0,1 0 0 15,0 1 912-15,0-1 128 0,0-1 32 0,3-1 0 16,1-2-544-16,0 0-96 0,0 1-32 0,3 0-14960 16</inkml:trace>
  <inkml:trace contextRef="#ctx0" brushRef="#br0" timeOffset="-170465.85">3946 11849 19343 0,'-11'23'848'0,"7"-10"192"0,0 4-832 0,-1 0-208 0,-1 0 0 0,2 3 0 0,1-2 2656 0,-1 1 480 15,0 0 112-15,1 0 16 0,2 0-2576 0,1 0-512 16,1 2-176-16</inkml:trace>
  <inkml:trace contextRef="#ctx0" brushRef="#br0" timeOffset="-170314.72">3995 12587 19343 0,'-13'22'1728'0,"7"-9"-1392"16,0 0-336-16,1 4 0 0,-2-3 3552 0,2 3 640 15,0 1 128-15,1-2 32 0,0 0-2112 0,0-1-432 16,-1 0-80-16,2-2 0 0,2-3-896 0,-1 1-192 16,0-2-16-16,2 0-16 15,0 0-1568-15,1-3-320 0,2 1-64 0,1 0-16 16,0-2-1280-16,1 1-256 0,0 2-48 0</inkml:trace>
  <inkml:trace contextRef="#ctx0" brushRef="#br0" timeOffset="-169711.44">3836 12764 5519 0,'0'0'496'0,"0"0"-496"16,0 0 0-16,0 0 0 0,0 0 2160 0,0-7 336 15,0 2 64-15,0 0 0 0,-2-1-64 0,2-1-32 0,2 0 0 0,-4 1 0 16,2-2 32-16,2 0 0 0,0 0 0 0,-1 1 0 15,2-2-288-15,-2 1-48 0,-1 8-16 0,0 0 0 16,3-7-96-16,-3 7-32 0,0 0 0 0,0 0 0 16,0 0-416-16,0 0-96 0,0 0-16 0,1 12 0 15,1 5-624-15,-1 2-128 0,0 5-32 0,-1 2 0 0,0 3-384 16,1 2-96-16,-1-8-16 16,2 1 0-16,-1 2-80 0,0 0 0 0,2-1-128 0,0 0 192 0,-2-1-192 0,0 1 0 15,2-1 0-15,-2 3 0 0,2-4 0 0,-1-2 0 16,1-2 0-16,1-6 0 0,-3 0 0 0,2-3 0 15,-2-1-208-15,0-1 64 16,-1-8-896-16,0 0-176 0,0 0-48 0,0 0 0 16,0 0-1120-16,0 0-240 0,0 0-32 0,0 0-11056 15,7 1-2224-15</inkml:trace>
  <inkml:trace contextRef="#ctx0" brushRef="#br0" timeOffset="-169244.81">3635 13351 9215 0,'-13'-20'816'0,"9"14"-656"0,0-1-160 0,0-2 0 0,3-1 5712 0,1-1 1120 0,0 2 208 0,1 1 64 16,-2 2-3792-16,1 6-752 0,0 0-160 0,0 0-32 16,0 0-320-16,0 0-80 0,0 0-16 0,0 0 0 15,5 5-736-15,1 7-160 0,1 2-32 0,1 5 0 16,1 5-432-16,0 2-80 0,0 4-32 0,-1 0 0 16,0 3-160-16,1-1-48 0,1-1 0 0,2 2 0 15,-1-2-128-15,-2-2-16 0,1-3-128 0,0-1 192 16,0-3-192-16,-1-4 0 0,0-3 128 0,0-4-128 15,0-2 0-15,-1-2 0 0,-2-2 0 0,-6-5 0 0,8 3 0 0,-8-3 0 16,8-3 0-16,0-2 0 0,0-4 0 0,-2-2 0 16,-1 0 0-16,-1-2 0 0,3-3 0 0,-1 2 0 15,0-7 0-15,-1 0 0 0,0-3 0 0,0 1 0 16,-1 0 0-16,-1-2 0 0,1-3-128 0,0 1 128 16,1 0-192-16,0-3 192 0,-2 4-320 0,1 2 32 15,-1-1 16-15,1 3 0 16,0 3-848-16,0 2-160 0,-1 2-48 15,-1 5 0-15,1 2-1440 0,-3 8-304 0,0 0-48 0,0 0-10112 16,0 0-2016-16</inkml:trace>
  <inkml:trace contextRef="#ctx0" brushRef="#br0" timeOffset="-168991.24">3553 13502 34095 0,'-3'18'1504'0,"3"-18"320"0,0 0-1456 0,0 0-368 0,0 0 0 0,0 0 0 16,0 0 3536-16,0 0 640 16,7 1 128-16,0 2 32 0,2 0-2656 0,2-3-528 0,1 0-96 0,2-3-32 15,0 0-496-15,1 0-96 0,-1-1-32 0,2-3 0 16,1 1-208-16,1-1-32 0,1 1-16 0,1-2 0 16,-2 0-144-16,3 0 0 0,0-2 0 0,0-2 0 15,-3 4-512 1,2-2-192-16,-2 2-48 0,0 3 0 0,0-2-1168 0,-1 2-224 0,-1 4-48 0,0-2-12096 15,-1 2-2416-15</inkml:trace>
  <inkml:trace contextRef="#ctx0" brushRef="#br0" timeOffset="-168608.82">3936 13692 17503 0,'0'0'1552'0,"0"0"-1232"16,0 0-320-16,0 0 0 0,0 0 6560 0,0 0 1248 15,0 0 256-15,0 0 64 0,0 0-5248 0,6 3-1056 16,4-1-208-16,-1 0-32 0,1-4-768 0,2 0-160 16,0-2-16-16,2-1-16 0,0-2-192 0,1 1-48 15,-1-1 0-15,2 1 0 0,-2-1-128 0,-1 1-48 16,-1-1 0-16,1 1 0 0,-3 2-80 0,-1-2 0 16,0 3-128-16,-2 1 192 0,-7 2 0 0,0 0-16 15,0 0 0-15,4 7 0 0,-2 1 80 0,0 3 0 0,-1 4 16 16,-4 4 0-16,0-1-272 0,-3 5 0 0,-1 3 128 15,0-3-128-15,-1 3 0 0,0 0 0 16,1 2 0-16,-3-2 144 0,1-1-144 0,0-3 0 16,0-1 0-16,1-3 0 0,2-3 0 0,0 0 0 0,4-5 0 15,-1 1 0-15,2-2 0 0,1-9 0 16,0 0 0-16,4 4 0 0,1 0 0 0,3-2 0 0,1 1 0 0,3-3 0 16,-2 2 0-16,3-2 0 0,2-2 0 0,0-2 0 15,2 1 0-15,0-3 0 0,1-1 0 0,2 1 0 16,-1-1 0-16,2-1 0 0,0-1 0 0,1-2 0 15,-1 0 0-15,3-2 0 0,2-1 0 0,0-2-160 16,-3-1-1472-16,3-2-288 0,2-2-64 0</inkml:trace>
  <inkml:trace contextRef="#ctx0" brushRef="#br0" timeOffset="-166627.42">4422 5981 21183 0,'0'0'1888'0,"0"0"-1504"15,0 0-384-15,-5 5 0 0,1 0 5568 0,1 3 1056 16,1 2 208-16,-1 3 32 0,1 4-4400 0,-1 2-880 15,0 0-176-15,2 3-48 0,-1 3-160 0,2 3-48 16,0 2 0-16,1-1 0 0,1 1-576 0,2 0-128 16,-2-2-32-16,0-2 0 0,2 0-160 0,-1-4-16 15,-1-1-16-15,1-1 0 0,0-3-96 0,2-3 0 0,-3-4-128 0,1-2 192 16,-2-1-64-16,-1-7-128 16,0 0 176-16,0 0-176 0,0 0 192 0,0 0-64 15,0 0 0-15,0 0-128 0,0 0 144 0,2-8-144 16,-1-3 0-16,-2 0 144 0,1-2-144 0,0-2 0 0,0-2 0 0,0 0 128 15,0-1-128-15,1-3 0 0,0-2 0 0,1-1 0 16,0 3 0-16,-2-3 0 0,0 0 0 0,3 3 0 16,3 1 0-16,-1 1 0 0,-1 2 0 0,2 0 0 15,0 2 0-15,1 0 0 0,-2 2 0 0,1 3 0 16,2-3 0-16,1 1-144 0,0 0 144 0,2 2 0 16,1 1-176-16,1 1 176 0,0 0-160 0,1 0 160 15,2 2-256-15,-1 1 64 0,2-1 0 0,3 0 0 16,1-1-992-16,2-2-192 15,-1 1-32-15,4 2-16 0,4-1-2992 0,-1 1-576 0</inkml:trace>
  <inkml:trace contextRef="#ctx0" brushRef="#br0" timeOffset="-166384.35">4972 6042 34095 0,'-17'9'3024'0,"11"-4"-2416"0,-2 2-480 0,0-3-128 16,2 1 4224-16,1 0 832 15,1 0 176-15,4-5 16 0,0 0-3264 0,0 0-672 16,0 0-128-16,0 0-32 0,0 0-624 0,0 0-128 0,0 0-16 0,9 6-16 16,2-4-368-16,3 0 0 0,0-2 0 15,2-2 0-15,-1 0 0 0,2-1 0 16,0 0 0-16,3 1 128 0,2 1-128 0,-3-1-128 0,1 2 128 16,-2-1-192-1,0-2-528-15,-1 2-112 0,-1 0-32 0,-2 2 0 16,-1 3-1024-16,-2-1-208 0,-2 0-32 0,0 3-16 15,-4-1-2640-15,-3 3-528 0</inkml:trace>
  <inkml:trace contextRef="#ctx0" brushRef="#br0" timeOffset="-166213.11">4976 6314 46239 0,'-11'7'2048'0,"7"-3"432"0,-3-1-1984 0,7-3-496 0,0 0 0 0,0 0 0 0,0 0 1232 0,0 0 160 16,0 0 16-16,0 0 16 0,0 0-128 0,13 3-16 15,2-1-16-15,1-2 0 0,1-2-816 0,3 1-144 16,2-3-48-16,3 0 0 0,2-1-128 0,-1 0-128 15,2 1 144-15,-1-3-144 0,0-2 0 0,1 2 128 16,-2 0-128-16,1 0 0 16,1 1-1472-16,2-1-320 0,1 2-80 0</inkml:trace>
  <inkml:trace contextRef="#ctx0" brushRef="#br0" timeOffset="-165495.71">6041 5530 7359 0,'-1'-9'656'0,"0"-2"-528"0,0-1-128 0,-2 1 0 0,0 0 6960 0,2-1 1360 16,1 2 256-16,-3 2 64 0,2 3-4992 0,1 5-992 15,0 0-208-15,0 0-32 0,0 0-512 0,0 0-112 16,0 0 0-16,0 0-16 0,3 9-880 0,-2 4-160 16,2 4-32-16,1 3-16 0,-1 3-240 0,1 3-64 15,0 3 0-15,0 1 0 0,4 4-80 0,-1-2-32 16,-2 4 0-16,0-3 0 0,0 1-144 0,2-2-128 16,-2-4 192-16,3-2-192 0,-2-1 144 0,-1-3-144 0,1-6 0 0,0 0 144 15,-2-1-144-15,0-2 0 0,0-2 0 0,0-2 0 16,-4-9 0-16,0 0 0 0,0 0 0 0,6 0 112 15,-6 0-112-15,7-4 0 0,-2-1 0 0,0-4 0 16,0-3 0-16,1-4 0 0,-1-1 0 0,0-2 0 16,-1-2 0-16,1-3 0 0,2-2 0 0,-1-2 0 15,1-5 0-15,-1-1 0 0,1 0 0 0,-1-2 0 0,1-1 0 16,1 1 0-16,-3-3 0 0,1 2 0 16,1 3 0-16,1 3-192 0,-2 5 192 0,1 4-208 0,-3 3-96 15,0 5-16-15,-2 4 0 16,1 1 0-16,-3 9-1024 0,0 0-192 0,0 0-64 15,0 0 0-15,0 0-2080 0,2 10-416 16</inkml:trace>
  <inkml:trace contextRef="#ctx0" brushRef="#br0" timeOffset="-165241.59">5963 5721 49007 0,'0'0'2176'0,"0"0"448"0,0 0-2112 0,0 0-512 16,0 0 0-16,0 0 0 0,0 0 1296 0,0 0 160 15,9-5 16-15,2 1 16 0,2-1-464 0,1-2-80 0,2 1-32 0,1 1 0 16,2 1-576-16,2-3-112 0,0 2-32 0,1-1 0 16,3-2-16-16,0 0-16 15,1 0 0-15,0 2 0 0,1-1-160 0,-1 2 0 16,-1-2 0-16,1 2 0 15,-1 1-528-15,0 2-144 0,-1 0-32 0,-1 2 0 16,-3 3-2352-16,0 2-464 0,0 2-112 0</inkml:trace>
  <inkml:trace contextRef="#ctx0" brushRef="#br0" timeOffset="-165011.18">6549 5815 46303 0,'0'0'2048'0,"0"0"432"0,0 0-1984 0,0 0-496 0,0 0 0 0,-2 8 0 0,2-8 1840 0,-2 9 272 16,-1 3 48-16,2-2 16 0,-1 3-832 0,2 2-144 16,-1 0-48-16,1 2 0 0,0 1-800 0,0 1-160 15,0-1-48-15,0 0 0 0,0-1-144 0,0-1 0 16,1-2 0-16,-1 1 128 0,0-1-128 0,2 0 0 16,0-1 0-16,0-1 0 15,-2-2-848-15,1 0-48 0,0-3-16 0,-1 0 0 16,0-7-1216-16,0 9-240 0,3 1-64 0,-2 0-12544 15,-1-1-2496-15</inkml:trace>
  <inkml:trace contextRef="#ctx0" brushRef="#br0" timeOffset="-164746.17">6030 6294 48095 0,'0'0'2128'0,"-7"2"432"0,7-2-2048 0,0 0-512 0,0 0 0 0,0 0 0 15,0 0 1536-15,0 0 192 0,0 0 32 0,0 0 16 16,0 0-560-16,0 0-96 0,12 0-32 0,2 0 0 16,3 0-736-16,3-1-160 0,1-3-16 0,2 0-16 0,2 0-112 0,2 0-48 15,2 0 0-15,2 0 0 16,2-2 0-16,-1-1 0 0,1 1 0 0,-2 1 0 0,-2 1 0 0,1 0 0 16,0 1 0-16,-1-1 0 15,-3 0 0-15,1 1 0 0,-2 0 0 0,-2 3 0 16,-1 1-656-16,-3 4-128 15,-5-1-32-15,-2 3 0 0,-3 1-2432 0,-3 3-480 0,-4 2-112 16</inkml:trace>
  <inkml:trace contextRef="#ctx0" brushRef="#br0" timeOffset="-164280.08">5962 6833 8287 0,'4'-5'736'0,"0"-7"-592"0,0-1-144 0,1 0 0 0,-1 2 5504 0,2-5 1088 16,-1-1 192-16,-1 3 64 0,3 5-3008 0,-1 1-608 16,1 0-112-16,-7 8-32 0,5-4-848 0,-5 4-192 15,0 0-16-15,9 3-16 0,-1 4-624 0,-1 4-128 16,2 1-32-16,-1 1 0 0,-2 2-272 0,2 6-64 15,1 0-16-15,1 4 0 0,0 2-704 0,-1-1-176 0,-1 4 0 0,1 1 0 16,1 1 0-16,1-1 0 16,-1-1 0-16,-1-3 0 0,0 0 0 15,0-4 0-15,0-2 0 0,1-2 0 0,-4 2 0 0,1-5 0 0,-1 0 0 0,-2-3 0 16,-1-2 0-16,-1-3 0 0,-2-8 0 0,3 7 0 16,-3-7 0-16,0 0 0 0,0 0 0 0,0 0 0 15,0 0 0-15,0 0 0 0,0 0 0 0,0 0 0 16,1-7 0-16,1-1 0 0,-2 0 0 0,1-2 0 15,0-4 0-15,2-7 0 0,1-1 0 0,0-2 112 0,-1-1-112 16,4-2 0-16,-1-4 0 0,4-4 0 0,-1-3 0 16,0-1 0-16,0 0 0 0,1 5 0 0,3-2 0 15,-1 5 0-15,0 2 0 0,-3 3 0 0,-2 4 0 0,-1 1 0 16,1 4 0-16,-1 3 0 0,1 1-352 0,0 1-16 16,1 2 0-16,-1 2 0 15,-2 3-1456-15,-5 5-288 0,7 0-64 0,0 1-21248 16</inkml:trace>
  <inkml:trace contextRef="#ctx0" brushRef="#br0" timeOffset="-164039.58">5971 7047 26719 0,'0'0'2368'0,"0"0"-1888"0,0 0-480 0,0 0 0 16,0 0 6192-16,0 0 1136 15,0 0 224-15,0 0 64 0,0 0-5280 0,0 0-1056 0,12-5-192 0,1 0-64 16,0 0-592-16,2-1-128 0,0 0-32 0,2-1 0 16,4 1-272-16,-1-1 0 0,1 1 128 0,0-2-128 15,3 3 0-15,-1-4 0 16,2-1 0-16,1 1 0 0,0 1-176 0,1 1-80 0,1-2-32 0,0 2 0 16,-3 2-1824-16,1 1-384 0,0 0-64 15,-1 1-20592-15</inkml:trace>
  <inkml:trace contextRef="#ctx0" brushRef="#br0" timeOffset="-163658.22">6478 7060 23951 0,'0'0'2128'0,"-2"7"-1696"0,-1-1-432 0,2 1 0 0,1-7 5856 0,0 0 1088 16,0 0 224-16,0 0 32 0,0 0-4640 0,7 4-944 16,3 2-176-16,-1-3-32 0,0 1-592 0,1-4-112 15,1 1-32-15,-2 0 0 0,1 1-352 0,2 0-64 16,0 0 0-16,-2 0-16 0,-1-2-32 0,0 1 0 15,1-1 0-15,-4 3 0 0,-6-3-144 0,7 4-64 16,-7-4 0-16,6 5 0 0,-6-5 0 0,3 7 0 16,-3-7 0-16,-3 10 0 0,0 2 0 0,-2 0 0 15,-3 1 0-15,-1-3 0 0,0 2 0 0,1 0 0 16,-2-1 0-16,0 2 0 0,-1-1 0 0,2 1 0 16,1 0 0-16,2-2 0 0,-1 0 0 0,4-3 0 0,1 1 0 15,2-9 0-15,0 0 0 0,0 8 0 16,1 0 0-16,-1-8 0 0,4 6 0 0,3 0 0 0,0-4 0 15,3 1 0-15,0-2 0 0,2-1 0 16,-1-2 0-16,4-1 0 0,-1 0 0 0,2 1 0 0,-2-1 0 0,2-1 0 16,1 0 0-16,0-2 0 15,0-1 0-15,0 2 0 0,-2 1 0 0,1 3 0 0,0-4 0 16,-2 1 0-16,0 0 0 0,-2 0 0 0,2 1 0 0,-1-2 0 16,-1 2-960-1,0 2-176-15,0-1-32 0</inkml:trace>
  <inkml:trace contextRef="#ctx0" brushRef="#br0" timeOffset="-159218.64">19906 4103 7359 0,'0'0'320'0,"-7"-2"80"0,-1-2-400 0,-1 0 0 0,-3 0 0 0,0 0 0 0,-1 0 2944 0,0 2 496 16,0 0 96-16,0-2 32 16,0 2-80-16,0-5-16 0,-1-1 0 0,2 2 0 15,3 1-432-15,1 2-96 0,1 2 0 0,2-2-16 0,0 1-800 0,5 2-144 16,0 0-48-16,0 0 0 0,0 0-832 0,0 0-160 15,0 0-48-15,12 0 0 0,2 0-336 0,4-2-80 16,3 2-16-16,4 0 0 0,2-4-160 0,3 2-48 16,4-5 0-16,3 2 0 15,1 0-112-15,2 0-16 0,3 1-128 0,4 0 192 0,1-1-64 16,3 3-128-16,1-2 176 0,-2 2-176 0,-1-1 128 0,-1 1-128 16,-1-1 0-16,-2 0 0 0,-2 1 0 0,-2 0 0 15,0 1 0-15,-2 0 0 0,-1 1 0 0,-3 0-224 16,-4 1 32-16,-3 0 16 15,-2 1-720-15,-3-2-128 0,-3-2-48 0,-3 2 0 16,-4 0-528-16,-2 3-96 0,1 2-32 0,-4-2 0 16,-8-3-1104-16,0 0-240 0,0 0-32 0,0 0-14288 0</inkml:trace>
  <inkml:trace contextRef="#ctx0" brushRef="#br0" timeOffset="-158875.79">20732 3864 19343 0,'0'0'1728'0,"-8"-2"-1392"15,-4 0-336-15,2-2 0 0,-1-2 4832 0,2 1 896 0,0 1 176 0,3 2 48 16,-1-2-3168-16,2 3-624 0,5 1-128 0,0 0-32 15,0 0-432-15,0 0-96 0,0 0 0 0,0 0-16 16,0 0-672-16,0 0-128 0,2 9-16 0,4 0-16 16,0-1-272-16,2 1-48 0,0-3-16 15,2 1 0-15,3-1-128 0,2 1-32 0,0-1 0 0,2 1 0 16,1-1-128-16,2 0 128 0,-2-1-128 0,3-1 128 16,1 1-128-16,2-1 0 0,-3-2 0 0,-2 2 0 15,-1 0 0-15,-1 0 0 0,-1-1 128 0,-2-1-128 0,-1 0 0 16,-1 0 0-16,-3-2 0 0,-1 0 0 15,-8 0 0-15,0 0 128 0,0 0-128 0,0 0 0 0,0 0 128 0,0 0-128 16,0 7 0-16,-3-1 128 0,-2 0-128 0,-3-1 160 16,-1 1-160-16,0 1 160 0,-3 2-160 15,-2 0 192-15,-2 0-192 0,-1 0 192 0,-1 0-192 0,-1 1 0 16,-1-1 144-16,2 0-144 0,1 0 0 16,1 0 0-16,2 1 0 0,0 0 128 0,1-1-128 0,1-1 0 15,0-1-176-15,2 0 176 16,2-3-800-16,1 0-64 0,1 0-16 0,6-4 0 15,0 0-1888-15,0 0-384 0,0 0-80 0</inkml:trace>
  <inkml:trace contextRef="#ctx0" brushRef="#br0" timeOffset="-153620.65">21567 3796 27647 0,'0'0'2448'0,"-1"-7"-1952"0,-2-1-496 0,1 3 0 15,-2 0 3424-15,3 1 592 0,1 4 112 0,0 0 32 16,0 0-2528-16,0 0-496 0,0 0-112 0,0 0 0 15,0 0 32-15,6 5 16 0,1 3 0 0,-1 4 0 16,1 0-416-16,-2 6-80 0,0 3 0 0,0 5-16 16,1 1-64-16,-2 4-16 0,-2 3 0 0,1-1 0 15,-2 1-96-15,-1 2 0 0,-1-1-16 0,1 2 0 16,-2-1-176-16,1-2-16 0,-1-2-16 0,0-2 0 16,1-4-160-16,1-2 128 0,0-3-128 0,0-1 128 0,-1-7-128 15,1-1 0-15,1-1 0 16,-1-11-176-16,0 0-848 15,0 0-192-15,0 0-16 0,0 0-16 0,0 0-1360 0,8-9-272 0,-2-2-48 16,1-4-16912-16</inkml:trace>
  <inkml:trace contextRef="#ctx0" brushRef="#br0" timeOffset="-153298.05">21527 3720 18431 0,'-7'-3'1632'0,"1"2"-1312"0,-1-3-320 0,7 4 0 0,-3-2 6848 0,3 2 1312 15,0 0 256-15,0 0 48 0,-2-6-5888 0,2 6-1168 0,0 0-256 0,7-5-32 16,-1 1-128-16,5 2-32 16,0-5 0-16,4 3 0 0,2 2-960 0,1-4 0 0,0 1 0 0,3 3-208 15,1 0 208-15,2 2 0 16,2 0 0-16,-3 0 0 0,1 0 0 0,-1 0 0 16,1 2 0-16,-2-1 0 0,-3 0 0 0,0 3 0 15,-2 3 0-15,-3-3 0 0,-2 2 128 0,-3 2-128 0,-1-2 0 16,-3 2 0-16,-3 3 192 0,-2-2-64 0,-2 3 0 15,-3 1-128-15,-2 0 288 0,-1 0-48 0,-2 1-16 0,-2 0 0 16,-1-1-48-16,-1 2-16 0,-2-1 0 0,0 2 0 16,1-2-160-16,-2 2 0 0,0-3-160 0,3-3 160 15,0 2-192-15,1 0 192 0,0-1-208 0,3 0 80 16,1-2-1024 0,1-1-192-16,2 0-32 0,2 3-16 0,1 0-2496 0,3 2-496 0</inkml:trace>
  <inkml:trace contextRef="#ctx0" brushRef="#br0" timeOffset="-152903.05">21856 4245 14735 0,'0'0'1312'0,"0"0"-1056"16,-4 0-256-16,4 0 0 0,0 0 7920 0,0 0 1520 16,0 0 304-16,0 0 64 0,0 0-6960 0,0 0-1392 15,0 0-288-15,11 0-48 0,0 0-224 0,2 0-64 16,1-1 0-16,0 2 0 0,0 1-512 0,1-1-128 15,2-1 0-15,1-1-16 0,-2-1-176 0,0 1 160 16,-2 1-160-16,-1 1 160 0,-3-1-160 0,1 3 0 16,-3 0 0-16,-8-3 0 0,8 6 128 0,-8-6-128 15,1 9 128-15,0 2-128 0,-2 1 192 0,-2-1-32 16,-3 2-16-16,-2 0 0 0,-1 4-144 0,-2 0 0 16,-2 1 144-16,0-1-48 0,-2 0-96 0,0 0 0 15,2-2 0-15,0-1 0 0,0-1 0 16,3 0 0-16,1-3 0 0,1 1 0 0,3-2 0 0,1 0 0 15,1 0 0-15,4 0 0 0,-1-9 0 0,6 7 0 0,-1-1 0 0,4 1 0 16,1-3 0-16,2 0 0 0,1-2 0 0,0 1 0 16,1 1 0-16,2-4 0 0,1 0 0 0,1 0 0 15,-1-5 0-15,2 1 0 0,0-1 0 0,1-2 0 16,-2-1-448 0,0 0-64-16,0-2-32 0,1 1 0 0,-1-2-1552 0,1 1-304 15,1-4-64-15,1-1-20400 0</inkml:trace>
  <inkml:trace contextRef="#ctx0" brushRef="#br0" timeOffset="-152710.06">22626 4084 28559 0,'0'-13'1264'0,"0"13"272"0,0 0-1232 0,0 0-304 16,0-4 0-16,0 4 0 0,4-3 5680 0,1-3 1072 16,-5 6 224-16,8-3 32 0,0 1-4736 0,1 0-944 15,0 0-192-15,1-1-48 0,1 3-608 0,1 0-128 16,-2 0-32-16,2 0 0 0,1-3-320 0,0 2-128 15,0 0 0-15,0 1 0 16,-1 1-560-16,1-1-96 0,-2 0-32 0,1 3 0 16,-1 2-2064-16,-2 1-432 0,-3 4-80 0</inkml:trace>
  <inkml:trace contextRef="#ctx0" brushRef="#br0" timeOffset="-152553.78">22609 4249 24879 0,'0'0'2208'0,"0"0"-1760"0,0 0-448 15,0 0 0-15,0 0 5168 0,0 0 944 0,9 2 192 16,2-2 32-16,0 0-4224 0,4 0-832 0,2-2-192 0,2 2-16 16,2 0-768-16,3 0-160 0,2-2-16 15,1-2-128-15,3-1-480 16,3-1-208-16,2-1-32 0,4 0-16 0,4 1-3232 16,1 0-640-16</inkml:trace>
  <inkml:trace contextRef="#ctx0" brushRef="#br0" timeOffset="-152274.14">23535 3759 33167 0,'-3'-4'2944'0,"0"2"-2352"15,3 2-464-15,0 0-128 0,0 0 3760 0,0 0 720 16,0 0 160-16,0 0 32 0,0 0-2256 0,2 4-448 16,-2 5-96-16,0 1-16 0,1 4-1088 0,-1 5-240 15,0 4-32-15,0 1-16 0,0-1-256 0,0 3-48 16,-1 2-16-16,2 0 0 0,-1 2-112 0,0 4-48 15,0-1 0-15,1-1 0 0,2 1 0 0,0-3 0 16,1 0 0-16,-2-3 0 0,1 1 0 0,-1-4 0 16,1 1 0-16,0-3 0 0,-2-6 0 0,1 0 0 15,-2-5 0-15,0-1 0 16,0-10-496-16,-1 6 16 0,1-6 0 0,0 0 0 16,0 0-832-16,0 0-160 0,-5-4-48 0,0-1 0 15,0 0-1440-15,-1-3-304 0,0-6-48 0,-1-2-16320 16</inkml:trace>
  <inkml:trace contextRef="#ctx0" brushRef="#br0" timeOffset="-152000.64">23271 3731 32255 0,'0'0'2864'0,"0"0"-2288"0,-1-6-576 0,1 1 0 16,1-1 3888-16,2-1 656 0,1 2 144 0,1 0 32 16,2 1-2512-16,2-3-496 0,4 3-112 0,2 2 0 15,4-4-864-15,2 5-160 0,1-1-48 0,4 0 0 0,1 0-208 16,4 0-64-16,3 1 0 0,0 1 0 15,0 0-64-15,-1 0-32 0,-3 1 0 0,-2 2 0 16,-2 0-160-16,-1 2 0 0,-3 0 144 0,-2 1-144 0,-3 1 0 16,-3 1 144-16,-2 0-144 0,-3 1 0 0,-1 1 128 0,-3-1-128 15,-2 2 0-15,-2 1 0 0,-2 1 0 0,-2 2 0 16,-3 0 128-16,-2 1-128 0,-1 3 0 16,-3-1 0-16,-1 0 128 0,-1 0-48 0,-1 1-80 0,0-1 0 15,-1 0 0-15,-2 0-160 16,-2-2-288-16,1 1-64 0,-1 0-16 0,2 1 0 15,-1 1-1520-15,4 0-320 0,2 3-48 0</inkml:trace>
  <inkml:trace contextRef="#ctx0" brushRef="#br0" timeOffset="-151794.08">23881 4252 53039 0,'0'0'2352'0,"0"0"480"0,4 8-2256 0,2 1-576 16,1 4 0-16,0 1 0 0,-2 2 1248 0,0 1 144 0,-2 0 16 0,1 4 16 15,-1 1-960-15,0 1-192 16,1-2-32-16,-1-1-16 0,-3-2-160 0,1-1-64 16,2 0 0-16,-1-3 0 0,1 2 0 0,0-2 0 0,-1-1 0 0,1-1 0 15,-2-2 0-15,1 0 0 0,-1-3 0 0,1 1 0 32,0 0-2256-32,2-1-448 0</inkml:trace>
  <inkml:trace contextRef="#ctx0" brushRef="#br0" timeOffset="-150777.08">24472 3956 27647 0,'-3'-6'2448'0,"0"-2"-1952"0,-3 0-496 0,2 1 0 16,3 2 5088-16,1 5 928 0,0 0 176 0,0 0 32 16,0 0-3904-16,0 0-784 0,0 0-144 0,0 0-48 15,8 8-528-15,1 2-112 0,0 5-32 0,2-1 0 16,-1 4-288-16,0 3-64 0,1 1-16 0,-1 2 0 0,1-1-304 0,-2 2 0 15,-1-1 0-15,-2-2 0 0,-1-1 176 0,-1-2-32 16,2-1 0-16,-4-1 0 0,0-4-96 0,-1-4-48 16,-1 1 0-16,-1-4 0 0,1-6 0 0,0 0 0 15,0 0 0-15,0 0 0 0,0 0 0 0,0 0 0 16,-7-1 0-16,7 1 0 0,-5-5 0 0,-2-3 0 16,1-3 0-16,-1 1 0 0,1 1 0 0,-1-3 0 15,1-2 0-15,0-2 0 0,1 0 0 0,1 1 0 16,0-5 0-16,3 3 0 0,0-4 0 0,1 2 0 15,1-1 0-15,3 1 0 0,1 1 0 0,2 1 0 16,1 0 0-16,1 0 0 0,1 0 0 0,2 2 0 16,2 2 0-16,3 0 0 0,3 0 0 0,1 0 0 15,-1 3 0-15,3 1 0 0,-1 0 0 0,0 1 0 16,0 1 0-16,0-3 0 0,-1 3 0 0,-1 2 0 16,1 0 0-16,-1 2 0 15,1-2-1312-15,-1 1-256 0,-2 1-48 0,0 2-14880 0,1 2-2960 16</inkml:trace>
  <inkml:trace contextRef="#ctx0" brushRef="#br0" timeOffset="-150296.06">25128 3359 34095 0,'-5'-3'3024'0,"-1"-1"-2416"15,3 1-480-15,3 3-128 0,0 0 3680 0,0 0 720 16,0 0 144-16,0 0 16 0,0 0-2592 0,9-2-528 16,0 2-96-16,2 0-32 0,1 2-672 0,3 0-128 15,2 2-16-15,-1 3-16 0,1-1-256 0,2 2-48 16,-2 2-16-16,0 2 0 0,0 1-160 0,-2-1 160 15,-1 1-160-15,0 1 160 0,-3 3-160 0,0 0 128 16,-3 0-128-16,-2 0 128 0,-2-1-128 0,-1 1 192 16,-2-3-192-16,0-1 192 0,-1 0-64 0,-1-3-128 15,-2 0 192-15,1-1-64 0,-1-4-128 16,3-5 0-16,0 0 0 0,0 0 128 0,-6 0-80 0,6 0-48 16,0 0 0-16,-6-4 0 0,1-3 0 0,1 0 0 15,0 0 0-15,2-5 0 0,0-1 0 0,2-1 0 16,2-2 0-16,0-1 0 0,2 0 0 0,1 1 0 15,1-1 0-15,0-4 0 0,3 0 0 0,0-3 0 16,2-2 0-16,-1 2 0 0,3 0 0 0,2 1 0 0,0 0 0 16,1 1 0-16,0 0 0 0,-1 3 0 0,1 0 0 0,-2 4 0 15,-1 0 0-15,-1 2-208 0,-2 2 64 0,0 1 16 32,-1 3-896-32,-2 1-192 0,0 4-16 0,-7 2-16 0,8-1-3040 15,-8 1-624-15</inkml:trace>
  <inkml:trace contextRef="#ctx0" brushRef="#br0" timeOffset="-148341.52">21625 5505 48783 0,'-5'-9'2160'0,"2"6"448"0,-2-1-2096 0,2 0-512 16,3 4 0-16,0 0 0 0,0 0 832 0,0 0 64 16,0 0 16-16,0 0 0 0,-2 12 128 0,0 2 32 15,0 3 0-15,0 4 0 0,1 4-736 0,-2 2-144 16,1 7-16-16,-1 0-16 0,2 3 0 0,0-1 0 16,-1 1 0-16,1-2 0 0,2 0-160 0,1-2 160 15,-1-2-160-15,0-4 160 0,0-5-160 0,1-3 0 0,-2-4 0 0,0-2 0 16,0-1 0-16,0 0 128 0,0-6-128 0,0-6 0 15,0 0-176-15,0 0-112 0,0 0-32 16,0 0 0 0,0 0-1088-16,0 0-240 0,-7-5-32 0,2-1-16 0,-3-2-1856 0,-1-3-368 0,-1-2-80 15</inkml:trace>
  <inkml:trace contextRef="#ctx0" brushRef="#br0" timeOffset="-148117.7">21150 5462 32255 0,'-17'-12'1424'0,"7"8"304"0,-2-1-1392 0,4 0-336 0,3 0 0 0,5 5 0 0,0 0 4336 0,0 0 784 16,0 0 176-16,0 0 16 0,12-7-3136 0,3 2-640 16,4 0-128-16,-4 2-32 0,7-2-848 0,6 2-160 15,3-3-48-15,4 0 0 0,2 0-64 0,1-1 0 16,1 0-16-16,0-1 0 0,0 0-240 0,1 0 176 16,2 2-176-16,1 2 160 0,0-3-160 0,-1 3 0 15,0 2 0-15,-2-2 0 16,-1 1-432-16,-1 3-112 0,-2 1-32 0,-2 5 0 15,-2 0-1616-15,-4 1-336 0,0 3-64 0,-4 3-19968 0</inkml:trace>
  <inkml:trace contextRef="#ctx0" brushRef="#br0" timeOffset="-147747.47">21905 5841 49183 0,'0'0'2176'0,"0"0"448"0,0 0-2096 0,0 0-528 0,0 0 0 0,0 0 0 15,7 5 1136-15,-1-1 112 0,-6-4 32 0,13 3 0 16,3-2-192-16,-1 1-48 0,2-2 0 0,0-2 0 16,0 1-656-16,0 0-128 0,1-1-16 0,1 4-16 15,-2-2-96-15,0 0-128 0,-3 0 176 0,0 1-176 16,1 2 128-16,-4-1-128 0,-2 2 0 0,-1 1 0 0,0 2 144 16,-3 1-144-16,-2 1 0 0,-3 1 144 15,-3 1-144-15,-1 0 0 0,-2 2 0 0,-2 2 0 16,-1 2 0-16,-1-2 0 0,-3 0 0 0,1-1 48 15,-1 0-48-15,0-1 0 0,1-1 0 0,2 0 0 16,0-2 0-16,4 1 0 0,1-2 0 0,1-3 0 0,4-6 0 16,0 0 0-16,0 0 0 0,0 8 0 0,0-8 0 0,5 8 0 15,2-1 0-15,0-2 0 0,4-3 0 0,0 0 0 16,3-1 0-16,0-1 0 0,2-1 0 0,0-1 0 16,1 0 0-16,3-2 0 0,0 0 0 0,2-3 0 15,0 1 0-15,1-3 0 16,2 1-656-16,1 1-128 0,0-3-32 0,2-2 0 15,-1-2-3120-15,0-2-624 0</inkml:trace>
  <inkml:trace contextRef="#ctx0" brushRef="#br0" timeOffset="-147543.72">22729 5627 45151 0,'0'0'4016'0,"0"0"-3216"16,0 0-640-16,0 0-160 0,0 0 2240 0,0 0 432 0,0 0 80 15,7-5 0-15,-1 0-1456 0,2 2-288 0,1 2-64 0,1 0-16 16,2-2-624-16,0 2-128 0,2 0-32 0,2 1 0 16,0 0-144-16,0-2 0 0,1 2 0 0,2 0 0 15,-1 2-416-15,-2-1 32 0,-1-1 16 0,0 1 0 32,-2 2-784-32,-3-2-144 0,-2 2-48 0,-8-3 0 15,6 6-2576-15,-2 2-528 0</inkml:trace>
  <inkml:trace contextRef="#ctx0" brushRef="#br0" timeOffset="-147338.16">22661 5764 52415 0,'0'0'2320'0,"0"0"480"0,0 0-2240 0,0 0-560 0,0 0 0 0,0 0 0 0,0 0 1072 0,0 0 96 16,9 0 32-16,3 0 0 0,2 0-464 0,2 0-96 16,1 0 0-16,3 0-16 0,-1 0-496 0,3 0-96 15,2-2-32-15,2 2 0 0,1 0 0 0,1 0 0 16,-2 0 0-16,1-2 0 0,-1 1 0 0,-1 1 0 15,-2 1 0-15,-3-1 0 0,-1-2 0 0,-2 2 0 16,-2 0 0-16,-4 0 0 16,0 1-1408-16,-2 0-256 0,0 5-64 0</inkml:trace>
  <inkml:trace contextRef="#ctx0" brushRef="#br0" timeOffset="-123706.04">23868 5664 7359 0,'0'0'320'0,"0"0"80"0,0 0-400 0,0 0 0 0,0 0 0 0,-2 8 0 0,-2-4 3360 0,4-4 592 15,0 0 112-15,0 0 32 0,0 0-3520 0,0 0-704 16,0 0-144-16,0 0-32 16,0 0-1040-16,0 0-224 0,0 0-32 0,0 0-3664 15,0 0-736-15</inkml:trace>
  <inkml:trace contextRef="#ctx0" brushRef="#br0" timeOffset="-123450.47">23880 5532 11055 0,'0'0'480'0,"0"0"112"0,0 0-464 0,-2-5-128 0,-2-3 0 0,2 0 0 0,1 1 6480 16,-2 1 1280-16,3 6 256 0,0 0 48 0,0 0-4608 0,0 0-912 16,0 0-192-16,0 0-48 0,0 0-784 0,0 0-176 15,0 0-16-15,6 9-16 0,-2 1-576 0,-1 0-112 16,0 2-32-16,-2 2 0 0,1 2-176 0,0 2-32 16,0 3-16-16,0 2 0 0,1 2-192 0,-1 1-48 0,1 2 0 0,-3-1 0 15,0 0-128-15,1-3 128 16,1-2-128-16,-1 0 128 0,-1-1-128 0,0 0 0 15,0-6 0-15,0 0 0 0,0-2-144 0,0-4-64 0,0 0-16 16,0-1 0 0,0-8-864-16,0 0-192 0,0 0-16 0,0 0-16 15,0 0-1104-15,0 0-208 0,0 0-64 0,-4-7 0 16,0-2-1856-16,-1-1-368 0</inkml:trace>
  <inkml:trace contextRef="#ctx0" brushRef="#br0" timeOffset="-123238.64">23677 5509 27183 0,'-22'-13'1200'0,"11"10"256"0,-3 3-1168 0,-2-1-288 0,-1-2 0 0,3-1 0 0,4 2 2848 16,0 2 512-16,4-3 96 0,6 3 32 16,0 0-816-16,0 0-176 0,0 0-16 0,10-2-16 0,5 0-1296 0,2-2-256 15,0 2-48-15,3-2-16 0,4 0-416 0,2-1-96 16,1-2-16-16,3 1 0 0,3 2 16 0,2-3 0 16,-1 1 0-16,2-1 0 0,2 1-144 0,0-1-48 15,1 3 0-15,-1 2 0 0,-3-1-144 0,-2 3 0 16,-2 1 0-16,-1 3 0 15,-1 0-1280-15,-4 3-256 0,-3-1-32 0,0 2-13616 16,-1 1-2736-16</inkml:trace>
  <inkml:trace contextRef="#ctx0" brushRef="#br0" timeOffset="-123043.39">24309 5693 26719 0,'0'0'2368'0,"-1"9"-1888"0,0 0-480 0,-1 3 0 16,4 1 4512-16,-2 2 800 15,0 1 176-15,0 2 16 0,0 2-2880 0,0 2-592 0,1 3-112 0,-1 1-32 16,0-1-864-16,1-1-160 0,-1-2-32 0,0 1-16 16,0-1-496-16,1-4-80 0,-1-1-32 0,2-3 0 31,-1-1-528-31,0 0-96 0,1-3-32 0,0-1 0 0,2-2-3184 16,3 0-640-16</inkml:trace>
  <inkml:trace contextRef="#ctx0" brushRef="#br0" timeOffset="-122099.36">24791 5592 35423 0,'2'-13'1568'0,"-2"13"320"0,2-5-1504 0,-2 5-384 16,3-5 0-16,2-2 0 0,0 2 1344 0,-5 5 208 15,0 0 48-15,10-1 0 0,-10 1 368 0,7 0 80 16,3 2 0-16,-1 4 16 0,-2 0-848 0,0 2-192 15,1 1-16-15,0 3-16 0,-2-2-288 0,-1 3-48 16,2 0-16-16,-1 0 0 0,1 2-256 0,-2-2-64 0,-2-2-16 16,-2 1 0-16,2-1-112 0,-1 0 0 15,-2-3-16-15,0 0 0 0,0-8 16 0,-1 8 0 16,1-8 0-16,0 0 0 0,0 0 64 0,-4 6 0 16,4-6 16-16,0 0 0 0,-8 2-64 0,2-1-16 0,-1-1 0 0,1-1 0 15,-1-1-64-15,2-2 0 0,0 2-128 0,-1-2 192 16,1-4-128-16,1 0-64 0,0-1 0 0,2 0 0 15,-1-1 0-15,-1-2 0 0,3-1 0 0,1 0 0 16,1 0 0-16,2 0 0 0,0 0 0 0,0 0 0 0,3 0 0 0,0-1 0 16,2 3 0-1,1-2 0-15,0-3 0 0,2 3 0 0,2-1 0 0,0 1 0 16,1 2 0-16,0 0 0 0,3 0 0 0,3 1 0 16,1 1 0-16,0 1 0 0,2-1 0 0,1 1-160 0,0 1 160 0,-1 1-160 15,-1-1 160-15,0 2-160 16,-1 0-576-16,-2 1-112 0,0 0-32 0,-3 1 0 15,0 2-848-15,-2 0-192 0,1-1-16 16,-3 1-16-16,-1 0-2080 0,0 1-400 0</inkml:trace>
  <inkml:trace contextRef="#ctx0" brushRef="#br0" timeOffset="-121606.1">25674 4860 30399 0,'0'0'2704'0,"-4"-4"-2160"0,-1 1-544 16,0-2 0-16,2 1 3344 0,3 4 560 15,-2-4 128-15,2 4 0 0,0 0-1984 0,0 0-384 16,0 0-96-16,0 0-16 0,0 0-224 0,6-4-48 0,-6 4-16 0,9-1 0 15,2 1-768-15,0 1-160 0,1 2-16 0,1 1-16 16,0 1-16-16,2 1 0 0,-4 2 0 0,1 3 0 16,-2 0-96-16,1 4-32 0,-1 0 0 0,-1 4 0 15,1-1-160-15,-1 0 128 0,-2 0-128 0,1 2 128 0,-2-1 0 16,-3 0-128 0,3-1 192-16,-4 0-64 0,0 0-128 0,-1-1 0 0,-1 2 0 15,0-5 0-15,-3 2 0 0,2-3 0 0,-2-2 128 0,-1 1-128 16,1-3 144-16,-3-1-144 0,0 1 160 0,-1-2-160 0,1-3 0 0,2 0 128 15,4-4-128-15,-7 2 64 0,1-1-64 0,6-1 0 16,0 0 0-16,-5-3 0 0,2-3 0 16,2 0 0-16,-1-2 0 0,4 0 0 0,-1-4 0 0,2-1 0 15,2-1 0-15,1-2 0 0,2-2 0 0,1 0 0 16,0 0 0-16,2-2 0 0,-1 1 0 0,2-1 0 16,0 0 0-16,1 2 0 0,-4 1 0 0,1 2 0 15,1 0 0-15,-1 2 0 0,-1 0 0 0,0 1 0 16,1 2 0-16,-1 1 0 15,-2 1-576-15,1 2-96 0,0-2-32 0,1 2 0 16,0 3-1152-16,-2 1-256 0,-7 2-32 0,9 0-13280 0,-9 0-2672 16</inkml:trace>
  <inkml:trace contextRef="#ctx0" brushRef="#br0" timeOffset="-121416.65">26073 5012 23951 0,'0'0'2128'0,"0"0"-1696"0,0 0-432 0,0 0 0 15,0 0 4672-15,0 0 864 0,0 0 160 0,0 0 48 16,0 0-3344-16,9 1-672 0,0-1-128 0,2 0-16 15,-1-1-592-15,2-2-112 0,1 0-32 0,1-1 0 16,2 1-592-16,2-2-128 0,2 0-128 0,-1-2 176 0,2 1-176 0,0-4 0 16,0 1 0-16,0 0 0 15,-2 0-1152-15,2-1-224 0,-1-1-32 0,-2 1-16 16,0-2-1472-16,-1 0-304 16,0 2-48-16,0-2-15040 0</inkml:trace>
  <inkml:trace contextRef="#ctx0" brushRef="#br0" timeOffset="-121198.66">26567 4721 8287 0,'0'0'736'0,"0"0"-592"0,-1-6-144 0,1 6 0 0,-1-7 6112 0,1 7 1184 16,-3-6 256-16,3 6 32 0,0-7-3616 0,0 7-704 16,0 0-160-16,0 0-32 0,0 0-992 0,0 0-208 15,0 0-32-15,0 0-16 0,0 0-752 0,0 0-160 16,0 12-16-16,0-3-16 0,-1 3-368 0,-1 4-64 16,2-1 0-16,-1 6-16 0,0 0-144 0,-1 4-32 15,1 2 0-15,0-1 0 0,-3 0-256 0,3-1 0 16,-1-3 0-16,1 2 144 0,-2-5-144 0,2 2 0 0,0 0 0 15,1-3 0-15,0-4 0 0,0 2 0 0,0-3 0 16,1-2 0-16,0-1-304 0,1-1-48 16,-1-1-16-16,2-2 0 15,-3-6-976-15,0 0-208 0,5 7-48 0,-5-7-14528 16,9 5-2896-16</inkml:trace>
  <inkml:trace contextRef="#ctx0" brushRef="#br0" timeOffset="-110029.62">17510 7093 21183 0,'0'0'1888'15,"0"0"-1504"-15,-6 0-384 0,6 0 0 0,0 0 7408 0,0 0 1408 16,0 0 272-16,0 0 64 0,0 0-6816 0,0 0-1376 16,-7 0-256-16,7 0-64 0,0 0-192 0,0 0-48 15,0 0 0-15,0 0 0 0,0 0-400 0,0 0 0 16,0 0 0-16,0 0 0 16,-2 6-688-16,2-6-160 0,0 8-48 0,1-1 0 15,-1-7-2928-15,2 10-592 0</inkml:trace>
  <inkml:trace contextRef="#ctx0" brushRef="#br0" timeOffset="-109858.2">17526 7399 38703 0,'0'0'3440'0,"-4"7"-2752"0,0-1-560 0,1 1-128 0,1-1 3408 0,-1 1 656 15,1-1 128-15,-1 2 32 0,-1 1-2528 0,3-1-496 16,1-8-112-16,-2 9 0 0,2 0-656 0,0-2-128 16,0-7-32-16,0 0 0 0,0 0-272 0,0 0 0 15,3 8 128-15,-3-8-128 0,0 0-160 0,0 0-96 16,0 0 0-16,0 0-16 15,0 0-1312-15,8 4-256 0,-2-2-48 0,1-1-21936 0</inkml:trace>
  <inkml:trace contextRef="#ctx0" brushRef="#br0" timeOffset="-106502.64">8110 2712 33167 0,'-9'-1'1472'0,"9"1"304"0,0 0-1424 0,0 0-352 0,-5 5 0 0,1 2 0 0,-1-1 2064 16,2 6 352-16,1 2 64 0,-3 6 16 16,-1 2-1232-16,1 2-240 0,0 2-64 0,0 2 0 0,-2 4-352 15,1 1-80-15,-1-3-16 0,2 0 0 16,-2-2-272-16,1-2-64 0,1-3-16 0,1 0 0 0,0-5-160 0,0-3 160 16,1-2-160-16,1-2 160 0,0-2-336 0,2-9-64 15,0 0-16-15,0 0 0 16,0 0-416-16,0 0-96 0,-2-9 0 0,2-3-16 15,1-3-368-15,2-6-64 0,1 0 0 0,1-3-16 16,-3-2 176-16,4-1 32 0,0-1 16 0,1-1 0 0,-2 0 560 0,0 1 128 16,-1 0 0-16,1 0 16 0,0 1 304 15,1 4 128-15,0 2-128 0,-1 4 192 0,-1 2 592 0,-2 5 112 16,0 2 32-16,-2 8 0 0,0 0 96 0,0 0 0 16,0 0 16-16,0 0 0 0,7 9-480 0,-1 2-112 15,-1 0 0-15,2 2-16 0,1 2-112 0,0 0-32 16,2 2 0-16,2-2 0 0,1-1-288 0,1 0 0 15,1-1 0-15,-1-1 0 0,-1 0 0 0,0 1 0 16,-1-1 0-16,1 1 0 0,-2 1 144 0,1 0-144 16,-3-1 0-16,0 0 144 0,-2-3-144 0,-3 0 192 15,-3 0-192-15,-1 1 192 0,-2 1 16 0,-1-2 16 0,-1 0 0 0,-1 0 0 16,-3-1 112-16,0 0 32 0,-1 0 0 16,-1 0 0-16,-5 0-64 0,1 0-16 0,1 1 0 15,-3-4 0-15,-1 1-144 0,2-2-16 0,-1 0-128 0,2-1 192 16,1-2-1024-16,1 2-192 15,3-1-64-15,0-3-12960 0,1 0-2592 0</inkml:trace>
  <inkml:trace contextRef="#ctx0" brushRef="#br0" timeOffset="-106253.58">8386 2489 39279 0,'0'0'1728'0,"0"0"384"0,0 0-1696 0,0 0-416 0,0 0 0 0,2 11 0 0,1-2 832 0,-1 5 64 16,1 6 32-16,0-2 0 0,0 4 304 0,1 4 64 16,-1 4 16-16,0 3 0 0,-1-1-528 0,-1 2-96 15,1-4-32-15,0 2 0 0,0 0-384 0,-1 0-80 16,-1-1 0-16,0-1-16 0,0-1-176 0,0-2 128 16,1-1-128-16,-1-3 128 0,-1-2-288 0,0-1-64 15,-1-3-16-15,2-2 0 16,0-2-2192-16,2-3-448 0,2-4-96 0,-4-6-9952 15,0 0-2000-15</inkml:trace>
  <inkml:trace contextRef="#ctx0" brushRef="#br0" timeOffset="-105820.95">8642 2749 12895 0,'2'-13'576'0,"-2"13"112"0,-3-8-560 0,-1-1-128 0,3 2 0 0,1 7 0 16,0 0 5696-16,-4-2 1088 0,-1 2 240 0,-1 2 32 15,0 4-3936-15,-2 1-800 0,-1 4-144 0,0 4-48 16,-2 0-896-16,1 7-176 0,0 1-32 0,-1 0-16 15,1-1-432-15,1 1-64 0,-1 2-32 0,4 0 0 16,1 0-240-16,1-1-48 0,3 0-16 0,1-2 0 0,1-1-176 0,1-2 0 16,4-2 0-16,0-2 0 0,2-4 0 0,1 1-224 15,0-4 48-15,3-3 16 0,1-1-160 0,1-7-48 16,1 0 0-16,2-3 0 16,-2-2-32-16,1-1-16 0,0-2 0 0,-1-2 0 0,1-2 80 15,1 0 16-15,0-1 0 0,-2-1 0 0,-2-5 64 0,0 1 32 16,-1 0 0-16,0 0 0 0,0 2 224 0,-2 0-192 15,-2-1 192-15,1 1-192 0,-2 1 192 0,-2 2 0 16,-1 3 0-16,-2 0 0 0,0 3 0 0,-1-2 208 16,0 6-32-16,-1 0-16 0,-1 1 192 0,1 5 32 15,0 0 16-15,0 0 0 0,0 0-224 0,0 0-48 16,0 0-128-16,0 0 192 0,0 0-192 0,0 0 128 16,-5 8-128-16,0 1 0 0,-1 3 208 0,1-2-48 15,0 3-16-15,0 0 0 0,-1 2 0 0,1 0 0 16,1-2 0-16,0 2 0 0,0 0-144 0,2-2 0 15,-1 2 144-15,2 0-144 0,0-3 0 0,-1 0 0 16,1 1 0-16,1-4 0 0,1 2-160 0,1 0-48 16,0 1-16-16,2 0 0 15,1-1-1424-15,2 2-272 0,-1-3-64 0,2 1-11408 16,3 2-2288-16</inkml:trace>
  <inkml:trace contextRef="#ctx0" brushRef="#br0" timeOffset="-104069.9">8070 3660 2751 0,'0'0'256'0,"0"0"-256"0,0 0 0 0,0 0 0 0,0 0 8832 0,0 0 1712 16,0 0 336-16,3 9 80 0,-3 2-8272 0,0 3-1648 16,-2 3-336-16,0 4-64 0,-1 2 336 0,-1 3 64 15,2 2 16-15,-1 2 0 0,-1-3-432 0,0 2-96 16,-1-3-16-16,0-1 0 0,-2-3-128 0,3-1-16 15,-1-2-16-15,1 1 0 0,0-5-160 0,2 0-48 16,-1-2 0-16,0-4 0 0,1-1-144 0,-1-2 192 16,3-6-192-16,0 0 192 0,0 0-192 0,0 0 0 15,0 0 0-15,0 0 0 0,0 0-416 0,-1-8 32 16,2-1 16-16,1-4 0 16,-1-5-80-16,1 0-32 0,1-3 0 0,2-1 0 0,2-2 160 0,1-2 16 0,-1-1 16 15,1-2 0-15,0 3 288 0,0 3-192 0,0 2 192 0,0-1-160 16,-2 2 160-16,-1 6 0 0,0 1 0 0,1 4 0 15,-2 2 368-15,-4 7 0 0,0 0 0 0,0 0 0 16,0 0-64-16,7 5-16 0,1-1 0 0,0 4 0 16,-3 1-48-16,3 2-16 0,0 0 0 0,1 0 0 15,-1 2-224-15,1-3 144 0,1 2-144 0,1 0 128 16,-2 1-128-16,0 0 0 0,-1-3 0 0,0 2 0 16,-2 0 0-16,1-2 0 0,-1 2 0 0,0-3 0 0,-1 3 0 15,-1-1 128-15,-3 1-128 0,-1-2 0 0,-3 1 128 16,1-1-128-16,-2 3 128 0,-1 0-128 15,-1 2 144-15,-1-2-144 0,-3 1 160 0,0-1-160 0,0 0 128 16,-2-1-128-16,1 0 0 0,0-2 144 0,-1-1-368 0,2-1-80 16,0 1-16-16,3-2 0 15,0-1-1392-15,3-1-272 0,4-5-64 0,0 0-11824 16,0 0-2352-16</inkml:trace>
  <inkml:trace contextRef="#ctx0" brushRef="#br0" timeOffset="-103569.96">8354 3594 41471 0,'0'0'1840'0,"0"0"368"0,0 0-1760 0,0 0-448 0,0 0 0 0,0 0 0 0,3 6 864 0,-1 5 96 16,1 0 0-16,0 6 16 0,-2 2 368 0,0 3 64 0,1 2 0 0,0 5 16 16,1 1-560-16,-1 3-112 0,1-3-32 0,2 1 0 15,-1 0-352-15,0-1-80 0,0-4-16 0,0 2 0 16,-2-2-144-16,0 0-128 0,-1-1 144 15,0-3-144-15,1-1 144 0,-1-3-144 0,2-1 128 0,-2-3-128 16,-1-1 0-16,0-1 0 0,0-3 0 0,0-1 0 16,0-8-240-16,0 0-16 0,0 0-16 0,0 0 0 15,0 0-336-15,0 0-64 0,-5-7-16 0,1 0 0 16,0-4-288-16,0-2-64 0,0-4-16 0,1-1 0 16,2-4-224-16,1-2-64 0,0-4 0 0,1-1 0 15,1-1 400-15,0-3 80 0,2 1 16 0,1-5 0 0,1 5 544 16,0 0 112-16,2 4 32 0,1 0 0 0,-1 2 544 15,1-1 96-15,2 5 32 0,0 0 0 0,1 3 352 0,0 2 80 16,-1 4 16-16,1 0 0 0,1 2-272 16,2 1-48-16,0 3-16 0,0 0 0 0,-1 3-240 15,-1 2-64-15,-1 0 0 0,-1 2 0 0,0 2-96 0,-1 1-32 16,1 3 0-16,-2 1 0 0,-3 3-16 0,0 3-16 16,-1 1 0-16,-3 4 0 0,0 2 64 0,-4 2 16 15,0 3 0-15,-3-2 0 0,-2-1 80 0,1 2 0 16,-2-1 16-16,0 1 0 0,-4-1-112 0,0-3-32 15,1-2 0-15,-2 0 0 0,0-1-192 0,0-1 144 16,1-2-144-16,1-1 128 0,4-6-368 0,0-1-80 16,1-1 0-16,6-5-16 15,0 0-2384-15,0 0-480 0,0 0-80 0,0 0-15680 0</inkml:trace>
  <inkml:trace contextRef="#ctx0" brushRef="#br0" timeOffset="-103215.11">8721 3759 39567 0,'0'0'1744'0,"0"0"368"0,0 0-1680 0,0 0-432 0,0 0 0 0,0 0 0 15,0 0 912-15,9 0 112 0,0-4 0 0,0 2 16 16,0-2 432-16,0 0 64 0,2 0 32 0,-2-1 0 16,1-2-864-16,2 1-192 0,0-3-16 0,2-1-16 0,0-1-272 0,-1-2-48 15,2 1-16-15,-1-1 0 0,0-1-144 16,1-1 160-16,-2 0-160 0,-1-1 160 0,-1-1-160 0,0 3 0 15,-4-3 144-15,0 1-144 0,0 2 0 16,-2 2 0-16,-1 2 0 0,-2 0 0 0,-2 3 0 0,-2-1 0 16,-5 3 0-16,1 2 128 0,-1 2-128 0,-1 2 0 15,-2 3 0-15,-3 2 128 0,-2 6 0 0,0 1 0 16,-2 4 0-16,-1 4 0 0,-1 5-128 0,2 3 128 16,2-1-128-16,0 4 128 0,1-5 16 0,2 0 16 15,3 1 0-15,1-1 0 0,2-3-160 0,3-1 0 16,2-2 0-16,1-3 0 0,4-1 0 0,2-2 0 15,-2-2-224-15,3-4 80 16,2-1-1120-16,1-3-208 0,3-4-64 0,2 0 0 16,0-2-1520-16,4 0-304 0,3 1-64 0</inkml:trace>
  <inkml:trace contextRef="#ctx0" brushRef="#br0" timeOffset="-102951.7">9228 3252 15663 0,'0'0'1392'0,"0"0"-1120"0,0 0-272 0,0 0 0 16,0 0 7024-16,0 0 1344 0,0 0 272 0,8 0 48 15,-2-5-6384-15,4 4-1264 0,2-3-256 0,3 0-48 0,2-1-160 0,-1-1-16 16,1 1-16-16,3 0 0 0,2 0-368 0,0-2-176 15,3-1 160-15,0 0-160 0,-2 1 0 0,1 0-256 16,-3 2 16-16,-1 1 16 16,1-1-2048-16,0 1-416 0,0 0-64 0,-7 3-17152 15</inkml:trace>
  <inkml:trace contextRef="#ctx0" brushRef="#br0" timeOffset="-102777.64">9245 3332 42095 0,'0'0'1856'0,"0"0"400"0,0 0-1808 0,0 0-448 16,10 1 0-16,1-1 0 0,-1-1 176 0,2-2-176 15,-2-1 192-15,4 0-192 0,2 2 384 0,2-4-16 16,1 2-16-16,1 1 0 0,1-1-352 0,1-3 0 16,2 2 0-16,-1 0 0 15,1 2-2544-15,1-2-576 0,24 1-112 0,-8-3-32 0</inkml:trace>
  <inkml:trace contextRef="#ctx0" brushRef="#br0" timeOffset="-102319.02">10069 3056 52351 0,'-23'-6'2320'0,"14"1"480"0,0 1-2240 0,1 1-560 0,3 1 0 0,-1 0 0 0,-2 1 192 0,-1 0-64 15,-2 1 0-15,-2 2-128 0,-2 4 704 0,-1 4 48 16,-1 3 0-16,-1 1 0 0,-3 6-256 0,0-1-48 15,0 4-16-15,2-1 0 0,0 1-240 0,4 2-32 16,2-4-16-16,5 1 0 0,1-2-144 0,5-1 0 16,0-2 0-16,5 0 0 0,1-4 0 0,4-2 0 15,1-4 0-15,4-1-176 0,1 0 176 0,3-3-128 16,3 1 128-16,1-4-128 0,3-3-64 0,2 0-16 16,2-1 0-16,-1-2 0 0,1-2 16 0,-1-1 16 15,-1-1 0-15,-1-3 0 0,-4 1 16 0,-3 0 0 16,-2-1 0-16,-2-3 0 0,-2 2 160 0,-3-4 0 15,-3 1-144-15,-2 0 144 0,-4 0 0 0,-1 1 0 16,-2-1 0-16,-2 3 0 0,-3-3 128 0,-2 3-128 0,-2-1 128 0,-1 2-128 16,-3 2 0-16,-1 1 0 0,-1-1 0 0,-1 2 0 31,-1 1-1408-31,1 0-144 0,-1 1-48 0,-1 5-21296 0</inkml:trace>
  <inkml:trace contextRef="#ctx0" brushRef="#br0" timeOffset="-99488.41">18420 7398 22111 0,'0'0'976'0,"0"0"208"0,0 0-944 0,0 0-240 0,0 0 0 0,0 0 0 0,0 0 4544 0,0 0 880 16,0 0 160-16,0 0 48 0,0 0-3136 0,-2 12-608 15,-2 2-128-15,-3 4-32 0,1 3-784 0,-1 4-176 16,-2 2-16-16,0 2-16 0,0-2-192 0,0 1-32 16,-2-1-16-16,1-1 0 0,-2 0-128 0,3-1-32 15,0-2 0-15,0-3 0 0,0 0-208 0,2-2-128 16,1-3 160-16,0 0-160 0,0-4 128 0,1 0-128 16,-1-5 0-16,6-6 0 0,0 0 0 0,0 0 0 15,0 0-128-15,0 0 128 0,0 0-432 0,-2-5 32 16,0-3 0-16,2-2 0 15,3-3-176-15,0-3-16 0,1-2-16 0,1-2 0 16,1 2 128-16,1-3 32 0,1-2 0 0,-1-1 0 0,3 1 256 0,0 1 48 16,0 0 16-16,0-1 0 0,-1 3 128 15,-1 1 0-15,-3 4 0 0,1 2 128 0,1 4-128 0,-1 1 176 0,0 1-176 16,-6 7 192-16,0 0 64 0,0 0 32 0,0 0 0 16,9 0 0-16,0 3-32 0,0 3-16 15,0 1 0-15,1 1 0 0,1 1-80 0,2-1-16 0,-1 2 0 16,1 3 0-16,-2-1-144 0,2 1 0 0,-2 0 0 15,2 0 128-15,0 0-128 0,1 0 0 0,-1 1 0 0,-1-3 0 16,0-2 0-16,-2 1 0 0,1 1 128 0,-2-1-128 16,-3-2 0-16,1 0 0 0,-2 1 0 0,-2-1 0 15,-3-8 0-15,0 0 128 0,-3 6-128 0,0 1 0 0,-2-1 192 0,-1 1-64 16,-2-3 0-16,-3 1 0 0,0 2 32 16,-2-1 0-16,-3 1 0 0,0-1 0 0,-1 2-160 15,0-2 160-15,-5 4-160 0,0-1 160 0,1-2-160 16,-1 0 0-16,0 0-160 0,2-2 160 15,0 0-1248-15,3-1-160 0,5 0-16 16,3-2-16-16,9-2-2560 0,0 0-512 0</inkml:trace>
  <inkml:trace contextRef="#ctx0" brushRef="#br0" timeOffset="-99007.41">18968 7292 39327 0,'1'-13'1744'0,"0"5"368"0,1 2-1696 16,0-1-416-16,1 1 0 0,0-1 0 0,-1 1 1776 0,1 1 272 15,-3 5 48-15,0 0 16 0,0 0-336 0,0 0-64 0,0 0-16 0,0 0 0 16,2 11-832-16,-2 6-160 0,0 7-48 0,-1 1 0 16,-3 2-288-16,2 7-64 0,-1 0-16 0,-1 5 0 15,0-3-96-15,0 2 0 0,2-1-16 0,0-2 0 16,4-4-176-16,-1-1 0 0,0-1 0 0,2-2 0 15,1-2 0-15,1 0 0 0,0-6 0 0,2-2 0 16,-1-2 0-16,2-4-192 0,0-2 32 0,0-2 16 16,-8-7-112-16,9 1 0 0,0-2-16 0,0-3 0 0,1-3-80 15,1-2-16-15,1-1 0 0,-1-3 0 16,1-1 144-16,-2-2 32 0,2 0 0 0,1-2 0 0,2-2 192 16,-2-2 0-16,0 0 0 0,-2-1 160 15,1-2-160-15,-1-1 0 0,2-2 0 0,-2 0 0 16,1-1 0-16,0 2 0 0,-2 2 0 0,-1 1 0 0,-1 2 0 0,0 4 0 15,-3 2 0-15,0 5 0 0,-1 0 352 0,-1 5 32 16,-3 6 16-16,0 0 0 0,0 0-64 0,0 0-16 16,0 0 0-16,1 13 0 0,1 0-192 0,-2 5-128 15,0 3 128-15,0 1-128 0,-2 3 0 0,1 1 0 16,0 1 0-16,-1-1 0 0,1-1 0 0,1 0 0 16,1-2 0-16,1 1 0 0,-1-5-128 15,2 1-64-15,-2 1 0 0,0-4 0 16,2-4-1456-16,-1-3-288 0,1-1-64 0,1-1-16 15,4-3-2400-15,-3-1-464 0</inkml:trace>
  <inkml:trace contextRef="#ctx0" brushRef="#br0" timeOffset="-98782.2">18820 7103 27647 0,'-11'-2'2448'0,"11"2"-1952"0,0 0-496 0,0 0 0 16,0 0 4848-16,0 0 864 0,9-4 176 0,1 0 48 0,1-1-4736 0,2 1-944 15,0-4-256-15,2 3 0 0,2-1 208 16,3 3-16-16,-1-1-16 0,4 0 0 16,0-2-1184-16,2 0-224 0,0 1-48 0,2 0-16 15,0-1-2624-15,1 1-528 16</inkml:trace>
  <inkml:trace contextRef="#ctx0" brushRef="#br0" timeOffset="-98636.5">19352 6990 9215 0,'0'0'400'0,"0"0"96"0,0 0-496 16,0 0 0-16,0 0 0 0,0 0 0 0,8 5 7968 0,1-2 1504 15,0-1 288-15,2 0 64 0,-1 0-6496 0,2-2-1312 16,1 1-256-16,0-1-48 0,1-1-832 0,2-1-176 16,0-1-16-16,2 2-16 0,2-1-480 0,-1 1-192 15,-1-2 176-15,2 0-176 16,-1 0-1504-16,2 3-400 0,2 1-80 0</inkml:trace>
  <inkml:trace contextRef="#ctx0" brushRef="#br0" timeOffset="-97106.27">19960 7494 29487 0,'-21'-6'1296'0,"13"6"288"0,0-3-1264 0,1 2-320 0,1 1 0 0,6 0 0 0,-5-3 4032 0,5 3 768 16,0 0 128-16,0 0 48 0,0 0-2720 15,0 0-528-15,1-5-128 0,-1 5 0 0,0 0-1072 0,12-1-208 16,3-4-32-16,-1 1-16 0,4 0-272 0,2 1 0 16,-1 1 128-16,2-1-128 0,-1 0 0 0,-2 1 0 15,0-2 0-15,0 4 0 0,-1-3-144 0,2 2-48 16,-1 0 0-16,-2-1 0 15,-1 2-1296-15,-1 0-272 0,0 2-48 0,-4 0-16 16,0 1-1648-16,-2 1-336 0,-1 0-64 0</inkml:trace>
  <inkml:trace contextRef="#ctx0" brushRef="#br0" timeOffset="-96927.09">19970 7620 20271 0,'-11'0'1792'0,"-1"0"-1424"15,1 0-368-15,2 1 0 0,1 0 5008 0,8-1 944 16,0 0 176-16,0 0 32 0,0 0-3600 0,0 0-736 15,0 0-144-15,0 0-16 0,7 4-960 0,2-3-192 16,3-1-48-16,1 0 0 0,1-1-336 0,3-2-128 0,1 0 0 0,3 0 0 16,1 0 0-16,2-1 0 0,-1 0 0 0,2 2 0 31,0-5-448-31,2 2-176 0,2 0-32 0,1 0-16 0,0-1-2352 16,4 4-480-16,2-2-80 0</inkml:trace>
  <inkml:trace contextRef="#ctx0" brushRef="#br0" timeOffset="-96359.15">21157 7365 26719 0,'-2'-6'2368'16,"1"-2"-1888"-16,1-2-480 0,-1-1 0 0,1 1 3360 0,0-3 576 15,-1 1 112-15,-2 0 32 0,2 3-1808 0,-2 0-352 0,-1 0-80 16,-1 2-16-16,-2-3-608 0,0 5-128 0,-1 1-32 0,-1 1 0 16,-2 3-352-16,-1 3-64 0,-1 1 0 0,-2 5-16 15,-6-1-176-15,0 6-16 0,0 4-16 0,-1 4 0 16,-1 6-96-16,-1 2 0 0,2 2-16 0,2 0 0 16,3 0-64-16,4 1-16 0,3 1 0 15,5-3 0-15,2-2-224 0,4-3 0 0,5-3 128 16,1-1-128-16,5-2 0 0,3-1 0 0,1-4 0 0,5-3 0 15,1-2-208-15,5-4 64 0,-3-2 16 0,2-2 0 0,0-4-32 16,2-2 0-16,1-3 0 0,-2-2 0 0,0-1-16 16,-2-1 0-16,1-1 0 0,0-1 0 0,-1-3 176 15,-3 2-128-15,-1-3 128 0,-4-1-128 0,-1-2 128 0,-2-2 0 16,-2-1 0-16,-3 0 0 0,-3-1 0 0,0 0 0 16,-3 1 0-16,0-1 0 0,-2-1 0 15,-2 2 0-15,-3 1 128 0,-2 0-128 0,-2 2 0 0,-3 3-208 16,0 3 16-16,-4 1 16 15,-2 1-640-15,0 3-128 0,-1 1-16 0,0 4-16 16,0 4-1536-16,-1 5-304 0,1 3-64 0</inkml:trace>
  <inkml:trace contextRef="#ctx0" brushRef="#br0" timeOffset="-96104.83">21051 7540 34095 0,'0'0'3024'0,"0"0"-2416"0,0 0-480 0,0 0-128 16,0 0 3248-16,0 0 624 0,0 0 128 0,7 8 32 15,-1 0-1840-15,1 1-352 0,1 1-80 0,-1 3-16 16,1 3-1008-16,1 1-208 0,2-2-32 0,-1 2-16 16,-1 2-304-16,0-1-176 0,1 1 192 0,-1 1-192 15,-2 1 128-15,1-4-128 0,-1 0 0 0,-1-2 0 16,0-2 0-16,-1-1 0 0,0 0 0 0,0-4-144 15,0-2-1232-15,-5-6-240 0,0 0-48 0,8 4-16 16,-8-4-2112-16,8 0-432 0,1-2-64 0</inkml:trace>
  <inkml:trace contextRef="#ctx0" brushRef="#br0" timeOffset="-95624.27">21756 7502 23039 0,'0'0'2048'0,"-3"-4"-1648"0,-1 0-400 0,4 4 0 0,0 0 5488 0,0 0 1008 0,0 0 208 0,0 0 32 0,0 0-4064 0,6-5-816 15,1 0-176-15,2 2-16 0,0-1-896 16,3 2-160-16,-1-1-32 0,2 1-16 0,4-1-432 0,2 0-128 16,0 1 0-16,3-1 0 15,0 1-336-15,-1-1-128 0,0 0-32 0,0 1 0 16,0-1-1392-16,0 2-288 0,-2 1-48 0,1 0-19344 0</inkml:trace>
  <inkml:trace contextRef="#ctx0" brushRef="#br0" timeOffset="-95092.06">22279 7243 46655 0,'0'0'2064'0,"0"0"432"0,0 0-2000 0,0 0-496 16,0 0 0-16,0 0 0 0,0 6 1280 0,0 5 176 0,2 2 16 0,0 6 16 16,-1-2-336-16,2 5-64 0,0 2 0 15,-1 2-16-15,1 1-544 0,-1-1-96 16,1 3-32-16,0 0 0 0,1-1-224 0,0-1-48 0,-1-3-128 0,3-2 192 16,-2-1-192-16,-1-1 144 0,1-5-144 15,0 0 128-15,0-2-128 0,1 0 0 0,-1-3 144 0,-1-2-144 16,-3-8 0-16,0 0 128 0,0 0-128 0,0 0 0 15,0 0 0-15,0 0 0 0,0 0 0 0,6-4 0 16,1-4 0-16,-2-1 0 0,0-1 0 0,1-1 128 0,-1 1-128 0,1-2 0 16,1-2 0-16,-1-3-128 15,2-3 128-15,1 1-128 0,0-6 128 0,2 2-128 0,1-1 128 0,-1 1 0 16,1-1 0-16,0 3-128 0,-2 2 128 16,-1 2 0-16,-1 4 0 0,0 2 0 15,-1 4 0-15,-1 3 0 0,-6 4 0 0,0 0 0 16,5 6 0-16,-1 5 192 0,0 4-64 0,0 1 0 0,0 3-128 15,0 2 0-15,0 3 0 0,0-2 0 0,0 3 0 0,2-3 128 16,-1-1-128-16,2-2 0 0,-1 1 0 0,2-6 0 16,0 2 0-16,2-6 128 0,0 2-128 0,-1-4 0 15,-2-2 0-15,3 1 0 0,-1-7 0 0,2 0 0 16,0 0 0-16,-1-4 0 0,-1 4 0 0,1-3 128 16,-1-2-128-16,0-1 0 0,3-2 0 0,-3-1 144 15,-1-3-144-15,-1-1 0 0,1-4 144 0,-1 0-144 16,-2-1 0-16,0-3 144 0,2-1-144 0,-2-2 0 0,-3 1 0 15,0-3 0-15,-2 0-224 0,-2 1 32 0,0 0 0 0,-2 2 0 32,-3 2-1152-32,0 0-240 0,-1 5-32 0,0 1-14640 0,0 2-2944 0</inkml:trace>
  <inkml:trace contextRef="#ctx0" brushRef="#br0" timeOffset="-94882.93">22032 7105 36863 0,'0'0'1632'0,"0"0"336"0,0 0-1584 0,0 0-384 0,5-4 0 0,1 0 0 0,2 1 3696 0,3 1 656 16,0 0 128-16,2-2 16 0,2 2-3296 0,0-1-672 16,2 0-128-16,3 1-16 0,1-1-384 0,2 1-160 15,2-1 16-15,2 0 0 16,2 0-2544-16,4-3-496 0,-1 5-96 0</inkml:trace>
  <inkml:trace contextRef="#ctx0" brushRef="#br0" timeOffset="-94727.34">22772 7030 43247 0,'0'0'1920'0,"8"-2"384"0,5 0-1840 0,3 1-464 16,-1 0 0-16,3-3 0 0,2 1 1760 0,1 1 256 15,1-1 48-15,3 2 16 0,1 1-736 0,1 0-128 16,1 0-48-16,-1 0 0 0,-1 0-720 0,0-3-128 15,-1 2-48-15,-2 1 0 0,0 0-464 0,-1 0-112 16,-3 0-16-16,1 0 0 16,-2 0-2384-16,0 0-496 0</inkml:trace>
  <inkml:trace contextRef="#ctx0" brushRef="#br0" timeOffset="-93432.15">21262 7172 8287 0,'2'-18'736'0,"-2"13"-592"0,-2 0-144 0,1 1 0 0,1-3 5968 0,-1 2 1168 15,1-2 224-15,0 7 64 0,0 0-4624 0,0 0-928 16,0 0-176-16,0 0-32 0,0 0 0 0,0 0 0 16,-3 10 0-16,-2 4 0 0,-2 4-864 0,0 4-160 15,-4 6-48-15,-1 3 0 0,-1 7-32 0,-4 5-16 16,-5 4 0-16,-1 2 0 0,1 5-48 0,-4-2-16 15,-2 0 0-15,1 3 0 0,2-6-160 0,-1 2-16 16,-1 0-16-16,-1 0 0 0,2-5-96 16,0-1-32-16,1 0 0 0,0-5 0 0,1-5-160 0,0-1 160 0,2-7-160 0,1 1 160 15,2-1-160-15,3-2 128 16,3-4-128-16,3-2 128 0,-1-2-128 0,2-2 128 0,2-5-128 0,4 0 128 16,0 1-128-16,3-2 0 0,0-9 0 0,0 0 0 15,5 7 0-15,3-5 0 0,0-1 0 0,5 2 0 16,3-3 0-16,3-3 0 0,3 1 0 0,2-2 0 15,0 0-128-15,3-2 128 0,1-1 0 16,0 2 0-16,-2 0-192 0,0-1 16 0,1 1 16 0,-1 0 0 16,-1-2-656-1,-2 2-128-15,0 0-16 0,-3 2-16 0,0 2-1040 16,-2-3-208-16,1 5-32 0,-3-1-11440 0,-2-1-2272 0</inkml:trace>
  <inkml:trace contextRef="#ctx0" brushRef="#br0" timeOffset="-93161.52">21137 8178 29487 0,'0'0'2624'0,"-5"2"-2112"0,5-2-512 0,-5 1 0 0,5-1 4080 0,0 0 704 16,0 0 144-16,0 0 16 0,-4 6-2688 0,4-6-528 15,0 0-128-15,0 0 0 0,0 6-896 0,0-6-160 16,0 0-32-16,5 8-16 0,3 0-320 0,1 0-176 16,3-2 192-16,-2 1-192 0,2-1 144 0,0 1-144 15,-1-1 0-15,2-1 144 0,-1 1-144 0,1-1 0 16,0 0 0-16,-1 2 128 0,-2-5-128 0,-1 1 0 15,-9-3 144-15,7 4-144 0,0 1 192 0,-7-5-48 16,0 0 0-16,2 9 0 0,-2-9 352 0,-1 7 64 16,-2 2 16-16,-2 0 0 0,-3 3-576 0,0-2 0 15,-1 0 0-15,-1 1 0 0,-1-2 208 0,1 1-16 16,0 1 0-16,-1-2 0 0,1 0-192 0,-2-1 0 0,0-2 0 16,2 1 0-1,-1-2-1008-15,4 0-144 0,1-1-16 0,6-4-23760 0</inkml:trace>
  <inkml:trace contextRef="#ctx0" brushRef="#br0" timeOffset="-91892.71">23390 7485 48671 0,'0'0'2160'0,"-7"-1"432"0,1 0-2080 0,1-1-512 0,1 0 0 0,4 2 0 15,0 0 576-15,4-7 16 0,1 2 0 0,3 1 0 16,1 0 368-16,5 2 80 0,7-2 16 16,5 2 0-16,4-2-736 0,5 2-128 0,2 2-48 0,2-4 0 15,1 1-144-15,1 3 0 0,-2-2 0 0,1 0 0 16,1 1 0-16,-1 0 0 0,1-1 0 0,-1 0 0 16,2 1 0-16,-1-2-176 0,0 0 16 0,-3 2 0 15,-2 0-1936-15,-2-2-384 0,-4 2-80 0,-1-3-12064 16,-5 3-2416-16</inkml:trace>
  <inkml:trace contextRef="#ctx0" brushRef="#br0" timeOffset="-91629.46">24226 7335 25791 0,'0'0'2304'16,"-6"-2"-1856"-16,1-1-448 0,5 3 0 0,0 0 5296 0,0 0 960 16,0 0 192-16,0 0 32 0,0 0-4656 0,0 0-928 15,0 0-192-15,0 0-48 0,0 0 0 0,11 5 0 16,0-1 0-16,2 1 0 0,2-1-464 0,-3 0-192 15,1 0 128-15,0 3-128 0,0-1 0 0,0 1 0 0,0-3 128 0,-3 0-128 16,1 1 0-16,-2 1 0 16,0-2 0-16,-3 3 0 0,-6-7 144 0,0 0-144 0,3 9 160 0,-4 0-160 15,-2 0 304-15,-2 0-48 16,-2 0 0-16,-1-1 0 0,-1 3-64 0,-1 0 0 16,-2-2-16-16,0 2 0 0,-2-1-176 0,0 1 0 15,-1-2 0-15,2-1 0 16,3-2-976-16,1-1-240 0,0 1-32 0,3-1-16 15,6-5-2432-15,2 8-480 0,2-2-112 0</inkml:trace>
  <inkml:trace contextRef="#ctx0" brushRef="#br0" timeOffset="-91423.71">24660 7320 14735 0,'0'0'1312'0,"0"0"-1056"0,0 0-256 0,0 0 0 0,0 0 6896 0,0 10 1312 0,0 3 272 0,-1 3 48 0,-2 1-5872 0,-2 2-1184 15,1 1-224-15,0 3-48 0,0-1-16 0,0 2 0 16,-1-1 0-16,1 1 0 0,0-1-832 0,1-3-160 16,1-1-48-16,0 0 0 15,0-4-592-15,-1 1-112 0,1-2-16 0,-1-1-16 16,0-6-1456-16,3-7-272 0,0 0-64 0,-2 6-11696 16,1 1-2352-16</inkml:trace>
  <inkml:trace contextRef="#ctx0" brushRef="#br0" timeOffset="-91267.92">24722 7335 4607 0,'-1'-24'192'0,"0"14"64"0,-3 1-256 0,3-2 0 16,1 0 0-16,1 1 0 0,-1-1 8064 0,1 2 1552 15,-1 3 320-15,0 0 64 0,0 6-7296 0,0 0-1456 0,0 0-288 0,0 0-64 32,0 0-2432-32,8 6-496 0,0 3-80 0,1-3-9600 15,1 2-1904-15</inkml:trace>
  <inkml:trace contextRef="#ctx0" brushRef="#br0" timeOffset="-90134.53">25091 7354 4607 0,'6'-4'400'0,"-1"-2"-400"0,0 1 0 0,0 1 0 15,-1-2 7264-15,0-1 1376 0,-1 2 256 0,-3 5 64 16,0 0-5408-16,0 0-1088 0,-4-5-224 0,-1 4-32 16,-5 2-432-16,-1 4-96 0,-5 3-16 0,-1 2 0 15,-1 5-608-15,-2 2-128 0,-2 1-32 0,0 3 0 0,1 1-256 0,2 1-64 16,0-3-16-16,4 1 0 0,0-2-304 0,5-2-48 15,-1-2-16-15,5-1 0 0,1-1-192 0,2-1 0 16,3-4 0-16,1-1-160 0,-1-7-48 0,0 0-16 16,8 4 0-16,1-1 0 15,0-3-224-15,3 0-32 0,1-5-16 0,3-2 0 16,1-2 0-16,0-3 0 0,-3-1 0 0,4-2 0 0,2-1 160 0,1-1 16 16,1-3 16-16,0 0 0 0,2-3 304 15,-2 0-192-15,0-3 192 0,0 1-160 0,0 2 160 16,-2 2 0-16,-3-3 0 0,-3 5 0 0,-2-2 0 0,-2 5 128 15,-2-1-128-15,-3 4 128 0,-1 3 224 0,-1 2 48 16,-1 1 16-16,-2 7 0 0,0 0-32 0,0 0-16 16,0 0 0-16,0 0 0 0,-5 10-80 0,-1 1-16 15,-2 4 0-15,0 2 0 0,0 4-80 0,0 1 0 16,2 1-16-16,1 2 0 0,-1 0-176 0,4-1 160 0,-1 0-160 0,3-1 160 16,3 0-160-16,1-3 0 0,1-1 0 0,1-4 0 15,5 1 0-15,-2-3 0 16,1-1 0-16,2-3 0 0,0-3-288 0,1-4 64 0,1-1 16 0,1 0 0 15,2-1-80-15,-3-1-16 0,0-2 0 0,2-2 0 16,0-1 48-16,-1-1 0 0,2-2 0 0,0 0 0 16,0-3 0-16,0 0 16 0,-3-1 0 15,1 0 0-15,-1-4-144 16,0 0-16-16,1-1-16 0,-1-1 0 0,-1-1 0 16,-1 2 0-16,-3 0 0 0,-1 1 0 0,-3 0 176 0,0 4 48 0,-4 2 0 0,-1 2 0 0,-1 1 192 0,1 8 240 15,-6-4-48-15,-3 4-16 16,-3 4 416-16,0 4 96 0,0 1 16 0,-1 4 0 15,-1 2-160-15,1 2-32 0,-3 1 0 0,3 1 0 0,1 1-192 16,2 1-64-16,2-2 0 0,3 1 0 0,1-1-256 16,3 0 160-16,3 0-160 0,2-2 128 0,3-2-128 0,3-1-144 15,3-4 144-15,3 1-208 0,2-5-80 0,2-1-16 16,1-1 0-16,2-4 0 0,2 0-64 16,1 0-16-16,1-5 0 0,2 0 0 0,-2 0 224 15,1-3 160-15,-3-1-208 0,1-2 80 0,-2 0 128 0,0-1 0 16,-2-1 0-16,-1-2 0 0,-3 0 0 0,-1-5 0 15,0 3 0-15,-3-1-192 0,-1 2 32 0,-2 3 0 16,-5-1 0-16,0 4 0 16,-4 2 160-16,1 1 0 0,-3 7 128 0,0 0-128 0,-11-2 448 0,0 4 32 0,-1 1 0 15,-1 2 0-15,-3 3-16 0,2 1 0 16,-2 3 0-16,2-3 0 0,0 3-208 0,0-1-32 0,3 1-16 0,-1 0 0 16,2-2-208-16,0-1 144 15,4 2-144-15,1-5 128 0,1 1-128 0,4-7 0 16,0 0-160-16,1 8 160 0,-1-8-288 0,0 0 32 15,0 0 16-15,0 0 0 16,9 1-144-16,2-1-48 0,-1-3 0 0,1-1 0 16,-1 2-64-16,0-3-16 0,1-3 0 0,1-1 0 15,-2-2 64-15,2 0 16 0,-2-1 0 0,1-1 0 0,-2 4 128 0,-1 1 32 0,-2-3 0 16,-1 4 0-16,-1 1 272 0,-4 6-160 0,0 0 160 16,0 0-128-16,0 0 384 0,0 0 64 0,0 0 32 0,-2 11 0 15,-1-3 176-15,0 3 48 0,1 1 0 0,2 0 0 16,1-2-288-16,0 1-48 0,1-1-16 0,2-1 0 15,2-2-96-15,2-1 0 0,0-1-128 0,1-1 192 0,0-1-192 0,1-2 128 16,3-1-128-16,0-1 0 0,4-2 0 0,0-1 0 16,2-1 0-16,-1-1 0 0,-1-2 0 0,0-1 128 15,0-2-128-15,0 0 0 0,-2-2 0 16,2-3 0-16,-1-2 0 0,0-2 0 0,-2-1 128 0,0-1-128 16,1-1 0-16,-1-2 144 15,0-2-144-15,1-1 160 0,-2 1-160 0,0-2 160 0,-3 4-160 0,-1 3 160 16,-2 1-160-16,-2 4 160 0,-2 3 208 0,-1 2 32 15,-2 1 16-15,-1 4 0 0,-3 6 32 0,4 1 0 16,-4 6 0-16,-2 2 0 0,-4 4-208 0,0 1-48 16,1 2 0-16,0 5 0 0,-2 1-64 0,1 2-128 15,-2 2 176-15,3 1-176 0,2 2 128 0,2 0-128 16,3 0 0-16,2 0 0 0,2 0 0 0,3-4 0 16,1 1 0-16,3-3 0 0,1-1 0 0,2-1 0 0,1-6-240 15,3 0 80 1,2 1-720-16,3-5-144 0,2-1-16 0,2-2-16 15,2-3-1568-15,-1-2-304 0,3 2-64 0</inkml:trace>
  <inkml:trace contextRef="#ctx0" brushRef="#br0" timeOffset="-89026.17">27070 7269 16575 0,'0'-17'1472'0,"0"12"-1168"0,0-2-304 0,-1 2 0 16,-2 1 5984-16,0 0 1136 0,-3 1 240 0,-1 2 32 0,0-1-4176 15,-1 2-832-15,-2 2-160 0,-2 3-48 0,-5 2-768 0,1 2-144 16,-1 3-48-16,-1-2 0 0,0 3-608 0,1 2-128 15,-1 0-32-15,2 2 0 0,2 0-272 0,1-1-176 16,0 1 192-16,4 0-192 0,2 0 0 0,1-3 0 16,2 2 0-16,1-3 0 0,2-3 0 0,2-1-256 15,2 0 64-15,1-1 0 16,-4-8-272-16,6 5-48 0,2-3-16 0,2 0 0 16,2 1-192-16,0-2-48 0,0-3 0 0,-1-1 0 15,2 0 64-15,0-3 0 0,-1-1 0 0,0 1 0 16,-2-5 112-16,2 1 16 0,0-2 16 0,-1-1 0 0,1 0 288 0,0 0 48 15,-2 0 16-15,3-4 0 0,-2 3 208 0,-2-3 0 0,-3 4 0 16,0 0 0-16,-2 4 176 0,-1 1 16 16,-3 8 16-16,0 0 0 0,0-7 240 0,0 7 32 0,0 0 16 15,0 0 0-15,0 0-128 0,0 0-32 16,-5 3 0-16,1 3 0 0,-1 2-80 0,1 1-32 16,0 2 0-16,2-1 0 0,-1 5-96 0,-1 3-128 15,2-1 176-15,0 4-176 0,2 2 0 0,2 3 0 16,0 3 0-16,2 1 0 0,0 0 0 0,0 2 0 15,1 2 0-15,-2 0 0 0,-1 11 0 0,0-5 0 0,-2 0 0 0,0-2 0 16,-2-7-304-16,0-1-64 0,-2-1-16 16,-1 0 0-16,-2-1 0 0,-1-4 0 15,0-2 0-15,-3-1 0 0,-8 0 384 0,3-3 128 0,1-4 0 0,0-3 0 16,-2-5 160-16,1 0 32 0,2-3 0 0,-1-5 0 16,0-1-128-16,-1-2-32 0,0-4 0 0,2-1 0 15,1-1-160-15,1-2-176 0,0 0 48 0,5-4 0 0,5 0-96 16,2 1-16-16,0 1 0 0,4-5 0 0,3-2 64 15,5-3 16-15,3-2 0 0,5-2 0 0,1-1 32 16,10-11 0-16,3-5 0 0,1 0 0 16,1 1 128-16,1 0-160 0,3 0 160 0,0 2-160 0,-1 1 160 0,-2 4-192 15,0 4 192-15,-4 4-192 0,-5 4 192 0,-2 5 0 16,-2 3-144-16,-3 4 144 0,-4-2 0 0,-4 3 0 16,-3 5 128-16,-3 2-128 0,-7 6 528 0,0 0 32 15,0 0 0-15,0 0 0 0,-10 8-48 0,0 2 0 16,-2 3 0-16,-1 1 0 0,-1 1-96 0,-2 2-32 15,1 1 0-15,0 0 0 0,1 0-192 0,2-1-64 16,0-2 0-16,5-4 0 0,0 2-128 0,2-2 0 16,2-1 0-16,2-3 0 0,1-7 0 0,0 0 0 15,0 0 0-15,0 0 0 0,0 0-256 0,0 0 64 0,10 1 0 0,1-1 16 16,-2-2 16-16,3-2 0 16,-1-3 0-16,2-1 0 0,2-2 0 0,-1-1 0 15,0 0 0-15,2-2 0 0,-2-2-16 0,1 2 0 0,-1-2 0 0,-2 3 0 16,-2 3 176-16,-2 0 0 0,-3 1 0 0,-5 8 0 15,0 0 0-15,0 0 192 0,0 0 0 16,0 0-16-16,-2 6 272 0,-1 5 64 0,1-2 16 16,-1 3 0-16,0-1-176 0,2 1-32 0,1 1-16 0,3 0 0 15,1-1-176-15,1 0-128 0,0-2 144 16,3-1-144-16,1 0 128 0,-1-5-128 0,1-1 0 0,1-1 144 16,1 1-144-16,0-3 0 0,1-1 0 0,1-2 0 15,0-1 0-15,2 0 0 0,-1-2 0 0,0-3 0 16,2 0-128-16,-2-3 128 0,1-1-160 0,-1-2 160 15,2 0-160-15,-2-3 160 0,-1-1-160 0,0-3 160 16,0 1 0-16,-1-2 0 0,-2 1-128 0,1 1 128 0,-2 1 0 16,-1 3 0-16,-3 2 0 0,0 2 0 0,-1 2 208 0,0 1 48 15,-2 1 0-15,1 2 0 0,-3 7-16 0,0 0 0 16,0 0 0-16,0 0 0 0,0 0-240 0,0 0 176 16,0 0-176-16,4 9 160 0,1-1-160 0,0 2 0 15,-1 5 0-15,3 0 0 0,-1 1 0 0,3 1 0 16,1 1 0-16,-1 3 0 0,0 0 0 0,1 1 0 15,1-1 0-15,-1 1 0 0,1 0 0 0,-4-1 0 16,0 0 0-16,-2-4 0 16,-1-4 0-16,-1 1 0 0,-1 1 0 0,0-2 0 0,-2-3 160 15,-3-1 0-15,-2-1 0 0,-2 0 0 0,-2 1 32 0,-3-1 16 16,-2-3 0-16,-3-1 0 0,0-1-208 0,-2-2 176 0,-1-1-176 0,-1 0 160 16,-1-1-400-16,-2-1-80 0,0 0 0 15,3 2-16736 1,-1-2-3344-16</inkml:trace>
  <inkml:trace contextRef="#ctx0" brushRef="#br0" timeOffset="-85440.39">25168 8395 48143 0,'-14'-18'2128'0,"7"10"448"0,0-2-2064 0,-1 1-512 0,0-3 0 0,-1 0 0 16,0-1 512-16,-2 0 0 0,0 0 0 0,-3 3 0 16,1-1 512-16,2 3 112 0,-2 1 16 0,0 3 0 15,-2 1-704-15,0 3-144 0,-1 1-32 0,-1 6 0 0,-2 5-80 0,-1 1 0 16,-1 5-16-16,-1 3 0 0,-2 2-48 0,1 2-128 15,1 4 192-15,1-3-64 0,1 1-128 0,2 2 128 16,1 1-128-16,4 0 128 0,3-3-128 0,3-1 128 16,2-2-128-16,4-2 128 0,3-1-128 0,2-2 0 15,1-2 0-15,3-2-176 0,1-5-16 0,3-2 0 16,1-2 0-16,2-1 0 16,-1 1 48-16,1-4 0 0,1-2 0 0,1-2 0 15,0-4 144-15,1 0 0 0,2-4-144 0,1-1 144 0,1 1 0 0,0-1 0 16,-1-3 0-16,0-2 0 0,1-1 0 0,-1 2 0 15,-2-2 0-15,0 4 0 0,-2 1 160 0,-3 4-160 0,-2 4 192 16,-3 2-192-16,-3 2 400 0,-6 0-16 16,0 0-16-16,3 13 0 0,-2 0-32 0,-1 4 0 15,-1 2 0-15,0 1 0 0,-2-2-144 0,0 0-48 16,2-1 0-16,0 0 0 0,-1 0-144 0,4-1 128 16,-1-2-128-16,2-1 128 0,-1-2-128 0,2-4 0 15,-4-7 0-15,7 8 0 0,-1-1 0 0,1-5 0 16,-1 0 0-16,2-4 0 0,0 0 0 0,1-5 0 15,0 1 0-15,2-2 0 0,-2 1 0 0,0 0 0 0,0-1 0 16,0-4 0-16,0 0 0 0,0-3-144 0,2 0 144 0,-1 0-160 31,-1-2-624-31,3 0-128 0,-2 0-32 0,2-2 0 16,0 0-1552-16,1-1-304 0,1 2-64 0,1-1-18720 0</inkml:trace>
  <inkml:trace contextRef="#ctx0" brushRef="#br0" timeOffset="-85273.01">25557 8447 48831 0,'0'0'2176'0,"0"0"432"0,0 0-2096 0,0 0-512 0,0 0 0 0,0 0 0 0,0 0 1216 0,6-2 144 16,1-2 32-16,1 0 0 0,1-1-512 0,1 2-112 15,2-2 0-15,1 4-16 0,0-5-592 0,0 2-160 16,1 1 0-16,1 0 0 16,0 0-560-16,1 1-176 0,-2 0-32 0,-1 1-16 15,-2 0-2272-15,-1 1-448 0,-1 0-80 0</inkml:trace>
  <inkml:trace contextRef="#ctx0" brushRef="#br0" timeOffset="-85120.79">25606 8496 41471 0,'0'0'1840'0,"0"0"368"0,-5 4-1760 0,5-4-448 15,0 0 0-15,0 0 0 0,0 0 1728 0,0 0 256 0,0 0 48 0,0 0 16 16,0 0-560-16,7 6-96 16,2-1-32-16,2-2 0 0,3-2-1024 0,1-1-208 0,2 0-128 15,3 0 160 1,1 0-736-16,1-1-128 0,1 0-48 0,1-1 0 15,-1 0-1440-15,1-1-304 0,-1-1-48 0,-1 0-11120 0,-2 2-2224 16</inkml:trace>
  <inkml:trace contextRef="#ctx0" brushRef="#br0" timeOffset="-84942.11">26147 8343 38463 0,'0'0'1712'0,"0"0"336"0,0 0-1632 0,-2-6-416 0,-1 2 0 0,-1 1 0 15,-1 3 2704-15,-2 3 464 0,1 2 96 0,-3 3 0 16,-3 0-1280-16,-1 3-272 0,0 4-48 0,-3-1-16 0,-1 3-880 15,-1 1-192-15,1 2-16 0,2-1-16 0,-1 2-256 0,3 0-48 16,2-1-16-16,2-1 0 0,2 1-224 0,1-1-240 16,4-2 48-16,0-1 16 15,4-3-1072-15,2-1-224 0,2-1-32 0,3 0-16 16,2-6-2176-16,3 0-432 0,2-1-96 0</inkml:trace>
  <inkml:trace contextRef="#ctx0" brushRef="#br0" timeOffset="-83906.49">26449 8416 20271 0,'-8'-10'896'0,"4"6"192"0,-1 1-880 0,-3 2-208 16,-3-2 0-16,1 5 0 0,-1 0 6560 0,0 3 1264 0,-5 1 256 15,-1 3 48-15,-1 2-5248 0,-2 1-1072 16,-1 2-208-16,1 2-32 0,0 1-752 0,0 0-160 0,2 1-16 0,1 3-16 16,3-3-352-16,2 2-64 15,2-3-16-15,3 1 0 0,2-4-192 0,4 1 0 16,1-1-144-16,2-5 144 15,2 2-448-15,3-1 0 0,2-3 0 0,1-3 0 16,1 0-320-16,1-3-64 0,1 0-16 0,1-2 0 16,0-2-48-16,2-2 0 0,1-3 0 0,0 0 0 15,0 1 304-15,0-4 48 0,-2 1 16 0,2-5 0 0,-1 0 272 0,1-5 48 0,-3 1 16 16,2 0 0-16,-2 0 192 0,1-1-144 0,-2 2 144 0,0 1-128 16,-2 0 128-16,1 3 176 0,-3 3-48 0,-1 2 0 15,-4 4 464-15,-4 5 96 0,0 0 16 0,0 0 0 16,0 0 320-16,0 0 80 0,1 10 16 0,-1 2 0 0,-1 1-384 15,0 3-80-15,-1 2-16 0,1 2 0 16,0-1-336-16,-1 1-80 0,2-2-16 0,0 0 0 0,2 0-208 16,-2-2 176-16,2-2-176 0,1-2 160 0,0-3-160 0,-1-1 0 15,-2-8 0-15,5 8 0 0,1-3 0 16,-1-2 0-16,-5-3 0 0,5 4 0 0,2-7 0 16,-1 0 0-16,1 0 0 0,-1-4 128 0,3-2-128 0,-1-3-272 15,1 0 64-15,-1-1 16 0,-2-2-32 0,4-2 0 16,0-3 0-16,2 1 0 0,0 0 80 0,1 1 16 15,-2-1 0-15,2-4 0 0,0 5 128 0,0 3-160 16,0 0 160-16,-2 4-160 0,-2 0 160 0,-3 5 0 16,0 0-144-16,-6 6 144 0,0 0 0 0,0 0 0 15,0 0 0-15,-2 9 0 0,1 3 240 16,-2 1-48-16,0 2 0 0,-1 0 0 0,0 0-64 16,1 0 0-16,1 2-128 0,0 0 192 0,2 3-192 0,2-5 0 0,0 0 128 15,2-2-128-15,1-2 0 0,2 1 0 0,1-5 0 16,1-1 0-16,0 1 0 0,3-5 0 0,5 0-160 0,-3-2 160 15,-1-3-208-15,1-2 32 0,1-2 16 0,-1-1 0 16,-2 1 160-16,1-2-192 0,0-3 192 0,0-1-192 16,-1-2 192-16,-1 0-192 0,0-1 192 0,-1 0-192 15,2 0 192-15,-2-1-160 0,-2 0 160 0,0-3-160 16,0 3 160-16,0-1 0 0,-5 1 0 0,3 3 0 16,-2 2 0-16,-2 1 0 0,1 4 0 0,-3 0 0 15,0 7 208-15,0 0 32 0,0 0 0 0,0 0 0 0,0 0 0 16,0 0 0-16,0 0 0 0,0 0 0 0,0 0-240 0,0 0 0 15,0 0 0-15,1 11 0 0,0 0 0 16,1 1 0-16,0 0 0 0,4 1 0 0,-4 1 0 0,2-1 0 16,0 0 0-16,0 4 0 0,0-4 0 15,0 0-160-15,-2 4 160 0,2-4-128 0,1 0 128 16,1 0-208-16,-4-1 80 0,1 0 128 0,0-2-208 0,-2 3 80 16,-1-6 128-16,0-1-208 0,0-6 208 0,0 0-144 15,0 0 144-15,0 0-128 0,0 0 128 0,0 0-192 16,0 0 192-16,0 0-192 0,0 0 16 15,0 0 0-15,0 0 0 0,0 0 0 0,0 0-48 0,1-6-16 16,2-1 0-16,2-5 0 0,-1-1 48 0,4 2 0 16,2-2 0-16,1 0 0 0,-1-3 192 0,0-2-144 15,2-1 144-15,1 0-128 0,1-3 128 0,1 0 0 16,-1-2 0-16,1 1 0 0,1-1 144 0,0 2 16 16,-2 1 0-16,-1 2 0 0,-1 6 176 0,-3 1 48 15,-3 4 0-15,-1 1 0 0,-1 4 128 0,-4 3 48 0,0 0 0 0,0 0 0 16,0 0-160-16,0 10-16 15,-3 3-16-15,-2 1 0 0,-4 3-208 0,1 3-32 0,0 2-128 0,-1 2 192 16,-1 2-192-16,0-2 0 0,1 1 0 0,0 0 0 16,1-2 160-16,1 2-160 0,0-3 160 15,2 2-160-15,0-3 0 0,2-2-320 0,-1-2 64 0,0-1 0 16,2-2-1168 0,-1-3-240-16,0-2-32 0,2-3-16 0,1-6-2608 0,0 0-528 15,0 0-96-15,0 0-32 0</inkml:trace>
  <inkml:trace contextRef="#ctx0" brushRef="#br0" timeOffset="-83721.56">27151 8459 44063 0,'0'0'1952'0,"0"0"400"0,0 0-1888 0,0 0-464 0,0 0 0 0,0 0 0 16,0 0 1600-16,0 0 208 0,0 0 48 0,8-3 16 0,0 2-480 0,2 1-112 16,3 0 0-16,3 0-16 0,2 0-912 0,2 0-176 15,1 0-48-15,1-1 0 0,0 2-128 0,1-1 0 16,2 0 0-16,0 0 0 0,-2-1-224 0,1 1-32 15,-1-1 0-15,0-1 0 16,-1 1-1456-16,-1-2-288 0,-1 1-64 0,0 0-12928 16,0 0-2592-16</inkml:trace>
  <inkml:trace contextRef="#ctx0" brushRef="#br0" timeOffset="-82717.95">28464 7706 11967 0,'0'0'1072'0,"-5"1"-864"0,-4-1-208 0,0 0 0 16,-1-1 9088-16,1 1 1760 0,2 0 352 0,-1 1 80 15,0-1-8880-15,1 1-1776 0,7-1-368 0,-6 3-64 16,6-3-1312-16,-5 5-272 0,1 5-48 0,2-2-13472 16,2 3-2688-16</inkml:trace>
  <inkml:trace contextRef="#ctx0" brushRef="#br0" timeOffset="-82601.13">28421 7940 48143 0,'-8'12'2128'0,"8"-12"448"0,-6 6-2064 0,0 1-512 0,0 1 0 0,1 0 0 0,0-1 1248 0,-1 0 144 16,1-1 16-16,0 0 16 0,0-1-240 0,1 0-48 15,4-5-16-15,0 0 0 0,0 0-848 0,0 0-272 16,0 0 160-16,0 0-160 16,0 0-1920-16,0 0-480 0</inkml:trace>
  <inkml:trace contextRef="#ctx0" brushRef="#br0" timeOffset="-80702.61">29001 8149 30399 0,'0'0'2704'0,"-5"0"-2160"0,-3-1-544 0,8 1 0 16,0 0 4032-16,-5 0 704 0,5 0 144 0,-5-3 32 15,5 3-3024-15,-4-4-608 0,0-3-112 0,1 1-16 16,2-2-256-16,1-1-32 0,0-1-16 0,1-1 0 16,1-1-528-16,0 2-96 0,1-4-32 0,-1-2 0 0,1-4-192 15,2 0 144-15,0-3-144 0,2 0 128 16,-1-2-128-16,2-9 0 0,3-1 0 0,0 1 0 0,0 0 0 0,-1 0-176 16,2-5 176-16,-1 1-128 0,2-1 128 0,0 0-192 15,-2 0 192-15,1 4-192 0,-2 2 192 0,0 3 0 16,-1 4 0-16,-1 0-128 0,-2 5 128 0,-1 4 0 15,-1 4 0-15,0 6-128 0,-4 7 128 0,0 0 0 16,0 0 0-16,0 0 0 0,-1 13 0 0,-2 6 0 16,-2 6 0-16,1 6 128 0,0 4-128 0,0 3 0 15,0 1 128-15,2 0-128 0,0-1 0 0,4-3 0 0,-1-1 0 16,3-1 0-16,1-3 0 0,2-3 0 0,-1-2 0 16,2-4 128-16,1-4-128 0,2-3 0 15,-2-2 0-15,1-4 0 0,-1-3 0 0,2-1-160 16,-1-3 160-16,3-2-160 0,-1-3 160 0,-2-3-192 15,-1-2 192-15,2-4-192 0,1-2 192 0,1-2-128 0,0-3 128 16,1-1-128-16,0-2 128 0,2-2 0 16,0-1 0-16,1 0-128 0,-2-5 128 0,3-1 0 0,1-2 0 0,-2 2 0 15,-2-1 0-15,1 5 0 0,-2 3 0 0,-1 1 0 16,-2 5 0-16,-3 3 0 0,-4 3 128 0,-1 7-128 16,-3 6 224-16,0 0-32 0,0 0 0 0,-1 11 0 15,-3 5-32-15,-2 6-16 0,-2 7 0 0,-1 2 0 16,-3 4-144-16,2 0 128 0,-1 2-128 0,1-1 128 0,2 0-128 15,0-1 0-15,0 1 0 0,3-3 0 0,1 0 0 16,3-2 0-16,-2-2-192 0,2-2 192 16,2-4-1472-16,2 0-160 0,-2-5-32 15,3 0-16-15,3-1-1744 0,0 0-352 0,1-7-64 16</inkml:trace>
  <inkml:trace contextRef="#ctx0" brushRef="#br0" timeOffset="-80190.13">29862 7613 44351 0,'0'0'976'0,"0"0"208"0,0 0 32 0,0 0 16 0,0 0-976 15,0 0-256-15,-7-5 0 0,1 3 0 0,-2 2 1744 0,-3 4 304 16,-2 4 64-16,2 3 16 0,-2 2-1088 0,1 4-208 16,-3 2-64-16,1 3 0 0,0 4-416 0,-1-1-96 15,1 1 0-15,1 3-16 0,1-3-240 0,5-1 144 16,-1-2-144-16,1-1 128 0,3-1-128 0,2 1 0 0,0-5-160 0,4 0 160 31,2-1-512-31,-1-2-16 0,3 2 0 0,0-7 0 0,2-1-400 0,0-2-80 16,0 0-16-16,2-2 0 0,-2-1 0 15,1-3-16-15,1 0 0 0,1-3 0 0,-2-1-640 0,1-2-128 16,0 1-32-16,0-3 0 16,0-2 208-16,1-4 32 0,-2 1 16 0,0-2 0 0,0 1-48 0,-1 0-16 15,0-1 0-15,-2 2 0 0,1 1 1280 0,-2-2 368 0,0 2-144 0,-2 2 144 0,0 3 1344 16,-1 1 352-16,-2 6 64 0,0 0 16 15,0 0 704-15,0 0 144 0,0 0 16 0,0 9 16 16,2 1-752-16,-2 4-160 0,-2 0-16 0,4 1-16 0,-2 4-624 0,1-1-128 16,-1 0-32-16,2 2 0 0,1-1-416 0,1 0-64 15,-1-1-32-15,2-1 0 0,1-3-272 0,1 0-144 16,-2-4 160-16,2-3-160 0,0 1 144 0,0-1-144 16,-7-7 128-16,9 5-128 0,0-4 512 0,-2 1 0 15,-7-2 16-15,9-2 0 0,0 1-528 0,0-4 0 16,-1 1 0-16,0-1 0 0,-2-2 128 0,1-1-128 0,-1 0 0 15,1-3 0-15,-1-1 128 0,-1 0-128 0,5-1 0 16,-5 0 0-16,-1-1 0 0,0 1 0 0,0 0 128 16,-1 0-128-16,1 0 0 0,-1 1 0 15,-2 0-208-15,3 2 80 16,1-2-1136-16,-1 0-208 0,-1 2-64 0,2 1-14448 0,3 1-2896 0</inkml:trace>
  <inkml:trace contextRef="#ctx0" brushRef="#br0" timeOffset="-79269.24">30528 7683 21183 0,'5'-18'944'0,"-4"12"192"0,-1-2-912 0,2 1-224 0,-1 1 0 0,-1 6 0 15,0 0 4528-15,0 0 848 0,0 0 192 0,0 0 16 0,-4 5-2624 0,0 4-528 16,-2 3-96-16,-2 5-32 15,-1 4-1056-15,-2 3-224 0,0 1-32 0,-1 1-16 0,-1 0-336 0,2 2-80 16,1-4-16-16,-1 0 0 0,2-3-240 0,3-2-48 16,2-2-16-16,0-1 0 0,1-7-240 0,1 0 144 15,0-2-144-15,2-7 128 0,0 0-128 0,0 0 0 16,0 0-160-16,0 0 160 0,0 0-352 0,7-4 32 16,1-3 0-16,1-1 0 15,0-2-160-15,1-2-32 0,2-2 0 0,0-2 0 16,0-3 64-16,1-2 16 0,1-1 0 0,0-2 0 0,1 0 240 0,-1 1 64 15,0 2 0-15,-2 3 0 0,0-1 128 0,-2 3 0 16,-1 7 0-16,1-2 0 0,-3 5 368 0,-7 6 0 0,0 0 0 0,0 0 0 16,6 1 144-16,-6-1 48 15,0 0 0-15,5 9 0 0,3 1-240 0,-1 1-32 16,1 2-16-16,-1 2 0 0,-1-4-144 0,2 0-128 0,0 1 144 0,2-1-144 16,1 2 0-16,1-1 0 0,-1-2 0 15,2 2 0-15,-1 0 0 0,1-3 0 0,-1 3 0 16,1-3 0-16,-3-3 0 0,1 1-192 0,-1-1 192 0,-1 1-160 15,-2 0 160-15,-2-2-192 0,0 0 192 16,-1 1-192-16,-4-6 192 0,0 0 0 0,0 0 0 0,0 0 0 16,-5 7 0-16,-2-4 0 0,0 0 144 0,-3 1-144 15,0-1 160-15,-2 0-160 0,-2-1 128 0,-3 1-128 16,-3-1 128-16,0 1-128 0,-3 1 0 0,0-3 128 0,-3 2-128 16,0-1 0-16,0 0 0 0,2-1-176 15,2 0-672-15,3-1-144 0,2-1-32 0,4 0 0 16,2-1-2176-16,3 0-432 0,4-2-80 0</inkml:trace>
  <inkml:trace contextRef="#ctx0" brushRef="#br0" timeOffset="-78983.29">31206 7454 47231 0,'0'0'2096'0,"0"-8"416"0,-2 2-2000 0,2 0-512 16,0 6 0-16,0 0 0 0,0 0 1200 0,0 0 144 15,0 0 16-15,0 0 16 0,0 0 16 0,-1 11 0 16,1-1 0-16,0 5 0 0,0 3-880 0,-1 3-192 16,0 2-16-16,-2 3-16 0,0 2-288 0,2-1 0 15,0 0 0-15,1 1 0 0,0-1 0 0,1 1 0 16,-1-1-208-16,1-2 80 0,-1-1 128 0,0 0 0 0,-1-3 0 0,0-3 0 16,1-1 0-16,0-4 128 15,-2-1-128-15,2-3 176 16,0-9-1200-16,0 6-224 0,0-6-48 0,0 0-16 15,0 0-672-15,0 0-144 0,0 0-32 0,0 0 0 16,-5 3-1648-16,5-3-336 0,-5-7-64 0</inkml:trace>
  <inkml:trace contextRef="#ctx0" brushRef="#br0" timeOffset="-78769.07">30816 7445 48031 0,'-5'-11'2128'0,"5"11"432"0,-4-5-2048 0,1 1-512 0,3 4 0 0,0 0 0 0,0 0 1104 15,0 0 112-15,0 0 32 0,8-4 0 0,2 2-112 0,5 0-32 16,3 2 0-16,2 0 0 0,2 2-512 0,4-1-96 16,6 0-32-16,5 1 0 0,5-1-464 0,1 0 0 15,0 1 0-15,-2-1-160 0,1 1 160 0,-1 0 0 16,-2-1 0-16,1 0 128 16,2 3-448-16,-2-4-96 0,-2 3-16 0,-8-2 0 15,3 2-1376-15,-1-1-288 0,-2 2-48 0,0-1-13296 16,-2 1-2672-16</inkml:trace>
  <inkml:trace contextRef="#ctx0" brushRef="#br0" timeOffset="-78548.79">31513 7739 26719 0,'0'0'2368'0,"0"0"-1888"0,0 0-480 0,0 0 0 15,0 0 4960-15,0 0 896 16,0 0 176-16,7 2 48 0,1-4-3776 0,1 2-736 15,3 0-160-15,5-1-16 0,1-1-560 0,1-1-96 0,1 0-32 0,2 2 0 16,2 0-480-16,-2-1-96 16,-1 2-128-16,-1-2 176 0,3 1-432 0,-1-1-96 0,-1 1-16 0,-3 1 0 31,-1 0-1488-31,-1 1-320 0,-2 4-48 0,-2-1-12752 0,-5-1-2560 0</inkml:trace>
  <inkml:trace contextRef="#ctx0" brushRef="#br0" timeOffset="-78405.37">31610 7862 26719 0,'0'0'2368'0,"0"0"-1888"0,0 0-480 0,0 0 0 16,8 0 2928-16,2 0 480 0,3-1 112 0,3-2 0 0,0 0-2144 0,0 2-432 15,3-1-96-15,0 0-16 0,1 0-432 0,-1-1-80 16,1 0-32-16,2 3 0 0,0-3-288 0,2 0 0 16,0 0 0-16,3 1 0 15,0 0-1664-15,2-3-272 0,1 3-64 0</inkml:trace>
  <inkml:trace contextRef="#ctx0" brushRef="#br0" timeOffset="-77602.69">32118 7785 8287 0,'0'0'736'0,"-7"-5"-592"0,-6 0-144 0,-1-1 0 15,3 0 8288-15,0-1 1632 0,5 5 320 0,6 2 64 16,-5-4-6640-16,5 4-1312 0,0 0-272 0,0 0-48 0,0 0-848 0,6-4-160 16,3 1-48-16,4 2 0 15,3 0-512-15,2-1-96 0,3 1-32 0,2 1 0 0,4 0-336 0,0 1 0 16,0 2 0-16,2-2 128 0,0-2-400 15,1 0-80-15,-3-1-16 0,0 2 0 16,-2-2-1552-16,3-1-320 0,-2 1-64 0</inkml:trace>
  <inkml:trace contextRef="#ctx0" brushRef="#br0" timeOffset="-77067.88">32708 7406 4607 0,'0'0'192'0,"0"0"64"16,0 0-256-16,0 0 0 0,0 0 0 0,0 0 0 0,0 0 10560 0,0 0 2080 15,-2 11 416-15,2 5 64 0,0 2-9424 0,0 6-1904 16,-1 3-368-16,1 3-80 0,1 0-832 0,-1 1-160 0,-1 2-32 16,1-2-16-16,1 2-160 0,2-3-16 15,-2-3-128-15,2 1 192 0,-2-1-192 0,2-2 144 0,-1-3-144 0,1-4 128 16,-3-2-128-16,1-2 0 0,1-2 0 0,-1-6 128 15,-1-6-128-15,0 0 0 0,0 0 0 0,0 0 128 16,0 0-128-16,0 0 0 0,0 0 0 0,0 0 128 16,0-6-128-16,0-6 0 0,-1 0 0 0,1-1 0 15,2-2 0-15,1-2 0 0,-2-1 0 0,2-2 0 0,2-3 0 16,0 0-176-16,2-3 176 0,1-1-192 0,1-3 192 16,1 0-192-16,3-1 192 0,0 2-192 0,0 4 192 0,0 4-128 15,-1 3 128-15,-2 4-128 0,-2 3 128 0,-1 2 0 16,-2 5 0-16,-5 4 0 0,0 0 0 0,0 0 0 15,3 13 0-15,-2 2 176 0,-1 7-176 0,1-1 192 16,-1 2-192-16,1-1 192 16,1 2-192-16,0-1 0 0,2-1 0 0,1 2 128 0,2-5-128 0,2 1 0 15,2-2 0-15,2-2 0 0,0-3 0 0,1-1 0 16,0-1 128-16,1-4-128 0,-2-2 0 0,0-2 0 16,-2-2 0-16,1-1 0 0,-1-1 0 0,-1-2 128 15,-1-1-128-15,0-4 0 0,-1-1 128 0,-1 1-128 16,-1-1 0-16,1 0 128 0,1-1-80 0,-1-2-48 15,1 0 0-15,0-1 0 0,0-4 0 0,4-6 0 0,-1 1 0 16,1-2 0-16,-3 1-256 0,0-2 48 16,-1-1 16-16,0 0 0 15,0-2-944-15,-3 4-176 0,-2 0-32 0,-3 5-16 16,-3 0-2608-16,0 1-512 0</inkml:trace>
  <inkml:trace contextRef="#ctx0" brushRef="#br0" timeOffset="-76870.23">32500 7313 19343 0,'-17'-6'848'0,"12"3"192"0,0 0-832 0,1 1-208 0,4 2 0 0,0 0 0 16,0 0 7648-16,0 0 1488 0,0 0 288 0,7-3 64 16,2-1-6976-16,2 0-1392 0,4 3-288 0,2 0-48 15,2 1-592-15,0 0-192 0,1 0 0 0,1-3 0 0,-1 2 0 0,-1 1-144 16,1 1-16-16,1 2 0 15,0-3-2000-15,9 1-400 0,2-1-64 0</inkml:trace>
  <inkml:trace contextRef="#ctx0" brushRef="#br0" timeOffset="-76703.27">33232 7209 49407 0,'0'0'2192'0,"0"0"448"0,0 0-2112 15,5-3-528-15,4-1 0 0,2 2 0 0,-1-1 976 0,0 2 96 16,1-1 16-16,-1 1 0 0,-1 0-32 0,2 1 0 0,-1 0 0 0,-1 1 0 15,-1 0-656-15,4 1-128 16,5-1-16-16,6 2-16 0,6-3-240 0,4 1 0 16,3 0 0-16,2 3 0 15,-3 0-1296-15,-2 0-304 0,5 1-64 0</inkml:trace>
  <inkml:trace contextRef="#ctx0" brushRef="#br0" timeOffset="-75291.01">19857 10000 50447 0,'0'0'2240'0,"-8"1"448"0,0-1-2144 0,3 0-544 0,5 0 0 0,0 0 0 0,0 0 944 0,0 0 80 15,0 0 0-15,8-1 16 0,1 1-288 0,3-3-64 16,1 2-16-16,2-1 0 0,2-2-448 0,2 1-96 16,0-2 0-16,1 2-128 0,1-1 0 0,1 0 0 15,1 1 0-15,1-1 0 16,-2 0-864-16,1 1-176 0,1-1-48 0,-1 2 0 16,-1-1-2752-16,-2 2-544 0</inkml:trace>
  <inkml:trace contextRef="#ctx0" brushRef="#br0" timeOffset="-75122.43">19978 10103 49247 0,'-17'4'2176'0,"11"-1"448"0,-1-3-2096 0,2 1-528 15,5-1 0-15,0 0 0 0,0 0 624 0,0 0 16 0,0 0 0 0,0 0 0 16,8 5 96-16,2-2 32 16,2-1 0-16,2 1 0 0,3-2-768 0,3-1 0 0,3 0 0 0,2-1 0 31,2-2-880-31,3-1-160 0,3-1-48 0,1-1 0 15,1-2-1792-15,4 0-352 0,3-1-80 0</inkml:trace>
  <inkml:trace contextRef="#ctx0" brushRef="#br0" timeOffset="-74865.62">20599 9995 20271 0,'0'0'1792'0,"-8"0"-1424"0,0-1-368 0,0 1 0 16,0 0 6192-16,2 0 1168 0,-1 0 224 0,1 1 48 0,6-1-4736 16,-5 5-944-16,5-5-192 0,0 0-32 0,0 0-768 0,-3 5-128 15,3-5-48-15,0 9 0 0,0-9-464 0,4 10-112 16,2-1-16-16,4-1 0 0,0-2-192 0,3 2 128 15,1 0-128-15,3-1 0 0,2 0 0 0,0 0 0 16,2-1 0-16,0 1 0 0,-3-1 0 0,2 1 0 16,-3-1 0-16,-2-1 0 0,-2 2 0 0,-4-1 0 15,-1 0 0-15,-8-6 0 16,0 0 0-16,2 9 0 0,-5-1 144 0,-2-2-144 0,-3 1 192 0,-2-1-64 16,-5 1 0-16,0 0 0 0,-4 1 32 0,1 0 0 15,-4 0 0-15,0 0 0 0,-2 0-160 0,1 1 0 16,1-3 144-16,1 1-48 0,0-2-96 0,1 0 0 15,2-1 0-15,2 0 0 16,3 1-1648-16,3-1-320 0,2 4-64 0</inkml:trace>
  <inkml:trace contextRef="#ctx0" brushRef="#br0" timeOffset="-74389.7">21288 10320 31327 0,'-2'-4'1392'0,"2"4"272"0,-2-3-1328 0,2 3-336 16,0 0 0-16,0 0 0 0,0 0 4432 0,0 0 816 15,0 0 176-15,0 0 16 0,-3 10-3040 0,0 6-608 16,2 1-128-16,-3 5-32 0,1 0-1040 0,1 3-208 16,-2-1-32-16,-2 0-16 0,1 4-176 0,1-5-32 15,0 3-128-15,0-5 192 0,1 0-192 0,0-1 0 16,0-2 0-16,2-3 0 16,1-3-352-16,0-3-112 0,3-1-32 0,-3-8 0 15,0 0-1472-15,0 0-288 0,0 0-64 0,10-5-13072 16,4-4-2608-16</inkml:trace>
  <inkml:trace contextRef="#ctx0" brushRef="#br0" timeOffset="-73890.3">21689 9915 26719 0,'0'0'2368'0,"0"0"-1888"0,0 0-480 0,0 0 0 16,0 0 5296-16,0 0 960 0,0 8 192 0,0 3 32 0,-2 2-3856 15,1 4-784-15,1 1-160 0,0 4-16 0,-1 5-912 0,-1 5-176 16,2 2-48-16,0 1 0 0,0 1-272 0,2-1-48 15,-1-2-16-15,2 0 0 0,-1-3-64 0,1-3-128 16,-1 2 176-16,2-6-32 0,2-1-144 0,-1-1 0 16,-1-5 0-16,0-2 0 0,0-1 0 0,-1-5 0 15,0 0 0-15,-3-8 0 0,0 0 0 0,0 0 0 16,0 0 0-16,0 0 0 0,0 0 0 0,8-5 0 16,-2-4 0-16,1-3 0 0,-1-3 0 0,1 0 0 15,1-2 0-15,-2-1 0 0,3-2 0 0,1-1 0 16,-1-1 0-16,1-3 0 0,-1-1-128 0,3-2 128 15,0-2 0-15,-1 2 0 0,1-2 0 0,-1 4-128 16,-1 3 128-16,-1 3 0 0,-4 4 0 0,2 5 0 16,-2 3 0-16,-5 8 0 0,0 0 0 0,0 0 0 15,0 0 0-15,4 12 0 0,-1 3 0 0,-1 6 128 0,0 3-128 16,-1 2 128-16,0 1-128 0,2 0 0 16,-1-1 0-16,2 1 0 0,0-5 0 0,1 1 0 15,2-3 0-15,-1-1 0 0,1-2 0 0,-1-2 0 0,2-4 0 16,0 0 0-16,0-3 0 0,0-3 0 0,0-1 0 0,-1-2 0 15,1 0 0-15,0-4 0 0,0 1 0 0,1-3 0 16,-1-1 0-16,0-3 0 0,-1-2 0 0,3-1 0 16,-1-1 0-16,0 1 0 0,0-2 0 15,0-4 0-15,0-2 0 0,0 0 0 0,0-5 0 0,2 0 0 16,-2-5 0-16,0 2 0 0,0-2 0 0,0 3-160 16,-1 1-512-1,-1 3-96-15,-2 1-32 0,-2 4 0 0,-2 0-1472 0,-1 4-288 16,-3 1-64-16,-1 5-19600 0</inkml:trace>
  <inkml:trace contextRef="#ctx0" brushRef="#br0" timeOffset="-73682.7">21450 9837 42383 0,'0'0'3776'0,"0"0"-3024"16,0 0-608-16,0 0-144 0,0 0 2672 0,8-2 496 15,1-2 96-15,0 1 32 0,3-2-2160 0,1 1-432 16,3-1-96-16,2-1-16 0,1 3-368 0,4-1-80 16,-1-2-16-16,4 3 0 0,2-5-384 0,2 1-96 15,0 1-16-15,2-2 0 16,0 3-1472-16,2-1-288 0,1 2-64 0,3-1-20272 0</inkml:trace>
  <inkml:trace contextRef="#ctx0" brushRef="#br0" timeOffset="-73530.86">22254 9785 11967 0,'0'0'528'0,"0"0"112"0,2-5-512 0,-2 5-128 0,6-4 0 16,2 0 0-16,1 0 7872 0,-1 1 1536 0,2 0 304 15,2 0 64-15,0 0-6528 0,4 2-1312 0,1-4-256 0,1 3-48 16,1-1-1120-16,2 1-208 0,0 1-48 0,0 0-16 31,0 1-720-31,0 1-144 0,-2 0-16 0,-2 2-16 0,-3-1-2448 0,2 5-480 0,0 0-112 0</inkml:trace>
  <inkml:trace contextRef="#ctx0" brushRef="#br0" timeOffset="-73178">22420 10222 41295 0,'0'0'1824'0,"-4"5"384"0,4-5-1760 0,-2 6-448 0,0 2 0 0,2-8 0 0,0 0 1904 0,0 0 288 15,0 0 64-15,5 9 16 0,2-2-464 0,1-1-80 16,2 0-32-16,2-2 0 0,1-1-1072 0,0 0-224 15,1 1-32-15,-1-1-16 0,0-1-48 0,-1 1-16 16,-3-1 0-16,-1 4 0 0,-8-6-32 0,8 2 0 0,-8-2 0 0,6 7 0 16,0 1-256-16,-4 1 128 0,-2 1-128 0,-2-1 144 15,-5 3-144-15,-1 2 0 16,-2 2 0-16,-2 1 0 0,-2 1 0 0,1-1 0 0,-3 0 0 16,2 1 0-16,1 1 0 0,1-2 0 0,3-1 0 0,2-1 0 15,2-3 0-15,3-1 0 0,0 0 0 0,4-2 0 16,1-3 0-16,3 1 0 0,0-2 0 0,5-1 0 15,-1-1 0-15,0-1 0 16,2 1 0-16,0-3 0 0,1-1 0 0,0-1 0 16,1 2 0-16,2-4 0 0,-2 0 0 0,3 1 0 0,-1-3 0 15,0 0 0-15,1 1 0 0,1-3-128 0,1-1 128 0,2-2-160 32,1 1-1536-32,6-5-304 0,0 1-64 0,2 0-21936 0</inkml:trace>
  <inkml:trace contextRef="#ctx0" brushRef="#br0" timeOffset="-72979.61">23090 10222 54367 0,'0'0'1200'0,"0"0"240"0,0 0 48 0,5-13 48 0,-5 13-1232 0,8 0-304 0,-1-2 0 0,1 1 0 0,-1 0 992 0,2-1 144 16,1 2 16-16,1 0 16 0,2-1-848 0,0 0-160 15,0 0-32-15,0-2 16 0,2 2-144 0,-1 1 0 16,2-4 0-16,-1 1 0 0,1 1-192 0,1-1-16 15,-1 2-16-15,-1-3 0 16,-3 1-1312-16,-2 2-256 0,0 1-48 0,-4 0-22160 0</inkml:trace>
  <inkml:trace contextRef="#ctx0" brushRef="#br0" timeOffset="-72764.66">23038 10333 13823 0,'0'0'608'0,"-5"-2"128"0,-3 1-592 0,3 0-144 15,5 1 0-15,0 0 0 0,0 0 9024 0,0 0 1760 16,0 0 352-16,0 0 80 0,9-2-8160 0,3 1-1648 16,1 1-320-16,1-1-64 0,3-1-704 0,0 1-160 0,0 0-32 0,0 0 0 15,1-1-128-15,2 1 0 0,-1 0 0 0,1-1 0 16,-2 0 0-16,1 2 0 0,2-4-144 16,2 2 144-1,-3 1-1584-15,3-3-208 0,0 2-32 0,2 2-16 16,1-3-3200-16,0 3-640 0</inkml:trace>
  <inkml:trace contextRef="#ctx0" brushRef="#br0" timeOffset="-72573.98">23711 10280 21183 0,'0'0'1888'0,"0"0"-1504"0,0 0-384 0,0 0 0 15,6-2 5248-15,1-1 960 0,1-1 208 0,-1 2 48 16,0-1-3552-16,1 0-704 0,0 2-144 0,1-3-16 0,0 2-560 0,3-1-96 16,-1-1-32-16,1 0 0 0,0 0-784 0,1 2-176 15,2-5-16-15,1 2-16 0,0 1-224 0,1 0-144 16,0 0 192-16,0 0-192 0,0 2 0 0,-2-1-272 15,1 0 16-15,-1 1 16 16,0-2-2256-16,-1 3-464 0</inkml:trace>
  <inkml:trace contextRef="#ctx0" brushRef="#br0" timeOffset="-71773.5">24403 10490 15663 0,'0'0'1392'0,"0"0"-1120"0,0 0-272 0,0 0 0 0,-3 7 6016 0,3-7 1136 15,-1 4 224-15,-2-3 48 0,2-1-4208 0,0 0-848 16,1-1-160-16,0-2-32 0,1 1-512 0,3-2-112 16,-3 1-16-16,2-2 0 0,1-3-880 0,0 0-176 15,2-1-32-15,-2-1-16 0,0-2-128 0,0-1-32 16,1 0 0-16,0-2 0 0,1-3-272 0,-1-3 128 0,0 2-128 16,0-2 0-16,1-1 224 0,-1-2-64 15,-1 0-16-15,1-4 0 0,0-2-96 0,2 0-48 16,-2-2 0-16,0 0 0 0,0-2 0 0,2 0 0 15,-2 1 0-15,2 3 0 0,-2 1 0 0,-3 5 0 16,4 4 0-16,-4 4 0 0,-1 0 0 0,2 6-208 0,-3 10 64 16,0 0 16-16,0 0 128 0,0 0 0 15,0 0 0-15,3 10 0 0,-2 6 0 0,0 2 0 0,1 3 0 0,0-1 0 16,1 3 0-16,1-2 0 0,2 1 0 16,2-2 0-16,1-2 0 0,0-1 0 0,0-2 0 0,3 0 0 15,1-2 0-15,-1-4-128 0,-2-2 128 0,2-2 0 16,0-3 0-16,1 0 0 0,-1-5 0 0,-1-1 0 15,0-1 0-15,2-2 0 0,-3-2 0 0,1-1 0 16,-1-2 0-16,2-1-128 0,-3-3 128 16,0-1 0-16,0-1 0 0,2-3 0 0,-2-1 0 0,0 0 128 15,1-4-128-15,1 1 0 0,-1 0 0 0,1 1 0 0,-2 0 0 16,0 2 0-16,0 2 0 0,-1 4 0 16,-2-1 0-16,0 5 0 0,-1 4 0 0,-5 8 0 0,0 0 128 0,0 0 0 15,0 0 0-15,0 0 0 0,0 13-128 0,-2 4 0 16,1-1 0-16,-1 5 96 0,-2 6-96 0,-2 3 0 15,1 5 0-15,0-1 0 0,-3 2 0 0,0 4 0 16,-1-4 0-16,1 1 0 0,3-1 0 0,1-3 0 16,-1-1 0-16,1-2 0 0,2-2 0 0,0-6 0 15,2-1 0-15,2-4 0 0,-2-2 0 0,1-2 0 16,1-1 0-16,1-2 0 16,1-2-432-16,0 0-80 0,-2-1 0 0,2-1-16 15,0 1-1344-15,2-1-272 0,-1 1-48 0,1-5-13392 16,1 2-2672-16</inkml:trace>
  <inkml:trace contextRef="#ctx0" brushRef="#br0" timeOffset="-70761.08">25387 10300 9215 0,'4'-13'400'0,"-2"8"96"0,-1-2-496 0,1-3 0 0,1-1 0 0,1 1 0 0,0-2 6176 16,0 0 1136-16,-2 1 240 0,1-2 32 0,-2 0-3936 0,1-2-768 15,-2 2-176-15,0 2-16 0,-2-1-752 0,1 1-144 16,-2 1-16-16,-1 2-16 0,1-1-640 0,-4 4-128 15,1 0-32-15,-2 2 0 0,-1 2-336 0,-3 2-80 16,-3 2-16-16,0 3 0 0,-3 3-208 0,-3 4-64 16,-3 2 0-16,1 4 0 0,-2 5-256 0,0-1 128 15,2 1-128-15,-1-1 144 0,5-1-144 0,2 0 0 16,2 0 0-16,5-1 0 0,4 0 0 0,3-4 0 16,3-1 0-16,3-1 0 0,2 0 0 0,3-3 0 15,3-1 0-15,2-3 0 0,3 0 0 0,1-3-192 16,1-1 192-16,2-1-208 0,1-3 0 0,-1 0 0 15,-1-3 0-15,0 2 0 0,1-5 16 0,-2 1 0 16,-1-1 0-16,0 1 0 0,-3-3 192 0,-1 1-192 16,-1-3 192-16,0 1-192 0,-2 1 192 0,1 0 0 15,-1 0 0-15,-1 2 0 0,-2 0 0 0,-1 4 0 16,-6 2 192-16,0 0-192 0,0 0 336 0,8 4-32 16,-1 0-16-16,-1 2 0 0,-1 1-48 15,1-1-16-15,-3 3 0 0,1 3 0 0,2 0-160 0,-1 1-64 0,0-1 0 16,0-1 0-16,0 0 0 0,1-2 0 0,-1 0 0 0,0 0 0 15,0 0 0-15,1-2 0 0,0-3 0 0,1 0 0 16,-7-4 0-16,7 3 0 0,1-1 0 0,0-1 0 16,-8-1 0-16,8-1 0 0,-8 1 0 0,8-3 0 15,-2-1 0-15,1 0 0 0,-1-1 0 0,1 1 0 0,-2-2 0 16,3-3 0-16,-2-1 0 0,2 0 0 16,0-2 0-16,1-1 0 0,0-2 0 0,2-1 0 15,-1-1 0-15,2 0 0 0,0-2 0 0,2-2 0 16,3-3-1152-16,4-2-240 0,3-4-32 15</inkml:trace>
  <inkml:trace contextRef="#ctx0" brushRef="#br0" timeOffset="-70297.59">26597 9762 30399 0,'-1'-7'2704'0,"0"2"-2160"0,-1-2-544 0,2-1 0 16,0-1 3456-16,0 1 592 0,-2 2 112 0,-4-3 32 15,1 4-1600-15,3 1-320 0,2 0-64 0,0 4-16 16,-3 1-880-16,-2 3-176 0,-2 1-48 0,-1 3 0 16,-2 2-512-16,-3 2-96 0,-1 4-32 0,-3 3 0 0,-8 11-448 0,0 4 128 15,0 4-128-15,1 3 64 0,-2-2-64 0,2 4 0 16,-1 0 0-16,4-2 0 0,4 1 0 15,3-4 0-15,4-3 0 0,3-5 0 0,3-2 0 0,3-4 0 16,2-2 0-16,3-2 0 0,4-3 0 0,4-3 0 16,2 1 0-16,2-4 0 15,1-2-432-15,1-2-80 0,1 0 0 0,5-5-16 16,-2-2-848-16,3-2-160 16,0-4-48-16,3-3 0 0,1-1-2640 0,-2-1-512 0,-1-3-128 15</inkml:trace>
  <inkml:trace contextRef="#ctx0" brushRef="#br0" timeOffset="-70096.42">26884 9934 26719 0,'1'-10'2368'0,"1"1"-1888"16,-1 2-480-16,-2-1 0 0,-3 1 5184 0,1 2 928 16,3 5 192-16,0 0 32 0,0 0-3520 0,0 0-720 0,0 0-144 0,-5 6-32 15,0 4-1072-15,-1 1-208 16,1 5-64-16,0 4 0 0,0-2-368 0,0 4-80 16,-2 1 0-16,2 2 16 0,0 3-144 0,-1-1 0 0,1 2 0 15,0-2 0-15,1 0 0 0,0-2 0 0,2-1 0 0,-1-5 0 16,0 1 0-16,-1-3 0 0,0-4 0 0,1-2-160 15,0-1-400-15,0-3-80 0,1 0 0 16,2-7-16-16,0 0-1168 0,0 0-224 16,0 0-64-16,0 0-13344 0,0 0-2672 0</inkml:trace>
  <inkml:trace contextRef="#ctx0" brushRef="#br0" timeOffset="-69884.18">26545 9880 51423 0,'-7'-9'2288'0,"5"5"464"0,-1-2-2208 0,1-1-544 0,2 1 0 0,0 0 0 0,0 6 1056 0,0 0 96 16,0 0 32-16,9-4 0 0,1-2-416 0,2 2-96 16,4-1-16-16,2 2 0 0,3 2-464 0,3 0-192 15,4-2 176-15,-1 2-176 0,3-1 0 0,0 0 128 16,0 2-128-16,0 0 0 16,-1 1-384-16,-2 2-112 0,-1 1-16 0,-1-1-16 15,-1 1-1840-15,-2 2-352 0,-3-1-80 0,-2 3-19488 0</inkml:trace>
  <inkml:trace contextRef="#ctx0" brushRef="#br0" timeOffset="-69612.43">26979 10089 20271 0,'0'0'896'0,"0"0"192"0,0 0-880 0,0 0-208 0,0 0 0 0,0 0 0 16,0 0 5760-16,0 0 1120 16,5 8 224-16,3-2 32 0,-8-6-4128 0,12 7-816 0,0-5-160 15,-1 3-48-15,4-1-992 0,-1 0-208 0,0-1-32 16,-1 2-16-16,2 2-192 0,-1-1-32 0,-1 1-16 0,-1-1 0 15,-4 1-176-15,1 3-48 0,-1 3 0 0,-3-2 0 16,-3 2-144-16,0 0-128 0,-2 1 192 0,-3-1-192 16,-2 0 128-16,-2 0-128 0,-2-1 0 0,0 0 80 15,-1-2-80-15,1 0 0 0,2 2 0 0,2-3 0 0,-2-1 0 16,3 1 0-16,2-1 0 0,2-8 0 0,0 0 0 16,0 0 0-16,4 7 0 0,1-2 0 0,3-1 0 0,0 0 0 15,1-2 0-15,0 0 0 0,0-2 0 0,3 0 0 16,1-2 0-16,1 0 0 0,2-1-192 0,1 2-48 15,0-6 0-15,2 2 0 16,1-2-2192-16,2 1-432 0,3 1-80 0</inkml:trace>
  <inkml:trace contextRef="#ctx0" brushRef="#br0" timeOffset="-69445.81">27610 10103 24879 0,'0'0'2208'0,"0"0"-1760"0,0 0-448 0,0 0 0 0,0 0 5760 0,0 0 1088 16,0 0 192-16,0 0 64 0,8 0-4720 0,0 0-928 15,2 0-192-15,1 0-48 0,2 1-416 0,1-1-96 0,2 0 0 0,1 2-16 16,1-5-512-16,0 3-176 0,4-4 0 0,0 2 144 31,-1-1-592-31,3-1-112 0,1-1-16 0,-1 0-16 16,0-2-2448-16,2 1-480 0,1-1-112 0</inkml:trace>
  <inkml:trace contextRef="#ctx0" brushRef="#br0" timeOffset="-69188.87">28216 9575 47743 0,'0'0'2112'0,"-4"-3"448"0,1 3-2048 0,3 0-512 0,0 0 0 0,0 0 0 15,0 0 1360-15,-4 6 176 0,0 4 48 0,0 4 0 16,-1 5-336-16,-1 2-64 0,1 6-16 0,-1 0 0 16,-1-1-720-16,1 3-128 0,-1 5-48 0,1 0 0 0,0 0-144 0,1 0-128 15,-1 1 192-15,0 0-48 0,2-2-144 0,2-2 0 16,-1 0 0-16,1-1 0 0,-1-1 0 0,2-3 0 15,-1-3 0-15,0-3 0 0,-1-2 0 0,2-3 0 16,0-2 0-16,-1-4 0 16,0-1-400-16,2-8-80 15,0 0-16-15,0 0 0 0,0 0-768 0,0 0-144 0,0 0-48 0,0 0 0 16,-4-7-1760-16,0-2-368 0,-1-1-64 0</inkml:trace>
  <inkml:trace contextRef="#ctx0" brushRef="#br0" timeOffset="-68961.23">27697 9580 18431 0,'-2'-2'1632'0,"2"2"-1312"0,0 0-320 0,0 0 0 16,4-6 7168-16,2 3 1344 15,3 0 288-15,3 3 48 0,1 0-5984 0,3 0-1200 16,3 1-256-16,4 4-32 0,1-1-480 0,2 3-112 16,2 1-16-16,-1 1 0 0,1 0-400 0,0 0-96 15,1 2-16-15,2-1 0 0,0-1-256 0,2 0 0 0,-2 0 0 0,2 0 144 16,0 2-144-16,-1-2 0 0,-1-1 0 0,-1 1 0 15,-2-3 0-15,-1 4 0 0,-1-1 0 16,-2 0 0 0,-5 0-1328-16,0 1-144 0,-4 2-48 0,-2 3-15008 15,-2-1-3008-15</inkml:trace>
  <inkml:trace contextRef="#ctx0" brushRef="#br0" timeOffset="-68756.68">28567 10149 42383 0,'0'0'3776'0,"-3"10"-3024"0,3 1-608 0,3 3-144 0,-3 2 2688 0,0-2 512 16,-1 2 112-16,-1-1 16 0,1 2-1712 0,2 0-336 15,-2 3-64-15,1-3 0 0,3 2-912 0,-2 1-176 16,0-3-128-16,1 0 144 0,-1-2-96 0,0 2-48 16,-1-2 0-16,-1-1 0 0,0-2 0 0,-2 1 0 15,2-3 0-15,-2 1 0 16,1-5-608-16,2-6-112 0,-4 5-32 0,4-5 0 15,0 0-1440-15,0 0-304 0,0 0-48 0</inkml:trace>
  <inkml:trace contextRef="#ctx0" brushRef="#br0" timeOffset="-68412.95">28636 9359 35935 0,'0'0'3200'0,"0"0"-2560"0,0 0-512 0,0 0-128 16,0 0 2688-16,11 1 512 0,-1 3 96 0,2 0 32 16,1 5-1248-16,2 1-240 0,4 5-48 0,2 3-16 15,-1 2-864-15,4 2-160 0,-5-1-48 0,4 2 0 16,1 4-256-16,1 2-48 0,0 5-16 0,0 2 0 0,-2 2-160 0,-1 1-32 16,-2 7-16-16,-3 0 0 0,-4 4-176 0,-1 4 0 15,-3 1 0-15,-3-2 128 16,-1 14-80-16,-1-7-48 0,-5-8 0 0,-4-4 0 0,-3-4 0 15,-2-1 0-15,-3-5 0 0,-2-1 0 0,-3-5 0 16,0-2 0-16,-1-2 0 0,2-4 0 0,-2 0 0 0,5-9 0 16,-1 4 0-16,2-6 0 0,-2 0 0 0,-1 1 0 15,2-3 0-15,-1-1 0 0,2-1 0 0,1 0 0 16,2-2 0-16,0-1 0 0,0-3 0 16,3 1 0-16,-1 1 0 0,3-2-160 15,5-3-1344-15,0 0-272 0,0 0-48 0</inkml:trace>
  <inkml:trace contextRef="#ctx0" brushRef="#br0" timeOffset="-34753.62">28094 10948 29487 0,'0'0'2624'0,"0"0"-2112"0,-1-5-512 0,1 5 0 0,1-7 2400 0,1 2 368 16,0 0 80-16,-2 5 16 0,0 0-1328 0,0 0-256 15,0 0-48-15,0 0-16 0,0 0 256 0,0 0 32 16,0 0 16-16,4 9 0 0,0-1-688 0,-2 3-128 16,1 4-16-16,-2 2-16 0,-1 1-176 0,0 2-48 15,0 0 0-15,0 0 0 0,0-1-128 0,0 0-16 16,1-2-16-16,1 1 0 0,-2-4-144 0,1-1-16 15,0-1-128-15,2-3 192 0,-1-1-48 0,-2-8-16 0,0 0 0 0,0 0 0 16,8 4 64-16,0-3 16 16,1-2 0-16,2-3 0 0,0-3-64 0,1-2-16 0,-1-1 0 0,0-4 0 15,6-1-128-15,2-2 0 16,0-1 0-16,2-3 128 0,1-2-128 0,2-1 0 0,-1-1 0 16,0 1 128-16,1-1-128 0,-2 1 0 0,-1 1 0 15,-1 2 0-15,-2 3 0 0,0 1 0 0,-4 0 128 0,-1 3-128 16,-1 2-1856-1,-1 3-448-15,-1-3-80 0,0 6-13104 0,1 2-2624 0</inkml:trace>
  <inkml:trace contextRef="#ctx0" brushRef="#br0" timeOffset="-23106.03">13138 11888 16575 0,'-6'-17'1472'0,"4"12"-1168"0,-2-2-304 0,1 1 0 0,-1-3 6064 0,0-1 1152 16,3 0 224-16,0 2 48 0,-1 2-5248 0,4-1-1040 15,-1 2-224-15,-1 5-32 0,0 0 352 16,0 0 80-16,0 0 16 0,0 0 0 0,7 8-672 0,-1 2-128 16,-1 2-16-16,-1 6-16 0,0 2-176 0,0 6-16 15,-1 5-16-15,-2 6 0 0,-1 2-112 0,-1 4-32 16,-2-3 0-16,-1 2 0 0,0 0-80 0,0-2 0 16,0-2-128-16,-1-3 192 0,0-4-192 0,1-1 144 15,3-5-144-15,-1-4 128 0,1 0-128 0,0-4 0 16,0-4 0-16,-1-2-176 15,4-1-992-15,-2-10-208 0,0 0-32 0,0 0-16 16,0 0-1184-16,0 0-224 0,0 0-48 0,0-10-10576 16,0-3-2112-16</inkml:trace>
  <inkml:trace contextRef="#ctx0" brushRef="#br0" timeOffset="-22813.43">13035 11701 40607 0,'-16'-5'1792'0,"11"3"384"0,-1-1-1744 0,1 0-432 15,0 2 0-15,5 1 0 0,0 0 1840 0,0 0 272 0,0 0 64 16,0 0 16-16,0 0-608 0,0 0-128 0,0 0-32 0,7-6 0 16,2 0-912-16,2 2-176 0,6 1-32 0,3-3-16 15,2 2-288-15,3 1 128 0,4-1-128 0,2-2 0 16,1 1 128-16,0 3-128 0,0-4 0 0,0 5 0 16,-2-2 0-16,-2 6 0 0,-2-2 0 0,-1 5 0 0,-1 0 0 15,-4 1 0-15,-1 3 0 0,-5 3 0 0,-4 1 0 16,-3 3 0-16,-3 3 0 0,-3 2 0 0,-3 0 176 0,-5 3-176 15,-3 0 160-15,-3 0-160 0,-3 1 160 16,-2-3-160-16,-2 3 160 0,-1-1-160 0,-2 0 0 0,1-1 0 16,0 1 0-16,-1-1 0 15,0-1-1344-15,1-3-176 0,0-1-16 16,2 0-16-16,3-3-2944 0,3 0-592 0</inkml:trace>
  <inkml:trace contextRef="#ctx0" brushRef="#br0" timeOffset="-22270.27">13484 12012 23951 0,'0'0'1056'0,"0"0"224"0,0 0-1024 0,0 0-256 16,0 0 0-16,0 0 0 0,0 0 5104 0,6 11 960 15,-4 3 192-15,1 1 32 0,-2 1-3456 0,0 3-688 16,-1 4-144-16,2 0-16 0,-2 2-1008 0,0 0-192 0,-3 1-32 0,2-2-16 16,-1 0-336-16,0-1-64 15,-1-2-16-15,2-1 0 0,-2-3-160 0,2-2-32 16,-2-2-128-16,1-1 192 0,1-3-192 0,-2-1 144 15,-1-1-144-15,4-7 128 0,-3 5-128 0,3-5 0 16,-4 6 144-16,4-6-144 0,0 0 0 0,0 0 0 0,0 0 0 16,0 0 128-16,0 0-128 0,0 0 0 0,2-8 0 0,2 1 0 15,2-4 0-15,2 1-160 0,1-6 160 0,3-2-160 16,1-2 160-16,3 1-208 0,1-5 80 0,2 2 128 16,-1 1-192-16,2-1 192 0,-2 3-160 0,0 2 160 15,1 1 0-15,-2 4 0 0,0-1 0 0,-2 5 0 16,0 1 0-16,-2 4 0 0,-3 3 0 0,0 3-144 15,-2 0 144-15,-1 5 0 0,-3 3 0 0,-2 2 128 16,-2 0 0-16,-2 5 0 0,-1 3 0 0,-1 2 0 0,-1 2 0 16,-2 0 0-16,1-2 0 0,-1 1 0 0,1-3-128 15,1 0 0-15,-1-3 0 0,3-1 0 0,0-2 160 0,2 0-32 16,1-2-128-16,1 0 192 0,2-5-192 0,2-2-160 16,1-1 32-16,2-1 0 0,3-2 128 0,-1-2-160 15,2-3 160-15,1-1-160 0,0-1 32 0,1-2 0 16,-1-2 0-16,1 0 0 0,0 0 128 0,-1 0-160 15,-2-4 160-15,0 0-160 0,-1 0 160 0,-2-2 0 16,0-2 0-16,-2-1-128 0,-2 1 128 0,-1 0-128 0,-1 0 128 16,-2 0-128-16,-1 2 128 0,-3-1 0 15,-2 2 0-15,-2 1-128 0,0 0-16 0,-2 2 0 16,-2 2 0-16,-1 1 0 16,1 2-656-16,2 1-128 0,1 2-32 0,1 2 0 15,1 1-544-15,7 0-112 0,0 0-32 0,0 0 0 16,0 0-2080-16,4 6-432 0,3-1-64 0,2 1-12416 0</inkml:trace>
  <inkml:trace contextRef="#ctx0" brushRef="#br0" timeOffset="-21408.31">14169 12134 33343 0,'0'0'1472'0,"0"0"320"0,0 0-1440 0,0 0-352 0,0 0 0 0,0 0 0 16,2 7 3040-16,0 3 544 0,-4 3 96 0,-2 4 32 15,-2 1-1312-15,-2 7-256 0,-1 0-48 0,1 1-16 16,0 0-1040-16,2-1-208 0,-2-2-32 0,3 1-16 0,1-3-464 0,1-2-80 15,3 1-32-15,3-2 0 0,0-2-208 0,0-3 0 16,3 0 0-16,1-4 0 0,3-1 0 0,0-3 0 16,3-1 0-16,0-2 0 0,-1-3-256 0,1 0 64 15,3-3 16-15,-2-1 0 0,2-3-16 0,-1-1-16 16,1-3 0-16,-2 0 0 0,0-1 64 16,0-1 16-16,-1-2 0 0,-2-1 0 15,1-1 128-15,0-1-160 0,-1-5 160 0,-1 2-160 16,-3 0 160-16,1 1 0 0,0 1-144 0,0 5 144 0,-3 0 0 0,-1 6 0 15,-1 0 192-15,-3 9-64 0,0 0-128 0,0 0 0 16,0 0 0-16,0 0 0 0,-4 11 0 0,0 3 192 16,-1 2-32-16,1 3 0 0,-2 3-32 0,3-2 0 15,-1 1 0-15,2 0 0 0,2-2-128 0,3-1 0 16,1-1 0-16,1 0 0 0,2-1 0 0,2-2 0 16,0-1 0-16,1-1 0 0,1-4-128 0,2-2 128 15,-2 1-160-15,1-3 160 0,1-2-240 0,3-2 48 16,0-2 16-16,-2-2 0 0,0-1-64 0,1-2-16 15,-1-2 0-15,-1-1 0 0,-1 0 16 0,2-1 0 16,-1-4 0-16,-1 0 0 0,0-2 0 0,-1-3 0 0,4-2 0 0,-2-3 0 16,-2 2-32-16,0-3-16 0,1 2 0 15,-2 1 0-15,-1 3 144 0,0 1 144 0,-1 3-208 0,-1 3 80 16,-2 1 128-16,-1 6 0 0,0-1 0 0,-4 7 0 16,0 0 320-16,0 0 0 0,0 0 0 0,0 0 0 15,0 0 144-15,0 0 32 0,0 0 0 0,3 9 0 16,0 0-256-16,0 3-48 0,-1 1-16 15,1-1 0-15,0 2-176 0,-1 3 160 0,1-2-160 16,-1 2 160-16,2 1-160 0,0-1 0 0,0-2 0 0,0 1 128 16,0 0-128-16,0-1 0 0,0-2 0 0,0-1 0 15,0-1 0-15,-1-2 0 0,1 0 0 0,0-1 128 16,-4-8-128-16,4 6 0 0,-4-6 0 0,0 0 0 0,5 5 0 0,-5-5 0 16,6 6 0-16,-6-6 0 0,0 0 0 0,0 0 0 15,7 1 0-15,1-1 0 0,0-3 0 0,1-1 0 16,0-2 128-16,0-1-128 0,1 1 0 0,1-6 0 15,0 0 0-15,0-1 0 0,1-2 0 0,0-4 0 16,0 0 0-16,-1-1 0 0,2-3 0 0,-1 1 0 16,-1-2 0-16,0 3 0 0,0 2 0 15,1 1 0-15,-3-1 0 0,-2 4 0 0,0 0 0 0,0 5 0 16,-2 2 0-16,-1 2 0 0,-4 6 0 0,0 0 192 16,0 0-192-16,0 0 192 0,0 0-16 0,0 0 0 0,0 0 0 0,6 5 0 15,1-1-48-15,-1 2-128 16,1 2 192-16,1 1-64 0,-3 2-128 0,0 2 0 15,0 2 144-15,2 0-144 0,-2 2 0 0,1 1 128 16,0-3-128-16,0 2 0 0,1 0 0 0,-2 0 128 0,1-1-128 0,-2-2 0 16,-2 1 0-16,-1-2 0 15,0-2 0-15,-1 0 128 0,-1-2-128 0,0-1 0 0,1-8 128 0,-4 9-128 16,-1-3 0-16,-1 1 0 0,0-2 0 16,-1 0 128-1,-1-3-640-15,2 0-112 0,-1 2-16 0,7-4-16128 0,0 0-3200 0</inkml:trace>
  <inkml:trace contextRef="#ctx0" brushRef="#br0" timeOffset="-20783">15800 12029 21183 0,'4'-4'1888'0,"1"-3"-1504"16,0-1-384-16,3-1 0 0,4-2 6144 0,5-1 1152 15,3-4 224-15,1-1 48 0,0 3-5200 0,3 2-1056 0,-3 0-208 0,2 3-32 16,-2 0-240-16,2-1-32 16,-1 1-16-16,1 1 0 0,-4 0-336 0,-1 1-80 0,-1 2-16 0,3-1 0 15,-3 3-352-15,-3-2 0 0,-2 4 0 0,-2-2 0 16,-2 6 128-16,-8-3-128 0,0 0 128 16,0 0-128-16,0 0 176 0,2 6-48 0,-4 1 0 0,0 2 0 15,-2-1 0-15,-3 1 0 0,-2 1 0 0,-3 2 0 16,-1-2-128-16,-1 2 0 0,-3 0 0 0,0 1 0 15,0-1 128-15,-1 1 0 0,0-2 0 16,-1 1 0-16,2 0-128 0,2 0 0 0,0 1 0 16,5-3 0-16,0-1 0 0,2 0 0 0,1-1 0 0,3 1 0 15,3 0 0-15,1 0 0 0,3-1 0 0,2 0 0 16,3 1 0-16,1-1 0 0,2 0 0 0,4 1 0 16,0 0 0-16,2 2 0 0,3-1 0 0,-2 2 0 15,-1 1 0-15,1-3 0 0,1 2 0 0,-2 2 0 0,-3-1 0 0,-1-1 0 16,-3 2 0-16,0 1 0 0,-4-1 0 15,-1-1 0-15,-2-1 0 0,-2 0 0 0,-1-1 0 0,-5 2 192 16,-3-1-192-16,-2 0 192 0,-3-4-16 16,-2 1 0-16,0 0 0 0,-2-1 0 0,-3-2-128 0,-1-1-48 15,0 1 0-15,-1-1 0 0,0-3 0 0,0 2 0 16,-1-1 0-16,0 0 0 16,3-2-704-16,3 0-144 15,1-1-32-15,3-1 0 0,2 0-2080 0,5-1-432 0,6 2-64 0</inkml:trace>
  <inkml:trace contextRef="#ctx0" brushRef="#br0" timeOffset="-20641.98">16192 12267 13823 0,'15'-6'1216'0,"-8"2"-960"16,2 0-256-16,3 0 0 0,1 0 6464 0,3 0 1232 0,1 0 256 0,0 0 48 15,0-1-4608-15,1 1-944 0,2-5-176 0,0 3-32 16,3 0-1088-16,-1 2-224 16,1-3-32-16,1-1-16 0,-1 0-880 0,2 0 0 15,1 3 0-15,1-3 0 16,1-1-2912-16,0 1-496 0,4-1-112 0</inkml:trace>
  <inkml:trace contextRef="#ctx0" brushRef="#br0" timeOffset="-20271.42">17100 11889 9215 0,'0'0'816'0,"3"-5"-656"0,-1 1-160 0,-2 4 0 0,0 0 8512 16,0 0 1664-16,8-1 320 0,-8 1 80 0,0 0-6832 0,0 0-1376 15,0 0-256-15,0 0-64 0,0 0-800 0,0 0-160 16,-4 8-16-16,-3 1-16 0,-1 1-736 0,-2-1-128 15,-2 2-48-15,-1 0 0 0,-1 2-144 16,-2 0 0-16,-1 1 0 0,0 1 0 0,-1-2 0 0,0 4 0 16,0-2 0-16,1 1 0 0,-2 0 0 0,1 0 0 15,1-2 0-15,0 2 0 0,0-3 0 0,2 0 0 16,0-1 0-16,3-1 48 0,2 0-48 0,1-2 0 16,1 1 0-16,2-3 0 0,0 1 0 0,4-2 0 15,2-6 0-15,0 0 0 0,0 0 0 0,0 0 0 0,0 0 0 0,0 0 0 16,8 7 0-16,2-3 0 0,2-2 0 0,2 1 0 15,2-3 0-15,1-3 0 0,2 1 0 0,2-2 0 16,0 0 0-16,1 0 0 16,2 0 0-16,-1-1 0 0,2-1 0 0,0 1 0 0,-1 0 0 0,1 0 0 15,-3 0 0-15,-1-1 0 0,-1 1 0 16,-2 1 0-16,-2 0 0 0,-2 2 0 0,-1-5 0 16,-1 2 0-1,-3-2-704-15,-1 1-128 0,0-1-16 0,-2 1-16 16,-1-2-1200-16,0 2-240 0,-1-1-64 0,-4 7-12752 0,0-9-2560 0</inkml:trace>
  <inkml:trace contextRef="#ctx0" brushRef="#br0" timeOffset="-20033.26">17133 11901 44175 0,'-6'-11'1952'0,"6"11"416"0,0 0-1904 0,0 0-464 0,0 0 0 0,0 0 0 0,0 0 1968 0,0 0 288 16,0 0 64-16,-3 7 16 0,-1 2-768 0,2 0-160 15,-1 4-16-15,1 2-16 0,-1 0-784 0,0 5-144 16,1 2-48-16,-2 4 0 0,0 3-288 0,0 1-112 15,0 1 0-15,0 2 0 0,2 1 0 0,0 1 0 16,0-3 0-16,0 1 0 0,1-3 0 0,0-1 0 16,-1 1 0-16,1-4 0 0,1-2 0 0,-1 0 0 15,1-1 0-15,-3-3 0 0,1-1 0 0,-1 1 0 16,0-2 0-16,1-1 0 16,-1-1-464-16,1-2-96 0,-2-1-16 0,0 0 0 15,1-1-2368-15,-1-2-464 0,-1-3-112 0</inkml:trace>
  <inkml:trace contextRef="#ctx0" brushRef="#br0" timeOffset="-19442.42">13504 13167 32255 0,'-8'-1'2864'0,"-1"-2"-2288"15,1 0-576-15,0 2 0 0,2 1 4752 0,6 0 848 16,0 0 160-16,0 0 48 0,0 0-4256 0,6-3-848 16,5 2-160-16,2-2-32 0,4 1 176 0,5-1 32 15,5-1 16-15,6 0 0 0,7 1-432 0,7-1-96 16,7-2-16-16,4 3 0 0,5-4-16 0,3 0-16 15,3 0 0-15,7-1 0 0,6 0-160 0,4 1 0 16,4-2 0-16,4 2 128 0,5-3-80 0,3 1-48 0,3 3 0 16,1-2 0-16,-2 1 0 0,2 1 0 15,3 2 0-15,1-1 0 0,-4 1 0 0,-3 1 0 0,-4-2 0 16,-2 2 0-16,-18 2 0 0,0 0 0 16,-3 0 0-16,-2 1 0 0,-3-2 0 0,-5 1 0 0,-3 0 0 0,-5-1 0 15,11 1 0-15,-9 1 0 16,-9 0 0-16,-8 0 0 0,-6 1 0 0,-9 1 0 0,-4-2 0 15,-7 1 0-15,-7 2 0 0,-2-2 0 0,-8-1 0 0,0 0 0 16,0 0 0-16,4 5 0 0,-4-5-160 0,0 0 160 16,0 0-240-16,-4 5 48 0,-1 0 0 0,0 2 0 15,-1-3-912-15,1 1-176 0,1 0-48 16,0 2-15072-16,4-7-3024 0</inkml:trace>
  <inkml:trace contextRef="#ctx0" brushRef="#br0" timeOffset="-18657.57">18037 12198 32255 0,'0'0'2864'0,"0"0"-2288"0,-7 1-576 0,1-1 0 16,-1 2 3376-16,7-2 560 0,-4-2 112 15,1 2 32-15,-1 0-2784 0,1-1-544 0,-1 1-112 0,2 0-32 16,2 0-240-16,0 0-48 0,-4 3-16 0,4-3 0 16,0 0-1680-16,-3 5-336 0,0 0-64 0,2 2-12032 15,0-3-2400-15</inkml:trace>
  <inkml:trace contextRef="#ctx0" brushRef="#br0" timeOffset="-18501.04">17927 12365 42959 0,'0'0'1904'0,"-1"7"400"0,-3-2-1856 0,2 1-448 0,0 1 0 0,1 1 0 0,1-8 1664 15,-1 7 224-15,-1 1 48 0,2-8 16 0,0 0-576 0,-1 7-112 16,1-7-32-16,0 0 0 0,1 6-720 16,2 1-160-16,-3-7-32 0,4 5 0 15,-4-5-944-15,8 4-192 0,1-1-32 0,3 2-15104 16,1-1-3024-16</inkml:trace>
  <inkml:trace contextRef="#ctx0" brushRef="#br0" timeOffset="-15308.78">14055 13976 14735 0,'-10'-14'1312'0,"5"9"-1056"0,-3-2-256 0,-1 1 0 0,1-1 7424 0,1 2 1440 16,0-1 288-16,0 2 48 0,2 1-6768 0,-2 2-1344 15,3 1-256-15,1-3-64 0,-1 2 336 0,4 1 80 16,0 0 16-16,-4 6 0 0,1 2-688 0,1 5-144 15,0 0-32-15,0 3 0 0,0 1-208 0,1 2-128 16,-2 2 128-16,1 1-128 0,-1 2 128 0,1-1-128 16,-2 1 128-16,1-1-128 0,0-4 0 0,1-1 0 0,-1 0 0 0,2-4-128 31,0-3-1552-31,1-2-304 0,1-3-64 0,-1-6-13424 0,3 7-2672 0</inkml:trace>
  <inkml:trace contextRef="#ctx0" brushRef="#br0" timeOffset="-15135.03">14084 13713 43199 0,'0'0'1920'0,"0"0"384"0,-5-4-1856 0,1 2-448 0,4 2 0 0,0 0 0 16,0 0 320-16,0 0-16 0,0 0-16 0,0 0 0 16,0 0-1104-16,3 9-208 0,2 0-64 0,1 1-11360 15,2 5-2272-15</inkml:trace>
  <inkml:trace contextRef="#ctx0" brushRef="#br0" timeOffset="-14005.93">14542 13815 8287 0,'-7'0'736'0,"-2"-2"-592"16,-3 0-144-16,-2 3 0 0,0 2 7536 0,-1 2 1472 15,0 2 288-15,-1 4 64 0,-4 1-5872 0,2 6-1184 16,-1-1-224-16,-1 5-48 0,-1 1-704 0,0-1-144 15,3 0-32-15,1 1 0 0,3-2-576 0,2 1-112 16,3-5-16-16,2 0-16 0,2-1-304 0,3-3-128 16,0-3 0-16,4-2 128 0,0 0-128 0,-2-8-272 15,7 4 64-15,-7-4 16 16,10 1-288-16,1-2-48 0,-2-3-16 0,2-1 0 16,1-2 96-16,1-1 0 0,0-1 16 0,-1-2 0 0,1-4 176 0,1 0 48 15,2-4 0-15,0 0 0 0,-1-5 16 0,1-3 0 16,0-2 0-16,1-5 0 0,-1 2 192 0,0-2-192 0,0 1 192 0,1 3-192 15,-3 0 192-15,-1 7 0 0,-2 2 0 0,-2 4 0 16,-3 4 0-16,-2 4 128 0,-4 9 0 0,0 0-128 16,0 0 464-16,0 0-16 0,-4 9 0 15,-1 5 0-15,-2 5 48 0,1 4 0 0,-2 6 0 16,2 1 0-16,-1 1-240 0,1 2-64 0,-1-1 0 0,3 1 0 0,0-6-16 16,3 1-16-16,4-1 0 0,0-2 0 15,1-4-160-15,2-3 0 0,1 0 0 0,1-4 0 0,1-1 0 16,0-2 0-16,1-3-144 0,0-2 144 0,0-1-336 15,2-1 32-15,1-4 16 0,0 0 0 16,0-4-128-16,2-1-32 0,-4-3 0 0,2-1 0 0,0-1 128 0,-1-1 32 16,-3-2 0-16,0 0 0 0,-1 0 64 0,0-2 16 15,0-2 0-15,0-2 0 0,0 1 48 0,-1 0 16 16,-1-3 0-16,-1 2 0 0,0 0 144 0,-1 1 0 16,-2 1-144-16,-2 4 144 0,0 3 0 0,0 2 0 15,0 8 160-15,0 0-160 0,0 0 336 0,-5 2-32 16,-1 6-16-16,-1 1 0 0,1 4 16 0,-1 2 0 15,2 0 0-15,1 2 0 0,0 0-304 0,0 0 160 16,2 0-160-16,0 0 128 0,2 1-128 0,3 1 0 0,1-2 0 16,2-2 0-16,2 1 0 0,3-3 0 0,0-1 0 15,4-1 0-15,0-3-272 0,2 0 16 16,2-4 0-16,1-2 0 16,3-2-240-16,-1-1-32 0,4-3-16 0,-1-1 0 0,-1 0 160 0,0-2 16 15,-1-3 16-15,-1-1 0 0,-1 0 176 0,0-2 48 0,-3-2 0 16,1 2 0-16,-2-6 128 0,0 1-160 0,-2-1 160 0,1 0-160 15,0-3 16-15,-3 1 0 0,-4 0 0 16,0 3 0-16,-3 3 144 0,-2 2 0 0,-4 3 0 0,-2 3 128 16,-4 3 256-16,-1 4 48 0,-4 4 16 0,-1 3 0 15,1 2 224-15,-2 5 48 0,0 1 16 0,-2 2 0 0,1 1-288 16,1-3-64-16,-1 2-16 0,2-1 0 16,0 0-176-16,3-1-48 0,1-3 0 0,3 1 0 15,1-1-144-15,3-2 0 0,-1-2 0 0,4-1 0 16,2-1 0-16,-4-6-272 0,7 5 32 0,3-3 16 15,-1-2-240-15,0-2-48 16,0-3-16-16,1 0 0 0,2-2 0 0,0 1 0 0,-2-1 0 16,2-3 0-16,0 1-48 15,-1-4 0-15,4 0 0 0,-3-2 0 0,-1 1-64 0,1-2-32 0,0-1 0 0,-1 2 0 16,-1-2 192-16,-1 2 32 0,-1 4 16 0,-2-1 0 16,-1 4 432-16,-1 2-160 0,-4 6 160 0,0 0 0 0,0 0 256 0,0 0 144 15,-4 7 48-15,-1 5 0 0,0-1 128 0,0 2 48 16,-1 2 0-16,3 0 0 0,0-2-304 0,2 0-48 15,1 0-16-15,1-3 0 0,2 1-256 0,0-2 0 16,-3-9 128-16,7 8-128 0,2-3 0 0,2-1 0 16,-1-3 0-16,2 0 0 0,-1-1 0 0,1-1 0 0,1-2 0 0,-1 0 0 15,1-3 0-15,0-3 160 16,0 0-160-16,0-3 128 0,0-1-128 0,1-2 160 16,1-4-160-16,-2-1 160 0,0-3-32 0,1-1 0 0,-1-2 0 0,0 1 0 15,2-5-128-15,-2 0 0 16,1-3 0-16,-2 3 0 0,-3 0 0 0,-1 0 0 0,-2 4 0 0,-1 5 0 15,-2 6 400-15,-3 0 0 0,-1 5 0 16,-3 5 0-16,-3 2 416 0,-1 7 80 0,-2 4 0 0,-2 4 16 16,1 3-48-16,-1 3-16 0,-1 7 0 15,0 0 0-15,0 4-496 0,0 1-96 0,0 2-32 0,2 1 0 0,-1-2 32 0,5 0 0 16,1-2 0-16,3-3 0 16,1-2-256-16,4-2 144 0,-1-1-144 0,3-4 128 0,1-3-128 15,0-2-192-15,2-2 32 0,-1-1 16 16,2-2-1072-16,1-2-192 0,-1-1-64 15,4 0-14432-15,3 2-2896 0</inkml:trace>
  <inkml:trace contextRef="#ctx0" brushRef="#br0" timeOffset="-12981.88">18959 12233 40367 0,'0'0'1792'0,"0"0"368"0,0 0-1728 0,0 0-432 0,0 0 0 0,0 0 0 0,0 4 1664 0,-2 3 240 15,0 2 48-15,-2 5 16 0,0 2-112 0,-3 5 0 16,2-4-16-16,-1 4 0 0,-3 1-1024 0,1 0-208 16,0 1-32-16,0 1-16 0,0-1-256 0,2-3-48 15,1 1-16-15,-2 3 0 0,2-5-240 0,1-4 0 16,1-2 128-16,5-2-128 15,-2-5-1136-15,2 0-272 0,3-4-48 0,3-1-14560 0,3-2-2928 16</inkml:trace>
  <inkml:trace contextRef="#ctx0" brushRef="#br0" timeOffset="-12050.58">19118 12160 43247 0,'0'0'1920'0,"0"0"384"0,-6-2-1840 0,3-1-464 0,3 3 0 0,0 0 0 0,0 0 960 16,0 0 112-16,0 0 16 0,0 0 0 0,0 0-752 0,0 0-144 15,10 3-16-15,2-1-16 0,-2 1-160 0,3 1-192 16,0 0 32-16,0 0 16 0,-2 2 0 0,0 1 0 16,-1-1 0-16,-1-1 0 0,-1 2 288 15,-2 0 64-15,-2 0 16 0,-1 4 0 0,-2-3 800 0,-1 1 144 16,-1-1 48-16,-2 1 0 0,-2 0-128 0,1 0 0 16,0 0-16-16,-1 3 0 0,-1-4-512 0,3 1-112 15,-1-1 0-15,1-1-16 0,2 0-240 0,-1 1-64 16,2 0 0-16,2-1 0 0,-2-7-128 0,4 11 128 15,0-5-128-15,1 2 128 0,1 0-128 0,1 0 0 16,1 0 0-16,-1 1 0 0,0 0 0 0,0 0 0 16,-2 1 0-16,-1 1 0 0,-2-5 0 0,1 3 0 15,-2 2 0-15,-1-1 0 0,-1-3 128 0,-3 2 0 16,-1 3 0-16,-2-2 0 0,-1 2 16 0,-1-3 0 0,-1 1 0 0,-1 1 0 16,0-3-96-16,-1 2-48 0,0-2 0 0,3 0 0 15,-1-2 0-15,-1-1 0 0,2 2 0 0,1-3 0 16,2 0 0-16,6-4 0 15,0 0 0-15,0 0 0 0,0 0 0 0,0 0 0 0,0 0 0 16,0 0 0-16,6-4 0 0,5-1 0 16,0-2 0-16,4-1 0 0,2-2 0 0,1-2 0 0,2-1 0 15,0 0 0-15,3-1 0 0,-3-3 0 0,3-1 0 0,0-1 0 16,2 0 0-16,-3-2 0 0,0 0 0 16,-1 0 0-16,-1 2 0 0,-2 0 0 0,-1 1 0 0,-3 0 0 15,-2 4 0-15,-4 2 0 0,-2 3 0 0,-1 5 0 0,-5 4 0 0,0 0 0 16,0 0 0-16,0 0 0 0,-6 8 0 15,-3 2 0-15,-3 3 0 0,-1 3 0 0,0 2 0 0,-1 0 0 16,-1-1 0-16,2 1 0 0,1 1 0 0,2-1 0 16,1-1 0-1,2 0 0-15,2-4 0 0,4 0 0 0,1-1 0 0,2-1 0 0,1-2 0 0,2-1 0 16,2-1 0-16,2-3 0 16,0-2-192-16,2-2 64 0,0 0 128 0,1-4-208 15,2-2-48-15,1-2 0 0,-1-1 0 0,3 0 0 0,1-4-64 0,0-3 0 16,-1-1-16-16,2-1 0 0,-1 0 48 0,0-3 16 15,0 1 0-15,1-1 0 0,-2 1 96 0,-2-1 32 0,-2 2 0 16,-2 4 0-16,-1 2 144 0,-2 2 0 16,-3 4 0-16,-1 1 0 0,-4 6 128 0,0 0 64 15,0 0 16-15,0 8 0 0,0 3 144 0,-1 3 32 0,-3 3 0 0,0 1 0 16,-1 3-160-16,0 0-32 16,-2 2 0-16,1-2 0 0,0 1 0 0,1 0-16 0,1-1 0 0,2 0 0 15,0 1-176-15,1-6 160 16,1 0-160-16,3-3 160 0,-1-3-160 0,1-1 0 0,-1 0 0 0,2-5 0 15,-4-4 0-15,0 0 0 0,0 0 0 0,8 3 0 16,-8-3 0-16,8-5 0 0,0-2 0 0,1-1 0 16,-1-2 0-16,1-2 0 0,0-1 0 0,1-3 0 15,2-2-176-15,0-1 176 0,0-2-128 16,1-1 128-16,-2-3-128 0,4-1 128 0,-1-2-128 0,0 1 128 16,1-2 0-16,-2 5 0 0,0 1 0 0,0 4 0 15,-1 1-128-15,-3 3 0 0,-1 5 0 0,-2 3 0 16,-6 7 128-16,0 0 0 0,0 0 0 0,4 7 0 0,-1 3 0 15,-2 3 0-15,-1 4 0 0,-1 3 0 0,-1 1 0 16,1 0 0-16,0-2 0 0,-1 2 128 0,2-3-128 16,2-1 0-16,-1-1 0 15,2-1 0-15,-1-2-256 0,2-1-80 0,1-1-16 0,2-4 0 16,-1 0-1376-16,3-3-256 0,1 0-64 0,-1-4-16 16,1 0-2368-16,1-5-480 0</inkml:trace>
  <inkml:trace contextRef="#ctx0" brushRef="#br0" timeOffset="-10939.18">20269 12022 38991 0,'-3'-19'1728'16,"3"12"352"-16,0 1-1664 0,0 6-416 0,0-4 0 0,0 4 0 0,0 0 2512 0,0 0 432 15,0 0 64-15,0 0 32 0,0 0-1136 0,-4 6-240 16,-1 6-32-16,1 2-16 0,-1 3-960 0,0 4-192 16,0 3-32-16,-2 0-16 0,1 2-272 0,0 2-144 15,1 2 160-15,0 0-160 0,0 0 0 0,-1-2 0 16,3 0 0-16,-1-1 0 0,0-2 0 0,0-3-128 15,0-2-16-15,0-2 0 16,0-1-720-16,0 0-144 0,-1-4-16 0,1-1-16 16,0-1-672-16,3 0-128 0,-3-2-16 0,0-3-16 15,-1-2-864-15,5-4-160 0,0 0-48 0,0 0 0 16,-9 2 960-16,2-5 176 0,-1 0 32 0,2-3 16 16,-1-1 704-16,2-2 144 0,1 0 16 0,0-3 16 0,2-1 2272 15,0-1 448-15,2 0 80 0,2 1 32 0,0 0 544 0,2 1 96 0,1-1 32 0,3-3 0 16,1 2-640-16,2-2-112 0,-1 2-16 0,3 1-16 15,0 0-640-15,2 1-128 0,0 0-32 0,1 3 0 16,1-1-336-16,-1 3-80 0,0 3-16 0,1-1 0 0,0 4-128 16,-1 1-32-16,0 0 0 0,-2 2 0 15,-1 2-128-15,0 0-16 0,-1 3-16 0,-2 1 0 0,1 3-96 16,-2 1 0-16,-1 2-16 0,-1 3 0 0,0-2-176 0,-2 2 128 16,-1 1-128-16,0-1 128 0,0 0-80 15,-1 0-48-15,-1-2 0 0,-1 1 0 0,-1-2 0 0,0-1 0 16,0-2 0-16,-1 2 0 0,0-5 0 0,0-1 0 15,1-7 0-15,-3 7 0 0,3-7 0 0,0 0 0 16,0 0 0-16,0 0 0 0,-7 3 0 0,7-3 0 16,0 0 0-16,0 0 0 0,-6-3 0 0,6 3 0 15,-3-7 0-15,2 1 0 0,1-3 0 0,3 0 0 16,3-2 0-16,1 1 0 0,2-5-144 0,2 1-32 16,2 0 0-16,1-3 0 0,1 0 16 0,1 0 0 15,-1-3 0-15,2 5 0 0,0 0 16 0,0 4 0 16,-1 0 0-16,1 1 0 0,0 2 144 0,-2 3-192 15,-1-2 192-15,-1 3-192 0,-2 2 192 0,0-2 0 16,-2 3-144-16,0 1 144 0,-1 1 0 0,-8-1 0 0,0 0 0 0,4 6 0 16,-3 1 0-16,-1 2 0 0,-3 1 128 0,-1 1-128 15,-2-1 160-15,-1 2-160 16,0-2 192-16,-1 1-192 0,-1-1 144 0,0-1-144 0,2-1 0 0,1 0 144 16,2 0-144-16,0-2 0 0,4-6-192 0,0 0 192 15,2 8-400-15,2-1 32 0,-4-7 16 0,9 4 0 16,2-2-320-1,2 0-64-15,1-2-16 0,3-2 0 0,-1-2-64 16,2 0-16-16,-1-1 0 0,1-1 0 0,0-2 368 0,1-1 64 0,-2-3 16 0,1-2 0 0,-1 1 384 16,0 0-128-16,0 0 128 0,-2 0 0 0,-4 1 0 15,-2 3 0-15,-1 1 0 0,-3 5 128 0,-5 3 256 0,0 0 64 16,0 0 16-16,0 0 0 0,1 9 368 0,-1 3 64 16,-1 4 0-16,0-2 16 0,-1 4-256 0,1 5-48 15,1-1-16-15,-1 1 0 0,-2 3-304 16,2 4-64-16,-2-1-16 0,2 2 0 0,0 3-64 0,-1 4-16 15,0-2 0-15,0 2 0 0,1 0-128 0,0 0 160 16,-3-2-160-16,0-2 160 0,0-4-160 0,0-2 0 16,0-4 144-16,-1-1-144 0,0-5 0 15,0-1 128-15,-2-3-128 0,2-2 0 0,-2-3 0 16,1-3 0-16,-1-2 0 0,2-2 0 0,5-2 0 0,-8-3 0 0,2-1-160 0,-1-2 160 16,1-2-336-16,1-3 32 15,-1-3 16-15,2-3 0 0,0-2-80 0,1-4-16 0,-1-4 0 0,2-4 0 31,4-5-240-31,0 0-48 0,3-3-16 0,2-2 0 16,2 0-96-16,2 0-32 0,-1 1 0 0,3 2 0 0,1 2 384 0,2 0 80 16,-2 4 16-16,1 2 0 0,-1 4 544 0,2 2 112 0,-2 1 32 0,0 5 0 15,-1 1 256-15,0 4 48 0,0 1 16 16,1 3 0-16,-1 1-224 0,0 1-32 16,-2 5-16-16,2-3 0 0,0 5-176 0,-1 1-32 0,-3 0-16 0,0 4 0 15,1 2-32-15,-3 2 0 0,-1 3 0 16,-1-2 0-16,-1 5 48 0,-2 0 0 0,-2 1 0 0,-1 1 0 15,-2 0-48-15,-1 1 0 0,1-2 0 0,-1-1 0 16,-2 0-144-16,1-1 0 0,0 0 144 0,1-1-144 0,-1-4 0 16,0 1-256-16,1-1 32 0,2-3 16 15,2-6-1392-15,0 0-288 0,-1 5-48 16,1-5-16-16,0 0-2480 0,0 0-496 0</inkml:trace>
  <inkml:trace contextRef="#ctx0" brushRef="#br0" timeOffset="-10748.99">21361 12188 21183 0,'0'0'1888'0,"0"0"-1504"0,0 0-384 0,0 0 0 0,0 0 5248 0,0 0 992 16,0 0 192-16,0 0 32 0,-1 13-3216 0,-2 1-656 16,1 2-128-16,-1-1-32 0,1 4-1168 0,-1-1-240 15,0 0-64-15,2-1 0 0,0-1-576 0,0 1-128 16,2 0-32-16,0-2 0 0,0-4-224 0,2-1 0 16,0-1 0-16,1-2 0 15,-4-7-1264-15,5 6-144 0,0 1-16 0,2-3-14704 16,2 0-2944-16</inkml:trace>
  <inkml:trace contextRef="#ctx0" brushRef="#br0" timeOffset="-10470.59">21545 12142 22111 0,'0'0'1968'0,"0"0"-1584"0,0 0-384 0,0 0 0 16,0 0 3296-16,0 0 576 0,5-4 112 0,3 2 32 15,0 0-2784-15,3 1-544 0,0 0-112 0,2-1-32 16,0 1-224-16,0 0-64 0,2-1 0 0,-1 2 0 15,0-1-256-15,1 0 0 0,-4 0 128 0,3 1-128 16,-1-2 736-16,-2 4 96 0,-2 0 0 0,-1 1 16 16,-8-3 688-16,0 0 128 0,0 0 16 0,3 8 16 0,-4 1-160 0,-5 1-48 15,-2 1 0-15,-3 4 0 16,-4 3-592-16,-2 2-112 0,1 2-16 0,-3 2-16 0,-2-1-240 0,2-1-32 16,-1-1-16-16,3 1 0 0,3-3-256 15,2-1-48-15,4-4-16 0,3 2 0 0,1-3-144 0,2 0 0 16,3-1 0-16,2-1 0 0,2-3 0 15,3 0 0-15,1 0 0 0,3-4 48 0,3 0-48 0,3-2 0 16,3 1 0-16,4-3 0 0,4 0-368 16,-3-4-16-16,2 1 0 0,8-3-25408 0</inkml:trace>
  <inkml:trace contextRef="#ctx0" brushRef="#br0" timeOffset="-9788.34">22536 12360 17503 0,'0'0'768'0,"17"0"176"0,13 0-752 0,-5 0-192 0,-14 0 0 0,-3-1 0 0,-1-1 5648 0,-7 2 1104 16,4-2 224-16,0-4 32 0,1 0-4048 0,0-1-800 15,-1-2-176-15,1-1-16 0,2-2-1008 0,-1-1-208 16,1-1-48-16,-1-2 0 0,1 0-320 0,1 1-80 15,-3-2-16-15,1-1 0 0,1-1-80 0,-2 1-16 16,-2-2 0-16,-2 1 0 0,0 1-48 0,-2 2-16 16,-2 2 0-16,-1 3 0 0,-1 3 32 0,-3 3 0 15,-1 3 0-15,-2 3 0 0,-5 4 32 0,0 3 16 16,-1 1 0-16,-1 5 0 0,0 5-16 0,0-1 0 16,1 4 0-16,2 2 0 0,2-2-48 0,3-1-16 15,2 1 0-15,5 0 0 0,5-1-128 0,3-2 0 16,3 0 0-16,2-4 0 0,2-2 0 0,2-4-144 15,2 1 144-15,1-4-208 0,1-2 48 0,0-3 16 0,-1-1 0 16,2-1 0-16,-1-2-128 0,-1-2-32 0,0-1 0 16,0-5 0-16,-2-1 64 0,1-1 16 15,1-2 0-15,-1-3 0 0,-2-1 0 0,0-4 0 0,1 1 0 16,-1-2 0-16,-1-1 64 0,0-1 16 0,0-1 0 0,-1 1 0 16,-3 1 144-16,-1 4 0 0,-3 3 0 15,-1 4 128-15,-2 3 160 0,1 5 32 0,-3 6 16 0,0 0 0 16,0 0 192-16,0 0 48 0,4 11 0 0,1 5 0 15,0 2-272-15,3 3-48 0,1 1-16 0,2 3 0 16,2 2-112-16,1 1-128 0,2-1 176 16,1 1-176-16,1-1 128 0,0-1-128 0,-1-2 0 0,1-4 0 0,2-1 0 15,0-2 0-15,-2-3 0 0,0-2 0 16,-1-2-400 0,0-2-192-16,1 0-48 0,-3-2 0 0,-2-3-1152 0,-2 1-256 15,0-3-32-15,-2-1-16 0,0 1-2048 0,-2-1-400 0</inkml:trace>
  <inkml:trace contextRef="#ctx0" brushRef="#br0" timeOffset="-9591.47">23286 12059 43071 0,'0'0'1920'0,"-6"2"384"0,0 2-1856 16,-2 0-448-16,-1 5 0 0,0 0 0 0,-3 6 1728 0,-1-2 256 16,-1 4 64-16,-2 2 0 0,-2 3-512 0,1 2-80 15,-1-2-32-15,-2 3 0 0,1 1-912 0,-1-1-192 16,2-2-48-16,0-1 0 0,1-2-272 0,2-3 0 15,2-2 0-15,3 0 0 16,-1-2-656-16,4-3-240 0,0-1-64 0,3 0 0 16,1 1-2240-16,2-3-448 0,1-7-80 0</inkml:trace>
  <inkml:trace contextRef="#ctx0" brushRef="#br0" timeOffset="-9336.82">23393 12145 24879 0,'0'0'2208'0,"0"0"-1760"0,0 0-448 16,0 0 0-16,0 0 5360 0,0 6 976 0,0 3 208 0,0 2 48 15,0 1-3904-15,0 2-784 0,-2 4-160 0,1 4-16 0,0-1-816 16,1 3-144-16,-2 0-48 0,2 1 0 0,0 0-448 0,-1-2-80 16,1 0-32-16,1-1 0 0,1 0-160 0,-1-1 0 15,0-2 0-15,1 1 0 0,-1-3 0 0,0 0 0 16,1-2 0-16,-1 0 0 0,0-2-176 0,2-3-64 15,-3-2-16-15,0-8 0 16,0 5-752-16,0-5-144 0,0 0-48 0,0 0 0 16,0 0-720-16,0 0-128 0,0 0-48 0,0 0 0 15,-2-6-1664-15,2-3-336 0</inkml:trace>
  <inkml:trace contextRef="#ctx0" brushRef="#br0" timeOffset="-9051.5">23381 12091 45663 0,'0'0'2032'0,"-1"-4"400"0,-1-1-1936 0,2 1-496 0,2-2 0 0,1 0 0 16,-3 6 1248-16,8-3 160 16,0-1 16-16,3 0 16 0,0 1-208 0,4 2-32 0,0 0-16 0,4 1 0 15,1 1-704-15,3 0-144 0,1 2-16 0,1-1-16 16,-3 2-128-16,2 1-32 0,-1 1 0 0,-1 0 0 16,-1-3-144-16,0 3 0 0,-1 1 144 0,-3 2-144 15,-2 3 0-15,0-3 128 0,-4 1-128 0,-2 2 0 16,-5 0 128-16,0 1-128 0,-1 0 160 0,-2 1-160 15,-2 1 144-15,-3 0-144 16,-3 1 128-16,0 1-128 0,-3-3 192 0,0 0-64 16,-3 1 0-16,0-2 0 0,-1-3-128 0,-1 1 128 0,0-1-128 0,-2-1 128 0,-2-2-128 15,1-1-176-15,0 1 48 0,1-5 0 16,-1 2-1728-16,1 0-352 16,0 1-64-16</inkml:trace>
  <inkml:trace contextRef="#ctx0" brushRef="#br0" timeOffset="-7752.54">24142 12283 18431 0,'0'0'1632'0,"2"-7"-1312"16,0-2-320-16,2 3 0 0,0-3 2464 0,1 2 416 16,0 1 96-16,1-1 16 15,-2 2-2784-15,-4 5-544 0,3-5-112 0,-3 5-32 0,3-7 704 0,0 2 144 0,-3 5 16 0,0-7 16 16,-2 1 112-16,1-1 0 16,-3 1 16-16,0 1 0 0,-1-1 608 0,-2 1 112 0,-2 0 32 15,-1 1 0-15,-2 3 176 0,-1-2 32 16,0 2 16-16,-1 1 0 0,-2 4-16 0,-1-3 0 15,-1 7 0-15,-2 1 0 0,0 3-464 0,-1 1-112 16,0 4-16-16,1-2 0 0,2 5-192 0,2 1-64 0,3-4 0 16,2 2 0-16,3-2-224 0,3 3-48 0,3-5-16 0,2 0 0 15,3-2-352-15,1-4 144 0,6 1-144 0,2-2 0 16,1-3 0-16,4-1 0 0,2-2 0 16,1-1-192-16,2-1 16 0,2-3 16 0,-1-1 0 0,2-2 0 15,0-1-96-15,-2 0 0 0,-2-3-16 16,-1 1 0-16,-2-4 16 0,-1 0 0 0,-2-1 0 15,-2 1 0-15,-1 0 256 0,-1-4-192 0,-2 1 192 0,0 1-160 16,-1 0 160-16,-2 2 0 0,-2 3 0 0,-3-2 0 16,1 4 192-16,-2 8-16 0,0 0-16 0,0 0 0 15,0 0 256-15,0 0 48 0,0 0 16 0,-6 7 0 0,0 2-176 16,1 3-48-16,1 1 0 0,1 2 0 0,1 1-112 0,0 0-16 16,1-1-128-16,1 1 192 0,1 1-192 0,2-2-128 15,1 0 128-15,1-5-208 16,-1 1-784-16,1-2-160 0,2-3-16 0,1 1-16 15,-1-1-2000-15,1-2-400 0,0-1-64 0</inkml:trace>
  <inkml:trace contextRef="#ctx0" brushRef="#br0" timeOffset="-7386.16">24382 12098 28559 0,'0'0'2544'0,"0"0"-2032"0,0 0-512 15,0 0 0-15,0 0 4144 0,-1 10 720 16,2-2 160-16,-1 2 32 0,-1 2-2816 0,-2 3-576 15,2 1-96-15,0 3-32 0,-1-1-448 0,1 3-80 0,0 1-32 0,-1 0 0 16,2 0-496-16,0-2-96 0,0-3-32 16,2 0 0-16,-1-3-176 0,0-1-48 0,1-2 0 0,-1-2 0 15,-1-9-128-15,0 0 0 0,4 6 0 0,-4-6 0 16,0 0 0-16,0 0 0 0,0 0-144 0,6-1 144 16,0-3-192-16,0-1 32 0,-1-4 0 0,2 0 0 15,1-2 0-15,1-3 0 0,0-2 0 0,3-1 0 0,-1 0-32 0,2-4 0 16,2 1 0-16,2 1 0 15,-2 1 16-15,1 2 0 0,0 2 0 0,-2 2 0 16,-1 2 176-16,-1 3-160 0,-3 5 160 16,1-2-160-16,-2 3 160 0,0 3 144 0,-2 2-16 0,1 4-128 0,-2 2 368 0,-1 3-48 15,-1 2 0-15,1 2 0 0,0 1-128 0,-1 3-16 16,0-3-16-16,1 0 0 0,0-1-160 0,2 0 0 16,1-1 0-16,1-1 0 15,1 0-400-15,1-5-176 0,1 1-16 0,2-4-16 16,2 1-1744-16,2-4-336 0,3 1-80 0,-1-3-18688 0</inkml:trace>
  <inkml:trace contextRef="#ctx0" brushRef="#br0" timeOffset="-7038.61">25203 12093 42271 0,'-6'-8'1872'0,"2"5"384"0,-4-1-1808 0,0 2-448 0,-1-2 0 0,-1 4 0 15,-1-3 1456-15,0 3 192 0,-2 0 32 0,-2 3 16 16,1-3-144-16,0 4-16 0,-1 0-16 0,1 1 0 15,1 1-928-15,-1 1-176 0,-1-1-32 0,3 2-16 16,2 0-80-16,1 0-16 0,1-2 0 0,2 2 0 16,0 1-272-16,4-2 128 0,2-7-128 0,1 9 0 15,2 0 128-15,-1-1-128 0,5 0 0 0,2-1 0 16,1 0 0-16,2-2 0 0,1 2 0 0,1-3-144 16,3 1 144-16,0 0-160 0,0 0 160 0,2-2-160 15,-1 2 160-15,-1 0 0 0,-2 1-144 0,0-1 144 16,-1 1 0-16,-1 1-144 0,-1-1 144 0,-2 2 0 15,-2-1 0-15,-3-1 0 0,-1 1 0 0,-2-1 0 0,-2-6-128 16,-3 8 128-16,-2-1 0 0,-3-1 0 0,3 1 0 16,-3-1-128-16,-3 1 128 0,1-2 0 0,0 0 0 0,-2 0-160 15,0 2 160-15,0-6-128 0,-1 0-176 0,0 1-16 16,0 0-16-16,0-2 0 16,1 0-1712-16,2 0-320 0,2-5-80 15,2 1-19056-15</inkml:trace>
  <inkml:trace contextRef="#ctx0" brushRef="#br0" timeOffset="-6863.78">25406 12083 28559 0,'0'0'2544'0,"0"0"-2032"0,0 0-512 0,0 0 0 0,0 0 4592 0,1 15 816 16,0-1 160-16,0 2 48 0,-1 1-3360 0,-1-3-656 16,0 4-144-16,1 1-32 0,-1 0-576 0,1-1-112 15,0 1-32-15,0-1 0 0,-2-1-512 0,2 0-192 16,0-2 0-16,2-2 144 15,-1-2-464-15,0-1-80 0,0-2-32 0,-1-8 0 16,6 8-2336-16,-6-8-480 0,5 5-80 0</inkml:trace>
  <inkml:trace contextRef="#ctx0" brushRef="#br0" timeOffset="-6233.82">25583 12087 46191 0,'0'0'2048'0,"0"0"416"0,0 0-1968 0,5-5-496 0,2 1 0 0,0-1 0 0,1 1 1232 0,1 1 160 16,-1 0 16-16,1 3 16 0,0 2-128 0,2-1-16 16,1 5-16-16,-1-2 0 0,0 2-848 0,-1 1-160 15,1 0-48-15,-1 3 0 0,-1 1-16 0,-1 2 0 16,0 3 0-16,-2 1 0 0,-2 1-64 0,-1 0-128 16,-1 1 176-16,0 0-176 15,-4 1 176-15,1-2-176 0,0-1 160 0,0 1-160 0,-2-3 160 0,0 0-160 16,-1-2 160-16,1-2-160 0,-1-2 176 15,0-1-176-15,0-2 192 0,4-6-192 0,0 0 160 16,0 0-160-16,0 0 128 0,0 0-128 0,0 0 0 0,0 0 0 16,0 0 128-16,0 0-128 0,0 0 0 0,0 0 0 15,2-6 0-15,2-2 0 0,0-3 0 0,3 0 0 16,2 0 0-16,1-4 0 0,2-4 0 0,1 1-176 16,1 0 176-16,1 0-128 0,0-2 128 0,1 2 0 15,0 1 0-15,-2 3 0 0,-1 3-144 0,-1 2 144 16,-2 1-160-16,-1 4 160 0,-1 2 0 0,-8 2 0 15,0 0 0-15,8 2 0 0,-8-2 0 0,6 9 160 16,0 2 0-16,-2-1 0 0,0 3-160 0,-2 2 0 16,1 0 0-16,-2 2 128 0,3 0-128 0,0-1 0 0,0-1 0 15,0 0 0-15,1-2 0 0,1-1 0 16,2-1 0-16,-1-4 0 0,-2 1 0 0,-5-8 0 0,7 5 128 0,0-1-80 16,1-2-48-16,0 0 0 0,0-4 0 0,0 1 0 15,-1-2 0-15,1 0 0 16,-1-5 0-16,-1 1 0 0,2-1 0 0,1-1 0 0,0-1 0 0,2-3 0 15,-1-3 0-15,2 2 0 16,1-4 0-16,0 1 0 0,1 2 0 0,1 0 0 0,-1 2 0 16,-1 1 0-16,-1 1 0 0,0 2 0 0,-3 4 0 0,0 4 0 15,-9 1 0-15,9 0 0 0,1 1 0 0,-2 4 0 0,0 3 0 16,0 1 0-16,0 0 0 0,1 3 0 0,0 0 0 0,0 1 0 16,-1-1 0-16,1 1 0 0,1 0 0 0,2-2 0 15,2 1 0-15,2-3 0 0,0 0 0 0,-1-1 0 16,2-1 0-16,0-3 0 0,3 0 0 0,-1-2-160 15,2-1 160-15,1-1-128 16,3-1-1856-16,-4 0-352 0</inkml:trace>
  <inkml:trace contextRef="#ctx0" brushRef="#br0" timeOffset="-5517.95">20385 13584 15663 0,'0'-21'1392'0,"0"12"-1120"16,-1 0-272-16,-1 1 0 0,1-1 7168 0,1 2 1392 15,0 4 272-15,0 3 48 0,0 0-6320 0,0 0-1280 16,0 0-240-16,1 9-48 0,-2 1 160 0,1 4 48 0,-1 9 0 0,-1 7 0 15,0 9-592-15,-2 4-112 0,0 2-32 16,-1 5 0-16,0 1-208 0,-1-2-32 0,1-4-16 0,1-2 0 16,0-2-80-16,0-2 0 0,-1-2-128 0,1-3 192 15,2-3-192-15,-1-2 0 0,0-6 0 0,1-2 0 16,1-4 0-16,1-3 0 0,-2-2 0 0,2-3 0 16,0-1-624-16,0-8-64 15,0 0-16-15,0 0 0 0,0 0-864 0,0 0-176 0,0 0-48 0,2-6 0 16,-1-2-1792-16,0-3-384 0,-1-4-64 0</inkml:trace>
  <inkml:trace contextRef="#ctx0" brushRef="#br0" timeOffset="-5221.95">20236 13636 19343 0,'-2'-6'1728'16,"-1"-1"-1392"-16,-1 1-336 0,3-2 0 0,1 0 6048 0,1 0 1136 16,2 2 240-16,1-1 32 0,2-1-4944 0,3 3-976 15,2 1-208-15,1-2-48 0,2 0-176 0,3 3-32 16,1 0-16-16,3 0 0 0,0-2-544 0,1 1-128 15,1 0 0-15,2 2-16 0,0-2-176 0,1 2-48 16,-1 1 0-16,1 1 0 0,1 1-144 0,1 1 0 16,-4-1 144-16,1 3-144 0,0 1 160 0,-2 2-32 0,-2-1-128 0,-3 1 192 15,-1 1-192-15,-4 1 0 0,-2-2 0 0,-3 4 0 16,-4 1 0-16,-3 1 0 0,-2 1 0 0,-3 2 0 16,-3 3 144-16,-3-1-16 0,-3 2 0 0,-2-2 0 15,-2 2-128-15,-1 1 0 0,-3-2 0 0,0 1 0 16,1 1 0-16,-1-2-144 0,0-1 144 0,3 1-208 15,-2-1-1232 1,2 2-240-16,1 2-48 0,1-3-14160 0,2-4-2832 0</inkml:trace>
  <inkml:trace contextRef="#ctx0" brushRef="#br0" timeOffset="-4917.41">20754 13943 23039 0,'17'-4'2048'0,"-9"2"-1648"0,-1 0-400 0,1 0 0 0,1 1 4672 16,2 1 864-16,-2 0 160 0,-1 0 48 0,-8 0-2544 0,0 0-496 15,0 0-96-15,0 0-32 0,0 0-1056 0,0 0-224 16,0 0-32-16,0 0-16 0,4 9-672 0,-3 0-144 16,-2 2-32-16,-1-5 0 0,0 2-400 0,-2 1 0 15,-1-2 128-15,-2-1-80 0,-1 2-48 0,1 0 0 16,-3 1 0-16,1 0 0 0,0 0 0 0,0 0 0 16,-1-1 0-16,-1 0 0 0,1 1 0 0,1-1 0 15,1-1 0-15,1-1 0 0,2-1 0 0,5-5 0 0,-4 7 0 0,4-7 0 16,0 0 0-16,0 0 0 15,0 0 0-15,0 0 0 0,0 0 0 0,8 1 0 16,1-1 0-16,3 0 0 0,1 1 0 0,1-1 0 16,1-2 0-16,0-1 0 0,1 1 0 0,1-2 0 0,0-2 0 0,0 1 0 15,0 1-176-15,1 0-16 0,-1-1-16 0,0 1 0 32,-2-1-928-32,0 1-176 0,-1 0-32 0,0 2-16 0,1 0-2096 15,-2 2-400-15,-1-1-96 0</inkml:trace>
  <inkml:trace contextRef="#ctx0" brushRef="#br0" timeOffset="-4692.32">20927 13997 17503 0,'-11'-11'768'0,"5"7"176"0,6 4-752 0,0 0-192 0,-5-3 0 0,5 3 0 0,0 0 6752 15,0 0 1312-15,0 0 272 0,0 0 48 0,0 0-5184 0,-3 8-1056 16,1 0-208-16,-1 1-32 0,2 3-752 0,-2 2-160 16,-1 3-32-16,2 2 0 0,-1 2-544 0,1 3-112 15,-1 2-32-15,0 0 0 0,1 0-192 0,-1 1-80 16,2-3 0-16,0 2 0 0,-1-4 0 0,1-1 0 15,0-2 0-15,-1 0 0 0,1-4 0 0,1-2 0 16,0 0 0-16,1-5 0 16,-1 0-432-16,0-8-80 0,0 0 0 0,0 0-16 15,0 0-1264-15,11 1-240 0,-1-3-48 0,3-2-16 16,3-3-2784-16,1-3-560 0</inkml:trace>
  <inkml:trace contextRef="#ctx0" brushRef="#br0" timeOffset="-4500.2">21252 13886 13823 0,'0'0'1216'0,"3"-3"-960"0,-3 3-256 0,3-6 0 16,3 4 8256-16,0-3 1600 16,1-1 320-16,0 2 64 0,0 0-6912 0,1 2-1360 15,1-2-288-15,1 0-48 0,2-1-864 0,0 2-160 16,1-2-32-16,1 1-16 0,1 2-416 0,0 0-144 0,2-3 0 0,-1 2 144 16,-1 2-144-16,0 0 0 0,-1-2 0 0,-1 2 0 15,2 0-576-15,-2-1-32 16,-2 1-16-16,1 1 0 0,-2 1-1504 0,1 1-304 15,-1 0-64-15,-1 1-12704 0,-1 1-2528 0</inkml:trace>
  <inkml:trace contextRef="#ctx0" brushRef="#br0" timeOffset="-4311.87">21326 13975 4607 0,'-15'1'192'0,"8"1"64"0,-1-2-256 0,0 1 0 0,1 0 0 0,0 3 0 0,7-4 9504 0,0 0 1856 15,0 0 368-15,0 0 80 0,0 0-7904 0,0 0-1568 16,0 0-320-16,0 0-64 0,9 0-1040 0,2 2-208 15,3-1-32-15,2 0-16 0,1-2-416 0,2 0-96 16,2-1-16-16,1 2 0 0,2-4-128 0,-1 2 128 16,-1-5-128-16,3 2 128 0,1 1-128 0,0 0 0 15,0 0 0-15,2-2 0 16,0-1-2720-16,4 1-528 0</inkml:trace>
  <inkml:trace contextRef="#ctx0" brushRef="#br0" timeOffset="-3815.81">22373 13481 43935 0,'-5'-16'1952'0,"1"11"400"0,0 1-1888 0,1 2-464 0,1-2 0 0,2 4 0 0,-3 1 1504 0,1 2 208 15,2-3 32-15,-3 4 16 0,0 5-208 0,-1 4-32 16,2 4-16-16,-2 4 0 0,-1 3-800 0,1 6-144 16,0 2-48-16,-1 11 0 0,0 1-192 0,-1 0-64 15,2-1 0-15,2-2 0 0,-2-5-80 0,1-3-32 16,2-3 0-16,0-3 0 0,-1-2-96 0,1-3-48 15,-2-2 0-15,2-2 0 0,0-2 0 0,0-2 0 16,-1-2 0-16,1-3 0 0,0-1-240 0,-1-1-32 0,2-7-16 0,0 0 0 31,0 0-960-31,0 0-192 0,0 0-32 0,0 0-16 16,0 0-2752-16,0 0-560 0</inkml:trace>
  <inkml:trace contextRef="#ctx0" brushRef="#br0" timeOffset="-3549.3">22166 13554 33167 0,'-5'-17'1472'0,"5"11"304"16,0-2-1424-16,1-1-352 0,0 1 0 0,4 0 0 0,3 0 4336 0,0 2 784 0,4-1 176 0,2 1 16 15,2 0-3200-15,2 0-656 0,4 1-128 0,4-1-32 16,4-1-720-16,2 1-128 0,3 1-48 0,0 1 0 0,0-1-256 16,-1 0-144-16,-4 2 160 0,0 2-160 0,-3 1 0 15,-1 0 128-15,-2 3-128 0,-3-1 0 0,0 1 0 0,-3 2 128 16,-4 0-128-16,-1 2 128 0,-2-1-128 0,-3 1 0 15,-3-1-160-15,-3 3 160 0,0 1 0 0,-4 0 0 16,-3 2 0-16,-1 2 128 0,-2 2-128 0,-1 1-208 16,-3 0 48-16,-1 1 16 15,-1 0-368-15,-2 2-80 0,-1-1-16 16,-1 2 0-16,-1 1-1440 0,0 0-272 0,-2 3-64 0,1 1-16 16</inkml:trace>
  <inkml:trace contextRef="#ctx0" brushRef="#br0" timeOffset="-3131.59">22480 13965 49119 0,'0'0'2176'0,"0"0"448"0,8-3-2096 0,2-1-528 0,5 0 0 0,0 0 0 16,1-1 848-16,0 1 64 15,-1-4 16-15,2 2 0 0,1-1 160 0,1 2 48 16,-2 1 0-16,1-2 0 0,-1-1-688 0,0 2-144 0,0 1-32 0,-3 0 0 16,-1 2-64-16,-1 0-16 0,-3-2 0 15,-1 4 0-15,-8 0 16 0,0 0 0 0,0 0 0 0,0 0 0 16,0 0-144-16,0 0-64 0,-2 7 0 0,1 1 0 15,-4 0 0-15,-3-1 0 0,-1 1 0 0,0 1 0 16,0 0 0-16,-2-1 0 0,1 0 0 0,1 0 0 16,1 1 0-16,1 0 0 0,2-2 0 0,1 2 0 15,2-3 0-15,0 0-160 0,2 1 160 0,0-7-128 0,0 0 128 0,6 7 0 16,1-1 128-16,3 0-128 0,-1-1 0 16,4-1 0-16,0 0 0 0,0 1 128 0,0 0-96 0,1 0-32 15,2 2 0-15,-1-3 0 0,-2 1 0 16,0 1 0-16,-1 1 0 0,-1 1 0 0,-1 0 0 0,-1-1 0 15,-2 1 0-15,-2 1 0 0,-1 0 0 0,-3 1 0 16,-1-1 0-16,-2 0 0 0,-2 0 0 0,-2 0 0 16,0 0 0-16,-3 0 0 15,-3 2 0-15,-1-2 0 0,-3 1 0 0,1-3 0 0,-1 1 0 0,-1 0 0 16,0-1 0-16,0 0 0 0,0-3 0 0,0 2 0 16,0-2 0-16,0 0 0 15,2-1-480-15,0-1-32 0,2-2-16 0,3 2 0 16,1-1-1776-16,2-2-336 0,7 1-80 0,0 0-12528 15,-2-7-2512-15</inkml:trace>
  <inkml:trace contextRef="#ctx0" brushRef="#br0" timeOffset="-2743.13">23777 13291 32255 0,'0'0'2864'0,"-1"-6"-2288"0,0 0-576 0,-1 2 0 16,2-2 3952-16,-1-1 672 0,0 2 144 0,-2 1 32 16,-1 0-2272-16,0 0-448 0,-1 1-96 15,-1 3 0-15,-1 3-1088 0,0 0-224 0,0 1-32 0,-1 3-16 0,-1 3-480 0,-3 4-144 16,-2 3 0-16,-2 4 144 0,-2 3-144 0,-3 5 0 16,-5 1 0-16,-2 7 0 0,-2 0 0 15,2 8 0-15,-2 4 0 0,0 3 0 0,0 3 0 0,4 0 0 16,2 0 0-16,5-2 0 0,2-3 0 15,5-1 0-15,3 1 0 0,2-1 0 0,3-3 0 16,3 1 0-16,1-4 0 0,3-1 0 0,1-3 0 0,1-3 0 16,-1-1 0-16,2-3 0 0,1-4 0 0,1-4 0 15,-1-5 0-15,1-2 0 0,-1-2 0 0,1-4 0 16,1 0 0-16,0-3 0 0,-1 0 0 0,1-3 0 16,-1 0 0-16,-1-4 0 0,-7-1 0 0,0 0 0 15,0 0 0-15,8 0 0 0,-8 0 0 0,0 0 0 16,8-4 0-16,-1 0 0 15,-2-2-528-15,0-3-112 0,-1 0 0 0,1-2-16448 16,0-2-3264-16</inkml:trace>
  <inkml:trace contextRef="#ctx0" brushRef="#br0" timeOffset="-1747.49">24120 13374 2751 0,'0'0'256'0,"0"0"-256"0,7-12 0 15,-7 12 0-15</inkml:trace>
  <inkml:trace contextRef="#ctx0" brushRef="#br0" timeOffset="-1421.8">24196 13232 20271 0,'1'-7'1792'0,"0"0"-1424"0,1-1-368 0,0 0 0 0,2-1 3904 0,0 0 704 16,4-2 128-16,-3 4 48 0,-2-5-1648 16,-1 5-320-16,0 1-64 0,-2 6 0 0,2-5-864 15,-2 5-160-15,0 0-48 0,0 0 0 0,0 0-752 0,0 0-160 16,0 0-16-16,0 7-16 0,-1 5-512 0,0 5-96 15,1 3-128-15,0 4 176 0,0 5 272 0,0 1 48 16,0 1 16-16,1-1 0 0,-1-1-512 0,1-2 0 16,0-2 0-16,2-1 0 0,0-2 144 0,-1-1-144 15,1-3 128-15,1-2-128 0,-3-5 0 0,0-2 0 16,3-1 0-16,-1-3 0 0,-3-5 0 0,0 0 208 16,0 0 0-16,0 0 0 0,0 0-144 0,0 0-64 15,6-1 0-15,1-5 0 0,-2-2 0 0,0 1 0 0,2-2 0 16,-2-1 0-16,2-2 0 0,1-1 0 0,1-1 0 0,0-3 0 15,1-3 0-15,1-3 0 16,0-2 0-16,4 0 0 0,2-5 0 0,0 0 0 16,-2 0 0-16,2 0 0 0,1 1 0 0,1 2-208 15,-2 1 64-15,0 4 16 16,-3 2-640-16,-2 5-128 0,-1 2-32 0,-1 3 0 16,-3 4-1232-16,0 2-240 0,-7 4-48 0,0 0-12416 0,5 5-2480 0</inkml:trace>
  <inkml:trace contextRef="#ctx0" brushRef="#br0" timeOffset="-1187.55">24099 13326 47279 0,'-19'0'2096'0,"11"0"432"0,-1 0-2016 0,0-1-512 0,2 1 0 0,7 0 0 0,-4 0 1440 0,4 0 192 15,0 0 32-15,0 0 16 0,0 0-464 0,8 0-112 16,2-3-16-16,3 2 0 0,2-1-816 0,2 1-272 15,0-3 160-15,2 2-160 0,1-2 256 0,1 0-48 16,2-1 0-16,1 1 0 0,-1-3-208 0,2 2 0 16,1 0 0-16,1-1 0 15,1 3-976-15,-1 0-240 0,-2 2-64 0,0 1 0 16,1 0-2560-16,-2 0-528 0</inkml:trace>
  <inkml:trace contextRef="#ctx0" brushRef="#br0" timeOffset="-764.06">24586 13375 28559 0,'0'0'2544'0,"0"0"-2032"0,0 0-512 0,0 0 0 16,0 0 4976-16,0 0 896 16,0 0 176-16,7-1 32 0,2-3-3808 0,2 2-768 15,1-1-160-15,2 0-16 0,3 2-768 0,0 1-160 16,1-3-16-16,-1 2-16 0,0 0-144 0,-3 0-32 0,2 1 0 0,-2 0 0 16,-1-3 64-16,-1 3 0 0,-3 0 0 0,-1 3 0 15,-8-3-256-15,0 0 176 0,0 0-176 0,0 0 160 0,0 0-16 16,0 0 0-16,-1 6 0 0,-3 1 0 15,-1-1-96-15,-3-1-48 0,-1 2 0 0,0-1 0 0,-2 1 0 0,1-1 0 16,-2 2 0-16,0-1 0 0,2-1 0 0,1 2 0 16,1-4 0-16,1 1 0 15,2 0 0-15,5-5 0 0,0 0 0 0,0 0 0 0,0 0 0 16,-1 8 0-16,2-1 0 0,0 1 0 0,-1-8 0 0,4 6 0 16,2 1 0-16,0-1 0 0,1-1 0 0,0 1 0 15,1-1 0-15,1 0 0 0,0-1 0 0,1 1 0 16,-1-1 0-16,-1 0 0 0,-1 0 0 0,1 0 0 15,0 1 0-15,0 2 0 0,-8-7 0 0,5 6 0 16,-1-1 0-16,-1 0 0 0,-3-5 0 0,0 0 0 16,-2 8 0-16,0 0 0 0,-2-1 0 0,0-1 0 15,-3-2 0-15,-1 1 0 0,-1 3 0 0,0-3 0 16,-1 1 0-16,-1 0 0 0,1 1 0 0,-2-1 0 16,-1 1 0-16,1 0 0 0,1-1-128 0,-1 0-32 0,-1 1 0 0,1-1 0 31,0 1-1584-31,2-1-320 0,0 2-64 0,-1 1-13888 0,2 0-2784 0</inkml:trace>
  <inkml:trace contextRef="#ctx0" brushRef="#br0" timeOffset="-489.13">23978 13897 12895 0,'0'0'1152'0,"-5"-3"-928"0,0 1-224 0,1-1 0 15,4 3 8912-15,0 0 1744 0,0 0 352 0,0 0 64 16,7-1-8032-16,4-1-1600 0,2 0-320 0,5 1-64 15,3-3-304-15,5 2-64 0,4 1-16 0,1 0 0 0,1-2-544 16,0 1-80-16,3-2-48 0,3 0 0 0,5 0 0 0,6-1 0 16,1-2 0-16,8 3 0 0,4 0 0 15,0 0 0-15,-4 2 0 0,1-3 0 0,0-1 0 0,-2 2 0 16,-1 0 0-16,-1 2 0 16,-2 1 0-16,-3 1 0 0,-6 0 0 0,-3 0 0 0,-5 1 0 0,-6 0 0 15,-7-1 0-15,-3 0 0 16,-6 0-992-16,-6 1-192 0,-8-1-32 0,-4 6-16 15,-6 0-2576 1,-7 3-512-16,-8 4-96 0</inkml:trace>
  <inkml:trace contextRef="#ctx0" brushRef="#br0" timeOffset="-60.23">24174 14223 17503 0,'0'0'768'0,"1"-5"176"0,0-1-752 0,2 1-192 16,1 0 0-16,-4 5 0 0,5-3 7008 0,-5 3 1376 0,0 0 256 0,10 0 64 15,-10 0-5760-15,9 2-1168 0,-1 2-240 0,-1 2-32 16,-2 2-608-16,0 2-112 0,-2-1-16 0,1 5-16 16,-2 1-256-16,1 2-48 0,-2 1-16 0,1 3 0 15,-2 1-304-15,0 1-128 0,-2-3 0 0,2 4 128 16,0-5-128-16,0 2 0 0,0-2 0 0,0-3 0 15,0-1 0-15,0-1 160 0,2 1-160 0,-2-2 160 16,0-3-112-16,0-1-48 0,0-1 0 0,0-8 0 0,0 8 0 16,0-8 0-16,0 0 0 0,0 0 0 0,0 0 0 0,0 0 0 15,0 0 0-15,0 0 0 0,0 0 0 0,0 0 0 16,0 0 0-16,0 0 0 0,1-8-176 16,1-1-16-16,2-2-16 0,0 1 0 0,1-6 208 0,2-1 0 15,1-2 0-15,1-2 0 0,1-3 0 0,3 0 0 16,2-4 0-16,0 1 0 0,2-2 128 0,3 2 64 15,1-4 0-15,0 2 16 0,-2 3-144 0,1 1-64 16,-2 3 0-16,-1 2 0 0,-1 2 0 0,-2 4 0 0,-1 3 0 16,-3 1 0-16,0 2-384 0,-3 3 0 15,0 0-16-15,-7 5 0 16,0 0-1520-16,5 6-320 0,-2 3-48 0,-3 4-20944 0</inkml:trace>
  <inkml:trace contextRef="#ctx0" brushRef="#br0" timeOffset="152.34">24115 14347 45151 0,'0'0'4016'0,"0"0"-3216"16,0 0-640-16,0 0-160 0,0 0 2560 0,6-2 464 0,4 2 112 0,0-2 0 16,2 0-1968-16,2 1-400 0,2 0-64 15,2 1-32-15,0-3-672 0,2 2 0 0,1-2 0 0,1 2 0 16,1-3 0-16,2 2 0 0,1-1 128 0,0 0-16 15,0 1-432-15,0 0-64 0,2 0-16 0,-1 0 0 16,-1 2-1664-16,-1 2-336 0,0 0-64 0,-3-2-20640 16</inkml:trace>
  <inkml:trace contextRef="#ctx0" brushRef="#br0" timeOffset="728.74">24604 14455 25791 0,'0'0'2304'0,"0"0"-1856"0,0 0-448 0,0 0 0 0,0 0 4944 0,0 0 896 15,0 0 176-15,8 1 48 0,-8-1-3584 0,0 0-720 16,10 3-144-16,-1-1-16 0,-1 0-416 0,0-1-80 16,-8-1-16-16,8 1 0 0,-8-1-640 15,9 0-144-15,-9 0-32 0,0 0 0 0,9-1-64 0,-9 1-16 16,0 0 0-16,0 0 0 0,6 0-192 0,-6 0 0 16,0 0 0-16,0 0-160 0,0 0 160 0,0 0 0 15,0 0 160-15,0 0-32 0,0 0-128 0,0 0 0 0,0 0 0 0,0 0 0 16,0 0 0-16,0 0 0 15,0 0 0-15,0 0 0 0,0 0 0 0,0 0 0 0,0 0 0 0,0 0 0 16,0 0 0-16,0 0 0 0,0 0 0 0,0 0 0 16,0 0 0-16,0 0 0 0,0 0 0 0,0 0 0 15,0 0 0-15,0 0 0 0,0 0 0 0,0 0 0 16,0 0 0-16,0 0 0 0,0 0 0 0,0 0 0 16,0 0 0-16,0 0 0 0,0 0 0 0,0 0 0 15,0 0 0-15,0 0 0 0,0 0 0 0,0 0 0 16,-1 9 0-16,-2-1 0 0,0-2 0 0,-3 1 0 15,0 1 0-15,-1 1 0 0,-1 0 0 0,-1 0 0 16,-1 0 0-16,-2 2 0 0,-1 1 0 0,0-1 0 0,-1 1 0 16,1-2 0-16,0 3 0 0,0-2 0 15,0-1 0-15,1 2 0 0,1-2 0 16,1-2 0-16,0 1 0 0,0 1 0 0,1-3 0 0,0 2 0 16,0-5 0-16,3 0 0 0,6-4 0 0,0 0 0 0,-6 6 0 0,6-6 0 15,0 0 0-15,0 0 0 0,0 0 0 0,0 0 0 16,0 0 0-16,0 0 0 0,0 0 0 0,0 0 0 15,9 0 0-15,2 1 0 0,-1-1 0 0,2 0 0 16,2-1 0-16,2 1 0 0,2-3 0 0,1 2 0 16,0-1 0-16,1 1 0 0,-1 1 0 0,2-3 0 15,-1 1 0-15,-1 0 0 0,-1 0 0 0,-1 1 0 16,0-1 0-16,-1 4 0 0,-2-4 0 0,-1 1 0 16,0 1 0-16,-1-3 0 0,-1 3-272 0,-2 0-48 15,0 0-16-15,-3 0 0 16,-6 0-1680-16,0 0-336 0,8 3-64 0,-8-3-20816 0</inkml:trace>
  <inkml:trace contextRef="#ctx0" brushRef="#br0" timeOffset="951.67">24632 14551 11055 0,'0'0'976'0,"-2"-4"-784"0,-1 1-192 0,3 3 0 15,0 0 8176-15,0 0 1584 0,0 0 320 0,0 0 64 16,0 0-6944-16,0 0-1376 0,0 0-288 0,3 7-48 15,-1 3-160-15,0 0-48 0,-2 3 0 0,1 1 0 0,-1-1-832 0,0 0-160 16,0 2-32-16,1 0-16 0,1 1-240 0,-1 1 128 16,0-4-128-16,1 1 0 0,-1-1 0 0,1 0 0 15,1-1 0-15,0-1 0 16,-1-1-960-16,1-2-64 0,1-2-32 0,1 1 0 16,2-3-2080-16,2-2-400 0,1 0-96 0</inkml:trace>
  <inkml:trace contextRef="#ctx0" brushRef="#br0" timeOffset="1372.24">25355 13014 35935 0,'0'0'3200'0,"0"0"-2560"16,0 0-512-16,0 0-128 0,0 0 3584 0,9-1 688 15,0 1 144-15,1 3 16 0,0 1-2864 0,0 3-576 0,3 2-112 16,3 6-32-16,1 2-80 0,1 5 0 0,0 4-16 0,3 4 0 16,1 3-384-16,2 4-80 15,-1 8-16-15,-1 0 0 0,0 1-272 0,-2 3 160 0,-2 5-160 0,-2 5 128 16,-2-1-128-16,-2 4 0 0,-3 0 0 0,-2 1 112 15,-2-3-112-15,-1-3 0 0,-3 0 0 16,0-2 0-16,-3 0 0 0,-2-2 0 0,-1-2 0 0,-1-1 0 16,-3-3 0-16,-1 0 0 15,-3-4 0-15,0-2 0 0,-3-4 0 0,2-5 0 0,-2-4 0 16,0-1 0-16,1-3 0 0,-1-3 0 0,2-1 0 0,-2-3 0 16,0-4 0-16,2 0 0 0,1-5 0 0,1 1 0 0,2-2 0 0,1-2 0 15,1-1 0-15,1-1 0 16,7-3-688-16,0 0-128 0,-6-2-16 0,6 2-16 15,0 0-2560-15,0 0-512 0,-1-11-112 0</inkml:trace>
  <inkml:trace contextRef="#ctx0" brushRef="#br0" timeOffset="2304.31">26083 12976 15663 0,'-1'-15'1392'0,"1"15"-1120"0,0 0-272 0,0 0 0 16,0-5 5024-16,1 1 944 0,1 0 192 15,-2 4 48-15,0 0-3616 0,0 0-720 0,9-2-144 0,0 5-16 16,3 1-128-16,-1 1-32 0,3 2 0 0,0 1 0 0,0 2-592 0,2-1-128 16,1 3-32-16,-2 0 0 0,1-1-240 0,-2 5-48 15,-1-2-16-15,-1 2 0 0,-1-2-128 0,-4 2-32 16,0 1 0-16,-3 0 0 0,0-2-32 0,-2 0-16 15,0-1 0-15,-4-1 0 0,0-1-32 0,-2-2-16 16,0-2 0-16,-1-1 0 0,-2-2-32 0,1-1 0 16,-1-3 0-16,1 0 0 0,-1-1 0 15,1 0 0-15,-2-2 0 0,1 1 0 0,1-6-144 0,1 3-64 16,-1-4 0-16,2 0 0 0,1 1 0 0,0-2 0 16,2-2 0-16,1-1 0 0,2-2 0 0,3 0 0 15,2-2 0-15,2-2 0 0,2 0 0 0,2-1 0 16,1 1 0-16,2-2 0 0,2 1 0 0,-1 1 0 15,0 2 0-15,-2 0 0 0,1 1 0 0,0 0 0 16,-1 2 0-16,0 0 0 0,-4 2 0 0,0 1 0 16,-1-1 0-16,1 3 0 0,-4 0-256 0,1 2-32 0,-1-1-16 15,-1 2 0 1,-6 5-1696-16,0 0-352 0,8 2-64 0</inkml:trace>
  <inkml:trace contextRef="#ctx0" brushRef="#br0" timeOffset="3479.38">20258 15506 34031 0,'4'-30'1504'0,"0"11"320"0,-1 3-1456 0,1 1-368 0,0 2 0 0,0 3 0 0,0 1 1808 0,-2 3 304 16,-2 6 48-16,0 0 16 0,0 0 0 0,0 0 0 15,0 0 0-15,0 0 0 0,5 12-1072 0,-2 2-208 16,-4 6-32-16,-2 5-16 0,-2 5-48 0,-2 2-16 15,-2 2 0-15,-1 0 0 0,-1 3-192 0,1 2-32 16,1 1-16-16,1-1 0 0,1-2-336 0,2-2-64 16,0-4-16-16,2-1 0 0,1-2-128 0,0-4 0 15,1-5 0-15,1-1 0 0,0-1 0 0,0-4 0 16,0-13 0-16,0 0 0 0,0 0 0 0,0 0-176 16,0 0 48-16,0 0 0 15,0 0-816-15,0 0-144 0,-6-7-48 0,-1-3 0 16,2 1-1296-16,0-6-272 0,0-3-48 0,1-5-18240 0</inkml:trace>
  <inkml:trace contextRef="#ctx0" brushRef="#br0" timeOffset="3726.65">19942 15334 23039 0,'-12'-17'2048'0,"7"9"-1648"0,-1 1-400 0,6 7 0 16,-5-8 5696-16,5 8 1040 0,0 0 224 0,0 0 32 15,0 0-4432-15,7-6-896 0,3 2-192 0,6 1-16 16,3 2-416-16,8-1-80 0,5 0 0 0,5 1-16 15,2 0-544-15,5-3-96 0,6 0-32 0,2 1 0 0,1 1 48 0,-2-1 0 16,-5-1 0-16,1 3 0 0,0 1-240 0,-1 1-80 16,0 2 0-16,-2 1 0 0,1 1 0 15,-6 3 0-15,-4-2 0 0,-4 1 0 16,-3-1-896-16,-5 2-160 0,-5 2-32 0,-5 3-16 16,-3 3-1648-16,-8 4-320 0,-6 1-64 0,-4 3-11264 15,-3 5-2240-15</inkml:trace>
  <inkml:trace contextRef="#ctx0" brushRef="#br0" timeOffset="4046.81">20737 15733 23951 0,'0'0'2128'15,"0"0"-1696"-15,0 0-432 0,9 7 0 0,-1 1 4032 0,-8-8 704 16,8 7 160-16,-8-7 32 0,0 0-1632 0,6 10-320 16,-6-10-64-16,3 11-16 0,-3-11-1360 0,0 13-288 15,-1-2-48-15,-2 0-16 0,3-11-480 0,-7 13-112 16,-2 0-16-16,-1 0 0 0,-3-1-336 0,0-1-80 15,1 2-16-15,-1 0 0 0,-1 0-96 0,-1 0-48 16,1-1 0-16,2-1 0 0,-1-2 0 0,3-1 0 16,-1 1 0-16,4 0 0 0,0-3 0 0,7-6 0 0,-5 7 0 0,5-7 0 15,0 0 0-15,0 0 0 0,0 0 0 0,0 0 0 16,0 0 0-16,0 0 0 0,8 5 0 0,1-2 0 16,-9-3 0-16,14 1 0 0,0-2 0 0,1-2 0 15,0-1 0-15,0 0 0 0,-1 0 0 0,0-1 0 16,2 1 0-16,0 0 0 0,-2-1 0 0,2 0 0 15,-1 0 0-15,0-1 0 0,-2 4 0 0,-2-5 0 32,0-2-624-32,-1 4-112 0,-2-2-32 0,-1 1 0 0,-1-1-1648 0,1 0-336 15,-2-1-64-15,-1-3-19328 0</inkml:trace>
  <inkml:trace contextRef="#ctx0" brushRef="#br0" timeOffset="4233.82">20828 15723 28559 0,'0'0'1264'0,"0"0"272"0,0 0-1232 0,-8 7-304 15,2 2 0-15,-1 3 0 0,1 2 4320 0,-1 0 800 16,1 5 176-16,-2 2 16 0,-1 3-2496 0,0 1-512 16,0 4-112-16,1-1-16 0,1 0-1248 0,3-2-256 15,0-3-48-15,3 1-16 0,0-3-336 0,1-2-64 16,1 0-16-16,2-3 0 0,1 1-192 0,0-2 0 16,-1-2 0-16,3 0 0 0,-1-4 0 0,-5-9-160 15,8 10 32-15,1-3 0 16,-9-7-1408-16,13 3-256 0,-1-3-64 0,2 1-14208 15,2 1-2848-15</inkml:trace>
  <inkml:trace contextRef="#ctx0" brushRef="#br0" timeOffset="4483.85">21403 15631 16575 0,'8'-20'1472'0,"-3"11"-1168"0,-1 0-304 0,1 3 0 16,3 0 8112-16,1 1 1552 0,0 2 320 0,2 1 64 15,-1-1-6880-15,2-1-1376 0,0 2-288 0,3 2-48 16,4-3-944-16,0 2-192 0,1 1-48 0,1 0 0 16,-2-1-192-16,2-1-80 0,1 2 0 0,-1 2 0 0,0-1 0 0,-2 3 0 15,-3-4 0-15,-2 1 0 16,-1 4-192-16,-1-1-48 0,-1 3 0 0,-11-7 0 16,0 0-1104-1,4 13-208-15,-6 0-48 0,-3 0-14656 0,-5 5-2912 0</inkml:trace>
  <inkml:trace contextRef="#ctx0" brushRef="#br0" timeOffset="4645.99">21339 15785 42207 0,'0'0'1872'0,"0"0"384"0,0 0-1808 0,0 0-448 15,0 0 0-15,0 0 0 0,0 0 1760 0,0 0 256 0,0 0 48 0,12 6 16 16,2-2-544-16,5-1-96 0,1-3-32 0,4 0 0 16,1-2-944-16,-1 2-192 0,1-1-32 0,3 0-16 15,3-2-224-15,1 2 144 0,2-2-144 0,-1 3 128 31,-2-2-608-31,2 0-128 0,1 1-32 0,0 0-23520 0</inkml:trace>
  <inkml:trace contextRef="#ctx0" brushRef="#br0" timeOffset="5389.22">22726 15317 26719 0,'-2'-9'2368'0,"-1"2"-1888"0,3 7-480 0,0 0 0 0,-6-5 4592 0,6 5 816 16,-9-3 160-16,-1 4 48 0,1 3-2992 0,0 7-608 15,0 4-112-15,-1 8-32 0,-3 4-832 0,0 6-160 16,1 3-48-16,0 3 0 0,2-5-336 0,1 3-80 16,1-1-16-16,1 1 0 0,2-2-144 0,1 1-48 15,0 1 0-15,2-3 0 0,2-2-208 0,1-4 0 16,0-2 0-16,0 0 0 0,2-7 0 0,0 1 0 16,-2-7 0-16,0-1 0 0,-1-12 0 0,0 0 0 15,3 9 0-15,-3-9 0 0,0 0-128 0,0 0-80 0,0 0-16 0,0 0 0 31,0 0-864-31,0 0-192 0,-4-11-16 0,1 2-16 16,2 0-1536-16,0-4-304 0,-2-4-64 0,1-2-17264 0</inkml:trace>
  <inkml:trace contextRef="#ctx0" brushRef="#br0" timeOffset="5904.97">22356 15288 9215 0,'-5'-14'816'0,"0"-1"-656"0,-2 0-160 0,2 2 0 16,0 1 6416-16,1 1 1264 0,1 1 240 0,2 0 48 15,1 0-4400-15,0 10-880 0,0 0-192 0,4-10-16 16,0 2-560-16,-4 8-96 0,9-8-32 0,1 4 0 0,1-2-832 0,0 2-192 16,3 0-16-16,-1 2-16 0,1 0-224 0,0 1-64 15,1 0 0-15,-1-2 0 0,2 6-240 0,-2-3-48 16,0 0-16-16,1 0 0 0,-1 0-144 0,0 1 160 16,-1 0-160-16,0-1 160 0,0 0 0 0,0 2 0 15,0-2 0-15,2 2 0 0,-2-2-160 0,1 0 0 16,2 1-160-16,-2 1 160 0,-1-1 0 0,2 0 0 15,-2 2 0-15,1-2 0 0,-1-1 0 0,-1 0 0 16,-12 0 0-16,10 0 0 0,-10 0 0 0,12 0 0 16,-12 0 0-16,0 0 0 0,0 0 0 0,0 0 0 15,0 0 0-15,0 0 0 0,0 0 0 0,0 0 0 16,0 0 0-16,0 0 0 0,0 0 0 0,0 0 0 0,0 0 0 16,0 0 0-16,0 0 0 0,0 0 0 0,0 0 0 0,0 0 0 15,0 0 0-15,0 0 0 0,0 0 0 0,0 0 0 16,0 0 0-16,0 0 0 15,0 0 0-15,0 0 0 0,0 0 0 0,0 0 0 0,0 0 0 0,0 0 0 16,4-8 0-16,-4 8 0 16,0 0 0-16,0 0 0 0,0 0 0 0,10-5 0 0,-10 5 0 15,9-2 0-15,-9 2 0 0,0 0 0 0,12-4 0 0,0 1 0 16,0 0 0-16,-2 1 0 0,-10 2 0 0,13-3 0 16,0 1 0-16,1 0 0 0,-1 2 144 0,2 0-16 15,0-1-128-15,1 1 0 0,1 0 0 0,1 1 0 16,0 1-160-16,2-2 32 0,-2-2 0 0,2 2 0 15,-2 2 128-15,0-1 0 0,-1 2 0 0,-1-3 0 16,-2-2-304-16,-1 1-16 0,0 1-16 0,-1 1 0 31,-1 1-1728-31,-1 1-352 0,-1 3-64 0</inkml:trace>
  <inkml:trace contextRef="#ctx0" brushRef="#br0" timeOffset="6475.27">22898 15987 13823 0,'0'-18'608'0,"0"8"128"16,-2-1-592-16,1 0-144 0,1 1 0 0,2-1 0 0,2 0 8528 0,1 2 1680 15,1-2 336-15,1 1 64 0,2 2-7376 0,3-1-1472 16,3 1-288-16,2 1-64 0,1 1-896 0,1-1-160 16,0 1-32-16,0-1-16 0,-1 2-64 0,1 2-16 0,-4 1 0 15,-2 1 0-15,0-1-160 0,-1 1-64 0,-12 1 0 0,12 4 0 16,-12-4 0-16,0 0 0 0,0 0 0 0,0 0 0 16,0 0 0-16,0 0 0 0,6 12 0 0,-3-1 0 15,-3-11 0-15,-4 15 0 0,-1-2 0 0,-2 0 0 16,-1-2 0-16,-1 0 0 0,-1-1 0 0,-1-1 0 15,0 2 0-15,-1-3 0 0,0-2 0 0,3 3 0 16,1-2 0-16,2-1 0 0,6-6 0 0,-7 8 0 16,7-8 0-16,0 0 0 0,-4 9 0 0,4-9 0 15,4 11 0-15,3-2 0 0,-7-9 0 0,10 6 0 0,2 1 0 0,0-1 0 16,-1 0 0-16,1-1 0 0,1 1 0 0,0-2 0 16,-1 3 0-16,0-2 0 0,-2-1 0 0,1 1 0 15,-4 2 0-15,1-1 0 0,-8-6 0 0,5 9 0 16,-5-9 0-16,3 12 0 0,-3 0 0 0,-1 0 0 15,-2-2 0-15,-2 2 0 0,-2 1 0 0,-2-2 0 16,-1 1 0-16,-1 0 0 0,0-3 0 0,-1 1 0 16,-1 1 0-16,-1-3 0 15,-3-2 0-15,0 2 0 0,0 0 0 0,-2-2 0 0,1 1 0 0,1-1 0 16,2-3 0-16,0 1 0 0,2-4-288 0,3 1-48 16,-1-1-16-16,11 0 0 15,-9-1-1088-15,9 1-224 0,0 0-32 0,0 0-16 16,0 0-2720-16,7-13-560 0</inkml:trace>
  <inkml:trace contextRef="#ctx0" brushRef="#br0" timeOffset="6790.16">24051 15227 24879 0,'13'-13'2208'0,"0"-4"-1760"0,0 2-448 0,1 1 0 15,2 4 5808-15,-3-3 1072 0,-2 2 224 0,-4 2 32 16,-1 0-4528-16,-6 9-912 0,0 0-176 0,0 0-48 15,0 0-672-15,0 0-144 0,0 0-16 0,-15 6-16 16,-3 2-352-16,-5 9-64 0,-6 8-16 0,-2 8 0 0,-3 2-192 0,-4 8 0 16,-3 6 128-16,1 5-64 0,1 1-64 0,2 1 0 15,5-2 0-15,3 1 0 0,3 1 0 0,4 4 0 16,2 5 0-16,6-3 0 0,4-1 0 0,2-2 0 16,4-2 0-16,4-6 0 0,4-3 0 0,2 0 0 15,1 0 0-15,1-5 0 0,1-2 0 0,0-2 0 16,-1-5 0-16,1-2 0 0,-1-5 0 0,1-4 0 15,-1-3 0-15,1-3 0 0,0-4 0 0,0 0 0 16,1-3 0-16,1-3 0 16,1-1-480-16,-1-2-96 0,1-1 0 0,2 0-25056 0</inkml:trace>
  <inkml:trace contextRef="#ctx0" brushRef="#br0" timeOffset="7376.37">24659 15261 11967 0,'3'-15'1072'0,"3"2"-864"0,-2 1-208 0,1 2 0 0,1 2 7296 0,-1 2 1424 16,-5 6 288-16,6-7 48 0,-6 7-5392 0,0 0-1072 15,0 0-224-15,0 0-32 0,0 0-1056 0,6 18-224 16,-2 5-32-16,-3 5-16 0,-3 6-480 0,-2 3-80 16,-1 2-32-16,-1 4 0 0,0-1-144 0,-1-3-16 15,1-4-16-15,1-1 0 0,1 0-176 0,1-2-64 16,-1-6 0-16,3-1 0 0,1-1 0 0,1-5 0 16,-1-3 0-16,2-2 0 0,-2-14 0 0,0 0 0 15,4 12 0-15,-4-12 0 0,0 0 0 0,0 0 0 16,0 0 0-16,0 0 0 0,7-13 0 0,0 0 0 0,-2 0 0 15,0-3 0-15,0-1 0 0,1-1 0 16,0-2 0-16,1 1 0 0,-1-5 0 0,2 0 0 16,0-1 0-16,1-1 0 0,0-4 0 0,2 0 0 0,-1-4 0 0,-1 1 0 15,3-3 0-15,0 3 0 16,1 2 0-16,-2 2 0 0,1 2 0 0,-1 2 0 0,-1 4 0 0,-1 3 0 16,0 1 0-16,0 4 0 0,2 2 0 0,-2 5 0 15,-1-1-544 1,-8 7-96-16,10-5-32 0,-10 5 0 0,0 0-1232 15,11-1-240-15,-11 1-48 0,10 5-13232 0,-2 2-2656 16</inkml:trace>
  <inkml:trace contextRef="#ctx0" brushRef="#br0" timeOffset="7592.92">24597 15313 44751 0,'0'0'1984'0,"0"0"400"0,0 0-1904 0,0 0-480 0,0 0 0 0,0 0 0 0,0 0 1904 0,0 0 272 16,13-2 64-16,2 1 16 0,0 0-912 0,5 0-176 16,2-2-32-16,0 2-16 0,-1-1-800 0,0 1-144 15,-2 0-48-15,2-2 0 0,0 3-128 0,1 0 0 16,0 0 144-16,1 0-144 16,-1-1-368-16,-1 1-144 0,0 0-16 0,-3 1-16 15,-3-1-2320-15,0 3-464 0,-4 1-80 0</inkml:trace>
  <inkml:trace contextRef="#ctx0" brushRef="#br0" timeOffset="8029.02">24891 15421 32255 0,'0'0'2864'0,"0"0"-2288"0,0 0-576 0,0 0 0 16,9-3 3248-16,1 1 528 0,1-1 128 0,0 2 0 16,1 0-1536-16,2-1-320 0,1 2-64 0,-2 0-16 15,-2 0-1072-15,3 0-224 0,0 0-32 0,-1 3-16 16,-1-1-144-16,-12-2-32 0,10 2 0 0,-10-2 0 15,8 6-192-15,-8-6-64 0,0 0 0 0,4 11 0 16,-4-11-48-16,-3 13-16 0,-2-3 0 0,-4 1 0 16,-3-1-128-16,0 2 128 0,-1-2-128 0,0 1 128 15,0 0-128-15,0 0 0 0,0-3 0 0,3 1 0 0,1-3 0 0,2 2 128 16,1-1-128-16,6-7 0 0,0 0 0 0,-4 10 0 16,4-1 128-16,0-9-128 0,0 0 0 0,10 9 0 15,2 2 0-15,2-3 112 16,2-3-112-16,1 1 0 0,0-3 0 0,1 1 0 0,0 0 0 0,2 0 0 15,-1-2 0-15,1 2 0 0,-2 1 0 0,-1 1 0 16,-3 1 0-16,-2-1 0 0,-12-6 0 0,12 5 0 16,-12-5 0-16,0 0 0 0,0 0 0 15,0 0 0-15,0 0 0 0,-1 14 0 0,-3 2 0 0,-4-6 0 16,-4 1 0-16,-2-2 0 0,-2 0 0 0,-1-1 0 16,-1 1 0-16,0 0 0 0,-1 0 0 0,2 3 0 15,-1-3 0-15,0 1 0 0,-2-2 0 0,3 1 0 16,2-2 0-16,1 1 0 0,-2-1 0 0,2 3-240 15,-1 1 80-15,1-2 16 16,-2 3-848-16,-1-1-160 0,-1 0-48 0,-2 1 0 16,1 2-2224-16,-5 3-448 0,-3-1-96 0</inkml:trace>
  <inkml:trace contextRef="#ctx0" brushRef="#br0" timeOffset="8258.63">24258 16120 6447 0,'-15'-11'272'0,"7"7"80"0,1-2-352 0,7 6 0 0,0 0 0 0,0 0 0 0,0 0 9072 0,0 0 1744 0,0 0 336 0,8-8 80 15,3 4-7200-15,2 2-1424 0,4-1-304 0,3 0-48 16,4-1-1200-16,3 2-240 0,5-1-48 0,4 2-16 16,6-4-320-16,5 1-64 0,2 1-16 0,3 1 0 15,2-1-256-15,-2 0-96 0,-4-1 0 0,3 2 0 0,4-1 0 16,1 2 0-16,1 1 0 0,3 0 0 0,3 0 0 0,-6 0 0 16,-6 1 0-16,-5 1 0 0,-6-4 0 0,-2 2 0 15,-3 0 0-15,-2 0 0 0,-6 0 0 0,-1 0 0 16,-4-1 0-16,-5 1 0 0,-5 1-288 0,-12-1-48 15,0 0-16-15,0 0 0 16,1 11-3616-16,-5 0-736 0</inkml:trace>
  <inkml:trace contextRef="#ctx0" brushRef="#br0" timeOffset="8852.44">24426 16628 42047 0,'-3'-36'1856'0,"1"14"384"0,2-6-1792 0,0 5-448 0,2 1 0 0,0 2 0 15,2 0 1440-15,-1 1 192 0,-3 1 32 0,2-1 16 0,1 5-144 0,-1 2-16 16,2 3-16-16,0 3 0 0,0-1-736 0,1 2-160 16,-5 5-32-16,0 0 0 0,10-3-64 0,-10 3-32 15,0 0 0-15,0 0 0 0,13 7-224 0,-3 5-64 16,-2 2 0-16,-3 7 0 0,-1 4 0 0,-1 5-16 15,-1-1 0-15,1 4 0 0,-2 1-176 0,2 0 192 16,-1-3-192-16,2 0 192 0,0-1-144 0,0 0-48 16,0-1 0-16,0-3 0 15,0-2 0-15,0-6 0 0,0-2 0 0,0-2 0 0,-2-2 0 0,-2-12 0 16,0 0 0-16,0 0 0 0,0 0 0 0,0 0 0 16,0 0 0-16,0 0 0 0,0 0 0 0,0 0 0 15,0 0 0-15,11-7 0 0,-4-2 0 0,0-1 0 16,-1-3 0-16,1-1 0 0,-1 0 0 0,2-4 0 15,0 0 0-15,4-1 0 0,1 1 0 0,0-1 0 0,1-5 0 0,2 1 0 16,0-3 0-16,0-2 0 0,0-3 0 0,1-2 0 16,-1-1 0-16,1 1 0 0,-2-4 0 0,0 3 0 15,-2 7 0-15,-3 2 0 0,-2 1 0 0,-2 6 0 16,-2 5-128-16,-1 4-32 0,-3 9 0 0,0 0 0 31,0 0-1104-31,0 0-208 0,0 0-64 0,-12 12 0 16,-1 1-2112-16,-1 4-448 0,-3 1-64 0</inkml:trace>
  <inkml:trace contextRef="#ctx0" brushRef="#br0" timeOffset="9055.88">24336 16658 30399 0,'0'0'2704'0,"0"0"-2160"0,-5-8-544 0,5 8 0 16,0 0 4608-16,3-7 800 0,-3 7 160 0,8-8 48 0,1 1-3184 15,5 1-640-15,4 0-128 0,5 3-32 0,1-4-976 0,4 2-192 16,-1-2-32-16,4 2-16 0,2 0-128 0,0 4-32 15,-1-3 0-15,-2 1 0 0,-2 3-256 0,-2-3 0 16,-4 3-176-16,0 0 176 16,-1-1-752-16,0 1-32 0,0 1-16 0,-2 2 0 15,-1 0-1824-15,-1 2-384 0,-1 3-64 16,-3 1-11568-16,-1 0-2320 0</inkml:trace>
  <inkml:trace contextRef="#ctx0" brushRef="#br0" timeOffset="9360.01">24964 16636 18431 0,'0'0'1632'16,"0"0"-1312"-16,0 0-320 0,0 0 0 0,0 0 6208 0,0 0 1152 15,0 0 256-15,0 0 32 0,0 0-4512 0,0 0-896 16,0 0-176-16,-2 10-32 0,2-10-816 0,-5 12-176 16,-1 0-16-16,-1-2-16 0,1-2-480 0,-2 3-80 15,-1-5-32-15,-1 5 0 0,1-1-208 0,0 0-32 16,0 0-16-16,1-3 0 0,2 2-112 0,-1 1-48 16,1-3 0-16,0 1 0 0,6-8 0 0,-6 11 0 0,-1-3 0 0,2 1 0 15,5-9 0-15,0 0 0 16,0 0 0-16,-4 9 0 0,4-9 0 0,0 0 0 0,0 0 0 0,0 0 0 15,0 0 0-15,0 0 0 0,0 0 0 0,0 0 0 16,9 8 0-16,-9-8 0 0,13 3 0 0,2 0 0 16,0-2 0-16,1-2 0 0,0 0 0 0,1-2 0 15,0 1 0-15,0 0 0 0,0 0 0 0,-2 0 0 16,0 0 0-16,0-1 0 0,-1 1 0 16,1-1 0-16,-2 2-384 0,0-3-64 15,-1 1 0-15,-2 1-16 0,-10 2-976 0,0 0-192 0,11-2-32 16,-11 2-16-16,0 0-3104 0,0 0-608 0</inkml:trace>
  <inkml:trace contextRef="#ctx0" brushRef="#br0" timeOffset="9562.62">24931 16644 4607 0,'-1'-8'400'0,"1"8"-400"16,0 0 0-16,0 0 0 0,0 0 8928 0,0 0 1696 15,0 0 352-15,0 0 64 0,0 0-6816 0,-4 14-1344 16,1 3-288-16,1 2-48 0,-2 1-1168 0,0 3-224 15,0 0-64-15,0 1 0 0,0 2-640 0,3-2-128 16,1 1-16-16,1-3-16 0,3 0-288 0,0-1 0 0,0 0 128 0,2-4-128 16,1-1 0-16,1-3 0 0,-2-4-176 0,1 0 176 31,-7-9-1536-31,10 9-192 0,-10-9-32 0,16 7-14432 0,-2-2-2880 0</inkml:trace>
  <inkml:trace contextRef="#ctx0" brushRef="#br0" timeOffset="10039.77">25755 15013 6447 0,'-3'-31'272'0,"2"19"80"15,-3 0-352-15,0 0 0 0,2 2 0 0,0 2 0 0,2 8 8992 0,0 0 1728 16,6-2 352-16,-6 2 64 0,9 2-7712 0,1 3-1536 16,2 1-304-16,1 4-64 0,1 3-720 0,2 1-144 15,1 5-16-15,2 4-16 0,1 2-48 0,1 5-16 16,0 4 0-16,1 2 0 0,0 7-128 0,-1 4-32 15,0 4 0-15,-2 3 0 0,-1 0-160 0,-2 4-48 16,-4 0 0-16,1 30 0 16,-4-6-48-16,-4-5-16 0,-2-2 0 0,-3-2 0 0,0-6-128 15,-3-1 0-15,-3-1 0 0,-1 2 128 0,-1-1-128 0,-2-4 0 16,-3-6 0-16,-3-3 0 0,-1-4 0 0,0-4 0 16,0-4 0-16,0-8 0 0,0 0 0 0,1-4 0 15,-1-2 0-15,1-3 48 0,0-5-48 0,1-6 0 16,-2-1 0-16,0 0 0 0,0-1 0 0,0-3 0 0,0-3-128 15,0 1 128 1,1-5-512-16,2-1-64 0,1-1 0 0,3-2 0 16,0-1-1504-16,10 4-304 0,-7-9-64 0,1-4-20304 15</inkml:trace>
  <inkml:trace contextRef="#ctx0" brushRef="#br0" timeOffset="10579.72">26266 14982 28559 0,'1'-23'1264'0,"-1"16"272"0,0 0-1232 0,3 1-304 16,2 0 0-16,0 2 0 0,-5 4 3936 0,9-2 736 0,1 1 128 16,-1-2 48-16,1 2-2384 0,1 1-480 0,0 4-80 0,1-3-32 15,1 4-976-15,1-1-192 16,2 2-32-16,0 2-16 0,-1 0-224 0,1 3-48 15,0-2-16-15,-1 1 0 0,0 3-112 0,-2 0 0 0,-2 2-16 0,0-1 0 16,-2 2-112-16,-3-1 0 16,0 2-128-16,-4-1 192 0,0-2-192 0,-2-1 176 0,-2-1-176 0,0 0 160 15,-2-5-160-15,0 0 160 0,4-7-160 0,-5 6 160 16,-2-3-32-16,1-3-128 0,-1 0 192 0,1-1-64 16,-1-2-128-16,2-3 160 0,0-1-160 0,-1-2 160 15,1 0-112-15,1-2-48 0,2 1 0 0,-1-3 0 0,0-1 0 16,2-2 0-16,1 0 0 0,1 1 0 0,2 0 0 15,1 0 0-15,0-4 0 0,1 3 0 0,0-1 0 16,3 1 0-16,1 2 0 0,2-2 0 0,-1 0 0 0,1 5 0 16,-1-2 0-16,2-1 0 0,-1 4 0 0,1 1 0 15,-1 2-160-15,4-2 160 16,0 4-640-16,-4 4-64 16,0 1 0-16,-11 0 0 0,9 1-1520 0,4 4-304 0,-1 3-64 0,-2 0-19792 0</inkml:trace>
  <inkml:trace contextRef="#ctx0" brushRef="#br0" timeOffset="10992.85">26774 15026 22111 0,'6'-13'976'0,"-1"6"208"0,-5 7-944 0,6-1-240 16,2-3 0-16,5 2 0 0,2-2 4752 0,-6 2 912 0,0 0 176 0,1-1 48 16,1-2-2896-16,4 0-576 15,-2 2-112-15,-3-2-32 0,-1 0-1360 0,4-1-272 0,-2 1-48 0,-1 1-16 16,0-1-384-16,2 1-64 15,-1-1-128-15,1-2 176 0,0 4-352 0,-2-4-64 0,1 2-16 0,3-3 0 32,-2-1-1616-32,-2 2-336 0,1 1-64 0,-2-2-16 15,-1-1-448-15,-1-2-80 0,1-3-32 0,0 1 0 0,-1-3 1664 0,-1 2 336 0,1 1 64 0,-2 0 16 16,0-3 944-16,0 3 192 0,-2 0 32 0,0 5 16 16,-1-1 1744-16,1 2 336 0,1 0 80 0,-2 0 16 15,1 1-480-15,-3 6-80 0,0 0-32 0,0 0 0 16,0 0-512-16,0 0-96 0,0 0-32 0,0 0 0 0,5 13-576 15,-1 5-112-15,0 3-32 0,-1 3 0 16,-1 4-192-16,-1 4-64 0,1 1 0 0,2 14 0 16,-2-5-160-16,0-15-32 0,-2 3-16 0,0 11 0 15,-2-6-128-15,2-13-48 0,0 3 0 0,0 9 0 0,2-4 0 0,-2-4 0 16,0-3 0-16,1-4 0 0,0-5 0 0,0-2 0 16,2-1 0-16,-2-4 0 0,-1-7 0 0,0 0 0 15,0 8 0-15,0-8 0 16,0 0-896-16,0 0-192 0,0 0-16 0,0 0-15696 15,0 0-3136-15</inkml:trace>
  <inkml:trace contextRef="#ctx0" brushRef="#br0" timeOffset="34454.15">19060 17805 12895 0,'-14'-5'576'0,"5"1"112"0,-3-2-560 0,2 2-128 0,1 1 0 0,1 1 0 0,1-5 5760 0,1 5 1104 16,6 2 240-16,0 0 32 0,-4-4-3616 0,4 4-736 15,0 0-144-15,0 0-16 0,0 0-1040 0,0 0-208 16,12-6-32-16,2 0-16 0,4 2-688 0,2 1-144 15,2 1-32-15,3-1 0 0,1-1-224 0,4 0-48 16,1 3-16-16,2 0 0 0,-1-2-176 0,1 1 0 16,-3-1 144-16,-2 3-144 0,2-3 0 0,-1 2 0 15,0-2 0-15,-2 3 0 16,-2 0-1248-16,-2 3-160 0,-2 1-48 0,-1 0 0 16,-2 4-2224-16,-4 3-448 0,-3-3-96 15</inkml:trace>
  <inkml:trace contextRef="#ctx0" brushRef="#br0" timeOffset="34651.74">19019 17945 24879 0,'-8'-4'2208'0,"0"3"-1760"0,-1 1-448 0,9 0 0 16,0 0 3920-16,0 0 704 0,0 0 144 0,0 0 32 16,0 0-2480-16,0 0-480 0,0 0-112 0,13 0 0 15,3-2-944-15,3 1-176 0,1 0-32 0,3-2-16 0,2-2-432 16,2 1-128-16,2 1 0 0,5 0 0 15,2-3-800-15,2 2-272 0,0-5-48 0,4 2-16 16,-1-1-2208-16,-1 0-448 0</inkml:trace>
  <inkml:trace contextRef="#ctx0" brushRef="#br0" timeOffset="34919.26">19630 17740 41807 0,'0'0'1856'0,"0"0"384"0,0 0-1792 0,0 0-448 0,0 0 0 0,0 0 0 0,0 0 1024 0,0 0 128 15,0 0 32-15,0 0 0 0,0 0 256 0,0 0 48 16,0 0 16-16,8 7 0 0,-8-7-1136 0,14 5-240 16,1 2-128-16,2 0 160 0,2 1-160 0,1 0 160 0,0-1-160 0,1-1 160 15,2 3-160-15,-1-2 0 0,0-1 0 16,-3 2 128-16,1 0-128 0,-2 1 0 0,-2-3 0 0,-2 4 0 16,-2-3 0-16,-6 1 0 0,-6-8 0 0,0 0 0 15,3 13 0-15,-4-2 0 0,-6-5 176 0,-1 1-176 16,-1 1 0-16,-2-1 128 0,-2 5-128 0,-2-1 0 15,-2-1 160-15,0 0-16 0,0 1 0 16,-1-1 0-16,0 2-16 0,1-3-128 0,0-1 192 16,1 1-64-1,3 2-1072-15,3-1-208 0,1-1-64 0,3 3-13872 0,5 2-2768 0</inkml:trace>
  <inkml:trace contextRef="#ctx0" brushRef="#br0" timeOffset="36820.02">20506 18034 43487 0,'0'0'1920'0,"0"0"400"0,-6-8-1856 0,0 1-464 0,3-1 0 0,3 8 0 16,-4-11 1600-16,4-1 240 0,1 3 32 0,3 0 16 15,1 0-560-15,3-1-112 0,1 1-32 0,3 0 0 16,-1 3-832-16,5 0-160 0,2-4-48 0,2 2 0 15,1 2-144-15,0 1 0 0,-2-1 0 0,-1 4 128 16,1-1-128-16,-4 3 0 0,0 0 0 0,-4 1 0 16,-11-1 0-16,12 4 0 0,-12-4 0 0,9 7 0 0,-9-7 0 0,0 0 0 15,4 12 0-15,-4-12 0 16,-1 10 128-16,-2 0-128 0,-2 1 128 0,-1-1-128 0,-2-1 128 0,-1 1-128 16,-2-1 128-16,1 1-128 0,1 0 144 0,-2 2-144 15,-2-3 160-15,1 0-160 16,1-1 144-16,2 0-144 0,-1 0 128 0,4-2-128 0,6-6 0 15,-5 7 128-15,5-7-128 0,0 0 0 0,0 0 0 0,1 9 128 16,3-1-128-16,2 0 0 0,-6-8 0 0,15 6 0 16,3-1 128-16,-1 2-128 0,-3-4 0 0,2 1 0 15,1-3 0-15,0 4 0 0,0-2 0 0,-3 3 0 16,-2-1 0-16,-2 1 0 0,-10-6 0 0,9 6 0 16,-3 2 128-16,-6-8-128 0,2 8 128 0,-2 1 0 15,0-9 0-15,-5 10 0 0,-1-1 64 0,-4-1 0 0,0 0 0 16,-2 3 0-16,0-1 0 0,1 0 0 0,-5-2 0 0,0 0 0 15,0 0-192-15,0 0 128 0,-1 1-128 0,1-3 128 16,1 1-128-16,0-2 0 0,2 2 0 16,2-5 0-16,-1 2-320 0,3-3 16 0,9-1 0 0,0 0 0 31,-9 0-1056-31,9 0-224 0,0 0-32 0,0 0-14448 0,0 0-2880 16</inkml:trace>
  <inkml:trace contextRef="#ctx0" brushRef="#br0" timeOffset="37352.38">21200 17526 28559 0,'0'0'2544'0,"0"0"-2032"0,0 0-512 0,0 0 0 0,0 0 4688 16,0 0 848-16,0 0 160 0,0 0 48 0,0 0-3152 0,0 0-624 16,-7 19-128-16,2 3-32 0,0-1-1040 0,-2 4-192 15,-2 2-64-15,1 5 0 0,1 5-176 0,1 3-32 16,1 3-16-16,0 2 0 0,1-1-160 0,3 0-128 15,1-1 192-15,1-2-48 0,0-5-144 0,2-3 0 16,1-4 0-16,0-3 0 0,-2-5 0 0,2-6 0 16,-1-3 0-16,-1-2 0 0,1-1 0 0,-3-9 0 15,0 0 0-15,0 0 0 0,0 0 0 0,0 0 0 16,0 0 0-16,0 0 0 0,12-5 0 0,-3-4 0 16,-1 0 0-16,0-5 0 0,-1-6 0 0,2-3 0 0,2-5 0 15,-2-3 0-15,3-3 0 0,1-4 0 16,1 2 0-16,3-2 0 0,0-2 0 0,1 2 0 15,1 4 0-15,-3 3 0 0,0 3 0 0,-2 5 0 0,0 3 0 0,-3 6 0 16,-2 5 0-16,-9 9 0 0,0 0 0 0,0 0 0 16,0 0 0-16,0 0 0 0,0 0 0 15,8 15 0-15,-3 6 0 0,-1 1 0 0,-1 4 0 16,0 1 0-16,-1 1 0 0,2 2 0 0,-1-1 0 0,1-2 0 16,-1 1 0-16,3-1 0 0,0-2 0 0,1-2 0 15,-1-3 0-15,-1-5 0 0,1-3 0 0,-2-1 0 16,0-1 0-16,-4-10 0 0,0 0 0 0,0 0 0 15,7 5 0-15,-7-5 0 0,0 0 0 0,0 0 0 16,0 0 0-16,9-5 0 0,-1-5 0 0,-1-1 0 16,-3-1 0-16,1-3 0 0,3-3 0 0,-2-2 0 15,1-2 0-15,2-2 0 0,1-3 0 0,2-2 0 16,1-3 0-16,0 0 0 0,0-3 0 0,0 4 0 0,0 1-192 16,-1 5-48-16,-4 7 0 0,-2-4 0 15,1 2-928 1,-2 3-192-16,-2 6-48 0,-3 3 0 0,0 8-2832 0,0 0-576 0</inkml:trace>
  <inkml:trace contextRef="#ctx0" brushRef="#br0" timeOffset="37572.04">20904 17547 46703 0,'-9'-9'2064'0,"9"9"432"0,-6-5-1984 15,6 5-512-15,0 0 0 0,0 0 0 0,4-8 1392 0,3 0 176 0,3 2 32 0,2 1 16 16,1 1-752-16,3 0-160 0,1-1-16 0,2-1-16 16,2 2-544-16,3 2-128 0,0-5 0 0,2 3 0 31,2 0-944-31,0 1-160 0,2-4-48 0,0 3 0 16,-2 0-2224-16,3 2-448 0</inkml:trace>
  <inkml:trace contextRef="#ctx0" brushRef="#br0" timeOffset="37727.8">21643 17392 23951 0,'0'0'2128'0,"0"0"-1696"0,0 0-432 0,8-9 0 16,1 1 5120-16,3 2 960 0,2-1 176 0,0-1 32 15,-1 1-3568-15,2 0-720 0,2 1-144 0,1 0-16 16,-1 0-864-16,0 2-160 0,0 1-48 0,1-1 0 0,0 2-608 0,1 0-160 16,-1 1 0-16,0 1 0 15,0 3-960-15,1 1-208 0,-1 0-48 0,-1 3-14640 16,-2 3-2912-16</inkml:trace>
  <inkml:trace contextRef="#ctx0" brushRef="#br0" timeOffset="38246.26">21982 17873 8287 0,'0'0'736'0,"0"0"-592"0,0 0-144 0,0 0 0 15,-3-8 3664-15,3 8 704 0,2-6 144 0,-2 6 32 16,0 0-512-16,0 0-112 0,0 0-16 0,0 0 0 16,5-5-944-16,-5 5-192 0,0 0-32 0,0 0-16 15,0 0-816-15,0 0-176 0,0 0-16 0,0 0-16 16,0 0-688-16,0 0-144 0,0 0-32 0,0 0 0 15,0 0-384-15,0 0-96 0,4 11-16 0,-3 2 0 16,-1-13-336-16,-4 14 144 0,-1-1-144 0,0-2 144 16,-2-2-144-16,-2 1 0 0,-1 1 0 0,-1 2 0 15,0 3 0-15,0-2 0 0,-2 1 0 0,-1-1 0 16,-2-1 0-16,3 0 0 0,0 0 0 0,0 0 0 16,0-4 0-16,1 0 0 0,0 0 0 0,5-1 0 15,1 0 0-15,6-8 0 0,0 0 0 0,0 0 0 0,-3 11 0 0,0-4 0 16,3-7 0-16,0 0 0 0,0 0 0 0,0 0 0 15,0 0 0-15,6 6 0 0,-6-6 0 0,12 0 0 16,0 0 0-16,1-2 0 0,1 1 0 16,2 0 0-16,1-3 0 0,1 1 0 0,-1 2 0 0,0 0 0 15,-1-3 0-15,1 1 0 0,-2 3 0 0,1 0 0 16,-2 0 0-16,-1 0 0 0,-1-5 0 0,-2 4 0 16,-10 1 0-16,13-3 0 0,-1 0 0 0,-3 2 0 15,-9 1 0-15,11-4 0 16,-11 4-848-16,10-1-176 0,-10 1-16 0,0 0-16 15,12 2-2896-15,-12-2-576 0</inkml:trace>
  <inkml:trace contextRef="#ctx0" brushRef="#br0" timeOffset="38482.15">21964 17962 41983 0,'0'0'1856'0,"0"0"384"0,0 0-1792 16,0 0-448-16,0 0 0 0,0 0 0 0,6 9 2304 0,-6-9 384 0,5 10 64 0,-1 3 0 15,-2 1-1040-15,-1 2-224 0,0 0-32 0,-1 5-16 16,0-1-864-16,0 3-160 0,0-2-32 0,0 2-16 16,2-1-176-16,-2-1-48 0,-2-1 0 0,2-1 0 15,2 4-96-15,0-4-48 0,1-2 0 0,-1 0 0 16,1-1 0-16,-2-2 0 0,-1 2 0 0,2-5 0 16,-2-11-432-16,2 12-16 15,-2-12-16-15,5 11 0 0,-5-11-1120 0,8 6-208 0,-8-6-64 0,16 4-13984 16,2-3-2800-16</inkml:trace>
  <inkml:trace contextRef="#ctx0" brushRef="#br0" timeOffset="38702.78">22604 17805 51023 0,'1'-10'2256'0,"2"2"480"0,-1-1-2192 0,2-1-544 0,1 1 0 0,2-1 0 0,1 1 1456 0,1 3 176 15,1-1 32-15,2 2 16 0,-1-2-992 0,2 5-208 0,1-1-32 0,2 2-16 16,-1 0-432-16,2 1 0 0,1-2 128 0,1 5-128 16,-1 1 0-16,0 0 0 0,0 0 0 0,1 1 0 31,-2 0-384-31,-3 2-48 0,0 0-16 0,-1 0 0 16,-1 0-1344-16,-1-2-256 0,-5 3-64 0,-1 1-21120 0</inkml:trace>
  <inkml:trace contextRef="#ctx0" brushRef="#br0" timeOffset="38892.21">22633 17925 12895 0,'-10'-4'576'0,"10"4"112"0,0 0-560 0,0 0-128 0,0 0 0 0,0 0 0 16,0 0 8656-16,0 0 1712 0,0 0 320 0,0 0 80 0,0 0-7568 16,12 0-1536-16,0 0-288 0,2 0-64 15,3 0-1056-15,3 0-256 0,2-2 0 0,3 1 0 0,2-2 320 16,-1 3 0-16,0-4 0 0,2 3 0 15,0-1-656-15,4 2-128 0,0-2-32 0,3-1 0 16,3-2-2704-16,3 2-528 0</inkml:trace>
  <inkml:trace contextRef="#ctx0" brushRef="#br0" timeOffset="39500.84">23529 17937 26719 0,'0'0'2368'0,"-5"-4"-1888"0,-1-1-480 0,6 5 0 0,-4-5 5728 0,4 5 1056 16,0 0 192-16,0 0 64 0,6-8-4560 0,3 1-912 0,2 1-176 15,2 2-48-15,1 0-752 0,5 2-144 0,-1-1-48 0,1 0 0 16,0 2-400-16,0 0 128 0,-1 1-128 0,3 0 0 16,-1 0 0-16,2 0 0 0,-1 0 128 0,1 0-128 31,3 0-320-31,0 1-112 0,-2-1-16 0,0 0 0 15,1 0-1376-15,-2 0-288 0,0 0-48 0,0 0-20944 0</inkml:trace>
  <inkml:trace contextRef="#ctx0" brushRef="#br0" timeOffset="40130.83">24094 18339 46879 0,'0'0'2080'0,"1"10"416"0,-1-10-1984 0,0 0-512 0,0 0 0 0,6 11 0 0,-6-11 1728 15,6 7 256-15,-6-7 64 0,0 0 0 0,10 6-880 0,1-6-160 16,-11 0-48-16,12-4 0 0,-2 0-576 0,-2-1-112 16,-2-2-16-16,2-1-16 0,-1-1-112 0,-1-1 0 15,1-2-128-15,-2-1 192 0,-1 0-128 0,0-2-64 16,0-4 0-16,0 1 0 0,0-2 0 0,1-2 0 15,0-5 0-15,0-3 0 0,2-3 0 0,1-3 0 0,1-6 0 16,0-1 0-16,0 0 0 0,0 2 0 0,0 2 0 16,-1 1 0-16,-1 3 0 0,-1 4 0 0,-1 4 0 0,-1 6 0 15,-3 4 0-15,-1 5 0 0,0 3 0 0,0 9 0 16,0 0 0-16,0 0 0 16,0 0 0-16,0 0 0 0,0 0 0 0,0 0 0 0,0 19 0 0,3 5 0 15,0 1 0-15,1 2 0 0,1 4 0 0,1 2 0 16,2-6 0-16,3 2 0 0,2-3 0 0,1 0 0 15,3-2 0-15,0-4 0 0,0 0 0 16,1-3 0-16,0-4 0 0,1-4 0 0,-3-2 0 0,3-5 0 16,-2-2 0-16,0-2 0 0,-3-4 0 0,0 0 0 15,1-2 0-15,-1-4 0 0,0-3 0 0,-1-4 0 16,0 1 0-16,0 0 0 0,0-2 0 0,2-3 0 16,-1-3 0-16,1 0 0 0,-1-2 0 0,2-2 0 15,0-5 0-15,1 4 0 0,-2 4 0 0,-2 0 0 16,-3 3 0-16,-1 4 0 0,-2 6 0 0,-3 5 0 15,-4 9 0-15,0 0 0 0,0 0 0 0,0 0 0 0,-4 10 0 0,0 4 0 16,-1 6 0-16,-2 5 0 0,-2 2 0 0,1 3 0 16,-1 1 0-16,1 3 0 0,0 3 0 0,2-2 0 15,1 0 0-15,0 2 0 0,1 1 0 0,1-3 0 16,2-3 0-16,2-2 0 0,0-1 0 16,2-4 0-16,0-3 0 0,-1-5 0 0,2-1 0 0,1-5 0 15,0-3 0-15,2 0 0 16,0-2-720-16,0 0-144 0,-7-6-32 15,13 4 0-15,-1-1-1616 0,0 0-336 0,1 1-64 0,1-5-18944 16</inkml:trace>
  <inkml:trace contextRef="#ctx0" brushRef="#br0" timeOffset="40650.45">25290 17779 44575 0,'0'0'1984'0,"0"0"384"0,-3-9-1888 0,3 9-480 15,-3-10 0-15,3 10 0 0,0 0 2064 0,0 0 320 0,0 0 64 0,-10-3 16 16,1 3-1056-16,0 5-224 0,-2 2-32 0,-2 5-16 16,-2 3-704-16,-4 5-144 0,0 2-32 0,-2 3 0 15,0 0-80-15,1 2-32 0,1-2 0 0,2 3 0 16,3 4-96-16,2-4-48 0,1 1 0 0,4-3 0 16,0-2 0-16,4-4 0 0,2 0 0 0,2-3 0 15,3-4 0-15,2 0 0 0,1-4 0 0,3-1 0 16,-1 0 0-16,4-3 0 0,1-2 0 0,2 1 0 15,-1 2 0-15,2-3 0 0,0-5 0 0,1 1 0 0,1-3 0 16,-1 2 0-16,0-1 0 0,-1-1 0 0,-1-2 0 16,-1-2 0-16,1-3-160 0,-2 0 160 0,-2-3 0 15,0 1-160-15,-2-1 160 0,-2 2 0 16,-1 3 0-16,-2 1 0 0,-5 8 0 0,0 0 0 0,0 0 0 0,0 0 0 16,0 0 0-16,0 0 0 0,0 0 0 0,0 0 144 15,0 0-144-15,-1 13 128 0,-1 1-80 0,2-1-48 16,0-2 0-16,2 2 0 0,0-1 0 0,2 0 0 15,0 0 0-15,1-2 0 0,0 0 0 0,2 1 0 16,0-3 0-16,-1-1 0 0,-6-7 0 0,10 10 0 16,1-4 0-16,-11-6 0 0,0 0 0 0,13 3 0 15,-1-1 0-15,-12-2 0 0,11 0 0 0,0-2 0 0,-11 2 0 16,10-9 0-16,1 2 0 0,-4-3 0 16,0 1 0-16,1-1 0 0,1 3 0 0,1-5 0 0,1 0 0 15,-1-1 0-15,-1-5 0 0,3 0 0 0,0-3 0 16,0-1 0-16,-1 2 0 0,1 0 0 0,0 0 0 0,-2 0 0 15,1 3 0-15,-2 3 0 0,-1-1 0 16,-1 4 0 0,0-2-560-16,-1 3-96 0,0 4-32 0,-6 6-16368 0,9-5-3280 0</inkml:trace>
  <inkml:trace contextRef="#ctx0" brushRef="#br0" timeOffset="41823.19">26696 17434 28559 0,'0'0'2544'0,"-8"-5"-2032"15,1 1-512-15,0 1 0 0,-1 2 3536 0,8 1 624 16,-10 0 112-16,-1 2 16 0,-2 4-1760 0,-1 3-352 0,-3 1-80 16,-3 8-16-16,0 1-1024 0,-1 4-208 0,-1 3-32 0,-1 7-16 15,3-3-144-15,0 2-16 0,2 2-16 0,1 0 0 16,2 1-208-16,4 2-32 0,0 1-16 0,4-3 0 15,1-1-176-15,4 1-48 0,0 2 0 0,4-4 0 16,0 0-144-16,4-4 0 0,1-3 0 0,2-3 0 16,1-2 0-16,0-4 0 0,2-4 0 15,-1-2-176 1,3-1-544-16,-1-2-112 0,0-3-32 0,1-1 0 16,0-1-1376-16,2-2-288 0,0 4-48 0,1-5-12208 0,-1-4-2448 0</inkml:trace>
  <inkml:trace contextRef="#ctx0" brushRef="#br0" timeOffset="42092.01">26960 17627 34095 0,'-6'-21'1504'0,"4"12"320"0,-1-2-1456 0,2 4-368 0,0-1 0 0,1 8 0 0,0 0 4480 0,0 0 832 16,0 0 176-16,0 0 16 0,0 0-3536 0,-8 12-720 16,2 2-144-16,1 3-16 0,-3 2-752 0,1 4-144 15,-1 0-16-15,1 4-16 0,1-2-16 0,-2 3 0 16,0 0 0-16,3 3 0 0,0 1-144 0,1-2 0 15,0-2 0-15,1-1 112 0,1 1-112 0,0-2 0 16,1-5 0-16,0-3 0 0,-1-1 0 0,1-1 0 16,0-3 0-16,0-4 0 0,1-9 0 0,-2 8 0 15,2-8 0-15,0 0 0 16,0 0-368-16,0 0-64 0,0 0-16 0,0 0 0 16,0 0-800-16,0 0-160 0,-9-5-48 0,3-2 0 15,-1-4-1968-15,1-5-400 0</inkml:trace>
  <inkml:trace contextRef="#ctx0" brushRef="#br0" timeOffset="42322.32">26648 17627 47567 0,'-4'-12'2112'0,"3"4"432"0,-2 2-2032 0,2-1-512 0,1 1 0 0,0-1 0 16,-1 2 1520-16,1 5 208 0,0 0 32 0,10-5 16 16,2 1-528-16,2-3-96 0,2 5-32 0,5-2 0 15,5 0-688-15,1 1-144 0,4-2-32 0,2 2 0 16,-1 1-256-16,1-1 0 0,0-1 0 0,1 2 144 15,-1-2-144-15,4 1 0 0,2-1 0 0,0 2 0 16,0-1 0-16,0 2 0 0,1 1 0 0,-5 0 0 16,-3 0-224-16,0 0-32 0,-2 1-16 0,-4 2 0 15,-3 1-1200-15,-2 1-224 0,-4-3-48 16,-1 6-14384-16,-1 5-2880 0</inkml:trace>
  <inkml:trace contextRef="#ctx0" brushRef="#br0" timeOffset="42930.96">27416 17869 44799 0,'0'0'1984'0,"0"0"416"0,0 0-1920 0,0 0-480 0,0 0 0 0,0 0 0 15,0 0 2176-15,0 0 320 0,0 0 80 0,0 0 16 0,0 0-1120 16,0 0-240-16,0 0-32 0,0 0-16 0,0 0-832 0,-8 9-160 16,0-1-48-16,0 3 0 0,1 0-144 0,-3-1 0 15,0 1 0-15,1 1 0 0,1 1 0 0,-1 1 0 16,-3 1 0-16,2 0 0 0,1-2 0 0,-2 0 0 15,1 1 0-15,1-4 112 0,1-1-112 0,0-1 0 16,2 1 0-16,-1-2 0 0,7-7 0 0,0 0 0 16,-7 5 0-16,7-5 0 0,-5 8 0 0,5-8 0 15,0 0 0-15,0 0 0 0,0 0 0 0,0 0 0 16,0 0 0-16,0 0 0 0,0 0 0 0,12 1 0 16,0 1 0-16,1-2 0 0,0-2 0 0,1 1 0 0,0-2 0 0,5 3 0 15,-1-3 0-15,-1 1 0 16,-3-1 0-16,1 1 0 0,-1 0 0 0,-1 1 0 0,0-2 0 15,-1 2 0-15,-2-3 0 0,2 3 0 0,0 0 0 16,-2 1 0-16,1-6-224 0,-11 6 16 0,11-1 0 0,0 1 0 31,-11 0-1392-31,10-4-256 0,-10 4-64 0,0 0-14160 16,0 0-2832-16</inkml:trace>
  <inkml:trace contextRef="#ctx0" brushRef="#br0" timeOffset="43141.99">27482 17928 35007 0,'0'0'1552'0,"0"0"320"0,0 0-1488 0,0 0-384 0,0 0 0 0,0 0 0 16,0 0 3376-16,0 0 592 0,0 0 128 0,0 0 32 15,-4 12-1856-15,2 2-368 0,-1 2-80 0,1 2-16 0,0 0-1072 0,1 2-224 16,0 1-32-16,-1 0-16 16,1-2-208-16,0 1-32 0,0 0-16 0,1 0 0 0,1-4-208 0,1-2 0 15,1-1 0-15,0-4 0 0,-1 3 0 0,2-3 0 16,-4-9 0-16,5 10 0 15,1-2-688-15,-1 0-128 0,-5-8-16 16,9 7-16-16,-9-7-2176 0,13 4-432 0,0 2-96 0</inkml:trace>
  <inkml:trace contextRef="#ctx0" brushRef="#br0" timeOffset="43328.85">27765 17945 47279 0,'0'0'2096'0,"4"-9"432"0,1 0-2016 0,3 3-512 0,1 0 0 16,3-3 0-16,1 1 1664 0,1 2 256 0,2 0 32 15,2 0 16-15,3-2-768 0,3 3-160 0,-1 1-16 0,1 1-16 16,-1-1-800-16,3 3-208 0,2 0 0 0,0 2 0 16,2 2-144-16,-1-1-112 0,-2-2-32 0,2 0 0 31,0-1-1440-31,-2 0-304 0,-1 1-48 0,-1 0-21168 0</inkml:trace>
  <inkml:trace contextRef="#ctx0" brushRef="#br0" timeOffset="43575.31">28614 17558 25791 0,'-3'-13'2304'0,"2"6"-1856"0,1 7-448 0,0 0 0 0,0 0 5312 0,0 0 960 0,0 0 192 0,0 0 32 0,0 0-3552 0,0 0-720 16,0 0-144-16,-5 16-32 0,0 1-1200 16,-1 2-240-16,1 5-48 0,-1 2-16 0,-2-4-352 0,1 5-64 15,1 5 0-15,1 0 16 0,-1-4-144 0,3 4 0 16,-1 2 0-16,1-3 0 0,0 1 0 0,2-2 0 15,-2 0 0-15,2-2 0 0,0-2 0 0,0-5 0 16,-2-2 0-16,0-2 0 0,-1-3 0 0,2-2 0 16,-2-5 0-16,4-7 0 0,-7 7 0 0,7-7 0 15,-7 4 0-15,7-4-160 16,-11 2-752-16,2-3-160 0,0-3-16 0,0-1-16 16,-2 0-2592-16,0-6-512 0</inkml:trace>
  <inkml:trace contextRef="#ctx0" brushRef="#br0" timeOffset="43784.84">28149 17585 17503 0,'-6'-21'1552'0,"4"11"-1232"0,-2-3-320 0,3 1 0 16,1 2 8000-16,2 2 1552 0,1-3 304 0,2 5 64 15,3-1-6848-15,4 1-1360 0,2-3-288 0,4 3-48 16,2 1-928-16,4 1-176 0,5 0-32 0,4 2-16 16,5-5-160-16,-1 3-64 0,2-1 0 0,-2 3 0 15,-4 0 0-15,-1 0 0 0,-1 2 0 0,1-2 0 16,-2 4 0-16,1 0 0 0,0 2 0 0,-1 0 0 15,-4 1 0-15,-2-2 0 0,-3 1 0 0,-2 2 0 16,-1 2-976-16,-1 1-192 16,-2 2-48-16,-4 2-15520 0,0 1-3104 0</inkml:trace>
  <inkml:trace contextRef="#ctx0" brushRef="#br0" timeOffset="44217.23">28793 17795 35007 0,'0'0'3120'15,"0"0"-2496"-15,0 0-496 0,0 0-128 0,0 0 3488 0,10 4 672 16,-10-4 144-16,13-3 32 0,0 2-1936 0,1 1-384 16,2 0-80-16,-2 4-16 0,1-4-1248 0,-1 3-256 15,-1-1-48-15,-1-1-16 0,0 1-352 0,-12-2 144 16,10 4-144-16,-10-4 144 0,0 0-320 0,0 0-16 16,8 7-16-16,-8-7 0 0,0 0 208 0,1 14 256 15,-3-4-48-15,-4-2-16 0,0 0-192 0,-3-1 0 0,-3 0 0 0,3 1 128 16,0 0-128-16,-2-1 0 15,1 3 0-15,1 0 0 0,2-4 0 0,7-6 0 0,-5 8 0 0,5-8 0 16,-3 11 0-16,3-11 0 0,2 11 0 0,-2-11 0 16,6 11 0-16,3-2 0 0,3-1 0 15,1 1 0-15,0-3 0 0,1 4 0 0,1-4 0 0,0 2 0 16,1 0 0-16,0 0 0 0,-3-1 0 16,-1 1 0-16,-2 0 0 0,-1 3 0 0,-1-5 0 0,-3-1 0 15,-5-5 0-15,4 11 0 0,-4-11 0 0,1 11 0 16,-1 2 0-16,-1-3 0 0,1-10 0 0,-5 10 0 15,0 3 0-15,-2-4 0 0,-2-2 0 0,0-1 0 16,0 2 0-16,0-4 0 0,-2 1 0 0,1 2 0 16,-1-2 0-16,1-1 0 0,-2-2 0 0,0 1 0 15,1-2 0-15,0 2 0 0,1-3 0 0,-1 0 0 16,1 0 0-16,2-1 0 0,-1-1 0 0,0 0 0 16,0-2-832-1,0 0-144-15,9 4-48 0,-11-7-15824 0,3-4-3184 0</inkml:trace>
  <inkml:trace contextRef="#ctx0" brushRef="#br0" timeOffset="44550.88">29250 17116 5519 0,'0'0'496'0,"7"-7"-496"15,1 1 0-15,1 3 0 0,1 3 9984 0,4 1 1888 16,2 2 384-16,4 1 80 0,0 2-8800 0,4 2-1744 15,1 3-368-15,3-1-64 0,4 6-384 0,-1 3-80 16,0 5 0-16,-2 2-16 0,-2 1-496 0,-1 6-80 0,0 7-32 0,-1 3 0 16,-1 0-192-16,-2 6-80 0,0 0 0 0,-2 1 0 15,-3-2 0-15,-4 1 0 0,-4 1 0 0,-4 3 0 16,-4-3 0-16,-3 0 0 0,-4-2 0 0,-1 0 0 16,-4-2 0-16,-1-3 0 0,-1-6 0 0,0-1 0 15,-1-8 0-15,0-2 0 0,-2-2 0 16,0-2 0-16,2-2 0 0,0-2 0 0,-1-4 0 0,2 1 0 15,0-2 0-15,0-7 0 0,0 1 0 0,-1 0 0 16,0 0 0-16,-1-1 0 0,0-2 0 0,0 2 0 16,0-3 0-16,0 1 0 0,2-1 0 0,0 0 0 15,0 1-320-15,3-1-64 0,-1 0-16 0,2-2-25424 16</inkml:trace>
  <inkml:trace contextRef="#ctx0" brushRef="#br0" timeOffset="51758.88">29682 9782 42495 0,'0'0'1888'0,"0"0"384"0,0 0-1824 0,5-5-448 0,-1 0 0 0,0 1 0 15,-4 4 576-15,0 0 0 0,0 0 16 0,0 0 0 16,0 0 1152-16,0 0 240 0,0 0 32 0,0 0 16 0,0 0-912 0,-5 3-176 16,-2 1-48-16,-1 2 0 0,-1-1-752 0,-3 3-144 15,-1 3 0-15,0-4 0 0,-4 4 624 0,-5 1 208 16,1-1 32-16,0 1 16 0,1 1-624 0,1-4-128 15,0 2-128-15,2-1 176 0,2 0-176 0,2 1 160 16,0-1-160-16,4-2 160 0,1 0-160 0,3-2 0 16,5-6 144-16,-2 7-48 0,2-7-96 15,0 0 0-15,6 7 0 0,3-2 0 0,2 0 0 0,2-1 0 16,1-2 0-16,3 1-160 0,1-2 160 0,2-1 0 16,1 0 0-16,1 0 0 0,-1-1 0 0,2 1 0 15,-2-3 0-15,1 2-128 0,-2 0-16 0,1-2 0 16,-2 1 0-16,2-1 0 15,-1-1-1008-15,-1 0-192 0,2 2-32 0,0-5-16 16,2 1-2464-16,0-1-496 0,0 2-112 0</inkml:trace>
  <inkml:trace contextRef="#ctx0" brushRef="#br0" timeOffset="52161.02">30267 9748 23951 0,'-6'-10'2128'0,"3"6"-1696"15,3 4-432-15,-4-5 0 0,-1-2 4576 0,2 3 832 0,3 4 160 0,-2-5 48 16,-4 0-3392-16,6 5-688 0,-5 0-128 0,-1 1-16 16,-2 2 208-16,-1 1 32 0,-2 1 16 0,1 3 0 15,-2 4-848-15,0 2-160 0,-2 2-48 0,-2 2 0 16,3 1-240-16,-2 2-48 0,-4 3-16 0,4 1 0 0,1 1-64 0,0 0-16 16,4-2 0-16,2 1 0 0,3-1-144 0,2-1-64 15,5-1 0-15,2 0 0 16,2-1 0-16,3-1 0 0,3-3 0 0,2-1 0 0,2-5 0 15,4 1 0-15,0-3 0 0,3-1 0 0,0-3 0 0,0-4 0 16,1-1 0-16,-1-1 0 0,1-1-128 16,-1-2 128-16,1-4 0 0,1 0 0 0,-3 0-128 0,0-2 128 15,0-3 0-15,-1 0 0 0,0 0 0 16,-3-3-128-16,-2 2 128 0,-3-5 0 0,-2 1 0 0,-1 0 0 16,-5-2 0-16,-1 2 0 0,-3-3 0 0,-4 3 0 15,1-2 0-15,-3 3 0 0,-5 2 128 0,-1-1-128 16,-2 2 0-16,-3-1 0 0,-1 1 0 15,-2 1 0-15,-2 0 0 0,0 1 0 0,0 1 0 0,1-1-128 0,1 0-16 0,2 3 0 32,0-1-1264-32,3 0-240 0,1 1-48 0,0 1-22528 15</inkml:trace>
  <inkml:trace contextRef="#ctx0" brushRef="#br0" timeOffset="53198.32">30294 17547 19343 0,'0'0'848'0,"-6"-4"192"0,-1 0-832 0,7 4-208 0,-6-5 0 0,6 5 0 16,0 0 6720-16,0 0 1280 0,0 0 272 0,0 0 48 15,0 0-5776-15,0 0-1168 0,12 5-224 0,1 1-64 16,0-2-512-16,2 1-96 0,2-3-32 0,2 4 0 15,-1-1-256-15,0-3-48 0,0 2-16 0,2 0 0 16,1 0-128-16,-2 1 0 0,1-1 144 0,-2 0-144 16,-1 0 0-16,-1-1 0 0,-3-1 0 0,-3 0 128 0,-10-2-128 0,0 0 0 15,11 0 0-15,-11 0 0 0,0 0 0 0,0 0 128 16,0 0-128-16,0 0 0 0,-7 8 144 0,-1-2-144 16,-2 2 192-16,-2-2-192 0,-2 3 224 0,-2 2-64 15,-2-1-16-15,0 3 0 0,-1-2 16 0,1 1 0 16,1 2 0-16,-1-1 0 0,-2-1-32 0,5-1-128 15,3 0 192-15,2-1-64 0,0-2-128 16,4 1 0-16,1 0 0 0,5-9 0 16,-4 8-256-16,4-8-128 0,1 8-16 0,-1-8-16 15,8 8-1120-15,5-2-208 0,0 0-48 0,4-1-16 16,2-3-2528-16,4 1-496 16</inkml:trace>
  <inkml:trace contextRef="#ctx0" brushRef="#br0" timeOffset="53648.41">31128 17534 28559 0,'7'-10'1264'0,"-7"10"272"0,2-9-1232 0,0 0-304 0,1-2 0 0,0 3 0 16,-3 8 4096-16,1-10 768 0,-1 10 160 0,0 0 32 16,-3-9-2496-16,3 9-480 0,0 0-96 0,0 0-32 15,-8-4-992-15,-1 3-208 0,-2 3-48 0,-3 3 0 16,0 2-208-16,-2 5-48 0,-2 3-16 0,-1 5 0 15,-3 3-176-15,-2 2-16 0,1 1-16 0,0 4 0 16,1 3-224-16,4-2 176 0,2 3-176 0,5-3 160 16,2 2-112-16,2-1-48 0,3-3 0 0,4 0 0 0,4-3 0 0,1 0 0 15,3 0 0-15,2-3 0 0,5 0 0 0,2-3 0 16,1 0 0-16,0-2 0 16,2-3 0-16,1-2 0 0,2-3 0 0,3 1 0 0,2-9 0 0,0 2 0 15,2 0 0-15,0-1 0 0,2-5 0 16,-4 0 0-16,-3-1 0 0,0-6 0 0,0 0 0 15,-1-3 0-15,-2-1 0 0,-1-4 0 0,-2 1 0 0,-1-1 0 16,0-1 0-16,-2 0 0 0,-3-2 0 0,-3 1 0 16,-2-2 0-16,-1-1 0 0,-2-3 0 0,-3 0 0 15,-3 1 0-15,-3-1 0 0,-4-1 0 0,-1 1 0 16,-1-4 0-16,-2 2 0 0,-2 3 0 0,-2 1 0 16,-1-2 0-16,-1 0 0 0,0 1 0 0,-2 0 0 15,-2-1 0-15,1 2 0 0,1-1 0 0,0 5 0 0,-1 2 0 16,1 1 0-16,2 1 0 0,0 3 0 0,-2 3 0 15,3 0-160 1,4 1-688-16,0 1-144 0,1 2-32 0,5 4 0 16,7 1-1456-16,0 0-288 0,0 0-64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8-07T23:32:07.846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context xml:id="ctx1">
      <inkml:inkSource xml:id="inkSrc90">
        <inkml:traceFormat>
          <inkml:channel name="X" type="integer" max="25977" units="cm"/>
          <inkml:channel name="Y" type="integer" max="17318" units="cm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T" name="resolution" value="1" units="1/dev"/>
        </inkml:channelProperties>
      </inkml:inkSource>
      <inkml:timestamp xml:id="ts1" timeString="2023-08-07T23:33:22.390"/>
    </inkml:context>
  </inkml:definitions>
  <inkml:trace contextRef="#ctx0" brushRef="#br0">1235 819 30751 0,'0'0'1360'0,"-3"-6"288"0,-1 1-1328 0,1-2-320 16,2 1 0-16,1 6 0 0,0 0 1216 0,0 0 192 15,0 0 16-15,0 0 16 0,0 11 160 0,0 4 16 0,0 3 16 0,-1 7 0 16,0 6-400-16,-1 0-80 0,1 8 0 0,0 4-16 16,-1 0-304-16,1 3-64 15,-2-2-16-15,2-1 0 0,0-1-416 0,0 6-80 16,-1-5 0-16,2-4-16 0,3-2-240 0,-2-6 0 0,0-3 128 0,1-5-128 31,-1-3-288-31,0-3-96 0,1-4-32 0,-2-3 0 0,0-10-1360 16,0 0-272-16,0 0-48 0,0 0-16 0,0 0-1824 0,-2-13-368 0</inkml:trace>
  <inkml:trace contextRef="#ctx0" brushRef="#br0" timeOffset="290.66">1073 761 34095 0,'-5'0'3024'0,"-3"0"-2416"15,1-2-480-15,7 2-128 0,0 0 2096 0,0 0 400 16,0 0 64-16,0 0 32 0,0 0-1136 0,6-4-240 15,1 2-32-15,4-5-16 0,1 2-944 0,6-1-224 16,5-2 0-16,5 0 0 0,-1 1 0 0,4 1 0 16,3-2 0-16,1 4 0 0,2 0 0 0,-2 6-144 15,0 0 144-15,-2 1 0 0,-3-1 0 0,-4 4 0 16,-3 1 0-16,-2 3 0 0,-1 1 0 0,-7 4 0 16,-4 0 0-16,-4 5 0 0,-3 1 144 0,-5 3 112 15,-4 4 32-15,-2 2 0 0,-2 0 384 0,-1 0 80 0,-2 2 16 16,-2-2 0-16,-1-2-352 0,0 0-64 15,0-4-16-15,0-2 0 0,0-1-336 0,0-3 0 0,2 0 0 16,-1-3-128 0,0-4-1840-16,5 0-352 0,0-2-80 0,3-1-18352 0</inkml:trace>
  <inkml:trace contextRef="#ctx0" brushRef="#br0" timeOffset="829.14">1639 946 42047 0,'0'0'1856'0,"0"0"384"0,-3 9-1792 0,3 3-448 0,-1 1 0 0,0 4 0 0,-1 3 1488 0,1 3 208 16,1 4 32-16,-1 2 16 0,1 1-400 0,0-2-64 16,-3 2-32-16,3 0 0 15,-3-1-560-15,2-2-112 0,-1-1-32 0,0-5 0 0,0 2-272 0,0-4-48 16,0 1-16-16,-1-3 0 0,2-3-208 0,-2-2 176 16,1-2-176-16,-1-3 160 0,3-7-160 0,0 0 160 15,0 0-160-15,0 0 160 0,0 0-160 0,0 0 0 16,0 0 144-16,0 0-144 0,0 0 0 0,3-8 0 15,-1-3 0-15,2 0 0 0,0-4-128 0,3 0 0 16,-1-4 0-16,3 1 0 0,0-4-128 0,3 0-32 16,1-3 0-16,1 2 0 0,3-1 96 0,0 2 0 15,-2 0 16-15,2 2 0 0,0 3 176 0,-1 3-160 16,0 0 160-16,1 2-160 0,-1 1 160 0,-1 5 0 16,0-2-144-16,-2 4 144 0,-2 2 0 0,0 3 0 15,-2 3-144-15,-1 2 144 0,-2 3 0 0,-2 4 0 16,0 4 0-16,-2 3 144 0,-2 3 144 0,-2 0 32 0,0 0 0 15,-2 2 0-15,-2 0 0 0,1-2 16 0,0-1 0 16,0-1 0-16,1 0-208 0,0-2-128 0,3 0 160 16,1-1-160-16,2-4 0 0,4 1 0 0,-3-5 0 0,3 1 0 15,0-5-128-15,1 2-32 0,1-4 0 0,1-2 0 16,0-2-64-16,2-1-16 0,4-3 0 16,-2-2 0-16,0-3 64 0,0-2 16 0,1-1 0 0,1-2 0 15,-1-3-16-15,-1-1 0 0,0-2 0 0,-1 2 0 0,-3-2-16 16,0 1 0-16,0-2 0 0,-1 0 0 0,-4-1 192 15,-2 2 0-15,0 1 0 0,-2-1 0 0,-4 3 0 16,0 0 0-16,-1 4 0 0,-2 0 0 0,-2 0-144 16,-1 3 144-16,-2 1-160 0,2 2 160 15,-1 2-1104-15,-1 2-128 0,1 3-32 0,-1 2 0 16,3-1-1680-16,1 3-352 0,3 1-64 0</inkml:trace>
  <inkml:trace contextRef="#ctx0" brushRef="#br0" timeOffset="1801.1">2395 959 15663 0,'0'0'1392'0,"0"0"-1120"16,0 0-272-16,0 0 0 0,0 0 4848 0,0 0 912 16,0 0 176-16,0 0 32 0,-5 8-2560 0,-2 3-512 15,-1 6-96-15,1 3-32 0,-3 2-1120 0,0 3-240 16,1 5-32-16,-2 0-16 0,0 0-592 0,2 1-128 0,1-1-32 0,1-3 0 15,1-2-320-15,1-3-64 16,5-3-16-16,1-1 0 0,1 0-208 0,2-1 0 0,0 0 0 0,3-5 0 16,1-1-224-16,1-4-32 0,2 0-16 0,2-4 0 31,2 0-176-31,0-6-16 0,1 0-16 0,1-1 0 0,0-2 80 0,1 0 16 0,1-2 0 16,-1-2 0-16,-1-2 128 0,1-1 16 0,-2-1 16 0,-2-3 0 15,0-2 0-15,-1 0 0 0,-2-2 0 0,-1-1 0 0,-1 0 224 16,-1-1 0-16,-1 1 0 0,-1 1-144 0,-1-1 144 15,-1 1 0-15,0 2 0 0,-1-1 0 0,-1 1 144 16,0 2-144-16,-1 2 192 0,-1 4-192 0,0 2 368 16,-1 2-48-16,-2 1 0 0,3 6 0 0,0 0 32 0,0 0 0 15,0 0 0-15,-2 9 0 0,-1 4-128 0,0 2-32 16,2 2 0-16,-2 3 0 0,2 2-192 0,0 0 176 16,-1-1-176-16,4 1 160 0,0 0-160 0,2 0 0 15,3-1 0-15,-1-2 0 0,0-2 0 0,1-3 0 16,2-1 0-16,1 0 0 0,-1-5 0 0,0-2 0 15,0 0-128-15,0-3 128 0,0 0-160 0,-1-2 160 16,3-1-208-16,-2-1 80 0,0-2 128 0,0-3 0 16,0-1-144-16,0 0 144 0,2-1 0 0,-1-3 0 0,-1-2 0 15,0-1 0-15,-1-2 0 0,1-3 0 16,0-2 0-16,0-3 0 0,2 1 0 0,1-7 0 16,1-1 0-16,0-3-176 0,-3 0 176 0,2 4-192 15,0 1 192-15,-1 3-192 0,1 1 192 0,-2 3 0 16,0 3-144-16,-4 4 144 0,-1 4 0 0,-2 3 0 0,0 1 0 15,-3 7 128-15,0 0 160 0,0 0 32 0,0 0 0 0,0 0 0 16,0 0 0-16,2 8 0 0,-1 1 0 16,1 3 0-16,-1 1-144 0,0 1-32 0,1 1 0 0,0 0 0 15,2 2-144-15,0 0 0 0,0 0 0 16,1 3 0-16,0-1 0 0,2 3 0 0,-1-3 0 16,1 0 0-16,1 2 0 0,-2-3 0 0,1 1 0 0,-2-1 0 15,0-1 0-15,1-2 0 0,-1-2 0 0,0 0 0 16,-1-1 0-16,0-4 0 0,-2-1 0 0,-2-7 0 15,0 0 0-15,0 0 0 0,3 6 128 0,-3-6-128 16,0 0 0-16,0 0 0 0,0 0 0 0,0 0 0 0,0 0 0 0,1-9 128 16,1-1-128-16,0-2 0 0,-2 0 0 15,1-4 0-15,1-2 0 0,0 0 0 0,2-2 0 16,2-1 0-16,-1-1-144 0,0 0 144 0,1 1-176 16,1 4 176-16,-2-1-160 0,2 2 160 0,-1 3 0 0,1 2-144 15,-1 0 144-15,1 3 0 0,-2 2 0 0,2 2 0 16,-7 4 0-16,7-1 0 0,-7 1 0 15,9 1 0-15,1 3 0 0,-1 1 0 0,-1 3 0 0,1 2 144 16,0 1-144-16,0 2 160 0,0 1-160 0,1 2 160 16,1-1-160-16,-2 1 160 0,0 2-160 0,0-1 0 15,0-1 0-15,-1 1 128 0,0-1-128 0,-1 2 0 16,-2-1 0-16,-1-2 0 0,0 0 0 0,-3-1 128 16,-1 0-128-16,-1-1 0 0,-3-1 128 0,-1 0-128 0,-2-3 0 15,0 0 128-15,0 0-128 0,-2 0 0 0,-2-1 0 0,1-1 128 16,-1-3-128-16,1 0 0 0,2-2 0 15,0 0-176 1,-1-2-1392-16,3 0-288 0,6 0-48 0,0 0-16 16,0 0-2928-16,2-8-592 0</inkml:trace>
  <inkml:trace contextRef="#ctx0" brushRef="#br0" timeOffset="2192.36">3923 701 45951 0,'0'0'2048'0,"0"0"400"0,0 0-1952 0,0 0-496 0,0 0 0 0,0 0 0 0,0 0 928 0,0 0 96 16,0 0 0-16,0 0 16 16,10-3 80-16,3 2 16 0,3-2 0 0,1 2 0 0,1 0-624 0,3 1-128 15,0 0-32-15,1 1 0 0,0 0-48 0,0 2-16 16,1-2 0-16,-4 2 0 0,1 1-96 0,-3 1 0 15,-2 0-16-15,-2 2 0 0,-2 4-48 0,-3-2-128 16,-2 2 192-16,-2 1-64 0,-1 1 80 0,-6 2 16 16,-2 5 0-16,-3 1 0 0,-2 2-32 0,-2 3-16 15,-3 3 0-15,-1 1 0 0,-3 1-48 0,-2 0-128 16,-1-1 192-16,-1 2-64 0,-1-4-128 0,2 0 0 16,0-3 0-16,2-2 0 0,3-1 0 0,3-1 0 15,2-3 0-15,2-2 48 0,2-3-48 0,3-1 0 16,4-1 0-16,1-1 0 0,0-10 0 0,5 7-128 15,1 0 128-15,3-2-160 0,3-2-32 0,4-1-16 0,2 1 0 16,3-3 0 0,1-3-336-16,2-2-64 0,2-3-16 0,2 0 0 15,5-3-1168-15,5-1-256 0,0-4-32 0,1-2-13152 0,-2-4-2640 0</inkml:trace>
  <inkml:trace contextRef="#ctx0" brushRef="#br0" timeOffset="2367.73">4549 1071 43935 0,'0'0'1952'0,"0"0"400"0,0 0-1888 0,0 0-464 0,10 1 0 16,1 1 0-16,-2-1 720 0,0-1 48 0,1 0 16 0,1 0 0 0,0 0 48 0,4-1 16 15,2-1 0-15,0 1 0 0,0 0-608 0,1-2-240 16,0 0 176-16,2 0-176 16,2 0-416-16,1 0-176 0,1-1-48 0,-1-3 0 15,2-1-2704-15,-2 0-560 0</inkml:trace>
  <inkml:trace contextRef="#ctx0" brushRef="#br0" timeOffset="2778.18">5000 784 20271 0,'-9'-17'1792'15,"6"12"-1424"-15,2 1-368 0,1 4 0 0,2-4 5744 0,-2 4 1072 16,6-5 224-16,-1 2 32 0,3-2-4640 0,1 1-912 16,1 0-192-16,2-1-48 0,2 2-320 0,3 1-64 15,3-1 0-15,2 2-16 0,0 0-496 0,3-1-112 16,0 1-16-16,-2 1 0 0,1 1 0 0,-2 1-16 15,-3 0 0-15,-1 2 0 0,-1 0-32 0,-1 1 0 16,-4-3 0-16,0 3 0 0,-3 1-48 0,-2 1-16 16,-1-1 0-16,-2 2 0 0,-3 1 80 0,-1-1 16 0,-3 1 0 0,-2 4 0 15,-3 0-48-15,0 2 0 0,-2 0 0 0,-3-2 0 16,-1 0-192-16,-2 2 0 0,-1 0 128 16,-5 1-128-16,1 1 0 0,0-1 0 0,2-1 0 15,2 1 0-15,2-4 0 0,4 1-128 0,0-2 128 16,5-1-208-16,-1-1-16 0,3 0 0 15,3 0 0-15,1-9 0 0,4 8-96 0,4-2 0 16,3 1-16-16,4-2 0 0,0-1 112 0,4-2 32 0,0 4 0 16,3-1 0-16,2 0 192 0,-1 0 0 0,1 2 0 15,-1 1 0-15,-2 0 0 0,0 2 0 0,-2 0 0 16,1 1 0-16,-6-2 0 0,1 1 0 0,-2 2 0 16,-3 2 0-16,-2-1 288 0,0 2-48 0,-4 0-16 0,-3 0 0 0,-2 0-32 0,-2-2 0 15,-3 3 0-15,-5 1 0 0,-2 1-192 0,-4 2 176 16,-4 1-176-16,0-2 160 0,-3 1-400 0,-2-1-80 15,-4 0 0-15,-2 2-16 16,-11 3-2368-16,-4 2-480 0</inkml:trace>
  <inkml:trace contextRef="#ctx0" brushRef="#br0" timeOffset="3144.37">1455 2149 56383 0,'0'0'2496'0,"4"-9"512"0,4-1-2400 0,14-1-480 0,12 1-128 0,7-3 0 16,6 2-176-16,-9 2-48 16,8-1-16-16,11-2 0 0,12 0 624 0,10-1 112 0,7-1 16 15,11 2 16-15,13 2-352 0,3 1-176 0,3 1 160 0,7 0-160 16,5 0 128-16,1 2-128 0,0 2 0 0,4-2 144 15,-24 5-144-15,9 2 0 0,0-2 0 0,6 1 128 16,0-2-128-16,1 0 0 0,-2 0 0 0,-2-1 128 16,0 2-128-16,-4-1 128 0,-6 4-128 0,-6-4 128 15,-10 1-128-15,-8 0 0 0,-7-2 144 0,-3 3-144 16,-2-2 0-16,-6 2 0 0,-9 2 0 0,-9-1 128 16,-8 1-128-16,-6-2 0 0,-6 1 0 0,-5 0 0 0,1 2 0 0,-5 0 128 15,-6-1-128-15,-8 1 0 0,-4-4 0 0,-4 1 0 16,0 0 0-16,0 0 0 15,-13 0-816-15,-4-2-128 0,-3 2-16 16,-1 0-15824-16,-3 3-3168 0</inkml:trace>
  <inkml:trace contextRef="#ctx0" brushRef="#br0" timeOffset="3465.69">6061 1109 28559 0,'-12'2'1264'0,"8"0"272"0,-2-2-1232 0,6 0-304 0,0 0 0 16,0 0 0-16,0 0 6160 0,0 0 1184 0,0 0 224 0,0 0 48 16,0 0-6064-16,0 0-1216 0,0 0-336 15,0 0 128-15,0 0-128 0,0 0-240 0,2 7 64 0,-2-7 16 16,0 0-2128 0,7 8-416-16,1 1-96 0,-2-1-11984 0,0 4-2384 0</inkml:trace>
  <inkml:trace contextRef="#ctx0" brushRef="#br0" timeOffset="3599.56">6081 1283 42783 0,'0'0'1904'0,"-4"8"384"0,-3 0-1840 0,1 0-448 0,2 1 0 0,-2-1 0 0,0 1 2624 0,-1-2 448 16,2 0 64-16,-1 1 32 0,0 0-1696 0,1-2-352 16,1-3-64-16,4-3-16 0,-4 7-640 0,2-1-128 15,2-6-16-15,0 0-16 0,0 0-496 0,0 0-80 16,0 0-32-16,5 7-16832 16,4-2-3360-16</inkml:trace>
  <inkml:trace contextRef="#ctx0" brushRef="#br0" timeOffset="7219.97">7577 1323 11967 0,'4'-16'528'0,"-3"9"112"0,-1 1-512 0,2-1-128 16,-1 0 0-16,0-1 0 0,1-1 5296 0,0 2 1024 0,1 2 208 0,-3 5 32 15,0 0-3040-15,0 0-592 0,2-4-128 16,-2 4-32-16,0 0-976 0,0 0-192 0,0 0-32 0,0 0-16 16,-2 9-592-16,-3 1-112 0,-1 5-16 0,-1 3-16 15,-4 3-256-15,-2 2-48 0,-1 3-16 0,-1 4 0 16,1-2-112-16,0 2-32 0,-1-1 0 0,1 1 0 16,0-6-176-16,-1 1-48 0,2-3 0 15,3 0 0-15,-2-1-128 0,3-3 0 0,1-3 0 0,2-2 128 16,-2-1-128-16,1-3 0 0,2-1 0 0,1-2 128 15,-1-2-128-15,5-4 0 0,0 0 0 0,0 0 0 16,-5-3 0-16,2-1 0 0,2-3 0 0,2-4 0 16,2-2-208-16,2-2 16 0,0-5 16 0,4-2 0 0,3-7-144 0,4-2-48 15,2-4 0-15,0-1 0 16,2 3-32-16,-1-4-16 0,1 3 0 16,0 2 0-16,-1-1 240 0,-2 4 176 0,-3 3-208 0,-1 5 80 0,-1 4 128 0,-3 7 0 15,-2 0 0-15,-1 3 0 0,-6 7 224 0,0 0 80 16,0 0 16-16,0 0 0 0,0 0 32 0,7 5 16 15,-1 2 0-15,0 2 0 0,-3 1-160 0,3 2-16 16,0 0-16-16,1 2 0 0,1 2-176 0,1 1 128 16,4 1-128-16,0-1 128 0,0 2-128 0,2 2 0 15,2 1 0-15,2-1 128 0,0 1-128 0,2 1 0 0,-1-2 144 16,-1-2-144-16,-1 1 0 0,-1-1 0 16,-2 2 0-16,-2-3 0 0,0 1 0 0,-3-5 0 15,-1 2 0-15,-2-2 0 0,-5-1 0 0,0-1 0 16,-2-2 0-16,-3-2 0 0,-2 0 0 0,-3 0 0 0,-1 1 128 15,-3-2-128-15,-3 0 256 0,-1-2-32 0,-2-1 0 0,-2 0 0 16,-1 1-64-16,-1 3-16 16,-1-5 0-16,-1 1 0 0,-2 0-144 0,0-2-144 0,0-1 144 0,0-1-208 15,-2 0 80-15,2-1 128 0,3-3-208 16,2 2 80 0,3-1-1072-16,5 2-208 0,2-2-32 0,11 3-16 0,0 0-2896 0,2-9-576 15</inkml:trace>
  <inkml:trace contextRef="#ctx0" brushRef="#br0" timeOffset="8537.37">8440 1015 21183 0,'0'-11'1888'0,"0"11"-1504"0,0 0-384 0,0 0 0 0,3-5 4416 15,-3 5 800-15,5-4 160 0,-5 4 48 0,0 0-2656 0,0 0-528 16,0 0-96-16,0 0-32 0,0 0-576 0,5 13-128 0,1 3-32 16,-4 5 0-16,-2 8-816 0,-1 4-176 0,-4 7-16 0,1 0-16 15,0 2 128-15,-1 1 32 0,-1 1 0 0,2 0 0 16,1 2-320-16,0-3-64 15,0-3-128-15,3 0 192 0,0-3-192 0,2-1 176 16,0-4-176-16,2-2 160 0,1-4-160 0,2-2 0 0,-2-5 0 0,2-2 0 16,0-4 0-16,1-2 0 0,3-5 0 15,-1-2 0-15,-1-1 0 0,0 1 0 0,0-7 0 0,2-1 0 16,-2-2 0-16,0-5-272 0,3-2 64 0,-2-3 16 16,-1-3 192-16,3-2 160 0,1-5-32 0,0-1 0 15,0-7-128-15,0-3 0 0,2-2 0 16,-1-1 0-16,0 2 0 0,2-3 0 0,0 1 0 0,-1-3 0 15,2 0 0-15,-1 3 0 0,-3 2 0 0,0 6 0 16,-1 2 0-16,-2 7 0 0,-2 3 0 0,-2 7 0 16,0 2 0-16,-2 4 0 0,-4 7 0 0,0 0 0 15,0 0 0-15,2 8 0 0,0 2 0 0,-1 6 0 0,-1 5 128 16,0 0-128-16,-1 4 0 0,-2 2 128 0,2 2-128 0,-1 1 0 16,1 1 0-16,0 1 0 0,1-2 0 0,1 0 0 15,-1 0 0-15,1-1 0 0,1-2-272 0,-1 1 64 16,0-5 16-16,2-2 0 15,-2-3-992-15,0-2-192 0,1-3-32 0,-2-1-16 16,0 0-1296-16,1-7-256 16,-1-5-48-16,0 0-10288 0,0 0-2064 0</inkml:trace>
  <inkml:trace contextRef="#ctx0" brushRef="#br0" timeOffset="8759.7">8260 896 46879 0,'0'0'2080'0,"-2"-4"416"0,2 4-1984 0,0 0-512 15,5-6 0-15,0-1 0 0,-1-2 576 0,4 3 0 16,2 0 16-16,3 4 0 0,3-3 48 0,4 3 0 16,3-2 0-16,3 2 0 0,3-2-640 0,3 3 0 0,2-1-224 0,1 1 64 31,3-3-2944-31,0 1-592 0,3 3-112 0</inkml:trace>
  <inkml:trace contextRef="#ctx0" brushRef="#br0" timeOffset="8912.76">8959 791 49183 0,'0'0'2176'0,"0"0"448"0,0 0-2096 0,7-2-528 0,2-2 0 0,1 3 0 16,-1 0 768-16,3 1 64 0,2 0 0 0,2-3 0 0,2 2 0 15,3-2 16-15,1 1 0 0,1-1 0 16,3 2-656-16,0 1-192 0,0 0 0 0,1 0 128 15,2 0-1488-15,-1 2-304 0,0 2-48 0,-1 3-21152 16</inkml:trace>
  <inkml:trace contextRef="#ctx0" brushRef="#br0" timeOffset="9149.6">9603 1205 38703 0,'0'0'1712'0,"0"0"352"0,0 0-1648 0,0 0-416 16,9 3 0-16,-1-1 0 0,1 0 4176 0,0-1 752 15,2 0 160-15,1-1 32 0,-2-1-3760 0,3 0-736 16,0-1-160-16,3 2-16 0,1-3-448 0,2 1 0 16,2 1 0-16,0-2 0 0,-2 1-144 0,1-1 144 0,-2 0 0 15,1 0 0 1,-1 1-816-16,-1 1-48 0,-3 0-16 0,2-1 0 15,-3 2-1440-15,-4 2-304 0,-3 0-48 0,-6-2-19152 0</inkml:trace>
  <inkml:trace contextRef="#ctx0" brushRef="#br0" timeOffset="9321.43">9551 1367 17503 0,'0'0'1552'0,"0"0"-1232"0,-5-1-320 0,5 1 0 0,0 0 7424 15,0 0 1440-15,9-2 288 0,3 2 48 0,1 2-6720 0,1-1-1344 16,2 1-272-16,3-2-48 0,-2 0-16 0,3 0 0 15,1-2 0-15,2 2 0 0,2 0-496 0,2 0-112 16,1-3 0-16,0 2-16 0,1 2-368 0,1-2-64 16,0 1 0-16,1-3-16496 15,10 7-3280-15</inkml:trace>
  <inkml:trace contextRef="#ctx0" brushRef="#br0" timeOffset="9973.25">10554 1519 23951 0,'0'0'2128'0,"-7"-2"-1696"16,2 1-432-16,5 1 0 0,0 0 5792 0,0 0 1072 15,0-7 224-15,2 0 32 0,2 1-4736 0,-1-1-944 16,-2 4-192-16,5-4-32 0,0 0-592 0,3 2-112 15,4 0-32-15,3 0 0 0,-1 1-288 0,2 0-48 16,-1 1-16-16,0 1 0 0,-2 0-128 0,-1 0 160 16,-2 2-160-16,0 0 160 0,-2 2-32 0,1 0 0 15,-10-2 0-15,2 5 0 0,-3 2 80 0,-2 2 16 16,-2 2 0-16,-4 1 0 0,-3 2 0 0,-1 3 0 16,-1 0 0-16,-2 2 0 0,0-1-96 0,2 1 0 15,-3 1-128-15,0-2 192 0,2-1-192 0,2 0 0 0,1 0 0 16,3-4 128-16,1-1-128 0,5 0 0 0,1-3 0 15,3 1 0-15,-1-10 0 0,6 9 0 0,2 0 0 0,3-2 0 16,2-2 0-16,2-2 0 0,2-1 0 16,2 0 0-16,0-2 0 0,1-2 0 0,-1 0 0 0,3-1 0 15,-1-2 0-15,1 0-128 0,1-2 128 0,0 1-160 16,-1-1-1264 0,0 1-256-16,1-1-48 0,0-2-16 0,1 0-2992 0,-2 0-608 15</inkml:trace>
  <inkml:trace contextRef="#ctx0" brushRef="#br0" timeOffset="11451.39">11663 964 12895 0,'1'-5'1152'0,"-2"-2"-928"16,0 1-224-16,-1-1 0 0,2 7 3312 0,-1-8 608 15,0-1 128-15,-4 1 32 0,-4 2-1328 0,-1-1-272 16,4 1-48-16,-1 1-16 0,0 1-176 0,0 1-16 16,-1 3-16-16,0 2 0 0,-1 0-912 0,-1 3-176 15,-1 4-32-15,-2 6-16 0,-2 4-176 0,-2 6-16 16,-2 5-16-16,-3 11 0 0,0 0-240 0,3 0-48 15,2-1-16-15,4-2 0 0,2-3-128 0,6-1-32 16,2-4 0-16,6-4 0 0,1 0-192 16,4-4-32-16,2-3-16 0,3-3 0 0,4-1-160 0,1-3 0 15,2-3 0-15,1-4 0 0,2-3 0 0,2-4 0 16,1-2 0-16,1-1-176 0,0-2 176 0,0-2-192 16,-1 0 192-16,-1-5-192 0,-3-1 192 0,-3 1 0 15,-2-6 0-15,-2 3 0 0,-2-3 0 0,-1-3 0 0,-3 0 0 16,-3-2 0-16,1 0 128 0,-3-5-128 15,-3 0 128-15,-1-1-128 0,-3-3 0 0,1 0 128 0,-5-1-128 16,1 4 0-16,-2-2 0 0,-1 5 0 0,-2 3 0 16,-2 0 0-16,-1 4-352 0,-2 4 16 0,1 3 0 0,-1 5 0 31,0 0-1104-31,2 5-224 0,1 4-32 0,0 4-13200 0,-1 2-2640 0</inkml:trace>
  <inkml:trace contextRef="#ctx0" brushRef="#br0" timeOffset="11674.09">11595 1251 48255 0,'0'0'2144'0,"0"0"432"0,-2 9-2064 0,-1-3-512 0,0 1 0 0,2 1 0 0,1 1 720 0,1-1 48 16,1 1 0-16,-1 4 0 0,2-3 160 0,1 6 32 15,1 1 16-15,1 0 0 0,1-3-720 0,-1 5-128 16,2-5-128-16,0 1 144 0,0 1-144 0,0-2 0 15,1 0 0-15,0-3 0 16,0 0-1216-16,1-1-256 0,1-2-64 0,1 1-13776 16,3-2-2752-16</inkml:trace>
  <inkml:trace contextRef="#ctx0" brushRef="#br0" timeOffset="12123.78">12031 1248 32255 0,'0'0'2864'0,"0"0"-2288"15,6-5-576-15,2 1 0 0,0 0 4112 0,1 0 720 16,1 0 144-16,1 2 16 0,1-2-2784 0,1 1-560 0,1 2-112 16,-1 1-32-16,3-3-864 0,-1 3-192 0,1-1-16 0,-2 2-16 15,1 2-176-15,-2 1-48 0,-3 1 0 0,1 0 0 16,-2-1-192-16,-2 1 0 0,-1 2 128 0,-2-1-128 16,-4-6 0-16,2 8 144 0,-1 1-144 0,-1-1 128 15,-2 0-128-15,-2 0 192 0,-1 0-192 16,-2 0 192-16,-1 2-64 0,1-2-128 0,-3 1 192 0,1-1-64 15,0-2-80-15,0 2-48 0,1 2 0 0,2-2 0 16,-1 0 0-16,2 0 0 0,5-8 0 0,-4 6 0 0,4-6 0 0,0 8 0 16,0-8 0-16,4 7 0 0,3-2 0 15,0-1 0-15,2-1 0 0,3 0 0 0,0 3 0 0,1-1 0 16,1 0 0-16,2 0 0 0,-2 1 0 16,1-4 0-16,-1 2 0 0,-1 0 0 0,-1 1 0 0,0 3 0 15,-3-1 0-15,0-1 0 0,-1-2 0 16,-2 1 0-16,1 3 0 0,-2-1 0 0,-1 0 0 0,-2 1 0 15,1 1 0-15,-2 2 0 0,-2-2 0 0,-2 3 0 16,-2-2 0-16,-1 0 0 0,-2 0 0 0,-3-1 0 16,0-2 0-16,-4 1 0 0,0-1 0 15,-4-1 0-15,0 1 0 0,-3-1 0 0,-2 1 0 0,1-1 0 16,-2 1 0-16,3-2 0 0,-2 0 0 0,3 1 0 16,3-5 0-16,3 0 0 15,-1-1-896-15,6 0-160 0,2 0-32 0,8 0-15728 16,0 0-3136-16</inkml:trace>
  <inkml:trace contextRef="#ctx0" brushRef="#br0" timeOffset="12325.72">12877 1213 36863 0,'0'0'3264'0,"0"0"-2608"0,-1-3-528 0,1 3-128 16,0 0 4304-16,7-5 832 0,0 0 176 0,-1 1 16 15,2 1-3728-15,1 1-768 0,0-3-128 0,4 1-48 0,2 2-400 16,2-1-96-16,1 0-16 0,3-1 0 0,1 1-336 0,2-2-64 16,-1 0 0-16,6 1-17056 15,5 0-3408-15</inkml:trace>
  <inkml:trace contextRef="#ctx0" brushRef="#br0" timeOffset="12734.61">13535 1251 9215 0,'0'0'400'0,"0"0"96"0,0 0-496 0</inkml:trace>
  <inkml:trace contextRef="#ctx0" brushRef="#br0" timeOffset="13301.43">13600 1300 6447 0,'0'0'272'0,"0"0"80"0,0 0-352 15,0 0 0-15,2-1 0 0,-1-2 0 0,-1 1 6800 0,-1 1 1296 0,1 1 256 16,0 0 48-16,0 0-4240 0,0 0-864 16,0 0-160-16,0 0-48 0,0 0-1296 0,0 0-256 0,0 0-48 0,0 0-16 15,0 0-528-15,0 0-112 0,0 0-32 0,0 0 0 16,0 0-256-16,0 0-48 0,0 0-16 0,0 0 0 15,0 0-224-15,0 0-64 0,0 0 0 0,0 0 0 16,0 0-48-16,0 0-16 0,0 0 0 0,0 0 0 16,6-3-128-16,1-2 0 0,1 1 0 0,-1-1 112 15,2 2-112-15,1 2 0 0,0-1 0 0,-1 0 0 0,2-1 0 16,0 1 0-16,2-1 0 0,0 0 0 16,2 1 0-16,0 0 0 0,0 2 0 0,0-2 0 15,1 2 0-15,-3-1 0 0,-1-2 0 0,-2 3 0 0,-1 3 0 0,-1 0 0 16,-8-3 0-16,0 0 0 0,0 0 0 0,0 0 0 15,-2 8 0-15,-5 0 0 0,-1 1 0 0,-2 3 0 16,-3-2 0-16,-3 3 0 0,-1 2 0 0,-1-1 0 16,-2 0 0-16,-1 2 0 0,-1 1 0 0,3 1 0 15,-1-1 0-15,1 1 0 0,-1-3 0 0,3 0 0 16,3-1 0-16,2-1 0 0,2-2 0 16,2 1 0-16,1-4 0 0,3 0 0 0,4-8 0 0,-1 7 0 15,2 0 0-15,5 0 0 0,0-5 0 0,3 2 0 0,2-3 0 16,0 1 0-16,2-4 0 0,2 1 0 15,0-2 0-15,2 0 0 0,0-1 0 0,3-2-160 16,1 1 160-16,0-3-192 16,1 1-832-16,1-4-192 0,3 2-16 0,2 0-16 15,2 1-3632-15,0-4-736 0</inkml:trace>
  <inkml:trace contextRef="#ctx0" brushRef="#br0" timeOffset="13862.35">14181 862 35007 0,'-4'-13'1552'0,"4"13"320"0,-3-5-1488 0,3 5-384 0,0 0 0 0,0 0 0 15,0 0 4368-15,0 0 816 0,0 0 144 0,-3 8 48 0,3 2-3440 0,0 2-672 16,-1 4-144-16,0 6-32 0,-1 8-720 0,2 1-160 16,2 4-16-16,0 2-16 0,1 1-176 0,2-1 0 15,2 3 0-15,1-5 112 0,2-5-112 0,-1-2 0 16,0-4 0-16,0-1 0 0,2-2 0 0,-2-1 0 15,1-2 0-15,-2-4 0 0,-1-2 0 0,-2-3 0 16,-1-2 0-16,0-2 0 0,-4-5 0 0,0 0 0 16,0 0 0-16,0 0 0 0,0 0 0 0,0 0 0 15,2-7 0-15,1 1 0 0,0-3 0 0,-1-2 0 16,2 1 0-16,0-4 0 0,0-2 0 0,0-5 0 16,1-1 0-16,0-3 0 0,2-1 0 0,1-1 0 15,-1-2 0-15,3-1 0 0,0-1 0 0,0 1 0 16,1 0 0-16,-2 5 0 15,0 4 0-15,0 4 0 0,-1 4 0 0,-1 5 0 0,-1 2 0 0,1 1 0 16,-7 5 0-16,7 5 0 0,1 5 0 0,0 6 0 0,0 7 0 16,1 2 0-16,0 5 0 0,0 3 0 15,0 2 0-15,1-1 0 0,-4-7 0 0,2 1 0 16,0-1 0-16,-1-4 0 0,3 1 0 0,-3-2 0 0,3-2 0 0,-1 0 0 16,1-3 0-16,1-1 0 0,0-2 0 0,1-2 0 15,4-1 0-15,-2-1 0 0,-1-2 0 16,1-4 0-16,-3-3 0 0,-1-1 0 0,1-1 0 15,-2-4 0-15,0-5 0 0,-1 0 0 0,-3 0 0 0,1-2 0 16,1 0 0-16,1-2 0 0,-2-2 0 0,2-2 0 0,0-3 0 16,0-5 0-16,-2 0 0 0,3-11 0 0,-2 10 0 15,-2-4 0-15,-1-1 0 0,0 0 0 16,-1-2 0-16,-1 0 0 0,0 1 0 0,-2 6 0 16,-3 2-784-16,-1 4-160 15,0 4-16-15,-1 3-16 0,-3-3-2208 0,-1 4-432 16,-2 4-96-16</inkml:trace>
  <inkml:trace contextRef="#ctx0" brushRef="#br0" timeOffset="14077.74">13905 774 52527 0,'-22'-7'2320'0,"14"3"496"16,2-1-2256-16,1 1-560 0,5 4 0 0,0 0 0 0,0 0 576 0,5-4 16 15,3 0 0-15,4-1 0 0,2 1-32 0,4 0-16 16,4 0 0-16,3 0 0 0,2 1-544 0,3 1 0 16,3 1 0-16,1-2 0 15,1-1-368-15,3 2-128 0,2-1-16 0,2 2-16 16,2-2-1904-16,3 1-384 0,3 4-80 0</inkml:trace>
  <inkml:trace contextRef="#ctx0" brushRef="#br0" timeOffset="14242.05">14762 637 47743 0,'0'0'2112'0,"0"0"448"0,0 0-2048 0,9-5-512 0,2-2 0 0,2 1 0 16,1-2 880-16,2 1 80 0,1 1 0 0,1 2 16 0,3-1 240 0,1 1 32 15,1 0 16-15,2-1 0 0,0 3-768 0,1 0-160 16,0-1-16-16,1 2-16 0,-6 1-304 0,1 1 0 16,2 0 0-16,-2 2 0 15,0 1-2032-15,-1 1-400 0,-1 3-96 0,-3 1-20192 0</inkml:trace>
  <inkml:trace contextRef="#ctx0" brushRef="#br0" timeOffset="14720.14">15080 1342 25791 0,'-4'-8'1152'0,"4"8"224"0,0 0-1104 0,0 0-272 16,7-1 0-16,2-3 0 0,1 1 5840 0,2 1 1120 15,0-2 208-15,2 0 64 0,-2 0-4816 0,2 2-960 16,3-1-192-16,1 0-48 0,1-1-576 0,-2 0-128 16,-2 1-32-16,0 0 0 0,0 3-272 0,0-3-48 0,-2 2-16 0,-2-2 0 15,-2 3-16-15,-2-2 0 16,-7 2 0-16,0 0 0 0,0 0-128 0,0 0 0 0,0 0 0 0,0 0 0 16,-5 2 0-16,0-2 0 0,-1 3 0 0,0 1 0 15,-1-1 0-15,-1 2 0 0,1-4 0 0,-1 3 112 16,0 0-112-16,1 1 0 0,1 0 0 0,1 1 0 15,1-3 0-15,4-3 0 0,0 7 0 0,1 0 0 16,3-1 0-16,1 1 0 0,2-1 0 0,-1 2 0 16,2 1 0-16,4-1 0 0,0 0 0 0,2 1 0 15,0 3 0-15,2-2 0 0,1-1 0 0,0 1 0 16,0 1 0-16,-2 1 0 0,0 2 0 0,-2-4 0 16,-2 3 0-16,0 1 0 0,-3-1 0 0,0-3 0 0,-5 0 0 0,0 1 0 15,-2-2 0-15,-1 0 0 0,-2 2 0 0,-2-2 0 16,0 1 0-16,-4-3 0 0,-2-1 0 0,-2 2 0 15,-1-2 0-15,-3 0 0 0,-1-1 0 0,-1 0 0 16,0-1 0-16,-3 0 0 0,-1 0 0 0,-2 0 0 16,1 0 0-16,-1 0 0 0,1-4 0 0,-2 1 0 15,-1 0 0-15,1-1 0 0,2 0 0 0,-1 0 0 16,1-1 0-16,-6 0-17472 16,3-2-3504-16</inkml:trace>
  <inkml:trace contextRef="#ctx0" brushRef="#br0" timeOffset="16164.67">2391 3309 15663 0,'4'-6'1392'0,"-3"-2"-1120"0,-1 2-272 0,0-4 0 16,2 4 3520-16,-2 6 656 16,0 0 128-16,0 0 32 0,0 0-752 0,0 0-160 15,0 0-32-15,0 0 0 0,0 0-976 0,0 0-208 0,5 6-32 16,0 6-16-16,-1 4-912 0,-2 3-176 0,0 4-48 0,-2 3 0 16,0 0-384-16,-2 4-64 0,1 5-32 0,-1 0 0 0,-2 0-288 15,0 0-48-15,0 1-16 0,0-4 0 0,0-2-192 0,0-2 0 16,0-2 128-16,0-4-128 15,-1-1 0-15,1-4 0 0,-1-4-192 0,1 0 192 16,-1-5-2176-16,1-1-336 16,4-7-64-16,0 0-20336 0</inkml:trace>
  <inkml:trace contextRef="#ctx0" brushRef="#br0" timeOffset="16307.97">2421 3143 28559 0,'-3'-10'2544'0,"1"1"-2032"16,-1 0-512-16,2 0 0 0,0 3 3984 0,-1-1 704 15,2 7 144-15,0 0 32 0,0 0-3088 0,0 0-624 16,0 0-112-16,0 0-16 0,5 7-1024 0,2 2 0 16,0 5 0-16,-1 6-208 15,3 0-3040-15,3 6-592 0,1 4-128 0</inkml:trace>
  <inkml:trace contextRef="#ctx0" brushRef="#br0" timeOffset="17474.46">2789 3575 14735 0,'0'0'1312'0,"0"-4"-1056"0,0 1-256 16,1-1 0-16,-2-7 5648 0,2 3 1072 0,0-1 224 0,-1 0 32 0,0-1-3680 0,-1-1-736 0,-2 2-160 0,2 0-32 16,-2 5-832-16,1-1-192 0,1 1-16 0,1 4-16 15,-4-3-480-15,-2 2-112 0,0 5-16 0,-1 1 0 16,0 3-256-16,-3 4-64 0,0 3-16 0,-2 5 0 16,-1 2-208-16,0 3-32 0,-1 2-128 0,2 1 192 0,3-2-192 0,1-2 0 15,2 0 128-15,2-3-128 16,4-3 0-16,1-2 0 0,0-3 0 0,3-3 0 0,1-3-128 15,-5-7-32-15,10 0 0 0,0 0 0 0,2-6-160 0,1-1-48 16,0-4 0-16,1-2 0 16,-1-1 96-16,2-2 16 0,0-6 0 0,1-1 0 0,-1-5 80 15,0 0 32-15,0-2 0 0,2-2 0 0,-1-3 144 0,1 1-208 16,-1-2 80-16,-2-1 128 0,0 1-144 0,-1 2 144 16,-1 0 0-16,-3 6 0 0,-2 5 0 0,-1 6 0 15,-1 1 0-15,-2 6 0 0,-2 2 256 0,-1 8 48 16,0 0 16-16,0 0 0 0,-1 8 16 0,-2 5 16 15,-2 4 0-15,1 5 0 0,-1 4-224 0,0 2-128 16,-2-2 128-16,2 1-128 0,1 2 0 0,2 1 144 16,0 0-144-16,2-2 0 0,3 1 0 0,1-2 0 15,0 0 0-15,4-4 0 0,1-2 128 0,2-3-128 16,0-2 0-16,1-3 0 0,-2-3-160 0,2-2-96 0,0-1 0 16,-1-5-16-16,1-2-48 0,0-1 0 15,1-2 0-15,-1-2 0 0,-1-3 80 0,1-2 16 16,-2-3 0-16,1 0 0 0,1 0 224 0,-2-4-192 15,-1-2 192-15,0 0-192 0,-2-2 192 0,1 0-176 0,-1 2 176 16,0 0-160-16,-2 1 160 0,0-1 0 16,1 2 0-16,-3 4 0 0,-1 2 0 0,-2 5 0 0,0-1 0 15,0 7 0-15,0 0 176 0,0 0 64 0,-5 4 16 0,-1 3 0 16,1 2 32-16,0 2 16 0,0 4 0 16,0 2 0-16,1 1-304 0,1 1 160 0,0 4-160 0,3-4 128 15,2 3-128-15,0 1 0 0,4 0 0 0,0-1 0 0,3-5 0 16,3 0 0-16,0-1 0 0,-1-5 0 0,2 1-176 15,2-5 48-15,-1-1 0 0,2-3 0 0,-1-2-64 16,1-1 0-16,0-2 0 0,1-4 0 16,0 0 192-16,-2-2-192 0,2-2 192 0,0-2-192 0,-1-1 192 15,-1-2 0-15,1-2 0 0,-2-1-128 0,1-1 128 0,-2-2 0 16,-2-1 0-16,0 1-128 0,-1 0 128 0,-1 1 0 16,-3 2 0-16,-1 1 0 15,-1 4 0-15,-2 0 0 0,0 5 0 0,-2 8 0 0,-4-2 256 0,-3 0-32 16,-1 4 0-16,1 0 0 0,-2 3 80 0,-2 2 16 15,1 2 0-15,-1 2 0 0,-1 2-320 0,2 0 128 16,0 2-128-16,-1 2 0 0,2-1 128 0,1 2-128 16,2-2 0-16,1 1 0 0,-1 0 0 0,2-2 0 15,2 0 0-15,0-5 0 0,2 2 0 0,2-3 0 16,0-1 0-16,1-2-144 0,-3-6-16 0,7 5 0 16,-1 1 0-16,1-5 0 0,-7-1-80 0,9 1-16 15,0-1 0-15,0-2 0 0,0-2 0 0,0-3-16 16,0 1 0-16,2-3 0 0,-2-2 48 0,0-1 16 0,-1 1 0 0,1-2 0 15,0-3 48-15,0 0 16 0,0 1 0 16,-1-1 0-16,0 0 144 0,-2 3 0 0,1 2-144 0,-3 2 144 16,-1 1 0-16,-3 8 0 0,0 0 0 0,0 0 0 15,0 0 240-15,0 0 16 0,-6 6 0 0,1 5 0 16,0 2 48-16,1 1 16 0,0 2 0 0,1 1 0 16,1 1-192-16,1 0-128 0,2-1 192 0,3-1-192 0,1-3 128 15,1-1-128-15,1-2 0 0,1-2 0 16,1-2 0-16,1-3 0 0,-1-2 0 0,2-1 0 15,1-1 0-15,2-3 0 0,-1-4 0 0,0-2 0 16,-1-2 0-16,0-1-144 0,1-1 144 0,0-1 0 0,-3-3 0 16,0-1 0-16,1-2 0 0,-2-2-128 0,0 0 128 0,0-2 0 15,0-2 0-15,1-1 0 0,-1 1 0 0,0-4 0 16,-1 0 128-16,1 1-128 16,-1 0 0-16,-2 0 144 0,-1 4-144 0,1 3 0 0,-3 5 320 0,-1 5-64 15,-4 1 0-15,1 6 0 0,1 6 112 0,0 0 16 16,-4 5 0-16,-2 5 0 0,-1 6-208 0,1 5-48 15,-1 4 0-15,1 2 0 0,-1 3-128 0,2 1 0 16,1 1 0-16,0-4 0 0,1 0 0 0,3-1 0 16,3 0 0-16,0 2 0 0,1-3 0 0,2 0 0 15,2-1 0-15,4-1 0 16,2-5-592-16,2 1-48 0,1-5-16 0,5-2 0 16,3-2-1072-16,5-5-224 0,5-2-32 0,4-4-20272 15</inkml:trace>
  <inkml:trace contextRef="#ctx0" brushRef="#br0" timeOffset="18559.5">4721 3390 42271 0,'0'0'1872'0,"0"-6"384"0,0-2-1808 0,-2 0-448 15,0 2 0-15,1-4 0 0,-3 5 2032 0,-2 0 304 0,-1 1 64 0,-1 1 16 16,-3 2-880-16,1 2-192 0,-1 5-16 0,-2-1-16 16,-1 0-688-16,-2 3-144 0,1 2-32 0,-2 3 0 15,-1 3-320-15,-1-2-128 0,4 3 0 0,0 2 0 16,2-1 0-16,0 1 0 0,2 1 0 0,0 0 0 15,2-1 0-15,2 1 0 0,4-6 0 0,1 2-160 16,2-2-192-16,2-2-32 0,1-2-16 0,4-2 0 16,-2-2-112-16,-5-6 0 15,0 0-16-15,9 6 0 0,0-6 16 0,3-3 0 16,0-1 0-16,1-2 0 0,1-2 48 16,1-1 16-16,-1-3 0 0,2-1 0 0,-3-1 0 0,1-2 0 0,0-1 0 0,1 0 0 0,-2 3 192 15,0-1 64-15,-1 4 0 0,-2-2 0 0,-1 0 192 0,-2 2 0 16,-2 5 0-16,-1-1 0 0,-4 7 416 0,0 0 32 15,0 0 0-15,0 0 0 0,0 0 192 16,5 8 64-16,0 1 0 0,0 3 0 0,-2 2-240 0,1 0-32 16,0 5-16-16,1 2 0 0,2 5-224 0,-1 4-32 15,2 2-16-15,1 7 0 0,0 3-144 0,0 1 192 16,2 0-192-16,-1 0 192 0,-1-1-192 0,-1 1 0 16,-3 0 0-16,0-3 0 0,1-1 160 0,-5-1-160 15,-1 1 192-15,-4-5-192 0,-2 0 0 0,-2-3-256 16,-1-2 32-16,-3-3 0 15,-1-4-224-15,-1-2-32 0,-2-6-16 0,-2-1 0 0,-3-1 192 0,0-4 48 16,1-6 0-16,1-2 0 0,-1-2 96 16,1-2 32-16,-2-3 0 0,1-4 0 0,2-4-48 0,2-2 0 0,2-2 0 0,2-2 0 15,3-5 48-15,4-3 0 0,1-3 0 16,4-5 0-16,3-3-32 0,4-1 0 16,5-2 0-16,3-2 0 0,1-4 160 0,4-1-192 0,2 0 192 15,4 0-192-15,2 2 192 0,0 3 0 0,1 4 0 16,-2 2 0-16,1 5 0 0,-2 0 192 0,-3 4-32 15,-2 6-16-15,0 3 96 0,-4 2 16 0,-4 5 0 0,0 4 0 16,-1 3-32-16,-3 1 0 0,-1 3 0 0,-8 3 0 16,0 0 32-16,0 0 0 0,5 10 0 0,-4 3 0 15,-2 3 96-15,0 2 32 0,-1 3 0 0,0 0 0 0,-2 0-144 0,0 1-32 16,3 2 0-16,-1-2 0 0,1 1-208 0,1-5 128 16,0 1-128-16,1-5 0 0,2-1 0 0,-2-3 128 15,1-2-128-15,-2-8 0 0,0 0 0 0,0 0 0 16,0 0-144-16,0 0 144 0,7-1-160 0,1-4 160 15,0-3-160-15,0-2 160 0,0-3-176 0,1-2 176 16,1-2-192-16,1-1 192 0,-2-3-176 0,-1-1 176 16,2-2-160-16,2 1 160 0,-1 2-128 0,0-1 128 0,-2 2 0 15,0 3-144-15,-1 3 144 0,-2 2 0 16,-2 2 0-16,0 1 0 0,-2 4 0 0,-2 5 0 16,0 0 128-16,0 0-128 0,0 0 256 0,0 0-32 15,-2 10 0-15,1-2 0 0,0 4-96 0,1-2-128 16,0 3 176-16,-2-2-176 0,4 0 0 0,0 1 0 15,1-3 0-15,1 2 0 0,1 0 0 0,2 0 0 0,0-1 0 0,3-3 0 16,0-3 0-16,2-1 0 0,-2-1-144 16,2-2 144-16,0-2-176 0,1 1 176 15,0-1-208-15,1-2 80 0,-2-7 128 0,-1 1-160 0,1-3 160 0,0 1-160 16,-2 2 160-16,1-5-128 0,-2 1 128 0,0-2-128 16,-1-2 128-16,0-2 0 0,-4 1 0 0,1 1 0 15,0 1 0-15,-1 2 0 0,-1 2 0 0,-1 2-128 16,-1 1 128-16,-1 4 176 0,0 6-48 0,0 0 0 15,0 0 256-15,0 0 32 0,0 0 16 0,0 0 0 16,0 0-288-16,0 0-144 0,0 0 160 0,0 0-160 0,3 9 0 16,1-1 128-16,0 1-128 0,1 1 0 0,0 1 0 15,1 1 0-15,0-1 0 0,3 1 0 0,-1 0 0 0,0 0 0 16,0 1 0-16,-1-3 0 0,1 0 0 0,-1 2 0 16,-2 0 0-16,0 0 0 15,2-2 0-15,-2-1 0 0,-1-1 0 0,-2 1 0 0,0-1 0 0,-2 0 0 16,-2 0 128-16,2-8-128 0,-2 6 0 0,2-6 144 15,-5 7-144-15,-2-2 128 0,1 0-128 0,-1-1 128 16,1 0-128-16,-4-1 128 0,0-1-384 0,-2-2-64 16,1 1-32-16,-1 2 0 15,1 1-1952-15,0 1-384 0</inkml:trace>
  <inkml:trace contextRef="#ctx0" brushRef="#br0" timeOffset="19456.41">3418 4509 8287 0,'-5'-11'368'0,"3"7"80"0,-4-1-448 0,1-1 0 16,0-1 0-16,1 1 0 0,0 1 8032 0,-1-1 1520 0,0 2 304 16,-2-1 64-16,2 1-6352 0,-3 2-1280 0,0-1-256 0,-1 3-48 15,0 4-880-15,-1 2-160 0,-3 5-48 0,-1 2 0 16,1 5-368-16,-2 6-80 0,-2 4 0 0,-1 5-16 15,-5 13-256-15,1 2-48 0,1 3-128 0,4-3 192 0,4-2-64 0,6-3-128 16,0-7 176-16,3 1-176 0,2-6 0 0,0-2 0 16,5-6 0-16,1-3 0 0,1-5 0 0,3-3 0 15,1-4 0-15,3-2 0 0,-2-1-224 0,3-2 48 16,2-6 16-16,-1-2 0 0,1-3-48 0,2-2-16 16,-2-3 0-16,0 0 0 0,1-1 96 0,-3 1 128 15,1-4-208-15,2 0 80 0,0 0 128 16,-2 1 0-16,-3 3 0 0,-1 1 0 0,-1 2 0 0,0 3 0 15,-1 3 0-15,-8 4 0 0,0 0 192 0,9 7 32 16,-1 6 0-16,-2 3 0 0,1 1 160 0,0 1 16 16,-2 0 16-16,0 2 0 0,1-1-176 0,1 1-48 15,-1-2 0-15,1-1 0 0,0-1-192 0,-1-3 144 0,1-2-144 16,-2 1 128-16,1-5-128 0,1-1 0 0,1-1 0 0,-2-2 128 16,-6-3-128-16,0 0 0 15,7-1 0-15,-1-2 0 0,-6 3 0 0,7-4 128 16,-1-2-128-16,-1-1 0 0,-1-6 0 0,2 0 128 15,0-1-128-15,1-2 0 0,-2 2 0 0,0-2 0 0,2-1 128 16,-1-2-128-16,1-8 0 0,0 1 0 0,4 0-160 16,-2 2 160-1,-1-1-688-15,1 3-32 0,0 1-16 0,0 3 0 16,3-3-1312-16,2 5-256 0,2 0-48 0,-2 6-19920 16</inkml:trace>
  <inkml:trace contextRef="#ctx0" brushRef="#br0" timeOffset="21086.77">4382 4682 25791 0,'-8'-9'2304'0,"5"7"-1856"0,1-5-448 0,-1 0 0 0,-2 0 4608 0,1 0 832 15,0-2 176-15,0 2 16 0,-1 1-3152 0,0-1-640 16,-3 1-128-16,1 2-32 0,0 4-384 0,-3 0-80 16,-1 3 0-16,0 2-16 15,1 1-640-15,-3 3-128 0,0 5-32 0,0 2 0 0,-2 8-208 0,0 3-32 16,0 5-16-16,2-1 0 0,0-1-144 0,4 1 0 15,1-1 144-15,3-1-144 0,3-3 0 0,2-1 0 16,2-2 0-16,3-5 0 0,2-3 0 0,2-4-208 16,2 0 16-16,2-3 16 15,1-2-784-15,3-2-176 0,2-3-16 0,1-3-16 16,-2-5-592-16,0-2-112 0,1-3-32 0,-2-1 0 16,0-1-976-16,0-4-192 0,-2 0-32 0,1-2-16 15,-2-1 1520-15,1-1 288 0,-4-1 64 0,1-2 16 0,-2 1 784 0,0 0 176 16,-1-1 16-16,-3 1 16 0,1 3 1216 0,-2 4 240 0,-1 1 64 0,-2 4 0 15,0 4 960-15,-2 3 208 16,0 5 48-16,0 0 0 0,0 0-240 0,-4 6-32 0,0 3-16 0,0 2 0 16,0 1-1056-16,0 1-224 15,0 1-32-15,0 2-16 0,-1-1-464 0,3 1-96 0,0 0 0 16,1-3-16-16,1 0-304 0,0 0 160 0,0-3-160 16,1 1 128-16,3-2-128 0,-1-3 0 0,-3-6 0 15,0 0 0-15,0 0 0 0,0 0 0 0,9 4-176 16,0-4 176-16,0-3 0 0,0 0 0 0,2-4 0 0,-2-1-128 15,3-2 128-15,-1-2 0 0,4-1 0 0,-2-1 0 16,0-2 0-16,0-1 0 0,0-1 0 0,1 0 0 16,0-2 0-16,1-1 0 0,-1 3 0 0,0 1 0 15,1 3 0-15,-2 2 0 0,-1 3 0 0,-3 4 0 0,-3 3 128 0,-6 2-128 16,7 5 160-16,-3 3-160 0,0 4 368 16,-2 4-32-16,-1 5 0 0,2 2 0 0,-4 0-96 15,-1 4-32-15,1-4 0 0,1 2 0 0,0 0-208 16,1-3 176-16,1-1-176 0,-1-3 160 0,0-4-160 15,1-1 0-15,-1-2 0 0,2-4 128 0,-3-7-128 0,5 6 0 16,-5-6 0-16,6 4 0 0,-6-4 0 0,0 0 0 16,8-4 0-16,-1-2 0 0,-1-1-144 0,2-4 144 15,0-1 0-15,0-1 0 0,2-1-128 0,-2-5 128 16,0-2 0-16,1-2 0 0,1 0-160 0,1-4 160 16,-1-2-128-16,2 0 128 0,-2 1-144 0,-1 2 144 15,2 1-160-15,-1 4 160 0,1 4-144 0,-3 1 144 16,-2 5-128-16,-1 3 128 0,-5 8 0 0,0 0-160 15,0 0 160-15,0 0 0 0,3 8 0 0,0 3 0 16,-2 5 0-16,0 2 0 0,-1 3 0 0,0 0 0 16,1 5 0-16,1-4 0 0,-1 2 0 0,3-2 0 15,1-3 0-15,0 1 0 0,-1-2 0 0,1-1 0 16,1-3 0-16,0-2 0 0,2-4-160 0,1-1 160 16,0-4-128-16,2 0 128 0,-1-3-224 0,2-4 32 0,0 0 16 0,-1-1 0 15,1-3-16-15,-1-1-16 0,-1-1 0 16,0-1 0-16,0-1 80 0,-1-1 128 0,0-2-208 0,-1-2 80 15,-1-1 128-15,1-1 0 0,0 0-144 0,0 1 144 16,-2-2 0-16,1 3 0 0,-2-3 0 0,-1 6 0 16,-1 2 0-16,-1 3 0 0,1 3 0 0,-2 1 0 15,-1 5 0-15,0 0 208 0,0 0-48 0,0 0-16 0,0 0 16 16,0 0 0-16,0 0 0 0,0 0 0 0,7 7-160 0,-1 2 0 16,-1-2 144-1,2 2-144-15,-2 0 0 0,2 3 0 0,-2-3 0 0,3 3 0 16,0 0 0-16,-2 1 0 0,-1 0 0 0,2 1 0 0,1 0 0 15,-2-1 0-15,-1-1 0 0,2 0 0 0,-3 0-128 0,0-1 128 16,-2 1-128-16,1 0 128 0,-2-2-176 0,-1 1 176 16,-1-4-208-16,-2 3 80 0,-1-1 128 0,0-1 0 15,-1-1 0-15,0 1-128 0,1-3 128 0,4-5 0 16,-5 6 0-16,5-6 0 0,-7 5 0 0,2-1 0 16,5-4 0-16,0 0 0 0,0 0 0 0,0 0-160 0,0 0 160 15,0 0-160 1,0 0-256-16,7-6-48 0,-1 0-16 0,3-2 0 0,3-4 80 0,0-1 16 15,1-1 0-15,0-2 0 0,1-1 176 0,-1 0 32 0,0-6 16 0,2-2 0 16,-2-3 160-16,2-2 0 16,4-2 0-16,-2 0 0 0,-2-1 0 0,-1-1 144 15,2-1-16-15,-2-1-128 0,2 0 352 0,-2 4-32 16,0 0-16-16,-4 6 0 0,0 3 160 0,-1 3 48 0,-2 5 0 16,-2 3 0-16,-2 5 16 0,-3 7 16 0,0 0 0 0,0 0 0 15,2 11-224-15,0 2-64 0,-4 5 0 16,1 4 0-16,-3 4-96 0,2 2-32 0,-2-2 0 15,1 3 0-15,-1-2-128 0,0 2 0 0,2-2 0 16,0 0-176-16,2 1 176 0,2-1 0 0,0 0 0 0,2 0 0 16,0-3 0-16,0-2-128 0,0-1 128 0,0-1-128 15,0-3-768 1,0-2-160-16,-2-1-32 0,2-3 0 0,-3 1-1840 16,-2-4-368-16,-1 0-80 0</inkml:trace>
  <inkml:trace contextRef="#ctx0" brushRef="#br0" timeOffset="21276.76">5470 4659 11055 0,'-11'-4'480'0,"5"3"112"0,-1-1-464 0,0 2-128 0,7 0 0 0,0 0 0 0,-5 0 7984 0,5 0 1568 15,0 0 320-15,0 0 64 0,0 0-6448 0,0 0-1296 16,0 0-256-16,8-2-48 0,1-1-1056 0,4 0-192 16,1-2-64-16,2 1 0 0,3-1-384 0,2 2-192 15,4-3 160-15,1 1-160 0,3-2 0 0,1 1 0 16,2-3 0-16,5 2 0 15,1 2-1088-15,3 1-272 0,2-3-48 16</inkml:trace>
  <inkml:trace contextRef="#ctx0" brushRef="#br0" timeOffset="21908.94">7532 3506 18431 0,'0'0'1632'0,"0"0"-1312"0,0 0-320 0</inkml:trace>
  <inkml:trace contextRef="#ctx0" brushRef="#br0" timeOffset="22774.4">7477 4093 19343 0,'-7'1'1728'0,"-1"1"-1392"0,2-1-336 0,-1-1 0 0,4 0 5184 0,-1 0 976 16,1-3 192-16,-4 2 48 0,-3 0-3088 0,0-2-624 16,2-2-112-16,4 1-16 0,0-1-1168 0,3 1-240 15,-1-7-32-15,0 2-16 0,0-1-576 0,1-2-112 16,1-1-32-16,0 1 0 0,-1-1-160 0,1-1-32 15,0 0-16-15,-1-1 0 0,1-6-176 0,0-1 192 16,0-4-192-16,0 0 192 0,-3-1-192 0,3-3 0 0,0-4 0 0,0-3 0 16,0-2 0-16,1-1 0 15,-1-2 0-15,2 2 0 0,-1-3 0 0,1 0 0 16,0 1 0-16,0 7 0 0,1 3 0 0,0 6 0 16,-1 5 0-16,1 6 0 0,-2 3-160 0,2 6 160 15,-3 6 0-15,0 0-144 0,0 0 144 0,6 13-128 16,1 5 128-16,-1 5-128 0,1 3 128 0,-1 4 0 0,2 3 0 15,1 3-128-15,2 4 128 0,0-1 0 16,2 1 0-16,2-2 0 0,-1-3 0 0,2-2 0 0,1-7 0 16,1-1 0-16,-2-3 0 0,1-8 0 0,1-2 0 0,0-2 0 15,-1-6 0-15,0-1 0 0,-1-8 0 0,-2-1-128 16,0-3 128-16,1-1 0 0,-2-2 0 0,0-2-128 16,0-5 128-16,-2 1 0 0,0-5 0 0,1-2 0 0,-1-4 0 15,2-2 0-15,-1 0 0 0,1-2 0 0,-1 0 0 16,0 0 0-16,-1-3 0 0,1 1 0 0,2 0 0 15,-2 2 0-15,-1 5 0 0,-2 6 0 16,-1 1 0-16,-2 8 0 0,-2 5 0 0,-4 8 0 0,0 0 0 0,0 0 0 16,1 14 0-16,1 7-128 0,-2 1 128 15,-2 6 0-15,1 2 0 0,-2 2 0 0,1 2 0 0,-1 4 0 16,-1 0 0-16,2 3 128 16,-1 2-128-16,2 0 0 0,-1-1 0 0,2 1 0 15,2-2 0-15,2-2 0 0,1-3 0 0,0-6 0 16,0-2-544-16,3-5-128 0,0-2-32 0,2-3 0 15,3-2-2064-15,3-2-432 0,2-1-64 0,2-4-17664 16</inkml:trace>
  <inkml:trace contextRef="#ctx0" brushRef="#br0" timeOffset="23223.63">8576 3570 47919 0,'-14'-10'2112'0,"8"7"448"0,0-6-2048 0,-1 4-512 16,-1 0 0-16,-1 1 0 0,-1 0 1136 0,-3 4 112 15,-1 1 32-15,-3 2 0 0,0 4-96 0,-2 5-16 16,0 5 0-16,-2 3 0 0,-4 4-688 0,3 5-144 0,0 2-16 0,1 2-16 16,-1 1-112-16,1 0-32 15,5 0 0-15,3-3 0 0,4-1-160 0,3-1 192 0,3-6-192 0,3-1 192 16,3-1-192-16,3-3-176 0,3-1 48 0,2-2 0 16,-1-2-192-16,3-3-48 0,2-1 0 0,1-3 0 31,3-5-80-31,-2-1-32 0,2-3 0 0,1 1 0 0,-2-2 64 0,0 0 16 0,1-3 0 0,-1-3 0 15,0-2 224-15,0-1 176 0,1-3-208 0,-1 1 80 16,-1-1 128-16,-3 1-128 0,-1-2 128 0,0 1-128 16,-1 2 128-16,-2 1 0 0,-2 5 0 0,-3 0 0 0,-5 8 352 15,0 0 0-15,0 0 0 0,0 0 0 0,3 8 128 0,-2 2 32 16,1 3 0-16,-1 2 0 0,0 3-256 0,0-3-32 16,-1 2-16-16,2 0 0 0,-1 0-64 0,2 0-16 15,1-1 0-15,1-2 0 0,0-1-128 0,2 0 0 16,-1-4 144-16,1-1-144 0,0-1 0 0,3-3 144 15,-4-2-144-15,3 0 0 0,-1-2 128 0,0 0-128 16,0-2 0-16,-1 0 0 0,1-4 192 0,0 1-64 16,-1-1 0-16,0-2-128 0,0 0 192 0,1-1-64 15,0 0 0-15,-2-4-128 0,-1-2 0 0,2 0 0 16,-2-3 0-16,3-1 0 0,1-3 0 0,1-1 0 16,1-3-192-16,3-3 192 15,2 2-1568-15,1-2-224 0,2 0-32 0</inkml:trace>
  <inkml:trace contextRef="#ctx0" brushRef="#br0" timeOffset="24230.16">9603 3169 29951 0,'0'0'1328'0,"0"0"272"0,0 0-1280 0,3-6-320 16,-1 1 0-16,0 0 0 0,-4-4 2432 0,1 1 416 0,4 2 96 16,-5 0 0-16,-5 5-384 0,0-3-64 0,2 3-32 0,-2 1 0 15,2-2-864-15,0 5-160 0,-2 2-32 0,-2 7-16 16,-2 2-624-16,-6 9-128 0,-2 1-32 15,0 8 0-15,-3 4-352 0,-1 2-80 0,-1 0-16 0,1 2 0 16,4 3-32-16,2 1 0 0,1 2 0 0,3-2 0 0,5-1-128 16,3-3 160-16,3-4-160 0,2-3 160 15,2-3-160-15,5-4 0 0,-2-3 0 0,3-3 0 0,2-3 0 16,2-2-224-16,1-3 48 0,3-4 16 16,2-3-1184-1,0-2-256-15,4-7-32 0,2 0-16 0,1-3-2208 0,5 1-448 0,2-3-96 0</inkml:trace>
  <inkml:trace contextRef="#ctx0" brushRef="#br0" timeOffset="24474.72">9923 3242 27647 0,'0'0'1216'0,"-4"-6"256"0,0 1-1168 0,4 5-304 16,0 0 0-16,0 0 0 0,0 0 5376 0,0 0 1024 16,0 0 208-16,-3 8 48 0,-1 2-4288 0,0 5-832 15,0 3-192-15,1 3-16 0,-1 1-688 0,1 2-144 16,0-1-32-16,1 3 0 0,-1 4-272 0,1 3-64 15,-1 1-128-15,0-1 192 0,1 0-192 0,2 0 0 0,-3-5 0 16,2 2 0-16,0-5 0 0,-1-1 0 16,1-2 0-16,1-4 0 0,-1-2-192 0,-1-3 192 15,1-3-192-15,0-1 192 16,-1-1-720-16,2-8-48 0,0 0 0 0,0 0 0 16,0 0-944-16,0 0-192 0,0 0-32 0,-2-7-16 15,0-2-1712-15,2-4-352 0</inkml:trace>
  <inkml:trace contextRef="#ctx0" brushRef="#br0" timeOffset="24678.98">9748 3253 13823 0,'-21'-1'1216'0,"13"1"-960"0,0-4-256 0,2 2 0 0,1-1 7904 0,5 3 1536 15,0 0 304-15,0 0 64 0,0 0-6656 0,0 0-1328 16,0 0-272-16,9 0-48 0,1-1-624 0,5-2-128 16,5 2-32-16,4-2 0 0,2 1-304 0,1-1-64 15,1-1-16-15,4 0 0 0,2 0-144 0,1 2-16 16,1-4-16-16,-4 2 0 0,-1 1-160 0,1-3-272 15,-2 1 64-15,0 1 16 16,-2 0-256-16,1 0-64 0,-2 0 0 0,0 2 0 16,-4 1-2128-16,-2 1-432 0,0 1-96 0</inkml:trace>
  <inkml:trace contextRef="#ctx0" brushRef="#br0" timeOffset="25732.56">10286 3723 38463 0,'-17'-4'1712'0,"11"2"336"0,-1 1-1632 0,2-3-416 0,5 4 0 0,-6-2 0 0,-4 0 1792 0,4-2 256 16,2 1 64-16,3-1 16 0,1 4-192 0,5-4-32 15,4-5-16-15,0 2 0 0,2 3-1264 0,0-2-256 16,2 0-48-16,2 0-16 0,0 1-96 0,1-4-16 16,-2 5 0-16,-1-3 0 0,2 3-192 0,-2 0 176 15,-3 2-176-15,1-2 160 0,-1 1-160 0,-1 1 192 16,-9 2-192-16,0 0 192 0,8-2-32 0,-8 2 0 16,0 0 0-16,0 0 0 0,0 0 32 0,0 0 16 15,0 0 0-15,0 0 0 0,0 9-16 0,-1 1-16 16,-1-1 0-16,0 0 0 0,-2-1-16 0,-1 1 0 15,-2 1 0-15,1-2 0 0,-2 4-160 0,1-4 0 16,1 1 0-16,-1 0 0 0,2 1 0 0,1-2 0 16,2 0 0-16,-1 0 0 0,2 0 0 0,-1-1 0 15,4 1 0-15,0 0 0 0,-2-8 0 0,7 8 0 16,2-3 0-16,0 2 0 0,0-2 0 0,0-1 0 0,2 1 0 0,0 0 0 16,2-1 0-16,-1 1 0 0,1 2 0 0,0-3 128 15,-1 1-128-15,-2 3 0 0,0 0 0 0,-1 1 0 16,-3 0 0-16,-1-3 0 0,-5-6 0 15,2 9 0-15,-4 2 176 0,0-1 0 0,-3 1 0 0,-2-1 0 16,-2-1-176-16,-1 2 192 0,-4-4-192 0,1 3 192 16,2-1-144-16,-4 0-48 0,-2 1 0 0,0-1 0 15,-1 1 0-15,0-3 0 0,-2 1 0 0,2 0 0 16,0-1 0-16,1-2 0 0,3-1 0 0,-1 0 0 16,2-3-432-1,3 0-80-15,2-1 0 0,8 0-16 0,0 0-2784 0,0 0-544 0,8-9-112 0</inkml:trace>
  <inkml:trace contextRef="#ctx0" brushRef="#br0" timeOffset="25899.5">10731 3630 29487 0,'0'0'1296'0,"8"-2"288"0,0-1-1264 0,2 0-320 16,3 1 0-16,-1-2 0 0,-1-1 4752 0,3 1 896 16,0-3 176-16,0 5 48 0,1-1-4000 0,-1-1-784 15,3 0-176-15,1 2-16 0,0-1-720 0,2 0-176 16,-2-1 0-16,3 2 0 15,1-1-1472-15,2-2-336 0,-2 0-64 0,4 2-12928 16,3 3-2592-16</inkml:trace>
  <inkml:trace contextRef="#ctx0" brushRef="#br0" timeOffset="26160.56">11527 3183 41471 0,'0'0'3680'0,"0"0"-2944"0,0 0-592 0,0 0-144 15,-5 4 2560-15,5-4 496 0,-4 6 80 0,0 4 32 16,1 3-1504-16,-1 1-288 0,0 5-64 0,0 4-16 16,0 3-912-16,0 1-176 0,-1 0-32 0,1 3-16 15,1 2-160-15,1 2 192 0,0-2-192 0,0 2 192 16,-1 1-192-16,0-2 0 0,2-1 0 0,0-2 0 0,0-1 0 0,2-4 0 16,-1 0 0-16,-1-4 0 0,-3-2 0 0,1-2-272 15,-1-1 64-15,2-3 16 16,0-3-672-16,0-2-128 0,2-8-32 0,0 0 0 15,-3 5-816-15,3-5-160 0,0 0-48 0,0 0 0 16,0 0-2368-16,-6-8-496 0</inkml:trace>
  <inkml:trace contextRef="#ctx0" brushRef="#br0" timeOffset="26356.07">11069 3282 24879 0,'0'0'2208'0,"-3"-5"-1760"16,0-2-448-16,3 2 0 0,0 5 6192 0,6-5 1152 0,3-2 224 0,2 3 48 15,4 1-5312-15,2-1-1088 0,2 0-192 0,2 0-64 16,3 0-512-16,0 0-96 0,2 0-32 0,3 0 0 16,4 2-16-16,1-1-16 15,1 0 0-15,0 2 0 0,-2-3-288 0,2 2 0 16,1-1 0-16,2 0-144 16,-1 3-368-16,-3 2-64 0,-1 2 0 0,-1-2-16 15,-2 3-1680-15,-2 3-336 0,1 1-64 0,-4 3-19360 0</inkml:trace>
  <inkml:trace contextRef="#ctx0" brushRef="#br0" timeOffset="26682.96">11632 3655 35007 0,'0'0'3120'0,"0"0"-2496"0,0 0-496 0,0 0-128 16,8 6 2688-16,1 0 528 0,0 0 112 0,0-2 0 15,4 0-1632-15,1 1-336 0,1-2-64 0,0 1-16 16,1-2-496-16,-2 2-96 0,-1 1-32 0,-1 1 0 0,0 0-192 0,-2 1-32 15,-2 1-16-15,-1 1 0 0,-3 0 16 16,-2 1 0-16,-1 1 0 0,-3 0 0 0,-3 4-80 0,-2-1-16 16,-2 0 0-16,-1 2 0 0,-2 0-112 0,-1-1-32 15,0 2 0-15,0-2 0 0,0-2-192 0,0-2 0 16,2 0 0-16,2-1 0 0,1 1 0 0,2-1 0 16,2-2 0-16,1 0 64 0,3-8-64 0,0 0 0 15,0 0 0-15,8 6 0 0,1 1 0 0,0-3 0 16,3 0 0-16,2-2 0 0,1-2 0 0,3-2 0 15,-2-2 0-15,3 0 0 16,2 0-384-16,1-1-64 0,-1-2 0 16,1-2-16-16,-1-3-800 0,2-5-144 0,2-2-48 15,0-3 0-15,0-4-2800 0,1-3-560 0</inkml:trace>
  <inkml:trace contextRef="#ctx0" brushRef="#br0" timeOffset="26964.11">12187 2938 22111 0,'0'0'1968'0,"-1"-4"-1584"0,-3-3-384 0,4 7 0 16,0 0 4448-16,0 0 800 0,0 0 176 0,0 0 16 15,0 0-2576-15,8 4-528 0,1 3-96 0,1 2-32 16,3 0-752-16,3 3-160 0,1 3-16 0,1 4-16 0,-1 6-592 0,1 1-112 16,3 5-32-16,0 4 0 0,1 3-16 0,3 2 0 15,1 3 0-15,2-1 0 0,-2-2-320 0,-3 0-64 16,-5-7 0-16,2 5-128 0,-1 4 128 0,0 1-128 15,-4 4 0-15,1 1 0 0,-2-3 192 16,-2 1-64-16,0 0 0 0,-3-3-128 0,-3-4 0 0,-2-2 0 16,-2-1 0-16,-2-3-144 0,-4-3 144 15,-3 0 0-15,-1-3 0 0,1-1 0 0,-3-4 0 0,1-2 0 16,0-3 0-16,-3 2 0 16,1-3-1824-16,0-2-336 0,-2-4-64 0</inkml:trace>
  <inkml:trace contextRef="#ctx0" brushRef="#br0" timeOffset="27431.29">13169 3362 28559 0,'0'0'2544'0,"0"0"-2032"0,-4-3-512 0,4 3 0 0,0 0 5872 0,0 0 1072 15,0 0 224-15,10-3 32 0,1-1-5648 0,-1 1-1120 16,-3-3-240-16,2 1-32 0,5 0 64 0,2 0 16 15,2 2 0-15,0-3 0 16,5 2-560-16,0 0-128 0,2-1 0 0,-2 2-16 16,1 2-1776-16,-2 1-368 0,-1 1-64 0,2 2-11792 15,-5-3-2352-15</inkml:trace>
  <inkml:trace contextRef="#ctx0" brushRef="#br0" timeOffset="27575.03">13211 3432 27647 0,'0'0'2448'0,"-7"0"-1952"0,7 0-496 0,0 0 0 16,0 0 4112-16,0 0 736 0,0 0 144 0,0 0 16 15,0 0-3504-15,8-1-704 0,5-1-144 0,3 2-16 16,2-1-304-16,4 1-48 0,4-1-16 0,3-3 0 16,1 0-272-16,2 0-304 0,2 0 64 0,0-1 16 31,0-2-2016-31,1 0-416 0,2-1-80 0</inkml:trace>
  <inkml:trace contextRef="#ctx0" brushRef="#br0" timeOffset="28064.57">13870 3626 38703 0,'-5'0'3440'0,"1"0"-2752"16,0-1-560-16,4 1-128 0,0 0 3392 0,0 0 640 16,0 0 128-16,0 0 16 0,9-1-2752 0,3-2-544 15,0 2-112-15,1-1-32 0,0 1-400 0,1 1-80 16,1 0 0-16,-2 0-16 0,-2-3-80 0,2 3-16 15,-1 2 0-15,0-1 0 0,-3 0 80 0,-1 2 16 16,-8-3 0-16,6 5 0 0,-6-5-240 0,4 11 144 16,-4-4-144-16,-1 4 128 0,-2 1-128 0,-2 1 0 0,-1 1 0 15,-4 2 112-15,-1-1-112 0,-2 2 0 0,1-2 0 16,2 2 0-16,-1-1-160 0,2 3 32 0,0-5 0 0,2 2 0 16,3-3 128-16,2-1 192 0,0-3-32 15,4 0-16-15,2 1-144 0,2-2 0 0,2-3 0 0,2-1 0 0,2-1 0 16,1-6 0-16,2 3 0 0,3-1 48 15,3-2-48-15,0-2 0 0,1-2 0 0,1-2 0 16,3 0-432-16,2-4-80 0,0 0 0 0,4-1-16 16,0-2-1632-16,5-1-320 15,1-5-64-15,2 1-12816 0,3-4-2576 0</inkml:trace>
  <inkml:trace contextRef="#ctx0" brushRef="#br0" timeOffset="28421.22">15015 2973 14735 0,'-3'-6'1312'0,"1"-2"-1056"15,-1-1-256-15,0 2 0 0,1 1 7296 0,-2 0 1408 16,1 2 288-16,-1 2 48 0,-2 2-5568 0,-1 2-1104 16,0 2-240-16,-3 3-32 0,-3 2-1072 0,-1 4-192 15,-3 7-64-15,-2 7 0 0,-5 4-384 0,-1 7-64 16,-1 4-32-16,0 3 0 0,0 2-160 0,3 2-128 16,0-6 192-16,4-3-48 0,3 0-144 0,7-3 0 15,5-1 0-15,6 0 0 0,4 0 0 0,2-5 0 16,2-1 0-16,5-2 0 0,0-5 0 0,5-3 0 0,2-3 0 0,4-4 0 15,3-3 0-15,-1-3 0 16,1-2 0-16,1-2 0 0,1-5 0 0,2-2 0 0,0-1 0 16,-1-3 0-16,-2-3 0 0,1-2 0 0,-6 1 0 15,1-4 0-15,-1-2 0 0,-1-3 0 0,-2-2 0 0,-1-1 0 16,-3-3 0-16,0-2 0 0,-1-1 0 0,1-12 0 16,-2 1 0-16,-4-2 0 0,-3 0 0 0,-3 1 0 15,-2 0 0-15,-4 3 0 0,-4-1 0 0,-2 4 0 16,-5 5 0-16,-2 2 0 0,-1 3 0 0,-6 2-160 15,0 3-208-15,-3 4-32 16,1 2-16-16,-1 4 0 0,-2 7-944 0,-1 6-192 0,-3 5-48 16,-1 6-14416-16,-1 0-2896 0</inkml:trace>
  <inkml:trace contextRef="#ctx0" brushRef="#br0" timeOffset="28661.21">15083 3423 47567 0,'0'0'2112'0,"0"0"432"0,0 0-2032 0,0 0-512 16,0 0 0-16,0 0 0 0,0 0 1648 0,-2 12 224 15,0 1 48-15,-1 2 16 0,-2 6-704 0,1 0-144 16,0 4-16-16,0 0-16 0,0 3-704 0,2 2-144 16,-1 0-16-16,1-2-16 0,0 0-128 0,0 0-48 15,2-2 0-15,0-4 0 0,1-1 0 0,2-3 0 16,-1 0 0-16,1-5 0 15,-1-1-432-15,2-3-80 0,-4-9 0 0,7 7-16 16,3-2-1648-16,1-1-320 0,0-3-64 0,1-2-12800 16,0-2-2560-16</inkml:trace>
  <inkml:trace contextRef="#ctx0" brushRef="#br0" timeOffset="29046.41">15321 3577 28559 0,'0'0'2544'0,"6"-7"-2032"0,-1 1-512 0,0-5 0 15,3 5 5056-15,1-1 928 0,1 1 176 0,2 0 48 16,1 1-3808-16,-1-1-752 0,2 0-160 0,0 4-16 0,1 1-768 0,-2 1-128 15,-1 1-48-15,-3-1 0 16,0 1-240-16,0 2-48 0,0 1-16 0,-1 1 0 0,-8-5-224 0,5 8 0 16,-1 0 128-16,-1 1-64 0,-3 1-64 0,0-1 0 15,-2 2 0-15,0 0 0 0,-2 2 0 0,-1 2 0 16,1-1 0-16,-3 0 0 0,1 0 0 0,-1-1 0 16,2-2 0-16,1 1 0 0,1 0 0 0,1-2 0 15,1-1 0-15,1 0 0 16,0-1 0-16,1 0 0 0,1-1 0 0,4-1 0 0,0 1 0 0,2-1 0 15,0 1 0-15,2-1 0 0,2 2 0 0,-2-1 0 16,1-1 0-16,-1 1 0 0,1-2 0 0,-1 1 0 16,-2 0 0-16,0-1 0 0,0 1 0 0,-1-1 0 15,0 5 0-15,-2-1 0 0,0-3 0 0,-2 1 0 16,-3 2 0-16,-1-1 0 0,-2 0 0 0,-1 1 0 16,-2-3 0-16,-2 3 0 0,-1 0 0 0,-2 1 0 15,-2-3 0-15,-1 0 0 0,-2 1 0 0,-1 1 0 16,-1-4 0-16,1 0 0 0,0-2 0 0,-1-2 0 0,0 2 0 15,3-3 0-15,1 0 0 0,1 0-240 0,2-5 80 16,4 3 16 0,0 2-2112-16,7 0-432 0,0 0-64 0</inkml:trace>
  <inkml:trace contextRef="#ctx0" brushRef="#br0" timeOffset="29216.02">15832 3472 51887 0,'4'-7'2304'0,"-1"3"464"0,5 0-2208 0,3 1-560 0,5-1 0 0,1 2 0 16,0-2 864-16,1 1 64 0,2-2 16 0,1 2 0 16,-1 2-256-16,3 0-48 0,0-1-16 0,1 1 0 0,-2-2-416 0,3 0-80 15,1 0 0-15,1 2-128 16,-1-3-656-16,0 1-240 0,0-2-64 0,-2 4-23824 16</inkml:trace>
  <inkml:trace contextRef="#ctx0" brushRef="#br0" timeOffset="30118">16259 3643 34095 0,'0'0'3024'0,"-6"-4"-2416"0,1 2-480 0,5 2-128 15,-2-7 4032-15,0 2 800 0,2 0 160 0,0 5 16 16,0 0-3104-16,4-6-624 0,0 1-128 0,3 0-32 15,0 1-544-15,4 2-128 0,-1-1 0 0,3 2-16 0,0 1-432 0,0-3 128 16,0 6-128-16,1-3 0 16,0 2 0-16,-2 2 0 0,-1-1 0 0,1 1 0 15,-2-2 0-15,0 3 0 0,-5 2 0 0,-1 1 128 0,-3 0-128 0,-1 2 192 16,-3 1-192-16,-2 0 192 0,-1 1 0 0,-3 0 0 16,-3 2 0-16,-1 2 0 0,0-5-144 0,0 4-48 15,-3 2 0-15,2-4 0 0,-1 1 0 0,2-1 0 16,2-1 0-16,-1 0 0 0,1-1 0 0,4-2 0 15,1-1 0-15,4 0 0 0,1 1 0 0,1-9 0 16,0 0 0-16,3 7 0 0,4-1 0 0,1-3 0 16,1-1 0-16,1 0 0 0,1-2 0 0,1 0 0 15,-1 0 0-15,2-2 0 0,3-1 0 0,0-4 0 16,-1 1 0-16,2-1 0 16,1 2-432-16,1 0-80 0,0-1 0 0,1 0-16 15,-1-2-1552-15,3 0-304 0,3-4-64 0,-1 2-20464 16</inkml:trace>
  <inkml:trace contextRef="#ctx0" brushRef="#br0" timeOffset="30678.89">16929 3004 52575 0,'-7'-10'2336'0,"5"3"480"0,-1-2-2256 0,2 1-560 0,1 2 0 0,-2 1 0 15,2 5 976-15,0 0 96 0,0 0 16 16,0 0 0-16,0 0-352 0,2 11-64 0,-1 4-16 0,0 7 0 16,-1 1-496-16,-1 10-160 0,-2 4 0 0,1 3 144 15,-1 2-144-15,2-1 0 0,0 4 0 0,1-5 0 16,0-3 0-16,2-2 0 0,2 0 0 0,0-1 0 0,1-1 0 0,0-4 0 16,2-2 0-16,-2-1 0 0,2-9 0 15,-2-2 0-15,0-4 0 0,0-5 0 0,-1 1 0 16,1-2 0-16,-5-5 0 0,0 0 0 0,7 0 0 0,0-3 0 15,-1-1 0-15,2-3 0 0,0-4 0 0,0-1 0 16,-1-1 0-16,2-1 0 0,-1-3 0 16,3 0 0-16,-2-5 0 0,1 1 0 0,2-2 0 0,0-2 0 15,1-2 0-15,0-3 0 0,-3-2 0 0,2 1 0 16,0-2 0-16,-1 3 0 0,1 3 0 0,-3 4 0 16,-1 0 0-16,-1 9 0 0,-2 1 0 0,-1 5 0 15,-4 8 0-15,0 0 0 0,0 0 0 0,0 0 0 16,4 11 0-16,0 6 0 0,1 3 0 0,-1 5 0 15,-2 3 0-15,2 2 0 0,1 0 0 0,2-2 0 16,-1 0 0-16,2-5 0 0,0 1 0 16,1-2 0-16,0-5 0 0,2-4 0 0,1 0 0 0,-1-3 0 0,4 1 0 15,-2-4 0-15,0 0 0 0,1-2 0 0,0-2 0 16,-1-2 0-16,-1-1 0 0,0-1 0 16,2-3 0-16,1-3 0 0,-2-1 0 0,0 1 0 0,-2-2 0 15,1-2 0-15,-1-1 0 0,-1 1 0 0,0-6 0 16,0 1 0-16,-1-1 0 0,1-4 0 0,1-2 0 15,-2-3 0-15,1-3 0 0,2-2 0 0,1-3 0 0,0 0 0 16,0 0-192-16,-3 1-48 0,-1 3 0 16,-3 3 0-16,-4 4-1792 15,-3 3-352-15,-4 7-80 0</inkml:trace>
  <inkml:trace contextRef="#ctx0" brushRef="#br0" timeOffset="30883.15">16655 2792 44223 0,'0'0'3936'0,"0"0"-3152"0,0 0-624 0,0 0-160 0,0 0 2464 0,8-4 464 15,2-1 80-15,2 0 32 0,0 2-2192 0,2 0-432 16,3 1-96-16,4-1 0 0,2 0-320 0,3 1 0 16,0-1 128-16,3 1-128 0,10-2-208 0,0 2-112 15,0-1 0-15,3 1-16 16,0 1-1872-16,2 1-368 0,2-3-80 0,-4 2-19200 0</inkml:trace>
  <inkml:trace contextRef="#ctx0" brushRef="#br0" timeOffset="31048">17540 2697 14735 0,'0'0'1312'0,"0"0"-1056"0,0-7-256 0,3 1 0 16,3-1 8208-16,2 2 1584 16,1 0 320-16,3-1 64 0,1 0-7328 0,3 1-1472 0,-1 1-288 0,4 0-64 15,0 0-320-15,2 1-48 0,0 1-16 0,1 0 0 16,2 1-432-16,0 0-80 0,4 1-128 0,-1 0 176 15,2 1-320-15,-2 2-64 0,-2-1-16 0,-2 2 0 16,-2 2-1664-16,-1 1-336 16,-3 2-64-16,-2 2-20688 0</inkml:trace>
  <inkml:trace contextRef="#ctx0" brushRef="#br0" timeOffset="31502.17">17856 3321 24879 0,'0'0'1088'0,"0"0"256"0,0 0-1088 0,0 0-256 0,4 8 0 0,1-2 0 0,1 0 5984 0,3-2 1136 16,-1-2 240-16,3 1 32 0,0 1-4752 0,4 0-944 15,0 0-192-15,4-1-32 0,-5 0-832 0,3 0-176 16,1-2-16-16,0 2-16 0,1 1-208 0,-1-1-32 16,-4 0-16-16,-1 0 0 0,-2-1-128 0,-3 2-48 15,-3 0 0-15,-5-4 0 0,0 0 0 0,0 0 0 16,0 0 0-16,-3 7 0 0,-1-6 0 0,-3 4 0 15,-1-2 0-15,-1 2 0 0,-3 0 0 0,0 0 0 16,-1 1 0-16,0 0 0 0,0 1 0 0,1-1 0 16,1-1 0-16,0 3 0 0,-1 3 0 0,5-5 0 15,1 2 0-15,4 0 0 0,-4-2 0 0,5 1 0 16,1 1 0-16,3 1 0 0,2 1 0 0,4 2 0 16,0 0 0-16,3-2 0 0,2 1 0 0,-1-2 0 0,0-3 0 15,4 3 0-15,0 0 0 0,0 2 0 0,0-1 0 16,-1 1 0-16,-3-1 0 0,-1 1 0 0,-2-2 0 15,-1-2 0-15,-1 3 0 0,-3-1 0 0,-1-1 0 16,-4 1 0-16,0-1 0 0,-2-1 0 0,-4 1 0 16,0 0 0-16,-3 0 0 0,-3-2 0 0,-4 2 0 0,-1-1 0 15,-2-1 0-15,-2-2 0 0,0 0 0 0,-2 1 0 0,-1-1 0 16,-1-1 0-16,3-1 0 0,1 0 0 0,2-2 0 16,1 0 0-16,1-2 0 0,2 1 0 15,1 0 0-15,-3-2 0 0,5 2 0 0,3-2 0 16,1-1-1280-16,4 2-256 0,4 2-64 0</inkml:trace>
  <inkml:trace contextRef="#ctx0" brushRef="#br0" timeOffset="44338.75">8490 5835 18431 0,'0'0'1632'0,"-12"0"-1312"0,0 2-320 0,2 0 0 0,1-2 4416 16,9 0 800-16,-7 5 160 0,7-5 48 0,0 0-2688 0,0 0-544 16,0 0-96-16,0 0-32 0,11 8-640 0,3-1-128 15,4-1-16-15,3-2-16 0,1-2-400 0,-7 1-80 16,3-3-16-16,3 1 0 0,2-1-256 0,5 0-48 16,2 0-16-16,3-1 0 0,3 1-96 0,11-3-32 15,1 2 0-15,3 0 0 0,0-1-128 0,1 0-16 16,0-1-16-16,0 0 0 0,0 0-160 0,-1-1 0 15,1 0 0-15,2 1 0 0,-1 2 0 16,0-3 0-16,0 1 0 0,-4 3 0 0,-2-4 0 0,-3 3-272 16,-3 0 32-16,-3-2 16 15,-3 2-1392-15,-3 0-288 0,-4-1-48 0,-2 1-16 16,-3-2-1616-16,-3 1-336 0,-3 0-64 0,-5 0-13440 0</inkml:trace>
  <inkml:trace contextRef="#ctx0" brushRef="#br0" timeOffset="44622.82">9795 5747 39215 0,'0'0'1728'0,"0"0"384"0,-9-4-1696 16,9 4-416-16,0 0 0 0,-7-3 0 0,7 3 1712 0,0 0 256 16,-6-3 48-16,6 3 16 0,0 0-528 0,0 0-96 15,0 0-32-15,0 0 0 0,0 0-656 0,0 0-128 16,0 0-16-16,2 6-16 0,3 2-240 0,2 0-32 0,2 0-16 0,2 0 0 16,0 0-112-16,2 1-32 0,3 0 0 15,1-1 0-15,0 1-128 0,1 0 0 0,0 1 0 0,2-2 0 16,-1 0 0-16,0 1 0 0,-2-1 128 15,0 0-128-15,0 1 0 0,-3-4 0 0,-2 3 0 16,-2 0 0-16,-1-2 0 0,-2 3 128 0,-7-9-128 0,4 8 0 16,-4-8 192-16,0 9-64 0,-3-1 0 0,-3 1 0 0,-4 0 128 0,-1 2 0 15,-2-2 16-15,-3 1 0 0,-2 2-48 16,-2 0-16-16,-2 1 0 0,-1-4 0 0,-1 1-208 16,-1 1 144-16,-1-3-144 0,1 1 128 15,2 1-128-15,1 1 0 0,0-3 0 0,3 2-176 16,4-2-1360-16,4 2-288 0,7 2-48 0</inkml:trace>
  <inkml:trace contextRef="#ctx0" brushRef="#br0" timeOffset="45338.51">11441 5768 46239 0,'-6'-13'2048'0,"6"13"432"0,-3-6-1984 15,3-1-496-15,2 1 0 0,-2 6 0 0,1-8 384 0,-1 1 0 0,1 1-16 0,-1 3 0 0,0 2 560 0,0 1 112 16,0 0 32-16,0 0 0 0,2 13-416 0,-2 1-80 15,-3 6 0-15,-1-1-16 0,-3 6-112 0,0 4 0 16,-4-1-16-16,1 4 0 0,-1 0-96 0,1-2-16 16,-2 0 0-16,-2 0 0 0,-2 2-128 0,-1-5-48 15,0-2 0-15,0 0 0 0,0-2-144 0,-1-2 160 16,-1 0-160-16,-1-4 160 0,1-3-160 0,-1-2 192 16,0-1-192-16,0-1 192 0,-1-3-192 0,0 0 128 15,1-4-128-15,2 0 128 0,1-3-128 0,0-3 0 0,0 0 0 0,2-6 0 16,0 1 0-16,2-4 0 15,3-2 0-15,1 0 0 0,2-1-128 0,3-3 128 16,3-2-160-16,2 0 160 0,3-3-176 0,4 0 176 0,1 1-192 16,1 2 192-16,2 2-176 0,3 1 176 0,1 1-160 0,4 2 160 15,0 1 0-15,0 5 0 0,-1 4 0 16,2 3 0-16,1 2 0 0,1 3 208 0,-1 3-64 16,1 2-16-16,-3 4 0 0,3 0 0 15,-4 1 0-15,3 2 0 0,0 0-128 0,1-1 0 0,0 1 144 16,2 1-144-16,0 0 0 0,-1 0 128 0,2-3-128 15,0 0 0-15,1 1 0 0,-1-1 144 0,0-1-144 0,-2-3 0 16,1-2 0-16,-3-2 0 0,-1-3 0 16,-1 1 0-16,-3-1 0 0,-2 0 0 0,0 0-192 0,-2-1 48 15,-3-2-736 1,2-2-144-16,0 1-16 0,-1 0-16 0,0 1-1744 0,-1-3-336 16,2 2-80-16</inkml:trace>
  <inkml:trace contextRef="#ctx0" brushRef="#br0" timeOffset="53178.02">12179 5874 50559 0,'0'0'2240'15,"0"0"464"-15,0 0-2160 0,0 0-544 0,0 0 0 0,0 0 0 0,0 0 656 0,0 0 32 16,0 0 0-16,7-3 0 0,3-1 16 0,2 0 0 16,1 0 0-16,3 1 0 0,1-1-512 0,1 0-192 15,0 1 128-15,2-1-128 0,1 0 0 0,-1 2 0 16,4 0 0-16,-3 1 0 15,0 0-432-15,-1-2-112 0,1 2-32 0,-1 1 0 16,-1 0-1088-16,-2 0-208 0,0 1-48 0,-1 2-16 16,-3-3-2416-16,-3 2-464 0,7 5-112 0,-17-7 0 0</inkml:trace>
  <inkml:trace contextRef="#ctx0" brushRef="#br0" timeOffset="53329.08">12307 5990 27647 0,'-13'0'2448'0,"0"1"-1952"0,0 0-496 0,3 1 0 16,2 0 3824-16,1 0 656 0,7-2 144 0,0 0 32 15,0 0-2592-15,0 0-512 0,0 0-96 0,0 0-32 16,9 2-800-16,3 1-176 0,2-3-16 0,2-3-16 16,1 1-416-16,3 0 0 0,2-2-224 0,0 2 80 15,0-2-1376-15,2 0-272 0,0-1-48 0,2 0-12032 16,3-1-2400-16</inkml:trace>
  <inkml:trace contextRef="#ctx0" brushRef="#br0" timeOffset="55600.79">13278 5350 40831 0,'0'0'1808'0,"-1"-5"368"0,0-2-1728 0,1 2-448 0,1 0 0 0,-1-2 0 0,1 2 1408 0,-1 5 192 15,0 0 32-15,0 0 16 0,0 0-48 0,0 0 0 16,0 0 0-16,0 0 0 0,0 0-768 0,4 8-144 16,1 2-48-16,1 6 0 0,-2 5-320 0,1 5-64 15,0 2 0-15,3 5-16 0,0 1-48 0,1 2 0 16,0 5 0-16,1-1 0 0,-2 2-192 0,1-2 144 15,-1 2-144-15,0-4 128 0,-2-4-128 0,2-2 0 16,-2-2 0-16,-1-2-176 0,-1-6 400 0,0-3 80 16,-1-2 16-16,0-4 0 0,1-2-160 0,-1-1-32 15,-1-3 0-15,-2-7 0 0,0 0 0 0,0 0 0 16,0 0 0-16,0 0 0 0,0 0 0 0,0 0 0 16,4-8 0-16,0-2 0 0,-1-2-128 0,-1-3 0 15,2 0 0-15,0-2 112 0,3-7-112 0,0-2 0 0,3-2 0 0,0-4 0 16,3 0 0-16,1-6 0 15,1-4 0-15,0 1 0 0,2 1 0 0,2 1 0 0,0-1 0 0,-1 1 0 16,-1-2-144-16,-1 6-32 0,-3 5 0 0,-1 3 0 16,-3 2-112-16,-3 5-32 15,1 4 0-15,-2 2 0 16,-2 3-560-16,-2 3-112 0,0 1-32 0,-1 7 0 16,0 0-1152-16,0 0-256 0,0 0-32 0,-4 10-11904 0,-1 0-2384 0</inkml:trace>
  <inkml:trace contextRef="#ctx0" brushRef="#br0" timeOffset="55867.04">13160 5613 51551 0,'-13'-1'2288'0,"13"1"464"0,0 0-2208 0,-4-4-544 0,-1-3 0 0,5 7 0 0,0 0 800 0,0 0 48 15,0 0 16-15,10-2 0 0,3-2-160 0,4 1-16 16,4-1-16-16,2 0 0 0,3 0-512 0,2 2-160 16,2-1 0-16,0 1 0 0,1-2 128 0,0-3-128 15,1 2 0-15,0 1 0 0,2 2 0 0,0 0 0 16,0 0 0-16,0-1 0 16,0 0-1104-16,-2 1-240 0,1 0-32 0,-1 2-14736 15,1 3-2944-15</inkml:trace>
  <inkml:trace contextRef="#ctx0" brushRef="#br0" timeOffset="56339.68">13843 5711 30399 0,'0'0'2704'0,"-4"0"-2160"0,0-1-544 0,4 1 0 16,0 0 4800-16,0 0 832 0,0 0 192 0,8-2 16 15,2 1-3856-15,2-2-784 0,2 1-160 0,2 0-16 16,1 2-512-16,1 0-112 0,0-1-16 0,-1 0 0 15,2-2-208-15,-1 1-48 0,-1 0-128 0,-1 2 192 16,-2 2-192-16,-1-1 144 0,-1 2-144 0,-3-1 128 16,-9-2-128-16,6 4 192 0,-6-4-192 0,0 0 192 15,0 0 0-15,2 8 16 0,-2-8 0 0,-4 8 0 0,-2 1-32 16,0 1-16-16,-1-2 0 0,-2 0 0 16,-1-2-160-16,-2 2 0 0,0-1 144 0,1 1-48 15,-1-1-96-15,1 4 0 0,1-5 0 0,0 3 0 16,1-1 0-16,1 1 0 0,1-1 0 0,2 1 0 15,0 0 0-15,2 1 0 0,2-3 0 0,1-7 0 0,2 11 0 0,2-6 0 16,2 3 0-16,1-2 0 0,3 1 0 0,0-1 0 16,2 1 0-16,1-2 0 0,0-1 0 0,1 0 0 15,-1-1 0-15,0 2 0 0,2-3 0 0,-1 2 0 16,-1 0 0-16,-1 0 0 0,-2-1 0 0,-1-1 0 16,-1 1 0-16,0 1 0 0,-8-4 0 0,2 8 0 15,1-2 0-15,-3-6 0 0,0 0 0 0,-3 7 0 16,1-1 0-16,-3 1 0 0,-3 1 0 0,-1-2 0 15,-2-1 0-15,-1 2 0 0,-1-1 0 0,0 2 0 0,0-1 0 16,-2-1 0-16,-1 1 0 0,-1-1 0 0,0-2 0 0,0 1 0 16,-2-1 0-16,-1 2 0 0,-1-3 0 0,0 1 0 15,3 0 0-15,-1-1-208 0,0 0 64 0,1 0 16 32,1 4-1344-32,2-1-272 0,0 4-48 0,3 0-22416 0</inkml:trace>
  <inkml:trace contextRef="#ctx0" brushRef="#br0" timeOffset="56665.23">13213 6411 39615 0,'-18'-1'3520'0,"9"1"-2816"0,-3 0-560 0,3 0-144 0,2 0 3312 0,7 0 624 16,0 0 128-16,0 0 32 0,0 0-2688 0,0 0-544 15,0 0-96-15,0 0-32 0,13 0-160 0,6 0-16 16,3 0-16-16,5 0 0 0,6-2-400 0,3 1-144 16,2-2 0-16,4 1 0 0,2-1 0 0,4 1 0 15,5-1 0-15,5 0 0 0,5-1 0 0,1 1 0 16,-2 0 0-16,1-1 0 0,-3 1 0 0,1 2 0 16,2-1 0-16,-1 0 0 0,1 1 0 0,-2-2 0 15,-2 2 0-15,-6 0 0 0,-5-1 0 0,-4 1 0 16,-5 0 0-16,-7 0 0 0,-2 1 0 0,-5-3 0 15,-4 0 0-15,-6 2 0 0,-3 1 0 0,-3-3 0 16,-9 3 0-16,0 0 0 16,0 0-496-16,0 0-80 0,0 0-32 0,-10-2-24992 0</inkml:trace>
  <inkml:trace contextRef="#ctx0" brushRef="#br0" timeOffset="57623.83">13317 6970 7359 0,'4'-14'656'16,"-2"7"-528"-16,-1-2-128 0,-1 0 0 0,0-4 5952 0,0 1 1152 0,3 2 224 0,1 0 48 15,-1-2-3344-15,1 3-656 16,2-3-144-16,-1 4-32 0,-1 2-960 0,-4 6-192 16,0 0-32-16,0 0-16 0,0 0-784 0,0 0-176 0,7 1-16 15,0 4-16-15,-3 2-432 0,0 7-96 0,1 4-16 0,-2 4 0 16,1 4-240-16,-1 3-48 0,1 1-16 0,0 3 0 15,2-3-160-15,-3 1 160 16,5 0-160-16,-1 1 160 0,1-2-160 0,-1 1 0 0,0 0 0 0,-1-1 128 16,1-4-80-16,1 0-48 15,0-4 0-15,-1 1 0 0,-1-5 0 0,0-1 0 0,-2-4 0 0,0-4 0 16,-1-1 0-16,-1-2 0 0,-2-6 0 0,0 0 0 16,0 0 0-16,0 0 0 0,0 0 0 0,0 0 0 15,0 0 0-15,0 0 0 0,5-6 0 0,1-3 0 16,0-4 0-16,-1-2 0 0,1-2 0 0,0-2 0 15,2-5 0-15,1-3 0 0,1 0 0 0,1-2 0 16,-1-1 0-16,3-3 0 0,3-2 0 0,1-3 0 16,-1-1 0-16,-1-1 0 0,1-1 0 0,0 4 0 0,-1 0 0 15,1 3 0-15,-2 4 0 0,-1 1 0 16,-4 5 0-16,0 2 0 0,-1 3 0 0,0 4 0 16,0 2-768-16,-2 3-160 0,0 3-32 15,-4 1 0-15,-2 6-1664 16,0 0-352-16,0 0-64 0,7 7-18592 0</inkml:trace>
  <inkml:trace contextRef="#ctx0" brushRef="#br0" timeOffset="57854.34">13271 7159 53439 0,'-15'2'2368'0,"15"-2"496"0,-6-2-2288 16,6 2-576-16,0 0 0 0,0 0 0 0,0 0 704 0,0 0 48 15,0 0 0-15,8-4 0 0,2-1-160 0,3 1-16 16,3 0-16-16,2 2 0 0,0-5-400 0,3 3-160 16,0-1 128-16,1 0-128 0,1 0 0 0,1-1 0 15,1 1 0-15,-1-1 0 0,1-1 0 0,0 2 0 16,0 1 0-16,0 0 0 16,1-1-1408-16,-2 1-176 0,1 0-16 0,0 3-14672 15,-2 2-2928-15</inkml:trace>
  <inkml:trace contextRef="#ctx0" brushRef="#br0" timeOffset="58234.03">13892 7206 52863 0,'0'0'2352'0,"0"0"464"0,0 0-2240 0,0 0-576 0,0 0 0 0,0 0 0 0,0 0 832 0,0 0 64 16,11 2 16-16,-1-2 0 0,1-2-224 0,2 2-48 16,0 0-16-16,1 0 0 0,-1 0-400 0,0 0-80 15,2 0-16-15,-2 2 0 0,-2-1-128 0,0 3 0 16,-2-2 0-16,-1 2 128 0,-8-4-80 0,0 0-48 15,5 7 0-15,-5-7 0 0,1 9 0 0,-2 1 0 16,-2 2 0-16,-3 0 0 0,-3 0 0 0,-3 1 0 16,-2 0 0-16,-1 2 0 0,0 0 0 0,-2 0 0 15,0 1 0-15,0 0 0 0,0-2 0 0,1 0 0 16,2-1 0-16,2 0 0 0,0 0 0 0,3-1 0 16,3 0 0-16,0-2 0 0,4-1 0 0,2 0 0 15,0-9 0-15,4 10 0 0,1-3 0 0,2 0 0 16,0-2 0-16,4 0 0 0,2-1 0 0,1-1 0 15,2-3 0-15,1 0 0 0,0 0 0 0,1 0 0 16,1-3 0-16,2 1 0 0,0-2 0 0,3 0 0 16,-1 0 0-16,1 1 0 0,-2-2 0 0,-1 1 0 0,-1 0 0 15,1 0 0-15,-1-1 0 0,-2 1 0 0,-1 0 0 16,-1-1 0-16,-2 4 0 0,-2-2 0 0,-2 2 0 16,-2 0 0-1,0-1-336-15,-8 2-64 0,0 0-16 0,0 0-16800 0,0 0-3376 0</inkml:trace>
  <inkml:trace contextRef="#ctx0" brushRef="#br0" timeOffset="64885.42">15512 6149 39615 0,'-9'-3'3520'0,"-2"1"-2816"15,-1 0-560-15,5-2-144 0,7 4 3232 0,0 0 608 16,0 0 128-16,0 0 32 0,0 0-2624 0,0 0-528 16,0 0-96-16,11-5-32 0,4 3-400 0,2-1-96 0,2 0-16 0,5 2 0 15,2-3-208-15,1 3 0 16,2-2 128-16,2 2-128 0,3-2 0 0,1 1 0 0,2 1 0 0,0 1 0 16,3 0 0-16,0 1 0 0,2 1 0 0,1-2 0 15,-2 2-336 1,2-1-176-16,0-2-16 0,-1-1-16 0,-4 2-1520 0,1-2-304 15,-1 4-64-15,-2-5-12576 0,-2-3-2512 0</inkml:trace>
  <inkml:trace contextRef="#ctx0" brushRef="#br0" timeOffset="65127.25">16320 5998 39615 0,'-14'-6'3520'0,"8"5"-2816"0,1 0-560 0,5 1-144 0,-5 0 2816 0,5 0 512 15,0 0 128-15,0 0 0 0,0 0-2384 0,0 0-496 16,0 0-80-16,5 8-32 0,2 0-32 0,2-2-16 15,1 1 0-15,2 0 0 0,1 0-288 0,0-1-128 16,4-2 0-16,0 3 128 0,-1-1-128 0,-1 2 0 16,-2-1 0-16,0-1 0 0,-2 1 0 0,-2 1 0 15,-3-1 144-15,-2 1-144 0,-1 0 320 0,-3 1-16 16,-4 2 0-16,-1-1 0 0,-3 2 0 0,-1-1 0 16,-3 1 0-16,-1 0 0 0,0 1-176 0,-1 0-128 15,-2 0 144-15,0 0-144 16,1 1-592-16,0-3-224 0,2 1-32 0,3-1-24112 0</inkml:trace>
  <inkml:trace contextRef="#ctx0" brushRef="#br0" timeOffset="65637.7">17313 5527 13823 0,'0'0'608'0,"0"-6"128"0,-2-5-592 0,2 2-144 0,1 0 0 0,2 2 0 0,1 5 8336 0,-4 2 1648 16,0 0 320-16,0 0 64 0,0 0-7200 0,0 0-1440 16,1 8-272-16,0 3-64 0,0 9-752 0,1 3-160 15,-2 6-32-15,0 6 0 0,-2 7-96 0,1 6-32 16,0 4 0-16,0 4 0 0,1 0-320 0,1-1 0 16,1-4 0-16,1-4 128 0,2-4-96 0,-1-4-32 15,0-5 0-15,0-1 0 0,0-3 0 0,2-3 0 16,0-6 0-16,-1-4 0 0,0-4 0 0,0-1 0 15,-1-6 0-15,0-2 0 0,-4-4 0 0,0 0 0 0,0 0 0 0,8-7 0 16,-1 0 0-16,-1-5 0 0,2-5 0 16,1 0 0-16,-3-5 0 0,2 1 0 15,0-5 0-15,3-3 0 0,0-2 0 0,4-8 0 16,0-2 0-16,2-7 0 0,3-1 0 0,1-4 0 16,1-1 0-16,1 0 0 0,2 2 0 0,0 1 0 0,-2 3 0 15,-2 4 0-15,-3 3-400 0,-2 5-80 16,0 3-16-16,-3 6 0 0,-4 5-1488 15,-1 5-320-15,-2 4-48 0,1 5-13168 0,-1 3-2640 0</inkml:trace>
  <inkml:trace contextRef="#ctx0" brushRef="#br0" timeOffset="65887.32">17167 5910 34095 0,'-18'-2'3024'0,"10"0"-2416"16,-1-1-480-16,1-1-128 0,3 0 4400 0,5 4 848 16,0 0 192-16,3-7 16 0,1 1-3728 0,2-1-768 15,5 1-128-15,3-4-48 0,4 3-320 0,3-1-64 16,3-1-16-16,2 0 0 0,1-1-384 0,2 1 0 16,2 3 0-16,0-3 0 0,1 0-144 0,0 1 144 15,2 1 0-15,0 1 0 16,-2 2-1168-16,1 4-128 0,0 0-32 0,-1 0-14960 15,1 2-2992-15</inkml:trace>
  <inkml:trace contextRef="#ctx0" brushRef="#br0" timeOffset="66303.75">17587 5983 51199 0,'-13'-1'1136'0,"13"1"224"0,0 0 48 0,0 0 16 0,0 0-1136 0,0 0-288 0,0 0 0 0,0 0 0 0,9 1 768 0,3 1 112 15,1-1 16-15,4 0 0 0,1 2-128 16,0-3-32-16,1 1 0 0,-1 2 0 15,-1-1-352-15,0-2-64 0,-3 2 0 0,1-1-16 0,-5 3-128 0,0 0-32 16,0-2 0-16,-3 2 0 0,-7-4-144 0,0 0 0 16,0 0 144-16,4 7-144 0,-4-7 0 0,-1 9 0 15,0 1 0-15,-3-2 128 0,-3 0-128 16,-1 0 0-16,-1-2 0 0,0 1 96 0,-1 2-96 0,-1 0 0 16,1-1 0-16,-1 0 0 0,1-2 0 0,2 1 0 15,0 1 0-15,2-2 0 0,1 2 0 16,2-1 0-16,3-7 0 0,0 7 0 15,0-7 0-15,4 7 0 0,-4-7 0 0,9 9 0 0,0-1 0 0,3-2 0 16,-2 0 0-16,3-1 0 0,2 0 0 0,-1 0 0 0,0 0 0 16,1 2 0-16,-1-3 0 0,0 2 0 0,1 2 0 15,-2 0 0-15,0 0 0 0,-1-2 0 16,-3 3 0-16,0-2 0 0,-1 0 0 0,-1 2 0 0,-4 0 0 16,-2 0 0-16,-1-1 0 0,-2 2 0 0,-1-1 0 0,-2-1 0 15,-2 0 0-15,0 0 0 0,-1 1 0 16,-3 0 0-16,1-3 0 0,-2 4-128 15,2-3 128-15,-3 0-160 0,-3-1 32 0,0 1 0 0,1-3 0 0,0-1 0 16,0-1 256-16,-2 2 64 0,0-3 16 0,3-1 0 31,-2-1-1984-31,0-2-400 0</inkml:trace>
  <inkml:trace contextRef="#ctx0" brushRef="#br0" timeOffset="67986.73">18553 5828 31327 0,'0'0'1392'0,"-2"-2"272"0,-2-1-1328 0,0 2-336 0,4 1 0 0,0 0 0 16,0 0 4928-16,0 0 928 0,0 0 176 0,5-6 48 15,3 3-3952-15,1-3-784 0,1 2-144 0,5 2-48 0,2-1-752 0,1 1-144 16,0-2-48-16,3 1 0 0,2-1-208 16,1 2 0-16,-1-1 128 0,0 0-128 0,1 1 0 0,0-2 0 15,-1 3 0-15,1-1 0 16,-3 1-672-16,-1 1-128 0,-1 0-32 0,-2 1 0 16,-3 1-1648-16,-1 1-336 0,-4 3-64 0,-2 0-11712 15,-3 1-2368-15</inkml:trace>
  <inkml:trace contextRef="#ctx0" brushRef="#br0" timeOffset="68144.89">18594 5947 27647 0,'-10'0'2448'0,"1"1"-1952"16,0 0-496-16,1-1 0 0,3-1 5264 0,5 1 960 15,0 0 192-15,0 0 48 0,0 0-4224 0,0 0-832 16,0 0-160-16,8 1-32 0,1-1-512 0,3-1-112 16,1 0-16-16,3 1 0 0,1-3-400 0,2 2-176 15,3-3 128-15,2 1-128 0,-1 1 0 0,5-1 0 16,0 1 0-16,4-1 0 15,0-2-672-15,1 1-224 0,1 0-32 0,2 1-15552 16,5 1-3104-16</inkml:trace>
  <inkml:trace contextRef="#ctx0" brushRef="#br0" timeOffset="69151.48">20051 5621 13823 0,'3'-20'1216'0,"-3"13"-960"0,-3-1-256 0,1-1 0 0,0 1 8256 0,0 3 1616 16,-1-2 320-16,2 3 64 0,-1 0-7632 0,-1 4-1520 15,-3 2-304-15,-2 4-64 0,-1 3 160 0,-1 5 16 16,-3 5 16-16,-1 0 0 0,-3 6-512 0,-2 1-96 15,1 4-32-15,-1 0 0 0,-2 1-96 0,0 1 0 16,-1-2-16-16,0 0 0 0,-2-2-16 0,1-2 0 16,0-2 0-16,0-1 0 0,-1-6-112 0,2-1-48 0,3 1 0 0,-2-7 0 15,0-1 0-15,1-1 0 0,2-3 0 16,1 1 0-16,-1-5 0 0,2-1 0 0,2-1 0 0,1-3 0 16,1-3 0-16,2-1 0 0,1-1 0 15,2 0 0-15,3-3 0 0,2-1 0 0,2 0 0 16,2-4 0-16,2 0 0 0,3 2 0 0,2-3 0 15,3 1 0-15,1 0 0 0,2 2 0 0,2 2 0 16,1 2-160-16,1 3 160 0,0 3 0 0,2 2 0 0,0 4 0 16,1 2 0-16,0 3 0 0,0 5 0 0,2-1 128 0,-2 5-96 15,0 3-32-15,0-1 0 0,1 2 0 0,-3 2 0 16,1 1 0-16,0-3 0 0,0-1 0 0,0-1 0 16,0-2 0-16,0 0 0 0,-2-2 0 0,1 0 0 15,-1-5 0-15,0 0 0 0,-1-2 0 16,-3-1-768-16,1-1-128 0,0 0-48 15,-3-1 0-15,-3-3-1488 0,1 0-288 0,-2-2-64 0,1 1-19120 16</inkml:trace>
  <inkml:trace contextRef="#ctx0" brushRef="#br0" timeOffset="69557.24">20455 5345 44223 0,'-13'-8'3936'0,"8"1"-3152"16,-1 1-624-16,2-2-160 0,1 3 2496 0,3 5 448 16,0 0 112-16,0 0 16 0,0 0-1808 0,0 0-368 15,0 0-64-15,5 10 0 0,2 6-512 0,-1 2-80 0,1 7-32 16,-1 5 0-16,2 1-208 0,0 4 0 16,0 2 0-16,0 2 0 0,1 3 0 0,0 2 0 0,1 3 0 0,1-2 64 15,-1-2-64-15,2 0 0 0,1-5 0 0,-1-1 0 16,-1-3 0-16,0-4 0 0,-1-4 0 0,-2-4 0 15,-1-8 0-15,-2-1 0 0,0-2 0 16,-1-3 0-16,-4-8 0 0,0 0 0 0,0 0 0 0,0 0 0 16,0 0 0-16,0 0 0 0,0 0 0 0,5-8 0 15,2-3 0-15,-2-2 0 0,0-1 0 0,2-7 0 0,0-1 0 16,1-7 0-16,0 1 0 0,1-6 0 16,2-4 0-16,0-7 0 0,4-1 0 15,0-3 0-15,4 1 0 0,0-3 0 0,2-5 0 0,0 3 0 0,0 3 0 0,-2 3 0 16,-2 6 0-16,-1 3 0 0,-3 5 0 0,-3 4 0 15,-1 7 0-15,-1 7 0 16,-1 0-592-16,-2 6-112 0,-2 3-32 0,-3 6 0 16,0 0-1168-16,0 0-224 0,-3 13-48 0,-2 4-13200 15,-4 3-2640-15</inkml:trace>
  <inkml:trace contextRef="#ctx0" brushRef="#br0" timeOffset="69790.84">20322 5668 39615 0,'0'0'3520'0,"-5"-5"-2816"0,0-4-560 15,4 1-144-15,1 1 3568 0,0 7 672 0,4-6 144 0,2 0 32 16,4 0-2928-16,4-1-576 16,0 2-112-16,4 1-32 0,3-2-512 0,2 1-96 0,2-1-32 0,1 1 0 15,0 0-128-15,2 0 128 0,2 1-128 0,1-3 128 16,2 2-128-16,-1 0 0 0,3 0 0 15,1 2 0 1,-1 0-624-16,0 2 0 0,1 1 0 0,0 3 0 0,-4 3-2864 0,1 2-576 16</inkml:trace>
  <inkml:trace contextRef="#ctx0" brushRef="#br0" timeOffset="70124.44">20908 5773 45151 0,'0'0'4016'0,"0"0"-3216"0,0 0-640 0,0 0-160 0,10-2 1856 0,1 2 320 15,-2 0 80-15,0 1 16 0,3-1-944 0,1 1-192 16,1 1-48-16,2 0 0 0,-2 2-576 0,0 0-112 16,1 1-16-16,-2-1-16 0,0 3-208 0,-2-1-32 15,0 0-128-15,-2 1 192 0,-3 4-128 0,-2-3-64 16,-2 3 0-16,-2 2 0 0,-4 2 0 0,-3 2 0 16,1-2 0-16,-5 2 0 0,-2 3 0 0,-1-1 0 15,-2-2 0-15,-1 0 0 0,0 0 0 0,0 0 0 16,-1 0 0-16,-3 3 0 0,4-3 0 0,4-6 0 15,3 0 0-15,3-1 0 0,3 1 0 0,2-2 0 16,2-9 0-16,5 9 0 0,4-5 0 0,3-2 0 16,2-2 0-16,3 2 0 0,2-1 0 0,0 0 0 15,2-1 0-15,2-1 0 0,2-2 0 0,3 0 0 16,-1 0 0-16,-1-2 0 0,-1-1 0 0,1 3 0 16,0-1 0-16,-1 1 0 0,-2-1 0 0,-1 2 0 0,-2 0 0 15,-3 2 0 1,-2 0-1552-16,-2 3-256 0</inkml:trace>
  <inkml:trace contextRef="#ctx0" brushRef="#br0" timeOffset="70917.86">17269 7305 25791 0,'-6'-11'2304'0,"2"5"-1856"0,-3 1-448 0,2 1 0 0,1-4 4784 0,0 2 848 15,1 1 192-15,2 1 16 0,1 4-3408 0,0 0-704 16,0 0-128-16,0 0-16 0,0 0-192 0,3 10-48 16,-2 5 0-16,0 7 0 0,1 5-816 0,-1 8-160 15,0 4-48-15,2 6 0 0,1 2-144 0,-2-2-48 16,1-2 0-16,1-1 0 0,0-2-80 0,0 0-48 16,-2-1 0-16,1-2 0 0,0-3 0 0,-1-2 0 15,2-4 0-15,-1-3 0 0,-2-4 0 16,0-1 0-16,1-4 0 0,-1-2 0 0,0-3 0 15,1-2 0-15,-2-2 0 0,0-7 0 16,0 0-512-16,0 0-112 0,0 0-16 0,0 0 0 16,0 0-1776-16,-7-11-352 0,0 0-80 0,2-5-19488 0</inkml:trace>
  <inkml:trace contextRef="#ctx0" brushRef="#br0" timeOffset="71223.25">16908 7232 54479 0,'-13'-6'2416'0,"8"2"496"0,-2-4-2336 0,3 0-448 0,2 3-128 0,2 5 0 16,4-7 512-16,3 1 64 0,4 1 32 0,-2 2 0 0,3-1-32 0,5 0 0 16,2 2 0-16,7-1 0 0,4 1-400 0,3 0-176 15,-1-3 128-15,2 4-16 0,0 1-112 0,4-2 0 16,0 0 0-16,4 0 0 0,2 1 0 0,-1 1 0 16,-1 0 0-16,-1 3 0 0,-2-1 0 0,-1 4 0 15,-4-1 0-15,-5 1 0 0,-4 3 0 0,-5 2 0 16,-4-1 0-16,-4 2 0 0,-3-2 0 0,-5 4 0 15,-5 0 0-15,-3 3 0 0,-4 2 0 16,-3 1 0-16,-3 1 0 0,-4 0 0 0,-3 1 0 0,-1-3 0 16,-2 2 0-16,0-1 0 0,-1 1 0 0,0-2 0 15,2-1 0-15,0 1 0 16,3-1-704-16,-1-1-144 0,1 0-32 0,4-3-16064 16,3 2-3216-16</inkml:trace>
  <inkml:trace contextRef="#ctx0" brushRef="#br0" timeOffset="71638.09">17478 7745 26719 0,'0'0'1184'0,"9"-3"240"16,1 0-1136-16,3 0-288 0,3-1 0 0,1 0 0 0,1-1 6016 0,0 2 1152 0,1-2 240 0,0 1 32 15,1 0-4880-15,-1 0-960 0,2 1-208 0,-1 1-48 16,-2-1-960-16,0 1-192 0,-1-1-32 0,-1 3-16 16,-2-3-144-16,-2 3 0 0,-2 0 0 0,-1 0 112 15,-9 0-112-15,0 0 0 0,7 4 0 0,-7-4 0 16,0 0 0-16,0 0 0 0,0 9 0 0,-3 0 0 15,-2 2 0-15,-1-3 0 0,-2 1 0 0,-1 1 0 16,-3 2 0-16,0 0 0 0,0-2 0 0,2 2 0 0,0-2 0 0,2 1 0 16,0-1 0-16,0 2 0 0,0-4 0 15,3 2 0-15,1-2 0 0,3 0 0 0,1-8 0 0,1 6 0 16,-1-6 0-16,7 7 0 0,-1-1 0 0,3 1 0 16,2-1 0-16,0 1 0 0,1-3 0 0,1 1 0 15,2 0 0-15,-1 0 0 0,0 1 0 0,2-1 0 16,1 1 0-16,0 1 0 0,0 1 0 0,0 0 0 15,-2-2 0-15,-2 2 0 0,-1 0 0 0,-1 0 0 16,-4 1 0-16,0 0 0 0,-3 1 0 0,-2 2 0 16,-4-2 0-16,-2 3 0 0,-1-3 0 0,-3 1 0 15,-1 1 0-15,-4 0 0 0,0 0 0 0,-3 1 0 16,0-2 0-16,-2 1 0 0,-1-3 0 0,-4 0 0 16,0-1 0-16,-1 0 0 0,-2-2 0 0,2 0 0 0,-1-1 0 0,1-1 0 15,2-3-192-15,4-1 0 16,1-1 16-16,4-1 0 15,3 1-2576-15,2-4-528 0,4-5-112 0</inkml:trace>
  <inkml:trace contextRef="#ctx0" brushRef="#br0" timeOffset="71825.91">18256 7511 24879 0,'0'0'2208'0,"8"-4"-1760"15,-2 0-448-15,3-1 0 0,4 1 6944 0,2-1 1312 0,-1 1 256 0,-1 0 48 16,0 0-6128-16,0 2-1232 0,0-1-240 0,2 1-64 15,0-1-704-15,4 2-144 0,1-1-48 0,1 1 0 0,0 0 0 0,1-1 0 16,0 1 0-16,2 0 0 0,-1 0 0 0,2-1 0 16,0 1 0-16,0 1 0 15,-2 0-1152-15,2 0-208 0,0 3-48 0,-3-1-23392 16</inkml:trace>
  <inkml:trace contextRef="#ctx0" brushRef="#br0" timeOffset="72026.58">18354 7629 17503 0,'-8'2'1552'0,"-3"1"-1232"16,1-3-320-16,2 0 0 0,8 0 8960 0,0 0 1728 15,0 0 336-15,0 0 80 0,0 0-8608 0,8 1-1728 16,5 0-352-16,3-1-64 0,2 0-224 0,4 0-128 16,3 0 128-16,2 0-32 0,1 0-96 0,2 0 0 15,1 0 0-15,4-1 0 0,2 0 0 0,-1-4 0 16,2 2 0-16,-2 0 0 0,1 0-176 0,-2-1-16 15,2-2-16-15,-2 2-17136 16,0 3-3440-16</inkml:trace>
  <inkml:trace contextRef="#ctx0" brushRef="#br0" timeOffset="72578.61">19793 7430 11919 0,'0'0'512'0,"0"0"128"0,0 0-512 0,0 0-128 0,1 0 0 0,3 2 0 0,-4-2 304 0,0 0 16 15,0 0 16-15,0 0 0 16,0 0-960-16,0 0-192 0,0 0-32 0</inkml:trace>
  <inkml:trace contextRef="#ctx0" brushRef="#br0" timeOffset="72964.42">19736 7193 26719 0,'-2'-8'2368'0,"1"-1"-1888"16,-2 0-480-16,2 1 0 0,1 8 6064 0,0 0 1104 0,5-5 240 16,-5 5 32-16,0 0-5072 0,0 0-1008 15,0 0-208-15,0 0-32 0,8 9-576 0,0 4-112 0,-1-1-32 16,-1 6 0-16,-1 2-288 0,0 5-112 0,1 3 0 0,0 4 0 16,1 1 0-16,1 3 0 0,-1 1 0 0,1 1 0 15,-1-1 0-15,-1-3 0 0,-1-3 0 0,1-2 0 0,-1-3 0 16,-1-3 0-16,0-1 0 0,-2-2 0 15,1-3 0-15,-2-3 0 0,-1-2 0 0,0-2 0 0,-2-1 0 0,-1 2 0 16,-1-5 0-16,-1-3 0 0,-2 1-256 16,0-4-64-16,-3 0 0 0,1-4 0 15,-1 1-896 1,-2-1-176-16,-1-2-32 0,-1-2-16 0,-1-4-1248 0,0-1-240 0,-1-9-48 0,-1-3-17440 16</inkml:trace>
  <inkml:trace contextRef="#ctx0" brushRef="#br0" timeOffset="73249.69">19491 7099 24879 0,'-10'-21'2208'0,"5"11"-1760"0,-3-4-448 0,1 1 0 0,-3 0 5632 0,5 2 1056 16,3-1 208-16,0 5 32 0,1 0-4208 0,4 2-848 16,2 0-160-16,1 2-48 0,2 2-768 0,4-1-144 15,2 1-48-15,5 1 0 0,1 0-448 0,5 0-80 16,3 0-32-16,2 1 0 0,3 2-144 0,4 0 0 16,2-2 0-16,0 3 112 0,0 1-112 0,0 0 0 15,-1 3 0-15,-1-1 0 0,-2-1 0 0,0 2-128 16,-1-1 128-16,-1 2-160 0,-2 1 160 0,-2 1 0 15,-6 0 160-15,-2 0-32 0,-3-2-128 0,-4 1 0 0,-3 1 0 0,-3 2 0 16,-4-3 0-16,-3 3 0 0,-4 2 0 0,-2-1 0 16,-3 0 0-16,-3-1 0 0,-4 0 0 15,0 2 0-15,-2 0 0 0,-2 2 0 0,-1 0 0 16,-4 0 0-16,-1-1 0 0,-1-1 0 0,-1 1 0 16,-1 0 0-16,0-5 0 0,-1 1 0 0,-2 0 0 0,1 1 0 15,2-3-1344 1,4 1-256-16,1-2-48 0,5 1-22896 0</inkml:trace>
  <inkml:trace contextRef="#ctx0" brushRef="#br0" timeOffset="73576.64">20124 7498 29487 0,'15'2'1296'0,"-15"-2"288"0,10-3-1264 0,2 0-320 0,2-1 0 0,3 2 0 0,1-1 5952 0,-2 2 1152 16,0 0 208-16,-1-1 48 0,1 2-5232 0,-1 0-1040 15,1 0-224-15,0 0-32 0,-2 4-672 0,-1 0-112 16,-1 1-48-16,-2 1 0 0,-1-1 0 0,1 0 0 15,-10-5 0-15,7 8 0 0,0 1 0 0,-2 0 0 16,-2 3 0-16,-2-2 0 0,-1 3 0 0,-3 0 0 16,-2 0 0-16,-1 0 0 0,-3 2 0 0,-3 2 0 15,-3 0 0-15,0 1 0 0,-1-4 0 16,1 1 0-16,-1 0 0 0,2 1 0 0,1-1 0 0,1 0 0 16,3-2 0-16,2 0 0 0,2-3 0 0,2 1 0 15,2-2 0-15,2-1 0 0,5-2 0 0,1-1 0 16,4 1 0-16,3-2 0 0,3-2 0 0,1-1 0 15,3-1 0-15,1-1 0 0,0-1 0 0,2-2 0 16,1-2 0-16,0 1 0 0,-1-3 0 0,0 1 0 16,1-1 0-16,-1 0 0 0,1 1 0 0,0-3 0 0,0 2 0 0,1 2 0 31,-2 0-432-31,3 0-80 0,-1-1 0 0,0 3-25184 0</inkml:trace>
  <inkml:trace contextRef="#ctx1" brushRef="#br0">26039 13677 0</inkml:trace>
  <inkml:trace contextRef="#ctx0" brushRef="#br0" timeOffset="75587.89">21922 6369 47967 0,'-14'2'2128'0,"6"-2"432"0,-1-2-2048 0,9 2-512 16,0 0 0-16,0 0 0 0,0 0 688 0,0 0 16 16,0 0 16-16,10-1 0 0,2 0 240 0,6-1 64 15,4 1 0-15,-3 0 0 0,3-1-352 0,4 0-64 0,6 1-16 16,2 1 0-16,1-3-592 0,5 2 0 0,3-1 0 0,4 1 0 15,3-4 240-15,4 1-32 0,-1 1 0 0,2 2 0 16,0-3-208-16,-3 3-256 0,-3-2 48 0,0 1 16 16,-1-1 192-16,0 0 192 0,0 1-48 15,1-2 0-15,-4 2-848 16,0-1-160-16,-2 0-32 0,-3 0-16 0,-2 1-1152 16,-4-2-240-16,-3 0-32 0,-4 0-12128 0,-3 0-2432 0</inkml:trace>
  <inkml:trace contextRef="#ctx0" brushRef="#br0" timeOffset="75850.99">23236 6138 17503 0,'-14'-1'768'0,"6"1"176"16,-2 0-752-16,-1 0-192 0,1 0 0 0,1 0 0 0,-1 0 7184 15,4 1 1408-15,1 1 288 0,5-2 48 0,0 0-6544 0,0 0-1296 16,0 0-272-16,1 9-48 0,-1-9-256 0,7 8-64 16,-1 0 0-16,4-2 0 0,2 2-448 0,1 0 128 15,2 0-128-15,-2-1 0 0,0 0 0 0,-2 1 0 16,4 0 0-16,-2-1 0 0,-3 0 0 0,-1 1 0 15,-2-2 0-15,-2 2 0 0,-2 0 0 0,-2 1 0 16,-2-2 0-16,-3 0 0 0,-3 2 304 0,-2 2-48 16,-1-2 0-16,-3 0 0 0,-4 0 16 0,0 0 0 15,-1 2 0-15,-1-2 0 0,0-1-272 0,0 0 0 16,3-2 0-16,1-1 0 16,3-1-1136-16,6-1-176 0,6-3-32 0,0 0-16 15,0 0-2896-15,12 1-576 0</inkml:trace>
  <inkml:trace contextRef="#ctx0" brushRef="#br0" timeOffset="76397.57">24282 5736 36863 0,'-8'-11'1632'0,"8"11"336"0,-4-6-1584 0,1-1-384 16,1 2 0-16,2 0 0 0,-2 0 3568 0,1 1 624 15,-1 2 128-15,2 2 32 0,0 0-2480 0,0 0-480 16,-3 7-112-16,0 2 0 0,1 1-768 0,0 7-128 0,1 7-48 0,0 4 0 15,0 6-192-15,-2 5-144 0,3 5 192 16,0 0-192-16,0-1 160 0,1 0-160 16,1-3 128-16,-1 1-128 0,0-2 0 0,0 0 128 0,1-5-128 0,-1 0 112 15,-1-6-112-15,1 0 0 16,-1-3 0-16,0-3 0 0,0-4 0 0,-1-1 0 0,0-4 0 0,-2 0 0 16,1-5 0-16,-4 0-240 0,0-3 80 0,-1-3 16 15,1-2-864 1,6 0-160-16,0 0-48 0,-7-5 0 0,-3 0-832 15,-1-4-160-15,-2-4-32 0,2-4-12432 0,-2-4-2480 0</inkml:trace>
  <inkml:trace contextRef="#ctx0" brushRef="#br0" timeOffset="76621.05">23763 5664 49695 0,'-11'-10'2208'0,"9"6"448"0,2 4-2128 0,0 0-528 15,0 0 0-15,0 0 0 0,5-6 720 0,2 1 48 16,2-1 0-16,1 2 0 0,4-1 192 0,6 1 64 15,5 0 0-15,5 0 0 0,5 0-512 0,4-3-112 16,8 1-16-16,0 1 0 0,2-1-128 0,2 2-48 0,1-1 0 16,-1 0 0-16,3-3-80 0,4 2-128 15,8-1 176-15,-1-1-176 0,-1 2 0 0,-4 3 0 16,-9-2 0-16,-3 4 0 0,-4-4 0 16,-2 3 0-16,-6-2-160 0,-2 4 160 15,-4 2-640-15,-5 0 0 0,-5 0 0 0,-4 3 0 16,-1-3-1600-16,-5 6-320 0,-1 0-64 0,-6 4-19584 0</inkml:trace>
  <inkml:trace contextRef="#ctx0" brushRef="#br0" timeOffset="77324.08">24661 6278 54479 0,'-17'-3'2416'0,"11"2"496"0,-2-2-2336 0,4 1-448 16,4 2-128-16,0 0 0 0,0 0 512 0,0 0 64 16,8-4 32-16,2 0 0 0,1-1-80 0,3-2-16 15,3 2 0-15,1 0 0 0,2 1-304 0,-1 1-64 16,2 1-16-16,0 0 0 0,0-3-128 0,0 4 0 15,-2-2 0-15,2 3-176 0,-3 0 176 0,-2 3 0 16,-3 0 0-16,-1 0 0 0,-3-3 0 0,-9 0 0 0,0 0 0 0,0 0 128 16,0 0-128-16,0 0 0 0,1 8 0 0,-1-1 96 15,0-7-96-15,-5 8 0 0,-2-1 0 0,0 1 0 16,-4 0 0-16,-1-1 0 0,1-2 0 0,2 1 0 16,-2 3 0-16,2-2 0 0,-1 2 0 0,2-1 0 0,1-2 0 0,2 1 0 15,1-1 0-15,2 1 0 16,0 1 0-16,4 0 0 0,0 1 0 0,2-1 0 0,-4-8 0 15,7 10 0-15,0-2 0 0,3 1 0 16,0-1 0-16,3 0 0 0,0-1 0 0,0 0 0 0,-1-1 0 0,0 1 0 16,-2 0 0-16,0-1 0 0,1 1 0 0,-2-1 0 15,-3 2 0-15,0 1 0 0,-4-2 0 0,1 0 0 16,0 2 0-16,-1 1 0 0,-3 0 0 0,-2-2 0 16,-2 1 0-16,-3 0 0 0,0 2 0 0,-3-4 0 15,-2 1 0-15,0 1 0 0,-3 0 0 0,0 1 0 16,1-3 0-16,-4 0 0 0,0-2 0 0,-2-1 0 15,-1-1 0-15,1-2 0 0,0-1 0 0,-1 1 0 16,2-1 0-16,1-1 0 0,2-3 0 0,1 0-208 16,4 0 64-16,5-2 16 15,4-3-2160-15,6-7-416 0,4-2-96 16</inkml:trace>
  <inkml:trace contextRef="#ctx0" brushRef="#br0" timeOffset="77515.78">25373 5990 43311 0,'0'0'3840'0,"0"0"-3072"0,0 0-608 0,8-3-160 16,2 2 2528-16,2 0 480 0,1-2 80 0,-1 3 32 16,-3 0-1904-16,3-1-384 0,1 1-80 0,1 1-16 15,0 0-320-15,1 1-64 0,-4 3-16 0,5-4 0 16,2 4-144-16,1-2-48 0,1 2 0 0,3-1 0 16,0-1-416-16,0-1-96 0,0 1-16 0,-1 1 0 15,-1 2-896-15,0 1-176 0,-3-1-32 0,0 2-16 16,0 0-3392-1,-3 0-672-15</inkml:trace>
  <inkml:trace contextRef="#ctx0" brushRef="#br0" timeOffset="77663.27">25501 6155 43423 0,'-21'-2'1920'0,"14"-1"400"0,0 2-1856 0,0 1-464 0,0 0 0 0,7 0 0 0,0 0 2000 0,0 0 304 16,0 0 64-16,0 0 16 0,0 0-912 0,0 0-192 15,0 0-48-15,14 1 0 0,0-1-832 0,0 2-160 16,3-1-48-16,4-1 0 0,1 0-192 0,6 0 0 15,2 0 128-15,2 0-128 16,5 0-464-16,2 0-144 0,1-1-32 0,3-1-15936 16,2 1-3184-16</inkml:trace>
  <inkml:trace contextRef="#ctx0" brushRef="#br0" timeOffset="81688.72">26977 4986 52703 0,'-12'-1'2336'0,"12"1"480"0,0 0-2256 0,0 0-560 15,0 0 0-15,-4 8 0 0,4 5 320 0,0 0-32 0,0 0-16 0,0 5 0 16,0 4 240-16,0 4 64 0,0 5 0 0,-1 5 0 16,-1 4 256-16,1 6 48 0,1 3 16 0,0-2 0 31,-1 3-1088-31,-1-7-192 0,1-3-64 0,0-1 0 0,1-2 448 0,-2-3 0 0,0-2 0 15,-1-4 0-15,1-4 0 0,-1-3 0 0,0-1 0 16,3-6 0 0,-1-2-688-16,0-2-96 0,-2-3-32 0,3-7 0 0,0 0-624 0,0 0-128 15,0 0-32-15,0 0 0 0,-5-7-1552 0,1-3-320 0,0-3-64 16</inkml:trace>
  <inkml:trace contextRef="#ctx0" brushRef="#br0" timeOffset="82003.61">26741 4972 32255 0,'-6'-3'2864'0,"0"-1"-2288"16,-1 2-576-16,7 2 0 0,0 0 4384 0,0 0 768 16,0 0 160-16,0 0 16 0,0 0-3760 0,8-2-752 15,1 0-160-15,4 2-16 0,4 1 64 0,4 2 32 16,4-1 0-16,1-1 0 0,1 2-736 0,2-3 0 16,2 1 0-16,-1 5 0 0,-2-3 0 0,3 4 0 15,2 0 0-15,-1 0 0 0,-2 1 256 0,0 0-64 0,0 1 0 0,-1 0 0 16,-3 2-192-16,-1 0 0 15,-5 4 0-15,-1-1 0 0,-6-1 0 0,-4 0 0 0,-4 0 0 16,-5 4 0-16,-4-1 176 0,-4 2-176 0,-5-2 192 16,-4 1-192-16,-2 0 304 0,-1 2-48 0,-2-5-16 0,-3 3 0 15,-1-2-240-15,-1-2 0 0,0 0 128 16,-1-1-128-16,1-2 0 0,-1-1 0 0,2-1-192 0,2-2 192 31,1 0-640-31,4-2 0 0,-1 0-16 0,5-2 0 16,3 1-1456-16,4-1-272 0,8-2-64 0,0 0-19840 0</inkml:trace>
  <inkml:trace contextRef="#ctx1" brushRef="#br0" timeOffset="8556.11">29899 14070 0,'0'0'16</inkml:trace>
  <inkml:trace contextRef="#ctx0" brushRef="#br0" timeOffset="85514.43">27287 5642 21183 0,'-20'-9'1888'0,"20"9"-1504"0,-9 0-384 0,0-2 0 16,9 2 6720-16,0 0 1280 0,0 0 256 0,0 0 64 0,0 0-6352 0,0 0-1264 16,7-4-256-16,2 2-64 0,1-1 320 0,4 1 48 15,2-1 16-15,2-1 0 0,2 3-416 0,1-3-80 16,1 1-16-16,0 1 0 0,2-1-256 0,-4 2 0 16,1-2 0-16,-3 2 0 0,-2 1 0 0,-2 1 0 15,-3 2 0-15,-2-3 0 0,-1 1 0 0,-8-1 0 16,5 3 0-16,0-1 0 0,-5-2 368 0,0 0 16 15,-1 7 0-15,-3 1 0 0,-1-3-384 0,-3 0 0 16,-1 0-192-16,-4 2 64 0,0-1 128 0,-3 2 0 16,1 0 0-16,-1 0 0 0,3-2 0 0,0 1 0 15,0-1 0-15,2 0 0 0,1-1 448 0,2 1 0 16,3 1 16-16,5-7 0 0,0 0-336 0,1 6-128 16,2 1 0-16,2-1 0 0,0 1 0 0,3-1 0 15,2 1 0-15,2 1 0 16,1-3-400-16,2 0-80 0,-2 0-16 0,1 1 0 0,0 0 496 0,-1 1 0 15,0-1 0-15,-1 2 0 0,-5-2 336 0,-1 2 112 16,-2-1 32-16,0 2 0 0,-3 0-352 0,-1 1-128 16,-4 2 0-16,0 1 0 15,-1 0-384-15,-3 0-64 0,-2 0 0 0,0-4-16 0,-9 6 464 0,1-5 0 0,0 1 0 0,-3-3 0 16,-1-2 272-16,1-2 160 0,0 0 16 0,2-3 16 16,-1-1-336-16,3-1-128 0,3 1 0 15,-1-4 0 1,4 0-832-16,3-1-144 0,3 0-48 0,2-3 0 15,2-1-1408-15,5 1-304 0,5-7-48 0,5 1-18992 0</inkml:trace>
  <inkml:trace contextRef="#ctx0" brushRef="#br0" timeOffset="85929.28">28137 5039 48831 0,'0'0'2176'0,"0"0"432"16,-1-3-2096-16,1 3-512 0,0 0 0 0,0 0 0 0,0 0 928 0,0 0 80 16,0 0 16-16,1 13 0 0,1-4 208 0,1 4 48 15,-2 4 16-15,1 4 0 0,-2 6-736 0,0 6-160 16,0 2-16-16,1 5-16 0,0 3-208 0,2 1-32 16,1 1-128-16,0-2 192 0,0-4-192 0,0-1 0 0,2-2 0 0,3 7 128 15,0-5-128-15,0-7 0 0,-1-2 0 0,-3-9 0 16,3-5 0-16,-1 0 0 15,-1-5 0-15,0-1 0 0,-1-2 0 16,-5-7 0-16,0 0 0 0,0 0 0 0,8 0 0 0,-2-3 0 16,2-2 0-16,0-3 0 0,-2-4 0 0,1-2 0 15,-2-2 0-15,3-1 0 0,1-6 0 0,1-2 0 0,2-2 0 0,1-3 0 16,0-3 0-16,3-5 0 16,1-2 0-16,1-6 0 0,0-2 0 0,2-1 0 0,1-1 0 15,1 0 0-15,-4 1 0 0,2 5 0 0,-2 1 0 0,-1 5 0 16,-3 3-192-16,-2 5-48 0,-2 3 0 0,-2 8 0 15,-1 5-688 1,-3 4-144-16,-3 4-16 0,-1 6-16 0,0 0-608 0,-3 9-112 0,-2 4-32 16,-1 7 0-16,-2 4-2496 15,-5 5-496-15</inkml:trace>
  <inkml:trace contextRef="#ctx0" brushRef="#br0" timeOffset="86157.77">28038 5355 55295 0,'-11'-1'1216'0,"0"-2"256"0,0-2 64 0,3 1 0 0,8 4-1232 0,0 0-304 15,-5-4 0-15,5 4 0 0,0 0 352 0,0 0 16 16,4-5 0-16,5 0 0 0,2 1-112 0,6 0-32 16,-3 2 0-16,5 1 0 0,4-1-224 0,0-1 0 15,4 0 128-15,3-1-128 0,3 2 0 0,1-1-208 16,0 3 32-16,10-5 16 15,-1 4-1792-15,-1-2-352 0,0 3-80 0,-3 3-13056 16,-3-1-2608-16</inkml:trace>
  <inkml:trace contextRef="#ctx0" brushRef="#br0" timeOffset="86601">28631 5448 11967 0,'0'0'1072'0,"0"0"-864"0,0 0-208 0,0 0 0 16,6-4 6688-16,4 1 1296 0,0 2 256 0,3-3 48 15,-1 2-5696-15,2 1-1136 0,2 1-240 0,1 0-32 0,-3 1 224 0,3-1 64 16,1 3 0-16,-2 1 0 0,1 1-448 0,-4-2-64 16,-1 2-32-16,-2 0 0 0,-10-5-208 0,0 0-32 15,0 0-16-15,0 0 0 0,4 8-208 0,-5-1-32 16,-1-1-16-16,-2 3 0 0,-3-2-256 0,-4-1-160 16,-2 1 192-16,-1-1-48 0,-2 1-144 0,1 1 0 15,-1-1 0-15,-4 3 0 0,2-1 0 0,1-3 0 16,3 1 0-16,1-2 0 0,2 1 0 0,2 1 0 15,1 0 0-15,3-1 0 0,1-1 0 0,4-5 0 16,0 0 0-16,2 7 0 0,-2-1 0 0,3 1 0 16,4-1 0-16,1 1 0 0,0-2 0 0,3 2 0 15,2-1 0-15,3 3 0 0,0-1 0 0,-2-1 0 16,2-2 0-16,1 1 0 0,0 1 0 0,0-1 0 16,-2 2 0-16,-1 1 0 0,0-1 0 0,-3 0 0 15,0-2 0-15,-5 2 0 0,-2-4 0 0,-1 3 0 16,-3-7 0-16,-2 6 0 0,0-1 0 0,-3 2 0 15,-2-1 0-15,-1 2 0 0,-1-1 0 0,-1-1 0 16,-3 1-160-16,-2-1 160 0,-4 2 0 0,-2-1 0 16,0-1 0-16,2 1 128 0,-1-2-96 0,2 3-32 15,-1-2 0-15,4-2 0 0,0 0 0 0,1 1 0 16,1-1 0-16,0 0 0 16,-3 0-1024-16,2 0-208 0,0 1-48 0,-3 2-23648 0</inkml:trace>
  <inkml:trace contextRef="#ctx0" brushRef="#br0" timeOffset="86920.71">26797 6361 57359 0,'-13'3'2544'0,"13"-3"528"0,-7 1-2464 0,7-1-480 0,0 0-128 0,0 0 0 0,0 0 128 0,9 0 0 16,6 0 0-16,4 0 0 0,6 0 144 0,5 0 48 16,5-1 0-16,7 1 0 0,6-1-240 0,7-2-80 15,6 1 0-15,7-5 0 0,6 2 0 0,6-2 0 16,-1 1 0-16,3 1 0 0,-14-2 0 0,5 0 0 16,7 1 0-16,2-1 0 0,3 4 0 0,-1-1 0 15,1 0 0-15,-3 1 0 0,-4 1 0 0,-3 0 0 16,-6 2 0-16,-5 0 0 0,-7 2 0 0,-5 0 0 15,-2 2 0-15,-7-1 0 0,-7-1 0 0,-3 1 0 16,-6-1 0-16,-2 0 0 16,-4-4-592-16,-4 2-112 0,-5 2-32 0,-5-4-24736 0</inkml:trace>
  <inkml:trace contextRef="#ctx0" brushRef="#br0" timeOffset="87618.33">27168 7543 52415 0,'0'0'1152'0,"0"0"256"0,0 0 32 0,0 0 16 0,0 0-1168 0,0 0-288 16,7 1 0-16,-3-2 0 0,-4-1 736 0,-2-2 96 16,1 0 0-16,0-1 16 0,1-3-32 0,1 1-16 15,0-3 0-15,-1 1 0 0,2-4-496 0,-1 0-112 16,-1-2 0-16,1-2-16 0,1-7-128 0,0 1-48 15,-1-5 0-15,1 0 0 0,0-2 0 0,0 0 0 16,-1 0 0-16,0 1 0 0,2-2 0 0,-1-3 0 16,2-1 0-16,-1-2 0 0,0 1 0 0,2-1 0 15,0-2 0-15,0 5 0 0,-1 0 0 0,0 4 0 16,0 3 0-16,0 3 0 0,0 6 0 0,0 5 0 16,-2 1-160-16,1 6 160 0,-3 6 0 0,0 0-128 15,0 0 128-15,5 12 0 0,2 1 0 0,-1 4 0 0,2 5 0 16,1 3 0-16,2 1 0 0,0 1 0 0,2-1 0 0,3 0 0 15,0 0 0-15,1-2 0 0,-2-3 0 16,2-3 0-16,0-4 0 0,0-2 0 0,1-4 0 16,-1 0 0-16,0-3 0 0,-1-1 0 0,-1-2 0 0,1-4 0 15,1-2 0-15,-1-3 0 0,-2-3 0 0,2-2 0 16,-1-1 0-16,0-3 0 0,-4 1 0 0,1-5-128 0,2-3 128 16,1-1 0-16,-1-1 0 0,-1-1 0 0,0 0 0 15,0 4 0-15,-2-3 0 0,-1 7 0 16,-2 1 0-16,-3 4 0 0,-1 4 0 0,-4 9 0 0,0 0 0 0,0 0 0 15,0 0 0 1,1 12 0-16,-2 3 0 0,0 6 0 0,-2 7 0 0,1 0 128 0,-2 6-128 16,2 3 0-16,0 1 0 0,0-2 0 0,1-1 0 0,1-2 0 15,1 1 0-15,2-2 0 0,0 1 0 0,2-2 0 16,0-1 0-16,2-4-128 16,-1-2-608-16,2-5-112 0,0 0-32 0,1-5 0 15,0-2-1408-15,1-3-272 0,2-4-64 0,1-2-12224 16,-2-6-2432-16</inkml:trace>
  <inkml:trace contextRef="#ctx0" brushRef="#br0" timeOffset="88135.42">28126 6844 23039 0,'0'-20'1024'0,"0"14"192"0,-1 1-960 0,1 5-256 0,-4-4 0 0,0 1 0 16,4 3 5360-16,0 0 1024 16,-2 9 208-16,0 2 32 0,0 3-3792 0,0 4-752 15,2 3-160-15,0 4-16 0,-1 3-944 0,2 1-192 0,1 2-48 0,-1 2 0 16,-2 0-288-16,2-1-64 15,0-3-16-15,2-2 0 0,-2-2-160 0,2-2-16 0,-2-2-16 0,0-2 0 16,1-2-160-16,-1-3 0 0,0-2 144 0,1-3-144 16,-2-9 0-16,0 0 128 0,0 0-128 0,0 0 0 15,0 0 0-15,0 0 0 0,0 0 0 0,1-7 0 16,0-2 0-16,2-3 0 0,-2-2 0 0,2-2 0 16,1 1 0-16,1-7-128 0,3 1 0 0,1-7 0 15,1-2 128-15,3-4 0 0,3-5 0 0,2 0 0 16,3 0-192-16,3 1 0 0,0 3 0 0,2 0 0 0,1 4 192 0,-1 2-208 15,-2 3 80-15,1 8 128 0,-1 2-256 0,-4 6 80 16,1 2 16-16,-2 3 0 0,-2 1 160 0,-2 1-128 16,-3 3 128-16,-2 3-128 0,1 2 128 0,-3 1 0 15,-3 1 0-15,-1 1 128 0,-4-8 32 0,1 10 16 16,-2 1 0-16,-2 0 0 16,-2 4 16-16,-3-4 16 0,0 4 0 0,-1-1 0 0,-4 2-16 15,-1 1-16-15,1-4 0 0,-3 1 0 0,-2 3-16 0,-2 0 0 16,2 1 0-16,-2-4 0 0,0 2-160 0,0 0 0 0,2-3 0 15,3 1 128-15,1-1-80 0,1-1-48 0,3 1 0 16,2-1 0-16,3-4 0 0,3-1 0 16,4 1 0-16,0 0 0 0,-2-8 0 0,7 9 0 15,2 0 0-15,4-1 0 0,3 0 0 0,2 1 0 16,1-1 0-16,3 1 0 0,3-1 0 0,0 0 0 16,-2 1 0-16,1-3 0 0,-1 2 0 0,1 0 0 0,-1 0 0 15,0 0 0-15,-4-2 0 0,2 1 0 0,0-1 0 0,0 2-160 31,-3 0-1248-31,1-2-240 0,0 1-48 0</inkml:trace>
  <inkml:trace contextRef="#ctx0" brushRef="#br0" timeOffset="101905.44">15445 9897 20271 0,'0'0'896'0,"0"0"192"0,-5-3-880 0,-2 1-208 0,-2-2 0 0,4 0 0 0,5 4 5776 0,0 0 1120 16,0 0 208-16,0 0 64 0,0 0-4304 0,0 0-864 15,0 0-160-15,8 0-48 0,2-3-672 0,3 2-144 16,3 1-16-16,2 0-16 0,3 0-512 0,3 0-112 16,2 0 0-16,2 0-16 0,4-1-144 0,2 0-32 15,2 1 0-15,2-3 0 0,2 2-128 0,3-2 0 16,3 0 0-16,1 1 128 0,0 1-128 16,1-3 0-16,0 0 0 0,-2 0 0 0,-2 0-128 15,1 0-64-15,-2 0-16 0,-2-1 0 16,-2 4-944-16,-2-5-192 0,-2 1-48 0,-2 1 0 15,-3 2-688-15,-4-2-144 0,0 4-16 0,-4-3-16 16,-2-1-1728-16,-6 2-352 0</inkml:trace>
  <inkml:trace contextRef="#ctx0" brushRef="#br0" timeOffset="102146.47">16411 9721 15663 0,'-6'0'1392'0,"-2"1"-1120"16,-1 2-272-16,0-3 0 0,1 1 6320 0,1 1 1200 15,7-2 240-15,0 0 48 0,0 0-5440 0,0 0-1088 16,0 0-208-16,0 0-48 0,3 7-112 0,2 1-16 0,3-1 0 0,2-1 0 15,3 0-464-15,2-3-112 0,0 1 0 0,4 0-16 16,0 0-304-16,2-1 0 0,0-1 128 0,0 1-128 16,0-2 0-16,-1 5 128 0,-1-3-128 0,-2 1 0 15,-3-1 208-15,0 1-64 0,-1 0-16 0,-3 1 0 16,-3-1 240-16,-7-4 32 0,3 6 16 0,-4 4 0 16,-3-3 128-16,0 2 32 0,-4 1 0 0,-2 0 0 15,-5 0-240-15,0 1-32 0,-4-2-16 0,1 1 0 16,-1 1-288-16,-1-1 0 0,0 2 0 0,1-4 0 15,1 1-992-15,2-1-304 0,2-2-64 16</inkml:trace>
  <inkml:trace contextRef="#ctx0" brushRef="#br0" timeOffset="102684.78">17208 10039 8287 0,'-7'2'736'15,"-1"0"-592"-15,1-2-144 0,0 0 0 0,7 0 10000 0,0 0 1968 0,0 0 400 0,0 0 80 16,0 0-9600-16,8 0-1920 0,2 0-384 0,1 0-80 16,1 0 32-16,2 0 0 0,0 0 0 0,4 0 0 0,2 0-304 0,-2 0-64 15,2 1-128-15,-3 1 192 0,0-2-64 0,-2 0-128 16,-3 2 176-16,0 2-176 0,-3 1 192 0,-3 2-64 15,-6-7 0-15,3 9-128 0,-3-1 320 0,-3 2-64 16,-2 2 0-16,-4 2 0 0,-1 3-128 0,-3 2-128 16,-3-2 192-16,-1 2-48 0,0-2-144 0,0 3 0 15,-1-3 0-15,0 2 0 0,-1-5 0 0,4 2 0 16,-1-2 0-16,3 0 0 0,3-3 0 0,2 0 0 16,1-2 0-16,3 0 0 0,3-1 0 0,1-8 0 15,4 8 0-15,1-2 0 0,2-2 0 0,3-1 0 16,2-1 0-16,2-2 0 0,3-4 0 0,3 2 0 15,1-2 0-15,1-1 0 16,3-2-512-16,1-1-112 0,-3-1-16 0,4-1 0 16,1-2-1088-16,1-2-208 0,-2-3-48 0,2-2-16 15,-1 1-2896-15,2-4-576 0</inkml:trace>
  <inkml:trace contextRef="#ctx0" brushRef="#br0" timeOffset="103179.32">17866 9645 31327 0,'-2'-6'2784'15,"-1"-1"-2224"-15,-2 0-560 0,2 0 0 0,3 7 3712 0,0 0 624 16,0 0 128-16,0 0 16 0,0 0-2112 0,0 0-448 16,1 8-64-16,1 5-32 15,-1 4-784-15,0 4-144 0,3 2-48 0,0 3 0 0,-1 3-432 0,-1 0-96 16,2 2 0-16,0 3-16 0,1 1-80 0,-1-1-16 16,4-1 0-16,-1-5 0 0,-1-2-144 0,2-1-64 15,0-5 0-15,0-2 0 0,-2-1 0 0,2-3 0 16,-2-3 0-16,0-4 0 0,-6-7 0 0,0 0 0 15,0 0 0-15,0 0 0 0,0 0 0 0,9-1 0 16,-3-5 0-16,0-1 0 0,-1-1 0 0,0-2 0 16,-1-2 0-16,0-5 0 0,1-1 0 0,2-3 0 15,-1-2 0-15,1-6 0 0,2 0 0 0,0 1 0 16,-1-5 0-16,2 2 0 0,1 1 0 0,-1 2 0 16,-1 4 0-16,0 1 0 0,0 4 0 0,-1 3 0 0,-1 6 0 15,-3 5 0-15,-4 5 0 0,0 0 0 16,0 0 0-16,6 10 0 0,-1 4 0 0,1 5 0 15,-3 4 0-15,3 0 0 0,0 4 0 0,2 0 0 16,0 0 0-16,1 1 0 0,3-1 0 0,-1-2 0 16,1 0 0-16,1-7 0 0,0 0 0 15,2-4-128-15,-1-1 128 0,0-3-160 0,1-4 160 0,-1-2 0 16,-2 0 160-16,-2-4-32 0,1-1-128 0,-2-1 0 16,0 0 0-16,-1-3 0 0,-2-2 0 0,1-1 0 0,-2-1 0 0,0-3 0 15,0 1 0-15,0-6 0 0,1-2 0 16,-2 0 0-16,-2-2 0 0,1-1 0 0,-1 0 0 0,1-2 0 15,0-1 0-15,-2 1 0 0,-1 0 0 16,0-1 0 0,-1 1-784-16,-1 1-160 0,0 4-16 0,-2 2-16 0,-3 1-3024 0,-1 2-608 0</inkml:trace>
  <inkml:trace contextRef="#ctx0" brushRef="#br0" timeOffset="103385">17512 9596 13823 0,'0'0'1216'0,"0"0"-960"0,0 0-256 0,0 0 0 0,-6-4 8848 0,6 4 1728 0,0 0 352 0,7-5 64 0,2 0-8448 0,3-1-1696 16,2 2-336-16,4-2-64 0,4-1-48 0,3 1-16 16,3-2 0-16,2 0 0 0,2 2-384 0,3-2 0 15,1-1 0-15,1 1 0 16,2-1-1728-16,2-2-336 0,2 1-64 0,0 1-20736 0</inkml:trace>
  <inkml:trace contextRef="#ctx0" brushRef="#br0" timeOffset="103554.28">18372 9484 18431 0,'0'0'1632'0,"-5"2"-1312"0,0-2-320 0,5 0 0 16,0 0 7184-16,0 0 1376 0,0 0 272 0,0 0 48 16,7-3-6576-16,1 1-1296 0,3 1-272 0,-1-2-48 15,0 1 272-15,5 0 48 0,0-3 16 0,5 3 0 16,-2-2-624-16,4-2-112 0,2 3-32 0,2-3 0 15,-1 2-256-15,2-2 0 0,-1-1 0 0,3 3 0 32,-2 1-640-32,2-3-224 0,-2 4-48 0,-1 0-16 0,2 2-2624 0,-1 3-528 0,-5 2-96 15</inkml:trace>
  <inkml:trace contextRef="#ctx0" brushRef="#br0" timeOffset="104033.38">18815 9850 11055 0,'-9'0'976'0,"0"0"-784"0,0 0-192 0,2 0 0 0,7 0 8896 0,0 0 1728 16,0 0 336-16,0 0 80 0,0 0-7760 0,0 0-1552 15,0 0-304-15,0 0-64 0,11-2-640 0,-1-1-128 16,5-1-16-16,0 1-16 0,2 1-288 0,-1 1-48 16,1-3-16-16,0 2 0 0,0 1-64 0,-3 1-16 15,0-3 0-15,1 3 0 0,-4 3-128 0,1-3 0 16,-3 1 0-16,-1 2 112 0,-8-3-112 0,7 4 0 15,-7-4 0-15,0 0 0 0,2 6 0 0,-2 2 0 16,-2-1 0-16,-2 1 0 0,-2-2 0 0,0 1 0 16,-1-1 0-16,2 2 0 0,-3-2 0 0,2 4 0 15,1-4 0-15,1 2 0 0,-1 0 0 0,2-2 0 16,2 2 0-16,1-8 0 0,0 7 0 0,1-1 0 16,3 1 0-16,1-1 0 0,2 1 0 0,0-2 0 15,4 0 0-15,1 2 0 0,1-4 0 0,-2 3 0 0,1 0 0 16,0 1 0-16,2 1 0 0,0-2 0 0,1-2 0 15,-1 3 0-15,-1 0 0 0,0 1 0 0,-2-1 0 16,-2-1 0-16,0 2 0 0,-3 0 0 0,0 1 0 0,-5 1 0 16,-1 2 0-16,-3-1 0 0,-3 2 0 15,-3-3 0-15,-2 3 0 0,-3-1 0 0,-2 0 0 0,-1-1 0 16,-2 1 0-16,-1-2 0 0,-1 0 0 0,-1-1 0 16,-1-1 0-16,-1-2 0 0,1-1 0 0,-2-1 0 0,-1 0 0 0,1-1 0 15,4-2 0-15,2-1 0 0,2-1 0 0,2-3 0 16,4 1 0-16,0-1 0 15,5-1-1456-15,3-3-272 0,4-2-64 0,6-5-16 16,3-2-3232-16,5-3-640 0</inkml:trace>
  <inkml:trace contextRef="#ctx0" brushRef="#br0" timeOffset="104255.14">19445 9709 26719 0,'0'0'2368'0,"0"0"-1888"16,0 0-480-16,0 0 0 0,0 0 6352 0,0 0 1184 15,0 0 224-15,0 0 48 0,0 0-5760 0,10 3-1152 16,1 0-224-16,-2-2-48 0,1-1-192 0,2 2-48 16,-1-2 0-16,2 2 0 0,0-1-384 0,0 0 0 0,1 2 0 0,0-3 0 15,-1 0 0-15,2 0 0 0,-1 0-144 0,-1 1 144 32,0 1-832-32,-1-2-48 0,-2 2-16 0,-1 0 0 15,-1 0-1024-15,-8-2-192 0,9 3-64 0,0 1 0 16,-3 1-2768-16,-6-5-560 0</inkml:trace>
  <inkml:trace contextRef="#ctx0" brushRef="#br0" timeOffset="104422.59">19506 9881 41983 0,'-15'4'1856'0,"15"-4"384"0,-8 2-1792 0,-1 2-448 0,3-1 0 0,6-3 0 0,-5 4 2272 0,5-4 352 16,0 0 80-16,0 0 16 0,0 0-992 0,0 0-192 16,0 0-32-16,8 6-16 0,2-1-928 0,2 0-192 15,1-2-48-15,3 1 0 0,0-4-176 0,0 1-144 16,1-1 192-16,2-1-192 0,-1 1 0 15,3-3 0-15,0 0 0 0,2 2 0 16,2-4-688-16,5 1-240 0,4 0-48 0</inkml:trace>
  <inkml:trace contextRef="#ctx0" brushRef="#br0" timeOffset="104965.85">20626 9194 8287 0,'0'0'368'0,"4"-9"80"0,-1-4-448 0,1-2 0 0,1-2 0 0,1-2 0 16,1 0 7344-16,-1 1 1376 0,-3-2 288 0,-2-1 48 15,-1 0-5536-15,-2 2-1120 0,-1-3-224 0,0 2-32 16,1 3-672-16,-1 0-144 0,1 0-32 0,-2 2 0 16,1-1-448-16,-1 2-80 0,0-1-32 0,0 2 0 15,-1 3-272-15,0 3-48 0,1 2-16 0,-3 0 0 0,7 5-80 0,-7-2-32 16,-2 5 0-16,1 4 0 0,-1 4-144 0,-1 6-16 15,0 5-128-15,0 6 192 0,-1 6-192 16,3 4 128-16,-1 10-128 0,3 0 128 16,0 3-128-16,4 4 0 0,2 2 0 0,4 4 0 15,1 4 0-15,3 5 0 0,2 0 0 0,5-6 0 0,-1-3 0 0,2-1 0 16,-1 0 0-16,1 0 0 0,1-1 0 0,-2-2 0 16,-2-1 0-16,-1-1 0 0,-1 0 0 0,-2-5 0 15,-3-4 0-15,-2-3 0 0,-2-5 0 0,-4-3 0 16,-2-2 0-16,0-2 0 0,-2-2 0 0,-2-3 0 15,-1-1 0-15,-2-3 0 0,0-3 0 0,-1 1 0 16,-1-3 0-16,0-3 0 0,0-2 0 0,1 0 0 16,-1-3 0-16,1-1 0 0,2-1 0 0,-2-1 0 15,1-1 0-15,-1-4 0 0,1 2 0 0,1-2 0 16,1-1 0-16,2-1 0 16,1-2-1344-16,6 3-176 0,0 0-16 0</inkml:trace>
  <inkml:trace contextRef="#ctx0" brushRef="#br0" timeOffset="105430.53">21183 9484 23039 0,'-4'-4'2048'16,"0"-1"-1648"-16,-1-2-400 0,1 2 0 0,1 0 6336 0,3 5 1200 16,0 0 224-16,0 0 48 0,0 0-5312 0,0 0-1088 15,0 0-192-15,4 9-64 0,-4-9-240 0,5 17-48 16,1 4-16-16,1 3 0 0,0 1-592 0,1 5-128 16,-4-4-128-16,2 4 176 0,2 2-176 0,0-1 128 15,-3-1-128-15,2 0 128 0,-1 0-128 0,1-2 0 16,-1 0 0-16,1 3 0 0,-2-3 0 0,-1-4 0 0,0-3 0 15,-2-4 48-15,0-3-368 0,-1-1-64 0,-1-3-16 0,0-4 0 32,0-6-1072-32,0 0-224 0,0 0-32 0,0 0-16 15,-11-1-1616-15,2-3-320 0,0-4-64 0</inkml:trace>
  <inkml:trace contextRef="#ctx0" brushRef="#br0" timeOffset="105718.22">21090 9475 37439 0,'-6'-17'1664'0,"3"10"320"0,1-1-1584 0,-2-1-400 0,-2 0 0 0,5 1 0 0,1 2 2560 0,1 2 416 15,1-3 96-15,-2 7 0 0,4-5-1248 0,2 1-256 16,3 0-48-16,2 0-16 0,0 1-736 0,5 0-160 16,2-1-32-16,2 3 0 0,1-1-272 0,1-2-64 15,4 2-16-15,1-2 0 0,1 3-96 0,0-1-128 16,0 2 176-16,-3 2-176 0,-2 0 128 0,-1 2-128 16,-1-1 0-16,-4-1 0 0,-4 5 0 0,-1-2 128 15,-2 2-128-15,-2 0 0 16,-3 1 176-16,-2 1-176 0,-2-2 160 0,-2 2-160 0,-2 2 192 0,-2-1-64 15,-3 2-128-15,-2-1 192 0,-3 2-192 0,-2-2 176 16,-2 2-176-16,-1 0 160 0,-3 0-160 0,-1 0 0 16,-1 1 0-16,-1 1 0 15,-1-1-384-15,2 3-144 0,0-1-48 0,0-1 0 16,2 0-1088-16,3-1-208 0,4-1-48 0,3 0-16 16,5-1-3216-16,3 1-640 0</inkml:trace>
  <inkml:trace contextRef="#ctx0" brushRef="#br0" timeOffset="106154.03">21844 9743 12895 0,'0'0'1152'0,"4"-6"-928"0,-2-1-224 0,1-2 0 15,0 0 6208-15,-2-1 1184 16,-2 0 240-16,-2 0 48 0,-5 0-4032 0,0 0-800 0,-1 4-160 0,-1 2-48 16,-3 3-960-16,-2 1-192 0,0 1-32 0,-2 4-16 15,0 4-688-15,-3 4-144 0,-1-1-32 0,3 2 0 16,2 3-208-16,0 0-48 0,0 0-16 0,3 0 0 15,1-1-304-15,3 0 0 0,2-5 0 0,5 1 0 16,2 1 0-16,1-3 0 0,2 0 0 0,1-3-144 0,2 0-144 0,2-2-32 16,1-1 0-16,2-1 0 15,0-3-128-15,1-2-48 0,0 1 0 0,1-5 0 16,0-1 0-16,0 1 0 0,-1-5 0 0,-1 1 0 0,1-3 192 16,0 0 48-16,-3-3 0 0,1-1 0 0,1-3 128 15,-1-2 128-15,-1-3-192 0,0-3 192 0,-1-2 0 0,0-1 0 16,0-1 0-16,-2 1 0 0,1-2 0 0,-2-1 0 15,-2 3 0-15,-1 6 144 0,0 2 96 0,-1 5 16 16,-1 3 0-16,-1 5 0 0,-2 3 224 0,3 7 48 16,0 0 16-16,0 0 0 0,-4 4-64 0,2 8-16 15,-1 4 0-15,2 3 0 0,-1 3-272 0,1 2-48 16,1 2-16-16,1 0 0 0,3 3-128 0,2 1 0 16,0 1 0-16,3-4 0 0,2 1 0 0,0-3 0 15,0-2 0-15,2-3 0 16,1-1-480-16,0-2-128 0,0-1-32 0,-1-2 0 15,1-6-768-15,-1 0-144 0,-1-1-48 0,1 0 0 16,0 0-1952-16,0-4-400 0,-3 0-80 0</inkml:trace>
  <inkml:trace contextRef="#ctx0" brushRef="#br0" timeOffset="106503.77">22164 9421 6447 0,'-1'-8'576'0,"-1"-2"-576"0,-2-2 0 0,1 2 0 15,0-1 8288-15,1 5 1552 0,1-1 304 0,1 7 64 16,0 0-6256-16,0 0-1264 0,0 0-240 0,0 0-48 0,0 13-960 0,0 0-192 15,1 4-32-15,-1 2-16 0,2 3-496 0,2 1-112 16,0 2-16-16,0 2 0 0,3 2-320 0,-1 2-64 16,2 2 0-16,0-3-16 0,1-3-176 0,0-1 0 15,-1 0 0-15,0-5 0 0,-3-2 0 0,2-2 0 16,-1-3 128-16,1-2-80 0,-2-3-48 0,0-1 0 16,-5-8 0-16,0 0 0 0,0 0 0 0,0 0 0 15,0 0 0-15,0 0 0 0,0 0 0 0,0 0 0 16,0 0 0-16,6-7 0 0,0 1 0 0,0-5 0 15,-1-1 0-15,-1-2 0 0,0-3 0 0,0-2 0 16,1-6 0-16,2 0 0 0,1-6 0 0,1-2 0 16,0-2 0-16,1-2 0 0,0 0 0 0,0 1 0 0,-1 0 0 15,0 1 0-15,-2 3 0 0,-1 1 0 16,-1 5 0-16,1 5 0 0,-2 3 0 0,-2 4 0 16,-2 2 0-16,0 1 0 15,0 5-336-15,-1 1-64 0,0 1-16 0,1 4 0 16,0 0-1104-16,-3 8-208 0,0 3-64 0,1 2-14160 0,-2 2-2848 15</inkml:trace>
  <inkml:trace contextRef="#ctx0" brushRef="#br0" timeOffset="106749.03">21953 9572 23951 0,'-24'-2'1056'0,"13"1"224"0,-1-2-1024 0,1 0-256 0,0-1 0 0,5 2 0 15,6 2 6912-15,0 0 1312 0,0 0 272 0,0 0 48 16,0 0-5968-16,9-4-1184 0,4 0-240 0,4-1-64 0,4 0-800 16,3 1-160-16,2-2-128 0,2 0 144 0,2-1-144 0,1 1 0 15,2 1 0-15,2-2 0 0,1 2 0 0,2 0 0 16,0 0 0-16,1-2 48 0,0 4-48 0,0-1 0 16,1 2 0-16,-3 1 0 15,-1-2-512-15,-3 2-112 0,1 2-16 0,-1 0-16448 16,-2 1-3280-16</inkml:trace>
  <inkml:trace contextRef="#ctx0" brushRef="#br0" timeOffset="108046.43">23350 9561 9215 0,'-7'-5'400'0,"3"2"96"0,0-1-496 0,-1 0 0 0,1-1 0 0,-2 2 0 0,-1 1 6432 0,1-2 1184 16,-5-1 256-16,1 2 32 0,2 0-3744 0,1 2-768 15,2 0-128-15,3-1-48 0,-2 0-1184 0,4 2-240 16,0 0-64-16,0 0 0 0,0 0-944 0,10-4-192 16,0 0-32-16,5-1-16 0,-1 0-336 0,4-1-64 15,1 0-16-15,3 2 0 0,3-5-128 0,3 4 0 16,2 1 0-16,0-2 0 0,3 1 0 0,-1 4 0 15,1-4-128-15,0 1 128 16,-1 1-1024-16,0 2-144 0,-5-3-32 0,-1 3 0 16,-3-1-2512-16,-2 4-496 0,-4-2-96 0</inkml:trace>
  <inkml:trace contextRef="#ctx0" brushRef="#br0" timeOffset="108200.71">23372 9622 32255 0,'-26'5'2864'0,"15"-2"-2288"0,-2-1-576 0,0-2 0 16,1 0 4864-16,3 0 880 0,3 0 160 0,6 0 48 15,0 0-4640-15,0 0-928 0,0 0-176 0,0 0-32 16,0 0 352-16,9 0 80 0,3-2 16 0,2 1 0 16,2-2-624-16,4 0 0 0,4-1 0 0,6-1 0 15,4-3-672-15,4 2-96 0,5-2-32 0,4 0-15408 16,3 0-3088-16</inkml:trace>
  <inkml:trace contextRef="#ctx0" brushRef="#br0" timeOffset="109044.08">24369 9224 46527 0,'-1'-13'2064'0,"1"8"432"0,-2-3-2000 0,2-1-496 0,-2 3 0 0,2-1 0 16,0 2 1184-16,0 5 144 0,0 0 16 0,0 0 16 16,0 0-96-16,0 0-32 0,-3 10 0 0,1 3 0 15,-1 4-512-15,0 6-96 0,1 5-32 0,-1 5 0 0,2 3-384 0,0 3-80 16,1 4 0-16,1-1-128 0,0 2 160 0,2-1-160 16,1-2 128-16,1-2-128 0,0-2 0 0,2-5 0 15,-1-3 128-15,1-4-128 0,-2-2 0 0,0-3 0 16,-1-3 0-16,0-3 0 15,-1-2-608-15,-1-2-48 0,0-3-16 16,-2-7 0-16,0 0-1024 0,0 0-208 0,0 0-32 16,0 0-16-16,0 0-1712 0,0 0-352 0</inkml:trace>
  <inkml:trace contextRef="#ctx0" brushRef="#br0" timeOffset="109361.84">24207 9111 14735 0,'0'0'1312'0,"-6"-3"-1056"15,-3-2-256-15,0 0 0 0,0 0 7744 0,3 1 1472 16,2-1 320-16,4 5 48 0,0 0-7216 0,0 0-1456 16,0 0-272-16,10-4-64 0,1 0 384 0,5 1 96 15,0 1 16-15,2 0 0 0,3 1-656 0,2 0-128 16,2-1-32-16,2 1 0 0,1 0-128 0,0 1-128 16,2 1 192-16,0 3-192 0,3 1 144 0,-1-1-144 15,0 3 0-15,-2 2 144 0,-2 1-144 0,-1 2 0 0,-5 0 0 0,-3-1 0 16,-3 1 0-16,-4 1 128 0,-3 1-128 0,-3 1 128 15,-2-1 0-15,-4-1 0 0,-2-1 0 0,-4 0 0 16,-3 1 64-16,-3 1 0 0,-2 0 0 0,-1-1 0 16,-4 0-48-16,0 0 0 0,-2 2 0 0,-1-3 0 15,0-2-16-15,-1 0 0 0,1 1 0 0,0 1 0 16,-1-3-128-16,0 0-224 0,5 0 48 0,0-1 16 16,1 1-672-16,3-5-144 15,2 0-32-15,3 1 0 0,2-2-1936 16,7-3-400-16,0 0-80 0</inkml:trace>
  <inkml:trace contextRef="#ctx0" brushRef="#br0" timeOffset="110154.15">24717 9700 11967 0,'-14'3'528'0,"7"-3"112"0,-3 0-512 0,-1-1-128 0,1-2 0 0,1 0 0 0,5 2 9216 0,4 1 1792 15,0 0 384-15,0 0 64 0,0 0-8432 0,0 0-1680 16,8-4-320-16,2 2-80 0,3-1-464 0,2-1-96 16,2-1 0-16,1 1-16 0,1 0-368 0,2 0 0 15,1 0 0-15,1 2 0 0,-1-1 0 0,-1 2 0 16,-2-2 0-16,-1 2 0 0,1 1 0 0,-4 0 0 15,-3 1 0-15,-2 0 0 0,-2 1 0 0,-8-2 144 16,0 0-144-16,0 0 0 0,0 0 240 0,0 0-64 16,-4 5-16-16,-1 1 0 0,-1 1-160 0,-1-1 160 15,1 1-160-15,-1-1 160 0,-1 0-112 0,2 0-48 16,6-6 0-16,-5 5 0 0,1 1 0 0,4-6 0 16,0 0 0-16,0 7 0 0,0-7 0 0,2 7 0 15,-2-7 0-15,7 8 0 0,1-2 0 0,1 2 0 16,1 0 0-16,1 1 0 0,-1-4 0 0,-1 2 0 0,-1-1 0 15,0 1 0-15,-2-1 0 0,1 2 0 0,-2 1 0 16,-1 3 0-16,-3-3 0 0,1 2 0 0,-2 0 0 16,-2 1 0-16,0 1 0 0,-2 1 0 0,-2 2 0 0,-1-3 0 15,-4 4 0-15,1-4 0 0,-2-1 0 16,-1 1 0-16,-3 0 0 0,2-1 0 0,-2-3 0 16,-1-1 0-16,0-1 0 0,1 1 0 0,-1-1 0 0,1-2 0 15,0-1 0-15,2-2-128 0,1 0 128 0,1-2 0 16,0-2-1088-1,5 0-96-15,0-1-32 0,7 3 0 0,0 0-1872 0,3-9-384 0,3-4-80 16,6-4-10416-16,5-2-2096 0</inkml:trace>
  <inkml:trace contextRef="#ctx0" brushRef="#br0" timeOffset="110434.81">25870 8876 31327 0,'-6'-8'2784'0,"4"5"-2224"0,-3-3-560 0,-1 4 0 0,0-3 4160 0,-2 1 704 16,0 0 160-16,-2 1 32 0,-3 3-3008 0,-3 3-576 16,-5 3-128-16,-1 2-32 0,-3 8-224 0,-2 5-32 15,-3 2-16-15,-1 7 0 0,-2 5-608 0,2 6-128 16,0 3-32-16,2 2 0 0,3-2-192 0,2 0-80 16,3 2 0-16,4-1 0 0,4 2 0 0,3-2 0 15,4-2 0-15,4 0 0 0,2 0 0 0,3-3 0 0,3-2 0 16,3-3 0-16,2-3 0 0,2-5 0 0,1-1 0 0,2-5 0 15,2-4-240-15,3-4-32 0,2-1-16 0,1-3 0 16,2-4-800 0,3-1-144-16,1-4-48 0,1-1 0 0,2-3-1616 15,2-6-336-15,1-4-64 0,-1-2-10528 0,-3-3-2096 0</inkml:trace>
  <inkml:trace contextRef="#ctx0" brushRef="#br0" timeOffset="118560.62">26137 8990 30399 0,'0'0'2704'0,"-5"-4"-2160"0,-2-3-544 0,3 1 0 0,2-3 4480 0,0 2 800 15,2 2 160-15,0 5 16 0,4-5-3536 0,3 1-720 16,-1 1-144-16,3 3-32 0,1 3 64 0,1 1 16 16,2 4 0-16,2 5 0 0,0 4-640 0,2 7-128 15,2 5-16-15,-1 5-16 0,1 4-304 0,-2 2 0 16,-1 0 128-16,-2 2-48 0,-3-1-80 0,-2-2 0 15,-1-1 0-15,-1-3 0 0,0-3 0 0,1-3 0 16,-3-4 0-16,0-3 0 0,0-5 0 0,-1-3 0 16,-1-2 0-16,1-4 0 0,-4-8 0 0,0 0 0 15,0 0 0-15,0 0 0 0,0 0 0 0,0 0 0 16,0 0 0-16,4-8 0 0,0-4 0 0,-2-2 0 16,1-3 0-16,2-3 0 0,0-3 0 0,1-7 0 0,-1-3 0 0,1-1 0 15,1-2 0-15,-1-3 0 0,2-4 0 0,0-3 0 16,0-2 0-16,1-2 0 0,0-2 0 0,-1 1 0 15,1 3 0-15,0 8 0 0,0 5 0 0,-1 6 0 32,-1 7-640-32,-1 3-112 0,1 8-16 0,-1 4-16 15,-6 7-1584-15,0 0-320 0,7 8-64 0,-2 4-12224 0,-3 6-2448 0</inkml:trace>
  <inkml:trace contextRef="#ctx0" brushRef="#br0" timeOffset="119173.97">26192 9206 34095 0,'-9'-1'3024'0,"-2"-3"-2416"0,2 1-480 0,1-1-128 0,3-1 4288 0,5 5 832 16,-1-5 160-16,1 5 32 0,4-8-3360 0,3 2-672 15,4-1-144-15,3 1-32 0,4-2-528 0,3 0-128 16,3 0 0-16,1 2-16 0,2-2-304 0,-1 0-128 16,0-1 0-16,1 0 128 0,2-2-80 0,-2 2-48 0,2 1 0 15,0 2 0-15,0-3 0 0,-1 2 0 0,3 1 0 0,2 0 0 31,1 1-864-31,-1 1-160 0,-1 0-48 0,-1 3 0 16,-2 1-2096-16,-1 3-416 0,-4 2-96 0,-2 3-16 16,-6 5-2048-16,-4-3-400 0,-7 2-96 0,-6 2-16 15,-6-1 2736-15,-6 2 560 0,-5 0 96 0,-3-2 32 0,-1 0 6896 0,0-1 1376 0,-2 0 288 16,3-3 48-16,2-1-320 0,1-2-64 0,2 1-16 0,3-5 0 16,3 2-2784-16,2 0-560 0,1 0-112 15,7-4-32-15,0 0-992 0,0 0-192 0,0 0-32 0,9 0-16 16,2 1-400-16,3 1-96 0,4-1-16 15,3 0 0-15,3-1-96 0,0 0-48 0,2-1 0 0,-1 1 0 0,-1 0 0 16,-1 0 0-16,-2 1 0 16,-3 2 0-16,-1 0 0 0,-4 1 0 0,-1-1 0 0,-4 1 0 0,-3 0 0 0,-5-4 0 15,0 0 0-15,1 9 0 16,-2-2 0-16,-2 2 0 0,0-1 0 0,-3 1 0 0,-3-1 0 16,0 1 0-16,0 0 0 0,0 0 0 15,0 0 0-15,1 0 0 0,0 1 0 0,3-3 0 0,1 1 0 16,3 0 0-16,-1 0 0 0,4 0 0 0,2-2 0 0,2 1 0 15,4-1 0-15,1 1 0 0,1-1 0 0,1 1 0 16,1-2 0-16,0 2 0 0,1 0 0 0,-2 1 0 16,0-1 0-16,0 0 0 0,-3 1 0 0,-1 1 0 15,-1-2 0-15,-1 1 0 0,-5 0 0 0,0-1 0 16,-1 1 0-16,-2 4 0 0,-3-4 0 0,0 1 0 16,-4 0 0-16,-1 1 0 0,0-2 0 0,-3 1 0 0,-1 1 0 0,0-3 0 15,0 3 0-15,0-3 0 0,0-1 0 0,0-1 0 16,0 0 0-16,2-2 0 0,2-2 0 0,3-1 0 15,-3 0 0-15,3-3-240 0,2-2 80 16,3-3 16 0,1-3-2480-16,5-3-480 0,6-1-96 0,3 0-12176 0,3-3-2432 0</inkml:trace>
  <inkml:trace contextRef="#ctx0" brushRef="#br0" timeOffset="119308.74">27074 9377 3679 0,'6'-7'320'0,"0"-2"-320"16,1 1 0-16,0 2 0 0,0-1 8896 0,1 2 1728 0,-2-1 320 0,1 2 80 15,2 1-6416-15,1 2-1280 0,2-4-256 0,0 2-48 16,3 2-1600-16,2-1-320 0,3-1-64 0,1-1-16 15,4 0-672-15,1 0-144 0,2 0-16 0,2-1-16 16,2 1-176-16,0 0 0 0,2-3 0 0,1 1 0 16,0-3-1472-16,2 1-208 0,3-4-48 0,1 0-22528 15</inkml:trace>
  <inkml:trace contextRef="#ctx0" brushRef="#br0" timeOffset="119657.6">27992 8801 44223 0,'-5'-3'3936'0,"1"-1"-3152"0,1 0-624 0,3 4-160 0,0 0 2528 0,0 0 480 15,0 0 80-15,0 0 32 0,2 9-1712 0,2 6-352 16,1-1-64-16,0 8-16 0,0 2-784 0,0 4-128 16,1 4-64-16,0 3 0 0,1 3 0 0,1 1 0 15,1 0 0-15,0-1 0 0,0-4 0 0,0-3 0 16,0-4 0-16,-1-1 0 0,2-2 0 0,-2-2 0 15,-1-4 0-15,-2-1 0 0,0-5 0 0,0-2 0 16,1-3 0-16,-2-1 0 0,-4-6 0 0,0 0 0 16,5 2 0-16,-5-2 0 0,0 0 0 0,0 0 0 15,6-8 0-15,1-3 0 0,-2-2 0 0,2 0 0 0,-1-1 0 16,3-2 0-16,-1-3 0 0,1-3 0 16,0-3 0-16,2-5 0 0,2-4 0 0,2-3 0 15,1-3 0-15,2-2 0 0,0-3 0 0,1 0 0 16,-2 4 0-16,-2 2 0 0,2 1 0 0,-1 4 0 0,-3 4 0 15,-1 4 0 1,-2 4-528-16,-1 2-112 0,-2 4 0 0,-2 5-16 0,-4-1-2992 0,1 5-608 16</inkml:trace>
  <inkml:trace contextRef="#ctx0" brushRef="#br0" timeOffset="119886.64">27841 9016 56207 0,'-25'0'2496'0,"17"-3"512"0,8 3-2416 0,0 0-464 0,0 0-128 0,0 0 0 0,0 0 416 0,4-4 64 16,5-1 16-16,4 1 0 0,4-1-240 0,4 0-64 15,4-2 0-15,1 3 0 0,1-2-192 0,3 1 176 16,0-1-176-16,2 2 160 0,2 1-112 0,-1 1-48 16,0-2 0-16,1 2 0 15,2-1-608-15,0 2-112 0,-4 1-32 0,0 0 0 16,-1 1-2256-16,-4 3-464 0,-2 3-96 0</inkml:trace>
  <inkml:trace contextRef="#ctx0" brushRef="#br0" timeOffset="120175.11">28408 9162 48319 0,'0'0'1072'0,"0"0"208"0,8 2 64 0,1 2 0 0,3-2-1088 0,2 0-256 16,2 2 0-16,1-3 0 0,-2-1 832 0,0 2 128 0,-1-1 0 0,-1-1 16 15,1 1 192-15,-2 1 48 16,-2 0 0-16,-2 1 0 0,0-1-768 0,-3 1-160 0,-5-3-32 15,4 5 0-15,-4-5 208 0,-1 7 48 16,-4 2 0-16,-4 1 0 0,-3 2-384 0,-2 1-128 16,-2 1 0-16,-1 3 0 0,-4 2-176 0,3-2-16 0,1 1-16 0,0-2 0 15,1-1 336-15,2 1 64 16,4-1 0-16,2 0 16 0,1-2-144 0,5-3-64 0,4 1 0 0,3-2 0 16,3 0 0-16,3-3-128 0,0 0 128 0,2-4-160 15,6 2 160-15,-1-2 0 0,0-2 160 0,3 0-32 16,0-2-128-16,0 1 0 0,0-6 0 0,-1 0 0 15,3-3 0-15,0-1 0 0,1-2 0 0,-1-3 0 16,-1-2-848 0,0-3-176-16,1-1-16 0,1-4-16 0,-2-3-2160 0,3-6-432 0,0-4-96 0</inkml:trace>
  <inkml:trace contextRef="#ctx0" brushRef="#br0" timeOffset="120493.02">28718 8256 44575 0,'-11'-4'1984'0,"11"4"384"0,-8-1-1888 0,8 1-480 16,0 0 0-16,0 0 0 0,0 0 1984 0,1 10 288 16,3 2 64-16,2 2 16 0,2 2-960 0,5 5-192 15,4 5-48-15,4 1 0 0,3 4-640 0,3 3-144 16,3 1-32-16,4 4 0 0,-3-6-144 0,2 2-16 16,-2 2-16-16,3 3 0 0,2-2-112 0,1 5-48 0,-1 3 0 0,1 1 0 15,-2 0 0-15,-1 2 0 0,-5 3 0 16,-2-1 0-16,-2-1 0 0,-3-2 0 0,-2-4 0 15,-5 2 0-15,-3-2 0 0,-3-1 0 0,-5-1 0 0,-3-3 0 16,-1-3 0-16,-5 0 0 0,-3 0 0 0,-2-1 0 16,-3-2 0-16,-2-3 0 0,0-1 0 0,-2-3 0 15,-1-2 0-15,1-3 0 0,0-1 0 16,-3 1 0-16,5-3 0 0,-1-2 0 0,2-3 0 0,2-3 0 0,3-2 0 16,2-3 0-16,1-1 0 0,0 0 0 15,6-4-1552-15,0 0-304 16,-6 1-64-16</inkml:trace>
  <inkml:trace contextRef="#ctx0" brushRef="#br0" timeOffset="128258.13">15660 11777 30399 0,'-15'0'1344'0,"4"0"288"0,-2 0-1312 0,0-1-320 0,4-2 0 0,4 2 0 15,5 1 5664-15,0 0 1056 0,0 0 224 0,14-4 32 0,2 3-5360 16,2 1-1072-16,0-4-224 0,4 2-32 16,3 1 80-16,3 1 16 0,4-2 0 0,-7 2 0 0,4 0-224 0,2 0-32 15,5 0-128-15,19 0 192 0,-4-2-192 0,-4 2 0 16,-3 0 0-16,1-2 0 0,-2-2 0 0,0-2-128 16,1 1 128-16,-13 0 0 15,3-1-784-15,3-2-112 0,0-1 0 0,0-1-16 16,1 0-1504-16,0 0-288 15,-1-1-64-15,-1 3-11808 0,-8-1-2352 0</inkml:trace>
  <inkml:trace contextRef="#ctx0" brushRef="#br0" timeOffset="128498.34">16569 11601 16575 0,'-16'4'736'16,"8"-1"160"-16,-2-2-720 0,0 1-176 0,-1 0 0 0,3 0 0 0,2 1 7296 0,6-3 1408 16,0 0 304-16,0 0 48 0,0 0-6480 0,0 0-1296 15,-1 8-256-15,1-8-48 0,3 9-240 0,4 0-48 16,-1-2-16-16,5 0 0 0,1 0-432 0,3-1-96 15,2 1-16-15,1 2 0 0,1-4-128 0,2 3 0 16,1 0 0-16,-1 1 0 0,-3-1 0 0,0 1 0 16,-1 1 0-16,-1 0 0 0,-3-1 0 0,-3 1 128 15,-1 2-128-15,-1 0 0 0,-3-3 256 0,-1 2-16 0,-2 3-16 0,-4-1 0 16,-2-2 80-16,-1 4 16 0,0-2 0 0,-4 1 0 16,-3 2-80-16,-1-3-16 0,-3 1 0 0,-1 2 0 15,2-5-368-15,-1 2-80 0,2-1-16 0,2-4 0 16,3 1-1744-16,5-1-368 15</inkml:trace>
  <inkml:trace contextRef="#ctx0" brushRef="#br0" timeOffset="129297.85">17883 11720 42783 0,'0'0'1904'0,"0"0"384"0,1-7-1840 0,1 1-448 16,-1-1 0-16,-1 1 0 0,-1 0 1936 0,-3 1 304 15,-1 0 48-15,-3 1 16 0,-1-1-688 0,-4 1-128 16,0 1-16-16,-2 2-16 0,-2-2-800 0,-1 3-144 0,0 0-48 0,-2 2 0 16,-2 2-208-16,0 0-64 0,-3 2 0 0,2 1 0 15,-1-1-192-15,2 2 176 0,0 2-176 0,2 2 160 16,2 0-112-16,2 0-48 0,3 1 0 0,3 0 0 16,1-3 0-16,5 3 0 0,3 1 0 0,3 1 0 15,5-1 0-15,2-1 0 0,4 0 0 0,4 0 0 16,2 0 0-16,2 0 0 0,4 2 0 0,1-2 0 15,1 1 0-15,1 2 0 0,-1-3 0 0,-2 1 0 16,-2-1 0-16,-2 1 0 0,-4-1 0 16,-2 1 0-16,-2-3 0 0,-3 1 0 0,-2 0 0 0,-3-2 0 0,-4-2 0 0,-1 1 0 15,-2 2 0-15,-3-1 0 0,-2-1 0 0,-3 1 0 16,-5 2 0-16,-2-3 0 0,-2 2 0 0,-2-1 0 16,-3-1 0-16,0 0 0 0,-2-1 0 0,0 0 0 15,1-3 0-15,0-1 0 16,2-1-336-16,0-2-64 0,4-1-16 0,2-1 0 15,4-2-960-15,4-1-192 0,3 2-32 0,6-7-16 16,6-3-1632-16,4-1-320 0,4-3-64 0,9-1-16 16,5-4 480-16,6 2 96 0,4-1 0 0,0 1 16 15,-2-5 1296-15,0 2 256 0,-4 0 48 0,-2 1 16 0,-4 0 1632 16,-1 3 320-16,-2 1 64 0,-3 4 0 0,-3 5 3024 0,-3 0 608 16,-5 3 112-16,-1 2 32 0,-8 3-832 0,0 0-144 0,0 0-48 0,4 7 0 15,-4 2-1520-15,-1 2-304 16,-2 3-64-16,-2 2-16 0,-4-1-800 0,1 2-176 15,2 3-16-15,-1-3-16 0,2 0-288 0,1 0-128 16,3-2 128-16,1 0-16 0,1-2-112 0,3-3 0 16,4-1 0-16,2-1 0 0,2-2 0 0,2 0-192 15,2-5 192-15,1-1-208 0,1-3-112 0,-1-1 0 0,1 1-16 16,-1-3 0-16,-3 0-32 0,0-2 0 0,-4-1 0 0,0-2 0 16,-2 0 128-16,-1 0 32 0,-3 0 0 0,-4-1 0 15,-2 0 208-15,0 0 0 0,-4-1 0 0,1 0 0 16,-1 2-160-16,-2 0 160 0,0 1-160 15,-1 1 160-15,-1 1-880 0,0 1-80 0,1 1 0 0,1-1-16 16,1 2-1392-16,0 4-256 0,1-5-64 16,6 6-17472-16</inkml:trace>
  <inkml:trace contextRef="#ctx0" brushRef="#br0" timeOffset="129549.68">18307 11626 35007 0,'-11'2'1552'0,"7"-2"320"0,1-1-1488 0,3 1-384 16,0 0 0-16,0 0 0 0,0 0 3984 0,0 0 736 16,0 0 144-16,0 0 16 0,1 11-2864 0,3 2-576 15,1 4-112-15,0 2-32 0,0 2-752 0,2 4-160 16,-1 2-16-16,2-2-16 0,0 1-224 0,0 0-128 16,0 0 160-16,-2 0-160 0,2-1 128 0,0-2-128 15,0-2 0-15,0-1 128 0,-2-2-128 0,1-1-208 16,-1-1 64-16,1-3 16 15,-1-3-640-15,1-1-112 0,-2-4-16 0,-5-5-16 16,0 0-992-16,0 0-192 0,6-1-32 0,-6 1-16 16,6-5-1776-16,0-2-368 0,-1 0-64 0</inkml:trace>
  <inkml:trace contextRef="#ctx0" brushRef="#br0" timeOffset="129788.57">18491 11890 4607 0,'7'-14'192'0,"-3"8"64"0,0-3-256 0,-1 2 0 0,-2 2 0 16,-1 5 0-16,0 0 7872 0,0 0 1520 0,0 0 304 0,0 0 64 15,0 0-5184-15,5 9-1040 0,2 3-208 0,-1 1-32 16,0 1-1472-16,1 2-288 0,0-1-64 0,2 2-16 15,-1 0-752-15,2-2-128 0,-1 0-48 0,3 0 0 16,0-2-368-16,-2-2-160 0,2 0 128 0,0-2-16 16,-3-3-112-16,0 0 0 0,0-4 0 0,0-1 0 0,-9-1 0 15,8-1 0-15,0-1 0 0,-1-2 0 0,-2-2 0 16,0 1 0-16,1-1 0 0,-2-1 0 0,2-3 0 0,-1-2 0 16,-1-1 0-16,0-1 0 0,0-2 0 0,1-1 0 15,0-2 0-15,0-1 0 16,2-2 0-16,-2 0 0 0,0-1 0 0,0 3 0 15,1-1-1280-15,0 2-240 0,1 4-48 0,-1 3-16 16,1 7-2800-16,0 1-560 16,-7 4-112-16,6 4-13536 0</inkml:trace>
  <inkml:trace contextRef="#ctx0" brushRef="#br0" timeOffset="130033.49">18929 11945 11967 0,'0'0'1072'0,"0"0"-864"16,0 0-208-16,7 0 0 0,3-1 5184 0,-1 0 976 15,1-5 208-15,1 1 32 0,-1-1-3456 0,2-1-704 16,0 1-144-16,-1-5-32 0,-2 1-528 0,0 1-128 15,1-4 0-15,0 0-16 0,-1-2-592 0,0 1-112 16,-1 0-32-16,-1-3 0 0,-2 0-656 0,0 1 0 16,-1 2-208-16,-3 1 48 0,-1 2 400 0,-2 3 80 15,2 8 0-15,-9-1 16 0,-3 4 720 0,0 3 144 0,-1 7 16 0,-1 3 16 16,-1 2-416-16,1 3-96 0,-2 1-16 0,2 2 0 16,0-2-304-16,2 1-64 0,3-1-16 0,4 1 0 15,2-3-192-15,4 0-128 0,3-2 160 0,5-1-32 31,6 0-624-31,6-4-80 0,5-2-32 0,6-4 0 16,5-3-800-16,6-2-144 0,5-4-48 0,4 0 0 0,3-2-2704 16,-2-3-560-16</inkml:trace>
  <inkml:trace contextRef="#ctx0" brushRef="#br0" timeOffset="130331.14">20197 11552 28559 0,'0'0'2544'0,"-4"-10"-2032"0,-4 0-512 0,-1 0 0 0,2-4 5056 0,-3 3 896 15,1 0 192-15,-1 4 48 0,-1-3-3952 0,0 3-768 16,-2 0-176-16,1 3-16 0,0 2-416 0,2-1-80 16,-1 3-16-16,2 3 0 0,9-3-480 0,-9 7-96 15,0 2-32-15,0 5 0 0,2 0-160 0,1 3 128 16,-2 4-128-16,1 2 128 0,1 1-80 0,2 6-48 16,-1 0 0-16,-2 1 0 0,5 4 0 0,0 2 0 15,1-1 0-15,1-1 0 0,0 0 0 0,3 1 0 16,1 0 0-16,-2-2 0 0,1 3 0 0,-1-2 0 15,4-1 0-15,0-2 0 0,-1-3-256 0,1-2-64 0,-1-2 0 0,0-3 0 32,0-2-1024-32,0-3-192 0,-1-6-64 0,-1 0 0 15,0-3-1344-15,-1-2-256 0,-2-6-64 0,0 0-16 16,0 0-240-16,0 0-64 0,-9-5 0 0,1-3-6192 0,-2-4-1232 16</inkml:trace>
  <inkml:trace contextRef="#ctx0" brushRef="#br0" timeOffset="130492.41">19843 12038 29775 0,'3'-12'1312'0,"-3"12"288"0,-1-8-1280 0,1 0-320 0,1 1 0 0,3 0 0 15,-4 7 3248-15,6-4 592 0,1-2 112 0,3 2 16 16,-1 1-1552-16,2 1-320 0,2-1-64 0,2 0-16 16,2 2-1152-16,2-2-224 0,2 1-64 0,1-1 0 15,3 1-432-15,2-1-144 0,2-1 0 0,2 0 0 16,2-1 0-16,2 0 0 0,-1-3 0 0,1 1 0 16,7 2-512-16,-2-4-144 0,3 1-48 0,-2 2 0 31,-3-3-3056-31,0-2-608 0</inkml:trace>
  <inkml:trace contextRef="#ctx0" brushRef="#br0" timeOffset="131398.51">20736 11836 31327 0,'0'0'1392'0,"-7"-3"272"16,-2-2-1328-16,0-2-336 0,0 0 0 0,0-1 0 0,-6-1 4160 0,0 2 752 15,0 2 144-15,-2 1 48 0,4 3-2736 0,-1 1-528 16,0 2-112-16,-1 3-32 0,0 2-768 0,-1 2-160 16,0-1-16-16,1 2-16 0,0 2-480 0,4 1-112 15,0-1-16-15,-1 6 0 0,5-5-128 0,3 2 0 16,2-2 0-16,5-2 112 0,4 0-112 0,0-1 0 15,4-3 0-15,2 0 0 0,4 1 0 0,0-4 0 16,2-1 0-16,2-1 0 0,1 0 0 0,-1-2-240 16,-1-2 80-16,-1 0 16 0,0-2-32 0,-1 0 0 15,-1 0 0-15,-3 0 0 0,-2-2 0 0,-3-1 0 16,-3 1 0-16,-2-2 0 0,-2 1-16 0,-1-2-16 16,-4 0 0-16,-1 0 0 15,-2 0-176-15,-2 0-16 0,0 0-16 0,-1 2 0 16,-3-1-992-16,2 2-192 0,-2 0-32 0,2 1-16 15,1-1-768-15,0 3-144 0,1-3-48 0,8 6 0 16,0 0-848-16,0 0-160 0,0 0-32 0,2-7-16 0,-2 7 1872 0,7-5 368 16,1 1 80-16,1 0 0 0,1 1 2112 0,2 2 400 0,1 1 96 0,1 1 16 15,2 1 2064-15,0 2 432 0,-2 1 64 0,0 1 32 0,2 2-1120 16,0 3-240-16,-1-2-32 0,1 3-16 0,-2-1-800 0,1 2-176 16,-1 0-16-16,-1 2-16 0,-1-4-560 0,-1 1-96 15,0 1-32-15,-2-4 0 0,-4 0-352 0,3-1-80 16,0-1-16-16,-2-3 0 0,-6-4-128 15,0 0-16-15,8 1-16 0,-8-1 0 0,7-1-160 0,-7 1 0 16,6-6 144-16,-2 1-48 0,-3-1-96 0,1-1 0 16,-2 1 0-16,-2-1 0 0,1-3 0 0,0 1 0 15,0-1 0-15,-1 0 0 0,1-2 0 16,0 2 0-16,1-2 0 0,1-1 0 0,3-1 0 0,1-2 0 16,2 2 0-16,0-2 0 0,3-1 0 0,1 0 0 15,2 2 0-15,2-2 0 16,2 1-560-16,2 2-96 0,2 1-32 0,4 2 0 15,2 2-1664-15,4-1-336 0,6 2-64 0,3 3-19584 0</inkml:trace>
  <inkml:trace contextRef="#ctx0" brushRef="#br0" timeOffset="131798.49">22407 11482 30399 0,'-3'-3'2704'0,"-2"-4"-2160"0,1-2-544 0,-1 1 0 15,0 2 4752-15,1-4 848 0,-1 4 160 0,-2 1 48 16,-1-1-3424-16,-1 3-672 16,-1 0-144-16,-2 2-32 0,-1 2-784 0,-3 3-176 0,-1 2-16 0,-1 5-16 0,-1 2-400 0,-4 5-144 15,-3 6 0-15,-2 3 144 16,-5 3-96-16,2 3-48 0,-2 4 0 0,3 2 0 0,0-1 0 0,5 1 0 16,3-2 0-16,5-3 0 0,6-4 0 15,4-2 0-15,5 1 0 0,5-3 0 0,5-1 0 16,5-3 0-16,4-1 0 0,4-1 0 0,4-2 0 15,2-1 0-15,5-7 0 0,1-1 0 0,1-1 0 0,5-4 0 16,3-3 0-16,1-1 0 0,3-2 0 0,-1-1 0 16,0-5 0-16,-4 0 0 0,-5-1 0 0,-2-2 0 15,-4-4 0-15,-2 0 0 0,0-2 0 0,-4-4 0 16,-5-1 0-16,-2-2 0 0,-2-3 0 0,-2-3 0 16,-5-3 0-16,0-2 0 0,-2-1 0 0,-3-1 0 15,-3-1 0-15,0 3 0 0,-4-2 0 0,-2 2 0 0,-3 0 0 16,-5 2 0-16,0 4 0 0,-5 0-128 15,-9 3 128-15,1 1-160 16,-2 2-544-16,-2 3-128 0,-2 4 0 0,-2 6-16 16,-1 3-1408-16,-1 6-288 0,3 2-48 0,2 8-19536 0</inkml:trace>
  <inkml:trace contextRef="#ctx0" brushRef="#br0" timeOffset="132103.87">22283 11713 27647 0,'0'0'2448'0,"0"0"-1952"0,0 0-496 0,0 0 0 16,0 0 4320-16,0 0 768 0,0 0 160 0,0 0 16 15,0 0-2464-15,8 5-496 0,0 3-112 0,0 3-16 0,-1 3-816 16,3 3-160-16,-1 2-48 0,1 4 0 0,1 0-848 0,-1-1-176 15,2 2-128-15,-1 1 144 0,2-1-144 0,2 1 0 16,-1 0 0-16,2 0 112 0,1 1-112 0,-2-5 0 16,1 1 0-16,0-3 0 0,-1 1 0 0,-2-3 0 15,-1-4 0-15,1 0 0 0,-1-1 0 0,0-2 0 16,-3-2 0-16,0-2 0 16,0 0-432-16,-1-3-80 0,-8-3 0 0,8 3-16 15,-1-2-2160-15,-1 1-416 0,-6-2-96 0</inkml:trace>
  <inkml:trace contextRef="#ctx0" brushRef="#br0" timeOffset="132487.03">21527 12211 52287 0,'0'0'2320'0,"0"0"480"0,0 0-2240 0,8-2-560 0,0-2 0 0,2 0 0 16,0 0 400-16,5 1-16 0,-2-1-16 0,1 2 0 16,3-1 464-16,0 2 112 0,3 0 16 0,-2-1 0 15,0 2-576-15,-2 2-128 0,-1-1 0 0,-2 3-16 0,1-2 0 0,-3 2 0 16,0 0 0-16,-2 0 0 16,-9-4-240-16,6 7 128 0,0-1-128 0,-1 1 128 15,-4 2-128-15,-1-3 0 0,0 3 0 0,-3 1 0 16,0 1 0-16,-3-2 0 0,1 2 0 0,-3 1 0 0,2-1 0 0,-1 1 0 15,3 0 0-15,0 1 0 0,2-1 0 16,-1-1 0-16,2 0 0 0,1-1 0 0,0-1 0 0,1 0 0 16,6-1 0-16,3-1 0 0,5-1 0 0,0-1 0 15,6 1 0-15,2-4 0 0,5 0 0 16,3-2 0-16,0-2 0 0,5 0 0 0,1-2-368 0,1-3-16 16,1-1 0-16,2 1 0 15,0-3-1696-15,5-1-352 0,5-4-64 0</inkml:trace>
  <inkml:trace contextRef="#ctx0" brushRef="#br0" timeOffset="132969.97">23091 12018 52127 0,'-27'-6'2304'0,"19"1"480"0,7-1-2224 0,6 1-560 15,2 1 0-15,0 0 0 0,3 2 944 0,-1-4 80 16,0 3 0-16,0-1 16 0,3 0-224 0,1 0-48 0,0 1-16 0,5-2 0 15,-1 1-512-15,1 1-112 0,1 2 0 16,-1-1 16-16,-3 0-144 0,2 1 0 0,0 1 0 0,-2 0 0 16,-2 1 0-16,-3 1 0 0,-10-2 0 0,0 0 0 15,0 0 0-15,0 0 0 0,0 0 0 0,0 0 0 16,0 0 0-16,-4 3 0 0,0 3 0 0,-4 0 0 16,1-1 0-16,-2 2 0 0,-1-1 0 0,-1 1 0 15,0-1 0-15,1 2 0 0,-2 0 0 0,2 0 0 0,-1 0 0 0,2 0 0 16,1-2 0-16,2 2 0 15,-1 0 0-15,2 0 0 0,1 1 0 0,1-3 0 0,2 2 0 0,1-8 0 16,3 9 0-16,1 0 0 16,1-1 0-16,3 1 0 0,-2 0 0 0,5 2 0 0,0-1 0 15,2-2 0-15,2 2 0 0,0 2 0 0,4-3 0 0,-4 2 0 16,2-1 0-16,-2 3 0 0,-2-2 0 0,-3 0 0 16,2 1 0-16,-2 0 0 0,-3 0 0 15,-1-2 0-15,0 2 0 0,-4-4 0 0,-2 1 0 0,-1 0 0 16,-3 1 0-16,-1-3 0 0,-4 2 0 0,-2-1 0 15,-2-2 0-15,1 1 0 0,-3-1 0 0,-2 1 0 0,0-5 0 16,-1 1 0-16,-2-2 0 0,0 1 0 16,1-2 0-16,-1 0 0 0,2 0 0 0,-1-2 0 15,-5 0 0-15,2-1 0 0,0 2 0 0,0-3 0 16,2 1 0-16,0-1 0 0,1 2-320 0,2-5-48 16,1 1-16-16,-1-5-25440 0</inkml:trace>
  <inkml:trace contextRef="#ctx0" brushRef="#br0" timeOffset="141617.09">8770 14600 41471 0,'-13'-10'1840'15,"7"8"368"-15,-2-2-1760 0,0-1-448 0,0-3 0 0,0 0 0 0,-1-1 448 0,0 0 0 16,1-2 0-16,0 1 0 0,1-3 1152 0,1 3 224 16,1 0 48-16,0-1 16 0,1 2-352 0,4 2-64 0,1 2 0 0,-1 5-16 15,0 0-688-15,0 0-144 0,13-7-32 0,2 3 0 16,-2 3-224-16,4 0-48 0,2 1-16 0,6-2 0 15,5 2-128-15,5 0-32 0,4-1 0 0,4 0 0 16,3 0-144-16,1-2 0 0,0-1 0 0,0 1 128 16,1 1-80-16,4-1-48 0,3-2 0 0,-15 2 0 15,6-2 0-15,5 0 0 0,2 0 0 0,-1 0 0 0,-1-2 0 16,-1 2 0-16,-2 1-160 0,-1-3 160 16,-3 0-832-16,-2 1-96 15,-2 0-16-15,-3 2 0 0,-3-3-2208 0,-4 1-448 0,-5-1-96 16</inkml:trace>
  <inkml:trace contextRef="#ctx0" brushRef="#br0" timeOffset="141873.99">9925 14180 27647 0,'-12'0'2448'15,"-2"0"-1952"-15,-3 0-496 0,4 0 0 0,1 0 5552 0,3 0 1008 16,9 0 208-16,0 0 32 0,0 0-4944 0,0 0-1008 16,0 0-192-16,0 0-32 0,0 9 128 0,3 0 16 15,1-2 16-15,2 2 0 0,5 0-512 0,0-1-96 16,4-1-32-16,0 3 0 0,6-3-144 0,1 4 0 15,2-5 144-15,1 4-144 0,1-3 0 0,-1 0 0 16,-2 1 0-16,1-1 0 0,-2 1 0 0,-3 0 0 16,-3-1 0-16,-2-1 0 0,-3 3 0 0,-2 0 0 15,-4 1 0-15,-2 0 0 0,-3 2 128 0,-2 1-128 0,-2 0 128 0,-3 2-128 16,-5-3 192-16,-3 3-48 16,-1 0 0-16,-3-1 0 0,0 1-144 0,-1-2 0 0,-1 0 144 0,0 1-144 31,1 1-384-31,0-1-128 0,2 0-48 0,0 1-16528 0,2 0-3296 0</inkml:trace>
  <inkml:trace contextRef="#ctx0" brushRef="#br0" timeOffset="142415.63">10696 14581 51775 0,'0'0'2304'0,"0"0"448"0,0 0-2192 0,0 0-560 0,0 0 0 0,11-4 0 15,1-2 688-15,1 2 16 0,4 1 16 0,-1-2 0 16,-2 0-96-16,0 1-32 0,1 1 0 0,-1 3 0 16,0-3-272-16,1 1-64 0,-2 2-16 0,0 3 0 15,-1-1-240-15,-1 2 128 0,0-1-128 0,-1 2 0 16,-2 2 160-16,-8-7-160 0,7 9 160 0,-7-9-160 15,1 12 256-15,-4-1-64 0,-2 0 0 0,-4 2 0 16,-3 1-48-16,-3 2-16 0,-2-1 0 0,-3 2 0 16,-1 2-80-16,-1-1-48 0,-1 4 0 0,0-5 0 0,1-3 0 15,3 1 0-15,2 2 0 0,2-3 0 0,4-4 0 0,0 1 0 16,6-2 0-16,5-9 0 0,-3 10 0 0,3-10 0 16,0 0 0-16,8 12 0 0,4-4 0 0,4-3 0 15,-2-1 0-15,4-1 0 0,3-3 0 0,3-3 0 16,3-1 0-16,0-1 0 0,2-3-304 0,-7 2-48 15,6-4-16-15,3 0 0 16,4-4-1424-16,3-1-304 0,2 0-48 16,3-1-13648-16,2 0-2720 0</inkml:trace>
  <inkml:trace contextRef="#ctx0" brushRef="#br0" timeOffset="142792.74">11657 14245 26719 0,'0'0'1184'0,"-3"-4"240"0,-1-4-1136 0,0 2-288 15,0-1 0-15,0 1 0 0,-1 0 5360 0,0 1 1008 16,0 0 208-16,-2 2 32 0,1 1-3936 0,-2 2-800 16,0 2-144-16,-2 4-48 0,-1 0-848 0,-1 5-192 15,-1 2-16-15,-1 4-16 0,-3 3-448 0,0 5-160 0,-1 5 0 0,0 2 144 16,1-1-96-16,1 1-48 16,3 1 0-16,3-2 0 0,2-1 0 0,4-1 0 0,4 1 0 0,4-4 0 15,5 0 0-15,3-1 0 0,3 0 0 16,5-5 0-16,2-3 0 0,4-2 0 0,3-3 0 0,3-5 0 15,2-1 0-15,1-4 0 0,1-3 0 0,-1-2 0 16,0-2 0-16,0-1 0 0,-2-5 0 0,-2-2 0 16,-2 0 0-16,-2-5 0 0,-1-1 0 0,-1-3 0 15,0 1 0-15,-3-3 0 0,-3-1 0 0,-2-1 0 16,-4-2 0-16,-2-2 0 0,-3-2 0 16,-3-2 0-16,-2-1 0 0,-3 1 0 0,-3-3 0 15,-4 2 0-15,-2 0 0 0,-2 2 0 0,-3 3 0 0,-1 2 0 0,-3-1 0 0,-1 4 0 16,0 3 0-16,-3 3 0 0,-2 2 0 15,1 2 0-15,-1 6 0 0,1 1 0 16,-1 2-656-16,-2 3-128 0,1 3-32 0,2 7 0 16,0 3-2320-16,-1 6-448 0,-1 5-112 0</inkml:trace>
  <inkml:trace contextRef="#ctx0" brushRef="#br0" timeOffset="143041.5">11760 14395 48207 0,'0'0'2128'0,"0"0"448"15,0 0-2064-15,0 0-512 0,0 0 0 0,3 6 0 0,1 5 1488 0,0-1 192 16,0 3 48-16,0 3 0 0,1 1-592 0,2 0-112 16,-1 2-32-16,2 2 0 0,0 1-656 0,1 2-128 0,0-2-16 0,2 2-16 15,-2 0-176-15,0-2 0 16,0-1 0-16,0-1 0 0,2-1 0 0,-2-3 0 0,0-3 0 15,1-1 0 1,-1-2-1040-16,2-2-144 0,-1-3-32 0,2-2 0 16,1-3-2288-16,-1 0-464 0,0-3-80 0</inkml:trace>
  <inkml:trace contextRef="#ctx0" brushRef="#br0" timeOffset="143482.38">12246 14481 30399 0,'-4'-8'1344'0,"4"8"288"0,0 0-1312 0,0 0-320 0,0 0 0 0,0 0 0 0,6-2 5120 0,1-1 960 15,1 0 192-15,0 2 48 0,-1 0-4080 0,3-1-800 16,-1 2-160-16,1 0-48 0,2 0-672 0,2 0-144 16,1 0-32-16,0 2 0 0,1-1-384 0,-1 0 0 15,1-1 0-15,-2 3 0 0,1-2 0 0,-2 2 0 16,-1-1 0-16,-3 4 112 0,-2-4-112 0,-7-2 0 16,0 0 0-16,3 7 0 0,-3-7 0 0,-3 9 0 15,-2-3 0-15,-1 2 0 0,-2-1 0 0,-2-1 0 16,-2 1 0-16,-1 2 0 0,0-3 0 0,0 2 0 15,0-1 0-15,2-1 0 0,2 1 0 0,1-1 0 16,3 1 0-16,1-1 0 0,4-6 0 0,-1 7 0 16,1-7 0-16,2 8 0 0,2 0 0 0,4-1 0 15,3 0 0-15,2-1 0 0,1 1 0 0,3-1 0 16,1 2 0-16,3-1 0 0,0-1 0 0,1 1 0 0,-1-1 0 16,0 1 0-16,-3-1 0 0,-1 1 0 15,-3-1 0-15,-1 1 0 0,-1-1 0 0,-3 1 0 0,-2 2 0 16,-2-1 0-16,-2 0 0 0,-2 0 0 0,-2-1 0 15,-2 3 0-15,-2-3 0 0,-2 4 0 0,-2-3 0 0,-1-1 0 16,-5 3 0-16,0-1 0 0,-1 0 0 0,-1 0 0 16,-1 0 0-16,0-2 0 0,-1 0 0 0,1 0 0 15,0-2 0-15,1 0 0 0,0 1 0 16,1-4 0-16,2 2 0 0,1-3 0 0,1 1 0 0,2 0 0 16,-2 1-1152-1,3 0-240-15</inkml:trace>
  <inkml:trace contextRef="#ctx0" brushRef="#br0" timeOffset="144680.4">13230 14311 21183 0,'0'0'1888'0,"0"0"-1504"0,-1-2-384 0,-4-5 0 15,1 1 8000-15,2-1 1536 0,2 7 320 0,4-6 48 16,0-1-8000-16,1 3-1600 0,2-2-304 0,1-1 0 16,0-2 320-16,2 3 176 0,3-2 16 0,1 1 16 15,1 1-528-15,0-1 0 0,2-2 0 0,2 3 0 0,-1-1 0 0,1 1 0 16,2-1 0-16,0 2 0 15,1 0-576-15,-1-1 0 0,-1 3-16 0,-2 0 0 16,-2 0-1712-16,-2 5-320 0,-2 2-80 0,-3 3-19504 16</inkml:trace>
  <inkml:trace contextRef="#ctx0" brushRef="#br0" timeOffset="144837.15">13235 14482 40543 0,'0'0'1792'0,"0"0"384"0,0 0-1744 0,0 0-432 0,0 0 0 0,0 0 0 0,0 0 3376 0,0 0 592 15,9 5 112-15,1-3 16 0,-1-4-2880 0,4 1-592 16,4-1-112-16,4-1-32 0,2-1-256 0,3-1-48 16,1-2-16-16,2 3 0 0,1-2-160 0,3 1 0 15,-1-3-192-15,4 0 192 16,0 0-1568-16,2 2-192 0,2 2-32 0,1 0-21888 0</inkml:trace>
  <inkml:trace contextRef="#ctx0" brushRef="#br0" timeOffset="145173.1">13860 14890 28559 0,'-15'9'1264'0,"9"-5"272"0,-3-1-1232 0,0 1-304 0,1-1 0 0,1 0 0 16,7-3 6288-16,0 0 1200 0,0 0 256 0,0 0 32 16,7 6-5808-16,3-2-1168 0,3-1-224 0,6 1-64 15,4-1-288-15,6 0-64 0,2-1-16 0,4-1 0 0,4-1-96 0,6-1-48 16,4 0 0-16,3 0 0 0,3-3 0 0,2 1 0 16,1-3 0-16,-1-1 0 0,1-1 0 0,-1 0 0 15,2 1 0-15,-1-3 0 0,2 3 0 16,2-1 0-16,-1 0 0 0,0 0 0 0,-1 3 0 0,-3-2 0 15,-3 2 0-15,-2 1 0 16,0-1-608-16,-2 2-112 0,-5 1-32 0,-2 1 0 16,-5 1-2960-16,-3 1-608 15</inkml:trace>
  <inkml:trace contextRef="#ctx0" brushRef="#br0" timeOffset="179016.6">16287 14377 5519 0,'0'0'496'0,"-5"-2"-496"0,-3-2 0 0,-1 2 0 0,-1-1 5936 0,-1 1 1088 15,0-4 208-15,-2 4 64 16,-3-1-3296-16,2 2-656 0,1-3-128 0,1 1-16 0,3 1-688 0,2-1-128 16,1 2-16-16,6 1-16 0,0 0-944 15,0 0-192-15,0 0-48 0,0 0 0 0,0 0-528 0,10-3-128 16,2 2 0-16,2 0-16 0,2-1-288 0,3 2-48 15,3 0-16-15,3 0 0 0,3-1-144 0,3 1 0 16,2 0 0-16,4 0 128 0,5 0-128 0,4 0 0 16,3-1 0-16,2-1 0 0,1 1 0 0,2-1 0 15,-1-1 0-15,1 0 0 0,-1 1 0 0,0 0 0 16,0-2 0-16,0 2 0 0,-3-1 0 0,-2 1 0 16,-1 0 0-16,-4 0 0 15,-4-2-544-15,-4-1-32 0,-4 1-16 0,-1 0 0 16,-1-1-816-16,-3 1-176 0,-4 2-16 0,-1-3-16 15,-3 4-1664-15,-3-6-336 0,-3 2-64 0,-3 0-14976 0</inkml:trace>
  <inkml:trace contextRef="#ctx0" brushRef="#br0" timeOffset="179345.34">17359 14156 25791 0,'0'0'2304'0,"-5"3"-1856"0,-2 0-448 0,1-2 0 16,-1 0 4816-16,2 0 880 0,5-1 160 0,0 0 32 15,0 0-3616-15,0 0-736 0,0 0-128 0,0 0-48 16,-1 8-144-16,2 0-16 0,-1-8-16 0,5 8 0 0,3-2-720 15,1 1-144-15,2-2-16 0,2 0-16 0,2-1-160 0,1 0-128 16,1-1 144-16,2 1-144 16,2 0 0-16,1 1 0 0,1-3 0 0,0 2 0 0,1 0 0 0,-1-2 0 15,-1 0 0-15,-1 1 0 0,-1-1 0 0,-3 2 0 16,-4-1-128-16,-3 1 128 0,-2 0 128 0,-8-4 128 16,2 6 16-16,0 1 16 0,-4 2-288 0,0-1 0 15,-7 1 0-15,-2 0 0 0,-3 1 192 0,-2 1 0 16,-2 2-16-16,0-4 0 0,-4 1-176 0,-2 1 0 15,-1 1 0-15,1-2 128 0,-1-1-80 0,1 0-48 0,1 0 0 16,2-1 0 0,3-1-640-16,3-1-128 0,1 1-32 0,2-1-16192 15,5 1-3232-15</inkml:trace>
  <inkml:trace contextRef="#ctx0" brushRef="#br0" timeOffset="180919.64">18540 14487 41343 0,'-13'6'1840'0,"13"-6"368"0,-9 1-1760 0,0 3-448 0,0-3 0 0,1 1 0 16,1-1 1856-16,7-1 304 0,0 0 48 0,0 0 16 0,0 0-576 0,0 0-112 15,0 0-32-15,0 0 0 0,8-1-880 0,4-2-176 16,4 0-48-16,2-1 0 0,3 2-272 0,2-1-128 16,1-1 0-16,2 0 128 0,0 2-128 0,0-1 0 15,-3 1 0-15,-2 0 0 0,-4 2 0 0,-1 2 0 16,-4 0 128-16,-3 2-128 0,-3 0 144 0,-2 2 0 15,-3 2 0-15,-2 1 0 0,-3-1 144 0,-2 3 32 16,-3 0 0-16,-3 2 0 0,-1 1-96 16,-4 2-16-16,-1-1 0 0,-2 2 0 0,0 1-208 0,1-1 0 15,-1 2 0-15,3-2 128 0,0 3-128 0,3-6 0 16,1-1 0-16,4 0 0 0,0-1 0 0,4-3 0 16,2-1 0-16,3 0 0 0,3-2 0 0,2 1 0 15,4-2 0-15,3-1 0 0,2-1 0 0,4-2 0 16,3-1 0-16,3-3 0 0,0-1-320 0,4-1-48 15,3 0-16-15,2-1 0 16,2-8-1280-16,1 1-256 0,2-2-48 0,3-2-13904 16,0-1-2768-16</inkml:trace>
  <inkml:trace contextRef="#ctx0" brushRef="#br0" timeOffset="181292.58">19463 14168 29487 0,'0'0'2624'0,"-5"-4"-2112"0,-2-1-512 0,2 2 0 15,0-1 4352-15,5 4 768 0,-5-1 160 0,5 1 32 16,-5 1-2912-16,-1 3-576 0,0 2-112 0,-3 3-32 16,1 2-592-16,0 2-128 0,0 4-32 0,0 7 0 15,-1 2-528-15,0 8-96 0,-1 1-32 0,1 3 0 16,0-2-192-16,1 1-80 0,1-2 0 0,3-1 0 0,2-1 0 0,2-3 0 16,4-3 0-16,2-1 0 15,3-1 0-15,3-3 0 0,4-3 0 0,1-2 0 0,2-1 0 0,2-4 0 16,2-3 0-16,2-3 0 0,0-4 0 0,1-2 0 15,1-3 0-15,2-3 0 0,0-3 0 0,-2-3 0 16,1-3 0-16,-2 0 0 0,-2-2 0 0,0-1 0 16,-3-3 0-16,0-1 0 0,-3-2 0 0,-3-1 0 15,-1-1 0-15,-3-1 0 0,-2-2 0 0,-2-2 0 16,-3-4 0-16,-3 1 0 0,-2 1 0 0,-3 1 0 16,-1-1 0-16,-3-1 0 0,-4 3 0 15,-2 1 0-15,-3 2 0 0,-1 2 0 0,-2 2 0 0,-2 0 0 16,-2 5 0-16,1 3 0 0,1 2-256 0,0 3-64 15,-2 7 0-15,2-2 0 16,2 2-688-16,2 3-144 0,1 1-16 16,4 5-16-16,1 1-2256 0,3 5-448 0,1 3-80 0</inkml:trace>
  <inkml:trace contextRef="#ctx0" brushRef="#br0" timeOffset="181519.44">19607 14336 28559 0,'0'0'2544'0,"0"0"-2032"0,0 0-512 0,0 0 0 16,0 0 4288-16,4 7 752 0,1 2 144 0,0-1 48 0,0 2-2864 0,0 4-576 15,2 3-128-15,1 2 0 16,1-1-512-16,0 0-80 0,-1 2-32 0,2-1 0 0,1 1-720 0,-1-1-160 16,1 1-32-16,-1 0 0 0,0-2-128 0,-1 0 0 15,2 0 0-15,-1-1 0 16,2-1-1024-16,0-2-144 0,-2-1-32 0,2 0 0 15,0-1-2512-15,1-2-496 0,0 1-96 0</inkml:trace>
  <inkml:trace contextRef="#ctx0" brushRef="#br0" timeOffset="181952.13">19994 14577 29487 0,'-3'-3'2624'0,"2"0"-2112"15,-2-4-512-15,3 1 0 0,0 6 4976 0,4-5 880 16,1-1 176-16,1 1 48 0,1 0-3904 0,3-1-768 15,0 0-144-15,4 1-48 0,2 0-544 0,1 1-112 16,3-3-32-16,0 4 0 0,1-3-336 0,3 2-64 16,-2-1 0-16,0 3-128 0,-2-1 160 0,-2 2-160 15,-3-2 128-15,-1 2-128 0,-5 1 160 0,-9 0-160 16,0 0 192-16,0 0-192 0,0 0 192 0,0 0-192 16,0 0 192-16,0 0-48 0,-4 6-144 0,-3 1 0 15,-1-1 0-15,-2 3 0 0,0-2 0 0,-2-1 0 0,-1 0 0 0,0 0 0 16,0 1 0-16,1 1 0 0,0-2 0 0,3 2 0 15,3-2 0-15,0 1 0 16,2-1 0-16,2 1 0 0,2-7 0 0,-1 8 0 0,-1 0 0 0,2-8 0 16,4 7 0-16,4 0 0 0,1-1 0 15,4 1 0-15,3 0 0 0,1-2 0 0,1 0 0 0,0 1 0 16,3-2 0-16,0 2 0 0,-2-1 0 0,1 1 0 16,-2 1 0-16,-1 2 0 0,-2-3 0 0,-4 2 0 15,1 0 0-15,-4 3 0 0,-2-1 0 0,0-1 0 0,-4 2 0 0,0-1 0 16,-4-1 0-16,0 2 0 0,-2-1 0 15,-3 2 0-15,-1-2 0 0,-1 2 0 0,-3-2 0 0,-1 2 0 16,0-3 0-16,-2 0 0 0,-1-1 0 0,-1 3 0 16,-2-5 0-16,0 1 0 0,0-4 0 0,-1 1 0 15,-1-1 0-15,2 0 0 16,1-2-960-16,2 0-192 0,0-2-48 0</inkml:trace>
  <inkml:trace contextRef="#ctx0" brushRef="#br0" timeOffset="182421.99">21328 14100 30399 0,'0'0'2704'0,"0"0"-2160"0,-7-2-544 0,0 0 0 15,2 1 5568-15,5 1 1024 0,0-3 192 0,0 2 32 0,2 0-4992 0,1 0-992 16,1-2-208-16,4 0-48 0,4 2-144 0,2-2-48 16,1 2 0-16,2 1 0 0,2 0-384 0,1 0 0 0,1 0 0 0,-1 0 0 15,0-1 0-15,0 1 0 16,0-3 0-16,0 2 0 15,3 0-688-15,0 1-208 0,-5 2-64 0,-1 1 0 16,-3-3-1216-16,-3 2-256 0,-2 2-64 0,-5 3-12288 0,-4-1-2480 0</inkml:trace>
  <inkml:trace contextRef="#ctx0" brushRef="#br0" timeOffset="182551.62">21347 14218 17503 0,'-17'5'1552'0,"9"-3"-1232"16,-1 2-320-16,0-1 0 0,0 1 6416 0,2-2 1232 0,1 2 240 0,6-4 48 15,0 0-5008-15,0 0-1008 16,0 0-208-16,0 0-48 0,5 6-384 0,3-2-64 0,1-1-32 0,4 1 0 15,4-4-688-15,4 2-144 0,2-2-32 0,5 0 0 16,2-2-320-16,2 0-128 0,5-2 0 0,-2-1 0 31,2-1-1712-31,2 1-336 0,1 0-64 0</inkml:trace>
  <inkml:trace contextRef="#ctx0" brushRef="#br0" timeOffset="183324.35">22528 14564 11967 0,'0'0'528'0,"-6"7"112"0,-2-1-512 0,0 2-128 16,0 0 0-16,2 0 0 0,-1-2 9168 0,3 1 1808 16,2-3 352-16,2-4 80 0,0 0-8400 0,0 0-1664 15,0 0-352-15,0 0-64 0,0 0-208 0,0 0-32 0,0 0-16 0,0 0 0 16,0 0-496-16,0-7-176 0,-2 1 0 0,0-2 144 15,-2-2-96-15,0 0-48 0,0-1 0 0,0-2 0 16,0-3 0-16,0-2 0 0,-1-2 0 0,1-2 0 16,2-4 0-16,-1-3 0 0,-1-2 0 0,1-3 0 15,1-1 0-15,1-4 0 0,-1-3 0 0,1 0 0 0,0 1 0 16,1 0 0-16,-2 3 0 0,2 3 0 16,0 1 0-16,0 4 0 0,-1 2 0 0,1 4 0 0,0 5 0 15,1 4 0-15,-1 4 0 0,0 3 0 0,0 8 0 16,0 0 0-16,0 0 0 0,7 6 0 0,1 6 0 15,2 4 0-15,3 2 0 0,1 3 0 0,2 1 0 0,1 1 0 16,1 2 0-16,2 0 0 0,1-2 0 16,1 0 0-16,0-3 0 0,2 0 0 15,-4-4 0-15,1-3 0 0,1-3 0 0,1-2 0 0,-1-4 0 0,-1-2 0 16,-3-2 0-16,1-2 0 0,1-6 0 0,0-1 0 16,-2-3 0-16,-1-1 0 0,0-3 0 0,-2-2 0 15,0-1 0-15,-1-2 0 0,-1-3 0 0,0-3 0 16,0-2 0-16,-1-3 0 0,0-6 0 0,-1-1 0 15,1-2 0-15,-2 2 0 0,1 3 0 0,-2-1 0 16,-1 6 0-16,-3 5 0 0,-1 6 0 0,-1 6 0 16,-2 5 0-16,-1 2 0 0,0 7 0 0,0 0 0 15,0 0 0-15,0 12 0 0,-1 4 0 0,1 5 0 0,0 5 0 16,0 6 0-16,0 6 0 0,1 4 0 0,1 1 0 16,2-3 0-16,2 1 0 0,0-1 0 15,-1-1 0-15,2 0 0 0,-1-1 0 0,2 0 0 0,1-4 0 16,-1-2 0-16,-1 0 0 0,-1-2 0 0,1-2 0 15,1-2 0-15,-3-5 0 0,1 1 0 0,1-3 0 0,-1-4 0 16,1-2-400 0,-2-2-80-16,0-2-16 0,-1-1 0 0,-4-8-1264 15,0 0-256-15,5 5-48 0,-5-5-13632 0,7-3-2736 16</inkml:trace>
  <inkml:trace contextRef="#ctx0" brushRef="#br0" timeOffset="183904.19">23702 14130 17503 0,'6'-8'1552'0,"5"-1"-1232"0,0-2-320 0,1-2 0 0,-3 1 3840 0,2-1 704 16,-2 2 128-16,-3 2 48 0,-3 1-1440 0,-1-1-272 15,-2 3-64-15,-1 1-16 0,-4 2-464 0,-2 2-96 16,0 2 0-16,-4 2-16 0,-2-2-976 0,-3 4-192 15,-2 2-32-15,-3 4-16 0,-2 0-608 0,-3 3-112 16,-2 2-32-16,0 3 0 0,-1 1-272 0,2 3-112 16,1-3 0-16,2 3 0 0,3-3 0 0,4 3 0 15,4-3 0-15,4 3 0 0,3-2 0 0,2 1 0 16,2-1 0-16,4 0 0 0,3-1 0 0,4-1 0 16,3-1 0-16,1-1 0 0,1-1 0 0,3-2 0 15,1-4 0-15,2-1 0 0,-1-2 0 0,2 0 0 16,0-2 0-16,-1 0 0 0,1-5 0 0,-1 0-160 0,1 0 160 0,-1-5-192 15,-2-1 0-15,0-2-16 16,-2-1 0-16,0-2 0 0,-1-3 16 0,0-2 0 0,-2-1 0 0,0 0 0 16,-3 0 64-16,1 2 128 0,-2 1-208 0,-1 2 80 15,-3 1 128-15,-1 4 0 0,-4 7 0 16,0 0 0-16,0 0 272 0,0 0-16 0,0 0 0 0,0 0 0 16,2 7 0-16,1 6-16 0,-2-1 0 0,2 4 0 15,-1 2-240-15,2 0 176 0,2-2-176 0,-1 1 160 16,3 0-112-16,1-2-48 0,-1 0 0 0,1-2 0 15,1-1 0-15,-1-3 0 0,2-1 0 0,-1-2 0 0,1-1 0 16,-1 0 0-16,-1-2 0 0,0 0 0 0,0-3 0 16,-9 0 0-16,7-2 0 0,1 0 0 0,-2 0 0 15,1-3 0-15,-1 0 0 0,-1-1 0 0,1-2 0 16,0 0 0-16,1-3 0 0,-1 0 0 0,1-4 0 16,-1 0 0-16,2-2 0 0,0-1 0 0,-2-2 0 0,1 2 0 15,1 1 0-15,0 0 0 0,-1 0 0 0,0 3 0 16,-2-1 0-16,0 3 0 0,1 3 0 0,0 0 0 15,-1 1 0-15,2-1 0 16,1 0-1632-16,2 0-320 0</inkml:trace>
  <inkml:trace contextRef="#ctx0" brushRef="#br0" timeOffset="184504.51">25057 13726 13823 0,'0'0'1216'0,"0"0"-960"16,0-9-256-16,0 1 0 0,0-2 6480 0,0 2 1264 16,2 3 240-16,-2-4 48 0,0 2-5200 0,-3 1-1040 15,1 0-192-15,-1 2-64 0,-1-1 256 0,-1 5 32 16,0 0 16-16,-1 3 0 0,-1 3-944 0,-3 6-176 0,0 4-32 15,-3 2-16-15,-3 7-288 0,-1 6-64 0,-2 7-16 0,-2 2 0 16,1 3-160-16,3 0-16 0,0 0-128 0,2 2 192 16,2 2-192-16,2-3 0 0,2-1 0 15,3-1 0-15,3-1 0 0,3-3 0 0,3 0 0 16,2-4 0-16,1-3 0 0,2-5 128 0,3-2-128 0,-1-3 64 16,2-4-496-1,2-3-80-15,3-2 0 0,0-3-16 0,3-3-1248 16,1-1-240-16,1-5-48 0,2-2-16 0,3-1-2528 15,0-5-496-15</inkml:trace>
  <inkml:trace contextRef="#ctx0" brushRef="#br0" timeOffset="184725.54">25429 13926 3679 0,'-4'-2'320'0,"-1"0"-320"0,0-2 0 0,-1 1 0 0,3-1 10880 0,3 4 2112 16,0 0 432-16,0 0 80 0,0 0-10176 0,-6 4-2048 15,2 1-384-15,2 3-96 0,-1 0-32 0,2 4 0 16,0 2 0-16,1 3 0 0,-2 3-528 0,4 2-112 15,-1 0-128-15,0 5 176 0,1 1-176 0,-1 0 0 16,0 2 0-16,0 0 128 0,1-5-128 0,0 1 0 16,0 0 0-16,-1-2 0 0,0-2 0 0,1-4-144 15,-2 0 144-15,1-2-208 16,-1-2-544-16,0-5-96 16,0 1-32-16,-1-4 0 0,1-6-848 0,0 0-192 0,0 0-16 15,0 0-16-15,0 0-2400 0,-6-5-496 0</inkml:trace>
  <inkml:trace contextRef="#ctx0" brushRef="#br0" timeOffset="184922.64">25116 13872 50735 0,'0'0'2240'0,"0"0"480"0,0 0-2176 0,0 0-544 0,0 0 0 0,0 0 0 16,4-4 640-16,3-1 0 16,0 1 16-16,5 1 0 0,4 0 256 0,2 0 48 0,3 2 16 0,1-1 0 15,1 0-704-15,2-1-144 0,1 1-128 0,2 0 192 16,-1 2-192-16,3 0 0 0,1 0 0 0,2 0 128 15,1 0-128-15,2 0 0 0,2 0 0 0,1 0 0 16,2 2-1664-16,-2-1-352 0,0 0-80 0,0 2-13536 16,-1 3-2720-16</inkml:trace>
  <inkml:trace contextRef="#ctx0" brushRef="#br0" timeOffset="185377.9">25668 14132 14735 0,'0'0'1312'0,"-6"-2"-1056"0,1 1-256 0,5 1 0 0,0 0 7424 0,0 0 1408 16,0 0 304-16,0 0 48 0,0 0-6496 0,0 0-1280 16,9 1-272-16,3 1-48 0,1-2 0 0,3 0 16 15,1-2 0-15,4 2 0 0,-1-1-672 0,1 0-144 16,0-1-32-16,0 2 0 0,-1 0-64 0,-2 0-32 16,-3-1 0-16,0 1 0 0,-4 1-160 0,-1 2 192 15,-1 0-192-15,-9-3 192 0,0 0-64 0,0 0 0 16,0 0 0-16,0 0 0 0,1 6 64 0,0 2 16 0,-3-2 0 15,-2 2 0-15,-1-1-208 0,-2-1 144 0,1 1-144 0,-1 1 128 16,-1-1-80-16,0 1-48 16,1 1 0-16,0 2 0 0,2-3-176 0,0-1-16 0,1 0-16 0,1 1 0 15,2 0 208-15,1-1 0 16,1 3 0-16,3-1 0 0,0 0 0 0,2-1 0 0,2-1 0 0,0 1 0 16,0 0 0-16,1 0 0 0,1 0 0 0,1-2 0 15,-1 3 0-15,1 1 0 0,0-3 0 0,-1 2 0 16,0 1 128-16,-1-1 64 0,-1 0 0 0,-1 0 16 15,-2 1-144-15,0-2-64 0,-1 0 0 0,-3 0 0 0,-1 0 0 16,-2 0 0-16,-4-1 0 0,1 1 0 16,-1 0 0-16,-2 0 0 0,-3-2 0 0,1 1 0 0,-2-1 0 15,-1 1 0-15,-1-1 0 0,-2 1 0 0,1-3 0 0,0 1 0 16,3-2 0-16,-1 1 0 0,2-2 0 0,0 0 0 16,2-2 0-16,1 0 0 15,0-2-1216-15,3 1-256 0,5 1-32 0,0 0-16 16,0 0-3568-16,4-8-720 0</inkml:trace>
  <inkml:trace contextRef="#ctx0" brushRef="#br0" timeOffset="185527.24">26056 14249 49823 0,'0'0'2208'0,"0"0"448"0,0 0-2128 0,7-3-528 16,-1-1 0-16,2 2 0 0,2-1 1120 0,3 2 112 16,2-4 32-16,2 1 0 0,2 1-208 0,3-1-32 0,1 0-16 0,3-1 0 15,4 2-720-15,0 0-144 16,-2-1-16-16,1 0-128 0,0 0 0 0,-1 0 0 15,1 1 0-15,0-2 0 16,1 1-1584-16,2 2-368 0,2-1-80 0</inkml:trace>
  <inkml:trace contextRef="#ctx0" brushRef="#br0" timeOffset="185980.69">26979 13949 23039 0,'3'-10'2048'0,"1"-2"-1648"16,0-4-400-16,-1 2 0 0,4-2 4368 0,1 3 800 15,0 3 144-15,-3-1 48 0,-1 2-2288 0,0 0-448 16,-3 5-80-16,0-1-32 0,1 1-736 0,-2 4-160 16,0 0-16-16,0 0-16 0,0 0-864 0,0 0-160 15,0 0-48-15,-2 16 0 0,0-2-384 0,-1 8-128 16,-2-1 0-16,2 5 80 0,-1 3-80 0,2 2 0 15,-1 2 0-15,3-1 0 0,-1 1 0 0,0 1 0 16,-1-3 0-16,1 2 0 0,1-5 0 0,0 0 0 0,0-1 0 0,0-2 0 16,0-2 0-16,0-4 0 0,0-1 0 0,0-2 0 15,0-2 0-15,1-1-240 0,1-5 80 0,-1-2 16 32,-1-6-1168-32,0 0-224 0,0 0-64 0,0 0 0 0,0 0-2368 15,0 0-464-15,-1-8-112 0</inkml:trace>
  <inkml:trace contextRef="#ctx0" brushRef="#br0" timeOffset="186170.91">26712 13847 15663 0,'-8'-6'688'0,"8"6"144"0,-5-3-656 0,5 3-176 0,0 0 0 0,0 0 0 16,0 0 8240-16,0 0 1616 0,8-4 320 0,2 3 64 16,3 0-7296-16,5 1-1472 0,3 0-272 0,4 0-64 0,1 0-608 0,3 1-112 15,1-1-32-15,0-1 0 0,0 1-192 0,4 0-64 16,1 0 0-16,1 0 0 0,1 0-128 0,1 0 0 15,1 0 0-15,-1 0 0 16,1 0-832-16,-2 1-128 0,0 0-48 0,-3 3 0 16,-3-1-2256-16,-1 3-464 0,-1 3-96 0</inkml:trace>
  <inkml:trace contextRef="#ctx0" brushRef="#br0" timeOffset="186493.84">27173 14218 47167 0,'0'0'2096'0,"0"0"416"0,0 0-2000 0,0 7-512 16,3 1 0-16,2-1 0 0,-5-7 816 0,11 6 64 16,0 1 16-16,2-1 0 0,2-3 448 0,2 3 80 0,0 1 32 0,1 0 0 15,1-4-752-15,-2 4-128 0,2-2-48 0,-2 2 0 16,-2-1-96-16,-2 1-32 0,-2-1 0 0,-2 1 0 16,-9-7-288-16,6 9-112 0,-3-3 0 0,-2 4 0 15,-2 0 0-15,-2 0 0 0,-2 1 0 0,-1 1 0 16,-2 2 0-16,-1-1 0 0,0-3 0 0,1 2 0 15,0-1 0-15,0-1 0 0,2-2 0 0,0 0 0 16,4-1 0-16,2-7 0 0,0 7 0 0,0-7 0 16,5 6 0-16,3 1 0 0,1-2 0 0,3-1 0 15,1 0 0-15,2-1 0 0,2-2 0 0,2 0 0 0,-1-1 0 0,1-1 0 16,2-2 0-16,1-1 0 0,1-1 0 16,-3-3-160-16,4-1 160 0,1-3-192 15,-1-3-1024-15,2-5-224 0,1-4-32 16,-1-4-15008-16,0-2-2992 0</inkml:trace>
  <inkml:trace contextRef="#ctx0" brushRef="#br0" timeOffset="186826.63">27610 13421 47343 0,'0'0'2096'0,"0"0"432"0,0 0-2016 0,0 0-512 0,0 0 0 0,0 0 0 16,0 0 1264-16,7 8 144 0,0 1 48 0,5 0 0 15,3 0-160-15,3 3-16 16,1 1-16-16,7 4 0 0,2 0-768 0,3 1-160 0,2 6-16 0,2-1-16 16,-3 6-128-16,1 2-32 0,-3 2 0 0,1 1 0 15,-1 5-144-15,0-2 128 0,-1 5-128 0,-2-4 128 16,-1 1-80-16,-1 0-48 0,-3 0 0 16,-2 2 0-16,-4 2 0 0,-5 0 0 0,-2 0 0 0,-2 0 0 15,-3 0 0-15,-2-4 0 0,0 1 0 16,-4-3 0-16,-3-1 0 0,-1-2 0 0,-3-4 0 0,1-1 0 15,0-3 0-15,-1-1 0 0,-2-2 0 16,1-3 0-16,-2-3 0 0,2-2 0 0,-1 1 0 0,1-2 0 16,-3-3 0-16,1-2-160 0,-1-1 160 0,1-2-192 15,3 0-1120 1,-1-1-224-16,1 1-64 0</inkml:trace>
  <inkml:trace contextRef="#ctx0" brushRef="#br0" timeOffset="188667.89">28767 14068 48207 0,'-8'-12'2128'0,"5"8"448"0,-1 0-2064 0,0 0-512 15,4 4 0-15,0 0 0 0,-5-4 1088 0,1 0 128 16,4 4 0-16,0 0 16 0,0 0-32 0,-5 4-16 16,5-4 0-16,-4 7 0 0,0 2-736 0,2 1-128 15,0 1-48-15,1 2 0 0,0 4-272 0,1 2 0 16,0 1 128-16,1 1-128 0,0 0 0 0,-1-1 0 16,0 1 0-16,2 0 0 0,-1-1 0 0,1-2 0 15,1-1 0-15,0-1 0 0,-1-3 0 0,1 0 0 16,-2-2-192-16,-1 0 48 15,0-2-752-15,0-1-160 0,0-8-32 0,-2 6 0 16,2-6-1120-16,-3 7-224 0,-1-2-64 0,4-5 0 0,-6 3-2256 16,-2-2-464-16</inkml:trace>
  <inkml:trace contextRef="#ctx0" brushRef="#br0" timeOffset="188852.63">28461 14250 47167 0,'-11'-6'2096'0,"11"6"416"0,-5-3-2000 0,5 3-512 0,0 0 0 0,0 0 0 16,0 0 1328-16,6-3 160 0,3 1 48 0,2 2 0 0,2-4-448 0,4 3-96 15,2-1-16-15,3 2 0 0,3-4-576 0,4 2-112 16,3 2-32-16,4-3 0 0,3 1-256 0,2 0 128 16,2-3-128-16,0 2 0 0,3 0 0 0,-2 0 0 15,-3 2 0-15,-3-1 0 16,-2 1-528-16,-3 1-224 0,-5 0-32 0,-2 1-16 16,-3-1-1776-16,-4 3-368 0,1-3-64 0</inkml:trace>
  <inkml:trace contextRef="#ctx0" brushRef="#br0" timeOffset="190592.37">24901 10717 29535 0,'-1'-13'1312'0,"1"13"272"0,1-6-1264 0,-1 6-320 15,4-8 0-15,0 3 0 0,2-1-192 0,3 1-80 0,3-1-32 0,4-2 0 16,2 3 608-16,6-1 112 16,3 2 32-16,19-1 0 0,4-1 1232 0,6 2 256 15,7 4 48-15,4-3 16 0,2 2-528 0,10 1-96 16,12 0-32-16,10 1 0 0,6 2-784 0,5-3-176 15,3-3-16-15,7 3-16 0,12 3-192 0,2-3-32 16,0 1-128-16,4 2 192 0,8-1-192 0,3 2 0 0,1 1 0 0,1 1 0 31,-2 0-304-31,2 1-144 0,2-2-48 0,-8 1 0 16,-9 2-640-16,-5 1-128 0,-5 2-16 0,-9-1-16 0,-11 3-1472 16,-14 0-304-16,-12-2-48 0,-17-2-10352 0</inkml:trace>
  <inkml:trace contextRef="#ctx0" brushRef="#br0" timeOffset="190879.01">28296 10692 14735 0,'-78'-18'1312'0,"-23"-3"-1056"0,-19-7-256 0,-9 2 0 0,-4 1 3440 0,-11 1 624 16,-13-1 128-16,-5 5 32 0,0 0-3072 0,-1 2-592 16,1 2-128-16,-1 2-32 0,-3 0-224 0,10 2-48 15,9 5-128-15,2 1 192 0,0-3-16 0,16 2-16 16,13 1 0-16,12 4 0 0,9 1 32 0,12 1 0 16,13-1 0-16,17 1 0 0,15-2 208 0,13 2 48 15,11 3 16-15,14-3 0 0,0 0 352 0,28 6 64 16,14 4 16-16,13-1 0 0,10-3-416 0,15-1-80 15,12 1-16-15,15 0 0 0,13-2 192 0,6 1 16 16,3-1 16-16,10 1 0 0,8-1-160 0,6 2-48 16,2-1 0-16,2 0 0 0,1 0-176 0,4-1-32 15,1-1-16-15,-5 3 0 0,-6 3-176 0,-2 1 0 16,-3-4 144-16,-10 2-144 0,-12-2 0 0,-9 2 0 0,-7-1 0 0,-13 2-128 31,-11-1-464-31,-13-3-96 0,-14 1-16 0,-8 1 0 16,-9 1-2224-16,-9-4-448 0</inkml:trace>
  <inkml:trace contextRef="#ctx0" brushRef="#br0" timeOffset="191825.07">29551 13795 23039 0,'-7'-4'2048'0,"-4"-2"-1648"16,-1-1-400-16,3 2 0 0,3 1 6176 0,2 0 1152 15,4 4 224-15,0 0 64 0,0 0-5696 0,0 0-1152 16,0 0-208-16,5 11-48 0,2 2 320 0,-1 2 80 16,-1 6 16-16,2 1 0 0,-1 7-416 0,1 4-96 0,-1 2-16 0,1 5 0 15,-1-1-240-15,0 4-160 0,-1 4 192 0,1 0-192 16,0-1 128-16,-1-2-128 0,-1-1 0 0,0-2 0 15,0-5 0-15,1-2 0 16,-3-4 0-16,1-3 0 0,-2-4-128 0,1-5-144 0,-1-3-32 16,0-3 0-16,-2-3-1120 15,0 0-240-15,-1-3-32 0,2-6-16 0,0 0-1312 0,0 0-272 0,-9-6-48 0</inkml:trace>
  <inkml:trace contextRef="#ctx0" brushRef="#br0" timeOffset="192117.98">29381 13799 50687 0,'-11'-8'2240'16,"7"6"464"-16,-1-5-2160 0,1 2-544 0,0-2 0 0,4 7 0 0,3-5 576 0,1 0 0 15,1 0 0-15,1 0 0 0,4 1 128 0,0-4 48 16,3 4 0-16,4 0 0 0,1 0-240 0,4 0-64 16,3-1 0-16,0 1 0 0,2 0-448 0,2 0-208 15,2 0 16-15,2 2 0 0,-2-1 192 0,2 4 208 16,1 1-32-16,-2 0-16 0,0 1-160 0,-4 2 0 15,1-1 0-15,-2 1 0 0,-2 1 0 0,-3-1 0 16,-5 1 0-16,-1 2 0 0,-3 1 0 0,-4 0 0 16,-4 0-128-16,-2 2 128 0,-3-1 0 0,-4 2-144 15,-4 1 144-15,-1-1 0 0,-3 1 0 0,-2 1 0 16,-3 2 0-16,-1-1 0 0,-2 4-320 0,1-5 0 0,-1-1 0 0,0 3 0 31,1-3-928-31,2 1-192 0,1 2-32 0,2-3-16 16,1 4-2912-16,2-4-576 0</inkml:trace>
  <inkml:trace contextRef="#ctx0" brushRef="#br0" timeOffset="192530.69">29909 14181 19343 0,'0'0'848'0,"0"0"192"0,0 0-832 0,9 1-208 0,1 1 0 0,2 0 0 0,1-2 4512 0,-1 0 864 16,2 0 160-16,0 0 32 0,-1 2-2944 0,0-1-576 15,2 0-128-15,-1 2-32 0,-1-3-624 0,0 2-128 16,0 1-32-16,-1 0 0 0,-2-1-352 0,-1 2-80 15,-2 1-16-15,-2 1 0 0,-5-6 16 0,4 6 0 16,-3 1 0-16,1-1 0 0,-2-6-96 0,-2 8-32 16,-1-3 0-16,-3 2 0 0,0-1-176 0,-2 3-48 15,-1-2 0-15,-2 2 0 0,1 0-64 0,1 0-32 16,0 0 0-16,1-3 0 0,1 0-224 0,2 1 0 0,1-1 0 16,4-6 128-16,0 0-128 0,2 9 0 15,0-1 0-15,2 0 0 0,1 0 0 0,3-2 0 16,3 1 0-16,2-1 0 0,1 1 0 0,2-1 0 15,-1 1 0-15,1-1 0 0,1 1 0 0,0-1 0 16,-2 1 0-16,0-1 0 0,-2 0 0 0,-1 0 0 16,-2 1 0-16,-1-2 0 0,-9-5 0 0,8 6 0 15,-2 0 0-15,0 0 0 0,-6-6 0 0,1 9 0 16,-2 0 0-16,-2-1 0 0,-1 1 0 0,-1 2 0 16,-2-2 0-16,1 0 0 0,-3 0 0 0,-2 3 0 0,0-3 0 15,-1 1 0-15,-1 0 0 0,0-1 0 0,0-3 0 16,-2 1 0-16,1-1-240 0,0 1-32 0,-1-3-16 0,2 0 0 15,0 0-1360 1,3-1-272-16,1 1-48 0,0-1-21792 0</inkml:trace>
  <inkml:trace contextRef="#ctx0" brushRef="#br0" timeOffset="192853.78">31000 13665 34095 0,'0'0'3024'0,"-3"-4"-2416"16,1-1-480-16,2 5-128 0,-3-4 3680 0,3 4 720 15,-4-3 144-15,-1 3 16 0,-3 0-2624 0,-1 0-528 16,-2 2-96-16,0 3-32 0,-2 3-288 0,-3 2-64 16,-2 3-16-16,-2 4 0 0,-2 5-608 0,-3 4-128 15,1 4-32-15,-1 4 0 0,-1 4-96 0,2 1-48 16,2 0 0-16,1 0 0 0,0-1 0 0,3 1 0 15,4 2 0-15,2-1 0 0,3-1 0 0,2 0 0 16,3 0 0-16,4-1 0 0,4-3 0 0,3-1 0 16,2-4 0-16,1-1 0 0,1-7 0 15,1-1 0-15,2-4 0 0,0-3 0 16,2-2-704-16,1-3-128 0,0-2-16 0,0-4-16 16,0-3-976-16,1-1-192 0,0-3-32 0,0-4-16 15,2-3-1952-15,-2-4-384 0</inkml:trace>
  <inkml:trace contextRef="#ctx0" brushRef="#br0" timeOffset="193174.53">31154 13710 35935 0,'0'0'3200'0,"0"0"-2560"0,0 0-512 0,0 0-128 16,0 0 3456-16,0 0 688 0,0 0 128 0,4 14 16 16,1 1-2368-16,0 5-496 0,0 2-80 0,0 4-32 0,-1 3-416 0,0 3-96 15,0 1-16-15,1 1 0 0,-1 0-624 0,1 1-112 16,-1 1-48-16,2 1 0 0,-1-3 0 0,-1 0 0 15,-2-2 0-15,2-1 0 0,0-3 0 0,0-5 0 16,0-2 0-16,-1-4 0 0,-2-3 0 0,0-2 0 16,2-4 0-16,-3-8 0 0,0 0 0 0,0 0 0 15,0 0 0-15,0 0 0 0,0 0 0 0,0 0 0 16,4-6 0-16,1-4 0 0,0-3 0 0,2-1 0 16,2-2 0-16,0-4 0 0,0-3 0 0,0-4 0 15,3-2 0-15,1 1 0 0,1-4 0 0,1 2 0 16,-1 0 0-16,2 2 0 0,2 0 0 0,-1 2 0 15,-3 0 0-15,0 1-160 16,0 3-560-16,-3 3-112 0,0 2-32 0,-2 2 0 16,-1 4-1216-16,-3 2-240 0,-1 1-48 0,-4 8-12704 0,0 0-2528 0</inkml:trace>
  <inkml:trace contextRef="#ctx0" brushRef="#br0" timeOffset="193392.75">31030 14034 18431 0,'-5'-4'1632'0,"-2"1"-1312"0,2 1-320 0,5 2 0 16,0 0 7888-16,0 0 1520 0,0 0 288 0,0 0 64 0,9-2-7136 15,1 1-1440-15,1 0-288 0,3-2-48 0,3 2-352 0,3 0-80 16,-1-2-16-16,3 0 0 0,1-1-272 0,1 2-128 16,1 1 0-16,0-2 128 0,0-4-128 0,-2 5 0 15,-1-2 0-15,2 1 0 16,0-1-832-16,0 2-112 0,-2-2-16 0,-1 3 0 15,-1-1-1536-15,-1 5-320 0,-1 2-64 0</inkml:trace>
  <inkml:trace contextRef="#ctx0" brushRef="#br0" timeOffset="194275.12">31307 14368 24879 0,'-9'-3'1088'0,"9"3"256"0,0 0-1088 0,0 0-256 15,0-4 0-15,2-1 0 0,-1 1 5472 0,4 0 1040 16,-5 4 208-16,9-1 32 0,-1-1-4496 0,3-2-896 16,-1 2-176-16,0 2-32 0,3-3-304 0,2 3-48 15,-1 0-16-15,2 0 0 0,-1-1-528 0,2 1-96 16,0 0-32-16,0 0 0 0,0 1-128 0,-2-1 0 0,-2 3 0 15,-2-3 0-15,-2 2 128 0,-1 2 0 0,-8-4 0 0,0 0 0 16,0 0 0-16,0 0 0 0,0 0 0 0,-1 7 0 16,-3-1 64-16,-2 1 16 0,-2-1 0 0,0 1 0 15,0-1-64-15,0 1-16 0,-1-2 0 0,3 0 0 16,0 2-128-16,2-1 0 0,2 1 144 0,2-7-144 0,-1 7 0 0,1 0 0 16,0-7 0-16,1 8 128 0,3 0-96 0,4 0-32 15,2-3 0-15,3 2 0 0,1-1 0 16,2 1 0-16,1 0 0 0,0 0 0 0,3-1 0 0,-1 1 0 15,1-2 0-15,-1 0 0 0,-1 1 0 0,1 1 0 16,-1 0 0-16,-5-1 0 0,-4 0 0 0,-2 0 0 16,-2 1 0-16,-1-1 0 0,-4-6 0 0,1 7 0 15,-1-7 0-15,-3 9 0 0,-3-1 0 0,-3 0 0 16,-2-1 0-16,0 0 0 0,-5 2 0 0,-2-4 0 16,-2 0 0-16,-1 1 0 0,-1-1 0 0,1 0 0 15,-1-1 0-15,1-1 0 0,2 0 0 0,0-3 0 16,1 2 0-16,3-2 0 15,2 0-352-15,2 0-64 0,2-2-16 0,0 0 0 16,9 2-2640-16,0 0-512 0</inkml:trace>
  <inkml:trace contextRef="#ctx0" brushRef="#br0" timeOffset="194459.66">31888 14249 30399 0,'0'0'2704'0,"0"0"-2160"0,0 0-544 0,0 0 0 16,7-7 5120-16,4 2 896 0,1 0 192 0,1 2 48 15,1-1-4656-15,2 2-912 0,-1-5-192 0,2 3-48 16,3 0 80-16,1 1 16 0,1 0 0 0,3 0 0 16,-2 1-544-16,2 0 0 0,0 1-160 0,1 0 160 15,0-3-2112-15,1 1-288 0,2 3-64 0,9-2-20000 16</inkml:trace>
  <inkml:trace contextRef="#ctx0" brushRef="#br0" timeOffset="194803.23">32425 13725 31327 0,'0'0'1392'0,"-4"-3"272"0,0-3-1328 0,4 6-336 0,0 0 0 0,0 0 0 0,0 0 4064 0,0 0 736 16,0 0 160-16,4 10 32 0,0 3-2576 0,1 3-512 16,0 2-112-16,2 7 0 0,-1 5-928 0,1 2-176 15,2 2-48-15,0 0 0 0,1 1-320 0,1 2-64 16,-1 1 0-16,2 1-16 0,0-3-240 0,1-2 0 15,0 0 128-15,0-3-64 0,0-5-64 0,-1-2 0 16,-2-3 0-16,-1-4 0 0,0-2 0 0,0-3 0 16,-1-4 0-16,0-3 0 0,-8-5 0 0,8 1 0 15,-8-1 0-15,8-2 0 0,-2-2 0 0,2-1 0 16,-3-2 0-16,0-1 0 0,1-3 0 0,-1-1 0 16,0-2 0-16,0-2 0 0,2-2 0 0,-1-3 0 15,2-5 0-15,0 0 0 0,0-2 0 0,1 0 0 16,1 0 0-16,0 0 0 0,-3-2 0 0,1-2 0 15,0 1 0-15,1 1 0 0,-1 3 0 0,-2 2-240 0,-2 0 80 16,-1 4 16 0,1 2-640-16,-1 2-128 0,-2 4-32 0,1-2 0 15,1 6-2144-15,-3 3-432 0,-1 1-96 0</inkml:trace>
  <inkml:trace contextRef="#ctx0" brushRef="#br0" timeOffset="195016.81">32383 14013 14735 0,'-23'-10'640'0,"13"6"160"0,1-2-640 0,1 1-160 0,3 3 0 0,5 2 0 0,0 0 8544 0,0 0 1680 15,0 0 336-15,0 0 64 0,9-4-7760 0,3 1-1552 16,2-1-304-16,2 2-64 0,4-1-592 0,3 0-112 16,3 1-32-16,3 0 0 0,2 0-208 0,2 2 0 15,-1 0 0-15,1 0 0 16,0 0-512-16,-2 1-128 0,0-1-48 0,0 3 0 15,-2 1-2144-15,1 0-432 0,3 1-96 0</inkml:trace>
  <inkml:trace contextRef="#ctx0" brushRef="#br0" timeOffset="195311.79">32756 14186 8287 0,'0'0'736'0,"0"0"-592"15,0 0-144-15,0 0 0 0,0 0 8144 0,0 0 1600 16,10 0 320-16,3 0 64 0,0 2-7440 0,2-1-1472 0,-1 0-320 0,3 2-48 15,1-3 96-15,1 2 16 16,-1 2 0-16,-1 0 0 0,0 1-368 0,-2 1-64 0,-2-1-16 0,-2 1 0 16,-11-6 96-16,8 8 16 0,-2 1 0 0,-6-9 0 15,0 12 16-15,-1 0 0 0,-3 0 0 0,-1 1 0 16,-4 1-256-16,1 0-64 0,-1 1 0 0,0-2 0 16,-1 1-320-16,3 0 144 0,-1 1-144 0,1-4 144 15,2 2-144-15,2-1 0 0,3-1 0 0,2-2 0 16,-2-9 0-16,6 9 0 0,2-3 0 0,1-2 0 15,3 0 0-15,1-1 0 0,0-1 0 0,3 0 0 0,1-2-256 0,2-2-32 16,3-1-16-16,-5 0 0 16,1-4-800-16,1 1-176 0,-1-2-16 0,2-4-16 15,-1-5-2496-15,2-3-496 0</inkml:trace>
  <inkml:trace contextRef="#ctx0" brushRef="#br0" timeOffset="195651.64">33038 13398 34095 0,'0'0'3024'0,"0"0"-2416"0,0 0-480 0,0 0-128 15,0 0 3648-15,3 10 720 16,7 0 144-16,0 1 32 0,3 1-3232 0,4 1-640 16,3 4-128-16,3-2-32 0,3 2 240 0,3 3 32 15,-1 1 16-15,12 11 0 0,-4 5-304 0,-1 6-64 16,-2 6-16-16,1 5 0 0,0-2-176 0,0-3-48 15,1-2 0-15,-8-13 0 0,2-2-64 0,-1 1-128 0,0 4 176 0,-3 3-176 16,-2 6 160-16,-3 2-160 0,-3 4 128 0,0 12-128 16,-7-5 128-16,-5-10-128 0,-5-3 128 0,-4-6-128 15,-4-6 128-15,1-8-128 0,-4-2 0 0,-2-2 128 16,-1 2 0-16,-2-1-128 0,-1 0 192 0,-1-2-64 16,0 2-128-16,-7 3 128 0,3-3-128 0,2-2 128 15,2-3-80-15,1-2-48 0,1-3 0 0,2-1 0 16,1-2-144-16,1-3-32 0,2-1 0 0,-1 1 0 15,2-4-1552 1,1 1-304-16,2 0-64 0</inkml:trace>
  <inkml:trace contextRef="#ctx0" brushRef="#br0" timeOffset="202431.68">27077 14984 46367 0,'0'0'2048'15,"-3"-8"432"-15,-1 2-1984 0,4 6-496 0,0 0 0 0,0 0 0 0,0 0 1408 0,0 0 176 16,0 0 32-16,0 0 16 0,0 0-464 0,0 0-80 16,4 13-32-16,0 0 0 0,1 0-608 0,-2-4-112 15,1-1-16-15,1 2-16 0,0 3 0 0,1 2 0 16,-1-1 0-16,0 0 0 0,2 2-112 0,3 11 0 15,-4-4-16-15,1-3 0 0,-2-5-176 0,0-1 0 16,-5-14 0-16,4 12 128 0,-4-12-80 0,0 0-48 0,4 10 0 0,-4-10 0 16,0 0 0-16,0 0 0 0,0 0 0 0,0 0 0 15,0 0 0-15,12 0 0 0,-2-4 0 0,1-2 0 16,1-6 0-16,1-1 0 0,1-1 0 0,4-4 0 16,2-1 0-16,2-2 0 15,1-2 0-15,2-2 0 0,1 0 0 0,0-1 0 16,-1-2 0-16,0-4 0 0,0-3 0 0,1 0 0 0,-2-3 0 0,3 2 0 15,-1 3 0-15,-3 3 0 0,-6 1 0 0,0 6 0 32,-4 6-336-32,-1 4-64 0,-4 2-16 0,-8 11 0 15,0 0-3072-15,0 0-608 0</inkml:trace>
  <inkml:trace contextRef="#ctx0" brushRef="#br0" timeOffset="203308.76">32550 14979 15663 0,'1'-14'688'16,"1"6"144"-16,-2 1-656 0,0 7-176 0,0 0 0 0,0 0 0 0,0 0 8448 0,0 0 1664 15,0 0 336-15,0 0 64 0,0 0-7376 0,0 0-1488 0,0 0-304 16,2 12-48-16,-1 2-848 0,-1 1-192 16,0-1-16-16,0 0-16 0,-1 2-160 0,1 4-64 0,0-2 0 0,0 0 0 15,0-4 0-15,0 2 0 0,0 1 0 16,1-3 0-16,2-1 0 0,-3-13 0 0,7 13 0 0,-1-2 0 15,-6-11 0-15,11 9 0 0,-11-9 0 0,13 5 0 16,-3-1 0-16,2-4 0 0,-1-4 0 0,1-1 0 16,0-3 0-16,1-1 0 0,0-1 0 0,1-3 0 15,2-2 0-15,2 0 0 0,0-6 0 0,2 1 0 16,0-2 0-16,0-1 0 0,0-7 0 0,1 0 0 16,2-4 0-16,3-3 0 15,4-3 0-15,2-3 0 0,2-4 0 0,-15 22 0 16,5-4 0-16,0 2 0 0,2-2 0 0,1 3 0 0,-3 1 0 0,0 3 0 15,-2 1 0-15,12-14 0 0,-11 9 0 0,-7 9 0 0,-6 7 0 0,-3 3 0 16,-7 7 0-16,0 0 0 16,0 0-1568-16,0 0-304 0,-9 22-64 0</inkml:trace>
  <inkml:trace contextRef="#ctx0" brushRef="#br0" timeOffset="205842.38">29434 15168 3679 0,'0'0'320'0,"0"0"-320"0,0 0 0 0</inkml:trace>
  <inkml:trace contextRef="#ctx0" brushRef="#br0" timeOffset="207236.5">29678 12724 20271 0,'-4'-12'1792'0,"0"-3"-1424"0,0 0-368 0,1-2 0 16,2-4 4096-16,-1 1 768 15,0 5 128-15,1-1 48 0,-2 3-1856 0,2 1-368 0,0 2-80 16,-1 1-16-16,0 2-832 0,2 2-160 0,0 5-48 0,0 0 0 16,0 0-816-16,0 0-160 0,0 0-48 0,0 0 0 15,1 8-304-15,0 5-64 0,2 4-16 0,-2 5 0 16,-2 4-32-16,1 4-16 0,-1 7 0 0,-1 2 0 15,0 0-96-15,-2 0-128 0,1-1 176 0,1-2-176 0,-1 0 128 16,0-3-128-16,1 0 0 0,1 0 0 0,-1-2 0 16,1-2 0-16,1-3 0 0,0-3 0 0,1-3 0 0,1-3 0 15,0-3 0-15,-2-1 0 16,0-3-448-16,-1 0 16 0,1-10 0 0,0 0 0 16,0 0-784-16,0 0-176 0,0 0-16 0,0 0-16 15,0 0-2288-15,0 0-464 0</inkml:trace>
  <inkml:trace contextRef="#ctx0" brushRef="#br0" timeOffset="207516.9">29422 12983 33167 0,'0'0'1472'0,"0"0"304"0,0 0-1424 16,0 0-352-16,8 3 0 0,0-1 0 0,1 0 3824 0,-1 0 688 16,-2 2 144-16,2 1 16 0,0 2-2496 0,1 2-512 15,0 1-112-15,0 3-16 0,2 0-784 0,-2 2-176 16,0 0-16-16,-1 1-16 0,1 1-176 0,-1-1-48 15,-2-2 0-15,1-1 0 0,-2 0-192 0,0-4-128 16,2 0 128-16,-2-1-128 0,-1-1 0 0,-4-7 0 16,0 0 0-16,0 0 0 0,0 0 0 0,0 0 0 0,0 0 0 15,0 0 128-15,0 0-96 0,8-3-32 0,-3-2 0 0,0-3 0 16,2 0 0-16,-1-1 0 0,2-4 0 0,0-4 0 16,0-1 0-16,2-2 0 0,1-1 0 0,0 1 0 15,1-5 0-15,2 1 0 0,3 1 0 0,0-2 0 16,-1-1-624-1,2-1-112-15,2-1-32 0,-1 1-16240 0,2 1-3248 16</inkml:trace>
  <inkml:trace contextRef="#ctx0" brushRef="#br0" timeOffset="208046.55">29387 11472 43823 0,'-6'-14'1936'0,"3"7"416"0,-2-2-1888 0,2-3-464 0,3 3 0 0,-1 0 0 0,2 3 1520 0,-1 6 208 16,1-6 32-16,-1 6 16 0,0 0-128 0,0 0-32 16,0 0 0-16,0 0 0 0,8 7-1040 0,-1 3-192 15,-2 5-64-15,-1 4 0 0,0 6-64 0,-3 6 0 16,-1 4-16-16,-1 5 0 0,-2 0-112 0,-2 2 0 16,0 1-128-16,1-3 192 0,-1-5-192 0,1-3 128 15,-1-4-128-15,1 0 0 0,0-5 0 0,0 1 0 16,0-5 0-16,1-2 0 0,-1-4-176 0,0-1-128 15,3-3-16-15,0-3-16 16,1-6-992-16,0 0-192 0,0 0-32 16,0 0-16-16,0 0-2144 0,2-7-416 0,2-4-96 0</inkml:trace>
  <inkml:trace contextRef="#ctx0" brushRef="#br0" timeOffset="208339.17">29215 11433 11967 0,'-17'-9'1072'0,"11"5"-864"16,-4-3-208-16,4 1 0 0,-1-1 7744 0,2 1 1488 0,3-1 304 0,0 2 64 15,1 0-6480-15,1 5-1312 0,1-7-256 0,4 2-48 16,3 0-384-16,3-2-80 0,0 0-16 0,5 0 0 16,2 2-576-16,7 0-112 0,4-1-16 0,2 0-16 15,3 1-64-15,1 1-16 0,-1 0 0 0,-1 1 0 16,-3 1-224-16,-2 0 176 0,-3 2-176 0,0-1 160 16,1 2-160-16,-1 1 0 0,-4 0 0 0,-2 1 0 15,-1 2 0-15,-1 0 0 0,-2 0 128 0,-5 2-128 16,-2-1 0-16,-4 2 0 0,0 1 0 0,-4 2 0 15,-4-1 0-15,-3 3 0 0,0 3 0 0,-5 1 128 16,-1 0-128-16,-3 1 128 0,-1 0-128 0,-2 2 128 0,-1-1-128 16,0 2 0-16,-2 2 0 0,0-4 128 15,-1-3-128-15,1 1 0 0,-3 0 0 0,1 0 0 16,1-4-832-16,1 0-112 16,1 0-16-16,3 0 0 0,1 0-2448 0,2 1-496 0</inkml:trace>
  <inkml:trace contextRef="#ctx0" brushRef="#br0" timeOffset="208711.13">29665 11806 21183 0,'0'0'944'0,"0"0"192"15,0 0-912-15,0 0-224 0,1 0 0 0,2-2 0 0,-1 1 6432 0,-2 1 1248 16,0 0 240-16,0 0 48 0,9-6-4960 0,2 3-1008 16,2-1-192-16,-1 1-32 0,1 1-1040 0,2-1-208 15,1 1-32-15,1-1-16 0,-3-1-304 0,-1 3-176 16,2 0 192-16,-4 1-192 0,-2-2 256 0,-9 2-64 15,11 3-16-15,-11-3 0 0,0 0-128 0,0 0-48 16,1 8 0-16,-1 2 0 0,-4-2 0 0,-1 1 0 16,-3 0 0-16,-5 2 0 0,-2-2 0 0,-4 1 0 15,4 1 0-15,-2 2 0 0,-2-6 0 0,3 5 0 0,0 0 0 0,0 0 0 16,3-5 0-16,1 3 0 0,3-1 0 0,2 1 0 16,3-3 0-16,2-3 0 0,2-4 0 0,0 0 0 15,4 7 0-15,4 0 0 0,1-1 0 0,4 1 0 16,2-2 0-16,3-1 0 0,1-1 0 0,4-2 0 15,-1-1 0-15,2 0 0 0,3 1 0 0,1-2 0 16,2 0 0-16,-1-3 0 0,-2 1 0 0,1 3 0 0,-4-4 0 16,-1 2 0-16,-1 2 0 0,-4-3 0 0,-1 2 0 15,0-1 0-15,-1 4 0 0,-1-2 0 16,-2 0-1024 0,3 1-208-16,2 4-48 0</inkml:trace>
  <inkml:trace contextRef="#ctx0" brushRef="#br0" timeOffset="-212049.28">25472 15188 11055 0,'-3'-16'480'0,"2"8"112"0,0-4-464 0,1 1-128 15,0-2 0-15,1-2 0 0,0 4 5232 0,1 1 1024 0,-1 3 208 0,-1 7 32 16,3-12-3152-16,-3 12-624 0,0 0-128 0,0 0-32 16,0 0-1040-16,0 0-224 0,0 0-32 0,0 0-16 15,2 14-720-15,2 4-144 0,0 5-16 0,0 7-16 16,-3 1 32-16,1 4 0 0,-1 3 0 0,1 1 0 16,1 1-128-16,0-2-32 0,-2-3 0 0,3-1 0 15,1 0-96-15,-1-6 0 0,0-4-128 16,-1 4 192-16,-1-3-192 0,2-2 0 0,0-2 128 0,0-3-128 15,-1-2 0-15,-2-2 0 0,-2-2 0 0,1 0 0 16,1-1 0-16,-1-11 0 0,0 0-128 0,0 0 128 16,-4 7-592-1,4-7-16-15,0 0 0 0,-7 4 0 16,7-4-1232-16,-9 1-240 0,9-1-48 0,0 0-11312 0,-9-4-2272 0</inkml:trace>
  <inkml:trace contextRef="#ctx0" brushRef="#br0" timeOffset="-211621.15">25523 15023 14735 0,'-8'-26'640'0,"3"13"160"0,-3 1-640 0,1 2-160 15,1 4 0-15,1 3 0 0,5 3 5648 0,-8 1 1104 16,-1 3 224-16,-2 3 32 0,1 0-4288 0,0 4-864 16,-2 1-160-16,0 2-32 0,2 2-640 0,-1 1-128 15,1-3-32-15,1 3 0 0,1 1-224 0,1-2-32 16,1-2-16-16,1-1 0 0,1-4-272 0,4-9-48 15,-4 11-16-15,4-11 0 0,0 0-112 0,0 0-16 0,0 0-128 0,0 0 192 16,0 0-48-16,0 0-16 0,0 0 0 0,0 0 0 16,0 0 0-16,0 0 0 0,6-11 0 0,-1 2 0 15,1-4-128-15,-2 1 128 0,0 1-128 0,-1-5 128 16,1-1-128-16,0 1 0 0,1 1 0 0,2-1 0 16,-2-2 0-16,0 1 0 15,1 3 128-15,-4 2-128 0,2 3 0 0,-4 9 0 0,3-7 0 0,-3 7 0 16,0 0 144-16,0 0 48 15,0 0 16-15,0 0 0 0,4 11 48 0,1 2 0 0,1 1 0 0,4 0 0 16,-3-1-48-16,5 2 0 0,0 0 0 16,3 1 0-16,4-2-64 0,-1 1-16 0,-1-1 0 15,1-1 0-15,2-3-128 0,-2 1 0 0,-1-3 144 16,0 0-144-16,0-2 0 0,-2 1 0 0,0-3 0 0,-1 1 0 16,-1 0-384-1,-13-5-128-15,11 6-48 0,-11-6 0 0,13 7-1312 16,-4 0-272-16,-9-7-48 0,0 0-19952 0</inkml:trace>
  <inkml:trace contextRef="#ctx0" brushRef="#br0" timeOffset="-209569.01">24829 16075 19343 0,'-9'-19'1728'0,"3"2"-1392"0,-1 1-336 0,2 5 0 16,0 0 4432-16,-1 3 816 0,4-1 176 0,1 1 16 15,1 8-3072-15,0 0-608 0,0 0-128 0,0 0-32 0,0 0-576 16,0 0-112-16,0 0-16 0,0 0-16 0,3 15-496 0,1 0-80 16,-1 1-32-16,-2 4 0 0,2 2 160 0,0 2 16 15,-1 1 16-15,-1 1 0 0,-1 2-128 0,0-2-16 16,0 2-16-16,0 1 0 0,3 1-64 0,-3-3-16 16,0-2 0-16,1 0 0 0,1-2-224 15,0-3 144-15,1-2-144 0,-1-2 128 0,0-3-128 0,-1-3 0 16,-1-10 0-16,0 0 0 0,3 11 0 0,-3-11 0 15,2 9 0-15,-2-9 0 16,0 0-960-16,0 0-80 0,0 0-16 0,0 0 0 16,0 0-864-16,0 0-160 0,0 0-32 0,0 0-11056 15,3-10-2192-15</inkml:trace>
  <inkml:trace contextRef="#ctx0" brushRef="#br0" timeOffset="-209213.81">24664 15963 39791 0,'-9'-9'1760'0,"3"4"368"0,2 2-1696 0,4 3-432 0,0 0 0 0,0 0 0 16,0-9 1344-16,0 9 192 0,3-6 48 0,-3 6 0 15,8-6-16-15,1 4 0 0,1-3 0 0,2 1 0 16,1 1-864-16,2 2-192 0,-1-3-16 0,3 1-16 16,1 1-224-16,3-1-32 0,0 1-16 0,4-1 0 15,1-1-208-15,1 3 144 0,-1-1-144 0,2 2 128 0,-4 2-128 16,1 0 0-16,-3 1 0 0,0 1 0 0,-2 2 0 0,-2 1 0 15,-3-1 0-15,-4 1 0 0,-11-7 0 16,8 9 0-16,-3 0 0 0,-5-9 0 0,0 12 0 16,-4-3 192-16,-3 1-64 0,-3 1 0 0,-1 2 0 15,-2-4-128-15,-3 0 192 0,2 3-64 0,-2-3 112 0,-1 1 16 16,-1 1 0-16,1-2 0 0,0-2-80 16,0 0-16-16,-1 1 0 0,1 1 0 0,2 0-160 15,2-1 0-15,2 0 0 0,0 0 0 0,1 0 0 16,2 0 0-16,1 2-176 0,2-1 176 15,1-1-1568-15,4-8-224 0,3 13-64 0,3-1-13568 16,2 1-2736-16</inkml:trace>
  <inkml:trace contextRef="#ctx0" brushRef="#br0" timeOffset="-206880.41">25043 16361 29247 0,'0'0'1296'0,"0"0"272"0,-4-5-1248 0,4 5-320 16,0 0 0-16,-1-4 0 0,1 4 2080 0,0 0 352 0,1-8 80 0,4 1 16 15,-5 7-624-15,11-7-128 0,1 0-32 0,1 1 0 16,0 0-976-16,4-1-208 0,1-1-48 0,1 1 0 16,0 2-256-16,-1 1-64 0,-2 0-16 0,-3 3 0 15,-2-2-176-15,0 3 128 0,-11 0-128 0,0 0 128 16,10 4-128-16,-10-4 0 0,0 0 0 0,0 0 0 16,0 0 192-16,0 0-32 0,0 0-16 0,4 12 0 15,-4-12 208-15,-3 13 32 0,-3-3 16 0,-1-2 0 16,-2 0-80-16,0-3 0 0,0 0-16 0,0-2 0 15,0 2-80-15,0 1-16 0,0-3 0 0,-1 1 0 16,3 0-80-16,7-4-128 0,0 0 176 0,0 0-176 16,-8 5 144-16,8-5-144 0,0 0 0 0,0 0 144 15,0 0-144-15,8 8 0 0,2-1 0 0,3-1 0 16,1 0 0-16,1-1 128 0,-1-1-128 0,2 0 0 16,-2-1 0-16,-1 1 0 0,-1-1 128 0,0 0-128 0,-2 1 0 15,-10-4 0-15,10 2 0 0,-10-2 0 0,0 0 0 0,8 7 0 16,-8-7 0-16,0 0 0 0,3 10 160 0,-4 1-160 15,-2-2 192-15,-2 0-192 0,-2 0 384 0,-1 1-48 16,-1 2 0-16,-1-3 0 0,-2 0-48 0,0-1-16 16,1 0 0-16,0 1 0 0,-2-4-144 0,-1 2-128 15,-2-2 144-15,2 2-144 0,0-4 0 0,0 3 0 16,1-2-128-16,2-2 128 16,0 2-1680-16,11-4-240 0,-9 1-32 0,9-1-16 15,0 0-1872-15,0 0-384 0</inkml:trace>
  <inkml:trace contextRef="#ctx0" brushRef="#br0" timeOffset="-206516.88">25480 15863 30399 0,'0'0'2704'0,"-1"-7"-2160"0,1 7-544 0,0 0 0 16,0 0 3312-16,0 0 544 0,0 0 112 0,0 0 32 15,0 0-2304-15,0 0-464 0,3 13-80 0,1 4-32 16,-1 4-80-16,0 5-16 0,-2 3 0 0,0 1 0 15,0 0-336-15,3 3-80 0,2 2-16 0,0 0 0 16,1 0-128-16,0 0-16 0,3 1-16 0,-3-3 0 16,-1-5-240-16,0-2-32 0,2-3-16 0,0-3 0 15,0-3-144-15,-2-3 192 0,1-2-192 0,-7-12 192 0,7 10-192 0,-7-10 192 16,0 0-192-16,8 7 192 16,-8-7-32-16,0 0 0 0,0 0 0 0,9-4 0 0,-2-3-32 0,-1-3-128 15,0 1 192-15,-2-2-64 0,0-4-128 0,1-3 160 16,-1-3-160-16,1-4 160 0,1-2-160 0,2-1 0 15,-1 1 0-15,1-3 128 0,1-1-128 16,1-2 0-16,-1 2 0 0,0-1 0 0,2-4 0 0,-1 2 0 16,1-1-192-16,-2 2 192 0,-4 2-368 0,0 5 48 15,-1 2 16-15,0 5 0 16,-1-1-768-16,-2 7-144 0,-1 5-48 0,0 8 0 16,0 0-1952-16,0 0-400 0,-4 8-80 0,-1 4-16064 0</inkml:trace>
  <inkml:trace contextRef="#ctx0" brushRef="#br0" timeOffset="-206335.95">25374 16078 42847 0,'0'0'1904'0,"0"0"384"0,-5-3-1840 0,5 3-448 0,0 0 0 0,-3-9 0 16,3 9 1536-16,4-9 224 0,-4 9 32 0,9-9 16 15,5 0-688-15,1 2-144 0,2 1-16 0,4 1-16 16,2 1-768-16,1 0-176 0,-1 0 0 0,3 3 0 15,2 1-672-15,-1 1-128 0,-1-1-32 0,2 3 0 16,-1 0-2192 0,-1 8-448-16,-1 2-96 0</inkml:trace>
  <inkml:trace contextRef="#ctx0" brushRef="#br0" timeOffset="-205909.25">25668 16186 37775 0,'0'0'1664'0,"0"0"368"0,0 0-1632 0,0 0-400 0,0 0 0 0,10-5 0 0,3 2 1072 0,0 0 128 15,0-1 16-15,3 1 16 0,3-1 16 0,2 1 0 16,0 1 0-16,0-1 0 0,-2 2-880 0,1-2-176 16,-2 3-48-16,-2-1 0 0,-3 0 16 0,-3 1 0 15,-10 0 0-15,0 0 0 0,0 0 288 0,0 0 64 16,0 0 16-16,0 0 0 0,0 0 304 0,0 0 64 16,-2 10 16-16,-2-2 0 0,-5-3-208 0,-2 0-32 15,0 2-16-15,-1-1 0 0,0 0-272 0,0 0-64 16,2-1-16-16,1 2 0 0,2-1-144 0,1 1-32 0,6-7 0 0,-7 6 0 15,7-6-128-15,-4 11 0 0,3-2 144 0,2 1-144 16,-1-10 0-16,7 15 0 16,-1-2 0-16,4 0 0 0,1 0 0 0,2-1 0 15,0-2 0-15,2 1 0 0,-1 0 0 0,0 1 0 0,1-6 0 0,0 2 0 16,1 0 0-16,0 0 0 0,-1 0 0 0,-2 0 0 16,-1-1 0-16,-3 1 0 15,-2 1 0-15,-2 1 0 0,-5-10 0 0,5 7 0 16,-5-7 0-16,0 11 0 0,-1-2 0 0,-4 0 144 0,-2-2-144 0,-1 2 160 15,-2-2 32-15,-2 3 0 0,-1 0 0 16,0-1 0-16,-1 0-192 0,-1 0 160 0,1 1-160 0,1-1 160 16,0-2-160-16,0 1 0 0,0 0 0 0,0 3 0 15,2-1-416 1,-2-1-64-16,-1-1-16 0,0 1 0 0,-1 4-1296 0,-3-1-256 16,-3 2-48-16,-2 3-13360 0,-3-1-2672 0</inkml:trace>
  <inkml:trace contextRef="#ctx0" brushRef="#br0" timeOffset="-205656.39">24683 16908 26719 0,'-9'-2'2368'0,"0"-1"-1888"0,1 1-480 0,8 2 0 0,0 0 5440 0,0 0 1008 16,13-3 192-16,3 0 32 0,3 2-4288 0,4-4-848 16,1 1-192-16,6 1-16 0,6 2-720 0,5-4-144 15,5-3-16-15,5 2-16 0,4-1-64 0,4 1-16 16,5-1 0-16,-4-1 0 0,-4 0-176 0,3 3-48 0,1-1 0 15,0-1 0-15,1 2-128 0,1 0 0 0,0-2 144 16,-3 3-48-16,-7 2-96 0,-6 2 0 0,-9 0 0 0,-3 0 0 16,-6 1-224-16,-2 2 64 0,-5-1 16 0,-3 1 0 31,-4 2-944-31,-3 0-192 0,-11-5-48 0,0 0 0 16,2 12-1360-16,-4 1-256 0,-5 3-64 0,-6-2-17792 0</inkml:trace>
  <inkml:trace contextRef="#ctx0" brushRef="#br0" timeOffset="-204487.11">24868 17662 46415 0,'0'0'2048'0,"0"0"448"0,-9 4-2000 0,9-4-496 0,0 0 0 0,0 0 0 0,0 0 1488 15,0 0 208-15,0 0 32 0,0 0 16 0,-9-1-464 16,9 1-80-16,0 0-32 0,-5-9 0 0,0-1-656 0,2 1-144 16,1-1-32-16,0-1 0 0,0 1-96 0,-1-2-32 15,0-3 0-15,1 0 0 0,-2 1-208 0,1-2 0 16,2-1 128-16,1-1-64 0,-1-3-64 0,-1-1 0 16,2 1 0-16,0-2 0 0,0-2 0 0,0-1 0 15,0 1 0-15,0 2 0 0,0 2 0 16,0 3 0-16,-1 3 0 0,0 5 0 0,-1-1 0 15,2 11 0-15,0 0 0 0,0 0 0 0,0 0 0 0,0 0 0 16,0 0 0-16,0 0 0 0,0 0 0 0,0 0 0 16,12 12 0-16,0 0 0 0,2 0 0 0,3-1 0 0,1 0 0 15,3-1 0-15,0-1 0 0,1-2 0 0,-1-3 0 0,1-2 0 16,2-2 0-16,2-2 0 0,0-2 0 0,0-3 0 16,-2-2 0-16,-4-1 0 0,4-1 0 0,-3 0 0 15,-2-1 0-15,-2-1 0 0,-2-3 0 0,-1 0 0 16,-1 0 0-16,-1 0 0 0,-5 0 0 0,3-1 0 15,-3 3 0-15,1 2 0 0,-3-2 0 0,-1 2 0 16,-1 3 0-16,-3 9 0 0,0 0 0 0,0 0 0 16,0 0 0-16,0 0 0 0,0 0 0 0,0 0 0 15,-5 14 0-15,0 3 0 0,1 2 0 0,0 3 0 16,1-1 0-16,2 3 0 0,0 4 0 0,1 0 0 16,0 4 0-16,2 0 0 0,2-2 0 0,0-1 0 15,1 0 0-15,0-3 0 0,1-4 0 0,0-3 0 0,1-2 0 16,-1 0 0-16,-1-5-160 0,2 0 160 15,1 1-768-15,-2-5-80 16,-6-8-16-16,8 6 0 0,-8-6-512 0,0 0-96 16,10 4-32-16,-10-4 0 0,0 0-848 0,11-4-160 0,-2-2-48 0,-1-5 0 15,0-2-320-15,-1-4-80 0,0-2-16 16,1-5 0-16,0-2-304 0,-1 1-64 0,1-1-16 16,-1-1 0-16,-1 2 2544 0,-2 2 512 0,-1 1 112 0,-1 3 0 15,1 5 3584-15,-2 2 704 0,-2 2 128 0,1 10 48 16,0 0 0-16,0 0 0 0,0 0 0 0,0 0 0 0,0 0-2016 0,0 0-400 15,0 0-64-15,0 0-32 0,7 10-1024 0,-1 2-208 16,-1 5-32-16,1 2-16 0,-1 2-128 0,0 3-32 0,0-2 0 16,-2 1 0-16,-1 0-64 0,0 1-32 15,2-3 0-15,1 1 0 0,0-1-80 0,0-1-16 0,-1-3 0 0,0-2 0 16,-1-2-128-16,-1-2 0 0,-2-11 144 0,0 0-48 16,0 0-96-16,0 0-128 0,0 0 128 0,0 0-160 15,0 0 160-15,0 0 0 0,0 0 160 16,0 0-32-16,0 0-128 0,-4-11 0 0,0 1 0 0,1-2 0 15,-1 0 0-15,0-2 0 0,0-4 0 0,3 0 0 16,1-1 0-16,0 0 0 0,-2-3 0 16,2-2 0-16,2-1 0 0,1 1-160 0,1-1 160 15,3 1-192-15,1 2 192 0,1 1 0 0,1 2 0 0,2 1 0 16,2 3 0-16,-1 0 0 0,2 2-128 0,0 2 128 16,2 1 0-16,2 1 0 0,0 1 0 0,1 1-128 15,1 2 128-15,-2 1 0 0,-1 0 0 0,-2 0 0 16,0 2 0-16,-3 2-128 0,-3 0 128 0,-10 0 0 0,11 2 0 0,-11-2 0 15,0 0 0-15,0 0-128 0,0 0 128 0,5 11 0 16,-5-11 0-16,-3 10 0 0,-1-1 0 0,-2 2 0 16,-2-1 0-16,0 1 0 0,-1-2 0 0,0 1 0 15,-3 3 128-15,0-1-128 0,1-2 0 0,-2 2 0 16,0 0 0-16,-1 0 128 0,3-1-128 0,-1 0 0 16,0-1 0-16,2 2 0 0,-1 1 128 15,2-3-128-15,1 1 128 0,3 2-128 0,1-4 128 0,4-9-128 16,0 0 128-16,0 14-32 0,3-1-96 0,3-1 0 15,2-2 0-15,4 0 0 0,1-3 0 0,3 1 0 16,1 0 0-16,1-1 0 0,1-1 0 0,1 1 0 16,-2-2 0-16,1 1 0 0,-1-3 0 15,0 0 0-15,0-2 0 0,-1 1 0 0,0 1 0 0,1 0 0 16,1-1 0-16,-1 0 0 0,-1 3 0 0,0-4 0 0,-2 2 0 16,2-1 0-16,-1 1-144 0,-2 1-32 0,-2-2 0 0,1 2 0 31,-1 0-1008-31,0 0-208 0,-12-4-32 15,10 9-23072-15</inkml:trace>
  <inkml:trace contextRef="#ctx0" brushRef="#br0" timeOffset="-198478.42">19184 15529 4607 0,'-2'-25'192'0,"-1"12"64"0,-1 0-256 0,1 4 0 0,3 9 0 0,0 0 0 15,0 0 7344-15,0 0 1424 0,0 0 272 0,0 0 64 16,0 0-6208-16,-1 16-1232 0,0-1-256 0,2 4-64 16,2 0-32-16,1 5-16 0,0-5 0 0,0 5 0 15,1-3-320-15,1 1-64 0,2-5-16 0,0 4 0 16,-2 1-416-16,1-7-96 0,-2 0 0 0,2-2-16 15,-1 0-112-15,-6-13 0 0,0 0-16 0,11 9 0 0,-11-9-16 16,11 4 0-16,-11-4 0 0,13-1 0 0,-2-5 16 0,1 0 0 16,-1-3 0-16,1-4 0 0,-2-3-64 0,1-1-16 15,2 0 0-15,1-1 0 0,1-3-160 16,0-1 128-16,2-4-128 0,0 1 128 16,-1 0-128-16,1 0 0 0,1-3 0 0,0 2 128 0,0-2-128 0,1 2-176 15,-2 1 48-15,-3 3 0 16,-4 1-336-16,2 2-64 0,0 1-16 0,0 2 0 15,-1 3-1120-15,0 1-208 0,-2 1-48 0,0 0-12480 16,-1 7-2496-16</inkml:trace>
  <inkml:trace contextRef="#ctx0" brushRef="#br0" timeOffset="-192704.53">26915 16721 17503 0,'-17'-16'768'0,"7"7"176"0,-1 0-752 0,1 1-192 0,-2 2 0 0,3 0 0 0,-1 1 5808 16,5 0 1120-16,5 5 240 0,0 0 32 0,-4-5-4016 15,4 5-816-15,0 0-144 0,0 0-48 0,0 0-1072 0,11-6-208 16,2 3-64-16,2-1 0 0,0 2-560 0,4 1-112 16,3 0-32-16,4-1 0 0,0 0-128 0,3-1 128 15,-1 1-128-15,5-2 128 0,2 1-128 0,2 0 0 16,0 0 0-16,4-1 0 0,1 0 0 15,-1 1 0-15,1-1 0 0,-4 2 0 16,0-1-1184-16,-3 0-160 0,-1-2-48 0,-3 4 0 16,-2 1-2368-16,-3 0-464 0</inkml:trace>
  <inkml:trace contextRef="#ctx0" brushRef="#br0" timeOffset="-192430.05">27529 16467 47391 0,'-14'-7'2112'0,"6"4"416"0,0 2-2016 0,8 1-512 0,-8-1 0 0,8 1 0 16,0 0 640-16,0 0 48 0,0 0 0 0,0 0 0 16,0 0 304-16,0 0 64 0,0 0 16 0,11 12 0 15,-1-5-912-15,2 2-160 0,1-1 0 0,3 0 0 16,1-1-128-16,0-1 128 0,2 1 0 0,2 2 0 16,1-1 0-16,-2-2 0 0,-5 1-144 0,1 0 144 15,-2 1 0-15,-1 1-160 0,-2 1 160 0,-5-3-128 16,-6-7 128-16,4 12 0 0,-4 0 0 0,-2 0-128 15,-5-3 128-15,-2 2 0 0,-1 5 160 0,-2-4-160 16,-2 1 208-16,1 0-48 0,-1-3-16 0,4 2 0 16,0 1-848-16,3-2-160 15,2-2-32-15,2 1-14496 0,5 3-2896 0</inkml:trace>
  <inkml:trace contextRef="#ctx0" brushRef="#br0" timeOffset="-191890.29">28699 15867 27647 0,'-3'-13'1216'0,"3"13"256"0,-2-9-1168 0,0 2-304 0,1 2 0 0,1 5 0 16,0 0 5248-16,0 0 1008 0,0 0 192 0,0 0 32 15,0 0-4192-15,0 14-848 0,0 2-160 0,1 2-48 16,-1 4-688-16,3 4-144 0,-1 4-16 0,1 2-16 15,0-2-96-15,1 2-16 0,1 1 0 0,1-1 0 0,0 1-64 0,0 1-32 16,3-4 0-16,-1 0 0 0,-3-3-160 0,2-2 160 16,-2-4-160-16,1-2 160 0,-2-5-160 0,2-3 128 15,-3-3-128-15,-3-8 128 16,0 0-128-16,0 0 0 0,0 0 144 0,0 0-48 16,0 0-96-16,0 0 0 0,4-9 0 0,0 0 0 0,0-2 0 0,0-2 0 15,0-1 0-15,1-6 0 0,0-6 0 0,3 2 0 16,1-2 0-16,3-3 0 0,1-4 0 0,3 1 0 15,-1-1 0-15,4-2 0 0,0-6 0 0,1 0 0 16,-2-4 0-16,3 0 0 0,0-2 0 16,-3 4 0-16,0 2 0 0,-3 9 0 0,-4 3 0 0,0 8 0 15,-1 3 0-15,-2 6-160 16,-1 3-864-16,-7 9-160 0,0 0-32 0,0 0-16 16,0 0-1920-16,10 12-384 0,-3 6-80 0,-5 4-16928 0</inkml:trace>
  <inkml:trace contextRef="#ctx0" brushRef="#br0" timeOffset="-191691.02">28677 16069 24879 0,'-19'-14'2208'0,"9"6"-1760"0,-1 0-448 0,2 1 0 0,3 1 5568 0,1 2 1040 0,-1-1 208 0,6 5 32 15,0 0-4352-15,0 0-864 0,6-7-176 16,3 1-48-16,4-2-752 0,5 1-144 0,3 1-48 0,4-1 0 15,3-2-464-15,4 3 0 0,-1 0 0 0,3 1 0 32,2 1-896-32,2-1-128 0,-1 3-32 0,-2 0 0 0,-3 2-2720 15,4 3-528-15</inkml:trace>
  <inkml:trace contextRef="#ctx0" brushRef="#br0" timeOffset="-191238.1">29195 16077 13823 0,'0'0'1216'0,"0"0"-960"0,0 0-256 0,4-8 0 0,2 1 7040 0,1 1 1376 16,3-3 272-16,0 4 48 0,0 2-5824 0,5-4-1168 16,3 2-224-16,0-1-48 0,-1 0-576 0,1 3-128 15,1 0 0-15,-2 0-16 0,-2-1-320 0,-2 3-64 16,-2 1-16-16,-11 0 0 0,0 0-32 0,0 0 0 16,0 0 0-16,0 0 0 0,0 0 80 0,0 0 16 15,-7 7 0-15,-3-2 0 0,-2 1-96 0,-1-2-32 16,-1 3 0-16,-3-2 0 0,-4 0-288 0,3 2 128 15,2-1-128-15,0 1 0 0,1-2 144 0,2 0-144 16,1 0 0-16,3 1 144 0,9-6-144 0,-7 5 0 16,7-5 0-16,0 0 128 0,0 0-128 0,0 13 0 15,3-5 0-15,2 0 0 0,-5-8 0 0,13 11 0 0,1 0 128 0,5 0-128 16,2-3 0-16,-1 1 0 16,1-1 0-16,3 0 0 0,1 2 0 0,-1-3 128 15,1-1-128-15,-3 2 112 0,-1 1-112 0,-3-1 0 16,-3 0 0-16,-2 0 0 0,-3-2 0 0,-10-6 0 0,8 8 0 0,-8-8 0 15,0 0 0-15,4 12 0 0,-5 0 0 16,-2-1 0-16,3-11 0 0,-9 10 0 0,-3 0 0 0,-1-1 0 16,-1-1 0-16,-2 0 0 0,-2-3 0 0,0 2 0 15,-2-4 0-15,0 4 0 0,0-1 0 0,0 1 0 16,1-3 0-16,-1 1 0 0,-2-1 0 0,0-1 0 16,-1-1 0-16,3 1 0 0,0-1 0 0,2 1 0 0,2 2 0 15,2 0 0-15,-1 2 0 0,2 0 0 16,2-1-1120-16,2 1-160 15,1 0-48-15</inkml:trace>
  <inkml:trace contextRef="#ctx0" brushRef="#br0" timeOffset="-190555.81">28198 17165 40431 0,'-4'-19'1792'0,"2"8"368"0,-2 0-1728 0,1 0-432 0,0 1 0 0,1 3 0 15,-1 1 1968-15,3 6 304 0,0 0 64 16,0 0 16-16,0 0-320 0,0 0-64 0,0 0-16 0,0 0 0 16,-4 14-1152-16,0 2-224 0,-1 1-64 0,3 5 0 15,-1 3-224-15,0 5-48 16,1 2-16-16,0 5 0 0,0 2-96 0,-2-3 0 16,1 1-128-16,2-6 192 0,0 0-128 0,-1-1-64 15,1-4 0-15,0-1 0 0,0 1 0 0,-1-5 0 0,1-5 0 16,0-3 0-16,1-13 0 0,-2 13 0 0,4 0 0 15,-2-13 0-15,0 0 0 0,0 0 0 0,0 0 0 0,0 0 0 16,0 0-576 0,0 0-48-16,0 0-16 0,0 0 0 15,0 0-1328-15,0 0-272 0,0 0-48 0,-3-13-20560 0</inkml:trace>
  <inkml:trace contextRef="#ctx0" brushRef="#br0" timeOffset="-190347.35">27786 17098 30399 0,'-10'-14'1344'16,"4"8"288"-16,1 1-1312 0,5 5-320 0,0 0 0 0,0 0 0 0,8-5 5312 0,3-1 976 16,0 1 208-16,6 1 32 0,3-1-4416 0,5 0-880 15,3 2-176-15,2-3-32 0,1 0-640 0,2 0-112 16,2-2-16-16,4 0-16 16,4-1-80-16,2 1-16 0,-1 2 0 0,2 1 0 0,1 1-96 0,-2-3-48 15,0 5 0-15,-5 0 0 0,-5 1-128 0,-1 0-32 16,-3 1 0-16,1 1 0 15,-5 2-864-15,0 0-160 0,-2 3-32 0,-4 0-16 16,-5 1-2288-16,-2 6-448 0,-1 4-80 0</inkml:trace>
  <inkml:trace contextRef="#ctx0" brushRef="#br0" timeOffset="-189907.52">28422 17391 30399 0,'0'0'2704'0,"0"0"-2160"0,0 0-544 0,0 0 0 16,0 0 4224-16,13 1 752 0,-3-1 144 0,1 0 16 15,2-2-2960-15,3-1-608 0,0 0-112 0,2 2-32 16,0-2-768-16,2 1-144 0,-2-2-48 0,0 1 0 16,-1 1-224-16,1 0-48 0,-2 1-16 0,-2 2 0 15,-3-1 176-15,-11 0 32 0,10 2 16 0,-10-2 0 16,0 0-144-16,0 0-48 0,0 0 0 0,0 0 0 16,-1 10-80-16,-3-2-128 0,-4 0 176 0,-1-2-176 0,-1 3 0 0,-1 2 0 15,1-1 0-15,-1-2 0 0,1 4 0 0,1-3 0 16,0 1 0-16,2 1 0 0,7-11 0 0,-5 9 0 15,1 1 0-15,3 1 0 0,1-11 128 0,2 13-128 16,3-4 0-16,2 1 80 0,1 1-80 0,1-2 0 16,3-1 0-16,1 1 0 0,0 1 0 0,1-2 0 15,0 0 0-15,3 0 0 0,0-2 0 0,0 1 0 16,0 1 0-16,-2-1 0 0,-5 0 0 0,-1-2 0 16,-9-5 0-16,9 8 0 0,-9-8 0 0,7 8 0 15,-7-8 0-15,1 10 0 0,-2-1 0 0,-2 2 0 16,-1-1 0-16,-2-1 0 0,-3-2 0 0,-2-1 0 15,-2 5 0-15,-1-3 0 0,-3-2 0 0,3 2 0 0,-2 0 0 16,0-2 0-16,-1 1 0 0,0-3 0 0,2 0 0 0,-1 1 0 16,2 1 0-16,1 1 0 0,1-1 0 0,3-2 0 15,9-4-256-15,-9 3-64 0,9-3 0 0,0 0 0 32,0 0-2016-32,0 0-416 0,0 0-64 0,10-1-20032 0</inkml:trace>
  <inkml:trace contextRef="#ctx0" brushRef="#br0" timeOffset="-189657.22">29107 17257 52991 0,'-9'-8'2352'0,"6"1"464"0,0 1-2240 0,3 6-576 0,0-8 0 0,2 1 0 0,-2 7 992 0,5-5 96 16,-5 5 0-16,12-4 16 0,2-2-544 0,2 1-112 15,-1 3-32-15,2-2 0 0,2 3-416 0,0-2 0 16,2 2 0-16,1 1 0 0,0 0 0 0,0 3 0 16,-2-2-160-16,1 4 160 15,-2-2-832-15,0 1-80 0,-4-2-16 0,-2 2 0 16,-1 0-1520-16,-12-4-304 0,11 13-64 0,-5 0-18704 0</inkml:trace>
  <inkml:trace contextRef="#ctx0" brushRef="#br0" timeOffset="-189495.41">29137 17422 12895 0,'-16'1'576'0,"8"1"112"0,2-4-560 0,6 2-128 0,-7 2 0 0,7-2 0 16,0 0 7616-16,0 0 1504 0,0 0 288 0,0 0 64 15,0 0-6320-15,12 1-1264 0,1-1-256 0,1-1-48 16,1 1-1072-16,2-2-224 0,1 1-32 0,3-1-16 16,1-1-240-16,4 0 0 0,1 1 0 0,3-2 0 31,3 1-2464-31,2 1-432 0,3 0-96 0</inkml:trace>
  <inkml:trace contextRef="#ctx0" brushRef="#br0" timeOffset="-188860.41">29909 16576 4607 0,'1'-17'192'0,"-2"8"64"16,-2-1-256-16,0 0 0 0,2 1 0 0,1 9 0 0,0 0 10048 0,0 0 1984 0,0 0 384 0,0 0 64 15,0 0-8768-15,0 0-1776 0,8 13-336 0,-2 3-80 0,0 4-816 16,-1 2-176-16,-1 1-16 0,-2 3-16 15,1 3-192-15,0 4-48 0,-2 2 0 0,1 0 0 0,1 0-48 0,-2-4-16 16,1-1 0-16,0-2 0 0,1-3-192 0,0-2 0 16,-1-1 0-16,1-5 0 0,-2-4 0 0,0 0 0 15,-1-13 0-15,-1 12 0 0,1-12-192 0,0 12 0 16,0-12 16-16,0 0 0 16,0 0-864-16,0 0-176 0,0 0-48 0,-10 6 0 15,10-6-784-15,-10 0-176 0,0-4-16 0,1-2-16 16,-2-5-1664-16,2 0-336 15,0-2-64-15</inkml:trace>
  <inkml:trace contextRef="#ctx0" brushRef="#br0" timeOffset="-188616.98">29815 16620 15663 0,'-6'-18'1392'0,"4"8"-1120"0,-2-2-272 0,1 2 0 0,2-2 6400 0,1 3 1232 0,0 9 240 0,7-7 64 16,2-1-4816-16,1 2-960 0,2 1-192 0,2-1-48 16,2 0-752-16,5 1-144 0,3-1-48 0,3 3 0 15,1-1-544-15,4 1-112 0,-1-1-32 0,0 3 0 16,-2-1-144-16,-2 2-16 0,-1 2-128 0,-2 0 192 15,-2 1-192-15,-1 4 0 0,-3-1 0 0,-2 1 0 16,-3-2 0-16,-2 3 0 0,-1-1 0 0,-5 4 0 16,-3 1 0-16,-3-1 0 0,-2 1 0 0,-2 1 0 15,-4-2 160-15,0 2-160 0,-1-3 160 0,-3 3-160 16,-3-4 208-16,0 3-48 0,1 1-16 0,-1 0 0 16,-1 3-144-16,1-6 0 0,1-1 0 0,-1 2 128 15,-1-4-560-15,1 4-112 16,2-2-32-16,2 0 0 0,2-2-2496 0,1 6-512 0,-2-2-112 15</inkml:trace>
  <inkml:trace contextRef="#ctx0" brushRef="#br0" timeOffset="-188219.97">30199 16864 44351 0,'0'0'1968'0,"3"-6"400"0,2-1-1904 0,2-2-464 16,2 4 0-16,0 0 0 0,-1-2 1216 0,0 3 128 15,-3-5 48-15,3 5 0 0,1-2 208 0,1 0 64 16,1 1 0-16,-1 0 0 0,0 0-1152 0,1 2-240 15,-11 3-32-15,12 0-16 0,-12 0-32 0,11-2 0 0,-11 2 0 0,12 0 0 16,-12 0-192-16,0 0 144 0,0 0-144 0,0 0 128 16,8 9 0-16,-8-9 0 0,1 9 0 0,-1-9 0 15,-4 10 0-15,0 1 0 0,-2-5 0 0,2 2 0 16,4-8-128-16,-4 12 160 0,4-12-160 16,-1 11 160-16,1-11-160 0,1 12 0 15,-1-12 0-15,0 0 128 0,9 15-128 0,2-4 0 0,0 0 0 0,1-5 0 16,1 2 0-16,1-1 0 0,1-2 0 0,0 3 0 15,2-1 0-15,-1 0 0 0,-3 1 0 0,-1 0 0 16,-2-2 0-16,-2 1 0 0,-8-7 0 0,0 0 0 16,5 10 0-16,-5-10 0 0,0 10 0 0,-4 2 0 15,-2-5 160-15,-5 2-160 0,-2-1 192 0,-1 1-192 16,-2-1 144-16,1 1-144 0,-1-1 0 0,0-1 144 16,1 1-96-16,-2-1-48 0,0-1 0 0,3-2 0 15,1 1 0-15,1-1 0 0,1-1 0 0,2-2 0 16,9-1-560-16,-9 3-96 0,9-3-32 15,0 0 0-15,0 0-1680 0,0 0-352 16,0 0-64-16,0 0-19536 0</inkml:trace>
  <inkml:trace contextRef="#ctx0" brushRef="#br0" timeOffset="-187871.14">30796 16421 31327 0,'0'-11'2784'0,"0"11"-2224"16,0-10-560-16,0 4 0 0,0 6 4448 0,0 0 784 15,0 0 144-15,0 0 48 0,0 0-3056 0,0 0-624 16,3 13-112-16,1 4-32 0,-1 2-864 0,0 6-176 0,3 1-48 0,-2 3 0 16,-1 2-288-16,3 1-64 0,-1 1-16 0,1 1 0 15,1 1-144-15,-1 0 0 16,2-1 0-16,1 0 0 0,1-3 0 0,-3-2 0 16,0-7 0-16,1-1 0 0,1-8 0 0,-1-1 0 0,-2-3 0 0,-6-9 0 15,9 7 0-15,-9-7 0 0,0 0 0 0,0 0 48 16,11 0-48-16,-11 0 0 0,11-4 0 0,0-3 0 15,-2-3 0-15,0-3 0 0,-1-3 0 0,2-2 0 16,2-3 0-16,0-3 0 0,-2-2 0 16,2-1 0-16,1-3 0 0,1 0 0 0,1-1 0 15,0-1 0-15,2 0 0 0,-1-3 0 16,-2-2 0-16,1 1 0 0,-1-2 0 0,-2 5 0 0,-3 6 0 16,-3 6 0-16,-2 3-432 15,0 5-16-15,-4 5-16 0,0 8 0 0,0 0-1264 0,0 0-256 16,-6 5-64-16,-3 7 0 0,-2 3-2304 0,-3 5-480 15</inkml:trace>
  <inkml:trace contextRef="#ctx0" brushRef="#br0" timeOffset="-187654.36">30690 16732 10127 0,'-14'-13'896'0,"7"7"-704"0,-2-2-192 0,1-2 0 0,1 3 7936 0,3 2 1568 16,4 5 304-16,0 0 64 0,4-8-6080 0,1 0-1216 15,3 3-240-15,4-1-48 0,0-1-1200 0,3 1-224 16,4-2-48-16,1 1-16 0,3 1-592 0,3-1-208 0,1-1 144 0,4 1-144 16,1 1 0-16,-1 2 0 0,-1 0 128 0,0 2-128 15,-1 1 0-15,1-2 0 0,0 6 0 0,0-2-176 32,-2 1-1616-32,0 4-336 0,-2 0-64 0,-2 5-20864 0</inkml:trace>
  <inkml:trace contextRef="#ctx0" brushRef="#br0" timeOffset="-187233.42">31241 16802 13823 0,'-5'-7'608'0,"5"7"128"0,0 0-592 0,0 0-144 0,0 0 0 0,6-8 0 16,2 2 7760-16,1 1 1520 0,0 1 320 0,3-3 48 16,1 2-6304-16,0 1-1248 0,2 0-256 0,0 1-48 15,1 2-1088-15,-1 0-224 0,1 0-32 0,-2 1-16 16,-1 0-128-16,-1 2-32 0,-1 1 0 0,-11-3 0 15,0 0-32-15,0 0-16 0,0 0 0 0,0 0 0 0,0 0-96 0,-6 8 0 16,0-1-128-16,-5 1 192 0,-3 0-192 16,-4 2 144-16,-3 2-144 0,0-1 128 0,0 0-80 0,2 1-48 15,0 1 0-15,3-2 0 16,1 0 0-16,2 1 0 0,3 0 0 0,1-1 0 0,2 1 0 16,2 0 0-16,1-2 0 0,4-10 0 0,1 12 0 0,2 1 0 15,1-2 0-15,2-2 0 0,3 0 0 0,3 0 0 16,1-1 0-16,2 0 0 0,-1-1 0 0,2 0 0 15,-1-2 0-15,1 2 0 0,-1-3 0 0,0 1 0 16,-1-1 0-16,-2 0 0 0,-3 1 0 0,-9-5 0 16,0 0 0-16,8 5 0 0,-8-5 0 0,0 0 0 0,4 9 0 15,-4-9 0-15,-2 8 0 0,-1 1 0 16,-3 0 0-16,0-1 0 0,-5 1 0 0,1-2 0 0,-2 1 0 16,-1 1 0-16,0 0 0 0,0 3 0 0,-1 1 0 0,1 2 0 15,0-2-368-15,0 3-16 0,-2 0 0 16,1 0 0-1,-3 3-1344-15,-3 0-256 0,-4 0-64 0,-5 0-13760 0,-5 3-2752 0</inkml:trace>
  <inkml:trace contextRef="#ctx0" brushRef="#br0" timeOffset="-186974.65">29808 17613 8287 0,'-15'-7'736'0,"7"4"-592"0,1-2-144 0,7 5 0 16,0 0 10224-16,0 0 2000 0,8-6 416 0,5 0 80 15,4 0-9456-15,8-1-1904 0,5 1-368 0,9 1-80 0,9-1-368 0,3 1-80 16,0 1-16-16,0-5 0 0,-2 1-448 0,5-1-240 16,6-1 32-16,5 1 0 0,4 1 208 0,1 1 256 15,2 1-48-15,-6-1-16 0,-6 1-192 0,6-1-256 16,4 3 48-16,3 0 16 0,1-1 192 16,-3 1 256-16,-6 0-48 0,-5 2-16 0,-5 2-192 0,-4 0-256 15,-3 0 48-15,-4 0 16 0,0 0 192 0,-4 0 256 16,-7 1-48-16,-4 2-16 15,-4-1-560-15,-7 0-112 0,-5 0-32 0,-13-2-16640 16,7 8-3328-16</inkml:trace>
  <inkml:trace contextRef="#ctx0" brushRef="#br0" timeOffset="-186284.03">29703 18343 24879 0,'0'0'2208'0,"0"0"-1760"0,0 0-448 0,0 0 0 0,0 0 5088 0,0 0 928 15,0 0 192-15,0 0 48 0,0 0-3024 0,0 0-608 16,1-6-112-16,-1 6-16 0,0-7-1472 0,0 0-272 16,-1-3-64-16,-2-2-16 0,2 1-480 0,-1 0-192 15,0-1 128-15,-1 2-16 0,1-2-112 0,0 0 0 16,-2 0 0-16,3-2 0 0,0-3 0 0,-1-1 0 15,1 1 0-15,1-4 0 0,1-5 0 0,1 1 0 16,-1-1 0-16,2-3 0 16,1-1 0-16,1 2 0 0,-1 3 0 0,1-1 0 0,0 1 0 0,2 4 0 15,-1 4 0-15,1 3 0 0,-2 1 0 0,1 6 0 16,-6 7 0-16,0 0 0 0,11-2 0 0,-11 2 0 0,13 4 0 16,1 1 0-16,1 5 0 0,-2 2 0 15,0 2 0-15,4-1 0 0,1 2 0 0,3 2 0 0,0-2 0 0,3 0 0 16,2-1 0-16,0-1 0 0,-1-4 0 0,0-1 0 15,0-1 0-15,-4-4 0 0,-3-3 0 0,-1 0 0 16,-2-5 0-16,1 1-160 16,-2-2 160-16,-2-3-128 0,1-3 128 0,2 2 0 0,-4 0 160 0,1-1-32 15,-3-4-128-15,0 1 0 0,0 0 0 0,-1-1 0 16,0 1 0-16,-1 1 0 16,-2 1 0-16,0 4 0 0,-5 8 0 0,0 0 0 0,0 0 0 0,0 0 0 15,0 0 0-15,0 0 0 0,0 0 0 0,-7 13 0 16,0 8 0-16,-1 1 0 0,0 2 0 0,2 3 0 15,0 5 0-15,2-1 0 0,0-1 0 0,2 1 0 16,-1 0 0-16,3-2 0 0,0-1 0 0,2-5 0 16,-1 0-144-16,1-2-32 0,1-1 0 0,1-3 0 15,1-2-1040-15,0-2-192 16,1-2-64-16,1 1 0 16,4-5-2992-16,2-1-592 0,-1-5-128 0</inkml:trace>
  <inkml:trace contextRef="#ctx0" brushRef="#br0" timeOffset="-185779.83">30532 17958 11967 0,'6'-17'528'0,"-3"8"112"0,-2-2-512 0,-1 11-128 0,0 0 0 0,0 0 0 0,0 0 8880 0,0 0 1744 16,0 0 336-16,0 0 80 0,0 0-7392 0,4 12-1488 15,-4-12-304-15,4 20-48 0,-1 2-1296 0,-2-3-256 16,3 5-48-16,-3-3-16 0,-1 2-192 0,1 1 0 0,3-2 0 16,-1 0 0-16,0-1 0 0,-1 0 0 0,1-6 0 0,1 0 128 15,-2-2-128-15,1-1 0 0,0-2 0 0,-3-10 0 16,0 0 0-16,0 9 0 0,0-9 0 0,0 0 0 15,0 0 0-15,0 0 0 0,0 0 0 0,0 0 0 16,0 0 0-16,0 0 0 0,-6-6 0 0,4-1 0 16,2 7 0-16,1-13 0 0,-1-4 0 0,4 0 0 15,1-1 0-15,4-3 0 0,3-4 0 0,1 0 0 16,1-4 0-16,3 0 0 0,2-2 0 0,0 1 0 16,2 3 0-16,1 4 0 0,-1 0 0 0,-1-1 0 15,0 6 0-15,1 2 0 0,0 4 0 16,-1 3 0-16,-1 1 0 0,-1 3 0 0,-2 3 0 0,-2 0 0 15,0 1 0-15,-3 1 0 0,0 4 0 0,-11-4 0 16,0 0 0-16,11 4 0 0,-11-4 0 0,0 0 0 16,6 10 0-16,-4 1 0 0,-3-1 0 0,-4 1 0 0,-3-1 0 15,-1 2 0-15,-3-2 0 0,-1 3 0 0,-4 0 0 0,-1 0 0 16,-2 0 0-16,2 0 0 0,0 2 0 0,1-1 0 16,1 3 0-16,2 0 0 0,1-4 0 0,1 1 0 15,3 2 0-15,0-6 0 0,1 3 0 16,3 0 0-16,3-2 0 0,2-2 0 0,0-9 0 0,4 10 0 15,2 1 0-15,1-2 0 0,3-1 0 0,3 0 0 16,0 1 0-16,2-3 0 0,3 0 0 0,3-3 0 16,3 1 0-16,-1 0 0 0,1-1 0 0,2-2 0 15,0 0 0-15,1-1 0 0,-1 2 0 0,-1 0 0 16,-1 0 0-16,-1-1 0 16,1 0-912-16,-4 5-128 0,-1 0-32 0</inkml:trace>
  <inkml:trace contextRef="#ctx0" brushRef="#br0" timeOffset="-90590.14">11915 15434 16415 0,'21'-20'720'0,"-7"10"160"0,-1-2-704 0,1 1-176 15,-3-1 0-15,-3 0 0 0,-1 2 1200 0,-1 1 208 16,-1-2 32-16,-3 2 16 0,0 0-176 0,-6 0-48 0,-4 0 0 0,-4 1 0 15,-5 0-272-15,-6 1-64 0,-5 1-16 0,-4 1 0 16,-6-1-368-16,-6 5-64 0,-6-3 0 0,-5 3-16 16,-3 1-240-16,-9 3-64 0,-6 0 0 0,-8 3 0 15,-7-4 64-15,-1 4 0 0,0-1 0 0,1 0 0 16,-2 0-32-16,9 2 0 0,8 0 0 16,12 0 0-16,11-2-160 0,12 2 160 0,11-2-160 15,11 1 160-15,10 2-160 0,6-8 0 0,14 12 0 0,11-2 128 16,11-2 16-16,15-2 0 0,14-1 0 0,11-4 0 15,8 2-144-15,11 1 192 0,9-1-192 0,7 0 192 16,2-3-192-16,6 3 0 0,3 1 0 0,4-1 0 16,-3 0 0-16,0 0 0 0,0 1 0 0,-6 0 0 15,-5-1 0-15,-10 1 0 0,-8 0 0 0,-8 0 0 16,-8 0 0-16,-12 1 0 0,-11 1 0 0,-11-1 0 0,-10-4 0 16,-8 2 0-16,-9-1 0 0,-17-2 0 0,0 0 0 0,0 0 0 15,-14 3 0-15,-12-1 192 0,-9 1-16 16,-11 0 0-16,-11-5 0 0,-7 1 0 0,-5 1-176 0,-10 3 192 15,-8 1-192-15,-8-3 192 0,-8-4-192 0,-7 3 0 16,-3 2 0-16,-6-2 128 0,-3-2-128 0,2 1 0 16,3 0 144-16,2-1-144 0,3 2 192 0,10-1-16 15,9-2-16-15,15 2 0 0,14 1-32 0,16 0 0 16,14-1 0-16,11 0 0 0,10 1-128 0,13 0 160 16,0 0-160-16,21 1 160 0,9-1-32 0,14 0 0 15,12 0 0-15,13 0 0 0,11 0-128 0,8-3 0 0,6-1 144 16,6 2-144-16,6 2 0 0,4 0 0 15,0 0 0-15,1 1 128 0,-1 4-256 0,2 2-64 16,1 3 0-16,-2 6-10736 0,-3 6-2144 0</inkml:trace>
  <inkml:trace contextRef="#ctx0" brushRef="#br0" timeOffset="-69237.18">13815 8237 8287 0,'-18'-3'736'0,"5"-1"-592"0,-5-2-144 0,-4 3 0 15,-4-4 448-15,-8 2 48 0,-7-2 16 0,-3 3 0 16,-5-1 32-16,-6-3 16 0,-4-2 0 0,-11-7 0 0,-12-7 16 0,-10 4 0 15,-8 1 0-15,-4 5 0 0,-5 1 64 16,46 6 0-16,-17-3 16 0,-11 2 0 16,-11 3-160-16,-6-2-48 0,-4 5 0 0,-4 1 0 0,-2-2-240 15,-101 3-48-15,47 0-16 0,31 3 0 0,20 0-144 0,18 0 0 16,16 1 0-16,18-3 0 0,15 2 0 16,17-3 128-16,13 0-128 0,15 1 0 0,9-1 144 0,18 3-144 15,15-1 160-15,16 0-160 0,16-2 192 16,19 0-48-16,15-2-16 0,17 2 0 0,13-1 0 0,12 1-128 15,6 0 192-15,11 3-64 0,9 1-128 0,-3 3 0 16,-7 0 0-16,0 1 128 0,1-2-128 0,-11 3 0 16,-10 4 0-16,-6-6 0 0,-6-4 0 0,-17 1 0 15,-14-1 0-15,-12 1 0 0,-9 0 0 0,-13-1 0 0,-13-2 0 16,-13-1 0-16,-11 0 192 0,-10 0-64 16,-13 0 0-16,-9-1 0 0,-13 1 320 0,-12-3 48 15,-13-2 16-15,-10 1 0 0,-10 2-112 0,-13 2-16 16,-14 1 0-16,-9-1 0 0,-8-7-160 0,-12 7-32 0,-10 6-16 15,-5-4 0-15,-4-2-176 0,-7 1 160 0,-8 1-160 0,0 2 160 16,3 0-160-16,1-1 128 0,0-4-128 0,12 4 128 16,13 2-128-16,8 2 0 15,10-4 0-15,17-3 0 0,20-3 0 0,18 0 0 0,16 0 0 0,14 2 0 16,12 1 256-16,13 0 32 0,15-7 0 0,16 5 0 16,13 3 96-16,15-1 0 0,14-4 16 15,10 0 0-15,10 0-272 0,13 3-128 0,14 1 128 0,6-1-128 16,3-3 128-16,11 3-128 0,8 5 128 0,2-2-128 15,-1 3 144-15,3-1-144 0,6-1 160 0,-5 2-160 16,-9 6 160-16,-2-5-160 0,-2 1 160 0,-11 0-160 16,-10 3 128-16,-9-3-128 0,-7-1 0 0,-14-4 144 0,-15 2-144 15,-15-1 0-15,-16 1 0 0,-14-1 0 0,-12 0 0 16,-17-3 0-16,0 0 0 0,-19 4 0 0,-14 3 0 0,-20-1 0 16,-14-2 0-16,-15-1 0 0,-12-2 0 0,-16 1 0 15,-14 2 0-15,-10-1 0 0,-8-4 0 16,-9 1 0-16,-11 2 0 0,2 2 0 15,-1-1 0-15,1-2 0 0,-2-2 0 0,6 2 0 0,6 2 0 0,10-2 0 16,9-2 0-16,11 1 0 0,9 1 0 0,11 2 0 16,8 1 0-16,14-4 0 0,12-3 0 0,12 2 0 15,12-1 0-15,12 0 0 0,11-1 0 0,8 2 0 16,11 1 0-16,0 0 0 0,12-1 0 0,8 1 0 0,5 0 0 16,10 0 0-16,10 0 0 0,13-3 0 15,8-1 0-15,11 0 0 0,8 0 0 0,13 2 0 0,12 2 0 16,9-4 0-16,4-3 0 0,8 5 0 15,9 3 0-15,1 0 0 0,-3-2 0 0,4 1 0 0,1 0 0 16,-4 1 0-16,-8 3 0 0,-2-1 0 0,-4-2 144 0,-10 2-144 16,-9-3 0-16,-10 3 144 0,-7 1-144 0,-8-1 0 15,-8-4 144-15,-12-1-144 0,-9 1 0 0,-10 1 144 16,-11-4-144-16,-11 2 0 16,-10-1 0-16,-10 3 128 0,-13-4-128 0,-14 1 0 0,-15 0 0 0,-13-3 0 15,-13 0 0-15,-11-1 0 0,-11 2 0 0,-13 1 0 16,-12 2-176-16,-5-1 176 0,-4 2-128 0,-7-1 128 15,-9 1 0-15,3-2 0 0,3 0 0 0,-1 3-128 16,-4 2 128-16,8-1 0 0,4-2 0 0,3 1-128 16,0 1 128-16,10 2 0 0,8-3 0 0,6 3 0 0,3 1 0 0,9-2 0 15,7 3 0-15,12-2 0 16,10-4 0-16,13 1 0 0,13 0 0 0,12 1 0 0,10 2 0 16,11-3 0-16,12 5 0 0,14 0 128 15,12-1-128-15,14 1 0 0,13 0 0 0,11 3 0 16,9 3-624-1,16-1-144-15,17 3-16 0,8-5-7328 0,7 0-1456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8-07T23:36:26.277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6661 1156 3679 0,'-8'5'320'0,"-4"-2"-320"0,-1-3 0 0,-1 0 0 0,1-2 9936 0,0 2 1920 16,1 0 384-16,0 0 80 0,3 0-9440 0,0 0-1872 15,9 0-384-15,0 0-80 0,0 0 416 0,0 0 64 16,0 0 32-16,0 0 0 0,6 0-656 0,4 0-128 16,1 0-16-16,5 0-16 0,4 0-48 0,3 0 0 15,4 0 0-15,5 0 0 0,2-1 128 0,3 0 32 16,5-1 0-16,1 1 0 0,1-2-224 0,3 2-128 16,0-4 128-16,3 1-128 0,1-1 128 0,2 1-128 15,5 0 128-15,-1-3-128 0,-1 3 0 0,1 1 0 16,2-1 0-16,-3 1 0 0,-3-1-160 0,1 2 0 0,-2-1 0 0,-1 0 0 31,-2-1-304-31,-2 2-64 0,-2-1-16 0,-4 2 0 16,-1-4-960-16,-4 2-192 0,-2 0-32 0,-3 1-16 15,-2-2-1136-15,-4-1-240 0,-3-3-32 0,-3 1-15088 0</inkml:trace>
  <inkml:trace contextRef="#ctx0" brushRef="#br0" timeOffset="290.39">8052 912 43999 0,'-25'-1'1952'0,"13"-1"400"0,-3 0-1888 0,0 0-464 0,2 2 0 0,-1 0 0 15,2 0 1184-15,0 2 144 0,1 0 16 0,2 1 16 16,2 1-32-16,2 0-16 0,-2 0 0 0,7-4 0 0,-2 6-672 16,2-6-128-16,1 9-16 0,3 0-16 15,4-1-304-15,2 1-176 0,2 2 192 0,2-1-192 0,3-1 0 0,3 0 0 16,2 2 0-16,1-3 0 0,5 1 0 0,-2 0 0 16,1-1 0-16,2 1 0 0,0-3-208 0,-2 1 48 15,-4-1 16-15,1 1 0 0,-3-2 16 16,-2 0 0-16,-3 2 0 0,-4-2 0 0,-2 2 128 0,-2 0 0 15,-4 1 0-15,-3 1-128 0,-2 1 128 0,-4-1 144 16,-4 2-16-16,-2 0-128 0,1 2 288 0,-6 3-48 16,-4-2-16-16,0 0 0 0,-1 1-96 0,-1-1 0 15,-1-1-128-15,3 0 192 0,-4 0-192 0,1 0 0 16,-1 0-144-16,3-1 144 16,3-3-2256-16,5 1-368 0,4 3-64 0</inkml:trace>
  <inkml:trace contextRef="#ctx0" brushRef="#br0" timeOffset="975.26">9548 853 45615 0,'0'0'2016'0,"-6"0"416"0,-1 0-1936 15,7 0-496-15,0 0 0 0,0 0 0 0,0 0 560 0,-2 7 16 0,-1 2 0 0,2 0 0 16,1 5 128-16,0 2 48 0,0 6 0 0,1 4 0 16,2 6-272-16,-2 4-48 0,2 7-16 0,-1 3 0 15,1-1-192-15,1 2-32 0,0-4-16 0,0-1 0 16,0-2-32-16,-2-1 0 0,-2-1 0 0,3-3 0 0,-2-1-16 0,0-4-128 16,1-1 192-16,-1-5-64 0,-2-2-128 15,-1-1 0-15,1-3 0 0,0-3 0 16,-1-4-384-16,0-3-128 0,-2-2 0 0,4-6-16 15,0 0-1584-15,0 0-304 0,-7-4-64 0,1-1-11280 16,-1-5-2272-16</inkml:trace>
  <inkml:trace contextRef="#ctx0" brushRef="#br0" timeOffset="1225.42">8981 894 28559 0,'-14'-12'2544'15,"7"7"-2032"-15,1-1-512 0,-1 1 0 0,5 1 4416 0,2 4 768 16,0 0 176-16,8-6 16 0,1-1-3968 0,5 2-784 16,3 0-176-16,4 0-16 0,4-2 448 0,3-1 80 15,4 2 32-15,4-5 0 0,5 2-432 0,3 0-96 16,7 1-16-16,3-1 0 0,5-3-112 0,0 1-16 16,-2-2-16-16,1 1 0 0,-1 3-304 0,-2-2 0 15,-1 2 0-15,-4 1 0 16,-2 3-304-16,-2 3-112 0,-4 2-32 0,-5 2 0 15,-1 3-1344-15,-5 3-288 0,-4 3-48 0,-2 3-16 16,-2 6-1840-16,-2 3-368 0</inkml:trace>
  <inkml:trace contextRef="#ctx0" brushRef="#br0" timeOffset="2374.53">9891 1372 33119 0,'0'0'1472'0,"0"0"288"0,0 0-1408 0,0 0-352 0,8-3 0 0,-8 3 0 0,0 0 1936 0,9 7 320 16,-2-2 64-16,-1 4 16 0,0 3 288 0,-1 2 48 15,-1 2 16-15,0 2 0 0,-1 2-1408 0,0 2-288 16,0-2-48-16,-1-1-16 0,0-1-352 0,0-1-80 16,-1-1-16-16,2-2 0 0,-2-1-256 0,1-2-48 15,0-3-16-15,-2-8 0 0,0 0-160 0,0 0 0 16,0 0 144-16,0 0-144 0,0 0 0 0,0 0 0 15,0 0 0-15,0 0 0 0,0 0 0 0,6-6 0 0,-3-1 0 16,1-3 0-16,0 0-128 0,0-4 128 16,0-2-128-16,1-1 128 0,2-2 0 0,-1-2-160 15,0 0 160-15,1 1 0 0,2 2-128 16,-1 4 128-16,0 5 0 0,0 2 0 0,0 1 0 16,0 2-128-16,1 4 128 0,-1 4 0 0,-2 2 0 0,1 3 0 15,-1 2 0-15,1 2 0 0,-1 0 144 0,3 2-144 16,-2 2 128-16,-1 2-128 0,0-6 0 0,0 1 0 15,-1 2 128-15,0-3-128 0,2-6 0 0,0 3 0 16,0-4 0-16,-1-2 0 0,-6-4 0 0,5 3 0 16,-5-3 0-16,6 1 0 0,-6-1-144 0,7-1-16 0,2-6 0 15,-3-1 0-15,1-1 160 0,-1-1-208 0,0-2 80 0,0-1 128 16,-1-1-192-16,1-3 192 0,-1 1-192 0,0-4 192 16,0 0-192-16,2-4 192 0,-2 5-160 0,0-2 160 15,0 1 0-15,1 3-144 0,-1 3 144 0,0 2 0 16,0 3 0-16,-1 2-128 0,-4 7 128 0,0 0 0 0,0 0 0 15,0 0 0-15,0 0 0 0,5 10 0 0,1 0 0 0,-2 2 0 16,-1 1 0-16,1 1 176 0,0 3-176 0,2 1 0 16,1 1 0-16,1-1 0 0,1-1 0 0,0 1 0 15,-1-1 0-15,1 0 0 0,2-1 0 16,2-5 0-16,0-2-160 0,3 1 160 0,0-7-384 0,3 1 0 16,0-1 16-16,1-3 0 0,2-1 0 0,0-2 0 15,3-1 0-15,-3-2 0 0,0-2 208 0,-1-1 160 16,-1 0-208-16,-1-2 80 0,1-1 128 0,-1-1 0 15,-3 0 0-15,-2-1 0 0,-2 0 0 0,-2-1 0 16,1 1 0-16,-3 0 0 0,-3-1 176 0,-1 2 16 16,-2 3 0-16,-2 2 0 0,-2 0 96 0,-2 3 32 15,-1 1 0-15,-2 4 0 0,-2 4 176 0,-3 4 32 16,-3 3 16-16,-1 1 0 0,0 4-256 0,-1 1-48 16,-1 0-16-16,1 2 0 0,0 0-224 0,4 0 0 15,2 1 128-15,1-2-128 0,3-2 0 0,1-2 0 16,1-1 0-16,3-1 0 0,2-2-144 0,1 1-32 0,1-5 0 0,4 1 0 31,2-2-192-31,1-3-32 0,1 0-16 0,2-4 0 0,1 0-32 16,0-1-16-16,0 2 0 0,0-3 0 0,1-3 160 0,-2 0 48 0,0-1 0 15,-2 0 0-15,-1-1 256 0,-1-2-160 0,-1 0 160 0,-1-1-128 16,1 2 128-16,-2-3 0 0,-1-2 0 0,0 3 128 16,-2 2-128-16,0 1 192 0,-1 0-64 0,0 1 0 0,1 1 0 15,-2 7 16-15,0 0 0 16,0 0 0-16,0 0 144 0,0 0 32 0,0 0 0 0,0 0 0 0,0 0-64 0,-2 10-16 15,2-1 0-15,2 0 0 0,0 3-240 16,2-3 0-16,1 1 128 0,3 1-128 0,-1-1 0 16,-1-1 0-16,2-1 0 0,2 0 0 0,2-3-176 15,0-1 32-15,0-3 0 0,-1 0 0 16,0 2-176-16,0-3-16 0,3 0-16 0,-3-3 0 16,1 0-224-16,0-1-64 0,-2-2 0 0,-1 1 0 15,0-1 0-15,-1-1-16 0,-1-1 0 0,-3 1 0 16,-2-4 336-16,1 1 80 0,-2 1 16 0,0-2 0 0,-1 2 224 0,-2-1 0 15,-1-4 0-15,1 1 160 0,-1 0-32 0,-1 0 0 16,0 2 0-16,2 0 0 0,-1 2 112 0,0 1 16 16,2 2 0-16,1 1 0 0,0 5 256 0,0 0 48 0,0 0 16 0,0 0 0 15,0 0-96-15,9 0-16 16,0 1 0-16,2 3 0 0,2 1 0 0,0 4 0 16,-1 2 0-16,1 0 0 0,1 1-144 0,2 1-16 0,1-1-16 0,0 2 0 15,-1 0-288-15,3 1 160 16,-2-2-160-16,1 0 128 0,0-1-128 0,2-1 0 0,-2 1 0 15,-1-3 0 1,0 0-864-16,-1-1-48 0,-1-1-16 0,1-2 0 16,-1-1-800-16,-2-2-176 0,1 1-16 0,-3-3-16 15,1 0-1440-15,-3-1-272 0,-1-2-64 0</inkml:trace>
  <inkml:trace contextRef="#ctx0" brushRef="#br0" timeOffset="2561.91">11461 1312 13823 0,'0'0'1216'0,"-5"5"-960"0,0 1-256 0,1-1 0 0,-2 0 6656 0,1 2 1296 16,-1-1 256-16,-2 4 48 0,-3 1-4864 0,0 2-992 16,-2 1-192-16,-2 5-32 0,0 3-784 0,-2 1-160 15,-3 5-16-15,1-2-16 0,-1 1-592 0,-1-1-112 16,-1-1-32-16,1 0 0 0,0-2-272 0,2-2-64 16,1 1-128-16,-2-4 192 15,3 1-512-15,1-2-128 0,2-2 0 0,2-2-16384 16,4-2-3280-16</inkml:trace>
  <inkml:trace contextRef="#ctx0" brushRef="#br0" timeOffset="3118.71">12006 1101 33167 0,'0'0'2944'0,"0"0"-2352"16,0 0-464-16,0 0-128 0,0 0 3376 0,0 0 656 15,0 0 128-15,8 0 16 0,-8 0-2496 0,0 0-496 16,0 0-96-16,11-3-32 0,4 1-384 0,-1 0-80 16,3 2-16-16,0-2 0 0,1-2-336 0,3 4-80 15,0-4-16-15,4 1 0 0,1 1-144 0,-1-1 0 16,-1 1 0-16,0-1 0 0,-1 2-224 0,0-1-80 15,-4 1-16-15,-2 0 0 16,0 1-1664-16,-3-2-320 0,-1 0-80 0,-2 4-12032 16,-2 1-2416-16</inkml:trace>
  <inkml:trace contextRef="#ctx0" brushRef="#br0" timeOffset="3312.05">11956 1263 7359 0,'-13'9'320'0,"8"-5"80"15,-1-2-400-15,0 1 0 0,6-3 0 0,0 0 0 0,0 0 9392 0,0 0 1792 0,8 5 352 0,1 0 80 0,2 0-8800 0,2-5-1776 16,6 0-336-16,4 2-80 0,-1-1-64 0,5-1-16 16,3-1 0-16,4-1 0 0,1 0-256 0,3-2-48 15,0-1-16-15,0 0 0 0,-2-1-224 0,-1 1 0 16,-1-1 0-16,-1-1 0 16,-5-1-1440-16,2 2-224 0,-2 1-64 0,-1-1-13248 15,-2 1-2672-15</inkml:trace>
  <inkml:trace contextRef="#ctx0" brushRef="#br0" timeOffset="3946.69">13656 805 14735 0,'-5'-16'640'0,"1"10"160"0,-1-3-640 0,-1 1-160 16,-1 0 0-16,1-1 0 0,-1 0 7488 0,2 0 1472 16,1 1 304-16,0 1 48 0,0 5-6352 0,4 2-1264 15,0 0-256-15,0 0-48 0,0 0-432 0,-4 6-64 16,0 3-32-16,3 6 0 0,0 2-592 0,-1 5-112 15,4 8-32-15,-1 6 0 0,2 9-128 0,-2 5 160 16,-1 4-160-16,0 1 160 0,1 3 32 0,-1-4 0 0,0-2 0 16,0-8 0-16,0-1-192 0,1-4 0 0,-1-3 0 0,0-2 128 15,2-3-128-15,-1-3 0 0,-1-3 0 0,-1 0 128 16,-1-5-128-16,1-2-144 0,1-5 144 0,-1-3-208 16,-2-1-336-16,3-9-64 15,-2 7-16-15,2-7 0 0,0 0-848 0,0 0-192 16,0 0-16-16,-9-4-16 0,1 0-2336 0,-1-4-480 15</inkml:trace>
  <inkml:trace contextRef="#ctx0" brushRef="#br0" timeOffset="4215.27">12962 804 50111 0,'-21'-7'2224'0,"10"3"448"0,1 0-2144 0,2-2-528 15,0-1 0-15,4 3 0 0,3 0 576 0,1 4 16 16,0 0 0-16,8-3 0 0,4-1 272 0,4-2 48 15,7 0 16-15,5-1 0 0,6 1-416 0,7-2-64 16,4 2-32-16,6-2 0 0,5-1-112 0,3 1-32 16,1-3 0-16,4 2 0 0,2-1-128 0,2-1-16 0,-2 1-128 0,4 1 192 15,-3-2-192-15,-1 2 0 16,-5 0 128-16,-1 0-128 0,-2 0 0 0,-3 0 0 16,-5-2 0-16,-3 5 0 15,-6-1-464-15,-1 2-48 0,-7 1 0 0,-4 2 0 16,-3 0-576-16,-5 2-112 0,-1-2-16 0,-5 4-16 15,-3-2-1536-15,-3 7-304 0,-2-1-64 0</inkml:trace>
  <inkml:trace contextRef="#ctx0" brushRef="#br0" timeOffset="4693.58">14061 1280 13823 0,'-8'6'608'0,"8"-6"128"0,0 0-592 0,0 0-144 0,0 0 0 0,0 0 0 15,0 0 7888-15,0 0 1552 0,9-5 304 0,1 0 64 0,2-2-6912 16,2-1-1376-16,2 0-288 0,0-2-48 0,1 1-480 16,0 0-80-16,2-2-32 0,1 1 0 0,-1-2-224 0,1 3-48 15,-2 0-16-15,0 2 0 0,-2 0-48 0,-4 1 0 16,-2 2 0-16,-10 4 0 0,0 0 0 0,0 0 0 16,0 0 0-16,0 0 0 0,0 0-80 0,0 8-32 15,-1 1 0-15,-3-1 0 0,-3 0-96 0,0 2-48 16,-3 1 0-16,1 2 0 0,-1 0 0 0,-1 1 0 15,0 2 0-15,-1-4 0 0,0-1 0 0,3 2 0 16,3-2 0-16,2-1 0 0,-2 1 0 16,3 1 0-16,0-5 0 0,2 1 0 0,1 0 0 0,1 0 0 15,0 0 0-15,3-2 0 0,3-1 0 0,1 2 0 16,2-1 0-16,3 1 0 0,1-2 0 0,5 0 0 16,0 1 0-16,2-1 0 0,-1-3 0 0,0 2 0 15,1 1 0-15,0 2 0 0,-1 0 0 0,-3-1 0 16,1 2 0-16,-4 1 0 0,-1 0 0 0,-1 0 0 15,0 2 0-15,-3 0 0 0,-3 2 0 0,1 0 0 16,-2 1 0-16,-4-1 0 0,-1 0 0 0,-1 1 0 16,-3-1 0-16,0 1 0 0,-4 2 0 0,-1 1 0 0,-1-1 0 15,-3-1 0-15,-18 14 0 0,12-16 0 0,-2-1 0 16,-1-1 0-16,-2 1 0 0,-3-5 0 16,1 0 0-16,-1 3 0 0,-2-4 0 0,2-3 0 0,1 1 0 15,1-4-528-15,4-3-48 16,2-1-16-16,4-1-16512 0,6-2-3312 0</inkml:trace>
  <inkml:trace contextRef="#ctx0" brushRef="#br0" timeOffset="4965.05">15018 1017 19343 0,'0'0'1728'0,"0"0"-1392"15,-8 0-336-15,8 0 0 0,0 0 8432 0,0 0 1616 16,0 0 320-16,6-2 64 0,2 2-8224 0,1-3-1632 16,2 1-336-16,2 0-64 0,0 2 176 0,1 0 32 0,2 0 16 0,2 0 0 15,1 2-288-15,2-1-112 16,0 0 0-16,1-1 0 0,-3 0 0 0,0 3 0 0,1-3 0 0,-1 1 0 31,1 0-368-31,-2 1-64 0,-2 0-16 0,-1 0 0 16,-2 0-768-16,-1 2-176 0,-4 0-16 0,-8-4-16 15,0 0-2240-15,0 8-448 0,-3 0-96 0,-4 1-14784 0</inkml:trace>
  <inkml:trace contextRef="#ctx0" brushRef="#br0" timeOffset="5109.41">15071 1191 40031 0,'-26'13'1776'0,"15"-9"352"0,-2 0-1696 0,2 1-432 0,2-2 0 0,1 2 0 16,3 0 2240-16,2 2 384 0,3-7 64 16,1 6 0-16,2 2-1088 0,-3-8-240 0,6 5-32 0,3 0-16 15,2 0-624-15,2 1-128 0,3-2-32 0,2-2 0 16,3 0-368-16,3-2-160 0,3-3 128 15,1-1-128-15,2-1-272 0,7-2-144 0,4-1-32 0,6-1 0 16,4 0-1808-16,5 0-368 0,4 0-80 16</inkml:trace>
  <inkml:trace contextRef="#ctx0" brushRef="#br0" timeOffset="5714.87">15531 1804 33167 0,'0'0'2944'0,"0"0"-2352"16,0 0-464-16,0 0-128 0,0 0 4800 0,9 0 928 16,-1 0 192-16,5 0 32 0,8-4-4800 0,2 1-960 0,1-1-192 15,3 2 0-15,5-5 288 0,2 3 96 0,-3 0 0 16,5 2 16-16,9-1-64 0,3 0-16 0,5 0 0 0,3-1 0 16,4 1 0-16,4-1 0 0,5-1 0 15,24-2 0-15,3 2-320 0,-3 0 0 0,-6-2 0 0,-2 2-128 16,-2 0 128-16,4 2 0 0,4 1 0 0,-4 2 0 15,-18 1 0-15,4 2 0 0,5-2 0 0,5 2 0 16,5-3 0-16,-4 2 176 0,-9 2-48 0,-3-3 0 16,0 1-128-16,-2 2 0 0,3-2 0 0,-10 1 0 15,-10-1 0-15,-2 1 0 0,0 1 0 0,5-1 0 16,1-1 128-16,-3 2 0 0,-11-1 0 0,-5-2 0 16,-1 2-128-16,-5-2 0 0,-6 0 0 0,-5 3 112 0,-4-3-112 0,-3 2 0 15,-5-2 0-15,-9-1 0 0,12 3 0 0,-2 0 0 16,-10-3 0-16,0 0 0 0,9 5 0 15,-9-5 0-15,0 0 0 0,11 5 0 0,-11-5 0 0,0 0 0 16,10 5 0-16,-10-5 0 0,0 0 0 0,0 0 0 16,0 0 0-16,0 0 0 0,9 5 0 0,-9-5 0 15,0 0 0-15,0 0 0 0,8 7 0 0,-8-7 0 16,0 0 0-16,0 0 0 0,0 0 0 0,0 0 0 16,0 0 0-16,0 0 0 0,0 0 0 0,0 0 0 15,0 0 0-15,0 0 0 0,0 0 0 0,0 0 0 16,0 0 0-16,0 0 0 15,0 0-480-15,0 0-96 0,0 0 0 0,0 0-16544 16,-5 0-3296-16</inkml:trace>
  <inkml:trace contextRef="#ctx0" brushRef="#br0" timeOffset="10362.19">9627 3869 20271 0,'0'0'1792'0,"0"0"-1424"15,0 0-368-15,1 6 0 0,-1-6 4160 0,0 0 768 16,0 0 160-16,0 0 32 0,0 0-2528 0,0 0-496 16,0 0-112-16,3-6 0 0,-2-3-336 0,0-2-64 15,0-2-16-15,1-3 0 0,-1 0-832 0,2-4-160 16,-2-1-48-16,0-1 0 0,1-3-272 0,-1-2-48 0,0-2-16 0,2-1 0 16,-2-2-192-16,3-2 176 0,-1-3-176 0,-1-2 160 15,1-1-160-15,-1-7 0 16,0-3 0-16,-1 1 0 0,0-1 0 0,1 3 128 15,0 3-128-15,0 6 0 0,-4 5 0 0,1 9 0 0,-2 4 128 0,1 7-128 16,-1 4 0-16,2 5 0 0,1 4 0 16,-1 9 128-16,-2 5-128 0,3 10 0 0,0 9 0 0,3-1 0 0,0 6 0 0,4 1 0 15,2 1 0-15,2-3 0 0,2-4-144 0,2-5 144 16,1 0 0-16,3-8 0 0,1-1-192 16,0-5 192-16,-2-1-192 0,-1-4 192 0,1-4-320 0,2-1 64 15,-2-2 0-15,1-4 0 0,0-3 128 16,-1-1 128-16,-1-4-192 0,0-1 192 0,-2-5 0 0,1-3-128 15,-2-5 128-15,1-2 0 0,0-3 0 0,-2-2 0 16,-1-2 0-16,0 0 0 0,0-4 0 0,-2 1 0 16,2 0 0-16,-2 2 0 0,-1 2 128 0,-1 6-128 15,-1 6 0-15,-1 6 0 0,-2 3 0 0,0 6 128 16,-4 5-128-16,0 0 0 0,3 13 192 0,-1 8-16 16,0 9 0-16,-1 8 0 0,1 8 16 0,1 4 16 15,1 5 0-15,0 0 0 0,1-3-208 0,2-5 0 16,0 1 0-16,4 0 0 0,-2 1 0 0,1-2 0 15,2-7 0-15,0-1 0 16,0-2-688-16,1-3-176 0,0-4-32 0,1-4-16 16,0-6-1408-16,1-1-288 0,4-9-48 0,0-2-17408 0</inkml:trace>
  <inkml:trace contextRef="#ctx0" brushRef="#br0" timeOffset="10843.4">10833 3166 18431 0,'-17'-4'816'0,"8"4"160"0,-2 0-784 0,-1 0-192 0,-1 4 0 0,2-1 0 16,-2 1 6608-16,1 2 1280 0,-3 2 256 0,1 5 48 16,1 4-5408-16,-3 4-1088 0,1 2-224 0,-1 5-32 0,2 2-768 0,1 1-160 15,-2 0-16-15,2 2-16 16,0-2-240-16,3 2-48 0,1 0-16 0,1 1 0 0,4-1-176 0,1 0 0 16,3-3 0-16,0-2 128 0,3-2-128 0,2-1 0 15,1-3 0-15,1-2 0 0,1-3-384 0,1-3 64 16,3-2 0-16,1-4 0 15,1-3-128-15,2-4-32 0,0-2 0 0,1-3 0 16,1-4-64-16,1-2-16 0,2-7 0 0,-1 0 0 16,-2-3-32-16,0 1-16 0,-1-5 0 0,-1 1 0 0,-3-2 288 0,1 2 48 15,-1 2 16-15,-1 0 0 0,-4 5 256 16,0 3 0-16,-2 3 0 0,-1 4 144 0,-5 6 512 0,0 0 112 16,0 0 0-16,6 12 16 0,-2 1 144 0,1 4 32 15,0 4 0-15,-1 3 0 0,-1 0-464 0,2 1-96 16,1 0-16-16,1 0 0 0,-1 1-192 0,2-4-64 15,1 0 0-15,0-2 0 0,-1-3-128 0,1-3 0 16,0-2 144-16,1-3-144 0,-1-3 0 0,0-2 0 16,-1-1 0-16,-1-1 0 0,1-2 0 0,0-2 128 15,-1-2-128-15,0-1 0 0,-7 5 128 0,6-7-128 0,-1-1 160 0,-1-1-160 16,0-1 192-16,0-2-48 16,0-2-16-16,-1-2 0 0,1-2-128 0,0-2 160 0,0-2-160 15,1 1 160-15,2-2-160 0,1-2 0 0,1 0 0 0,0-2 0 16,1-1-256-1,2 1-144-15,4 0-32 0,3-3 0 0,5-3-2560 0,1-1-512 16</inkml:trace>
  <inkml:trace contextRef="#ctx0" brushRef="#br0" timeOffset="11502.52">11972 3116 21183 0,'-1'-10'1888'0,"1"5"-1504"0,-3-2-384 0,2 1 0 0,0-2 2688 0,-2 1 448 16,0 1 112-16,-2-2 16 0,1 3-384 0,-1 1-64 16,0 1 0-16,-2 2-16 0,-1 2-656 0,1 2-128 15,-3 3-32-15,1 4 0 0,-2 3-864 0,-1 8-176 16,-1 6-48-16,1 7 0 0,-2 5-480 0,1 3-96 16,0 1-32-16,1 0 0 0,3-3-16 0,1 1 0 15,3-2 0-15,2 0 0 0,6-1-128 0,-1-2-16 16,4 1-128-16,0-5 192 0,3-3-192 15,3-4-160-15,4-3 32 0,1-3 0 16,0-2-912-16,1-4-176 0,0-2-48 0,2-6 0 16,2-2-784-16,1-5-176 0,-1-3-16 0,1-3-16 15,1-5-1776-15,2 0-336 0,2-3-80 0</inkml:trace>
  <inkml:trace contextRef="#ctx0" brushRef="#br0" timeOffset="11699.33">12342 3238 16575 0,'0'-9'1472'0,"0"-1"-1168"0,-2 1-304 0,-1 3 0 16,3 6 4208-16,0 0 784 0,0 0 144 0,-6 2 48 15,-1 5-1520-15,2 3-288 0,1 5-64 0,0 3-16 16,0 3-1648-16,0 4-336 0,-1 2-64 0,2 2-16 0,2-1-656 16,0 1-144-16,-1 0-32 0,4 1 0 0,-2 1-208 0,0 0-32 15,1 1-16-15,0-2 0 0,1-2-144 0,-1 0 0 16,-1-2 0-16,1-4 128 0,1 0-272 0,-1-2-64 16,-1-2-16-16,1-4 0 15,0-1-1120 1,-1-4-208-16,0-2-48 0,0-7-16 15,6 4-2128-15,-6-4-416 0,0 0-96 0,4-5-12368 0</inkml:trace>
  <inkml:trace contextRef="#ctx0" brushRef="#br0" timeOffset="11886">12015 3229 30399 0,'0'0'2704'0,"0"0"-2160"16,-8-3-544-16,3 0 0 0,5 3 4064 0,0 0 704 15,0 0 144-15,0 0 16 0,0 0-3200 0,8-5-656 16,4 0-128-16,3-2-32 0,6 1-400 0,4-2-64 0,2 0-32 0,3 0 0 15,2-1-416-15,0 0 0 16,3 1 0-16,0 1 0 0,1 0 0 0,-1 1 0 16,0-4 0-16,0 5-176 15,-1 1-1904-15,-1 3-384 0,-2 2-80 0</inkml:trace>
  <inkml:trace contextRef="#ctx0" brushRef="#br0" timeOffset="12292.23">12479 3561 43023 0,'0'0'1904'0,"0"0"400"0,0 0-1856 0,0 0-448 0,0 0 0 0,0 0 0 16,11 0 816-16,0-1 64 0,1-2 16 0,2-1 0 15,1 0 224-15,2 0 48 0,1-1 16 0,0 0 0 16,2 0-672-16,-1 0-128 0,1 1-16 0,-2-2-16 0,-1 2-96 0,-3 2 0 16,-3 1-16-16,-2-1 0 0,-1 2 112 0,-8 0 32 15,0 0 0-15,0 0 0 0,0 0 224 0,0 0 48 16,-4 9 16-16,0 1 0 0,-5 0-128 0,-2 0-32 15,0 2 0-15,-1 1 0 0,-1 2-288 0,0 0-64 16,1-2-16-16,2-1 0 0,2 1-144 0,1 0 0 16,3 0 0-16,3 0 0 0,4-1 0 0,3 0 0 15,3-1 0-15,3 0 0 0,4-2 0 0,1 0 0 16,1 0-176-16,2 2 176 0,-1 0-224 16,1 0 32-16,-2-1 16 0,0-1 0 0,-3 0 176 0,-4 0-128 15,1 1 128-15,-4-1-128 0,-2 0 128 0,-2 1 0 16,0 1 0-16,-3-2 0 0,-2 1 240 0,-1-2-32 0,-4 0 0 15,1 1 0-15,-4 3-64 0,-3-3-16 16,-3 0 0-16,-1 3 0 0,-1-4-80 0,-1 1-48 16,-2 0 0-16,1 1 0 0,-1-2 0 0,2 1 0 15,0-2 0-15,1-1 0 0,1 1-256 0,2-5-32 16,1 2-16-16,2-1 0 16,3 1-1200-16,3-4-240 0,5 0-48 0,0 0-14272 0,0 0-2864 0</inkml:trace>
  <inkml:trace contextRef="#ctx0" brushRef="#br0" timeOffset="12444.45">13003 3613 26719 0,'0'0'1184'0,"0"0"240"0,0 0-1136 0,11-4-288 0,-1-1 0 0,2 1 0 15,1-1 5216-15,1-2 992 0,-2 2 192 0,2 0 32 16,3-2-4448-16,2 1-880 0,1-2-176 0,3 2-32 16,3-1-624-16,0 1-112 0,4-1-32 0,2-1 0 15,5 0-864-15,1 1-176 0,-1-4-48 0,3 1-14336 16,0-2-2864-16</inkml:trace>
  <inkml:trace contextRef="#ctx0" brushRef="#br0" timeOffset="12688.71">13943 3040 32255 0,'-17'-7'1424'0,"11"6"304"15,1-2-1392-15,-2 2-336 0,3 0 0 0,0 2 0 0,4-1 4368 0,0 0 816 16,-4 6 144-16,0 5 48 0,-1 2-3344 0,1 4-672 15,2 2-128-15,-1 6-16 0,-1 4-704 0,2 3-144 16,-1 5-32-16,2 1 0 0,-1-1-208 0,2 0-128 16,0-2 128-16,0-1-128 0,0-3 0 0,0 1 0 15,-1-2 0-15,-2 0 0 0,2-6 0 0,-1 2 0 16,-1-2 0-16,0-3 0 0,1 0-176 0,-1-7-48 16,-1-2-16-16,2-2 0 15,-1-3-1040-15,-1-3-224 0,4-4-32 0,0 0-16 16,0 0-1696-16,0 0-336 0,-3-7-64 0</inkml:trace>
  <inkml:trace contextRef="#ctx0" brushRef="#br0" timeOffset="12886.17">13478 3100 21183 0,'-7'0'1888'0,"-1"0"-1504"0,2-3-384 0,1 2 0 16,5 1 6960-16,0 0 1312 0,0 0 272 0,0 0 48 0,10-3-6352 15,2-1-1264-15,4 1-256 0,2 0-48 16,5 0-288-16,3 0-48 0,4-2-16 0,3 0 0 0,5 1-144 0,2-3-48 15,-1 1 0-15,2 1 0 0,-2 1-128 0,-1 1 0 16,-2 2 0-16,-1 0 0 16,-1 1-960-16,-3 1-240 0,-1 2-32 0,-1 0-14656 15,0 4-2928-15</inkml:trace>
  <inkml:trace contextRef="#ctx0" brushRef="#br0" timeOffset="13174.03">14100 3498 27647 0,'0'0'2448'0,"0"0"-1952"0,0 0-496 0,0 0 0 0,11 2 3840 0,0-2 656 16,1 0 144-16,-1 0 32 0,-2 0-2304 0,2 1-464 15,-1 0-96-15,2-1-16 0,-2 0-784 0,2 2-176 16,0-1-16-16,-2 2-16 0,-2 0-240 0,-8-3-48 16,8 6-16-16,-8-6 0 0,3 8 144 0,-3 1 16 0,-3 1 16 0,-2 3 0 15,-2 1-320-15,-2 2-64 16,-3 1-16-16,1 1 0 0,-2 3-192 0,0-3-80 15,-2 2 0-15,2 0 0 0,2-4 0 0,1 1 0 16,3 2 0-16,1-2 0 0,1-2 0 0,4 0 0 0,5-2 0 16,1-2 0-16,1 0 0 0,4-3 0 0,0-2 0 15,3-2 0-15,1-1 0 0,5-3 0 0,2-2 0 0,2-3 0 16,3-3-336-16,1-1-16 0,3-6 0 0,2 0 0 16,2-4-1216-1,1-2-240-15,3-1-48 0,-3-4-14112 0,-1-6-2816 0</inkml:trace>
  <inkml:trace contextRef="#ctx0" brushRef="#br0" timeOffset="13470.9">14630 2655 35935 0,'0'0'1600'0,"0"0"320"0,-2 6-1536 0,0 1-384 15,2 1 0-15,4 2 0 0,3 2 3344 0,2 1 608 16,1 1 112-16,3 3 32 0,0 2-2560 0,4 1-512 15,2 3-112-15,3 0-16 0,4 2-128 0,1 2-48 16,1 3 0-16,0 5 0 0,2 6-304 0,-2 4-64 16,-4 2-16-16,1 6 0 0,-4-3-128 0,-3 4-16 15,1-5-16-15,-5 0 0 0,-1-4-176 0,-4 1 128 16,-2 1-128-16,-2 0 128 0,-1 1-128 0,0 0 0 0,-3 2 0 16,-1-2 128-16,1-4-128 0,-2-3 0 15,-3-5 0-15,1-2 128 0,1-3-128 0,-2-3 0 16,0-5 0-16,0-2 0 0,-1-3 0 0,0-1-304 0,-1-2 48 15,3-4 16 1,-1 0-1568-16,5-1-320 0,5-1-64 0</inkml:trace>
  <inkml:trace contextRef="#ctx0" brushRef="#br0" timeOffset="13901.84">15943 3203 24879 0,'0'0'1088'0,"-5"1"256"0,0-1-1088 0,5 0-256 15,0 0 0-15,0 0 0 0,0 0 5600 0,8 2 1056 0,1 1 224 0,0-2 32 16,-9-1-4864-16,10 3-992 0,3 0-192 0,2-3-32 15,3 1-288-15,0-1-48 0,2 0-16 0,-1 0 0 16,2-1-288-16,0 1-48 0,1-4-16 0,0 1 0 16,-1-1-128-16,0 2 0 0,-1-5 0 0,-2 3 0 15,-1 0-1344-15,-2 0-128 0,0 0-48 0,-4 0 0 16,1 2-2704-16,-5 1-560 0</inkml:trace>
  <inkml:trace contextRef="#ctx0" brushRef="#br0" timeOffset="14056.85">16090 3270 18431 0,'-41'8'816'0,"24"-3"160"0,0 1-784 0,1 0-192 0,2-2 0 0,3 1 0 0,2 0 6848 0,4-1 1312 16,5-4 272-16,0 0 48 0,0 0-5968 0,0 0-1184 16,5 9-240-16,3-2-64 0,3-2-528 0,3-1-112 15,3-1-32-15,2-1 0 0,5 1-352 0,3-2 0 16,1-1 0-16,2-1 0 16,2-3-944-16,2 0-208 0,0-2-32 0,4-1-16 15,2 3-2896-15,2 2-592 0</inkml:trace>
  <inkml:trace contextRef="#ctx0" brushRef="#br0" timeOffset="14404.95">16744 3448 15663 0,'-25'0'688'0,"16"1"144"0,-2 0-656 0,1 3-176 0,2-3 0 0,3 2 0 0,5-3 7456 0,0 0 1456 16,-4 0 304-16,4 0 48 0,0 0-6336 0,0 0-1264 15,0 0-256-15,0 0-64 0,9 1-768 0,0-2-144 16,4 1-48-16,0 0 0 0,0 0-176 0,0 1-32 15,2-1-16-15,-2-1 0 0,1 1-32 0,0 0-128 0,1-1 192 16,-1-1-64-16,-2 4 0 0,-2-1-128 0,-10-1 192 0,0 0-64 16,0 0 80-16,0 0 16 0,8 7 0 0,-4 0 0 15,-4 5 112-15,-4-1 32 0,-4 3 0 0,-1 0 0 16,-3 2-368-16,-1 2 144 0,-2 3-144 0,-1 1 144 16,0-2-144-16,2 1 0 0,0-2 0 0,3 1 0 15,1-1 0-15,2-1 0 0,3-1 0 0,2-1 0 0,2 0 0 16,2-3 0-16,2-2 0 0,2 1 0 15,3-5 0-15,2-1 0 0,3-1 0 0,4-2 0 0,2-3 0 0,1-3 0 16,1 0 0-16,4-5 0 0,2-3-320 0,2 0-64 16,4-4-16-16,-1 0 0 15,3-2-1136-15,2-3-240 0,3-2-32 16,5-2-14144-16,-1 0-2832 0</inkml:trace>
  <inkml:trace contextRef="#ctx0" brushRef="#br0" timeOffset="14715.59">17639 3124 23039 0,'-6'-11'2048'0,"2"5"-1648"15,-1 1-400-15,-1 0 0 0,4 1 5312 0,-1-3 992 16,1 2 192-16,2 5 32 0,-6 0-3712 0,1 3-768 16,0 1-128-16,0 4-48 0,-3 2-640 0,0 7-128 15,-1 3-16-15,-1 3-16 0,-3 7-464 0,-1 4-96 16,0 5 0-16,0 0-16 0,2-1-368 0,2-2-128 16,2 1 0-16,3 1 0 0,5-2 0 0,5 1 0 15,4-3 0-15,4 0 0 0,4-3 0 0,2-4 0 16,4-3 0-16,0-5 0 0,2-2 0 0,4-6 0 15,-2-4 0-15,2-1 0 0,2-5 0 0,0-1 0 0,0-5 0 0,1-2 0 16,-4-3 0-16,1-2 0 0,-3-1 0 0,-1-1 0 16,-2-3-176-16,0-3 32 0,-5-1 0 0,-1-1 0 15,-3-1 144-15,-1-1 0 0,-4 1 0 16,-2-2 0-16,-3-1 0 0,-3-1 0 0,-2-3 128 16,-4-2-128-16,-5 1 0 0,0 0 144 0,-3-1-144 15,-4 1 0-15,-3 0 144 0,-2 3-144 0,-1 1 0 0,-1 4 144 16,0 0-784-1,-1 5-176-15,1 3-16 0,0 3-16 0,-1 5-2128 0,-1 5-416 16,-2 3-96-16</inkml:trace>
  <inkml:trace contextRef="#ctx0" brushRef="#br0" timeOffset="14966.65">17720 3497 47855 0,'0'0'2112'0,"0"0"448"16,0 0-2048-16,0 0-512 0,0 0 0 0,0 0 0 0,9 5 1472 0,-1 2 176 15,0 1 32-15,0 2 16 0,0 1-560 0,-1 3-112 16,2 4-32-16,2 2 0 0,-2-1-544 0,1 2-128 16,1 1 0-16,1-1-16 0,-1 0-176 0,1-1-128 15,0-1 144-15,0 1-144 16,1-6-448-16,-2 0-192 0,2-2-48 0,0-1 0 15,-2-5-1344-15,1 1-272 0,1-2-48 0,0-1-20368 0</inkml:trace>
  <inkml:trace contextRef="#ctx0" brushRef="#br0" timeOffset="15500.97">18305 3586 52063 0,'0'0'2304'0,"0"0"480"0,0 0-2224 0,0 0-560 0,0 0 0 0,7-4 0 15,-7 4 848-15,8-3 64 0,0 2 16 0,-8 1 0 0,7-3-160 0,1 2-16 16,4 0-16-16,1 1 0 0,0 0-416 0,1 1-64 16,-1 2-32-16,1 1 0 0,-3-2-224 0,1 1 0 15,0 1 0-15,-2 1 0 0,-1 1 0 0,-2 2 0 16,-3 1 0-16,-2 1 144 0,0 0-96 0,-5 2-48 16,-1 2 0-16,-2 2 0 0,-1-2 0 0,-2 2 0 15,-4-1 0-15,-1 4 0 0,-1-1 0 16,1 0 0-16,-2 0 0 0,2-1 0 0,0 0 0 0,1-4 0 15,1 0 0-15,3 0 0 0,1-1 0 0,1 0 0 16,2-4 0-16,1-2 0 0,4-6 0 0,0 0 0 16,0 0 0-16,0 0 0 0,0 0 0 0,1 9 0 15,-1-9 0-15,0 0 0 0,0 0 0 0,0 0 0 16,8 4 0-16,-1 0 0 0,1-1 0 0,-1-1 0 16,-7-2 0-16,10 2 0 0,-3-2 0 0,-7 0 0 0,0 0 0 0,10 0 0 15,-10 0 0-15,0 0 0 16,10 0 0-16,0-2 0 0,-2 1 0 0,1 0 0 15,-1-2 0-15,-8 3 0 0,9-1 0 0,2 1 0 0,-2-4 0 16,1 1 0-16,2 1 0 0,0-1 0 16,-1-2 0-16,0 2 0 0,1 1 0 0,1 0 0 0,-3 1 0 0,2 0 0 15,-2-1 0-15,2 2 0 0,0 0 0 0,-2 2 0 16,1-1 0-16,-2 2 0 0,-9-3 0 0,6 4 0 16,-6-4 0-16,7 5 0 0,-7-5 0 15,0 0 0-15,5 6 0 0,-1 1 0 0,-4-7 0 0,0 0 0 16,0 0 0-16,0 5 0 0,0-5 0 0,-1 7 0 15,1-7 0-15,-4 5 0 0,4-5 0 0,0 0 0 16,-6 2 0-16,6-2 0 0,0 0 0 0,0 0 0 16,0 0-944-16,0 0-176 0,0 0-32 0,0 0-23904 15</inkml:trace>
  <inkml:trace contextRef="#ctx0" brushRef="#br0" timeOffset="16034.2">18436 4020 22111 0,'0'0'1968'0,"0"0"-1584"0,-4-5-384 0,1 0 0 15,3-1 3536-15,0 6 624 0,0-6 128 0,2-1 32 16,-1 3-1728-16,-1 4-352 0,0 0-64 0,0 0 0 16,0 0-384-16,9-2-64 0,-1 0 0 0,1 2-16 0,0 0-864 0,-9 0-160 15,8 3-48-15,2 0 0 0,2 1-304 0,-1-2-64 16,-1 3-16-16,0 1 0 0,-2-2-96 0,0 1-32 16,0 0 0-16,-8-5 0 0,5 8 48 0,-1 1 0 15,-3-1 0-15,-2 1 0 0,-3 1 176 0,-2-2 32 16,-4 4 16-16,0-3 0 0,-2 3 16 0,-2 1 0 15,-3 0 0-15,0 0 0 0,-4 0-416 0,-1-4 0 16,1 0 128-16,-1 0-128 0,0 0 0 0,2-1 0 16,1-1 0-16,0-2 112 0,1-1-112 0,4-2 0 0,1 0 0 15,2 0 0 1,4-2-864-16,7 0-160 0,0 0-48 0,0 0-24080 0</inkml:trace>
  <inkml:trace contextRef="#ctx0" brushRef="#br0" timeOffset="21101.7">19290 3351 55871 0,'-24'8'2480'0,"14"-5"496"0,-1-3-2384 0,4 0-464 16,7 0-128-16,0 0 0 0,0 0 0 0,0 0 0 16,0 0 128-16,7 0-128 0,4 0 240 0,2 0-32 15,1 0 0-15,5-3 0 0,4 3-208 0,0-3 0 16,5-1 0-16,-1 1 0 0,3-1 0 0,1 0 0 15,1 1-144-15,-1-2 144 16,3 0-2672-16,0-1-432 0,1 0-96 0</inkml:trace>
  <inkml:trace contextRef="#ctx0" brushRef="#br0" timeOffset="22566.41">19987 3630 38879 0,'0'0'1728'0,"-6"1"336"0,-2-2-1648 0,0 0-416 15,-1-2 0-15,2 2 0 0,7 1 976 0,0 0 112 16,-5-1 32-16,5 1 0 0,0 0 672 0,0 0 144 15,0 0 32-15,9-4 0 0,2-2-1216 0,3 3-240 16,3-1-64-16,4-2 0 0,1 1-192 0,4 0-32 16,0 0-16-16,2 2 0 0,0 1-208 0,-2 0 0 15,0 1 0-15,-2 1 0 0,-3 1 0 0,-2 2 128 16,-3 0-128-16,-4-1 0 0,-3 1 288 0,-9-3-32 0,0 0-16 0,0 0 0 16,1 8 368-16,-2-2 80 0,-3 1 16 0,-3 0 0 15,-2 1-208-15,-2 3-48 0,-4-4 0 0,0 3 0 16,-2-1-128-16,0 1-48 0,0 3 0 15,1-2 0-15,-1 0-112 0,3 1-32 0,-3 0 0 16,3-2 0-16,1 1-80 0,3-1-48 0,1 1 0 16,1-1 0-16,3-1 0 0,1 0 0 15,0-1 0-15,4-8 0 0,-1 8 0 0,1-2 0 0,0-6 0 16,4 8 0-16,-4-8 0 0,5 4 0 0,0 1 0 0,2-1 0 16,1-1 0-16,1-2 0 0,-1 0 0 0,1 1 0 15,1-2 0-15,2 0 0 0,-3 0 0 0,3 0 0 16,0 0 0-16,-1 0 0 0,0 0 0 0,0 0 0 0,0 0 0 0,-1-2 0 15,-1 1 0-15,-1 1 0 0,0-1 0 0,-8 1 0 16,8-3 0-16,0 3 0 0,-8 0 0 0,8-2 0 16,-8 2 0-16,7-3 0 0,-7 3 0 0,8-1 0 15,-8 1 0-15,0 0 0 0,8-3 0 0,-8 3 0 16,8-4 0-16,-8 4 0 0,0 0-192 0,0 0-16 16,0 0-16-16,6-4 0 15,-6 4-1200-15,7-5-240 0,-1-1-64 16,4 0-22400-16</inkml:trace>
  <inkml:trace contextRef="#ctx0" brushRef="#br0" timeOffset="23158.45">20665 3152 53039 0,'0'0'2352'0,"-4"-4"480"0,-1-1-2256 0,1-1-576 0,2 1 0 0,2 5 0 0,0 0 512 0,0 0 0 16,0 0 0-16,0 0 0 16,0 0 384-16,0 11 64 0,-2 0 0 0,2 5 16 0,0 3-656 0,2 8-128 15,-2 5-16-15,1 3-16 0,1 2-112 0,1-2-48 16,0-2 0-16,2-1 0 0,1 2 0 0,2-4 0 15,0-1 0-15,0-3 0 0,-2-4 0 0,1-1 0 16,-2-3 0-16,0-5 0 0,-1-1 0 0,0-3 0 16,0-2 0-16,-4-7 0 0,0 0 0 0,0 0 0 15,0 0 0-15,0 0 0 0,0 0 0 0,0 0 0 16,8-4 0-16,-2-3 0 0,1-2 0 0,-1-3 0 16,2-2 0-16,0 0 0 0,-1-2 0 0,0-1 0 15,3-3 0-15,0 0 0 0,0-3 0 0,1-1 0 16,1-4 0-16,1 0 0 0,0-5 0 0,0 0 0 15,1 0 0-15,0 0 0 0,-1 3 0 0,-1 5 0 0,-3 4 0 16,0 6 0-16,-1 2 0 0,0 5 0 16,0 5 0-16,-3 6 0 0,0 2 0 0,1 4 0 0,-1 4 0 15,1 5 0-15,-1 5-160 0,2 1 32 0,0 5 0 16,0-2 0-16,2-1 128 0,1 1 0 0,0-5 0 16,0 0 0-16,1-3 0 0,1 0 192 0,1-4-32 0,4 4-16 15,-3-6-96-15,-1-2-48 0,0-3 0 16,0-3 0-16,-3-2 0 0,2-3 0 0,-1-1 0 0,-1-3 0 15,1-3 0-15,-1 1 0 0,-2-2 0 16,1 0 0-16,0-4 0 0,-1 2 0 0,-2-2 0 0,2-2 0 16,0-3 0-16,0-3 0 0,0-2 0 0,-1-3 0 15,1-2 0-15,-1-3 0 0,1-4 0 0,-1-1-160 16,1-2-800-16,-3 2-176 16,1 0-16-16,-2 4-15568 0,-3 1-3120 0</inkml:trace>
  <inkml:trace contextRef="#ctx0" brushRef="#br0" timeOffset="23355.25">20518 2950 20271 0,'0'0'1792'0,"0"0"-1424"16,0 0-368-16,0 0 0 0,5-3 7472 0,3-2 1424 16,2 0 272-16,5 2 64 0,-1-4-7440 0,6 4-1472 15,2-3-320-15,4 2 0 0,5-1 0 0,3 0 208 16,1 0-32-16,6-2-16 15,2 1-1168-15,1-1-224 0,2-1-48 0,-3 4-16 16,-3-2-2704-16,-2-1-544 0,35-4-96 0,-22 3-32 0</inkml:trace>
  <inkml:trace contextRef="#ctx0" brushRef="#br0" timeOffset="23493.65">21303 2818 46015 0,'0'0'2048'0,"0"0"400"0,0 0-1952 0,9-3-496 0,1-1 0 0,2-1 0 0,1 1 560 0,1 0 16 0,5 0 0 16,-1-1 0-16,0 0 320 0,2 2 80 0,2 0 16 0,-1 0 0 15,0-4-624-15,1 3-128 0,0 2-32 0,0-1 0 32,-1 2-992-32,1 1-208 0,-1 1-32 0,-1 2-13888 0,-1 3-2752 0</inkml:trace>
  <inkml:trace contextRef="#ctx0" brushRef="#br0" timeOffset="23959.88">21678 3216 22111 0,'0'0'976'0,"0"0"208"0,0 0-944 0,0 0-240 0,0 0 0 0,9 6 0 0,0-1 5088 0,2-1 976 16,1-1 192-16,-3-1 32 0,1 0-3280 0,2-1-640 16,2 0-144-16,1 1-32 0,0-2-1104 0,2 0-240 15,-2-2-32-15,0 4-16 0,0-1-208 0,-4 2-32 16,0-3-16-16,-2 1 0 0,-9-1-112 0,0 0-32 16,0 0 0-16,0 0 0 0,0 0-288 0,2 8-112 15,-2-1 0-15,-2 1 0 0,-3 0 0 0,-2 0 0 16,-1 1 0-16,-1 0 0 0,-1 0 0 0,1 0 0 15,-2 1 0-15,1 0 0 0,1 0 0 0,1 1 0 16,1 1 0-16,2-5 0 0,1 3 0 16,2-3 0-16,0 1 0 0,2 0 0 0,0-8 0 0,4 8 0 0,3-2 0 0,0 2 0 15,3 0 0-15,1 1 0 0,4-2 0 0,0-1 0 16,2-1 0-16,0 1 0 0,0 0 0 16,3 1 0-16,-1-3 0 0,1 1 0 0,1 1 0 0,-2 1 0 15,1 1 0-15,-3-2 0 0,-2 1 0 0,1 0 0 16,0 1 0-16,-2 1 0 0,-4-1 0 0,-2 0 0 15,-1 0 0-15,-1 1 0 0,1 1 0 0,-5 2 0 16,-2-3 0-16,0 2 0 0,-2-1 0 0,-3-2 0 16,-3 0 0-16,-1 1 0 0,-3 0 0 0,-1 0 0 15,-5 2 0-15,-1-4 0 0,-3 0 0 16,0-1 0-16,-4 2 0 16,0-1 0-16,4-3 0 0,-2 0 0 0,0 0 0 0,-1-1 0 0,0 3 0 0,0-5 0 0,2 0 0 0,-1 1 0 15,2-2 0-15,-5 0 0 0,3-2 0 0,2 1 0 16,5 0 0-16,1-5 0 15,1 3-512-15,4-4-112 0,6 2-16 0</inkml:trace>
  <inkml:trace contextRef="#ctx0" brushRef="#br0" timeOffset="28889.93">15843 5453 54767 0,'-15'4'2432'0,"15"-4"496"0,0 0-2352 0,0 0-448 15,0 0-128-15,0 0 0 0,0 0 0 0,10-2 0 16,-1 0-128-16,2-1 128 0,1 2 256 0,2 0 144 15,3 1 32-15,3-2 0 0,0-2-432 0,2 2 0 0,2-1 128 0,3 0-128 16,-1 0 0-16,1 0-144 0,2-1 144 0,-3 1-208 31,-1 0-1280-31,-1 1-256 0,1 0-48 0,-3 0-16 0,-2 1-2160 0,-2 1-416 0</inkml:trace>
  <inkml:trace contextRef="#ctx0" brushRef="#br0" timeOffset="29037.07">15961 5627 6447 0,'-7'6'576'0,"-5"-2"-576"0,1-2 0 0,4 1 0 0,0-1 10416 0,7-2 1968 16,0 0 400-16,0 0 80 0,0 0-10336 0,0 0-2064 16,12 0-464-16,2 2 0 0,3 0 192 0,4-2 32 15,4 0 0-15,3-4 0 16,4 2-1104-16,4-3-208 0,2-1-64 0,4 0-13984 16,5-2-2800-16</inkml:trace>
  <inkml:trace contextRef="#ctx0" brushRef="#br0" timeOffset="29518.49">16873 5880 53279 0,'-16'0'2368'0,"8"0"464"0,0 0-2256 0,3-2-576 0,5 2 0 0,0 0 0 16,0 0 352-16,0 0-32 0,18-3-16 0,-6 2 0 15,0-3 144-15,4 1 48 0,2-1 0 16,4 0 0-16,0 1-304 0,4-1-48 0,2 1-16 0,-2 0 0 15,0 1-128-15,-1 2 0 0,-2-3 0 0,-2 3 128 16,-3 3-128-16,-1-3 192 0,-3 2-192 0,-2 2 192 16,-4 0 0-16,-3 1 0 0,-5-5 0 0,0 8 0 0,-2 1 112 0,-2 2 16 15,-3 1 16-15,-2 2 0 0,-3 0-240 0,-2 2-96 16,-3 1 0-16,0 0 0 0,-1 2 0 0,-2-3 0 16,-1 0 0-16,2-1 0 0,1 1 0 0,1 1 0 15,2-5 0-15,4 1 0 0,0-2 0 0,5 0 0 16,2-2 0-16,2-1 0 0,2-8 0 0,4 9 0 15,-4-9 0-15,9 6 0 0,4-2 0 0,4 0 0 16,2-1 0-16,1-2 0 0,4-2 0 16,2-2 0-16,1-2 0 0,3-1 0 15,3-2-960-15,1-1-176 0,0-3-32 16,1-1-16-16,0-4-2656 0,2-3-512 0</inkml:trace>
  <inkml:trace contextRef="#ctx0" brushRef="#br0" timeOffset="29894.93">17921 5580 33167 0,'-8'-2'2944'0,"5"-1"-2352"0,-2-1-464 0,1-2-128 0,-1-2 3120 0,0 2 592 0,1 0 128 0,-1 2 32 0,-3 0-1680 0,-1 3-336 0,2 1-64 0,-1 3 0 16,-1-1-480-16,-1 5-96 0,-2 2 0 0,-2 4-16 16,0 3-704-16,-2 3-144 0,0 6-32 0,-1 5 0 0,-1 4-320 0,-2 4 0 15,2 1 0-15,3 1 0 0,2 2 0 0,2-2 0 16,5-2 0-16,3-3 96 0,7-3-96 0,5-4 0 15,4-5 0-15,3-3 0 0,3-3 0 16,5-4 0-16,2-2 0 0,5-5 0 0,3-2 0 0,4-2 0 16,0-4 0-16,2-3 0 0,3-4 0 15,-1-2 0-15,-1 0 0 0,-3-1 0 0,-3-1 0 0,-3-3 0 16,-2-1 0-16,-3-3 0 0,-3-3 0 16,-4 0 0-16,-4-3 0 0,-2-3 0 0,-2-2 0 0,-3-2 0 15,-2-1 0-15,-3-2 0 0,-3 2 0 0,-2 3 0 16,-2-2 0-16,-3-1 0 0,-4 0 0 0,-1-1 0 15,-4 0 0-15,0 1 0 0,-2 1 0 0,-4 5 0 16,-5-2 0-16,-1 5 0 0,-2 7-272 0,-1 1-48 16,-1 5-16-16,-2 5 0 15,3 6-896-15,0 2-176 0,0 7-48 0,3 8 0 16,1 6-2256-16,3 5-448 0,3 6-80 0</inkml:trace>
  <inkml:trace contextRef="#ctx0" brushRef="#br0" timeOffset="30111.88">17981 5840 23951 0,'0'0'2128'0,"0"0"-1696"0,0 0-432 0,0 0 0 16,5 8 6048-16,0 1 1120 0,-1 1 240 0,1 3 32 16,1 4-4752-16,-1 3-960 0,0 1-192 0,0 1-48 15,2 0-704-15,-1-1-144 0,2-2-16 0,0 1-16 0,1 1-352 0,0-4-64 16,0 0 0-16,0-2-16 15,2-3-720-15,1 0-144 0,1-2-16 0,1-1-16 16,2-2-768-16,2-2-160 0,0-1-16 0,4-3-14032 16,3-2-2800-16</inkml:trace>
  <inkml:trace contextRef="#ctx0" brushRef="#br0" timeOffset="30526.52">18515 5913 41007 0,'0'0'1808'0,"0"0"384"0,0 0-1744 0,7-7-448 0,-1 2 0 0,1 0 0 0,-1 0 2080 0,2 1 336 15,0 0 64-15,1 1 16 0,0 1-768 0,2-1-160 16,-2 2-32-16,1 1 0 0,2-3-672 0,0 2-144 16,0 0-16-16,-1-1-16 0,1 2-336 0,-2 0-64 15,1 2-16-15,-1 0 0 0,-1 1-272 0,-1-1 0 0,0 2-128 0,-1 0 128 16,-1 1 0-16,-3 2 0 16,-2 0 0-16,0 0 0 0,-1-7 0 0,2 9 0 0,-4 1 0 0,0 0 160 15,-2 0-112-15,0 1-48 16,1-1 0-16,-1 1 0 0,0-2 0 0,1-3 0 0,-1 1 0 0,1-1 0 15,3 2 0-15,1 1 0 0,2-2 0 0,2-1 0 16,2-2 0-16,1 0 0 0,1 0 0 0,0 0 0 16,1 0 0-16,2 0-240 0,2 2 80 15,2-3 16-15,1-2 144 0,-1 2 192 0,-1 0-32 0,1 0-16 16,1 3-96-16,-2-1-48 0,0 0 0 0,-2 0 0 16,-2-1 0-16,1 1 0 0,-3-1 0 0,-1 2 0 0,0 0 0 15,-3 2 0-15,-2 1 0 0,-1 1 0 0,-2-2 0 0,-2 1 0 16,-3 1 0-16,-1 0 0 0,-1-1 0 15,-3 3 0-15,0 1 0 0,-4-1 0 0,-2-1 0 0,-1 0 0 16,0-2 0-16,-2 0 0 16,-2-2 0-16,-1 0 0 0,-2 0 0 0,1-2 0 0,-1-1 0 0,2-4 0 15,1 0 0-15,4 0 0 16,2-4-640-16,2-1-112 0,5-2-16 16,5-3-24672-16</inkml:trace>
  <inkml:trace contextRef="#ctx0" brushRef="#br0" timeOffset="30977.93">19680 5441 35935 0,'0'0'3200'0,"-8"3"-2560"0,-4-3-512 0,2 2-128 0,1-2 4160 0,2 3 800 15,7-3 160-15,0 0 48 0,0 0-3568 0,0 0-720 16,0 0-144-16,0 0-32 0,0 0-160 0,7 5-32 16,3-1-16-16,3-1 0 0,1-2-368 0,6-1-128 15,5-3 0-15,5 1 128 0,4-1-128 0,5-2-192 16,2-2 192-16,5-2-208 15,2-1-768-15,3-1-160 0,1 0-16 0,4-1-15504 16,8-1-3104-16</inkml:trace>
  <inkml:trace contextRef="#ctx0" brushRef="#br0" timeOffset="31429.67">20815 5304 25791 0,'0'0'2304'0,"-4"-4"-1856"0,0-2-448 0,0-1 0 0,2 1 5728 0,-1 2 1056 16,3 4 192-16,0 0 64 0,0 0-4528 0,0 0-896 15,-1 8-176-15,1 3-32 0,1 5-672 0,3 5-128 16,-1 6-32-16,2 4 0 0,1 6-352 0,1 1-80 15,-1 0-16-15,2 1 0 0,0 1-128 0,0 1 128 16,-2 0-128-16,2 0 128 0,1-4-128 0,-2 0 0 0,-2-4 0 0,0-2 112 16,1-1-112-16,-4-4 0 15,1-3 0-15,-2-4 0 0,-1-1-288 0,0-6-48 16,-1-2-16-16,-1-2 0 16,-1-2-640-16,3-6-128 0,-7 0-32 0,2 0 0 15,-2-5-1456-15,1-1-288 0,2-6-64 0,-1-4-17872 0</inkml:trace>
  <inkml:trace contextRef="#ctx0" brushRef="#br0" timeOffset="31576.82">20717 5287 11055 0,'-11'-23'976'0,"5"14"-784"15,0-1-192-15,-3-1 0 0,1 0 5376 0,0 3 1040 16,3 3 208-16,5 5 32 0,0 0-4000 0,0 0-800 16,0 0-176-16,0 0-16 0,0 0-640 0,0 0-128 0,0 0-32 0,0 0 0 15,0 0-864-15,9 4-128 0,-9-4-64 0,10 3 0 16,-2 2-1840-16,3 1-368 15,-1 0-80-15</inkml:trace>
  <inkml:trace contextRef="#ctx0" brushRef="#br0" timeOffset="31978.74">20732 5302 3679 0,'-13'-2'160'0,"6"2"32"0,-2-5-192 0,-3-2 0 0,3 0 0 16,4 0 0-16,5 7 11024 0,0 0 2160 16,0 0 448-16,0 0 64 0,4-6-10240 0,2 0-2064 15,5 1-416-15,2 0-80 0,5 0-432 0,6 0-80 16,0 1-32-16,5-2 0 0,2 4-352 0,2-1 144 15,-1 1-144-15,2-1 0 0,0 2 176 0,0 1-176 0,0 1 160 16,0 2-160-16,-1-1 160 0,-2 2-160 0,-2 1 160 16,-3 3-160-16,-3-1 128 0,-2-1-128 0,-4-2 0 0,-4 4 144 15,-4 1-144-15,-4 0 0 0,-2 0 0 0,-3 0 0 16,-4 1 0-16,-3-1 240 0,0 0-64 0,-5 3-16 16,-1 1-112-16,-1 2-48 0,-6-2 0 0,0 2 0 15,-2-2 0-15,0 0 0 0,1 0 0 0,0-3 0 16,-1 2 0-16,1 0 0 0,0-1 0 0,5 0 0 15,0-2-576 1,2-1-128-16,1-2 0 0,3 3-16 0,4 3-3856 0,2 4-768 16</inkml:trace>
  <inkml:trace contextRef="#ctx0" brushRef="#br0" timeOffset="32578.05">21107 5715 40543 0,'0'0'1792'16,"0"0"384"-16,0 0-1744 0,0 0-432 0,0 0 0 0,5-5 0 0,2 1 2944 0,-1 1 512 15,2 0 112-15,1 1 16 0,2-1-2032 0,1 1-400 16,1 0-64-16,-2 0-32 0,4 0-608 0,-1 1-112 16,-1 1-16-16,1 1-16 0,-1 1-112 0,-2 0 0 15,-2 1-16-15,-9-3 0 0,8 5-128 0,-8-5-48 16,4 7 0-16,-4-7 0 0,1 9 0 0,-1 0 0 16,-3 0 0-16,-1 0 0 0,-1 0 0 0,0-1 0 15,-1 1 0-15,-1 0 0 0,2 0 0 0,0 1 0 16,-1-1 0-16,2 0 0 0,1-3 0 0,3-6 0 15,-3 8 0-15,3-8 0 0,0 9 0 0,0-9 0 0,0 0 0 0,5 7 0 16,-5-7 0-16,8 4 0 0,0 0 0 16,-2 0 0-16,3-2 0 0,1 1 0 15,-1-2 0-15,0 0 0 0,-1 1 0 0,1 0 0 16,0-2 0-16,0 2 0 0,-1-1 0 0,1 0 0 16,-1 2 0-16,0-3 0 0,-8 0 0 0,7 4 0 0,0 0 0 15,-7-4 0-15,8 2 0 0,-8-2 0 0,8 3 0 0,-1-1 0 16,0 1 0-16,-7-3 0 0,0 0 0 0,0 0 0 15,0 0 0-15,0 0 0 0,6 3 0 0,-6-3 0 16,0 0 0-16,0 0 0 0,0 0 0 0,0 0 0 0,0 0 0 0,0 0 0 16,0 0 0-16,0 0 0 0,0 0 0 0,0 0 0 15,0 0 0-15,0 0 0 0,0 0 0 0,0 0 0 16,0 0 0-16,0 0 0 0,0 0 0 0,0 0 0 16,0 0 0-16,0 0 0 0,0 0 0 0,0 0 0 15,0 0 0-15,0 0 0 0,0 0 0 0,0 0 0 16,0 0 0-16,0 0 0 0,0 0 0 0,-3 4 0 15,-3 1 0-15,0 1 0 0,-2-2 0 0,0 3 0 16,-1-2 0-16,-1 3 0 0,-2-3 0 0,-1 0 0 16,-1 0 0-16,-1 1 0 0,1 0 0 0,-2 1 0 15,1 1 0-15,0-2 0 0,1-1 0 0,0 0 0 16,-2-1 0-16,4 3 0 0,-1-2 0 0,1 0 0 16,1-2 0-16,0 0 0 0,2-2 0 0,1 0 0 15,8-1 0-15,0 0 0 0,-6-1-272 0,6 1-48 16,0 0-16-16,0-7-16944 15,5 0-3376-15</inkml:trace>
  <inkml:trace contextRef="#ctx0" brushRef="#br0" timeOffset="33096.76">22376 4863 41983 0,'0'0'1856'0,"-3"-6"384"0,0-3-1792 0,1 0-448 16,-1 1 0-16,1 1 0 0,-2 1 1440 0,-1 2 192 15,-2 1 32-15,-1 2 16 0,0 1 288 0,-1 1 48 16,3 2 16-16,-3 2 0 0,-3 3-1072 0,-1 5-224 15,-2 4-32-15,-3 6-16 0,-8 11-320 0,0 4-64 0,0 4-16 0,0 3 0 16,0 8-288-16,0 1 0 0,2 8 128 0,3-1-48 16,1 0-80-16,1-2 0 0,5-6 0 0,4-2 0 15,2-3 0-15,4-1 0 0,4 0 0 0,2-4 0 16,4-4 0-16,1-2 0 0,4-5 0 0,1-2 0 16,2-2 0-16,2-5-160 0,2-2 160 15,0-3-192 1,0-6-960-16,3-3-208 0,0-4-48 0,0-2 0 0,-3-4-1664 15,3-4-352-15,1-5-64 0,0-1-16816 0</inkml:trace>
  <inkml:trace contextRef="#ctx0" brushRef="#br0" timeOffset="33404.57">22531 5092 28559 0,'0'0'2544'0,"0"0"-2032"0,-1-6-512 0,1 6 0 0,0-5 4544 0,0 5 832 15,0 0 144-15,0 0 48 0,0 0-3024 0,3 11-608 16,1 3-112-16,0 5-32 0,0 5-832 0,0 5-160 15,-1 3-32-15,-1 6-16 0,2 5-336 0,0 3-64 16,0-5-16-16,1 1 0 0,0-3-240 0,1-2-96 16,0-7 0-16,2-3 0 0,-1 0 0 0,-1-2 0 15,1-3 0-15,-1-5 0 0,-1-2 0 0,1-2 0 16,-1-3 0-16,-1-1 0 0,-4-9 0 0,0 0 0 16,0 0 0-16,0 0 0 0,0 0 0 0,7-2 0 15,-7 2 0-15,6-4 0 0,-1-5 0 0,0-2 0 16,0-3 0-16,2 0 0 0,1-3 0 0,0-2 0 15,-2-3 0-15,3-4 0 0,3-4 0 0,0-4 0 16,1-2 0-16,0-6 0 0,0-1 0 0,1 0 0 16,-1-1 0-16,0-1 0 0,-1 4 0 0,1 3-208 15,-3 4 64-15,1 5 16 16,-2 4-880-16,-3 5-160 0,0 0-48 0,-4 7 0 16,1 5-2496-16,-3 8-496 0,0 0-96 0</inkml:trace>
  <inkml:trace contextRef="#ctx0" brushRef="#br0" timeOffset="33613.85">22363 5350 26719 0,'-11'4'2368'0,"6"-4"-1888"0,-3-2-480 0,2 1 0 0,6 1 6464 0,0 0 1216 0,0 0 224 0,0 0 48 0,0 0-5968 16,7-4-1216-16,4 0-224 0,2 0-48 0,3-1-160 0,3 1-16 15,3-2-16-15,2-2 0 0,1 1-304 0,1 1 0 16,-2-3 0-16,4 2 0 0,2-2-224 0,-3 3-96 15,-1-1-32-15,0 0 0 16,0 0-1184-16,-1 0-256 0,1 1-32 0,-1 2-16 16,-2 0-2688-16,-2 4-528 0</inkml:trace>
  <inkml:trace contextRef="#ctx0" brushRef="#br0" timeOffset="34045.96">22797 5505 7359 0,'0'0'656'0,"-5"6"-528"16,-1 0-128-16,6-6 0 0,0 0 9536 0,0 0 1856 15,0 0 384-15,0 0 80 0,0 0-8624 0,7 4-1728 16,-7-4-352-16,10 2-64 0,3 1-432 0,2-3-80 16,2 1-32-16,0-1 0 0,1 0-176 0,1-1-48 0,0 1 0 0,-1-3 0 15,-2 2 0-15,-1 1-16 16,-2 0 0-16,-1 0 0 0,-3 0-64 0,-9 0-16 0,0 0 0 0,0 0 0 16,0 0-160-16,0 0-64 15,0 0 0-15,-4 6 0 0,-1 0 0 0,-3-1 0 0,-1 1 0 0,-3 2 0 16,1 1 0-16,-1 2 0 0,-1-1 0 0,2-1 0 15,1-1 0-15,2 0 0 0,0 0 0 0,3 0 0 16,2-1 0-16,3 1 0 0,2 1 0 0,2-3 0 16,1 0 0-16,3-1 0 0,2-1 0 0,3 1 0 0,2 1 0 15,1 0 0-15,1 1 0 0,0-2 0 0,2-1-176 16,-4 0-16-16,0 1-16 0,-2 0 0 0,-2 2 208 16,1 0 0-16,-3 0 0 0,-2-1 0 15,-2 2 0-15,0-1 256 0,-5-7-48 0,3 6-16 0,-3 2-192 0,0 1 0 16,0-1 0-16,-3 0 128 0,-1 2-304 15,-2-2-16-15,-2 1-16 0,-3 2 0 0,0-2 208 16,-2 1 0-16,-2 1 0 0,0-1 0 0,-4-1 128 0,1-1 64 16,-1 0 0-16,0-2 16 0,2 1-144 0,1-2-64 15,0 0 0-15,2-3 0 0,1-1-240 0,2-1-32 16,2-1-16-16,1-3 0 16,3 0-2576-16,1-5-512 0,1-3-96 0</inkml:trace>
  <inkml:trace contextRef="#ctx0" brushRef="#br0" timeOffset="34198.28">23179 5528 22111 0,'0'0'1968'0,"0"0"-1584"16,9-2-384-16,0-3 0 0,1 3 6576 0,0-2 1232 15,0 3 240-15,2 0 48 0,-1-1-5344 0,3 1-1088 16,0-2-192-16,2 2-64 0,2-1-688 0,0-1-144 16,-1 0-16-16,3 1-16 0,3-1-544 0,2 1 0 0,2 0 0 0,2-4 0 31,0 1-1104-31,0-2-288 0,1 0-48 0,3 0-14944 0,1-1-3008 15</inkml:trace>
  <inkml:trace contextRef="#ctx0" brushRef="#br0" timeOffset="34633.46">23876 5020 31327 0,'0'0'1392'0,"0"0"272"0,0 0-1328 0,0 0-336 0,-4 1 0 0,4-1 0 0,0 0 5376 0,0 0 992 15,0 0 208-15,3 13 32 0,0 4-4464 0,0 3-896 16,1 2-176-16,2 4-48 0,-2 1-784 0,1 5-240 16,3 0 0-16,-1 3 128 0,1 2-128 0,1 1 0 15,0 0 0-15,2-2 0 0,1-1 0 0,1-3 0 16,0-4 0-16,0-2 32 0,-2-1-32 0,1-3 0 16,-1-4 0-16,-1 1 0 0,-1-2 0 0,-1-3 0 15,-1-2 0 1,-1-2 0-16,-1-2 0 0,-1-3 0 0,-4-5 0 0,0 0 0 0,4 7 0 0,-4-7 0 15,0 0 0-15,0 0 0 0,7 0 0 0,-7 0 0 0,6-7 0 0,1 1 0 16,-1 1 0-16,1-3 0 0,1-1 0 0,-1-1 0 16,0 0 0-16,-1-2 0 0,2 1 0 15,0-5 0-15,0 0 0 0,0-5 0 16,2-1 0-16,-1-1 0 0,0-6 0 0,0-2 0 16,1-4 0-16,0-3 0 0,2-1 0 0,-1-4 0 15,1 2 0-15,0 2 0 0,1-3 0 0,0 5 0 16,-1 3 0-16,-1 1 0 0,-1 1 0 0,-1 2 0 0,-4 3 0 15,-1 4 0-15,0 2 0 0,-3 4 0 0,-2 3 0 0,-2 3 0 16,1 4 0-16,2 7-208 0,-6-4 64 0,1 5 16 16,-1 5-1920-1,0 8-384-15,2 2-80 0,-1 8-20976 0</inkml:trace>
  <inkml:trace contextRef="#ctx0" brushRef="#br0" timeOffset="34849.46">23832 5288 32255 0,'-17'-1'1424'16,"10"1"304"-16,2-5-1392 0,0 1-336 0,5 4 0 0,0 0 0 0,0 0 5120 0,0 0 960 15,0 0 192-15,0 0 48 0,8-4-4320 0,1 0-848 16,3 2-192-16,2-1-16 0,4-1-624 0,1 1-112 16,1 0-16-16,5-1-16 0,3-2-128 0,3 1-48 15,1-1 0-15,1-1 0 0,1 2 0 0,-1 0 0 16,-1 0 0-16,1 1 0 15,2-3-624-15,-2 2-112 0,-2 1-32 0,0 1 0 16,2 2-1984-16,-3 4-416 0,-3 1-80 0</inkml:trace>
  <inkml:trace contextRef="#ctx0" brushRef="#br0" timeOffset="35149.06">24340 5532 29487 0,'-15'11'1296'0,"15"-11"288"0,-5 4-1264 0,5-4-320 16,0 0 0-16,0 0 0 0,0 9 4960 0,1-3 928 0,-1-6 192 0,5 7 48 15,3-2-3888-15,0 0-768 0,2 0-144 0,2 1-48 16,1-1-752-16,1 1-144 0,-2 2-48 0,0 0 0 16,-4-3-16-16,-2 3 0 0,1-1 0 0,-1 0 0 15,-1 3-160-15,-2 0-32 0,0 2-128 0,-3-1 192 16,-3 1-192-16,-4 1 0 0,3 0 0 0,-3 3 128 16,-2 1-128-16,-2-2 0 0,1 1 0 0,-2 0 0 0,3-1 0 15,1 2 0-15,3-4 0 0,0 0 0 0,2 0 0 16,2-1 0-16,2 0 0 0,4-2 0 0,2-3 0 0,2-1 0 15,3-4 0-15,2-1 0 0,2 0 0 16,3 1 0-16,6-6 0 0,1-3 0 0,7-1 0 0,-1-3-160 16,2-1 160-16,0-4-192 15,-3 2-1408-15,0-6-304 0,-1-3-48 0,0-3-14240 16,-1-3-2832-16</inkml:trace>
  <inkml:trace contextRef="#ctx0" brushRef="#br0" timeOffset="35478.56">24664 4392 49407 0,'-12'7'2192'0,"12"-7"448"0,0 0-2112 0,0 0-528 16,-4 3 0-16,4-3 0 0,0 0 1312 0,5 12 160 16,3 1 16-16,3 1 16 0,-1 0-576 0,4 1-112 15,2 2-32-15,2 4 0 0,3 3-352 0,1 5-80 0,-2-3-16 0,2 8 0 16,4 2-336-16,1 5 128 0,3 2-128 15,2 3 96-15,3-1-96 0,-1 3 0 16,0 2 0-16,-2 2 0 0,-2 0 0 0,-1 6 0 0,-3-2 0 0,-3 5 0 16,0 0 0-16,-4-1 0 0,-3-5 0 15,-1 0 0-15,0-4 0 0,-2-1 0 0,-1 1 0 0,-3-4 0 16,-1-1 0-16,-3-1 0 0,-1 0 0 0,-2-4 0 16,-2 1 0-16,0-5 0 0,-1-5 0 15,0-2 0-15,-2-4 0 0,-2 4 0 0,0-4 0 0,-1-2 0 16,1-5 0-16,0-6 0 0,-2-2 0 0,0-3 0 15,-4 2-400-15,-1-2-32 16,-3-4 0-16,1 2-25328 0</inkml:trace>
  <inkml:trace contextRef="#ctx0" brushRef="#br0" timeOffset="36347.93">22876 6531 23039 0,'0'0'1024'0,"0"-5"192"0,-1-1-960 0,-2 3-256 0,3 3 0 0,0 0 0 0,0 0 6304 0,0 0 1216 16,0 0 240-16,0 0 48 0,-1 5-4992 0,-1 4-992 15,0 4-208-15,1 6-32 16,0 5-864-16,-2 9-160 0,0 3-48 0,1 8 0 0,-2 22-336 0,1 1-176 16,2-11 160-16,0-1-32 0,-1-4-128 0,1-3 0 15,0-1 0-15,1-2 0 0,0-4 0 0,0 0 0 16,1-2 0-16,-1 5 0 0,0-6 0 0,0-7 0 16,-1-5 0-16,-1-5 0 15,2-3-384-15,-1-5-80 0,0-1-16 0,0-4 0 16,1-8-1056-16,0 0-192 0,0 0-64 0,0 0 0 15,-6-5-2144-15,2-4-432 0,2-4-96 0,-1-6-13632 0</inkml:trace>
  <inkml:trace contextRef="#ctx0" brushRef="#br0" timeOffset="36666.19">22878 6776 16575 0,'4'-23'1472'0,"-2"-4"-1168"16,1 0-304-16,-1-2 0 0,1 2 4400 0,-3 4 816 16,0 0 160-16,-1 9 48 0,-2 1-1712 0,-2 4-352 15,0 2-64-15,-2 3-16 0,-2 3-976 0,-1 2-192 16,-3 3-32-16,-1 2-16 0,0 1-1056 0,-2 4-224 0,0 1-32 0,-3 1-16 15,1 0-368-15,1 0-80 16,0-2-16-16,2 1 0 0,-1-1-192 0,3-4-80 16,2 0 0-16,1-2 0 0,1 0 0 0,9-5 0 15,0 0 0-15,0 0 0 0,0 0 0 0,0 0 0 0,-1-7 0 0,3-3 0 16,3 3 0-16,4-6 0 0,1 2 0 0,1-2 0 16,5-3 0-16,1-2 0 0,1-3 0 0,2-1 0 15,1 0 0-15,-1 1 0 0,1 0 0 0,5-2 0 0,-1 3 0 16,-3 5 0-16,-3 3 0 0,-2 4 0 0,-2 3 0 0,-2 4 0 15,-1 2 0-15,-2 3 0 0,1 2 0 0,-2 6 0 16,0 2 0-16,0 5 0 0,0 1 0 16,0 1 0-16,1-1 0 0,-1 2 0 0,0-2 0 0,-1 0 0 15,-1 0 0-15,1 0 0 16,0-5 0-16,1 2 0 0,-1 0 0 0,2 0 0 16,2-1-1696-1,3 1-336-15,4 1-64 0</inkml:trace>
  <inkml:trace contextRef="#ctx0" brushRef="#br0" timeOffset="37332.44">23159 7939 47055 0,'-8'-11'2080'15,"5"6"432"-15,-1-3-2000 0,0-1-512 0,0 0 0 0,0-1 0 0,3 2 1632 0,-2 1 224 16,2 1 64-16,1 6 0 0,0 0-608 0,0 0-112 16,0 0-32-16,1 6 0 0,2 7-752 0,-2 6-160 15,3 7-16-15,1 9-16 0,0 4-160 0,2 3-64 16,-1-2 0-16,3 2 0 0,2-2 0 0,-1 2 0 16,2-1 0-16,0-2 0 0,1-2 0 0,1-3 0 15,-1-2 0-15,0-5 0 0,-2-4 0 0,-2-3 0 16,0-4 0-16,-1-5 0 0,-1-1 0 0,-1-4 0 0,-6-6 0 15,0 0 0-15,10 3 0 0,-10-3 0 0,8-4 0 16,-2-3 0-16,2-1 0 0,0-3 0 0,-1-2 0 0,0-6 0 16,0-1 0-16,-1-4 0 15,2-2 0-15,0-1 0 0,0-5 0 0,2 2 0 16,1-1 0-16,-1-3 0 0,3-4 0 0,0-2 0 16,0-4 0-16,2-2 0 0,-2-1 0 0,0 1 0 0,-2 2 0 15,0 5 0 1,1 0-560-16,-2 9-96 0,-3 5-32 0,-3 7 0 15,-3 3-1936-15,-1 15-400 0,0 0-80 0</inkml:trace>
  <inkml:trace contextRef="#ctx0" brushRef="#br0" timeOffset="37549.01">23007 8129 54015 0,'-11'2'2400'0,"6"-4"480"0,0 0-2304 0,2-1-448 0,3 3-128 0,0 0 0 0,7-3 704 0,4 1 112 16,3 1 16-16,1-3 16 0,2 1-336 0,3-1-80 16,2-1-16-16,1 0 0 0,3-2-288 0,3-1-128 15,1 1 0-15,1 0 128 0,2-2-128 0,1 1-176 16,0-1 48-16,1 1 0 16,1 2-1168-16,-2-1-240 0,0 2-32 0,0 2-16 15,-1 5-3024-15,-1-1-624 0</inkml:trace>
  <inkml:trace contextRef="#ctx0" brushRef="#br0" timeOffset="37981.89">23604 8256 48895 0,'-11'8'2176'0,"11"-8"432"0,-2 0-2096 0,2 0-512 0,0 0 0 0,0 0 0 15,0 0 848-15,10 0 64 0,-1 0 16 0,4-3 0 16,2-1-144-16,0 0-16 0,1-1-16 0,1 1 0 16,0 1-352-16,1 2-64 0,0-4-16 0,-1 4 0 15,0-3 48-15,-1 1 0 0,-3 0 0 0,-3 2 0 16,1 1-112-16,-11 0 0 0,0 0-16 0,0 0 0 15,0 0-48-15,0 0 0 0,0 0 0 0,0 0 0 16,0 0-128-16,0 0-64 0,-5 8 0 0,-3 2 0 16,-3 2 0-16,1 0 0 0,1 0 0 0,0-3 0 15,0 0 0-15,1 3 0 0,1-3 0 0,2 1 0 0,0 1 0 16,1-1 0-16,1-1 0 0,2 0 0 16,1-1 0-16,1 0 0 0,3-2 0 0,1 1 0 15,2 1 0-15,2 0 0 0,0-1 0 0,3 1 0 16,1-1 0-16,0 1 0 0,0-1 0 0,1 0 0 0,2-2 0 0,0 2 0 15,-2-1 0-15,2 1 0 0,-1 0 0 0,-2 3 0 16,0-4 0-16,-1 2 0 0,-3 1 0 0,-2-1 0 16,-2 0 0-16,-1 2 0 0,-3-2 0 0,-2 2 0 15,-4 2 0-15,-3-1 0 0,-1 0 0 0,-2 1 0 16,0-2 0-16,-1 2 0 0,-4 4 0 0,-1-2 0 16,2-3 0-16,-4-1 0 0,-2 0 0 0,3 0 0 15,0-1 0-15,1 0 0 0,1-3 0 0,1 0 0 16,-1-3 0-16,3 0 0 15,1 0-576-15,2-3-128 0,-1-4 0 0,6-1-16 16,5-3-3408-16,2-4-672 0,5-18-144 16,9-1-32-16</inkml:trace>
  <inkml:trace contextRef="#ctx0" brushRef="#br0" timeOffset="38182.37">24266 7988 53791 0,'0'0'2384'0,"0"0"496"0,0 0-2304 0,0 0-576 0,0 0 0 0,0 0 0 15,11-2 688-15,-2 1 16 0,-9 1 16 0,10 0 0 16,3 0 0-16,0 0 0 0,3 1 0 0,-1-1 0 16,0 0-576-16,2 2-96 0,0-2-48 0,2 0 0 0,2 0 0 0,0 0 0 15,2-2 0-15,0 2 0 16,0 2-448-16,1-2-96 0,-5 0-16 0,2 3 0 16,-3 1-1280-16,-2 2-256 0,-4-3-48 0,-3 4-16 15,1 0-2288-15,-6 3-464 0</inkml:trace>
  <inkml:trace contextRef="#ctx0" brushRef="#br0" timeOffset="38361.31">24310 8213 46879 0,'-10'1'2080'0,"10"-1"416"0,-5 3-1984 0,5-3-512 15,0 0 0-15,0 0 0 0,0 0 1408 0,0 0 192 16,0 0 48-16,0 0 0 0,0 0-560 0,9 4-96 16,3-4-32-16,-1 1 0 0,4-2-528 0,-1 1-112 15,3 0-32-15,-1-3 0 0,-1 2-96 0,5-2 0 16,1 2-16-16,1-1 0 0,3-2-176 0,1 1 0 15,-2-4 144-15,4 2-144 16,1 0-512-16,1-1-192 0,0 0-16 0,1-1-16048 16,3 0-3216-16</inkml:trace>
  <inkml:trace contextRef="#ctx0" brushRef="#br0" timeOffset="39233.33">25442 8075 24879 0,'0'0'2208'0,"0"0"-1760"0,-3 7-448 0,0-1 0 15,3-6 5952-15,0 0 1120 0,-8 3 224 0,1-1 32 0,2-5-4560 0,0 1-912 16,0-2-176-16,2 1-32 0,0 0-928 16,1 0-176-16,-2-3-32 0,3 0-16 0,-2-3-368 0,0-2-128 15,3-1 0-15,0 1 0 0,2-2 0 0,-1-3 0 16,0-1 0-16,1-2 0 0,-1-4 0 0,0 0 0 16,2-1 0-16,1-3 0 0,-3-2 0 0,2-1 0 15,-1 0 0-15,-1-1 0 16,1 1 0-16,-1 1 0 0,0 1 0 0,2 3 0 0,-4 5 0 15,1 4 0-15,-2 2 0 0,2 5 0 0,0 9 0 0,0 0 0 16,0 0 0-16,0 0 0 0,0 9 0 0,2 5 0 16,0 1 0-16,3 3 0 0,1 2 0 0,0 2 0 15,2 3 0-15,1-2 0 0,0 5 0 0,2-2 0 16,2-3 0-16,0-2 0 0,-1-1 0 0,2-2 0 16,2-4 0-16,-1-1 0 0,1-2 0 0,1-3 0 15,-3-3 0-15,2-3 0 0,-2-2 0 0,0-2 0 0,2-3 0 0,0-2 0 16,-2-2 0-16,0-1 0 15,2-4 0-15,-2-1 0 0,1-3-176 0,-2-2-16 16,-2 0-16-16,1 1 0 0,0-2 208 0,0 2 0 0,-1-2 0 16,0-2 0-16,-1 0 128 0,-1 2 64 15,1 2 0-15,-3 4 16 0,0 4-144 0,-1 4-64 0,-6 7 0 0,0 0 0 16,0 0 0-16,0 0 0 16,0 9 0-16,0 4 0 0,-1 4 0 0,0 1 0 0,-1 2 0 15,1 3 0-15,0 0 0 0,1 3 0 0,0 0 0 16,1 1 0-16,3 2 0 0,-1-1 0 0,1-3 0 15,1 0 0-15,0-2-208 0,2-2 16 0,-1-1 0 0,2-2 0 16,0-2-2480 0,0-3-480-16,-1-1-112 0,1-2-19328 0</inkml:trace>
  <inkml:trace contextRef="#ctx0" brushRef="#br0" timeOffset="39916.61">26097 7597 13823 0,'0'0'1216'0,"0"-6"-960"16,0-1-256-16,0 7 0 0,0 0 7648 0,0 0 1488 15,0 0 288-15,0 0 64 0,0 0-6032 0,3 13-1216 16,0 0-256-16,2 2-32 0,0 3-912 0,-2 3-176 16,1 0-32-16,0 2-16 0,0 2-432 0,0 0-64 15,0-1-32-15,0 1 0 0,-1-1-288 0,0-2 0 16,0 0 0-16,-1-4 0 0,0-2 0 0,-1-3 0 16,0-3 0-16,-1 0 80 0,0-10-80 0,0 0 0 15,0 0 0-15,0 0 0 0,0 0 0 0,0 0 0 16,0 0 0-16,0 0 0 0,0 0 0 0,-1-8 0 15,0-3 0-15,2-2 0 0,1-1 0 0,2-3 0 16,2-7 0-16,1 1 0 0,4-2 0 0,2-1 0 16,3 1 0-16,2-3 0 0,1 0 0 0,4 1 0 15,-1-2 0-15,-1 2 0 0,-2 0 0 0,3 4 0 0,-2 0 0 0,-2 3 0 16,-2 3 0-16,-1 4 0 0,-3 4 0 16,-1 3 0-16,-4 2 0 0,1 4 0 0,-3 0 0 0,-5 0 0 15,0 0 0-15,3 6 0 0,-4 3 0 0,-2 3 0 16,-2 4 0-16,-2-1 0 15,1 6 0-15,-5 0 0 0,0 1 0 0,-2 1 0 0,-3 0 0 0,0-1 0 16,1-1 0-16,0-1 0 0,1 0 0 0,0-3 0 16,1 4 0-16,2-1 0 0,6-3 0 15,1-2 0-15,1-2 0 0,3 0 0 0,2-2 0 0,2-1 0 16,3-1 0-16,3-2 0 0,1-1 0 16,2 1 0-16,3-3 0 0,1 0 0 0,1-2 0 0,3 0 0 15,0-4-208-15,1-1-48 0,3-3 0 0,1 0 0 16,0-2-1088-16,1-5-208 15,3-1-48-15,0-2-16 0,0-2-1584 16,0-1-304-16,0 1-64 0,2 0-16 0,-1-6-816 0,-5 1-160 0,-4-2-48 0,-2-1 0 16,-3-1 3296-16,-3 1 656 0,-4 0 128 0,0 1 16 15,-4 1 3024-15,-1 2 608 0,-3 3 112 0,-1 2 32 0,0 1 432 0,-1 4 80 16,-1 3 32-16,0 1 0 0,-2 3-1152 0,3 5-224 16,0 0-64-16,0 0 0 0,-1 9-1216 0,-1 2-256 15,1 4-64-15,0 2 0 0,-1 3-432 0,0 1-80 16,-1 2-32-16,2 1 0 0,0 0-208 15,1 1-80-15,1-1 0 0,2-1 0 0,-1-1 0 0,1 2 0 0,-1 1 0 16,1-1 0-16,0 2 0 0,1 0 0 16,-2-1 0-16,1-1 0 0,-1-2 0 0,0-3 0 15,-1 1 0-15,-1-6 0 0,1 2-176 0,-1-6-16 16,-1 1-16-16,0-3 0 16,1-8-896-16,0 0-176 0,0 0-48 0,0 0 0 15,0 0-1904-15,0 0-384 0,5-7-80 0</inkml:trace>
  <inkml:trace contextRef="#ctx0" brushRef="#br0" timeOffset="40125.5">26553 7451 42559 0,'-12'-13'1888'0,"6"7"384"0,0 1-1824 0,1-1-448 0,0 0 0 0,1 1 0 0,3-1 2256 16,1 6 368-16,0-5 64 0,0 5 0 0,4-4-1216 0,1-1-256 16,3 0-64-16,3 1 0 0,4 1-704 0,4 1-128 15,2-1-48-15,5-2 0 0,6 2-128 0,1-2-16 16,4 1-128-16,1 0 192 0,-2 0-192 0,-1 2 0 15,-2-1 128-15,1 1-128 0,-2-4 0 0,2 4 0 16,-1 0-144-16,-3 2 144 31,-1 2-1840-31,-3 2-272 0,0 1-48 0,-1 4-13616 0,-3 1-2720 0</inkml:trace>
  <inkml:trace contextRef="#ctx0" brushRef="#br0" timeOffset="40553.91">27053 7704 26719 0,'-11'0'1184'0,"5"2"240"0,3-1-1136 0,3-1-288 15,0 0 0-15,0 0 0 0,0 0 4400 0,0 0 816 16,0 0 160-16,0 0 48 0,0 0-3216 0,14-1-640 16,4-2-128-16,0 2-32 0,1-2-768 0,0 0-144 15,2 2-48-15,1 0 0 0,-1 1-16 0,-3 0-16 16,-1 1 0-16,-2 0 0 0,-2-1 192 0,-3 2 32 0,-10-2 16 0,0 0 0 16,0 0-144-16,0 0-48 0,0 0 0 0,-1 8 0 15,-4-1-256-15,-2 1-48 0,-2 0-16 0,-1 0 0 16,-2 0-96-16,0-1-48 0,0 4 0 0,2-3 0 15,1 1 0-15,0 1 0 0,1 1 0 0,1-2 0 16,2-1 0-16,1-1 0 0,2 1 0 16,0 1 0-16,2-9 0 0,4 8 0 15,4 0 0-15,2 0 0 0,6-2 0 0,4 1 0 0,0-1 0 0,4 1 0 0,1 0 0 0,-2-1 0 16,1 2 0-16,-1-2 0 16,-2-2 0-16,-3 1 0 0,-1 1 0 0,-4-1 0 15,-1 1 0-15,-2 1 0 0,-3-3 0 0,-2 1 0 0,-2 2 0 16,-3-2 0-16,1-1 0 0,-2 2 0 15,-2-1 0-15,-1 3 0 0,-6-1 0 0,-2 1 0 0,-4-2 0 16,1 2 0-16,-1 0 0 0,-1 0 0 0,-1 1 0 0,0 0 0 16,-1 0 0-16,1-2 0 0,1-1 0 0,-1 1 0 15,1-1 0-15,0 2 0 0,3 1 0 0,1-1 0 16,-3 0 0-16,2-1 0 16,-1 1-640-16,4 0-112 0,2 0-16 0,-1 1-16 15,3 2-2368-15,-1 3-480 0,1 3-80 0</inkml:trace>
  <inkml:trace contextRef="#ctx0" brushRef="#br0" timeOffset="40993.98">25143 8698 27647 0,'-9'1'2448'0,"-4"-1"-1952"0,-2-1-496 0,2-2 0 15,5-1 6528-15,8 4 1216 0,0 0 256 0,0 0 32 16,6-4-5920-16,6 0-1168 0,5 0-240 0,4 1-64 0,5-1-496 0,5 0-144 16,3 0 0-16,1 1 96 0,4-1-96 0,6 2 0 15,4 2 0-15,10-3 0 0,10 0 0 0,4 2 0 16,3-1 0-16,-1 0 0 0,2 0 0 0,9-1 0 15,11 0 0-15,-1 3 0 0,-3-1 0 0,-3 1 0 16,-2 0 0-16,2 0 0 0,7 0 0 0,-7 1 0 16,-8 1 0-16,-5 0 0 0,-4 1 0 0,-4 1 0 15,-17-2 0-15,-1 1 0 16,0 0 0-16,-3-1 0 0,-4 0 0 0,-6 0 0 0,-4 1 0 0,-5 1 0 16,-4 0 0-16,-6 0 0 0,-2-2 0 0,-3 1 0 15,-2-1 0-15,-1 1 0 0,-11-3 0 0,6 5 0 16,-6-5 0-16,0 0 0 0,0 0 0 0,0 0 0 15,0 0 0-15,-3 7 0 0,0-3 0 0,-1 1 0 16,-2-1 0-16,0-2 0 16,-1 0-624-16,-3-4-112 0,0 2-32 0,-2 0-16240 0,1 2-3248 15</inkml:trace>
  <inkml:trace contextRef="#ctx0" brushRef="#br0" timeOffset="42386.29">25930 9163 16575 0,'-4'-14'1472'0,"2"7"-1168"0,0-1-304 0,-1-1 0 16,-2-1 7040-16,2 1 1344 0,-1 0 256 0,2 2 64 15,-1 2-5920-15,3 5-1184 0,0 0-256 0,0 0-32 16,0 0-96-16,0 0-32 0,-4 10 0 0,0 3 0 16,3 7-736-16,0 3-160 0,1 2-32 0,0 5 0 15,1 5-256-15,0 2 160 0,2 1-160 0,1 1 128 16,0 1-128-16,1-2 0 0,0-3 144 0,1-1-144 0,-1 0 0 0,1-4 0 15,1 0 0-15,-1-7 0 16,-2 0-160-16,0-5-48 0,-1-3-16 0,-2-4 0 16,0-2-864-16,-1-2-160 0,0-7-32 15,0 0-16-15,0 0-1264 0,0 0-240 0,0 0-48 0,-8-4-17712 16</inkml:trace>
  <inkml:trace contextRef="#ctx0" brushRef="#br0" timeOffset="42672.28">25558 9095 30399 0,'-4'-6'2704'0,"0"-1"-2160"16,2-3-544-16,0 1 0 0,2 0 4288 0,0 1 736 0,4 1 160 0,3 2 16 16,2 0-3024-16,4 0-624 15,4-1-112-15,4 4-32 0,1-3-640 0,5 1-128 16,6 0-16-16,-1 0-16 0,1 0-352 0,1 0-80 16,0 0-16-16,1 0 0 0,3 0-160 0,0 2 0 15,-1 0 144-15,3 1-144 0,-1 1 0 0,1-1 128 16,-1 3-128-16,-4 2 0 0,-2-2 128 0,-4 2-128 15,-5-1 128-15,-3 3-128 0,-2-1 0 0,-6 1 0 0,-4 1 0 16,-1-1 0-16,-2 1 0 0,-3 1 0 0,-3 1 0 0,-2 1-128 16,-2 2 128-16,-3 1 0 0,-4 1 0 15,-3 2 0-15,-3 2-128 0,-3-1 0 0,0 3 0 16,-4-3 0 0,-1 0-480-16,-1 0-96 0,0 0 0 0,1 1-16 15,1 0-1136-15,0 2-240 0,2 1-32 0,0-1-19840 0</inkml:trace>
  <inkml:trace contextRef="#ctx0" brushRef="#br0" timeOffset="43086.63">26197 9400 41983 0,'19'-2'1856'0,"-8"0"384"0,3 0-1792 0,3-1-448 15,4 1 0-15,0-1 0 0,0 0 1680 0,-2 0 240 16,0 0 64-16,-1-1 0 0,-1 1 16 0,-2 1 16 16,0-1 0-16,-1 2 0 0,-1-2-1296 0,0 2-256 15,-1 0-48-15,-2 1-16 0,1 0-64 0,-2 1-16 16,-9-1 0-16,0 0 0 0,0 0-320 0,0 0-256 15,8 6 32-15,-8-6 16 0,0 0 336 0,0 8 64 16,-2 1 0-16,-2 2 16 0,-2 2-144 0,-1-1-64 16,-2-1 0-16,0 2 0 0,0-2 0 0,1 1 0 15,0-1 0-15,2 1 0 0,-2-2-176 0,3 1-16 16,1-2-16-16,3 1 0 0,-2-3 208 0,3 1 0 16,1-2 0-16,2 1 0 0,2-1 0 0,3 1 256 15,2-1-48-15,3 1-16 0,4-1-192 0,2 1 0 0,-1-1 0 0,1-2 128 16,1 0-128-16,3 2 0 15,4 0 0-15,-3 1 0 0,2-2 0 0,-1 0 0 0,-1 1 0 0,-3-2 0 16,-5 2 0-16,-1 0 0 0,-3 2 0 16,-2-2 0-16,-2 1 0 0,-4 0 0 0,-4-7 0 0,-3 7 0 15,-2 2 0-15,-3 1 0 0,-4 0 0 0,-1-2 0 16,-2 0 0-16,-2 1 0 0,-4-1 0 0,1 2 0 16,1-2 0-16,-1 0 0 0,-2-3 0 0,0 0 0 15,2-1 0-15,1 0 0 0,0-1 0 0,1-1 0 16,1 1 0-16,2 1 0 0,2-3 0 0,0-1 0 15,1-3-752-15,3 1-144 0,2-2-16 16</inkml:trace>
  <inkml:trace contextRef="#ctx0" brushRef="#br0" timeOffset="43975.32">21222 4687 27647 0,'0'0'2448'0,"0"0"-1952"0,-5-10-496 0,3-3 0 16,6-3 5312-16,7-3 960 0,6-3 192 0,6 1 32 16,3 1-5296-16,4 2-1072 0,1-4-128 15,6 1-176-15,5-5 528 0,2-2 96 0,3 0 32 0,-11 7 0 0,6-6-128 0,9-2-32 16,8-5 0-16,3 1 0 0,3-3-192 0,3 2-128 16,1 0 160-16,2 3-160 0,-1-2 0 15,2 6-160-15,0 3 0 0,-2 5 0 16,-2 2-352-16,-6 4-64 0,-6 1 0 15,-2 2-16-15,-3 1-1296 0,-6 1-256 0,0 0-48 0,-2 5-16 16,-3-1-1392-16,-2 2-288 0</inkml:trace>
  <inkml:trace contextRef="#ctx0" brushRef="#br0" timeOffset="44240.69">22816 3834 50623 0,'-17'-2'2240'0,"11"2"464"0,-1-2-2160 0,2-1-544 15,0-1 0-15,5 4 0 0,0 0 0 0,0 0 0 16,0 0 0-16,0 0 0 0,8-5 464 0,1 0 192 16,0-3 48-16,3 3 0 0,3 1-432 0,4 0-80 15,2 1 0-15,-1-1-16 0,3 2-176 0,0 0 0 0,-1 2 0 0,-1 2 0 16,-1 0 128-16,-2 3-128 16,-3 1 0-16,-1 0 128 0,-5 2 96 0,-3 1 16 0,-2 0 0 0,-3 3 0 15,-2 2 192-15,-3 2 32 0,-2 4 16 0,-5-3 0 16,-3 1-128-16,-3-3-32 0,-1 1 0 0,-2 0 0 15,-1-2-320-15,3 0 0 0,1 1 0 0,1-2-192 16,3-3-1040 0,3-1-224-16,3-1-32 0,7-8-22448 0</inkml:trace>
  <inkml:trace contextRef="#ctx0" brushRef="#br0" timeOffset="44638.19">24082 3204 14735 0,'-18'-15'1312'0,"9"9"-1056"0,-3-2-256 0,-1-1 0 0,3-1 8528 0,2 0 1648 16,1 3 336-16,2 1 64 0,1 3-8464 0,4 3-1680 16,0 0-432-16,0 0 0 0,0 0 832 0,0 0 64 15,-2 13 32-15,0 2 0 0,1 9-448 0,0 6-96 0,-1 6 0 16,1 5-16-16,1-4-192 0,-1 5-48 0,-1 1 0 0,2 1 0 16,2 1-128-16,-1-1 0 0,0-2 0 0,2-2 0 15,1-5 0-15,1-2 208 0,-1-4-48 0,0-3-16 16,0-4-144-16,1-4-176 0,-1-3 48 0,-1-5 0 15,-2-2-448-15,-1-8-96 16,0 0-16-16,0 0 0 0,0 0-672 16,0 0-144-16,-4-9-32 0,-1-2 0 0,0-2-2000 15,-2-6-416-15,-1-2-80 0</inkml:trace>
  <inkml:trace contextRef="#ctx0" brushRef="#br0" timeOffset="44854.69">23818 3273 9215 0,'-16'-40'400'0,"9"23"96"0,-2-6-496 0,0 0 0 0,0-2 0 0,1 3 0 0,2-1 7856 0,2 0 1472 16,3 2 288-16,1 3 64 0,2 0-6112 0,3 0-1232 15,2 2-240-15,3 2-48 0,2 1-768 0,5 1-128 16,4-1-48-16,4 3 0 0,3-2-592 0,6 0-128 16,5 3-32-16,2 0 0 0,0 2-80 0,1 3-16 15,-1 2 0-15,-2 0 0 0,0 2-128 0,-3 0-128 16,-2 3 192-16,-1 2-192 0,-3 3 128 0,-3 1-128 16,-2 0 0-16,-6 3 0 0,-5 2 0 0,-7-1 0 0,0 3 0 15,-3 2 0-15,-3 2 0 0,-4 2 128 16,-4 0-128-16,-4 3 0 0,-2-2 128 0,-1 1-128 15,-3-2 0-15,1 2 0 16,-2-1-336-16,-2 1-128 0,0-1-32 0,0 0 0 16,0 1-1920-16,2 1-384 0,0 2-80 0</inkml:trace>
  <inkml:trace contextRef="#ctx0" brushRef="#br0" timeOffset="45286.42">24273 3508 35935 0,'0'0'3200'0,"6"-6"-2560"0,-1 1-512 0,4-4-128 0,1 5 2208 0,1-2 416 0,0-1 96 0,0 2 16 0,3 0-864 0,-3-2-160 16,4 1-48-16,-2 0 0 0,2 1-416 16,2 3-96-16,-1-1 0 0,1-1-16 0,-2 1-544 0,2 1-96 15,-2-1-32-15,-5 3 0 0,1-1-160 0,-11 1-48 16,0 0 0-16,0 0 0 0,0 0-80 0,0 0-32 16,0 0 0-16,0 0 0 0,-4 6-96 0,-3 1-48 15,-5-1 0-15,2 1 0 0,0-2 0 0,-2 2 0 16,-1-1 0-16,0 2 0 0,-2 1 0 0,4 2 0 15,0-5 0-15,5 2 0 0,1-2 0 0,2 0 0 16,3-6 0-16,0 0 0 0,1 8 0 0,4 1 0 16,3 0 0-16,3-1 0 0,0-2 0 0,5-2 0 15,2 0 0-15,3 1 0 0,3-1 0 0,0 1 0 16,1 1 0-16,-1-1 0 0,-2 0 0 0,-1 0 0 16,-4 2 0-16,-2-1 0 0,-2 1 0 0,-2 1 0 15,-3-2 0-15,-3 3 0 0,-3 0 0 0,-2 0 0 16,-1 1 0-16,-3 1 0 0,-4 1 0 0,-2 1 0 15,-4 0 0-15,-2 0 0 0,-2 0 0 0,-2 0 0 16,-1-2 0-16,0 0 0 0,-1 1 0 0,3-3 0 16,0-1 0-16,3 0 0 0,-1-2 0 0,2-2 0 15,1 0 0-15,2-4 0 16,2 0-896-16,2 0-192 0,1-4-16 0,3-1-16 16,3-1-3664-16,1-5-720 0</inkml:trace>
  <inkml:trace contextRef="#ctx0" brushRef="#br0" timeOffset="45444.09">24829 3320 15663 0,'0'0'1392'0,"9"-5"-1120"0,1-2-272 0,1 1 0 16,4-1 7408-16,0 1 1424 0,1-1 272 0,2 1 64 15,0 0-6256-15,2 0-1248 0,-2 1-256 0,2-1-64 16,3 2-496-16,1 1-96 0,-1-1-32 0,3 0 0 0,2 0-464 0,-1 1-112 16,-1 1-16-16,0-1 0 15,-1 0-1008-15,0 2-208 0,-2 1-32 0,-1 0-16 16,-1 0-2928-16,-1 0-592 0</inkml:trace>
  <inkml:trace contextRef="#ctx0" brushRef="#br0" timeOffset="45689.95">24952 3438 19343 0,'0'0'1728'0,"-4"-2"-1392"0,-1 1-336 0,5 1 0 0,0 0 6176 0,0 0 1168 0,0 0 224 0,0 0 48 0,0 0-5360 0,0 0-1072 16,9-3-224-16,1 0-32 0,-1 1-96 0,6-1-32 15,3 1 0-15,4-1 0 0,2-2-352 0,2 2-80 0,1-1-16 16,2 2 0-16,1-5-112 0,-2 2-32 0,0 0 0 0,-2-1 0 16,-3 1-208-16,1 0 0 0,-1-2 0 0,1 0 0 31,-2-1-2272-31,0-1-352 0,-1 0-64 0</inkml:trace>
  <inkml:trace contextRef="#ctx0" brushRef="#br0" timeOffset="46037">25746 2918 52751 0,'0'0'2336'0,"0"0"480"0,0 0-2240 0,0 0-576 15,0 0 0-15,0 0 0 0,0 0 784 16,0 0 48-16,4 9 16 0,-2 2 0 0,0 1-80 0,0 5 0 16,1 3-16-16,-1 8 0 0,1 4-496 0,1 5-112 15,0 3-16-15,1 6 0 0,-1 0-80 0,0-2-48 16,-1-1 0-16,-1-3 0 0,2-3 0 0,-1-2 0 0,-2-1 0 0,0-3 0 15,1-2 0-15,-4-2 0 16,1 1 0-16,-2-7 0 0,1-5 0 0,-2 0 0 0,0-3 0 0,0-2 0 31,-1-2-400-31,1-3-80 0,4-6-16 0,-5 4 0 16,5-4-1056-16,-8-1-224 0,0-2-32 0,3-2-16 16,0-2-2048-16,-1 0-416 0,-1-5-64 0</inkml:trace>
  <inkml:trace contextRef="#ctx0" brushRef="#br0" timeOffset="46309.07">25518 2985 15663 0,'0'-5'1392'16,"0"-2"-1120"-16,-3-3-272 0,3 2 0 0,3 0 7472 0,1 1 1424 15,-1-2 304-15,5 3 48 0,3-1-6592 0,3 1-1312 16,6 1-272-16,3 2-48 0,6-2-320 0,2 0-64 16,4 2-16-16,0 3 0 0,1 0-192 0,-2 0-48 0,-7 0 0 0,2 0 0 15,1 1-96-15,-2 1-32 0,0 1 0 0,-5 0 0 16,1 2-80-16,-4 2-32 0,-1 1 0 0,-4-1 0 15,1 4-16-15,-4-1-128 0,-4 2 192 0,-3 1-64 16,-4 0 32-16,-2 3 0 0,-3 2 0 0,-4-1 0 0,-4 0-160 16,1 0 160-16,-2-2-160 0,-2 1 160 0,-2 1-112 0,-1 0-48 15,-2 1 0-15,1 1 0 0,-1-5 0 0,-2 2 0 16,0-2 0-16,-1-1 0 16,-9 3-928-16,4-2-176 0,0-2-48 0,3-1-15616 15,2 2-3136-15</inkml:trace>
  <inkml:trace contextRef="#ctx0" brushRef="#br0" timeOffset="46640.23">25994 3365 31327 0,'0'0'1392'0,"0"0"272"0,7 0-1328 0,4-1-336 0,3 2 0 0,-1-1 0 0,0 0 4288 0,0 0 768 16,2-1 176-16,-1 0 16 0,0 1-2880 0,2 0-576 15,0 0-112-15,0 1-16 0,0 3-944 0,0-1-176 16,-2 2-32-16,-1-1-16 0,0 0-208 0,-2 0-32 15,-5 2-16-15,1 2 0 0,-5 1-240 0,-2 0 0 16,-4 0 128-16,-2 3-64 0,-3-5-64 0,-6 3 0 0,-3 2 0 0,-1 3 0 16,-1 0 0-16,0 2 0 15,3 1 0-15,1-1 0 0,0-3 0 0,4 2 0 0,0-3 0 16,6 1 0-16,-1-1 0 0,3 2 0 0,4-2 0 0,3-3 0 16,4 3 0-16,4-2 0 0,4-2 0 0,6 1 0 0,2-2 0 0,6 0 0 15,2-3 0-15,2 0 0 0,-1-3 0 0,1-1 0 16,-5-2 0-16,-1-1 0 0,-4 0 0 15,-1-2 0-15,-2 0 0 0,1 1 0 16,-1-6 0-16,-1 4 0 0,0-3 0 0,1 1 0 0,-3 0-192 16,1 1-16-16,-1 0-16 0,0 2-17120 15,0 0-3408-15</inkml:trace>
  <inkml:trace contextRef="#ctx0" brushRef="#br0" timeOffset="51470.1">9878 8964 21183 0,'-23'2'1888'0,"7"-2"-1504"0,-2 0-384 0,1-2 0 0,0-2 6752 0,4 1 1280 15,3 1 256-15,10 2 48 0,0 0-6352 0,0 0-1280 16,0 0-256-16,0 0-64 0,0 0 640 0,0 0 128 16,10-8 32-16,3 4 0 0,3-1-720 0,2 1-144 15,1 0-16-15,-4 0-16 0,-2 1-32 0,4 1 0 16,1 0 0-16,-1 2 0 0,0 0-256 0,-3 2 0 16,-1-2 128-16,-2 2-48 0,-2 2-80 0,-9-4 0 15,4 9 0-15,-3-2 0 0,-2 2 0 0,-3 3 0 16,-3-1 0-16,-2 2 0 0,-4 3 0 0,-9 10 0 15,1 0 0-15,-2 0 0 0,-2-2 0 0,0 2 0 16,-1 0 0-16,3-3 0 0,2-2 0 0,3-1 0 16,1-3 0-16,4-2 0 0,5-4 0 0,1 2 0 15,1-5 0-15,6-8 0 0,0 0 0 0,2 13 0 16,3-4 0-16,3-1 0 0,3-2 0 16,3-1 0-16,4-2 0 0,3-2 0 0,1-2 0 0,-3 0 0 0,1-1 0 15,5-3 0-15,1 0 0 0,4-2 0 0,3-2 0 0,1 0 0 16,1-1-224-16,1-3-32 0,2-2-16 0,1-2 0 31,1-1-2096-31,0-1-400 0,-1-2-96 0,0-1-20032 0</inkml:trace>
  <inkml:trace contextRef="#ctx0" brushRef="#br0" timeOffset="51842.49">10762 8750 48895 0,'-10'-12'2176'0,"5"8"432"0,-1-4-2096 0,2-1-512 0,1 0 0 0,-1 1 0 0,-3 2 1152 16,-1 1 128-16,0-1 32 0,1 4 0 15,-3 0-64-15,0 4-16 0,0 2 0 0,-2 2 0 0,0 3-784 0,-1 6-144 16,0 4-48-16,-3 5 0 0,-1 6-176 0,-1 5-80 16,-1 7 0-16,0 1 0 0,2 0 0 0,3 1 0 15,2 2 0-15,5-3 0 0,3-4 0 0,5-4 0 16,5-3 0-16,6-2 0 0,4-1 0 0,3-3 0 16,4-2 0-16,1-5 0 15,4-3 0-15,0-3 0 0,1-3 0 0,2-3 0 0,1-5 0 0,2 0 0 0,2-4 0 16,1 0 0-16,-2-5 0 0,-1-3 0 15,1 0 0-15,-1-2 0 0,-2 0 0 0,-2-1 0 16,-2-3 0-16,-3 1 0 0,-2-2 0 0,-2-1 0 0,-3-3 0 0,-2-4 0 16,-5-1 0-16,0-4 0 15,-3-3 0-15,-3-1 0 0,-2-1 0 0,-2-1 0 0,-2-1 0 0,-3-1 0 16,-3 1 0-16,-3 0 0 0,-1 2 0 16,-2 2 0-16,-2-1 0 0,-2 2 0 0,-3-1 0 0,-2 2 0 15,-2 2-256-15,1 0-32 0,-2 7-16 16,0 3 0-1,-1 3-784-15,2 4-144 0,-2 5-48 0,-1 5 0 16,0 7-2160-16,-3 7-432 0,-3 6-96 0</inkml:trace>
  <inkml:trace contextRef="#ctx0" brushRef="#br0" timeOffset="52091.03">10778 8889 26719 0,'0'0'2368'0,"0"0"-1888"0,0 0-480 0,0 0 0 0,0 0 5184 0,5 7 928 16,0 1 192-16,0 2 32 0,1 2-3760 0,-1 5-752 16,0 0-160-16,2 5-16 0,-1 3-688 0,1 2-128 15,2 3-16-15,1 1-16 0,2-1-544 0,0-2-128 16,-1-1 0-16,1-1-128 0,-1-2 128 0,0-2-128 16,0-1 0-16,0-1 0 0,1 0 0 0,-1-3 0 15,0-3-128-15,2-1 128 16,0-5-1328-16,-1 0-160 0,1-1-48 0,2-4 0 15,-1-1-1680-15,0-4-352 0,2 0-64 0</inkml:trace>
  <inkml:trace contextRef="#ctx0" brushRef="#br0" timeOffset="52534.58">11327 9076 28559 0,'0'0'2544'0,"0"0"-2032"0,0 0-512 16,0 0 0-16,0 0 5504 0,0 0 992 15,0 0 208-15,0 0 32 0,0 0-4496 0,0 0-896 0,0 0-176 16,0 0-32-16,0 0-576 0,9 4-112 0,1-2-32 0,-1 1 0 15,3 1-224-15,0-3-64 0,1 2 0 0,1-1 0 16,-1 0-128-16,2 0 0 0,-2 1 0 0,0 1 128 16,-3 0-80-16,1 1-48 0,-11-5 0 0,9 5 0 15,-2 2 0-15,-7-7 0 0,3 7 0 0,0 3 0 16,-3-3 0-16,-3 4 0 0,2-3 0 0,-2 1 0 16,-2-1 0-16,0-1 0 0,0 1 0 0,-2 1 0 0,0-2 0 0,1-3 0 15,1 1 0-15,5-5 0 16,-4 5 0-16,4-5 0 0,0 0 0 0,1 9 0 0,-1-9 0 0,4 7 0 15,3-1 0-15,0 1 0 0,-7-7 0 16,13 6 0-16,-1 1 0 0,4-2 0 0,1 0 0 0,0 2 0 16,0-1 0-16,2-2 0 15,2 2 0-15,0-1 0 0,-1 0 0 0,-2 0 0 0,-1 0 0 0,-2 2-128 16,-2-1 128-16,-1 1-160 0,-1-1 160 0,-4 2 0 16,-3 1 160-16,0-1-32 0,-1 1-128 0,-2 0 0 15,-4 3 0-15,0 0 0 0,-4-2 0 0,-2 3 0 16,-1-3 0-16,-4 1 0 0,0 1 0 0,-2 0 0 0,0-2 0 0,-4 1 0 15,0-1 0-15,0 0 0 16,-3-2 0-16,4 0 0 0,-2 0 0 0,0-4 0 16,0 1 0-16,0-1 0 0,3 0 0 0,4-2 0 15,1-2 0-15,4 2 0 16,1-4-784-16,8 2-160 0,0 0-16 0,1-9-16 16,4-1-3120-16,4-4-640 0</inkml:trace>
  <inkml:trace contextRef="#ctx0" brushRef="#br0" timeOffset="52744.93">12025 8845 55295 0,'0'0'2448'0,"0"0"496"0,0 0-2352 0,0 0-464 0,0 0-128 0,0 0 0 16,0 0 480-16,0 0 80 0,0 0 16 0,0 0 0 16,12-1-112-16,0-1-16 0,-2 1 0 0,3 1 0 0,2 1-448 0,0 1 0 15,2 0 0-15,2 0 0 0,0-2 0 0,2 0 0 16,0-2 0-16,0 2 128 0,0 0-128 0,-1 0 0 15,0 0 0-15,0 0 0 16,-1 0-384-16,2-1-64 0,-3 0 0 0,0-1-16 16,-2 2-1792-16,-2 0-368 0,-2 0-64 0,-1 2-20080 15</inkml:trace>
  <inkml:trace contextRef="#ctx0" brushRef="#br0" timeOffset="52913.83">12128 9003 22111 0,'-13'10'1968'0,"8"-6"-1584"16,5-4-384-16,0 0 0 0,0 0 6016 0,0 0 1104 15,0 0 240-15,0 0 32 0,8 5-4672 0,1-1-928 16,2-1-192-16,2-1-48 0,2 1-592 0,2 0-112 16,1-1-16-16,1 0-16 0,0-1-304 0,1-1-48 0,1 0-16 0,0 0 0 15,1-1-448-15,0-1 0 0,0 1 0 0,2-2 0 32,-1 1-448-32,2-2 0 0,0-1 16 0,-1-1-16704 15,1 0-3344-15</inkml:trace>
  <inkml:trace contextRef="#ctx0" brushRef="#br0" timeOffset="61356.19">13178 9275 22111 0,'0'0'976'0,"-3"9"208"0,-1-2-944 0,1 2-240 16,-1 0 0-16,0-1 0 0,0-3 4944 0,4-5 944 15,-1 7 192-15,1-7 48 0,0 0-3408 0,0 0-672 16,0 0-144-16,0 0-32 0,0 0-400 0,0 0-64 15,0 0-32-15,-4-4 0 0,0 0-736 0,-2-3-160 16,3 1-32-16,-1-3 0 0,0-3-160 0,0 0-32 16,0-1-16-16,0-1 0 0,0-4-112 0,0-3-128 15,0-1 176-15,0-3-176 0,0-5 128 0,-1-16-128 16,0 1 0-16,1-4 0 0,0 0 0 0,0-3 0 0,0 2 0 16,0 1 0-16,2-1 0 0,-1 6 0 0,1 1 0 0,0 6 0 15,0 3 0-15,0 9 0 0,0 7 0 16,-1 7 0-16,-1 3 0 0,4 8 0 0,0 0 0 0,0 0 0 15,-1 10 0-15,0 6 0 0,1 5 0 0,1 5 0 16,0 4 0-16,3 2 0 0,3 2 0 0,2 0 0 16,0 3 0-16,5-2 0 0,3-1 0 0,3-2 0 0,2 0 0 15,3-5 0-15,0-4 0 0,1-2 0 16,0-6 0-16,0-4 0 0,-1-3 0 0,-2-3-144 16,-1-3 144-16,-1-2-128 0,1-3 128 0,-1-3-128 0,-1-4 128 15,-2 1 0-15,-1-4 0 0,0-4-128 16,-3-2 128-16,-1-1 0 0,-1-1 0 0,0-2 0 0,-1-2 0 15,0-1 0-15,-1-1 0 0,1-2 0 0,-1 0 0 0,0-1 0 16,1-1 128-16,-1 1-128 0,-2 3 0 0,0 3 0 16,-4 5 0-16,1 4-128 0,0 4 128 0,-1 3 0 15,-4 8 0-15,0 0 0 0,0 0 0 0,0 0 0 16,2 11 128-16,-2 6-128 0,0 6 128 0,0 3-128 16,0 2 128-16,-2 2-128 0,4 0 0 0,-1 4 0 15,0 3 0-15,2 2 0 0,-1 1 0 0,2-3 0 16,1 1 0-16,2-2 0 0,1-2 0 0,1-1-208 15,1-2 48-15,1-1 16 16,-1-3-1104-16,1-2-224 0,-1-4-32 0,2-3-16 16,-2-2-2048-16,3-1-400 0,3-4-96 0</inkml:trace>
  <inkml:trace contextRef="#ctx0" brushRef="#br0" timeOffset="61861.14">14145 8781 4607 0,'0'-13'192'0,"0"8"64"0,-1 0-256 0,-2-1 0 0,2 1 0 0,1 5 0 15,0 0 9968-15,0 0 1936 0,-5-2 400 0,-2 2 80 16,0 2-8384-16,-1 3-1680 0,0 3-336 0,0 3-64 16,-2 2-1088-16,-1 1-208 0,0 4-48 0,-3 4-16 15,1 5-320-15,0 1-64 0,2 1-16 0,0 1 0 16,2 1-160-16,1 2 0 0,2-3 0 0,2 1 128 0,1-1-128 0,2-3 0 16,2-2 0-16,2-1 0 0,1-2 0 15,2-4 0-15,3 0 0 0,3-2 0 0,-3-2-320 0,3-1 64 16,1-2 16-16,1-2 0 15,1-3-656-15,0 0-144 0,1-1-32 16,2-5 0-16,-1 0-240 0,-1-4-48 0,2-3-16 16,0 1 0-16,-2-3 320 0,1 0 64 0,-1-3 16 0,-3-1 0 15,-3 0-96 1,0-3-16-16,-2 2 0 0,-1-4 0 0,-1 1 848 0,0 2 240 0,-3 1 0 0,0 2 0 0,-2 2 640 16,-1-1 256-16,0 2 64 0,0 3 0 0,0 6 592 0,0 0 128 15,0 0 32-15,0 0 0 0,0 0-368 0,2 8-80 16,-1 1-16-16,2 2 0 0,1 2-544 0,-1 2-128 15,3-1 0-15,-1 0-16 0,0 1-400 0,2-1-160 16,-1-1 128-16,2 3-128 0,1-4 0 0,0-1 0 16,0-2 128-16,3 2-128 0,-3-5 0 0,0 1 0 15,0-3 0-15,1-2 128 0,-1 0-128 0,-2-2 0 16,3 0 0-16,-3-3 128 0,0 1-128 0,-1-1 0 0,0-1 0 16,-1-1 128-16,0-2-128 0,2 1 128 15,-3-2-128-15,-1 0 128 0,1-1-128 16,0 0 192-16,-1-2-192 0,-2 0 192 0,1 0-192 0,-1-2 0 0,1-2-192 0,1-2 192 15,0 0-768-15,1-2-48 16,1 1 0-16,0 0 0 0,1 0-1792 16,5 2-352-16,-1 0-80 0,1-1-18560 0</inkml:trace>
  <inkml:trace contextRef="#ctx0" brushRef="#br0" timeOffset="62124.65">15070 8575 24879 0,'0'0'1088'0,"0"0"256"0,-2-5-1088 0,0 0-256 0,2-1 0 0,0 6 0 0,0 0 5744 0,0 0 1088 16,0 0 208-16,0 0 64 0,-5 4-4224 0,1 3-848 16,-3 2-176-16,2 3-16 0,-2 3-1072 0,0 1-224 15,-5 4-32-15,1 2-16 0,0 3-368 0,-2 3-128 16,0 2 0-16,0 4 144 0,1 1-144 0,1 1 0 16,2 1 0-16,1 0 0 0,2-1 0 0,1 0 0 15,3-1 0-15,2-3 48 0,2-2-48 0,0-2 0 16,5-4 0-16,1-3 0 0,1-4 0 0,3-1 0 15,1-3 0-15,2-1 0 16,2-4-752-16,3-1-80 0,2-5-32 0,0-1 0 16,1-2-1248-16,2-5-240 0,1-3-48 0,2-4-12688 15,0-4-2528-15</inkml:trace>
  <inkml:trace contextRef="#ctx0" brushRef="#br0" timeOffset="62333.67">15522 8737 11055 0,'-8'-16'480'0,"3"10"112"0,-1-1-464 0,0 1-128 16,4-2 0-16,-1 3 0 0,3 5 8944 0,0 0 1760 15,0 0 368-15,0 0 64 0,0 0-7760 0,0 0-1552 0,0 0-304 0,-5 3-64 16,1 4-688-16,1 2-144 0,1 2-32 0,-1 2 0 16,1 2-400-16,-1 3-64 0,2 3-128 0,-1 4 176 15,1 5-176-15,0 1 0 0,-1 1 0 0,1 0 0 16,0-2 0-16,-1-1 0 0,2 1 0 0,0-1 128 16,0-1-128-16,0-4-224 0,-1-1 48 15,0-3 16 1,0-5-640-16,1-2-128 0,0-2-32 0,-2-3 0 0,2-8-1072 0,0 0-208 0,0 0-64 0,0 0-12592 15,0 0-2512-15</inkml:trace>
  <inkml:trace contextRef="#ctx0" brushRef="#br0" timeOffset="62518.77">15212 8729 32255 0,'0'0'1424'0,"-3"-4"304"0,-1-2-1392 0,2 0-336 0,2 6 0 0,0 0 0 0,1-5 4512 0,-1 5 832 16,5-4 160-16,4 0 48 0,2-1-3712 0,0 1-752 15,4-2-128-15,2 2-48 0,5-1-688 0,3-1-224 16,2 1 128-16,3 1-128 0,0-2 0 0,1-1 0 0,2 1 0 0,0-1 0 31,2 3-1120-31,-4-2-176 0,-2 2-48 0,-2 1-14320 16,2 3-2864-16</inkml:trace>
  <inkml:trace contextRef="#ctx0" brushRef="#br0" timeOffset="62915">15682 8837 17503 0,'0'0'1552'0,"0"0"-1232"0,0 0-320 0,0 0 0 16,0 0 6080-16,0 0 1168 0,0 0 240 0,0 0 32 16,0 0-4416-16,0 0-880 0,0 0-176 0,0 0-48 15,12 3-1024-15,0-1-208 0,1 0-32 0,-3 0-16 16,2 2-384-16,0-1-80 0,-3 1 0 0,1-2-16 16,-1 2 208-16,-9-4 64 0,10 3 0 0,-10-3 0 15,6 6-512-15,-2 1 128 0,-1 1-128 0,-2-2 0 0,-1-6 288 0,-1 8 16 16,-2 1 0-16,-1 0 0 0,-1-1-128 0,0 1-32 15,-1-1 0-15,3 1 0 0,-1-1-144 0,1 0 0 16,0-2 144-16,1 1-48 0,2 1-96 0,1 0 0 16,2-1 0-16,2 1 0 0,1-1 0 0,2-1-128 15,-1 1 128-15,2-1 0 0,3 1 0 0,-2-1 0 16,3 1 0-16,2-2 128 0,0 0-128 0,-1 3 0 16,1 1 0-16,-1 0 0 0,-2-2 0 0,-2-1 0 0,-2 1 0 15,-1 1 0-15,-2 1 0 0,-2-3 0 0,-1 3 0 16,-3 1 0-16,-3-1 0 0,0 0 0 15,-3-1 0-15,-2-1 0 0,-1 1 0 0,-2 0 0 16,-1 0 0-16,-1 0 0 0,-1 0 0 0,1-2 0 16,1 1 0-16,-1-1 0 0,-1 1 0 0,-2-1 0 0,2-1 0 0,0-1 0 15,2-1-256-15,2-2-32 0,3 2-16 16,1-3 0 0,1 0-2048-16,6 0-400 0,0 0-96 0</inkml:trace>
  <inkml:trace contextRef="#ctx0" brushRef="#br0" timeOffset="63060.69">16063 8991 46239 0,'0'0'2048'0,"0"0"432"0,0 0-1984 0,9-3-496 0,-1 1 0 0,2-2 0 15,1 1 1584-15,-1-2 208 0,1 0 64 0,2 0 0 16,1-1-896-16,0 1-160 0,2-1-32 0,2-1-16 0,2 1-560 0,2-1-192 16,4-1 144-16,3-1-144 15,1-1-2560-15,8-1-576 0</inkml:trace>
  <inkml:trace contextRef="#ctx0" brushRef="#br0" timeOffset="63483.38">17122 8553 21183 0,'0'0'944'0,"-5"-1"192"0,-5-2-912 0,4 2-224 0,6 1 0 0,9 0 0 16,12 4 7680-16,-8-2 1504 0,-14 3 288 0,-7 5 64 15,-3-1-7104-15,1 4-1408 0,-3 4-304 0,1 0-48 16,0 2-352-16,2 2-64 0,-2 1 0 0,3 3-16 16,0 1-240-16,1 4 128 0,2 1-128 0,-1 1 128 15,2-2-128-15,0-2 0 0,2 0 0 0,0 4 0 16,1-2 0-16,-1-5 0 0,1-1 0 0,-1-5 0 15,0-2-512 1,1-3 16-16,-1-2 0 0,1-3 0 0,2-9-944 0,-4 5-192 16,4-5-32-16,0 0-16 0,0 0-2256 0,-7-2-448 0</inkml:trace>
  <inkml:trace contextRef="#ctx0" brushRef="#br0" timeOffset="63688.81">16650 8563 23039 0,'0'0'2048'15,"0"0"-1648"-15,-3-4-400 0,3 4 0 0,3-5 6528 0,2 3 1216 16,4-5 240-16,2 3 48 0,0 2-5728 0,4-2-1152 16,2 1-240-16,5 1-32 0,4-1-176 0,4 0-16 15,0 1-16-15,5-2 0 0,5 1-432 0,2 1-96 16,1-1-16-16,3-1 0 0,-3 1-128 0,2 2 0 16,0 1 0-16,-2 0 0 15,-2 0-704-15,-1 3-192 0,-7 1-16 0,1 1-16 16,-2 1-2480-16,-4 4-496 0,-4 1-112 0</inkml:trace>
  <inkml:trace contextRef="#ctx0" brushRef="#br0" timeOffset="64001.06">17157 8966 22111 0,'0'0'1968'0,"0"0"-1584"0,0 0-384 0,0 0 0 16,9 7 5632-16,1-1 1056 0,4-3 208 0,0 1 32 15,2 0-4496-15,-1 0-896 0,-1 0-176 0,2 1-32 16,1-3-240-16,0 2-64 0,-1-1 0 0,-1-2 0 15,1 2-256-15,-3-1-64 0,0 2-16 0,-1-2 0 0,-4 2-336 0,-8-4-64 16,0 0-16-16,0 0 0 0,0 7-192 0,-3 4-80 16,-2-1 0-16,-3 2 0 0,-1 2 0 0,-2 1 0 15,-3 0 0-15,0 2 0 0,-1 0 0 0,2 0 0 16,0 0 0-16,2-1 0 16,0-1 0-16,3-3-160 0,-1-1 160 0,4-1-128 0,1 0 128 0,3 1 0 15,2-2 128-15,3-1-128 0,1 1 0 0,2-3 0 16,2-2 0-16,3 2 128 0,2-3-96 0,3 0-32 15,1-3 0-15,3 0 0 0,1-1 0 0,2-2 0 16,3-2 0-16,2-2 0 16,3 1-448-16,1-5-96 0,-1 0-16 0,4-4 0 15,-2-5-2448-15,1-3-512 0,0-4-80 0</inkml:trace>
  <inkml:trace contextRef="#ctx0" brushRef="#br0" timeOffset="64305.23">17748 8316 48495 0,'-10'-3'2144'0,"10"3"448"0,0 0-2080 0,0 0-512 0,0 0 0 0,0 0 0 15,0 0 1136-15,10 7 112 0,-1 0 32 0,1 4 0 16,2 1-256-16,2 2-32 0,2 3-16 0,2 4 0 16,3 2-576-16,2 2-112 0,3 1-32 0,2 7 0 15,2-1-112-15,1 3-16 0,2 2-128 0,-3-1 192 16,0 1-32-16,-3-1-16 0,0 4 0 0,-4 1 0 15,-4 4-16-15,-3 0-128 0,-1 2 192 16,-4 0-64-16,-2 0-128 0,-4-1 0 0,-4-6 0 16,1 2 128-16,-2-6-80 0,-4 1-48 0,-4-1 0 0,0-2 0 0,-1 1 0 0,-3-3 0 15,-2-4 0-15,1-3 0 0,-3 0 0 16,-1 0 0-16,-1-4 0 0,1-1 0 0,0-1 0 0,2-5 0 16,0-1 0-16,1-1 0 15,2-2-1744-15,2-3-352 0</inkml:trace>
  <inkml:trace contextRef="#ctx0" brushRef="#br0" timeOffset="64777.34">18837 8700 38703 0,'0'0'3440'0,"0"0"-2752"0,-5-1-560 0,5 1-128 0,0 0 2976 0,0 0 560 15,0 0 112-15,0 0 32 0,3 8-2416 0,-2 1-496 16,-6 1-80-16,1 2-32 0,4 0-64 0,0 3-16 15,-3 1 0-15,2 1 0 0,1 5-240 0,0-1-48 16,1 3-16-16,1-1 0 0,-1 0-272 0,-1 2 128 16,1-4-128-16,-1 8 0 0,-1-4-144 0,0-3-144 0,-2-3-32 0,0-2 0 31,0-4-976-31,1 0-208 0,0-2-32 0,-1-3-14240 0,2-3-2848 0</inkml:trace>
  <inkml:trace contextRef="#ctx0" brushRef="#br0" timeOffset="64938.62">18611 9003 29487 0,'0'0'2624'0,"0"0"-2112"0,-6 0-512 0,6 0 0 16,0 0 4752-16,0 0 848 0,0 0 160 0,0 0 48 15,0 0-4144-15,11-3-816 0,-1 1-160 0,5-1-48 16,2 0-32-16,2 1-16 0,3-2 0 0,4 0 0 16,3-1-448-16,4 1-144 0,0-3 0 0,5 1 0 15,4-2-512-15,2 0-192 0,2 0-64 0,6-3-15040 16,4 1-3024-16</inkml:trace>
  <inkml:trace contextRef="#ctx0" brushRef="#br0" timeOffset="66068.98">19538 8780 45375 0,'-3'-15'2016'0,"2"10"416"0,-1 0-1952 0,1-1-480 15,1-1 0-15,0 0 0 0,1 1 1056 0,-1 6 112 16,0 0 32-16,0 0 0 0,0 0 224 0,0 0 48 15,0 0 16-15,0 0 0 0,4 9-720 0,-1 5-128 16,1 5-48-16,0 4 0 0,0 5-320 0,-2 3-64 16,-2 3-16-16,1-2 0 0,-1 5-64 0,0-2-128 0,-1 0 176 15,1-1-176-15,0-3 128 0,1-1-128 16,-1-2 0-16,0-5 0 0,0-3 0 0,-1-3 0 0,0-3 0 0,0-1 0 16,-1-1-640-1,2-4-64-15,0-2-32 0,0-6 0 16,0 0-1232-16,0 0-240 0,0 0-48 0,0 0-12832 0,0 0-2560 0</inkml:trace>
  <inkml:trace contextRef="#ctx0" brushRef="#br0" timeOffset="66370.97">19408 8698 31327 0,'-19'-15'1392'0,"11"10"272"0,0-1-1328 0,2 2-336 0,-1-3 0 0,5 1 0 0,-1-2 4368 0,4 3 816 15,2-1 144-15,2 1 48 16,3 1-3520-16,1-1-704 0,5-1-144 0,3 2-32 0,3-3-448 0,3 1-80 15,2-1-32-15,5 1 0 0,3-2-192 0,3 0-32 16,2 0-16-16,2 2 0 0,2-1-176 0,-3 1 128 16,-1 2-128-16,-1 0 128 0,-4 2-128 0,-3 4 0 15,-2 2 0-15,-5-2 0 0,-3 2 144 0,-3 3-144 16,-5-3 160-16,-2 3-160 0,-3 3 256 0,-4 3-32 16,-3 1-16-16,-3 0 0 0,-4 1 16 0,-2 0 0 15,-4 2 0-15,-2 0 0 0,-3 3-96 0,-1-3 0 16,-3 2-128-16,-2 1 192 0,-1-2-192 0,-1 0 0 0,-1-1 128 15,1 3-64-15,1-3-64 0,2 0-192 16,0-2 192-16,2 0-208 16,3-2-800-16,3-2-144 0,2 1-48 15,3-1 0-15,3-1-3280 0,1 0-640 0</inkml:trace>
  <inkml:trace contextRef="#ctx0" brushRef="#br0" timeOffset="66856.89">19853 9016 10127 0,'-5'0'896'0,"-2"0"-704"0,1 0-192 0,1-3 0 0,1 2 9376 0,4 1 1840 15,0 0 368-15,0 0 80 0,0 0-8336 0,0 0-1680 16,0 0-336-16,0 0-64 0,10 1-672 0,3-1-144 16,-1 3-32-16,1-3 0 0,-1 1-256 0,1 0-144 15,0 3 160-15,0-2-160 0,-3 0 128 0,-1 1-128 16,2-1 0-16,-2 2 0 0,-9-4 144 0,8 4-144 15,-8-4 128-15,0 0-128 0,5 7 144 0,-5-7-144 16,1 8 160-16,-1-1-32 0,-1 1-128 0,-3 0 0 16,-3 0 0-16,1 0 0 0,-2 1 0 0,-1-1 0 15,0-1 0-15,-2 1 0 0,2 1 0 0,1-1 0 16,2 0 0-16,1-3 0 0,1 2 0 0,4-7 0 16,0 0 0-16,-1 6 0 15,1-6 0-15,1 8 0 0,-1-8 0 0,4 8 0 0,-4-8 0 0,8 6 0 16,1 0 0-16,0-1 0 0,0-1 0 0,0 0 0 15,1 0 0-15,1 1 0 0,-3-4 0 0,2 2 0 16,-1 1 0-16,0 0 0 0,1 0 0 0,-3-1 0 0,1 1 0 0,-8-4 0 16,7 4 0-16,-7-4 0 0,4 7 0 0,0-1 0 15,-4-6 0-15,1 9 0 0,-4 2 0 0,-1-3 0 16,-1 1 0-16,-1 1 0 0,-2 1 0 0,-1 0 0 16,-3-3 0-16,0 3 0 0,-1-2 0 0,-1 0 0 15,-2 0-176-15,2-1-16 0,-1 0-16 0,1-1 0 16,-2 0 336-16,2-2 64 0,0 0 0 0,-1-1 16 15,1-1-608 1,2-2-128-16,-1 1-32 0,4-2 0 0,1-2-2112 16,2 0-416-16,6 2-96 0</inkml:trace>
  <inkml:trace contextRef="#ctx0" brushRef="#br0" timeOffset="67134.38">20554 8635 27647 0,'0'0'1216'0,"0"0"256"0,0-3-1168 0,-1 0-304 16,1-1 0-16,0 4 0 0,0 0 5456 0,-4 0 1040 16,-1 2 208-16,-3 2 32 0,-1 1-4144 0,-1 5-832 15,-2 1-160-15,-1 5-48 0,-4 0-912 0,0 3-192 16,-3 3-48-16,-2 6 0 0,0 3-288 0,-1 4-112 16,-1 4 0-16,2-1 0 0,0 1 0 0,1 0 0 15,3 2 0-15,2-2 0 0,4 0 0 0,3-3 0 16,1-2 0-16,3-4 0 0,4-4 0 0,2-1 0 15,2-1 0-15,2-2 0 0,1-3 0 0,5-2 0 16,1-1 0-16,1-3 0 16,2-3-432-16,1-2-80 0,4-3 0 0,0-1-16 15,3-1-1456-15,0-3-272 0,2-4-64 0,2-2-20720 16</inkml:trace>
  <inkml:trace contextRef="#ctx0" brushRef="#br0" timeOffset="67485.37">20763 8694 15663 0,'-7'-7'688'0,"4"5"144"0,-3-1-656 0,1-1-176 0,1-1 0 0,0 4 0 16,4 1 8704-16,0 0 1696 0,0 0 352 0,0 9 64 15,0 1-7888-15,2-1-1584 0,-1 3-304 0,2 5-64 16,-1 4-592-16,1 6-128 0,-1 3-32 0,2 1 0 0,1 5-224 0,-1 0 0 16,0 1 0-16,0 1 128 0,1-1-128 0,2 1 0 15,-1-3 0-15,1-3 0 0,1-5 0 0,-3-4 0 16,0-2 0-16,0-1 0 0,-1-7 0 0,0 0 0 15,-1-3 0-15,1-2 0 16,-4-8 0-16,0 0 0 0,0 0 0 0,0 0 0 0,0 0 0 0,0 0 0 16,0 0 0-16,0 0 0 0,0 0 0 0,5-5 0 15,0-2 0-15,0 0 0 0,1-4 0 16,-1 1 0-16,1-3 0 0,2-3 0 0,0-2 0 0,1-6 0 16,0 0 0-16,2-1 0 0,-3-4 0 0,1 2 0 15,0-2 0-15,0 0 0 0,1-1 0 0,1 3 0 16,-1 2 0-16,-1-1 0 0,0 4 0 0,1 2 0 0,-1 2 0 15,-1 5 0 1,-2 0-1184-16,1 4-224 0,-4 1-64 0,-3 8-15104 16,0 0-3040-16</inkml:trace>
  <inkml:trace contextRef="#ctx0" brushRef="#br0" timeOffset="67674.21">20582 9026 26719 0,'-5'2'2368'0,"-2"-1"-1888"0,3-1-480 0,4 0 0 15,0 0 6320-15,0 0 1168 0,0 0 224 0,0 0 48 16,0 0-5424-16,12-1-1088 0,2-3-224 0,3 2-32 16,0-3-768-16,5 1-224 0,0 0 0 0,5-2 128 15,0-1-128-15,3 2 0 0,0-1 0 0,0 0-128 16,2-3-384-16,0 1-64 0,-2 1 0 16,-2 0-16-16,0 2-1504 0,-3 1-288 0,-5 1-64 0,-1 3-12672 15,-1 0-2544-15</inkml:trace>
  <inkml:trace contextRef="#ctx0" brushRef="#br0" timeOffset="68069.72">21012 9046 11967 0,'-16'6'528'0,"11"-3"112"0,0 1-512 0,5-4-128 16,0 0 0-16,0 0 0 0,0 0 7680 0,0 0 1520 15,0 0 288-15,6 5 64 0,2 0-6512 0,3-1-1312 16,-1-1-256-16,3-1-48 0,2 0-784 0,0 0-176 16,1-2-16-16,-2-2-16 0,2 2-48 0,-1 0-16 15,0 2 0-15,-2-2 0 0,-3 2 256 0,-1-1 48 16,-9-1 16-16,0 0 0 0,8 4-176 0,-8-4-16 15,0 0-16-15,0 0 0 0,0 0-288 0,-2 6-64 16,-4 1-128-16,1 1 192 0,-4-1-128 0,0 1-64 16,0 3 0-16,0-2 0 0,0 0 0 0,-1-1 0 15,3-2 0-15,-1 2 0 0,3 0 0 0,1 0 0 16,1-2 0-16,3-6 0 0,0 0 0 0,3 9 0 0,-3-9 0 16,7 8 0-16,3 1 0 0,0-1 0 15,2-1 0-15,-1-1 0 0,3 1 0 0,-3-1 0 0,2-1 0 16,-1 2 0-16,-2-2 0 0,0 2 0 0,-3-1 0 15,0 1 0-15,-2-1 0 0,0 1 0 0,-1-1 0 0,-1 2 0 16,-3-1 0-16,0 1 0 0,-4-1 0 0,0 1 0 16,0 1 0-16,-2 0 0 0,-2 1 0 0,-3 0 0 15,-2 0 0-15,0 0 0 0,-1-1 0 0,-2 1 0 16,1-1 0-16,-1-1 0 0,0-1 0 0,2-1 0 0,0-2 0 16,-1 0 0-16,2-2 0 0,3 2 0 15,-1-4-704-15,2 0-144 16,9 0-32-16,-6-2-24464 0</inkml:trace>
  <inkml:trace contextRef="#ctx0" brushRef="#br0" timeOffset="68226.64">21225 9180 30399 0,'0'0'2704'0,"9"-1"-2160"0,0-3-544 0,4-3 0 0,2 1 4560 0,4 1 816 16,-1-2 144-16,2 2 48 0,-1-2-3632 0,1 2-720 15,-2 0-128-15,3 0-48 0,-3-1-336 0,2 1-80 16,-1 0-16-16,2 0 0 15,2-2-1264-15,0 1-256 0,-1-3-48 0,1 1-15168 16,2-1-3008-16</inkml:trace>
  <inkml:trace contextRef="#ctx0" brushRef="#br0" timeOffset="68585.09">21823 8606 25791 0,'0'0'2304'0,"-1"-5"-1856"0,-2 0-448 0,3 5 0 15,0 0 5792-15,0 0 1056 0,0 0 224 0,0 0 32 16,0 0-4544-16,9 10-928 0,-1 2-176 0,2 1-48 16,0 4-576-16,-1 3-128 0,-3 1-32 0,1 3 0 15,-2 5-528-15,-1 2-144 0,1 3 0 0,-1 1 96 16,0 2-96-16,0-1 0 0,0 1 0 0,1-2 0 16,0 0 0-16,0-3 0 0,-1-1 0 0,1-5 0 15,1-4 0-15,0-2 0 0,1-3 0 0,1-4 0 16,-5-4 0-16,1-1 0 0,-4-8 0 0,0 0 0 0,0 0 0 0,0 0 0 15,7 5 0-15,-7-5 0 0,0 0 0 16,0 0 0-16,4-7 0 0,0-1 0 0,0-1 0 0,1-1 0 16,0-2 0-16,2-2 0 0,-2-4 0 0,1-3 0 15,1-3 0-15,2-3 0 0,1-3 0 0,2-4 0 16,0-2 0-16,1-1 0 0,0 2 0 0,1 2 0 16,-2-2 0-16,1 4 0 15,0-2 0-15,-1 2 0 0,-3 2 0 0,1 0 0 16,-1 5-464-16,-1 2-96 0,-1 2-16 15,-3 3 0-15,-2 3-1744 0,0 3-368 0,-2 3-64 0,0 8-19776 16</inkml:trace>
  <inkml:trace contextRef="#ctx0" brushRef="#br0" timeOffset="68771.21">21734 8838 22111 0,'0'0'1968'0,"-5"7"-1584"0,-1-2-384 0,6-5 0 0,-6 0 6656 0,6 0 1264 0,0 0 240 16,0 0 48-16,0 0-5664 0,8 2-1136 0,3-1-240 0,2 0-32 15,1-1-560-15,4-1-96 0,3-2-32 0,0-1 0 16,2 2-288-16,2-1-160 0,0 0 160 0,1 0-160 16,0-1-240-16,1 0-144 0,2 0-16 0,-1 1-16 15,-2-1-1552-15,-2 4-304 0,-1 4-64 0,-4-1-12896 16,-3 2-2560-16</inkml:trace>
  <inkml:trace contextRef="#ctx0" brushRef="#br0" timeOffset="69065.28">22158 9064 20271 0,'0'0'1792'0,"0"0"-1424"0,0 0-368 0,0 0 0 0,0 0 5328 0,0 0 1008 16,14 8 192-16,1-3 32 0,-2 0-4176 0,1-3-832 16,-1-1-160-16,0 0-48 0,1 2 144 0,-1-3 32 15,-2 2 0-15,-3 2 0 0,1-4-496 0,-9 0-80 16,0 0-32-16,0 0 0 0,0 0-400 0,4 8-96 16,-3 0-16-16,-4 1 0 0,-3 0-288 0,-3 3-112 15,-3 0 0-15,-2 1 0 0,-3 0 0 0,0 0 0 16,-1 0 0-16,2 0 0 0,2-3 0 0,1 1 0 15,2-1 0-15,3-1 0 0,2-1 0 0,3 0 0 16,1 0 0-16,2-8 0 0,0 0 0 0,7 6 0 16,3 3 0-16,1-5 0 0,2 0 0 0,4-1 0 15,2-2 0-15,-1-1 0 0,1-2 0 0,2-2 0 16,1 0 0-16,1-2 0 0,-1 0-144 0,1-3-32 16,-2-2 0-16,-1-2 0 15,-1 0-1168-15,2-8-224 0,-1-1-48 0,0-6-16 16,-3-4-2384-16,2-3-464 0</inkml:trace>
  <inkml:trace contextRef="#ctx0" brushRef="#br0" timeOffset="69359.45">22301 8151 39615 0,'0'0'3520'0,"0"0"-2816"0,0 0-560 0,0 0-144 15,13 10 2816-15,3-3 544 0,0 0 96 0,3 2 32 16,3-1-1952-16,3 2-400 0,3 5-80 0,-2 2-16 0,1 0-448 0,2 3-80 15,1 3-32-15,9 9 0 16,3 2-160-16,-2 1-48 0,0 2 0 0,-2 3 0 0,-4 1-144 0,-1-1-128 16,-2 0 192-16,-1 3-48 0,-8-6-144 0,-2 2 0 15,-1 3 0-15,-1 2 0 0,-2 0 0 0,-2 2 0 16,-2 0 0-16,-3-1 0 0,-2 0 0 0,-3-4 0 16,-4-2 0-16,-2-2 0 15,0-2 0-15,-5 0 0 0,-1-1 0 0,-2-1 0 0,-3-4 0 0,-1-2 0 16,-2-4 0-16,-1 0 0 0,0-3 0 0,0-1 0 15,0-4 0-15,3 1 0 0,-2-3-192 0,-2 1-48 16,0-2 0-16,2-3-25744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8-07T23:49:47.574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812 611 36799 0,'-12'-5'1632'0,"7"2"336"0,0-1-1584 0,-1 0-384 0,2-1 0 0,1 2 0 0,3 3 768 0,0 0 64 16,0 0 0-16,0 0 16 0,0 0 400 0,0 0 80 16,0 0 16-16,5 11 0 0,0 3-704 0,1 0-144 15,-2 3-32-15,2 4 0 0,1 3 16 0,-1 2 0 16,-1 2 0-16,2 6 0 0,-1 3 16 0,2 16 0 15,0 2 0-15,-1 2 0 0,-1-3-160 0,1-1-16 16,-1-6-16-16,1-4 0 0,-2-4-112 16,0-2-32-16,-1-3 0 0,0-4 0 0,-2-5-160 15,1-2 0-15,-2-2 144 0,2-3-144 0,0-4-144 0,-1-2-112 16,0-3 0-16,0-2-16 16,-2-7-2320-16,7 1-464 0,3-2-80 0</inkml:trace>
  <inkml:trace contextRef="#ctx0" brushRef="#br0" timeOffset="632.39">1328 892 24879 0,'0'0'2208'16,"0"0"-1760"-16,0 0-448 0,0 0 0 0,-5 3 3616 0,-1 1 640 0,-2-4 128 15,0 4 32-15,-2 0-1728 0,-2 1-352 0,0 1-64 0,0 2-16 16,1 1-1104-16,-1-1-240 0,2 3-32 0,-2-1-16 15,-1 0-416-15,1 1-64 0,0-1-32 0,3 3 0 16,-3-2-144-16,3-1-16 0,2-1-16 0,0 0 0 16,-1-1-176-16,3 1 0 0,0 1 144 15,1-3-144-15,4-7 0 0,-3 7 0 0,3-7 0 0,3 8 0 0,-3-8 128 0,4 6 0 16,-4-6 0-16,6 7 0 16,5-2-384-16,-1-1-64 0,2-3 0 0,2 0-16 15,2-1 176-15,0 0 160 0,-1 0-208 0,2 2 80 0,0-2 128 0,1 0-160 16,1 2 160-16,-1-2-160 15,0 3 160-15,-1 1 0 0,-3-1 0 0,1 0 0 0,-2 4 0 16,-2-3 0-16,-1 2 0 0,-3 4 0 0,-1 0 0 16,-4 2 0-16,1 1 0 0,-3 1 176 0,-1-2 16 0,-1 0 16 15,-2-1 0-15,-1 1 0 0,-3 0 48 0,-1 1 0 16,-1 0 0-16,-2 1 0 16,-1-2-80-16,0-2-16 0,-1 1 0 0,1-1 0 0,-2-1-160 15,2 0 128-15,3-2-128 0,1-1 128 0,-1 1-128 0,4-1 0 16,1 1 0-16,2 0 0 0,3-7 0 0,0 0 0 15,0 0-160-15,0 0 160 0,7-3-320 0,3 2 48 16,1-5 0-16,2 2 0 0,2-2 16 0,3-2 16 16,2-1 0-16,1-4 0 0,2 0 80 0,-1-3 16 0,1-1 0 15,-1-4 0-15,0-1 144 0,0-2-160 0,0-3 160 0,-2-3-160 16,-1 2 160-16,-2 0 0 0,-4 4 0 0,0 1 0 16,-1 5 0-16,-3 1 0 15,-2 6 0-15,-2 1 0 0,-1 4 144 0,-4 6-144 16,0 0 192-16,0 0-192 0,-4 8 384 0,-2 2-48 0,-2 3 0 0,0 5 0 15,0 6-176-15,-1-1-32 0,0 3-128 0,0 2 192 16,0 4-192-16,1-2 0 0,3-4 0 16,2-2 0-16,2-4 0 0,1-4 0 0,2-1-160 0,2-3 160 15,1-2-832-15,3-2-96 16,4-3-16-16,-2-2 0 0,2-2-880 0,0-4-176 16,0-2-48-16,2-1 0 0,2-4-1136 0,0 0-224 0,1-3-48 15,2-3-7312-15,-2-3-1456 0</inkml:trace>
  <inkml:trace contextRef="#ctx0" brushRef="#br0" timeOffset="997.48">1883 929 13823 0,'-10'2'608'0,"10"-2"128"0,0 0-592 0,-5 4-144 0,-1 0 0 0,0 3 0 0,3 2 6320 0,-3 1 1232 15,2 5 240-15,1 0 48 0,0 5-4880 0,2 3-976 16,-1 5-192-16,0 2-32 0,2 1-704 0,1 2-144 16,0-10-16-16,2 2-16 0,1-2-448 0,1-1-96 15,0 1-16-15,2-5 0 0,-1 0-320 0,1-1 144 0,-1-3-144 16,2-1 0-16,0 2 0 0,0-3 0 0,-2-2 0 0,1-2 0 15,-7-8-256-15,6 2 32 16,-6-2 16-16,7 0 0 0,-7 0-32 0,6-2 0 0,2-2 0 0,0-3 0 16,-3-2 32-16,2-3 0 0,-1-6 0 0,2 0 0 15,0-2 16-15,1-3 0 0,0-3 0 0,3-5 0 16,-2-3-16-16,2 2 0 16,1 0 0-16,0 2 0 0,0 0 208 0,0 2-192 0,-1 5 192 0,0 2-192 15,-2 3 192-15,-1 5 0 0,-1 4-160 16,-1 6 160-16,-7 3 0 0,6 9 128 0,-1 2 0 0,1 3 0 15,-3 0 176-15,1 3 16 0,0 2 16 0,0 3 0 16,0 0-160-16,-1 0-48 0,2 2 0 0,0-1 0 16,0 0-128-16,2 1 0 0,1-5-192 15,1-3 192-15,0-2-768 16,0-1-48-16,2-1 0 0,0-3 0 0,1-2-1664 16,1-3-336-16,-1-3-64 0,2-1 0 0,2-1-816 15,2-1-144-15</inkml:trace>
  <inkml:trace contextRef="#ctx0" brushRef="#br0" timeOffset="1198.49">2643 767 4607 0,'-6'-1'400'0,"1"0"-400"16,0-1 0-16,5 2 0 0,-5 0 6944 0,5 0 1312 15,-4 3 256-15,0 1 48 0,-1 2-4528 0,1 3-912 16,0 3-176-16,0 4-48 0,3-2-1632 0,-2 4-336 16,0 2-64-16,1 2-16 0,-1 3-512 0,2 1-96 15,1 3-32-15,1-1 0 0,2 0-208 0,-2 0 0 16,2 2 0-16,1-1 0 15,2 0-320-15,1-1-96 0,-1-4-32 0,1-1 0 16,-2 0-1664-16,0-3-320 0,0-1-80 0,2-1-16 16,2-1-1520-16,-6-4-304 0</inkml:trace>
  <inkml:trace contextRef="#ctx0" brushRef="#br0" timeOffset="1599.71">2581 1131 32703 0,'-10'0'1456'0,"10"0"288"0,0 0-1392 0,0 0-352 0,1-7 0 0,3 1 0 16,1-1 1840-16,2 2 288 0,1 0 64 0,0 0 16 16,1-2-672-16,1 1-128 0,2-2-16 0,1 1-16 15,-1 0-704-15,-1 0-144 0,2 4-16 16,2-2-16-16,-2 3-192 0,0 0-48 0,1 2 0 0,0 2 0 16,2 1 0-16,-2 4 0 0,-3 3 0 0,1 2 0 0,-1 2 144 0,0 2 32 15,-1 0 0-15,-1 2 0 0,-3 2 16 0,-1 0 16 16,0 1 0-16,-2 1 0 15,0-3-80-15,0-1 0 0,-2-1-16 0,1-3 0 0,0-1-176 16,1-1-16-16,-3-2-16 0,1 0 0 0,-1-3-160 0,0-7 160 16,-1 7-160-16,1-7 160 15,0 0-160-15,0 0 0 0,0 0 144 0,0 0-144 0,0 0 0 0,0 0 0 16,0 0 0-16,0 0 128 0,0 0-128 0,0-7 0 16,1 0 0-16,1-3 0 0,0 0 0 0,2-2 0 15,1-2 0-15,0-4-128 0,2-1 128 0,2 0 0 16,0-3-144-16,2 2 144 0,-1-1 0 0,1 2 0 0,0-1 0 15,0 2 0-15,-1 0-144 0,1 1 144 16,-1 0 0-16,0 4 0 0,1 0-256 0,1 2 48 16,-1 2 16-16,1 1 0 15,0 3-864-15,-2 1-160 0,1 3-48 16,0 2 0-16,2 2-2432 0,-2 3-480 0</inkml:trace>
  <inkml:trace contextRef="#ctx0" brushRef="#br0" timeOffset="2368.53">3396 1188 11967 0,'0'0'1072'0,"0"-8"-864"0,1-3-208 0,-1 0 0 16,0 1 6656-16,0-1 1280 0,-2 1 256 0,1 1 48 16,-1 1-5040-16,1 2-1024 0,1 6-192 0,0 0-32 15,-5-2-688-15,-2 4-144 0,-1 1-32 0,-1 4 0 0,-1 3-448 0,-2 3-112 16,-1 3-16-16,0 5 0 0,-1 1-256 0,2 0-48 15,3 0-16-15,0-1 0 0,0-2-192 0,2-3 0 16,2 1 128-16,1-2-128 0,3-3 0 0,1-2 0 16,1-2-144-16,2 0 144 15,0-1-512-15,3 0-16 0,2-3 0 0,-1-2 0 16,2 0-864-16,2-2-160 0,1-2-48 0,-1 0 0 16,2-1 576-16,0-1 128 0,0-1 0 0,1-1 16 15,-1-4-240-15,0 1-48 0,-2-1-16 0,2-1 0 16,0-3 400-16,0 0 80 0,0-1 0 15,0-3 16-15,2 0 64 0,-1 0 16 0,-1-1 0 16,2 0 0-16,-4 2-256 0,1-1-48 0,0 2-16 0,-1 3 0 16,3 1 208-16,-4 2 32 0,-2 1 16 0,-2 1 0 0,2 1 432 15,-3 2 96-15,1 0 16 0,-1 2 0 0,-5 3 448 0,6-1 112 16,-6 1 16-16,8 0 0 0,1 1 576 0,-2 2 128 16,-2 2 32-16,1 0 0 0,1 2 208 0,1 2 32 15,-2 4 16-15,0 4 0 0,-3 4-160 0,1 2-48 0,0 3 0 0,2 2 0 16,-3 0-96-16,1 0-32 0,-1 1 0 0,0 1 0 15,-1 2-368-15,2 2-80 0,0-3-16 0,-1 2 0 16,-1-2-384-16,2-1-64 0,0-2-32 0,1-2 0 16,-3-2-160-16,0-1 128 0,1-3-128 0,-1-1 128 15,0-5-128-15,-1-1 0 0,2-3 0 0,-2 0 0 16,-1-10 0-16,0 0 0 0,0 0 0 0,0 0-176 16,0 0-144-16,0 0-16 0,-1-8-16 0,-1-1 0 15,1-4-160-15,0-3-16 0,-1-2-16 16,2-6 0-16,0-3-320 0,0-4-64 0,2-3-16 0,-1-2 0 15,0-1-400-15,1 0-96 16,-1 1-16-16,-1-1 0 0,0 2 560 16,1 1 96-16,2 1 32 0,1 3 0 0,-4 0 768 0,1 7 256 0,2 3 0 0,1 4 0 15,-2 1 416-15,2 3 96 0,0 2 0 0,0 1 16 0,1 1 96 16,0 2 16-16,2 0 0 0,-2 0 0 0,3 2-336 0,2 1-64 16,1 2-16-16,0 1 0 0,0 0-288 0,-1 4-64 15,-1 0-128-15,1 4 192 0,-1 1 16 0,-3 2 0 16,1 3 0-16,-2 1 0 0,-1 3 112 0,-2 1 32 15,-2 3 0-15,0 1 0 0,-1 2-64 0,0 0-16 16,-2-3 0-16,1 1 0 0,-2-3-144 0,-2 0-128 16,1-3 144-16,0-1-144 0,-3-2 0 0,3-1 0 0,1-3-208 15,0-1 64 1,-1-2-1328-16,1-1-272 0,4-6-48 0,0 0-16 16,0 0-2112-16,0 0-432 0,0 0-64 0</inkml:trace>
  <inkml:trace contextRef="#ctx0" brushRef="#br0" timeOffset="2540.12">4055 1083 10127 0,'5'-9'448'0,"-5"9"96"0,0 0-544 0,0 0 0 0,0 0 0 16,0 0 0-16,0 0 6240 0,6 10 1136 0,0 2 240 15,-1 2 32-15,-1 2-4144 0,0 3-832 0,-1 3-176 0,1-2-16 16,0 0-1392-16,0-2-288 0,0 0-48 0,0-1-16 16,1-1-400-16,0-2-80 0,1-1 0 0,-1-3-16 15,0 0-240-15,2-5-160 0,-1 0 32 0,1 2 0 16,-1-4-1408-16,1 1-288 0,-7-4-48 0,10 0-16 15,1-2-1808-15,-1-3-352 0,0-2-80 0</inkml:trace>
  <inkml:trace contextRef="#ctx0" brushRef="#br0" timeOffset="2865.81">4328 938 4607 0,'0'0'192'0,"0"0"64"0,0 0-256 0,0 0 0 0,0 0 0 0,0 0 0 0,0 0 5488 0,0 0 1040 16,0 0 224-16,7 1 32 0,-1 2-5312 0,2-3-1056 15,1 0-224-15,0 0-32 0,2 0-160 0,1 0 0 16,2-4 0-16,0 3-176 0,-1-1 176 0,-1-2-160 16,0 2 160-16,0 2-160 0,-1 0 1056 0,-3 0 224 15,-8 0 32-15,0 0 16 0,8 0 1392 0,-8 0 256 16,6 6 64-16,-2 1 16 0,-2 2-720 0,-4 3-160 16,-2 3-32-16,-1 2 0 0,-1 3-768 0,-2 3-144 15,-1 3-48-15,0 2 0 0,-4 2-256 0,-2 0-48 0,1 0-16 0,1-2 0 16,2-3-416-16,2 0-96 0,3-2 0 15,1-4-16-15,1-4-176 0,2 1 0 16,4-4 0-16,2-1 128 0,-1-1-128 0,4-3 0 0,3 0 0 0,3-3-176 16,1 0-16-16,1-3 0 0,2-1 0 15,1-1 0-15,6-3-112 0,1-1-16 0,1-2-16 0,1-2 0 16,3-3-1392 0,7-2-256-16,2-3-64 0,-4 3-20656 0</inkml:trace>
  <inkml:trace contextRef="#ctx0" brushRef="#br0" timeOffset="3768.63">5377 1195 24879 0,'-15'6'1088'0,"10"3"256"0,-2 4-1088 0,1-5-256 0,2-4 0 0,4-4 0 0,0 0 4880 0,0 0 928 15,0 0 176-15,0 0 32 0,0 0-3904 16,0 0-800-16,0 0-160 0,12-5-16 0,-2-4-896 0,2-2-240 16,-2-6 0-16,3 1 0 0,2-3 0 0,-4 1 0 15,1-2 0-15,0 1 0 0,1-1 0 0,0-2 0 16,-4 1 0-16,2 2 0 0,-4-1 0 0,1-1 0 15,-1 1 0-15,-5-1 0 0,1 0 0 0,0 4 0 16,-3 3 0-16,-2 4 128 0,-3 4-128 0,0 2 0 16,0 1 0-16,-5 6 128 0,0 3-128 0,-2 5 160 15,1 6-160-15,-1 2 160 0,-1 9-160 0,0-1 0 16,1 2 0-16,0 0 0 0,1-1 0 0,1 2 0 16,3-1 0-16,3-3 0 0,2-3 0 0,2 0 0 0,2-3 0 0,2-3-176 15,1-1-144-15,1-3-48 16,1-1 0-16,2-3 0 15,1-5-352-15,1-2-80 0,1-2-16 0,1 0 0 16,1-5-80-16,0-1-32 0,3-3 0 0,0-3 0 16,-1-2 272-16,-2-3 48 0,2-3 16 0,-1 0 0 0,1-4 320 15,0 0 64-15,-4 6 16 0,1-2 0 0,1-2 192 0,0-4 0 0,-1 1 0 0,0-6 0 16,0-8 0-16,0 0 0 0,0 0 192 16,0 1-192-16,-1 4 432 0,0 3-32 0,-4 3 0 0,0 4 0 15,-2 3 176-15,1 4 48 0,-3 4 0 0,-2 6 0 16,-1 1 352-16,-1 6 80 0,-1 6 16 0,-1 10 0 15,0 6-304-15,-2 7-64 0,-1 5-16 0,-1 6 0 16,-2 6-352-16,0 6-64 0,0 1-16 0,2 5 0 0,0 0-64 16,2 0-32-16,1-4 0 0,0-4 0 15,0-2-160-15,1 0 0 0,0-5 144 0,0-3-144 0,2-3 0 16,0-3 0-16,0-5 0 16,0-3 0-16,1-6-784 0,0-2-80 15,1-4-16-15,-1 1 0 0,0-6-944 0,-1-9-192 0,0 0-32 0,8 4-16 16,4-7-1936-16,1-1-384 0,-3-8-80 0</inkml:trace>
  <inkml:trace contextRef="#ctx0" brushRef="#br0" timeOffset="3999.71">5978 697 29711 0,'0'-24'1312'0,"1"15"288"0,-1-1-1280 0,0 1-320 0,0 2 0 0,0 7 0 0,0 0 3008 0,0 0 560 15,0 0 96-15,0 0 32 0,0 0-1200 0,-4 11-256 16,-3 3-32-16,4 3-16 0,-1 4-1296 0,0 2-256 15,0 2-48-15,0 4-16 0,0 1-288 0,0 5-64 16,0 4-16-16,0 4 0 0,0 1-208 0,2 2 128 16,2 0-128-16,0 0 0 0,0-1 0 0,1-4 0 15,0-3 0-15,1-4 0 0,-2-3 0 0,0-4-288 0,1-4 32 0,-1 0 16 32,-1 1-1184-32,-1-3-240 0,1-4-64 0,4-3 0 15,-1-2-1984-15,0-3-384 0,-1-3-96 0</inkml:trace>
  <inkml:trace contextRef="#ctx0" brushRef="#br0" timeOffset="4301.37">5558 1074 26719 0,'0'0'2368'0,"0"0"-1888"0,0 0-480 0,0 0 0 0,0 0 3328 0,8 5 576 16,1-3 128-16,1 1 0 0,2-2-2304 0,2 2-448 15,3-3-112-15,3-3-16 0,1-1-384 0,1-2-64 16,2-2-32-16,1-1 0 0,0-3-304 0,1 2-64 15,3-1-16-15,-2 1 0 0,-1-4-160 0,0 2-128 16,2 1 144-16,-4 2-144 0,-3 3 128 0,-2 2-128 16,0 1 0-16,-2 3 0 0,-1 4 192 0,-3 4-48 15,-3 4-16-15,-1 3 0 0,-2 5 224 0,-1 1 32 16,-2 4 16-16,0 2 0 0,-1-1 32 0,-1 0 0 16,1 1 0-16,-2-3 0 0,1-1-256 0,-1 0-48 15,0-5-128-15,-1-3 192 0,2-2-320 0,-1 0-80 16,0-6-16-16,-1-7 0 15,0 0-1568-15,0 0-304 0,0 0-64 0,0 0-16 16,8-3-2800-16,1 1-560 0</inkml:trace>
  <inkml:trace contextRef="#ctx0" brushRef="#br0" timeOffset="4436.05">6141 806 33519 0,'-12'-9'1472'0,"8"7"320"0,4 2-1424 0,-5-4-368 0,1 2 0 0,0-2 0 15,4 4 2480-15,-4-2 416 0,4 2 96 0,0 0 16 16,0 0-1920-16,0 0-384 0,0 0-80 0,0 0-16 15,0 0-1392 1,0 0-288-16,0 0-48 0,8 6-16 0,2 3-2848 0,1 6-576 0</inkml:trace>
  <inkml:trace contextRef="#ctx0" brushRef="#br0" timeOffset="4840.33">6494 960 9215 0,'1'-6'816'0,"0"0"-656"16,1-3-160-16,-1 3 0 0,2 2 5440 0,-3 4 1040 15,0 0 224-15,0 0 32 0,0 0-2784 0,0 0-560 16,-6 2-128-16,-1 9 0 0,-3 1-1216 0,-3 6-224 16,0 4-48-16,-1 5-16 0,-3-1-960 0,1 7-192 15,2 0-32-15,2-2-16 0,1-1-304 0,2-3-48 16,1-2-16-16,2-1 0 0,3-4-192 0,-1 0 0 16,2-4 0-16,4-2 0 0,2-5-320 0,2-2 0 15,2-3 0-15,2-2 0 16,3 1-432-16,3-3-80 0,1-2-32 0,1-1 0 15,-1-4-256-15,0-2-48 0,0 0-16 0,0-4 0 16,-1-3 288-16,-1-1 48 0,2-1 16 0,-1-3 0 0,-3-1 512 0,-3 0 128 16,2 0 0-16,-1-2 16 0,-4 1 176 0,1 0 0 0,-1 0 0 0,-2 3 128 15,1 5 384-15,0 2 64 16,-4 2 32-16,1 3 0 0,-1 1 400 0,-2 7 80 16,0 0 0-16,0 0 16 0,0 0-224 0,0 0-48 15,2 11-16-15,0 2 0 0,0 0-368 0,-1 4-80 16,0 0-16-16,-1 3 0 0,2-3-144 0,-1 2-16 0,0 2-16 0,2 1 0 15,-1-2-176-15,2 1 0 0,-1-2 0 0,1-3 0 16,0-4 0-16,0-2-176 0,0-1 48 0,-1 0 0 16,3-2-944-16,-6-7-176 15,0 0-32-15,0 0-16 0,8 1-2032 0,2-1-384 16,-1-1-96-16</inkml:trace>
  <inkml:trace contextRef="#ctx0" brushRef="#br0" timeOffset="4973.67">6798 849 10127 0,'-7'-4'896'0,"1"2"-704"0,0-1-192 0,1 2 0 0,1-2 6848 0,4 3 1344 16,0 0 272-16,0 0 48 0,0 0-6432 0,0 0-1296 15,0 0-256-15,0 0-48 16,0 0-1856-16,7 9-368 0,2 3-80 0</inkml:trace>
  <inkml:trace contextRef="#ctx0" brushRef="#br0" timeOffset="5259.77">6898 1269 21183 0,'0'0'1888'16,"0"0"-1504"-16,0 0-384 0,0 0 0 0,5 7 3952 0,2-2 720 16,-1-3 128-16,1 0 48 0,-7-2-2272 0,9-2-448 15,3-4-80-15,-1-1-32 0,1-2-1104 0,0-2-208 16,1-4-64-16,0 0 0 0,-1-1-336 0,1-4-80 16,0 3-16-16,-2-5 0 0,0 1-64 0,-1-2-16 0,-2 1 0 0,0 1 0 15,-2-1 64-15,0 5 0 0,-4 2 0 0,-2 5 0 16,0 1 112-16,-1 2 16 15,1 7 16-15,-7 0 0 0,0 7 208 0,-3 1 32 0,0 3 16 0,-2 4 0 16,1 2-336-16,-1 2-80 0,3 3-16 0,0 2 0 16,-1-3-160-16,4 1 0 0,3-4 0 0,1 0 0 15,0-1 0-15,2 0-192 0,3-1 64 0,1 1 128 16,0-4-1136 0,1 0-96-16,2-1-32 0,2-1 0 0,1-5-1280 15,2-2-256-15,-2 0-48 0,3-4-16 0,0-3-1632 0,0 0-336 0</inkml:trace>
  <inkml:trace contextRef="#ctx0" brushRef="#br0" timeOffset="5634.82">7298 982 29711 0,'-2'-9'1312'0,"2"8"288"0,0 1-1280 0,0 0-320 0,0-5 0 0,0 5 0 0,0 0 3408 0,0 0 624 16,0 0 128-16,-2 11 32 0,2 1-1856 0,0 2-368 16,0 5-80-16,0 2-16 0,2 1-912 0,-1 1-192 15,-2 2-48-15,1 1 0 0,-2 1-208 0,2-1-32 16,0 1-16-16,2-3 0 0,-2-2-176 0,1-1-32 0,0-4-16 0,1 0 0 15,-4-2-240-15,4-2 144 16,-1-2-144-16,1 0 128 0,-2-11-128 0,4 8 0 0,-4-8 0 0,0 0 0 16,0 0 0-16,0 0 0 15,0 0 0-15,0 0 0 0,0 0 0 0,9-3 0 16,1-2-176-16,-3-2 176 0,0-1-128 0,-1-2 128 0,2-3-128 16,1-4 128-16,1-3-160 0,0-3 160 0,0-2-192 0,2 0 192 15,1-3-224-15,1 0 64 0,-2 5 16 16,0-2 0-16,1 0 144 0,0 2-128 0,0-2 128 0,0 4-128 15,-1 2 128-15,-2 4 0 0,1 4 0 0,-1 3 0 16,-1-1 0-16,0 5 0 0,-1 3 0 0,0 3 0 16,-1 3 0-16,-1 4 0 0,-1 3 0 0,2 8 0 15,-2 2 0-15,-1 1 0 0,-1 2 0 0,0 1 0 16,1 0 0-16,0 2-208 0,1-1 48 0,2-2 16 16,0-2-1648-1,0-1-320-15,-1-5-64 0,1 0 0 0,3 0-2624 0,4-1-528 16</inkml:trace>
  <inkml:trace contextRef="#ctx0" brushRef="#br0" timeOffset="6509.98">8090 1076 5519 0,'0'0'496'16,"0"0"-496"-16,0 0 0 0,0 0 0 0,0 0 6656 0,-6 1 1216 16,1 2 256-16,0 1 64 0,1 0-4288 0,1 2-832 15,1 1-192-15,-2-2-16 0,3 3-1456 0,-1 0-304 16,1 1-48-16,1 0-16 0,1 1-656 0,2 1-144 15,-1-2-32-15,2-1 0 0,-4-8-208 0,7 5 0 16,-7-5 0-16,8 4 0 0,2-3 0 0,-1-1 0 16,0-1 0-16,-1-2 0 0,0-1 0 0,-1-1 0 15,0-3 0-15,0 1 0 0,-2 0-128 0,-1 1 128 16,1-2 0-16,0 0 0 0,1-4 0 0,-1 0 0 16,-1-1 0-16,1-1 0 0,0-2 0 0,0-1 0 15,-1 1 0-15,0 0 0 0,-1 2 0 0,0 2 0 16,-2 3 0-16,-1 1 0 0,0 1 0 0,0 7 0 0,0 0 0 0,0 0 0 15,-7 0 304-15,1 4-48 16,-2 5 0-16,0 1 0 0,-1 0-112 0,-1 4-16 0,-1 3-128 0,-1 3 192 16,1 2-192-16,0 1 0 0,1-2 128 15,1 1-128-15,0 1 0 0,2-3 0 0,3-5 0 16,3 0 0-16,0-2 0 0,1 2 0 0,1-2 0 0,3-1 0 16,0-2-384-16,2-2 48 0,1-2 0 0,4 1 0 15,1-2-240 1,1-1-32-16,0-3-16 0,0-1 0 0,0-2 176 0,2-2 48 0,-1-1 0 0,-1-3 0 15,1-3 400-15,1 1-160 0,0-1 160 0,4-3 0 0,0-2 0 16,1-2 0-16,-1-3 0 0,1 1 0 0,2 0 0 16,-2-2 0-16,-2 1 0 15,-1 0 144-15,-2-1-144 0,-2 4 128 0,-2 3-128 0,-2 2 128 0,0 3 112 0,-2 2 16 16,-2 3 0-16,-5 5 0 0,0 0 384 0,0 0 64 16,0 0 32-16,0 0 0 0,-4 12-112 0,1 2-32 15,-1 4 0-15,-1 0 0 0,0 2-288 16,0-1-64-16,1 2-16 0,3 2 0 0,1-1-224 0,1 0 0 15,1-1 0-15,2-2 0 0,0-2 0 0,4-2 0 16,0-2 0-16,2-2 0 0,1 0-128 0,1 0 128 16,1-4-192-16,0 0 192 0,0-4-256 0,2 0 48 15,-2-2 16-15,2-1 0 0,-2 0 64 0,1-1 128 16,0-2-208-16,1-2 80 0,-5-1 128 0,2-3 0 16,-2-3 0-16,2-1 0 0,0-2 0 0,-2-1 0 0,1-3 0 15,-1 0 0-15,0-2 0 0,2-3 0 16,-1 1 0-16,-1-3 0 0,1 1 0 0,-1 0 0 15,0 2 128-15,0 3-128 0,-1 3 208 0,-3 4-16 0,-1 3-16 0,-1 2 0 16,0 2 304-16,-4 6 64 0,0 0 16 0,0 0 0 16,0 0 16-16,0 0 0 0,1 7 0 0,-2 6 0 15,-1 2-240-15,-4 7-32 0,0 1-16 16,-2 9 0-16,-1 0-96 0,0 5 0 0,0 4-16 16,0-1 0-16,2 0-48 0,0-2 0 0,0 1 0 0,0 1 0 15,1 5-128-15,0 0 160 0,2 4-160 0,1 0 160 0,-1-2-160 16,1 0 128-16,0-1-128 0,2-5 128 0,1-4-80 15,0-5-48-15,-1 0 0 0,1-5 0 0,-1 0 0 16,1-2 0-16,0-1 0 0,0-5 0 0,0-2 0 16,0-3 0-16,0-2 0 0,0-3 0 0,0-1 0 0,0-8 0 15,0 0 0-15,0 0 0 0,0 0 0 0,0 0 0 16,0 0-128-16,0 0 128 0,0 0-384 0,0 0 0 16,0 0-16-16,0 0 0 15,0 0-1184-15,0 0-224 0,1-8-48 0,-2-1-21776 0</inkml:trace>
  <inkml:trace contextRef="#ctx0" brushRef="#br0" timeOffset="7291.08">1124 1926 39167 0,'0'0'1728'0,"0"0"368"0,10-6-1680 0,3-1-416 16,3-1 0-16,3 3 0 0,2 0 0 0,4 1 0 16,6 0 0-16,5 0 0 0,1-1 624 0,9 1 80 15,4 0 32-15,6 0 0 0,0 3-336 0,5 0-64 16,3-2-16-16,6 2 0 0,6-2-128 0,7 2-48 0,7-1 0 16,5 0 0-16,1-1 48 0,9 2 0 0,11 0 0 0,3-2 0 15,0-1-192-15,6-2 160 0,6 0-160 0,-38 4 160 16,13-2-160-16,12 0 160 0,13 0-160 0,3 0 160 15,4-1-160-15,7 0 0 0,5 0 0 0,2 1 128 16,2 0-128-16,1 0 0 0,2 0 0 0,-1 3 0 16,0-1 0-16,2 2 0 15,-34 0 0-15,4 0 0 0,2-1 0 0,1 1 0 0,-2 0 128 0,1 0-128 16,2-1 0-16,-5-1 0 0,-4 1 0 0,26 0 128 16,-12 1-128-16,-10 0 0 0,-5 0 144 0,-14 0-144 15,-9-2 0-15,-9 1 144 0,-5-4-144 0,-5 4 0 0,-4 1 144 16,-4 0-144-16,-18 0 0 0,-1 0 144 0,-3 0 32 15,-3-3 0-15,-6 2 0 0,-2-1 0 16,-4 2 304-16,0-1 64 0,-2 1 16 0,2 0 0 0,-2 0 0 0,-6 0 0 16,-5 0 0-16,-2 0 0 0,-5 0-80 0,0 0-16 15,-5 0 0-15,-1 0 0 0,-9 0-80 0,8 1-32 16,-8-1 0-16,0 0 0 0,8 2-144 0,-8-2-16 16,0 0-16-16,0 0 0 0,0 0-176 0,0 0 192 15,0 0-192-15,0 0 192 0,0 0-192 0,0 0 0 16,0 0 0-16,0 0 128 15,0 0-1296-15,0 0-272 0,0 0-48 0,0 0-21120 0</inkml:trace>
  <inkml:trace contextRef="#ctx0" brushRef="#br0" timeOffset="7821.14">9861 1217 28559 0,'0'0'1264'0,"0"0"272"0,0 0-1232 0,0 0-304 0,0 0 0 16,0 0 0-16,16 1 3504 0,0 1 640 15,-1-2 128-15,5 0 16 0,-1 0-3008 0,4 0-624 16,1-2-112-16,4 1-32 0,3-2-256 0,3 1-64 15,1-2-16-15,0 0 0 16,2 1-720-16,1-1-144 0,-1-2-16 0,-8 2-12656 16,0-3-2512-16</inkml:trace>
  <inkml:trace contextRef="#ctx0" brushRef="#br0" timeOffset="8219.83">10842 1006 31327 0,'0'0'2784'0,"0"0"-2224"0,0 0-560 0,0 0 0 15,0 0 3024-15,-3 13 496 0,0 0 112 0,3-1 16 16,0 2-2464-16,0 2-480 0,3-1-112 0,0 3-16 0,-1 1 64 16,1-1 16-16,1 0 0 0,-2 0 0 0,4-3-208 0,-2 0-64 15,-2-4 0-15,1 1 0 0,-1-3-96 0,-2-9-32 16,0 0 0-16,0 0 0 0,0 0-64 0,0 0-32 15,0 0 0-15,0 0 0 0,7-4-160 0,1-1 160 16,-2-2-160-16,2-2 160 0,-1-3-160 0,0-1 0 16,0-2 0-16,1-2 128 0,2-2-128 0,2-2 0 15,-2-2 0-15,5-2 0 0,2-1-192 16,0 1 192-16,1 1-192 0,0 0 192 0,2 3-192 16,-2 2 192-16,-1 2-160 0,-2 6 160 0,-1 2 0 15,-3 5-144-15,0 4 144 0,-2 0 0 0,-1 4 0 0,-2 3 0 16,-2 2 0-16,0 5 0 0,-1 3 240 0,-1 5-32 15,1 3 0-15,1 1 0 0,-3-1-80 0,0 4-128 16,1-3 176-16,0 0-176 0,1-1 0 0,3-2 0 16,0-1 0-16,0-2 0 15,1-5-1344-15,0-2-208 0,4-2-48 0,3-2-16 0,2-1-2512 16,-6-3-496-16</inkml:trace>
  <inkml:trace contextRef="#ctx0" brushRef="#br0" timeOffset="8505.23">11496 933 18431 0,'0'0'816'0,"0"0"160"0,-5 4-784 16,-3 2-192-16,0 1 0 0,-1 3 0 0,-1 3 5984 0,-1 3 1152 0,2-2 224 0,0 4 64 0,0-1-4672 0,0 3-912 15,2-1-192-15,1 0-48 0,-1-1-832 0,3-1-160 16,3-1-32-16,4-3-16 16,1-2-400-16,1 0-160 0,1-2 128 0,3-1-128 0,2-3 0 0,1-1-224 15,-2-2 32-15,3-2 0 0,1-3-96 0,-1 0-16 16,2-1 0-16,0-1 0 0,1-2 32 0,0-3 0 15,-2-1 0-15,-2 1 0 0,0 1 16 0,-2-2 16 16,0 0 0-16,-2-1 0 0,-3 0 112 0,-1 0 128 16,0-1-208-16,-2-2 80 0,-4 0 0 0,0 1 0 15,-2 2 0-15,0-1 0 16,-1 2-416-16,-1 0-80 0,1 3-16 0,1-2 0 16,-1 1-1728-16,0 1-336 0,0 0-80 0,1 0-16 15,1 2-1232-15,6-7-256 0</inkml:trace>
  <inkml:trace contextRef="#ctx0" brushRef="#br0" timeOffset="8720.43">11829 676 31263 0,'0'0'1392'0,"0"0"272"0,0 0-1328 0,0 0-336 0,0 0 0 16,0 0 0-16,0 0 2512 0,0 0 432 0,0 0 96 16,0 0 16-16,1 9-912 0,0 0-176 0,-1 2-48 0,0 0 0 15,0 0-1088-15,0 3-240 0,0 3-32 0,0 1-16 16,0 1-384-16,0 0-160 0,0 2 128 0,-1 1-128 15,0 0 0-15,1 2 0 0,0-1 0 0,0-1 0 16,0-1-192-16,0-1-128 0,1-3-32 0,0-2 0 16,1 0-1632-16,-1-2-320 0,0-3-64 0,3 3 0 15,3-4-1888-15,-7-9-368 0</inkml:trace>
  <inkml:trace contextRef="#ctx0" brushRef="#br0" timeOffset="8906.95">11730 793 20271 0,'0'0'1792'0,"0"0"-1424"16,0 0-368-16,0 0 0 0,0 0 5248 0,9-2 992 15,-2 0 192-15,4-2 32 0,1 2-4416 0,1-1-880 16,2 2-176-16,1-2-32 0,0 3-512 0,1-2-112 16,1 0-16-16,1 0 0 0,1-2-320 0,-2 0 0 15,2 1 0-15,-2 2 128 16,0 1-832-16,1 0-144 0,-3 1-48 0,3 2 0 15,-1 0-3024-15,3 0-624 0</inkml:trace>
  <inkml:trace contextRef="#ctx0" brushRef="#br0" timeOffset="9221.86">10790 1525 29487 0,'-7'4'2624'0,"7"-4"-2112"0,0 0-512 0,0 0 0 16,0 0 4848-16,9-3 848 0,4 0 192 0,4-1 16 15,3 1-4512-15,4-4-912 0,4 0-176 0,6 1-48 16,5-2-64-16,7 0 0 0,0 0-16 0,7 1 0 0,1-1-176 0,2-3 192 16,2 1-192-16,-1 0 192 0,2-1-192 0,-1 2 0 15,4-3 144-15,-2 3-144 0,0 3 0 16,-2-1 0-16,-3 2 0 0,-3-2 0 0,-5 0-304 0,-5-1-16 15,-4 3-16-15,-4-1 0 16,-2 2-1328-16,-6 2-256 0,-4 0-48 0,-5 0-16 16,-2 2-768-16,-6 0-144 0,-9 0-48 0,0 0-13840 0</inkml:trace>
  <inkml:trace contextRef="#ctx0" brushRef="#br0" timeOffset="9439.89">10855 1698 28559 0,'-25'13'2544'0,"12"-6"-2032"16,1-6-512-16,12-1 0 0,-9 5 4192 0,9-5 736 15,0 0 160-15,0 0 32 0,0 0-3600 0,13 3-720 16,5-3-144-16,-1-2-16 0,4 1 48 0,4-3 16 0,4-1 0 16,6-2 0-16,9 0-384 0,4 0-64 15,2-2 0-15,5 0-16 0,3-2-80 0,-2 1-16 16,0 1 0-16,2-2 0 0,3 1-144 0,0 0 0 15,-3-1 144-15,-1 2-144 0,-2 1 0 0,-2 2 128 0,-1-1-128 0,-5 1 0 32,-2-1-720-32,-6 1-224 0,-3 0-32 0,0 0-14256 0,1-2-2864 0</inkml:trace>
  <inkml:trace contextRef="#ctx0" brushRef="#br0" timeOffset="9857.18">13212 759 19343 0,'-4'-5'1728'0,"-3"-3"-1392"16,1-2-336-16,-1-2 0 0,1 0 5232 0,-1 1 976 16,2 0 192-16,0 1 32 0,1-1-4640 0,0 2-912 0,-1-1-192 15,0 2-48-15,-2-1 256 0,2 1 64 0,0 3 0 0,-2 2 0 16,-1 1-192-16,1 4-16 0,-3 1-16 0,1 5 0 16,-2-1-224-16,-2 5-32 0,-2 4-16 0,2 3 0 15,-2 4-160-15,-1 3-48 0,0 2 0 0,3 5 0 16,0 3-64-16,1 7-32 0,1 3 0 15,0 2 0-15,3 2-160 0,2 2 192 0,3 0-192 0,1-2 192 16,-1-5-192-16,3 1 0 0,0-3 0 0,1-3 0 16,1-2 0-16,0-3 0 0,0-1 0 0,-1-2 0 15,-1-2-1024 1,1-3-64-16,-1-4-32 0,0 0 0 0,-1-5-1888 16,1-3-384-16,0-1-80 0</inkml:trace>
  <inkml:trace contextRef="#ctx0" brushRef="#br0" timeOffset="10405.92">12659 1354 14735 0,'0'0'640'0,"0"0"160"0,1-8-640 0,2-1-160 15,2-2 0-15,3 0 0 0,4 0 5872 0,1 1 1136 16,2-1 224-16,4 0 64 0,2-1-4704 0,2-1-928 16,3-1-192-16,1-1-48 0,1 1-672 0,1-3-144 15,-1 1-32-15,2-1 0 0,0 2-384 0,0 0-192 16,-2-2 160-16,-1 2-160 0,-4 0 0 0,1 4 128 15,-2 0-128-15,-4 3 0 0,-1 3 0 0,-4 1 144 16,-5 2-144-16,-8 2 128 0,0 0 32 0,0 0 0 16,0 0 0-16,1 10 0 0,-3 2 112 0,-2 1 32 15,-3 0 0-15,0 0 0 0,-1 0-96 0,0 1-16 16,0-1 0-16,2 0 0 0,-1-1-192 0,1 0 128 16,-1-4-128-16,0 1 0 0,2-1 0 0,1-2 0 0,4-6-128 0,0 0 128 31,0 0-496-31,0 0 16 0,0 0 0 0,0 0 0 15,0 0-336-15,0 0-64 0,0 0-16 0,4-6 0 0,0-2 304 16,0-1 48-16,3-2 16 0,0 1 0 0,1-2 208 0,3 0 32 0,0-3 16 0,4-1 0 16,-1-1 80-16,0 2 32 0,2-1 0 0,0 5 0 0,-1 2 160 15,0 4-160-15,-4 3 160 0,1 2-160 0,0 2 320 16,-3 5 64-16,0 2 16 0,-1 3 0 16,0 2 320-16,-2 0 64 0,1 2 16 0,-2 1 0 15,-1 0 64-15,0 0 0 0,0-3 16 0,0 0 0 16,1 1-208-16,-1-4-64 0,0 0 0 0,-2-3 0 0,-2-8-160 15,0 0-32-15,0 0-16 0,0 0 0 0,0 0-16 0,0 0 0 16,0 0 0-16,0 0 0 0,0 0 0 0,0 0 0 16,0 0 0-16,4-6 0 0,0 0-96 0,0-3-128 15,0 1 176-15,1-1-176 0,0-2 0 16,2 0 0-16,1-2 0 0,0 1 0 0,1-5 0 16,1-1 0-16,2-2 0 0,1-1 0 0,0-1-144 0,0 1-48 15,1 0 0-15,-1 2 0 16,6-6-1280-16,-2 7-272 0,0 0-48 0,-3 5-12432 15,-4 5-2480-15</inkml:trace>
  <inkml:trace contextRef="#ctx0" brushRef="#br0" timeOffset="10991.14">14703 925 6447 0,'-9'-3'576'0,"-3"1"-576"0,-1-2 0 0,-1 1 0 0,-2 1 8048 0,-1 2 1488 16,-3-2 320-16,-1 5 48 0,-1-1-6560 0,-3 4-1296 15,-1 0-272-15,0 3-48 0,-3 2-784 0,3 1-160 16,1 2-16-16,2-1-16 0,-1-1-352 0,3 2-64 16,7-2-16-16,1-1 0 0,1 0-320 0,2-1 0 0,-1 2 0 15,5-4 128-15,1 0-128 0,2-2 0 16,2-1-176-16,1-5 176 0,0 0-240 0,0 0 48 0,0 0 16 16,5 4 0-16,1-1-48 0,1-2-16 0,1-1 0 0,0 0 0 15,1-1 80-15,0-4 16 16,0-1 0-16,4 0 0 0,0-2 144 0,0 0-128 0,0-1 128 0,0 3-128 15,2-1 128-15,-1 3 0 0,0 2-144 16,1 0 144-16,-4 2 0 0,1 3-144 0,0 1 144 0,0 0 0 16,-2 2 0-16,2 0 0 0,2 1 0 15,-1 1 0-15,1 0 0 0,3-2-128 0,2 0 128 0,5 0 0 16,1-1-1600-16,-1-1-272 16,-2-2-48-16,4-2-11520 0,3-3-2304 0</inkml:trace>
  <inkml:trace contextRef="#ctx0" brushRef="#br0" timeOffset="11757.86">15253 894 17503 0,'0'0'1552'0,"0"0"-1232"0,0 0-320 0,0 0 0 0,0 0 5808 0,-5 5 1104 16,0-1 208-16,1 2 48 0,0 1-4928 0,2-1-1008 15,-1 1-192-15,3-7-32 0,0 0-176 0,0 8-48 16,0-1 0-16,0-7 0 0,0 0-528 0,0 0-96 15,0 0-32-15,0 0 0 0,0 0-128 0,0 0 0 16,0 0 0-16,0 0 0 0,0 0 0 0,0 0 0 16,7-2 0-16,-2-5 0 0,0 1 0 0,-2-2 0 15,-2 1 0-15,0 0 0 0,-1-1 0 0,0-3 0 16,-1 2 0-16,0 1 0 0,-2 1 128 0,0-1-128 0,1 1 0 16,-2-1 128-16,-3 3-128 0,0 3 0 15,-3 0 0-15,-1 4 0 0,-2 0 0 0,0 5 0 0,-4 2 144 0,-2 4-144 16,2 3 144-16,-2 2-144 0,3-5 192 0,-1 4-192 15,3 2 320-15,0 0-64 0,2 0 0 16,1 1 0-16,2-1-64 0,3 0-32 0,4-1 0 16,1 5 0-16,2-2-160 0,5-3 0 0,2-2-160 0,1-2 160 0,1-3-288 15,3-2 32-15,3-5 16 16,2 0 0-16,-1-2-64 0,1 0-16 0,2-4 0 0,-1-2 0 16,1-1 112-16,-3-1 16 0,1-2 0 0,-1 0 0 15,-1-1 192-15,-1-1-176 0,2-2 176 0,0-3-160 0,0 0 160 0,0-2 0 16,-1-3 0-16,-1 1 0 0,1-1 0 15,-2 1 0-15,-1 0 0 0,-1 1 0 0,-3 2 0 0,-1 3 128 16,-3 3-128-16,-1 2 0 0,-2 2 0 0,-2 6 144 16,0 0-144-16,0 0 0 0,0 0 320 0,-7 0-32 15,0 2-16-15,1 3 0 0,-1 2-112 0,1 2-32 16,1 3 0-16,1-2 0 0,0 3-128 0,1 2 0 16,1-1 0-16,2 0 0 0,0 1 0 0,1-2 0 15,0 0-128-15,2-1 128 0,2 1 0 0,2-3-176 16,-1-2 176-16,2-2-128 0,2 0-64 0,3-1-16 0,0-1 0 15,-1-2 0-15,0-2 0 0,1 0 0 16,-1 0 0-16,1-1 0 0,1-3 208 0,-1-1-176 0,-2 1 176 16,-2-3-160-16,1 2 160 0,1 0 0 15,0-3 0-15,1-1 0 0,-2-3 0 0,2 1 0 16,-1-4 0-16,0 1 0 0,4-3 0 0,-2 4 144 16,-3 0-144-16,-1 2 0 0,-2 4 192 0,-2 1-64 0,-5 6 0 0,0 0-128 15,0 0 672-15,-3 12 32 16,-1 4 0-16,-3 3 0 0,-2 3-80 0,-2 5-16 15,-1 3 0-15,-1 1 0 0,2-4-272 0,-1 2-48 0,1 1-16 0,1 0 0 16,1-1-96-16,0-2-32 0,1-2 0 0,1-1 0 16,1 1-144-16,1 0 0 0,1-5 0 0,1-2-176 15,2 3-240 1,2-4-48-16,2-6-16 0,1-2 0 0,0-2-1584 16,2-3-320-16,2-1-64 0,2-3-16 0,2-3-928 0,1 0-176 15,-1-2-32-15,1-3-16 0,4-6-672 0,-3-3-144 0</inkml:trace>
  <inkml:trace contextRef="#ctx0" brushRef="#br0" timeOffset="12325.33">15959 999 22335 0,'15'-21'992'16,"-8"10"208"-16,-3-4-960 0,0 2-240 0,-2 0 0 0,1 1 0 0,-3 3 2656 0,0 3 480 15,-1 1 112-15,-3-1 16 0,0 3-512 0,-1 0-112 16,-2 3-16-16,-1 3 0 0,-1-1-1200 0,-1 5-240 16,-3 2-48-16,0 2-16 0,-2 1-656 0,0 4-128 15,0 2-16-15,1 2-16 0,1-1-48 0,1 3-16 16,1-3 0-16,3-1 0 0,2-1-64 0,3-3-16 15,-4 1 0-15,4-2 0 0,3-2-160 0,3 1 0 16,1-2 0-16,1 0-176 0,2-3 176 0,1-3-160 16,1-1 160-16,4-2-160 0,1 1 160 0,2-4-208 15,-1 1 80-15,2-6 128 0,0 1-272 0,1-2 64 16,2-1 16-16,1-3 0 0,0-1 192 16,0-1-176-16,1-2 176 0,1-2-160 0,-1-6 160 0,-1 1 0 15,0-2 0-15,-1 0-128 0,-6 6 128 0,-1 1 0 0,0-1 0 16,-1 2 0-16,-2 1 0 0,-1 1 0 0,-1 2 0 0,-3 5 0 15,-1-1 0-15,-4 9 256 0,0 0-64 0,0 0-16 16,-6 3 352-16,-3 3 80 0,-2 5 16 16,0 3 0-16,-3 2-368 0,0 2-80 0,1 3-16 0,0 1 0 15,-3 7-32-15,5-3 0 0,0-3 0 16,5-1 0-16,2 2-128 0,4-5 0 0,1-4 0 16,4 0 128-16,2-4-128 0,1-1-144 0,2-1 144 0,2-1-208 15,0-1 16-15,2-2 0 0,0-4 0 16,2-1 0-16,1-1-32 0,1-2 0 0,0-1 0 0,1-2 0 15,-4-2 64-15,1-1 16 0,-2-1 0 0,3-2 0 16,0-1 144-16,0-4 0 0,0 0 0 0,3-7 0 0,-2 2 0 16,-3 3 0-16,-1 0 0 0,-3 6 0 0,-2 0 0 15,-2 4 0-15,-3 3 0 0,-4 6 0 0,0 0 288 0,0 0 32 16,-7 2 16-16,-1 6 0 0,-1 4 96 16,-1 1 16-16,-2 3 0 0,0 2 0 0,1 1-272 0,-1 1-48 15,0-3-128-15,4 2 192 0,2 0-192 0,1 0 0 16,1-1 0-16,2-1 0 15,2 0-816-15,0 0-96 0,3 0-32 0,1 0 0 16,1-1-1424-16,0 1-304 16,2-2-48-16,-1 1-16 0,2 0-1424 0,1-2-272 0,1-1-64 15</inkml:trace>
  <inkml:trace contextRef="#ctx0" brushRef="#br0" timeOffset="12488.18">16729 1329 14735 0,'0'0'1312'0,"0"0"-1056"16,0 0-256-16,-6 7 0 0,-1-2 6576 0,1 1 1248 15,-1 2 256-15,1 1 48 0,-1 3-4512 0,2-2-912 16,-2 3-176-16,2 1-32 0,-3 0-1456 0,1 1-272 16,0 0-64-16,2 0-16 0,-2 1-432 0,1 1-64 0,-1 0-32 0,1 3 0 15,1-3-160-15,-1-3 0 0,1-1-192 0,0-1 192 16,1-2-2048-16,1-1-272 0,2-2-64 0</inkml:trace>
  <inkml:trace contextRef="#ctx0" brushRef="#br0" timeOffset="12974.89">18393 758 33407 0,'-14'-8'1472'0,"8"6"320"0,1-2-1440 0,-3 0-352 0,-5-5 0 0,1 2 0 15,1 1 1856-15,-1 2 288 0,0 0 64 0,-5-3 16 16,0 1-416-16,2 2-80 0,-1 3 0 16,-1 2-16-16,0 3-816 0,0 0-144 0,-1 2-48 15,0 3 0-15,3 0-128 0,0 3-48 0,-2 4 0 0,0 2 0 16,-1 6-160-16,-1 4-48 0,1 5 0 0,1 3 0 15,2 5-128-15,-1 0-48 0,3 1 0 0,0 1 0 16,1 3-144-16,2-3 0 0,2-3 0 0,0 9 0 16,-1-6 0-16,2-3 0 0,2-5 0 0,3-2-176 15,-1-2-928-15,0-5-192 0,1-2-48 0,-1-5 0 16,2-2-1488-16,-2 0-304 0,1-4-64 0</inkml:trace>
  <inkml:trace contextRef="#ctx0" brushRef="#br0" timeOffset="13484.42">17806 1302 34431 0,'0'0'1536'0,"0"-6"304"0,1-4-1472 0,3 0-368 0,2-2 0 0,1 1 0 0,1 1 1600 0,4 0 256 15,2-2 64-15,2 1 0 0,-2-3-640 0,3 2-128 16,-1-1-32-16,1 0 0 0,1 3-512 0,2 1-96 16,3 1-32-16,-1 1 0 0,2 0-288 0,-3 1-48 0,-3 4-16 0,0 0 0 15,-1 4 80-15,-3 0 16 16,-2 1 0-16,-4 3 0 0,0 5 224 0,-2-1 64 0,-2 3 0 0,-2 3 0 15,-2 1 0-15,-2 1 16 0,-2 0 0 0,0 1 0 16,0-1-144-16,-1-4-16 0,0 2-16 0,1-4 0 16,0-1-352-16,0 0 0 0,-1-5 0 0,2 1 0 15,1-2 0-15,2-5 0 0,0 0 0 0,0 0 0 16,0 0-144-16,0 0 0 0,0 0 0 0,0 0 0 16,2-6-128-16,4-1-32 0,-1-2 0 0,3-3 0 15,2-2 112-15,2-2 0 0,0-1 16 0,1-2 0 16,2-3 16-16,1-1 0 0,-4 6 0 0,1-2 0 0,2 2 0 15,0 1 0-15,-2 2 0 0,-2 4 0 0,1 2 160 0,-1 2-192 16,-4 4 192-16,1 2-192 16,-1 2 320-16,-2 4 48 0,-1 2 16 0,0 5 0 15,-2 2 192-15,1 3 64 0,0 1 0 16,-1 0 0-16,0 1-208 0,-1-2-48 0,0-2 0 16,2-2 0-16,-1-1-192 0,1-1 176 0,0-3-176 0,1-3 160 0,-4-6-160 15,6 4 192-15,-6-4-192 0,0 0 192 0,0 0-48 0,8-1 0 16,-8 1 0-16,8-3 0 0,-2-3 0 0,-1-1 0 15,2-3 0-15,1 0 0 0,0-2-144 0,-1-1 192 16,-1 0-192-16,1-2 192 0,3-2-192 0,0-1 0 16,2-1 0-16,2-2 0 0,2-3 0 0,3 1-224 15,1-4 48-15,7-5 16 16,2 5-2576-16,2-1-512 0,40-28-96 0,-18 26-32 0</inkml:trace>
  <inkml:trace contextRef="#ctx0" brushRef="#br0" timeOffset="13934.86">19762 1037 23951 0,'-8'-8'2128'0,"-1"-4"-1696"0,-2-1-432 0,2-1 0 0,0 0 4320 0,1 1 784 16,-2 2 144-16,-3 2 48 0,1 4-3328 0,-1 2-672 15,1 1-128-15,-2 2-16 0,0 5-192 0,-3 5-16 16,-2 3-16-16,0 6 0 0,-7 9-288 0,-2 2-48 16,0 2-16-16,2-1 0 0,1-4-48 0,3 2-16 15,3-3 0-15,5-2 0 0,5-5-256 0,4-2-64 16,1-3-16-16,4-1 0 0,1-2-304 0,4-2-64 15,1-5-16-15,1 1 0 16,3-4-176-16,1-1-48 0,1-1 0 0,1-2 0 0,3-2 32 0,-1-1 0 16,1-3 0-16,4-4 0 15,-2-2-32-15,0 0 0 0,-2-1 0 16,1-4 0-16,0 1 144 0,0-1 32 0,0 1 0 0,-1 0 0 0,1 1 256 0,-1 1-128 16,-2 3 128-16,1 2 0 0,-4 4 0 0,-1 3 0 15,-4 3 0-15,-6 2 0 0,0 0 128 0,5 7 128 16,1 1 16-16,-3 4 16 0,1 0 32 0,2 2 16 0,-1 0 0 0,1 2 0 15,3 1-336-15,3-1 0 16,4-1 0-16,2 0 0 16,4-1-2064-16,6-6-384 0,3-3-80 0</inkml:trace>
  <inkml:trace contextRef="#ctx0" brushRef="#br0" timeOffset="14271.22">21179 1019 28559 0,'-11'-8'2544'0,"5"5"-2032"16,-3-2-512-16,0-1 0 0,0 0 4592 0,-2 1 816 15,-2 1 160-15,-1 3 48 0,-3 1-3904 0,-1 4-784 16,-5 4-160-16,1 2-16 0,-4 2-16 0,0 5 0 16,-1 2 0-16,2 2 0 0,-1 1-496 0,2 1-112 0,2 0 0 0,3 1-128 15,2-4 256-15,4 1-64 16,2-3-16-16,5 1 0 16,2-1-608-16,5-4-112 0,4 2-32 0,3-7 0 15,3-2-1264-15,3-1-256 0,3 2-48 0,8-5-16 16,3-2-2416-16,-2-1-480 0,12-4-112 0,-8-4-16 0</inkml:trace>
  <inkml:trace contextRef="#ctx0" brushRef="#br0" timeOffset="15447.75">21463 1004 18431 0,'-1'-11'816'0,"1"11"160"0,-3-4-784 0,-2 1-192 16,-4 2 0-16,0-2 0 0,-3 6 5504 0,-4 0 1072 0,1 3 208 0,-4 4 32 15,-1 3-3808-15,0 4-768 0,-1 2-160 0,0 2-32 16,3-1-1056-16,1 1-224 0,0 1-32 0,3 1-16 15,1-1-384-15,4 0-80 0,1-3 0 0,3-2-16 0,2-2-240 16,0-4 0-16,3-1 0 0,3-1 0 16,1-1-192-16,2-2-128 0,-6-6-16 0,12 5-16 15,1-2-192-15,0-3-32 0,2-1-16 0,0-2 0 16,2-1 48-16,1 1 16 0,-1-3 0 0,2-4 0 16,-1-2 208-16,1-3 32 0,2 0 16 0,0-2 0 15,0 0 272-15,0-5-192 0,-2-2 192 0,2 1-160 0,0-2 160 16,-1 0 0-16,-2-1 0 0,-2 4 0 0,-1 1 0 0,0 3 0 15,-2 5 0-15,-4 1 0 0,-3 4 176 16,1 3 16-16,-7 5 0 0,0 0 0 0,0 0 496 0,1 9 96 16,0 3 32-16,-1 4 0 0,-2 2-256 0,-2 0-48 15,-1 3-16-15,-2 2 0 0,1 1-224 16,-1-1-32-16,2 0-16 0,1-1 0 0,0 0-32 0,1-3 0 16,1-3 0-16,1-2 0 0,1-1-192 0,1-3 128 15,0-3-128-15,2 0 0 0,-3-7 0 0,0 0 0 0,0 0 0 0,0 0 0 16,8 1 0-16,1-1 0 15,1-1-160-15,1-3 160 0,-2-4 0 0,1-1 0 16,-1-3 0-16,3-1-128 0,1-1 128 0,0-6 0 16,-2 1-144-16,3-2 144 0,1 1 0 0,2-4-176 15,0-1 176-15,-1 3-128 0,1 1 128 16,-1 4 0-16,-2 1 0 0,-1 5-128 0,-3 3 128 0,0 3 0 0,-4 2 0 16,-6 3 0-16,0 0 0 0,4 6 0 0,-3 6 0 15,-1 1 0-15,-1 3 176 0,0-1-48 0,-2 4 0 0,0-2 0 16,1 1-128-16,1-2 160 0,-1-1-160 0,2 1 160 15,2-2-160-15,0-1 0 0,1-1 0 0,1-2 0 16,-2-2 0-16,4-1 0 0,-1-2 0 0,1 1 0 16,2-4 0-16,1-1 0 0,2-1 0 0,0-1 0 15,1-3-144-15,1 0 144 0,-1-1 0 0,1-2 0 16,1-1 0-16,1-1 0 0,-2-2 0 0,1-2 0 16,0-2-128-16,1 1 128 0,-2-2 0 0,1-1 0 0,-1-1-160 15,0 0 160-15,-1-1-128 0,0 5 128 0,-2 2-160 16,-1 3 160-16,-1 3-192 0,-8 6 192 0,0 0-192 0,0 0 64 15,0 0 128-15,0 0-208 0,0 0 208 0,-1 10 0 16,-1 3 0-16,-2 0 0 0,-1 0 0 0,1 2 0 16,2-2 128-16,-1 1-128 0,0 0 0 0,3 1 0 15,2-4 0-15,-1 1 0 0,-1-1-256 0,4-2 0 16,2-1 0-16,2-2 0 16,-1-1-320-16,1-1-64 0,1-1 0 0,1-2-16 15,2-1-1104-15,-2-1-224 0,1-2-32 0,-1 1-16 16,2-4 672-16,0 2 128 0,-1-2 16 0,1-3 16 15,1 1-80-15,-1-1-32 0,0-2 0 0,2 1 0 0,-1-3 784 0,-1 0 144 16,-2 0 48-16,2-3 0 0,1-1 336 0,-1 0 0 16,-3 0 0-16,1 2 0 0,1 2 608 0,-3 1 32 15,-1 3 16-15,-3 1 0 0,-4 8 816 0,0 0 176 16,0 0 16-16,0 0 16 0,0 0 96 0,-2 10 16 16,-2 5 0-16,-1 2 0 0,-2 2-848 0,0 5-176 15,0 3-16-15,-1 3-16 0,-1 1-352 0,0 2-80 0,-2 1-16 16,1-3 0-16,-2 2-64 0,2-1-16 0,0 1 0 15,1 0 0-15,1-2-208 0,2 0 176 0,-1-2-176 0,2 0 160 16,-1-6-160-16,-1-1 0 0,3-2 0 0,0-5 128 16,0-2-128-16,1-2 0 0,0-3 0 0,3-8 0 0,0 0 0 0,0 0-192 15,0 0 64-15,0 0 128 0,0 0-320 0,-3-6 48 16,1-3 16-16,0-2 0 0,0-2 64 16,2-3 32-16,1-2 0 0,2-3 0 15,1-3-64-15,1 0-16 0,0-5 0 0,3 1 0 0,0-2 32 0,2-2 0 16,1-1 0-16,2 1 0 15,1-5 208-15,2 2 0 0,-2 2 0 0,3 0 0 0,2 1 0 16,1 2 0-16,0 0 0 0,-1 4 0 0,1 1 0 0,-2 3 0 16,1 3 0-16,-2 0 0 0,-1 4 160 0,0 4-32 15,-2 1 0-15,-1 2 0 0,-2 4 0 0,-2 2 0 16,-2 0 0-16,1 4 0 0,-1-1 0 0,-2 3 0 0,-1 2 0 16,-3 1 0-16,-1 5 0 0,-1 1 0 15,-4 5 0-15,-3 3 0 0,-3 1 0 0,0 3 0 0,-4 1 0 16,0 2 0-16,-6 5-128 0,0-2 0 0,0-1 0 0,0-2 0 15,0-4 0-15,3-4 0 0,1-2-224 0,2-1 80 32,2-4-1424-32,2-1-288 0,3-6-48 0,2 0-11936 0,6-6-2400 15</inkml:trace>
  <inkml:trace contextRef="#ctx0" brushRef="#br0" timeOffset="16828.68">22927 878 7359 0,'5'-9'320'0,"-2"4"80"0,0 1-400 0,-3 4 0 0,0 0 0 0,0 0 0 16,0 0 8016-16,0 0 1520 0,-10 9 320 0,-1 3 48 0,-2 2-6560 16,-2 4-1296-16,1 6-272 0,-2 0-48 15,1 3-928-15,0-3-176 0,2 2-48 0,2 2 0 16,0-4-304-16,2 0-64 0,1-1-16 0,3-6 0 0,1-1-192 16,2-2 0-16,0-2 0 0,2-1 0 0,3-1-144 0,3-4-32 15,-6-6 0-15,6 2 0 0,-6-2-128 0,6 0-16 16,1-2-16-16,2-4 0 0,1 1 80 0,1-2 0 15,-1-2 16-15,4-4 0 0,-1-3 240 16,2 1-144-16,-1-2 144 0,2 0-128 0,-1 0 128 0,5-5 0 16,-1-2 0-16,2 1 0 0,0-1 0 0,1 1 0 15,1 1 0-15,-3 1 0 0,1 0 0 0,0 3 0 16,-3 7 0-16,-1-2 0 0,-2 3 192 0,-4 3-48 16,-3 5 0-16,-1 2 0 0,-7 0 240 0,0 0 64 15,1 9 0-15,2 0 0 0,-5 3 80 0,1 3 32 16,-2 1 0-16,1 2 0 0,-1 2-256 0,-1-1-48 15,0 1-16-15,2-1 0 0,-2 4-240 0,3-1 144 16,-2-3-144-16,2-3 128 0,-1-3-128 0,2-1 0 16,0-3 0-16,0-9 128 0,0 0-128 0,0 0 0 0,0 0 0 0,0 0 0 15,7 4 0-15,1-2 0 16,1-4 0-16,-1-2 0 0,-1-3 0 0,1 0 0 0,1-3 0 0,1 0 0 16,-3 1 0-16,1-2 0 0,3 0 0 0,2-4 0 15,1-2 0-15,0-1 0 0,1-1-128 0,-1 0 128 16,4 0-144-16,2 2 144 0,-1-1-192 0,0 2 192 15,-4 3-160-15,1 3 160 0,-3 2-128 0,-1 1 128 16,-3 2 0-16,-3 4-160 0,-6 1 160 0,0 0 0 16,0 7 0-16,-2 4 0 0,-2 1 0 0,-1 3 0 0,-2 2 0 15,1 1 128-15,-1 2-128 0,2 1 0 0,0-3 0 0,-1 2 0 16,2-2 0-16,2 5 0 0,1-2 0 0,2-1 0 16,3-3 0-16,2-2 0 0,2-2 0 0,1-2 0 15,3-2 0-15,1-1 0 0,0-3 0 0,3-1-128 16,2-1 128-16,0-2 0 0,3-2 0 15,-1-2-128-15,-2-1 128 0,0 1 0 0,-2-3 0 0,1-3 0 16,-2 0 0-16,4-2 0 0,-2-3 0 16,-1 0 0-16,0-2 0 0,1 0 0 0,-3 1 0 0,1-4 0 15,0-1 0-15,2-1 0 0,0-1 0 0,0-2 0 16,-2 2 0-16,-1 2 0 0,2-2 0 0,-6 5 128 16,-1 5-128-16,-2 3 0 0,-5 0 0 0,-2 3 0 15,0 6 0-15,-4 0 0 0,-2 4 0 0,-3 2 128 16,-4 6-128-16,-2 1 0 0,4 0 0 0,-2 3 0 15,-2 2 0-15,3-1 0 0,-1 2 0 0,2 1 0 16,0-2 0-16,2 0 0 0,0 7 0 0,5-3 0 16,2-2 0-16,2-2 0 0,1-2-272 15,3-3 48-15,1-1 16 0,3-2 0 0,0-3-128 0,1-1-32 0,1-1 0 16,2 0 0-16,1-5 64 0,0 0 16 16,-1-3 0-16,1 0 0 0,4-2-16 0,0-2 0 0,0-1 0 15,-2-1 0-15,2-1-16 0,-2 1-16 0,-1-2 0 16,3 0 0-16,1-4 144 0,0 0 16 0,1-4 16 0,-1 1 0 15,-1-2 160-15,0 1 0 0,-4 1 0 16,1 1-128-16,-1 2 128 0,-1 0 0 0,-2 3 0 16,1 0 0-16,-5 4 0 0,-1 2 0 15,-5 6 0-15,0 0 128 0,0 0 384 0,0 0 96 0,-2 10 16 16,-1 2 0-16,-1 1-128 0,-1 3-32 16,0 1 0-16,0 1 0 0,1 2-144 0,1-2-48 0,1-3 0 0,-1-2 0 0,2 2-112 0,1-1-32 15,0-2 0-15,0-2 0 0,4-1-128 0,-1-1 128 16,1-1-128-16,-4-7 128 0,8 5-128 0,0-1 0 15,-8-4 0-15,9 0 0 0,-1-3 0 0,4-1 0 16,-1-1 0-16,1-1 0 0,-1-3 0 0,0-1 0 16,2 1 0-16,-1-1 128 0,0-6-128 0,1 1 0 15,0-1 0-15,3-4 0 0,0 0 0 0,1-1 0 16,-1 0 0-16,2 0 0 0,2 1 0 0,1-2 0 16,0 4 0-16,-2 2 0 0,-2 3 0 0,-3 3 0 15,-3 3 128-15,-1 1-128 0,-1 2 0 0,-1 1 0 16,-8 3 0-16,0 0 0 0,0 0 0 0,-2 11 0 15,-4 3 0-15,-1 4 0 0,-4-1 0 0,1 4 128 16,-2 1-128-16,3 2 0 0,-3 1 0 0,4-2 0 16,2 2 128-16,1-3-128 0,2-3 0 0,3 1 0 15,1-3 0-15,3 0 0 0,3-4-144 0,1 0 144 16,1-3-192-16,0-3 192 0,1-2-224 0,2-2 64 16,2-2 16-16,1-2 0 0,-4-2 144 0,4-1-128 15,2 0 128-15,-2-3-128 0,1-3 128 0,-2-3 0 0,1 0-144 0,2 0 144 16,-2-1 0-16,1-3 0 0,-2 0 0 15,2-4 0-15,0-2 0 0,-1-2 0 0,3-1 0 16,-2 0 0-16,0-2 0 0,-1 2 0 0,-2 3 0 0,3 1 0 16,-2 1 0-16,1 1 0 0,-2 2 0 0,-2 2 0 15,0 3 128-15,-2 3-128 0,-4 2 0 0,0 2 128 16,-5 6 32-16,0 0 0 0,0 0 0 0,-5 6 0 0,-3 3 32 16,-1 6 16-16,-2 3 0 0,-1 0 0 0,-1 3-208 15,0 2 144-15,-3 5-144 0,2-1 128 16,-1 2-128-16,2 1 0 0,0-5 0 0,3 1 0 15,2-2-256-15,2 0 0 0,-2-1 16 0,3 0 0 16,2-5-1056 0,0-3-224-16,1-3-32 0,2 0-16 0,1-4-1184 0,4-2-224 0,4-1-48 0,-1-2-9264 15,0-4-1856-15</inkml:trace>
  <inkml:trace contextRef="#ctx0" brushRef="#br0" timeOffset="17025.07">24629 779 44111 0,'0'0'1952'0,"0"0"416"0,0 0-1904 0,10 0-464 0,4 0 0 0,3 0 0 15,3-1 400-15,2-1-16 16,1 0 0-16,2 0 0 0,3 1-192 0,8-2-64 16,3 1 0-16,3-1 0 0,4 2-128 0,-2 0 0 0,0-1 0 0,-1 1 0 31,0 1-1072-31,-4 1-192 0,-3 2-32 0,-4 2-11520 15,-2 4-2304-15</inkml:trace>
  <inkml:trace contextRef="#ctx0" brushRef="#br0" timeOffset="17442.07">20863 1675 26719 0,'0'0'1184'0,"0"0"240"0,0 0-1136 0,0 0-288 0,0 0 0 0,12 0 0 0,4 0 5632 0,3 0 1056 16,2 0 224-16,3 1 32 0,-5 0-4752 0,7 0-944 0,6-1-192 0,3 0-32 15,3-1-496-15,7 0-80 16,10 0-32-16,6-2 0 0,21-2-32 0,3 0-16 16,4-1 0-16,7 1 0 0,9-5-368 0,3 1 144 0,1-1-144 0,9 3 0 15,9-5 128-15,2 1-128 0,-1 2 0 0,8 0 0 16,7 0 0-16,-2 3 0 16,-5 2 0-16,-1 1 0 0,-21 3 0 0,0 0 0 15,1 3 0-15,-4 2 0 0,-2 1 0 0,-4 2 0 16,-8 1 0-16,-4 0 0 0,-4 2 0 0,-9 1-144 0,-3-3 16 0,-7 2 0 31,-8 2-640-31,-6 1-128 0,-4-1-32 0,-10 0 0 16,-8-2-896-16,-9 0-176 0,-10-1-48 0,-2 6-20192 0</inkml:trace>
  <inkml:trace contextRef="#ctx0" brushRef="#br0" timeOffset="17971.34">21081 1935 4607 0,'-26'-6'192'0,"16"3"64"0,-3 1-256 0,2-2 0 16,1 1 0-16,2 0 0 0,8 3 10624 0,0 0 2064 15,0 0 432-15,6-3 64 0,4 1-9600 0,3 1-1936 16,4-2-384-16,5-1-80 0,5 2-528 0,6 0-96 15,3 0-32-15,8-1 0 0,9-2-272 0,7-1-48 16,5-1-16-16,8 1 0 16,-8 0-128-16,8 1-64 0,8-1 0 0,5 2 0 0,3-3 0 15,7-3-240-15,10 1 80 0,2 1 16 0,27-1 144 16,4-2 176-16,-25 2-48 0,5 1 0 0,-2 0-128 0,7 1 0 16,8 0 0-16,-2 1 112 0,-3 0-112 0,-5 2 0 15,-2 1 0-15,-3 0 0 0,0 2 0 0,-9 1 0 16,-9-3 0-16,-8 2 0 0,-5 2 0 0,-5 2 0 15,-5-2 0-15,-10 2 0 0,-6-1 0 0,-7 1 0 16,-6-2 0-16,-6 2 0 0,2-1 0 0,-9 1 0 0,-8-2 0 0,-5 0 0 16,-4 2 0-16,-4 0 0 0,-6-3 0 0,0 0 0 15,1 1 0-15,-8-1 0 0,0 0 0 0,0 0 0 16,0 0 0-16,0 0 0 0,0 0 0 0,0 0 0 0,0 0 0 16,0 0 0-16,0 0 0 0,0 0 0 0,0 0 0 0,0 0 0 15,0 0 0-15,0 0 0 0,4 9 0 0,-4-9 0 16,1 7 0-16,-1-7 0 0,0 0 0 0,0 0 0 15,0 0 0-15,0 0 0 0,1 7 0 0,-1-7 0 16,0 0 0-16,0 0 0 16,0 0-432-16,0 0-80 0,0 0 0 0,0 0-16 15,-4 2-1696-15,4-2-336 0,0 0-64 0</inkml:trace>
  <inkml:trace contextRef="#ctx0" brushRef="#br0" timeOffset="20553.58">2120 3710 26719 0,'-17'1'1184'0,"9"-1"240"0,2-1-1136 0,6 1-288 16,0 0 0-16,0 0 0 0,0 0 3408 0,0 0 624 15,10-6 128-15,3 1 32 0,0 0-2784 0,3 0-576 16,2-2-96-16,2 1-32 0,-1-3-128 0,7 2-16 16,4 2-16-16,3 0 0 0,-1-2-80 0,6 1-16 0,4-2 0 0,1 3 0 15,2-1-176-15,1 1-32 0,-2-1-16 0,1 2 0 16,-1-1-224-16,2 1 144 0,-2-2-144 16,4 3 128-16,1 0-128 0,-1 0 0 0,3-1 0 0,-1 2 0 15,1 0 0-15,-1 2-224 0,-2 2 48 0,-2-2 16 16,-7-2-928-1,-1 2-192-15,-4 0-48 0,-11 0 0 16,0-1-848-16,1 1-160 0,-2-2-32 0,7 2-9120 0,-4 0-1824 0</inkml:trace>
  <inkml:trace contextRef="#ctx0" brushRef="#br0" timeOffset="20864.66">3378 3497 44351 0,'-25'0'1968'0,"12"1"400"0,1 2-1904 0,1-2-464 0,0 2 0 0,11-3 0 0,-10 1 416 0,10-1-16 15,0 0 0-15,0 0 0 0,-9 3 448 0,9-3 96 16,0 0 16-16,0 0 0 0,0 0-576 0,0 0-128 16,0 0 0-16,6 8-16 0,2 0-240 0,2-2 0 15,1 1 0-15,3-1 0 0,3 1 0 0,0-1 0 16,-3 1 0-16,5-1 0 0,-1 1 0 0,2-1-128 0,0 1 128 16,1 1 0-16,-1 1 0 0,-2-3 0 15,-1 1 0-15,-1-1 0 0,-2 2 0 0,-1 1 0 16,0-2 0-16,-1-1 0 0,-4 2 0 0,-2 2 0 15,-3 2 0-15,-3-5 0 0,-2-2 288 0,-1 4-32 16,-4 3-16-16,-1 1 0 0,-4 1 272 0,-1 2 64 16,-2-1 16-16,-3 4 0 0,-2-4-272 0,-2 2-64 0,-2 0-16 0,2-1 0 15,0-2-240-15,0-1-240 0,0-4 48 16,3 1 16 0,5-3-2464-16,2 1-496 0,-10 3-112 0,22-11-16 0</inkml:trace>
  <inkml:trace contextRef="#ctx0" brushRef="#br0" timeOffset="22149.64">4220 3401 24879 0,'-5'0'2208'0,"1"0"-1760"16,-1 0-448-16,5 0 0 0,0 0 3168 0,-4 5 544 16,0 0 128-16,-1 6 0 0,0 4-1616 0,1 5-336 0,0 5-64 0,1 6-16 15,2 5-656-15,1 6-144 0,-1 5-32 0,2 1 0 16,1 2-432-16,2-5-96 16,2-3 0-16,0-4-16 0,1 1-240 0,0-6-64 0,1-5 0 0,1-3 0 15,2-4-128-15,-2-3 0 0,0-2 0 0,0-6 0 16,0-2 0-16,0-3 0 0,2-2 0 15,-2-3-176-15,-1-3-48 0,1 1-16 0,-1-5 0 0,1-1 0 16,-1-3 48-16,0-2 16 0,-1-3 0 0,1 0 0 16,0-1 176-16,-2-2 0 0,2-3-144 0,0-2 144 15,0-3 0-15,-2-2-176 0,4-2 176 0,-1-2-128 0,-1-1 128 16,-2-1 0-16,2 1-144 0,0-1 144 16,-3 5 0-16,1 7 0 0,1 2 0 0,-2 8 0 0,-2 2-192 15,-3 11 192-15,0 0-160 0,0 0 160 0,4 7 0 0,0 6 192 16,-2 5-16-16,0 4 0 0,0 4 64 0,2 2 16 15,-1 0 0-15,1 1 0 0,2 0-256 16,1-3 128-16,-1-3-128 0,2-2 0 0,0-3 0 16,1-1 0-16,-1-4 0 0,0-2 0 0,1-2 0 0,1-3 0 15,-2-2 0-15,0-1-160 0,0-2 160 0,-2 1-160 16,1-4 160-16,-2-2-160 0,0-1 160 0,2-1 0 16,-4-5 0-16,1 2 0 0,0 1 0 0,-1-2 0 15,-1-3 128-15,1-2-128 0,0 0 0 0,-1-5 144 16,2 1-144-16,-1-4 0 0,-2 0 144 0,2-3-144 15,1 1 0-15,0-2 144 0,-2 2-144 0,2 4 0 16,0 0 0-16,0 3-176 0,-1 1-176 0,-1 3-32 0,1 2-16 16,1 4 0-1,1 3-592-15,1 2-112 0,1-1-32 0,1 1 0 16,0 0-288-16,1 2-64 0,1-2-16 0,1 2 0 16,0 1-96-16,1 1 0 0,0 2-16 0,-2 1 0 15,-1 1 800-15,0 4 176 0,-2 4 16 0,-2 5 16 0,-1 6 1088 0,-1 2 224 0,-2 6 32 0,-1 4 16 16,1 1 880-16,-2 2 176 0,0-1 48 0,-1-1 0 15,1-5-640-15,1-2-112 0,0-2-16 0,-1-5-16 16,-1-1-576-16,2-2-112 0,0-3-32 0,0-4 0 16,0-3-176-16,2-3-48 0,-2-7 0 0,0 0 0 15,0 0-128-15,0 0-256 0,0 0 64 0,8-4 16 0,-1-3-96 16,0 0-32-16,-2-3 0 0,0 0 0 0,2-2 64 16,-2-1 16-16,-2-4 0 0,-2 0 0 0,3-1-16 15,0-1 0-15,-2-4 0 0,2 1 0 0,-2-5 80 16,2 1 16-16,-1 0 0 0,1-3 0 0,-2 2 144 0,3-1-128 15,0 3 128-15,0 2-128 0,-2 2 128 0,3 3 0 16,2 2 0-16,-1 3 0 0,-3 3 0 0,0 2 0 16,-4 8 0-16,0 0 0 0,0 0 0 0,9 4 176 15,-1 4-48-15,-3 3 0 0,1 4 160 0,-1 3 32 16,1 4 0-16,-1 2 0 0,-1 4-64 0,0 1-16 16,1 0 0-16,0-2 0 0,-1 0-240 0,0 0 144 15,1-3-144-15,0-2 128 0,2-2-128 0,-2-2 0 16,0-5 144-16,1-2-144 0,-3-5 0 0,3 1 0 15,-6-7 0-15,8 2 0 0,-8-2 0 0,7 0-128 16,0 0 0-16,-1-2 0 0,1-5-32 0,-1-2 0 0,2-1 0 0,0-5 0 16,0 1 0-16,0-3 0 15,-2-2 0-15,2-4 0 0,1 1-16 0,2-4 0 16,0-4 0-16,1-2 0 0,1-4 48 0,0 0 0 16,-1-2 0-16,1 0 0 0,3 0 128 0,-3 3 0 15,-2 3 0-15,1 2 0 0,0 4 0 0,-3 3 192 0,-3 4 0 0,1 4-16 16,-2 8 384-16,2 1 80 0,-7 6 0 15,0 0 16-15,0 0 176 0,5 10 16 0,-1-1 16 16,0 5 0-16,-2 3-128 0,1 4-32 0,0 1 0 0,-2 5 0 16,0 5-320-16,0 2-80 0,1 2-16 0,0 2 0 15,1 0-288-15,1 0 160 0,0-1-160 0,0-1 128 16,0-4-128-16,0 1 0 0,-2-6 0 0,2-2 0 0,1-3-256 16,-1-2-96-16,-1-5-16 0,-1-2 0 15,2-4-1584-15,0-1-320 0,-4-8-64 16,0 0-16-16,8 3-1376 0,1-4-288 0,0-5-48 15</inkml:trace>
  <inkml:trace contextRef="#ctx0" brushRef="#br0" timeOffset="22365.27">5653 3514 11967 0,'-1'-19'528'0,"1"11"112"0,0-1-512 0,0 1-128 16,0 3 0-16,-3 1 0 0,2 0 5120 0,1 4 1008 16,-6-2 192-16,1 5 32 0,-1 2-3088 0,-3 6-608 15,1 2-128-15,0 5-32 0,-1 4-1024 0,-2 3-192 16,1 5-64-16,1 2 0 0,0 4-480 0,0-2-96 15,1 1-32-15,0-1 0 0,0-4-160 0,3-4-48 16,2-1 0-16,3-3 0 0,2-3-272 0,2-1-128 16,-1-3 0-16,5-3 128 0,1-2-304 0,3-2-64 15,2-3-16-15,6 0 0 16,4-2-1168-16,2-3-240 0,1-3-64 0,4-3 0 16,6-2-1552-16,1-1-320 0,3 0-64 0</inkml:trace>
  <inkml:trace contextRef="#ctx0" brushRef="#br0" timeOffset="22648.76">6170 3671 3679 0,'-5'-12'160'0,"3"7"32"0,0-3-192 0,1 0 0 0,0-1 0 0,1 1 0 0,0 0 7296 15,0 2 1424-15,0 6 288 0,0 0 48 0,0 0-5344 0,0 0-1088 16,0 0-192-16,1 9-64 0,0 4-720 0,1 5-160 16,-2 3-16-16,1 5-16 0,0 4-704 0,1 0-144 15,-1 0-32-15,-1 0 0 0,1-1-336 0,2-2-80 16,-1-2-16-16,1-4 0 0,-2-4-144 0,3-2 0 16,0-2-160-16,0-4 160 15,-1 1-1552-15,-3-10-224 0,5 6-32 0,-5-6-16 16,0 0-992-16,8-1-208 0,1-3-48 0,-1-3-14224 0</inkml:trace>
  <inkml:trace contextRef="#ctx0" brushRef="#br0" timeOffset="23286.61">6284 3604 6447 0,'-3'-33'272'0,"1"19"80"0,-2-3-352 0,0 0 0 0,0 3 0 0,0 2 0 0,-2-1 4720 0,2 7 864 16,0-1 176-16,0 4 48 0,4 3-3312 0,0 0-640 15,0 0-144-15,0 0-32 0,0 0-1360 0,0 0-320 0,0 0 0 16,0 0 0-1,6 7-560-15,2 0-80 0,-1-2-32 0,2 0 0 0,0 0 288 0,0-1 48 0,0-1 16 0,0 2 0 16,-1 1 512-16,-1 4 96 0,-1 0 32 0,1 2 0 16,-1 1 896-16,1 2 176 0,-2 4 32 0,1 1 16 15,0 5 448-15,-1 1 96 0,-1 2 0 0,1-2 16 16,0 1-512-16,0 1-96 0,-1-2-32 0,0-3 0 16,0-1-592-16,-1-5-128 0,-2 0-32 0,2-1 0 15,2-6-320-15,-1-1-64 0,0-1-16 0,-4-8 0 16,5 5-208-16,1-1 144 0,1-2-144 0,-7-2 128 0,0 0-128 0,8-3-144 15,-2-1 144-15,1-1-208 16,-2-2 80-16,0 0 128 0,2-4-208 0,-2-1 80 0,0-2 0 0,2-2 0 16,1 1 0-16,-1-6 0 15,0 0-80-15,-1 0-16 0,1-1 0 0,-2 0 0 0,2 1 32 0,0 3 0 16,0 1 0-16,-2 5 0 0,2 4 16 16,-2 3 16-16,-5 5 0 0,0 0 0 0,6 4 160 15,1 4-128-15,-2 2 128 0,-1 3-128 0,0 2 128 0,-1 0 0 16,1 1 128-16,1-1-128 0,1 4 0 0,1-5 0 15,-1 2-192-15,1-3 64 16,3-2-1472-16,2 1-304 0,1-5-48 16,1-3-16-16,2-2 128 0,0-2 32 0,-1-5 0 0,2 1 0 15,0 0 720-15,0-2 128 0,0-2 48 0,1-1 0 16,-2-2 256-16,0 0 48 0,-1-2 16 0,1-2 0 0,-2 2 592 0,-1 0 0 16,0-4 0-16,-2-1 0 0,-2 0 432 0,0-1 48 0,0 1 16 0,-2 3 0 15,-1 0 896-15,-1 2 176 16,-1 3 32-16,0 2 16 0,-4 8 208 0,0 0 32 0,0 0 16 15,0 0 0-15,0 0-432 0,0 0-96 16,0 13 0-16,-1 5-16 0,-2 6-512 0,1 0-112 0,0 5 0 0,1 5-16 16,-3 4-320-16,2 2-64 0,2-2-16 15,0 1 0-15,1 0-288 0,3-1 160 0,1-1-160 0,0-1 128 16,-1 1-128-16,1-1-224 0,-1 1 48 0,1-5 16 16,-1-3-832-1,0-4-160-15,0-3-48 0,-1-1 0 0,-1-4-400 16,1-4-64-16,1-2-32 0,-1-4 0 0,-3-7-1200 15,0 0-240-15,0 0-64 0,0 0-6912 0,3-5-1376 0</inkml:trace>
  <inkml:trace contextRef="#ctx0" brushRef="#br0" timeOffset="23539.67">6958 3613 3679 0,'-20'-19'160'0,"14"12"32"0,1 2-192 0,-1-2 0 15,3 2 0-15,0-1 0 0,3-1 8208 0,1 1 1600 16,2 0 320-16,2 2 64 0,2-1-7184 0,2 3-1424 15,1 2-304-15,3-3-48 0,0 2-560 0,3-2-112 16,1 1-32-16,1 0 0 0,-1 2-336 0,4 2-64 16,1 0 0-16,-2 1-128 0,-2 1 144 0,-1 2-144 15,-4 3 0-15,0 2 144 0,-1 3-144 0,-5 3 192 16,1 3-192-16,-1 3 192 0,-3 3-64 0,-3 1-128 16,-2 0 192-16,-3 1-64 0,0 1-128 0,-1 0 128 0,-2-2-128 15,1-2 128-15,0-4-304 0,-1-2-64 16,-3-3-16-16,1-2 0 15,0-1-2384-15,1-2-496 0,1-1-80 0</inkml:trace>
  <inkml:trace contextRef="#ctx0" brushRef="#br0" timeOffset="24163.77">7442 3511 26719 0,'0'0'2368'0,"0"0"-1888"0,-3 10-480 0,0-4 0 15,2 1 3856-15,-2 0 688 0,-2 5 128 0,1 3 16 16,0 3-2624-16,1 4-528 0,-1 3-96 0,0 0-32 0,0-2-768 0,1 0-176 16,3 2-16-16,2-1-16 0,-1-3-432 0,3 1 128 15,1-4-128-15,1 0 0 0,4-5 0 16,-1-1 0-16,1-3-224 0,2-2 80 16,0-2-304-16,1-1-48 0,1-4-16 0,0-3 0 15,-1-1-32-15,0-1-16 0,-2-3 0 0,-1 0 0 0,1-1 288 0,-1-1 48 16,-1-2 16-16,-2-1 0 0,-1-1 64 0,1-1 16 15,-1 0 0-15,0-2 0 0,-3-1 128 0,0-2 0 16,2 2 0-16,0-2-128 0,-1-1 128 0,-1 6 0 16,2-2 0-16,-1 5 0 0,-3 4 176 0,1 2 16 15,-2 6 0-15,0 0 0 0,0 0 256 0,0 0 64 16,0 0 16-16,-2 6 0 0,0 3-208 0,1 3-64 16,-2 0 0-16,3 5 0 0,3-2-256 0,0 2 0 15,1 0 128-15,2 0-128 0,0-4 0 0,1 2 0 16,-1 0 0-16,2-2 0 0,1 0-384 0,1-1 32 0,1-3 0 15,2-1 0 1,0-3-528-16,1-1-96 0,1-3-32 0,-1-2 0 16,2-2-32-16,-1 0-16 0,1-1 0 0,0-4 0 15,1-1 256-15,-2-3 48 0,1-1 16 0,-2 1 0 16,-1-2 96-16,-1-2 0 0,0-5 16 0,1 0 0 0,1-2 112 16,2-3 0-16,-2-1 16 0,0-2 0 0,1-2 192 0,0 1 48 15,-2-4 0-15,-1 2 0 0,-3 0 256 0,0-1 0 0,-1 2 176 0,1 4-176 16,-2 2 864-16,-2 7 64 0,-2 2 16 0,-2 5 0 15,-1 4 640-15,0 7 128 0,0 0 16 0,0 0 16 0,0 0-112 0,-4 9-32 16,1 4 0-16,1 2 0 0,-2 5-832 16,1 1-192-16,3-4-16 0,0 2-16 0,-1 4-384 0,0 3-160 15,-1-2 128-15,2 2-128 0,0 3 0 0,0-3 0 16,0 2 0-16,0 2 0 0,0-2-144 0,0 0-16 16,0-1 0-16,0-1 0 15,2 0-224-15,-2-4-32 0,0-1-16 0,0-1 0 16,-2-2-784-16,2-2-144 15,2-3-48-15,-2-3 0 0,0-1-1216 0,1-5-256 0,-1-4-64 16,0 0-13056-16</inkml:trace>
  <inkml:trace contextRef="#ctx0" brushRef="#br0" timeOffset="24376.27">7830 3513 36159 0,'0'0'1600'0,"0"0"336"0,0 0-1552 0,0 0-384 15,0 0 0-15,0 0 0 0,0 0 1280 0,0 0 160 0,9 1 32 16,2 0 16-16,0 1-656 0,4-2-128 16,2 0-16-16,4 0-16 0,2-2-352 0,6 0-80 0,-6-2-16 0,3 0 0 15,3 0-224-15,1 0 0 0,3-1 0 0,0 0 0 32,1-2-960-32,4 1-192 0,3-1-48 0,3 1-11328 0,4-1-2256 0</inkml:trace>
  <inkml:trace contextRef="#ctx0" brushRef="#br0" timeOffset="24884.41">9507 2824 19343 0,'-12'-5'1728'0,"5"4"-1392"0,0-2-336 16,-2 2 0-16,1 1 4048 0,1-1 752 16,1 2 128-16,-3 3 48 0,-6-4-3328 0,3 4-672 0,1 1-128 0,0 3-16 15,0 0 448-15,-1 5 80 0,-1 1 32 0,0 4 0 16,-2 4-560-16,0 8-128 0,-3 2 0 0,-1 9-16 15,1 9-352-15,1 6-64 0,0 5-16 0,-1 2 0 16,0-2 48-16,2 0 0 0,3 2 0 0,1 0 0 0,3-2 16 0,4 0 0 16,4-3 0-16,-1-5 0 0,4-5-176 0,1-5-16 15,3-5-128-15,1-3 192 0,1-5-192 0,3-2 0 16,0-5-192-16,3-1 192 16,0-5-1744-16,3-2-240 0,4-4-64 0,3-4-18528 15</inkml:trace>
  <inkml:trace contextRef="#ctx0" brushRef="#br0" timeOffset="26516.07">9745 3485 21183 0,'0'0'1888'0,"-1"-5"-1504"0,0-1-384 0,-1-2 0 0,1-1 2096 16,1 0 336-16,-3-2 80 0,3 2 16 16,-1 0-1088-16,0 1-224 0,0 2-32 0,-1-4-16 0,1 4 208 0,-2-1 32 15,1 1 16-15,2 6 0 0,0 0-400 16,-7-4-96-16,1 1-16 0,-2 3 0 0,-1 3-32 0,-3 4-16 15,-2 2 0-15,-1 5 0 0,-2 4-192 0,-1 6-32 16,0 2-16-16,0 4 0 0,-2 4-352 0,3-2-64 16,1 3-16-16,3 1 0 0,3-5-64 15,0 0 0-15,3-1-128 0,3-5 192 16,3-2-192-16,2-3 0 0,3-3 0 0,3-4-160 16,2-4-1440-16,4-4-272 0,4-3-64 0,2-6-16 15,5-7-304-15,-1-3-64 0,2-4-16 0,1-4 0 16,1 1-1648-16,-2-5-336 0</inkml:trace>
  <inkml:trace contextRef="#ctx0" brushRef="#br0" timeOffset="27304.19">9889 3457 5519 0,'5'-24'240'0,"-2"14"64"0,-3-2-304 0,1-1 0 16,-2-1 0-16,-2 5 0 0,0-2 5856 0,1 5 1120 15,-4 2 208-15,1 1 48 0,0 3-3664 0,0 3-752 16,-2 2-128-16,1 4-48 0,-2 2-944 0,-1 3-192 16,-2 4-32-16,1 2-16 0,-2 1-832 0,2 2-176 0,-1 2-16 0,2 2-16 15,1-2-160-15,1 1-48 0,0 0 0 0,2-2 0 16,2-2-208-16,1-3 0 15,0-2 128-15,2-2-128 0,2-2 0 0,0-2-160 0,2-2 32 0,0-1 0 32,-4-8-512-32,0 0-80 0,8 4-32 0,0-3 0 15,0-1 16-15,1-1 0 0,0-1 0 0,0-2 0 0,-3-2 272 0,2 1 48 0,-1-4 16 0,-1 0 0 16,1-1 208-16,-1-2 64 0,1-1 0 0,-1-2 0 16,2-3 128-16,0-1-128 0,1-2 128 0,2 0-128 15,-2-1 128-15,2 1 0 0,1 0-144 0,0 1 144 0,0 1 0 0,-1 1 0 16,0 2-144-16,-1 3 144 0,1 3 0 0,-2 2 0 15,-1 3 0-15,-2 2 0 0,-6 3 176 16,0 0 80-16,3 8 32 0,-1 2 0 0,0 2 544 0,-2 4 96 16,-2 3 32-16,0 3 0 0,-1 3-336 0,1 1-64 15,-1 3-16-15,2 1 0 0,-3 0-288 0,1-2-64 16,1-2-16-16,0-1 0 0,1-3-176 0,1-1 192 16,-1-4-192-16,1-2 192 0,1-2-192 15,2-3 0-15,-2-2 144 0,-1-8-144 0,0 0 0 0,0 0 0 16,0 0 0-16,0 0-192 0,6-1-32 0,2-3-16 15,0-4 0-15,0-1 0 0,-2-3 48 0,2-1 16 16,0 1 0-16,1-5 0 0,0-1 176 0,3-3-192 16,-2-1 192-16,1 0-192 0,-1 0 192 15,1-1-128-15,0 0 128 0,1 2-128 0,-1 0 128 0,-1 3 0 0,-1 1 0 16,0 1 0-16,0 3 0 0,-2 6 0 16,-1-3 0-16,0 7 0 0,-6 3 0 0,0 0 144 15,2 6-16-15,0 3-128 0,-1 3 560 0,-2 4 0 16,-2 4 0-16,0 3 0 0,1 0-176 0,-1 3-16 0,1 2-16 15,-1-2 0-15,0-3-192 0,2-1-32 0,0 2-128 0,2-7 192 16,0-2-192-16,1-2 0 0,0-2 128 0,1-3-128 16,-3-8 0-16,4 6 0 0,-4-6 0 0,0 0 0 0,0 0-272 15,8-1 48-15,-1-2 16 0,1-5 0 0,0 1 16 16,0-1 0-16,1-4 0 0,0-1 0 16,0-3 48-16,0-1 16 0,0 2 0 0,1-7 0 0,1-2-16 15,2-1 0-15,0 1 0 0,-1 0 0 16,-3 2 144-16,2 1-160 0,-1 1 160 0,-1 4-160 15,2 0 160-15,-2 4 0 0,-3 3 0 0,-2 5-128 0,-4 4 128 0,0 0 0 16,0 0-144-16,3 7 144 0,-2 3 0 0,-1 3 288 16,-2 5-48-16,0 3-16 0,1 1 32 15,0 3 16-15,-2-1 0 0,2-1 0 0,-1-1-272 0,2-1 0 16,0-1 128-16,2-2-128 0,-1-2 0 0,2-3 0 16,-1-3-208-16,2-1 80 15,0-1-1280-15,-4-8-256 0,7 7-64 0,0-2 0 16,1-5-720-16,0-3-160 0,1-1-16 0,0-1-16 15,3-3-816-15,-2 0-144 0,0 1-48 0,4-4-7168 0</inkml:trace>
  <inkml:trace contextRef="#ctx0" brushRef="#br0" timeOffset="27707.78">10633 3560 7359 0,'7'-22'656'0,"-6"12"-528"0,-2 0-128 0,2 1 0 15,2 0 2640-15,-3 9 496 16,0 0 112-16,0 0 16 0,0 0 0 0,0 0 16 16,0 9 0-16,-2 4 0 0,2 4-416 0,-1 4-96 15,-2 2-16-15,1 2 0 0,0 4-1488 0,1-2-304 16,-1 4-64-16,-1 3-16 0,2-1-528 0,-1 1-96 15,1-4-32-15,1 0 0 0,1-3-224 0,1-2 0 0,-1-6 128 16,0 2-128-16,1-4 0 0,-2-1 0 0,0-3 0 0,0-3 0 16,0-2-240-16,0-8-80 0,0 0-32 0,0 0 0 15,0 0-304-15,0 0-64 16,0 0-16-16,0 0 0 0,0 0 32 0,-3-6 16 0,2-2 0 0,-1-4 0 16,1-1 240-16,0-1 64 0,-1-3 0 0,2-3 0 0,2-2 192 0,-1-3 64 15,0-5 0-15,1 3 0 0,0-2 128 0,2-3 0 16,0-1 0-16,1 2 0 0,2 1 0 15,1 4 0-15,-1-2 0 0,3 4 0 0,0-1 176 16,2 3 16-16,1 1 0 0,0 2 0 0,-1 3 176 0,1 1 32 16,0 2 16-16,0 1 0 0,-2 3-48 0,2 3-16 15,0 1 0-15,-1 1 0 0,-3 1-160 0,-9 3-16 16,9 3-16-16,-2-1 0 0,1 5 144 0,-3 2 16 16,-2 3 16-16,-3 3 0 0,-3 4 304 0,-1 3 48 15,-1 4 16-15,-2 2 0 0,-2 2-256 0,0 0-64 16,0 2 0-16,1-5 0 0,-1-1-192 0,0-2-64 15,-2-2 0-15,4-1 0 0,-3-2-128 16,3-4 0-16,-1-2 0 0,1-4 0 16,1-3-1520-16,6-6-272 0,0 0-64 0,0 0-16 15,0 0-1840-15,0 0-384 0,5-5-64 0</inkml:trace>
  <inkml:trace contextRef="#ctx0" brushRef="#br0" timeOffset="27986.12">10920 3444 11055 0,'0'0'976'0,"0"0"-784"0,0 0-192 0,0 0 0 15,0 0 5504-15,1 8 1072 0,-1 1 208 0,0 2 32 16,0 4-3456-16,0 0-688 0,0 4-144 0,0-1-32 16,0 4-1232-16,0 2-256 0,0-1-48 0,0-1-16 15,0-1-480-15,0 1-80 0,0-2-32 0,2-5 0 0,-1 1-144 16,0-2-16-16,-1-2-16 0,1-3 0 16,-1-9 48-16,0 0 16 0,0 0 0 0,0 0 0 0,0 0-240 15,0 0 176-15,0 0-176 0,0 0 160 0,0 0-160 0,0 0 0 16,0 0 0-16,4-6 0 0,0-3 0 0,1-2 0 15,1 1 0-15,0-5 128 0,-1 0-128 0,2-2 0 16,1-1 0-16,1-3 0 0,3-2-256 0,-1 3 80 16,2-4 16-16,2 1 0 15,-1 3-272-15,0 2-48 16,-1 0-16-16,1 2 0 0,0 2-1184 16,-1 2-240-16,-1 1-64 0,1 4 0 0,0 0-1152 0,1 5-224 0,-1 2-48 0</inkml:trace>
  <inkml:trace contextRef="#ctx0" brushRef="#br0" timeOffset="28262.14">11226 3712 15663 0,'0'0'688'0,"9"-2"144"0,1-2-656 0,1-1-176 15,2-1 0-15,0 0 0 0,0-2 1808 0,0 0 336 16,0-2 64-16,2-1 16 0,-1 0-144 0,1-2-32 16,-2 1 0-16,1-3 0 0,0 0-464 0,-1-1-112 15,2 1 0-15,-2 0-16 0,-6 2-384 0,1-1-80 0,0 1-16 16,-4 4 0-16,0 2 176 0,-4 7 48 0,0 0 0 0,0 0 0 15,0 0 304-15,-8 3 64 0,-4 2 16 0,1 3 0 16,-2 2-496-16,0 3-80 0,2 2-32 0,-1 0 0 16,5-2-528-16,-1 2-128 0,1-1 0 0,1 0-16 15,1-1-304-15,1 2 0 0,1-2 0 0,2-3 0 16,1 1 0-16,1-2-304 0,2-2 64 0,3 0 16 16,2-2-1632-16,2-2-320 0,1-2-64 15,3-2 0-15,2-4-1792 0,1-5-368 16</inkml:trace>
  <inkml:trace contextRef="#ctx0" brushRef="#br0" timeOffset="28618.07">11830 3369 5519 0,'-5'-15'240'15,"2"10"64"-15,-1-1-304 0,-1 1 0 0,0-1 0 0,0 2 0 0,-2 1 8832 0,-1-1 1728 16,-1 3 320-16,-3 0 80 0,1-2-7232 16,-1 3-1440-16,-1 3-304 0,0-2-48 0,1 1-960 0,0 1-192 15,1 1-32-15,-1 1-16 0,3 0-448 0,0 2-96 16,0-1 0-16,-1 4-16 0,1-3-176 0,0 1 0 15,1 0 0-15,2 1 0 0,-1 2 0 0,3-1 0 0,0 2 0 0,3-2 0 16,0-2 0-16,1-8-176 16,2 9 176-16,2-2-128 0,2 0-96 0,-1 0-16 15,3 0 0-15,1-2 0 0,1-1-80 0,3 0-32 0,3-2 0 0,1 2 0 16,0-1-16-16,0-1 0 16,2 0 0-16,-2-1 0 0,0 0 144 0,-1 0 32 0,-3 2 0 0,-1 1 0 15,-2 1 192-15,-1 0 0 0,-1 1 0 0,-8-6 0 16,3 6 0-16,-3 1 128 15,-3 1 16-15,-2 1 0 0,-2-3 256 0,-1 3 48 0,-2 0 16 0,1 1 0 16,-3-1-208-16,0 0-32 0,-1-1-16 16,0-1 0-16,-2 1-208 0,2-1 0 0,0-2 0 0,1-1 0 15,1 0-592 1,2-2-224-16,1 0-32 0,2-1-16 0,6-1-1184 0,0 0-256 0,0 0-32 0,5-6-16 16,6-2-1552-16,3-3-320 15,3 0-64-15</inkml:trace>
  <inkml:trace contextRef="#ctx0" brushRef="#br0" timeOffset="29559.9">12027 3335 8287 0,'6'-7'736'0,"3"-2"-592"16,1-1-144-16,-1 1 0 0,-1 0 5648 0,-3 1 1104 16,-1 2 224-16,-4 6 32 0,0 0-3152 0,0 0-624 15,0 0-128-15,0 0-32 0,0 0-1152 0,0 0-224 16,-6 0-48-16,0 1-16 0,-2 3-800 0,0 3-176 16,0 0-16-16,1 3-16 0,-1 0-320 0,0 2-64 15,-2 1-16-15,-1 0 0 0,1 1-224 0,1-2 0 16,-1 0 128-16,3 1-128 0,-1-3 0 0,3 2 0 15,-1-1 0-15,2 0 0 0,3-2 0 0,1-1 0 16,1 0 0-16,3-2-160 0,2-1-112 0,0 1-32 16,3-4 0-16,2 2 0 15,-1-1-144-15,3-1-48 0,1 0 0 0,3-2 0 16,0-2-64-16,3 1-16 0,1 0 0 0,0-1 0 16,-1 1-32-16,1 1-16 0,-1-2 0 0,1 0 0 15,-3 0 448-15,-2 2 176 0,-2-3-128 0,-2 2 128 0,-2 1 0 0,-3 1 0 0,-7-1 0 16,0 0 0-16,0 0 464 0,0 0 176 0,-6 5 48 15,-1 2 0-15,-2-1 48 0,-2 2 16 0,-1 1 0 16,-1 2 0-16,0-1-352 0,-1 3-64 0,-2-2-16 16,1 2 0-16,-1 1-320 0,0 0 144 0,1-1-144 15,0 2 0-15,2-2 0 0,2-2 0 0,0 2 0 0,2-1 0 16,3-3-512 0,0 0 0-16,2-1 0 0,2 0 0 0,2-8-1808 15,0 0-368-15,0 0-80 0,5 7-16 0,3-5 352 0,2 0 64 16,3-4 0-16,3 0 16 0,1-2 688 0,4-2 144 15,2-1 32-15,3-2 0 0,4-3-1152 0,-2 3-240 0,-1-6-32 16,0 1-16-16,2 0 1152 0,-3-5 240 0,-5 1 32 0,-1 0 16 16,-3 0 2128-16,-1-1 416 0,-1 1 96 0,-1-1 0 0,-2 3 1520 0,-2 2 288 15,-2-3 64-15,0 4 16 0,-3 0 32 16,-1 2 16-16,0 5 0 0,-3-1 0 0,-1 7-608 0,0 0-128 16,-4-6-32-16,4 6 0 0,0 0-768 0,-6 0-144 15,-3 0-48-15,0 0 0 0,1 2-656 0,0 2-128 16,1 3-16-16,-2-2-16 0,0 4-272 15,0 0-48-15,1 0-16 0,0 2 0 0,-1-1-208 0,0 3 144 16,1 0-144-16,2-1 128 0,-1 0-128 0,2-2 0 0,1 0 0 16,2 1 0-16,-1-2 0 0,2 0 0 15,1 0 0-15,1-1 0 0,2-1-352 0,1-1 48 16,-1-3 16-16,3 1 0 16,0-2-288-16,2 0-64 0,1-2-16 0,0-2 0 15,0 0 32-15,2-2 16 0,1-1 0 0,2-3 0 0,-2-1 272 0,-1-1 48 0,1-1 16 16,-2-1 0-16,0-1 144 0,0 0 128 15,0 0-192-15,0-1 192 0,-4-1 0 0,3 2-128 0,-1 0 128 0,0 0 0 16,-2 0 0-16,1 3 0 16,-2-2 0-16,0 4 0 0,-5 8 240 0,0 0 0 0,0 0 0 0,0 0 0 15,0 0 464-15,0 0 112 0,0 0 16 0,-1 8 0 16,0 4-288-16,-1-2-48 0,0 3-16 0,-1 1 0 16,1 1-176-16,0-1-48 0,0 0 0 15,2 2 0-15,0-2-256 0,1 1 128 16,0-1-128-16,2-1 0 0,0-4 0 0,-1 2 0 0,2-1 0 0,-1-3 0 15,-3-7 0-15,0 0 0 0,0 0 0 0,0 0 0 0,0 0 128 0,7 1-128 16,1-2 0-16,-1-3 0 16,-1-1 0-16,1-2 0 0,-1-1 128 15,1 0-128-15,-3-1 0 0,2 0 160 0,0-1-160 0,0-2 128 0,2-1-128 16,1-1 0-16,0-1 0 0,0 2 0 16,0-1 0-16,2 0 0 0,-2-1 0 0,1 1 0 0,2 0-192 0,0-1-64 15,1 1 0-15,-1 2-16 16,1 0-976-16,0 2-192 0,1-1-32 0,2 1-16 15,1 0-1312-15,2-1-256 0,5 2-48 16,-2-1-8912-16,-1 2-1776 0</inkml:trace>
  <inkml:trace contextRef="#ctx0" brushRef="#br0" timeOffset="29876.54">13087 3222 33231 0,'0'0'1472'0,"0"0"304"0,0 0-1424 0,0 0-352 0,0 0 0 0,0 0 0 0,0 0 3008 0,0 0 512 0,0 0 128 0,0 0 0 16,0 0-1600-16,-4 8-320 15,-1-3-64-15,-2 0 0 0,-1 2-816 0,0-1-144 16,2 1-48-16,-5 1 0 0,-2 1-208 0,2 3-32 15,-4-2-16-15,1 2 0 0,1 2-272 0,-1-5-128 0,2 2 128 0,-1-1-128 16,1 0 0-16,2 0 0 16,2-3 0-16,0 0 0 0,0-2 0 0,8-5 0 0,0 0 0 0,0 0 0 15,-6 7 0-15,6-7 0 0,0 6 0 0,0-6 0 32,0 0-352-32,6 5-160 0,5-2-16 0,-2 0-16 0,1-1 176 0,2 1 48 0,1-3 0 0,1 0 0 15,2 0 48-15,1 0 16 0,-1 0 0 0,1 0 0 0,-1-1-48 16,1-1 0-16,-1 1 0 0,-2 0 0 15,1 1-112-15,-1 0-32 0,-2 4 0 16,-2-1 0-16,-2 1 112 0,-8-4 16 0,4 7 0 0,-3 1 0 0,-2 2 320 0,-3-2 128 16,-2 1 0-16,-1 0 0 0,-1-1 176 0,0 1 16 15,1-2 16-15,-1 2 0 0,0 0-160 16,0-1-48-16,0-2 0 0,2-1 0 16,-1 1-1424-16,3-2-304 0,-1 0-48 15,5-4-12352-15,0 0-2464 0</inkml:trace>
  <inkml:trace contextRef="#ctx0" brushRef="#br0" timeOffset="30038.48">13332 3465 31791 0,'0'0'1408'0,"0"0"288"0,6 6-1360 0,1 2-336 15,-1 1 0-15,-2 1 0 0,-1 1 2896 0,-2 2 512 16,0 0 112-16,1 4 0 0,-1 2-1728 0,-1 4-336 16,-1-4-80-16,-1 5-16 0,1-3-784 0,0 1-144 15,0-1-48-15,-1 1 0 0,1-3-256 0,0 2-128 16,-1-1 128-16,1-1-128 15,0-4-1408-15,-1-2-352 0,2-2-80 0,3 0-18976 0</inkml:trace>
  <inkml:trace contextRef="#ctx0" brushRef="#br0" timeOffset="30903.51">14135 3123 6447 0,'-8'-9'576'0,"8"9"-576"0,-4-7 0 0,2 1 0 0,0-2 7168 0,2 1 1312 15,-1-2 272-15,2 0 48 0,1-3-6752 0,-1-1-1344 16,0 0-256-16,0 3-64 0,1-2 368 0,-2 2 80 16,2-1 0-16,0 1 16 0,-4 1-144 0,2 0-16 15,0 2-16-15,0 7 0 0,-2-5 64 0,2 5 16 16,-5-5 0-16,-1 1 0 0,6 4 16 0,0 0 0 16,0 0 0-16,-7 2 0 0,-5 5-160 0,1 1-32 15,0 2 0-15,-1 5 0 0,0 3-256 0,-2 5-64 16,-1 6-16-16,1 2 0 0,4-3-240 0,-1 6 128 15,0-1-128-15,1 7 0 0,1-4 0 0,3 1 0 0,-1-1 0 16,1-3 0-16,-2 10 0 0,0-3 0 0,2-7 0 16,0-2 0-16,0-2 0 0,2-3 0 15,-3-3-176-15,2-2 176 16,0-3-1104-16,0-2-112 0,0-2 0 0,-1-2-16 16,1-3-1168-16,0-2-224 0,0-1-64 0,5-6 0 0,0 0-1104 15,-8 0-240-15,0 0-32 0,0-4-16 0,2-2-128 16,-1-2-16-16,1-1-16 0,-1-3 0 0,1-1 2432 0,0-3 480 15,4-1 112-15,-1-1 0 0,1-1 1216 16,2-1 448-16,1 1 0 0,2 0-16 0,-1 4 2032 0,2-2 416 0,1 2 64 16,6 1 32-16,2 0 256 0,2 1 48 0,2-3 16 0,4 2 0 15,-4 3-1312-15,3-1-272 0,2-1-48 0,1 0-16 0,1-1-560 0,-1 0-128 16,2-1 0-16,0 1-16 0,3-2 112 16,0 2 32-16,-5 1 0 0,-4 3 0 15,-3 0-128-15,-2 7 0 0,-3-3-16 0,-11 6 0 0,9 3-160 0,-9-3-16 16,2 10-16-16,-2 6 0 0,-3 4 112 0,-3 3 32 15,-1 1 0-15,-2 2 0 0,-3 0-416 0,0 0-80 16,1-1-16-16,0-3 0 0,1-3-240 0,1 1-144 16,0-2 160-16,2-1-160 0,2-1 0 0,1-3 0 15,3-3 0-15,-2-2 0 0,3-8-256 0,0 0-80 16,0 0-32-16,0 0 0 16,8 3-496-16,0-1-96 0,0-4-32 0,-1-4 0 15,1-2 176-15,1 1 48 0,-1-5 0 0,1 1 0 16,0 0 160-16,0-2 32 0,2-2 16 0,-1 0 0 0,2-1 176 0,0-1 16 15,1-2 16-15,0 0 0 0,0 1 224 0,0 1 128 0,0 0-160 16,-1 4 160-16,-2 1-128 0,-1 5 128 0,-1 3 0 16,-8 4-144-16,0 0 144 0,0 0 224 0,5 6-48 15,-1 5-16-15,-1 2 608 0,-2 1 112 0,0 2 16 0,-1 1 16 16,0-4-384-16,0 1-80 0,2 2 0 0,-1-5-16 16,0 1-432-16,1 1 0 0,-2-4 0 0,2 0 0 31,1-1-976-31,-3-8-288 0,6 5-48 0,2 1-16 0,1-5-1728 15,4 0-336-15,0 1-80 0</inkml:trace>
  <inkml:trace contextRef="#ctx0" brushRef="#br0" timeOffset="31276.49">14561 3219 14735 0,'-1'-6'1312'0,"1"6"-1056"0,-3-7-256 0,3 7 0 0,-4-3 4160 0,4 3 784 16,0 0 160-16,-4 0 16 0,-1 0-1664 0,1 2-320 15,0 3-80-15,1 4-16 0,-1 3-1200 0,0 3-240 16,0 1-64-16,0 4 0 0,-1-2-768 0,1 3-144 15,0-1-48-15,1 1 0 0,1-4-288 0,0-1-64 16,2 0-16-16,0-2 0 0,2-1-80 0,-1-1-128 16,0-1 176-16,1-4-176 0,-1 0 0 0,-1-7 0 15,0 0 0-15,0 0 0 0,5 4 0 0,3-1 0 0,-2-1 0 0,1-2 0 16,-1-4-176-16,1 2 176 16,-1-4-192-16,0 0 192 0,0-1-192 0,2 0 192 15,1-3-192-15,0 0 192 0,4-4-192 0,0-6 64 16,-1 1 128-16,1-2-208 0,1 1 32 0,-2-2 16 15,1 1 0-15,0-1 0 0,0 2 160 0,-2 3-192 16,0 3 192-16,0 4-192 0,-3 1 192 0,0 3 0 16,-8 6 0-16,0 0 0 0,0 0 0 0,5 12 224 0,-3 1-48 15,-2 3-16-15,-2 5 192 0,0 2 32 0,0-1 16 0,-1 2 0 16,1-1-208-16,0 1-32 0,0-5-16 0,0 1 0 16,2-3-144-16,2-4 0 0,0 0 0 0,1-2 0 15,3 0-1696 1,2-2-224-16,1 0-32 0,4-5-16 0,4-1-1936 15,2-3-384-15</inkml:trace>
  <inkml:trace contextRef="#ctx0" brushRef="#br0" timeOffset="31605.81">15218 3133 19343 0,'0'0'848'0,"-4"-3"192"0,-3-1-832 0,-1 1-208 0,1 3 0 0,1-4 0 0,-5 3 5952 15,0 1 1152-15,-1 1 240 0,0 3 32 0,-2-1-4672 0,-1 2-928 16,5 0-192-16,-3 2-48 0,0-2-800 0,1 1-160 15,-2 1-48-15,1 1 0 0,0-1-256 0,1 3-48 16,2-1-16-16,-3 2 0 0,1 1-208 0,1-1 128 16,4-1-128-16,0-1 0 0,2-1 0 0,2-2 0 15,2 2 0-15,2 0 0 0,3 0 0 0,1 1-192 16,2-4 192-16,2 2-160 0,3-2-48 0,-1 2-16 16,2-5 0-16,1 2 0 0,0 0 0 0,2 0 0 15,-1-2 0-15,2 2 0 0,-1 2 64 0,-1-1 16 16,0 1 0-16,-2 1 0 0,-3-1 144 0,-2 1 0 0,-8-7 0 15,5 8-128-15,-2 0 128 0,-3-1 0 16,-1 1 160-16,-5 0-160 0,0 0 272 0,-1 0-32 16,-2-1-16-16,0 3 0 0,0-3-224 0,-2 3 176 15,1-3-176-15,-3 3 160 16,0-4-608-16,1-1-128 0,2-1-32 0,1 0 0 16,1 0-2128-16,3 1-416 0,5-5-96 0</inkml:trace>
  <inkml:trace contextRef="#ctx0" brushRef="#br0" timeOffset="31792.61">15315 3429 20271 0,'0'0'1792'0,"-3"12"-1424"0,-1-3-368 0,0 4 0 15,2 3 5760-15,-1 2 1072 0,2-1 208 0,-2 3 64 16,-1 3-4544-16,-1-1-896 0,-1 6-176 0,-1-5-32 0,1 3-640 0,0-1-128 16,1-2-32-16,1 2 0 0,2-1-496 0,0-3-160 15,0-2 0-15,0-1 0 16,1-2-1344-16,0-3-368 0,1-1-80 0,2-2-20176 15</inkml:trace>
  <inkml:trace contextRef="#ctx0" brushRef="#br0" timeOffset="32441.82">16101 3110 35711 0,'0'0'1584'0,"0"0"320"0,-5-5-1520 0,1 1-384 0,-3 0 0 0,5 1 0 16,0 3 1952-16,2 2 320 0,0-2 64 0,-2 4 16 16,-1 1-496-16,1 5-80 0,-2 5-32 0,0 0 0 15,-2 6-752-15,0 5-160 0,-1 5-16 0,0 5-16 0,-4 0-352 0,1 1-64 16,1-1 0-16,0 1-16 0,-2-1-144 0,2 1-32 16,1-1 0-16,2-2 0 15,0-3-192-15,1-2 0 0,0-3 0 0,0-2 0 0,1-2 0 16,0-5-128-16,0-3 128 0,1-2-208 15,1-6-736-15,2-6-144 16,0 0-16-16,0 0-16 0,0 0-800 16,0 0-176-16,0 0-16 0,1-6-16 0,0-6-688 0,2-1-128 0,1-1-16 0,0-5-16 15,0 0-48-15,0-2-16 0,2-3 0 0,-1 0 0 16,-1-2 1712-16,2-2 352 0,-1-3 64 0,1-3 16 0,-1-2 576 0,2-1 112 16,0 2 16-16,-2 1 16 0,-1 1 816 0,1 3 144 15,0 4 48-15,2 2 0 0,-1 1 1216 0,1 5 256 16,0 2 64-16,0 3 0 0,-1 4-64 0,1 1-16 15,1 2 0-15,0 2 0 0,1 1-432 0,1 1-96 0,1 1-16 16,0 1 0-16,1 1-720 0,1 3-160 0,0 1-32 0,0 0 0 16,-1 3-272-16,0-1-64 15,-1 0-16-15,0 2 0 0,-2 3-32 0,-3 3-16 16,-2-2 0-16,-1 5 0 0,-3 1 16 0,-3 4 0 0,-3 0 0 16,-2 3 0-16,-1-1 16 0,-1 1 16 0,-1-3 0 0,-1 0 0 15,-1-3-288-15,2 0-64 0,-2-3-128 16,0-1 192-16,-2-1-192 0,2 0 0 0,0-2 0 15,1-4 0 1,2-3-304-16,1-1-96 0,1 1-32 0,8-6 0 16,0 0-2160-16,0 0-432 0,0 0-96 0,0 0-10464 0,10-7-2096 0</inkml:trace>
  <inkml:trace contextRef="#ctx0" brushRef="#br0" timeOffset="32817.24">16429 3127 39503 0,'0'0'1744'0,"-1"6"368"0,-1 4-1680 0,-2 1-432 0,-2 2 0 0,1 3 0 0,0 1 1792 0,-2 2 256 16,0 4 64-16,-1 0 16 0,-1 1-864 0,2-1-176 16,1-1-48-16,0-1 0 0,1-1-592 0,1-6-128 15,2 2-32-15,0-3 0 0,2-2-288 0,2 1 0 16,0-5 0-16,2-1 0 0,-4-6 0 0,8 7 0 16,1-3-192-16,0-2 48 15,2-1-304-15,-1-2-48 0,1-1-16 0,0-2 0 16,2-2-32-16,0 0-16 0,-1-2 0 0,0-1 0 15,1 0 80-15,0-3 16 0,0-4 0 0,1 1 0 0,2-3 112 16,-2-2 32-16,-2-1 0 0,1-1 0 0,-1-1 80 0,-2 3 32 0,2 2 0 16,-3 2 0-16,-1 3 208 0,-3 0 0 15,-1 6 0-15,-3 2 0 0,-1 5 208 0,0 0 96 16,0 0 16-16,0 0 0 0,-5 7 400 0,1 2 96 0,-1 3 16 0,0 5 0 16,1 1-384-16,0 1-64 15,0 0 0-15,1 0-16 0,2-1-368 0,1-1 128 0,0-1-128 16,1-2 0-16,2 1 0 0,1-1-160 0,1-3 16 0,2-1 0 31,1-2-1328-31,-1-3-256 0,0-1-48 0,1-2-16 0,1 1-1120 16,1-2-224-16,3-1-64 0,-2-1-12592 0</inkml:trace>
  <inkml:trace contextRef="#ctx0" brushRef="#br0" timeOffset="33844.12">16784 3240 12895 0,'7'-18'576'0,"-4"12"112"0,3-5-560 0,-1 1-128 0,-4-2 0 0,3 2 0 16,0-1 4352-16,-1 5 832 0,-3 6 160 0,0 0 32 0,0 0-1984 0,0 0-416 15,0 0-80-15,0 0-16 0,4 10-736 0,-2 3-160 16,-2 1-16-16,1 3-16 0,-1 2-928 0,-1 0-192 16,1 2-48-16,0 0 0 0,-1 0-336 0,-2 0-64 15,1-3 0-15,0 0-16 0,1-2-176 0,0-2-16 16,1-1-16-16,0-1 0 0,-2-3-160 0,2-9 128 16,0 9-128-16,0-9 128 0,0 0-128 0,0 0 0 15,0 0 0-15,0 0 0 0,0 0-176 0,0 0-16 16,0 0 0-16,0 0 0 0,10-4-96 0,-3 0-32 15,3-2 0-15,-3-2 0 0,1 0 48 0,0-5 0 16,1-3 0-16,0-1 0 0,2-1-32 0,0-1 0 16,2-3 0-16,3-1 0 0,1 1 80 0,0 0 16 15,-1 1 0-15,-2 3 0 0,0 2 208 0,-1 5-192 0,-2 1 192 16,-2 4-192-16,-3 3 16 0,-6 3 16 16,0 0 0-16,4 8 0 0,-1 3 400 0,-3 0 80 15,-1 4 0-15,-1 2 16 0,1 1 16 0,0 0 0 16,-2 0 0-16,0 2 0 0,2-1-224 0,0 0-128 15,0-2 160-15,1-3-160 0,1-2 0 0,0-2 0 0,2-1 0 16,-1-1 0-16,1 0 0 0,-3-8-128 0,5 6 128 0,2 0-208 16,-1-4-16-16,2 0 0 0,-8-2 0 0,9 0 0 15,2-2-32-15,-1 1-16 0,-1 0 0 0,2-6 0 16,2 1-112-16,-2-1 0 0,0-2-16 0,1 0 0 16,-1-2-144-16,0 1-32 15,-1-2 0-15,2-1 0 0,-2 0 64 0,-1 0 0 0,1 0 0 0,-3 3 0 16,1 1-64-16,-1 1-16 0,-2 2 0 15,-5 6 0-15,0 0 80 0,0 0 32 0,0 0 0 0,3 7 0 0,-1 0 480 0,-1 2 0 16,2 1 208-16,-2 2-64 16,1 0 112-16,-1-2 32 0,0 0 0 0,1 1 0 15,2-2-288-15,1 0-176 0,1-1 32 0,1 0 0 16,-1-3-416-16,2 0-80 16,0-1 0-16,1-1-16 0,1-2-576 0,0-2-112 0,-3-2-32 0,1-1 0 15,3-1-48-15,-1-3-16 0,1-2 0 0,0 1 0 16,0-3 560-16,-1 0 112 0,-1-1 32 0,2-4 0 0,-2-1 480 0,0 0 112 15,0-2 16-15,0 1 0 0,-1-1 368 0,1 0 80 16,0 1 0-16,0 1 16 0,-1 1 864 0,0 2 160 16,-1 4 48-16,-2 1 0 0,-1 7 128 0,-4 3 16 15,0 0 16-15,0 0 0 0,0 10 352 0,-3 7 80 16,-1 4 16-16,-1 5 0 0,-2 5-672 0,0 4-128 0,-4 3-16 16,1 0-16-16,-1-3-720 0,2 0-144 0,-1-1-16 0,2 0-16 15,0-1-112-15,2 1-32 0,0-4 0 0,4-2 0 16,-1 0-144-16,3-6 0 0,0-1 0 0,1-2 0 15,1-2-288-15,-1-5 16 16,2-2 0-16,-2-2 0 0,-1-8-352 16,0 0-64-16,0 0-16 0,0 0 0 0,0 0-384 15,0 0-64-15,5-6-32 0,-1-3 0 0,-3-3 80 16,2-3 16-16,0-1 0 0,-1-4 0 0,1-2 320 0,-1-3 80 16,1-2 16-16,1-3 0 0,1-2 32 0,2-2 16 15,1-2 0-15,-1-4 0 0,0-3 0 16,-1 0 0-16,-2 1 0 0,2 3 0 0,-1 1 352 0,1 4 64 0,1 4 16 0,-1 4 0 0,0 4 928 15,0 3 192-15,1 5 32 0,-1 4 16 0,-1 2 512 0,2 4 112 16,1 0 0-16,1 3 16 0,0 1-112 0,1 1-32 16,1 3 0-16,2-1 0 0,0-2-672 0,1 2-144 15,2-1-16-15,-1 1-16 0,2-1-400 0,2 1-80 16,-4 0-16-16,0 0 0 0,-2 0-128 0,-2 1 0 16,1 2 0-16,0 1 0 0,-4 0 0 0,-2 3 160 15,-1 0-160-15,-3 3 160 0,-5 2 160 0,-1 3 48 16,-5-1 0-16,-3 3 0 0,-3 0 48 15,-2 3 16-15,-2-4 0 0,0 2 0 0,-2-1-176 0,0-1-48 16,0-2 0-16,-3 3 0 0,0-7-208 0,5-2 0 16,0-2 0-16,5 1-160 15,2-6-1376-15,3-1-256 0,0-1-64 0,9-2-16 16,0 0-2304-16,7-4-464 0,4-1-96 0</inkml:trace>
  <inkml:trace contextRef="#ctx0" brushRef="#br0" timeOffset="34193.33">18156 2959 20271 0,'0'0'1792'0,"-6"-5"-1424"0,1-1-368 0,0 2 0 16,-4 2 5376-16,1 0 992 0,1 2 208 0,1 2 32 15,-4-2-4000-15,-2 0-816 0,-1 1-144 0,-2 3-48 16,2-1-672-16,-1 2-144 0,0 1-16 0,-1 3-16 16,1-2-448-16,1 2-96 0,-1 0-16 0,1 3 0 0,1-2-192 0,3 3 0 15,-2 0 0-15,2 0 0 0,1-1 0 0,2 1 0 16,1-1 0-16,3 0 0 0,1-1 0 0,1 0 0 15,3-1 0-15,1 1 0 0,1-1-192 0,3-1 64 16,2 0 128-16,0-1-208 0,1 1 16 0,1-2 16 16,1-1 0-16,0 1 0 15,1 2 176-15,0-2-160 0,1 2 160 0,0 2-160 16,-3-1 160-16,-2-1 0 0,-2 0 0 0,0 3 0 0,-1-3 0 16,-2 0 0-16,-3 0 0 0,-2 1 0 0,-1 2 160 0,-3-3-32 15,-1 2-128-15,-3-1 192 0,-2-1-16 0,-1 0-16 16,-2-1 0-16,0 0 0 0,-5 2-160 0,2-2 0 15,6 0 0-15,-2-3 0 0,0-1-128 0,1 0-128 16,-1-3 0-16,2 1-16 16,0 2-2864-16,1-4-560 0,0 1-112 0</inkml:trace>
  <inkml:trace contextRef="#ctx0" brushRef="#br0" timeOffset="34548.06">18324 2420 27647 0,'0'0'2448'0,"0"0"-1952"0,0 0-496 0,0 0 0 16,0 0 2720-16,0 0 448 0,0 0 96 0,10 8 0 0,-1 4-1904 0,4 1-384 15,-2-3-80-15,2 3 0 16,0 0 112-16,2 6 16 0,4 1 16 0,-1 5 0 0,-1 3-192 0,1 2-32 15,-1 1-16-15,1 2 0 0,1 2-128 0,0 1-32 16,2 2 0-16,-4 2 0 0,-5 3-240 0,-1 17-48 16,-4-14-16-16,-2 5 0 0,-1 1-128 0,-3 2-16 15,-2-1-16-15,-1-2 0 16,-5-3-176-16,-2-4 128 0,-4 1-128 0,-2-1 128 0,-1-2-128 0,0-2 160 16,0-1-160-16,-1-2 160 0,0-3-32 0,-1-2-128 15,1-3 192-15,0-3-64 0,0-1-128 0,2-3 0 16,-1-2 144-16,2-5-144 15,-2-2-672-15,2-2-208 0,-1-1-32 0,5-2-16 16,1-2-2720-16,5 2-528 0</inkml:trace>
  <inkml:trace contextRef="#ctx0" brushRef="#br0" timeOffset="44778.03">19201 3153 11055 0,'-6'-1'480'0,"2"-1"112"0,-1 0-464 0,1-1-128 0,-2 1 0 0,2-1 0 16,4 3 5632-16,-2-1 1088 0,-3-1 240 0,2 2 32 15,-1 0-5328-15,4 0-1056 0,0 0-224 0,-4 6-32 16,4-6-1472-16,-1 2-288 15,-2 3-64-15</inkml:trace>
  <inkml:trace contextRef="#ctx0" brushRef="#br0" timeOffset="44934.96">19068 3405 34095 0,'-10'6'3024'0,"10"-6"-2416"0,0 0-480 0,-7 1-128 0,7-1 1376 0,0 0 256 15,-5 3 48-15,5-3 16 0,0 0-1440 0,0 0-256 16,0 0-128-16,0 0 128 16,0 0-2720-16,0 0-416 0</inkml:trace>
  <inkml:trace contextRef="#ctx0" brushRef="#br0" timeOffset="46062.96">20449 3028 25791 0,'-11'-12'1152'0,"7"7"224"0,3-2-1104 0,1 1-272 0,-1-2 0 0,2 3 0 0,2 0 2240 0,-3 5 400 16,0 0 80-16,0 0 16 0,0 0-848 0,0 0-160 15,0 0-48-15,0 0 0 0,0 9-784 0,1 4-176 16,-1 5-16-16,0 3-16 0,-3 8-48 0,2 4-16 15,-1 4 0-15,0 3 0 0,2 5-96 0,-1-2-16 16,2-2 0-16,1 1 0 0,-1-1-192 0,1-4-32 16,1 0-16-16,0-3 0 0,-1-4-272 0,2-3 160 15,0-1-160-15,0-2 128 0,0-5-128 0,0-2 128 0,0-2-128 16,1-4 128-16,0-3-128 0,0-1 0 16,-5-7 0-16,0 0 0 0,8 2 0 0,-8-2 0 15,7-4 0-15,1-1 0 0,-2-1 0 0,1-2 0 0,-1-1 0 16,1-2 0-16,-2-4 0 0,3-2 0 15,-1 0 0-15,3-6 0 0,-3 0 0 0,4-2-144 0,2-1 144 0,-1-1 0 16,-1-1 0-16,2-2-128 0,-1-3 128 0,1-3 0 16,0 2 0-16,-1 3 0 0,1 0-128 15,0 3 128-15,-1 5 0 0,-3 6 0 0,0 1 0 0,-1 6 0 16,-2 2 0-16,-6 8 0 0,0 0-128 0,0 0 128 16,6 9 0-16,-1 6 0 0,-1 3 0 0,-2 4 0 15,1 4 0-15,0 1 0 0,-1 2 0 0,1 0 0 0,1-2 0 0,1 1 0 16,0-5 128-16,0-2-128 0,1-2 0 15,0 0 0-15,1-2 0 0,0-3 0 0,0-2 0 0,-1-3 0 16,1-1 0-16,1-2 0 0,0-2 0 0,-1-1 0 16,1-3 0-16,1-2 0 0,-2 1 0 0,-1 1 0 15,1-4 0-15,1-1 0 0,0-3 128 16,-1-1-128-16,1-1 0 0,3-2 144 0,-4 1-144 0,1 0 0 16,1-4 144-16,1 0-144 15,0-3 0-15,0-2 144 0,1-4-144 0,-1 0 0 0,3-10 0 0,-1 0 0 16,0-1 0-16,-1 0 0 0,1-1 0 0,-1 2 0 15,-1 2-192-15,-1 2 48 16,-4 2-1072-16,2 5-224 0,-1 1-32 0,1 4-16 16,-2 2-2080-16,-2 3-400 0</inkml:trace>
  <inkml:trace contextRef="#ctx0" brushRef="#br0" timeOffset="46368.08">20128 2862 18431 0,'0'0'816'0,"0"0"160"0,-6-1-784 0,2-4-192 0,4 5 0 0,0 0 0 15,0 0 5824-15,0 0 1136 0,6-5 208 0,3 1 64 0,2-2-5360 0,3 1-1056 16,3 0-224-16,1 1-32 0,3 1-384 0,3 0-176 16,2 0 160-16,0 0-160 0,1 2 0 0,3-2 0 15,1 3 0-15,2-2 0 16,-2 0-1568-16,1 1-304 0,-2 0-64 0,1 0-10704 16,1 1-2144-16</inkml:trace>
  <inkml:trace contextRef="#ctx0" brushRef="#br0" timeOffset="46548.42">21080 2785 24879 0,'0'0'2208'0,"0"0"-1760"15,0 0-448-15,5-4 0 0,3-2 2768 0,0 2 480 16,1 0 80-16,3-1 32 0,2 0-2032 0,2-1-416 16,-2 0-80-16,4-1 0 0,2 3-176 0,-1 2-16 15,5-3-16-15,2 1 0 0,0 0-432 0,0 0-192 16,1 0 160-16,1 1-160 15,-1-1-1920-15,2 2-496 0,2-1-80 0,-4 2-32 0</inkml:trace>
  <inkml:trace contextRef="#ctx0" brushRef="#br0" timeOffset="47348.84">20740 2536 27295 0,'0'0'1216'0,"0"0"240"0,-2-8-1168 0,2 3-288 0,0 5 0 0,2-6 0 0,-1-1 592 0,-1 7 64 16,1-6 16-16,-1 6 0 0,0 0 1120 0,0 0 208 16,0 0 48-16,0 0 16 0,0 0-784 0,0 0-144 15,0 0-48-15,0 0 0 0,0 0-192 0,0 0-32 16,-5 5-16-16,0 1 0 0,-1 2-400 0,1 0-96 15,-1 1-16-15,2 2 0 0,0-1-144 16,1 1-48-16,1-1 0 0,0-2 0 0,2-8-144 0,2 9 0 16,0-1 0-16,2-2 0 0,-4-6 0 0,8 5 0 15,1-1 0-15,0-2 0 0,2-2 0 0,-1-2 0 16,2 0 0-16,0-2 0 0,1-1 0 0,-3-1 0 16,1 0 0-16,-1-1 0 0,-1 1 0 0,-1-3 0 15,0 0 0-15,-2 1 0 0,2 0 0 0,-4 0 0 16,-3 0 0-16,-2 0 0 0,-2 1 0 0,-1 0 160 0,-1 2-160 0,-1 0 160 15,-2 1 0-15,-3-3 0 16,0 3 0-16,-1 0 0 0,0 2-160 0,-1 1 160 16,0-1-160-16,-2 1 160 0,0 1-320 15,2 0-64-15,3 1-16 0,1 2 0 16,0-1-2400-16,2 2-496 0,0 0-80 0</inkml:trace>
  <inkml:trace contextRef="#ctx0" brushRef="#br0" timeOffset="48030.55">21154 3514 18431 0,'0'0'1632'0,"0"0"-1312"0,0 0-320 0,0 0 0 0,0 9 4368 0,0 2 816 15,-1-2 144-15,1 3 48 0,1 1-3216 0,0 1-640 16,1 2-128-16,-1 0-32 0,0 1-416 0,-1 2-96 16,0-5-16-16,0 2 0 0,2-2-192 0,-2-1-32 15,0-3-16-15,0 0 0 0,-2-3-96 0,2 0-32 16,0-7 0-16,0 0 0 0,0 0-16 0,0 0-16 15,0 0 0-15,0 0 0 0,0 0-48 0,0 0-16 16,0 0 0-16,0 0 0 0,0 0-96 0,0 0-16 16,2-9 0-16,0 0 0 0,1-3-80 0,-1 0-32 15,1-1 0-15,0-2 0 0,2-5-144 0,1-1 0 16,1-2 0-16,1 1 0 0,0 1 0 0,2-3 0 16,2 5 0-16,1-4 0 0,0 3-192 0,-3 1-64 15,2 2 0-15,0 3-16 16,-1 4-1296-16,0 1-256 0,-2 2-48 0,0 3-16 15,0 1-1936-15,2 3-384 0,-4 3-80 0</inkml:trace>
  <inkml:trace contextRef="#ctx0" brushRef="#br0" timeOffset="48647.31">21294 3805 11055 0,'-3'4'976'0,"3"-4"-784"0,-3 0-192 15,3 0 0-15,0 0 4688 0,0 0 896 0,0 0 176 0,0 0 48 0,4-7-3536 0,3-2-704 16,-2 3-144-16,2-2-16 16,-1 0-352-16,2 0-64 0,-2 0-16 0,2 0 0 0,-1 2-576 0,-1-1-112 15,-1 2-32-15,1-1 0 16,0-1 32-16,-1-1 0 0,-5 8 0 0,7-6 0 0,-1-1 48 0,-2 1 16 16,2 1 0-16,-1-2 0 15,1 1-112-15,0-1-32 0,-1 2 0 0,0-2 0 0,-1-1-16 0,-1 2 0 16,2-2 0-16,0 2 0 0,-1-1-64 0,0 1 0 15,-2-1-128-15,-2 7 192 0,3-4-192 0,-3 4 144 16,0 0-144-16,0 0 128 0,0 0 0 0,0 0-128 16,3-6 192-16,-3 6-64 0,0 0 176 0,0 0 16 15,0 0 16-15,0 0 0 0,0 0-80 0,0 0 0 16,0 0-16-16,0 0 0 0,3-7-240 0,-3 7 0 16,6-4 0-16,-6 4 0 0,5-2 0 0,-5 2 144 15,0 0-144-15,0 0 128 0,0 0-128 0,0 0 0 16,0 0 144-16,5-3-144 0,-5 3 192 0,0 0-16 15,8-3-16-15,-8 3 0 0,0 0-32 0,0 0 0 16,6-2 0-16,1-1 0 0,-7 3-128 0,7-4 160 0,-2 2-160 16,-5 2 160-16,5-6-160 0,-5 6 0 15,6-5 0-15,1 1 128 0,-2-1-128 0,0 0 0 0,-1 0 0 16,0-1 128-16,-4 6-128 0,0 0 0 16,0 0 144-16,0 0-144 0,3-6 128 0,-2 1-128 15,-1-1 128-15,0 6-128 0,0 0 160 0,0 0-32 0,0 0-128 0,-6-1 192 16,-2 0-32-16,0 1-16 0,-1 2 0 0,-2 4 0 15,-2 2 32-15,-1 2 0 0,-2 2 0 0,-1 2 0 16,-1 3 16-16,1 1 0 0,0 0 0 0,3 1 0 0,2 0-192 16,2 2 0-16,2-5 0 0,1-1 128 0,4 0-128 15,1-1 0-15,2-1 0 0,3 0 0 0,1-4 0 16,2 2 0-16,2-3 0 0,4-2 0 16,2-2-960-16,2-3-160 0,1-1-32 0,0-1-16 15,2 0-1104-15,2-5-224 0,0 1-32 0,1-1-16 16,0-1-1904-16,0 1-384 0</inkml:trace>
  <inkml:trace contextRef="#ctx0" brushRef="#br0" timeOffset="49323.23">21828 3621 11055 0,'0'0'480'0,"-1"-3"112"16,0-1-464-16,-2 1-128 0,2-1 0 0,-2-2 0 0,0 1 6000 0,1 3 1168 15,-2-5 256-15,0 3 32 0,0-1-4208 0,-1 1-848 16,-2 1-160-16,2 2-48 0,-1-1-800 0,-1 2-176 15,-1 0-16-15,-2 2-16 0,-1 1-400 0,1 3-80 16,0 2 0-16,-3 3-16 0,-3 2-256 0,2 1-48 16,-1 0-16-16,1 2 0 0,2 0-112 0,-1-1-32 15,1-3 0-15,3 1 0 0,3-1-224 0,-1-2 0 16,2 1 0-16,2-2 0 0,3-1-176 0,2-1 176 0,-2-7-160 0,6 6 160 31,1-3-448-31,1 0 16 0,-1 0 0 0,2-3 0 16,-1-2-64-16,3 0-16 0,-1-2 0 0,2 0 0 0,0-1 64 15,-2 0 0-15,0-1 0 0,0 0 0 0,-3-2 96 0,3-1 32 0,-1 0 0 0,-2-2 0 16,0 0 128-16,1 0 48 0,0 1 0 0,-1-2 0 16,0 0 144-16,-2 0 0 0,0 1 0 15,1 0 0-15,-4 2 0 0,1 3 0 0,-2-1 0 0,-1 7 0 16,0 0 0-16,0 0 192 0,0 0-64 0,0 0 0 16,0 0 64-16,-5 4 32 0,0 3 0 0,0 0 0 15,-1 4-224-15,1-1 0 0,1 1 0 0,3 0 0 0,1 2 0 16,1-1 0-16,2-1 0 0,1-2-160 0,0 1 160 15,1-3-208-15,1 1 80 0,2-3 128 0,1-1-400 0,2-2 32 16,0 1 16-16,2-2 0 16,1-2-160-16,-1-2-16 0,0-1-16 0,2-1 0 15,1-1-416-15,0-1-64 0,-2-1-32 0,2 0 0 16,-3-2 80-16,0-2 16 0,-2-1 0 0,1-1 0 0,1-2 544 0,-2 1 112 16,-1-2 32-16,0-3 0 0,1-1 272 0,-1-1 128 15,-1-1-128-15,0-1 192 0,-1-2 160 0,0 0 32 16,0 0 0-16,0-1 0 0,0-3 320 0,-1 1 80 15,3 0 16-15,-4 3 0 0,-1 3 32 0,0 3 16 16,-2 3 0-16,0 4 0 0,-3 3 112 0,0 3 0 16,0 7 16-16,0 0 0 0,0 0-144 0,0 0-16 15,-7 9-16-15,1 6 0 0,-2 3-464 0,0 5-80 16,-1 6-32-16,0 0 0 0,-2 3-32 0,0 2-16 16,-2 1 0-16,0 1 0 0,1-2-176 0,1-2 160 0,2 1-160 0,0-2 160 15,1-1-160-15,2-1 192 0,2-7-192 0,0-1 192 16,0-2-192-16,1-2 0 0,2-2-192 15,1-4 192 1,0 0-848-16,1-2-48 0,-1-9-16 0,0 0 0 0,4 6-1024 16,3-2-208-16,3-1-32 0,1-2-11120 0,-1 0-2208 0</inkml:trace>
  <inkml:trace contextRef="#ctx0" brushRef="#br0" timeOffset="50172.53">22741 3020 27647 0,'-8'-7'1216'0,"4"4"256"0,-3 0-1168 0,1-4-304 16,-1 1 0-16,2 1 0 0,-1-1 5296 0,1 1 992 15,1 1 208-15,0 2 32 0,4 2-4176 0,0 0-848 16,0 0-160-16,0 0-48 0,0 0-720 0,0 0-128 0,0 0-48 16,0 0 0-16,0 0-272 0,0 0-128 15,10 2 128-15,2 2-128 0,1-1 0 0,0 2 0 0,-1 0 0 0,2 2 0 16,-1-1 0-16,1 1 0 16,-1-2 0-16,2 2 0 0,-1 0 0 0,0 3 0 0,-1 0 0 0,2-2 0 15,-1-2 0-15,0 1 0 0,0-1 0 16,-1 1 0-16,-3-2 0 0,-1 0 0 0,-1 1 0 0,-2-3 0 15,2 0 0-15,-8-3 0 0,0 0 0 0,0 0 0 16,0 0 0-16,0 0 0 0,0 0 0 0,-2 8 0 16,-2-2 0-16,-3 1 0 0,-1-1 0 0,-1 4 0 15,-2-3 0-15,-2 4 0 0,-2 1 0 0,1-3 0 0,-2 0 0 16,2 0 128-16,0 0-128 0,-1 1 0 0,2 2 0 16,-1 0 0-16,1 0 128 0,0-2-128 0,1-1 0 15,0-1 0-15,3 0 0 0,0 0 0 16,1 0-464-1,3-2-176-15,1 1-48 0,4-7 0 0,0 0-2336 0,3 6-480 0,3 1-80 0</inkml:trace>
  <inkml:trace contextRef="#ctx0" brushRef="#br0" timeOffset="51028.66">23915 2551 34271 0,'0'0'1520'0,"-1"-7"304"0,0-1-1456 16,1 0-368-16,1 2 0 0,-1 6 0 16,0 0 1152-16,0 0 176 0,0 0 16 0,0 0 16 0,0 0 208 0,0 0 32 15,1 10 16-15,2 7 0 0,-2 4-864 0,-1 7-176 16,0 3-48-16,-1 5 0 0,0 5-16 0,-1 2-16 16,0 0 0-16,-1 1 0 0,2-1 16 0,0 0 0 15,-2 0 0-15,2-1 0 0,-1-3-128 0,2-2 0 16,0-4-16-16,0-1 0 0,0-5-176 0,2 1-16 15,-1-9-16-15,2-2 0 0,-2-3-32 0,1-2-128 16,1-3 192-16,-3-9-64 0,0 0-128 0,0 0 0 16,0 0 144-16,0 0-144 0,0 0 0 0,0 0 0 15,0 0 0-15,8-2 128 0,-3-4-128 0,2-1 0 16,-1-4 0-16,2-2 128 0,0 0-128 0,1-4 0 16,0-4 0-16,1-2 0 0,2-2 0 0,3-4 0 0,-1 1 128 15,3-1-128-15,1-1 0 0,0-3 0 16,1 3 0-16,-2 3-192 0,-2 1 192 0,2 5 0 0,-3 3 160 0,-2 4-160 15,-1 3 0-15,-2 6 0 0,-3 4-208 0,-6 1 64 16,3 7 144-16,1 6 0 0,-3 4-144 0,0 6 144 16,1 4 0-16,-2 2 0 0,0 4 0 0,1 0 0 15,2 1 192-15,-2 0-32 0,2-2-16 0,0 0 0 16,1-4-144-16,2-1 0 0,1-7 0 0,0 0-176 16,-1-3 176-16,1-1 0 0,-1-3 0 0,1-6 128 15,1-1 0-15,0-2 0 0,-1-3 0 0,1-1 0 0,0-3 0 0,0 1 16 16,0-2 0-16,-2-3 0 15,2-2 32-15,0-1 0 0,0-2 0 0,0-1 0 0,1-3 16 16,1-2 0-16,1-3 0 0,0-4 0 0,1-2-192 16,1-3 160-16,-1-1-160 0,3-1 160 15,4-2-160-15,0 1 0 0,1-3 0 0,1 1 128 0,-2-1-128 16,-1-1 0-16,2-1 0 0,-2 3 0 0,-2 1-128 0,-2 4-64 16,-1 0-16-16,-1 4 0 15,-3 3-720-15,-1 3-144 0,-2 3-16 0,0 3-16 16,-4 1-944-16,2 4-176 0,1 2-32 0,-5 7-18288 0</inkml:trace>
  <inkml:trace contextRef="#ctx0" brushRef="#br0" timeOffset="51299.58">23694 2368 31327 0,'-11'-2'1392'0,"11"2"272"0,0 0-1328 0,0 0-336 0,0 0 0 0,0 0 0 16,11-3 2624-16,0 0 448 0,1 3 80 0,3 0 32 16,0-2-2112-16,5-1-432 0,2 3-64 0,0 0-32 15,3 1-384-15,2-1-160 0,1 4 128 0,3-2-128 0,3 0-128 0,1 1-128 16,0-1 0-16,3 2-16 15,1 0-2864-15,0 3-576 0,42 8-128 0,-29-8 0 0</inkml:trace>
  <inkml:trace contextRef="#ctx0" brushRef="#br0" timeOffset="51518.41">24709 2420 21183 0,'-4'-18'1888'0,"3"13"-1504"16,0-2-384-16,1-2 0 0,4 4 4160 0,1 0 752 15,0 0 144-15,3-1 48 0,1-3-3888 0,2 1-784 16,-1 1-160-16,2 0-16 0,-1 2-128 0,2 0-128 16,-1 1 176-16,0 0-176 0,-2 0-128 0,0 1-144 15,-3-3-32-15,1 2 0 16,-1 1-1680-16,-7 3-320 0,0 0-80 0,0 0-16 16,0 0-784-16,0 0-144 0,-3-13-48 0,3 13 0 0</inkml:trace>
  <inkml:trace contextRef="#ctx0" brushRef="#br0" timeOffset="51811.44">24503 2216 17503 0,'-15'2'1552'0,"7"0"-1232"0,-3-2-320 15,2 0 0-15,-1 1 3968 0,1 3 720 0,-3-3 160 16,0 4 16-16,-1 2-2560 0,0-2-512 0,2 1-96 0,0 1-32 16,1 2-256-16,2 0-48 0,1-2-16 0,2-1 0 15,1 1-752-15,2-1-144 0,2-6-48 0,0 0 0 0,0 0-176 0,0 0-32 16,3 7-16-16,4-2 0 0,1-2-176 15,1-1 192-15,1-2-192 0,2 0 192 16,0-4-192-16,1 3 128 0,0 0-128 0,0-2 128 16,1-1-128-16,-1-1 0 0,2 0 0 0,-1-2 0 0,0 3 0 15,-1 2 0-15,-3-5 128 0,0 2-128 0,-1-1 0 16,-1-1 160-16,-3 0-160 0,-1 2 160 0,-4 5-32 0,0 0 0 16,-1-5 0-16,-2 0 0 0,-1 0-128 0,-2-2 160 15,-1 3-160-15,-1 2 160 0,1-1-384 0,-3 3-80 16,1 0-16-16,0 1 0 15,0 1-1984-15,0 0-384 0,0 2-96 0,1 5-16000 0</inkml:trace>
  <inkml:trace contextRef="#ctx0" brushRef="#br0" timeOffset="52152.35">24790 3162 18431 0,'-6'-10'1632'15,"4"6"-1312"-15,1-1-320 0,0-1 0 0,1 6 3120 0,0 0 544 0,0 0 112 0,0 0 32 0,0 0-1344 0,0 0-272 16,0 0-48-16,0 0-16 0,2 11-208 0,-2 0-64 16,-2 3 0-16,-1-3 0 0,-2 5-672 0,0 2-144 15,-2 2-16-15,1 1-16 0,-2-2-512 0,0 1-112 16,0 1 0-16,-1-5-16 0,3-1-368 0,-2-1 0 16,-1-1 0-16,1-1 128 15,0-2-1536-15,3 0-288 0,3-1-64 0,2-9-12432 16,0 0-2480-16</inkml:trace>
  <inkml:trace contextRef="#ctx0" brushRef="#br0" timeOffset="52298.38">24859 2942 22111 0,'0'0'976'0,"0"0"208"0,-6 0-944 0,6 0-240 15,-5 2 0-15,-1 1 0 0,-1 0 2032 0,1 2 352 16,4 3 80-16,-1 3 16 15,2 4-2480-15,1 0-688 0,0 2-32 0,1 2-12336 0</inkml:trace>
  <inkml:trace contextRef="#ctx0" brushRef="#br0" timeOffset="53501.22">24987 3173 26895 0,'0'0'1184'0,"-1"-4"256"0,-1-2-1152 0,0 1-288 0,1-1 0 0,-2 0 0 15,3 6 2160-15,0 0 368 0,0 0 80 0,-5 2 16 0,-4 0-352 0,1 4-64 16,-3 1-16 0,0 5 0-16,-1 2-1040 0,-1 2-224 0,-2 2-32 0,2 1-16 15,0 0-352-15,3-1-64 0,1-2-16 0,2 0 0 16,2-2-304-16,1-1-144 0,2-1 128 0,0 0-128 0,2-6 0 0,0-6-144 16,0 0 0-16,6 7 0 15,-6-7-224-15,6 4-32 0,3-2-16 0,2-2 0 0,-1-2 64 0,0-2 16 16,1-3 0-16,-1 1 0 0,1-2 48 0,-1-1 16 15,1-2 0-15,-2-1 0 0,4-2-16 0,0-2 0 16,1-2 0-16,0 0 0 0,3-2 96 0,0 0 0 16,2-4 16-16,-1-1 0 0,1-2 176 0,1 0 0 15,1 0 0-15,-2 4 0 0,1-3 0 16,-3 4 128-16,-4 4-128 0,-3 4 128 0,-2 1 208 0,-3 6 48 16,-2 1 16-16,-3 6 0 0,0 0 240 0,0 0 32 15,-6 10 16-15,-2 1 0 0,-3 4-240 0,1 3-64 0,-3 4 0 16,2 3 0-16,0 1-192 0,0 1-64 15,-1 1 0-15,3-1 0 0,2-2-128 0,1 0 0 0,2-3 0 0,3-1 0 16,1-2 0-16,3-1 0 0,1-2 0 16,2-3 0-16,2-3 0 0,2-2-176 0,5-1 176 15,-1-2-192-15,0-1-64 0,2-1 0 0,0-3-16 16,1-3 0-16,-3-1 16 0,2-1 0 0,-1-3 0 0,1-1 0 16,-2 1-96-16,1-5-16 0,-1 0 0 0,2-1 0 0,-3-3 48 15,1-2 0-15,-1 1 0 0,0-3 0 0,0-1 112 16,-1 0 16-16,-2 0 16 0,-1 1 0 15,-1 3 176-15,-1 3 0 0,-5 4 0 0,1 0 0 16,-3 3 192-16,-1 4 0 0,1 4 16 0,0 0 0 0,0 0 224 0,-8 0 32 16,3 7 16-16,-3 0 0 0,-1 2-224 0,-1 2-64 15,1 4 0-15,0 0 0 0,0 2-192 16,1 2 0-16,3 0 128 0,0 1-128 0,0 1 0 0,2-3 0 16,2 0 0-1,1-1 0-15,0-1 0 0,2-2 0 0,2-2 0 0,1-2 0 16,2 1 0-16,1-5 0 0,0 1 0 0,2-3 0 0,0-1 0 0,2-1-192 15,1-4 192-15,-1 0-160 0,1-1 160 0,0-1 0 16,1-1-144-16,2-1 144 0,-2-4 0 0,3 3 0 16,0-2 0-16,0-2 0 0,0-1 0 0,0-1 0 15,-1-1 0-15,-1 0 0 0,1-2 0 0,-3 2 0 16,-2-1 0-16,-2 2 128 0,-2 2 0 0,-3 1-128 16,-2 3 192-16,-2 7-64 0,0 0 272 0,-8-3 48 0,-3 4 16 0,0 3 0 15,-2 4-16-15,-2 0-16 16,-2 2 0-16,0 3 0 0,0 2-240 0,2 0-64 15,1 0 0-15,0-1 0 0,1 0-128 0,4-1 0 0,1 0 144 16,2-2-144-16,1 1 0 0,2-5 0 0,1 1 0 0,2-8 0 16,0 0-128-16,0 0 0 0,0 0 0 15,0 0 0-15,0 0-176 0,9 5-16 0,-2-2-16 0,1-3 0 16,3-3 80-16,-1-1 32 0,1 1 0 16,0-4 0-16,1 1 32 0,1-4 0 0,-1 1 0 0,1 0 0 15,1 0 32-15,-1-4 16 0,0 3 0 16,0-3 0-16,-2 1 144 0,0 3 0 0,0 0-144 0,-2-1 144 15,-2 4 0-15,-1 1 0 0,-6 5 0 0,0 0 0 16,0 0 0-16,0 0 128 0,0 0 0 0,-4 8 0 16,-1 1 64-16,0 1 0 0,-2 2 0 0,3 1 0 15,0 1-192-15,3 1 0 0,0-2 144 0,2-2-144 0,2 0 0 16,1-2 0-16,0-1 0 0,2-2 0 0,2-1 0 0,1 1 0 16,3-2 0-16,-1-3 0 0,1-1 0 0,1-1 0 15,2-3 0-15,-2 0 0 0,-2 1 0 0,1-2 0 16,-1 0 0-16,-2-2 0 0,-2-1 0 0,3-1-128 15,-1 0 128-15,0-4 0 0,0-1 0 0,1-2 0 16,2-1 0-16,1-1 0 0,0-4 0 0,2-3 0 16,-1-2 0-16,0-2 0 0,-1-2 0 0,2 1 0 15,0 0 0-15,1 0 0 0,-3 0 0 0,0 2 144 16,-3 2-144-16,1-4 0 0,-5 5 256 16,-3 5-48-16,-4 5-16 0,-2 5 0 0,-2 2 288 0,-3 4 48 15,-1 4 16-15,-2 5 0 0,4 2-192 0,-4 3-32 16,-1 2-16-16,-1 2 0 0,0 3-144 0,0 4-32 15,0 3 0-15,0 3 0 0,2-2-128 0,0 2 192 16,1 0-192-16,2 2 192 0,1 0-192 0,5 0 0 0,-1-5 144 16,2 1-144-16,1 0 0 0,1-3 0 15,2-1 0-15,3-3 128 0,-1-1-128 0,3-1 0 0,0-2 0 16,1-4 0-16,-1 1-192 0,1-2-64 0,0-1-16 0,0-2 0 31,1 0-2160-31,0-4-448 0,2 2-64 0</inkml:trace>
  <inkml:trace contextRef="#ctx0" brushRef="#br0" timeOffset="56037.09">25102 3832 13823 0,'0'0'1216'0,"0"0"-960"0,-3-6-256 0,-1 0 0 16,0 1 5184-16,4 5 1008 0,-2-5 192 0,0 1 32 16,2 4-4800-16,0 0-960 0,0 0-192 0,0 0-32 15,-5 3 736-15,-1-1 160 0,0 6 16 0,1 5 16 16,0 0-704-16,-1 4-144 0,-1 3-16 0,2 1-16 0,0 2-96 0,1 1 0 15,0-1-16-15,1 2 0 16,3-2 0-16,1 2 0 0,2 1 0 0,4-2 0 0,-1-2-224 0,2-1-144 16,4-3 192-16,1 0-192 0,2-2 160 0,4-2-160 15,1-2 128-15,5-2-128 0,1-1 0 0,3-5 0 16,0 0 128-16,1-3-128 0,2 1 0 0,0-4 0 16,-1 0 0-16,0-3-176 0,2-3-32 0,-2-3-16 15,-2 0 0-15,-1-2 0 16,1-2-1904-16,-2 2-384 0,1 0-80 0,-5 0-15840 0</inkml:trace>
  <inkml:trace contextRef="#ctx0" brushRef="#br0" timeOffset="56463.55">25035 3785 24879 0,'0'0'2208'0,"0"-5"-1760"0,-1-1-448 0,2-1 0 15,-1-1 2944-15,2 2 512 0,-2 0 112 0,0 6 16 16,0-5-2624-16,0 5-512 0,-4-1-96 0,-2 1-32 16,1 1 1024-16,0 3 192 0,0 3 32 0,-3-1 16 15,0 2-928-15,0 1-176 0,-1 2-32 0,0-2-16 0,0 0 16 0,1-1 16 16,0-2 0-16,2 1 0 0,-1-1-144 15,2-3-48-15,5-3 0 0,0 0 0 0,0 0-144 0,0 0-128 16,0 0 192-16,0 0-192 0,0-5 0 0,1-2 0 16,1-1 0-16,0 2-144 0,2-5 144 0,1 2-128 15,2-3 128-15,-1 1-128 0,1-2 128 0,-1-2 0 16,-2 1 0-16,2 0 0 0,-2-1 0 16,-1 4 0-16,1 1 0 0,0 3 0 15,-1 0 192-15,-3 7 64 0,0 0 0 0,0 0 16 0,0 0 304 0,0 0 48 16,0 0 16-16,0 0 0 0,0 0-144 0,4 11-32 15,1-1 0-15,0 2 0 0,0-1-224 0,1 1-48 16,0 1-16-16,2-2 0 0,1-1-176 0,-1 1-176 16,2-1 48-16,2-2 0 15,0 0-1072-15,2 1-208 0,1-3-32 0,1 1-13616 0,8-2-2736 16</inkml:trace>
  <inkml:trace contextRef="#ctx0" brushRef="#br0" timeOffset="57745.94">25931 4071 3679 0,'0'0'320'0,"0"0"-320"15,0 0 0-15,0 0 0 0,-4-7 7072 0,4 7 1344 16,-4 0 272-16,4 0 48 0,-4 0-5376 0,4 0-1072 15,-2 7-224-15,0 3-32 0,1 3-368 0,-2 2-80 16,2 4-16-16,1 3 0 0,0-2-688 0,0 3-144 16,0 0-32-16,1 0 0 0,2 0-240 0,0 0-48 15,-2-1-16-15,2-4 0 0,-1-2-192 0,-1-2-32 16,1-2-16-16,-1-3 0 0,-1-9 0 0,0 0 0 16,0 0 0-16,0 0 0 0,0 0 48 0,0 0 16 15,0 0 0-15,0 0 0 0,0 0-16 0,-1-8 0 16,-1-1 0-16,2-2 0 0,-1 0-80 0,1-2-128 15,0-2 176-15,0 1-176 0,1-2 128 0,2-2-128 16,0-3 0-16,1-2 0 0,-1-1 0 0,4 0-144 16,-1-1 16-16,2 1 0 15,0 0-752-15,-1 1-144 0,-1 3-16 0,2 1-16 16,0 5-816-16,0 1-176 0,-2 4-16 0,2 4-16 0,0 3-1504 16,-8 2-288-16,8 7-64 0,-2-1-6560 0,-1 3-1296 15</inkml:trace>
  <inkml:trace contextRef="#ctx0" brushRef="#br0" timeOffset="58271.88">26060 4196 25631 0,'4'14'1136'0,"-4"-14"224"0,-1 7-1088 0,1-7-272 0,0 0 0 0,0 0 0 0,6 6 1552 16,-6-6 256-16,8 7 48 0,2-6 16 0,0-1-528 0,1-1-128 16,2-3 0-16,-1-1-16 0,1-2-560 0,0-1-96 15,-1-1-32-15,1 0 0 0,-1-1-240 0,-1-1-48 16,-2 1-16-16,1-2 0 0,-1-1-48 0,0 1-16 16,-1 1 0-16,-3 0 0 0,-4 1 112 0,-1 2 0 15,-2 1 16-15,2 7 0 0,-7-1 528 0,-1 2 96 16,-2 3 32-16,-2 4 0 0,-2 1-128 0,-1 4-32 15,1 0 0-15,1 3 0 0,0 1-224 0,1 1-48 16,3 0-16-16,1-1 0 0,3-2-256 16,1 0-48-16,3-2-16 0,2-1 0 0,3 0-160 15,1-6-144-15,3 1 144 0,3-2-208 16,0-1-208-16,2-1-32 0,2-1-16 0,0-2 0 16,1-2-224-16,0-1-32 0,-2-2-16 0,2-2 0 15,1-1 144-15,1 1 16 0,-4-1 16 16,0-1 0-16,-2-2 288 0,0 1 48 0,1-6 16 0,-3 2 0 0,1-4 208 15,-1-1 0-15,2 0 0 0,-3-2 0 0,0 3 0 0,-1 1 0 16,-1 1 0-16,-1 3 0 0,-2 3 208 0,0 3 48 0,-4 7 0 0,0 0 0 16,0 0 480-16,0 0 96 0,0 0 32 0,1 9 0 15,-1 4-144-15,0 3-16 0,-1 1-16 16,0 1 0-16,2 2-256 0,0-1-48 0,1 1-16 0,-1-1 0 16,1-3-48-16,2 0 0 0,2-1 0 0,-1-2 0 15,0 0-176-15,1-4-144 0,1-1 192 0,1-1-192 16,1-2 144-16,-1-1-144 0,-8-4 0 0,8 1 144 15,-8-1-144-15,0 0 0 0,6-2 0 0,1-2 0 0,-2 1 224 0,0-2-32 16,-1-2-16-16,0 1 0 0,0-1 16 16,0-4 16-16,1-2 0 0,0-2 0 0,-1 0-208 0,1-2 144 15,2-3-144-15,-2-2 128 0,-1-3-256 0,0 2-64 16,1-1-16-16,2 2 0 16,-1 4-1328-16,-2-2-256 0,1 5-48 15,0 3-16-15,-1 3-1792 0,-1 2-384 0,-3 7-64 0,0 0-12016 0</inkml:trace>
  <inkml:trace contextRef="#ctx0" brushRef="#br0" timeOffset="59144.82">26598 4240 17503 0,'0'0'1552'0,"3"8"-1232"0,0-1-320 0,-2-1 0 0,-1-6 3520 0,1 8 640 15,-1-8 128-15,0 0 16 0,0 0-2576 0,9 4-528 16,-9-4-112-16,11 0 0 0,-1-3 0 0,-1-1 0 16,2-1 0-16,1-1 0 0,-2-2-496 0,0-1-80 15,1-3-32-15,-1 2 0 0,-2-2-176 0,1-1-48 16,-1-2 0-16,-1 2 0 0,0-2 32 0,0 2 0 15,-2 0 0-15,-1 2 0 0,0 3-32 0,-1 3 0 16,-3 5 0-16,0 0 0 0,-6-1 336 0,0 2 64 16,-3 4 16-16,0 6 0 0,-1-1-112 0,0 5-32 0,0 0 0 15,0 2 0-15,3 0-208 0,0 0-32 0,2-1-16 16,1-1 0-16,0 0-272 0,4 0 0 0,1-2 0 0,5-2 0 16,0-1 0-16,2-1-272 0,1-2 16 0,3-2 16 31,1-1-1120-31,1-1-240 0,0-2-32 0,1-2-16 0,0-2-352 15,1-1-80-15,1-1-16 0,-1-2 0 0,-2 1 736 16,0-5 144-16,1 1 16 0,0 1 16 0,-3-2-96 0,0 0 0 16,-3-2-16-16,0 0 0 0,0-3 752 0,-2 0 160 0,-3 1 16 0,0 0 16 0,-1 2 848 15,0 0 160-15,-3 3 48 0,1 3 0 0,-1 1 960 0,0 6 208 16,0 0 48-16,0 0 0 0,0 0-16 0,0 0 0 16,-4 6 0-16,2 2 0 0,-1 4-608 15,2 1-112-15,1 1-32 0,0 2 0 0,-1 1-432 0,2-3-80 16,2-1-32-16,-1 0 0 0,1 0-224 0,-1 0-32 15,1 0-16-15,0-1 0 0,1-3-32 0,-1 0-16 16,0-2 0-16,-3-7 0 0,0 0 32 0,0 0 16 16,0 0 0-16,0 0 0 0,0 0-80 0,0 0-32 15,0 0 0-15,0 0 0 0,5-5-32 0,-1-1-16 16,-4 6 0-16,3-7 0 0,-1-2-176 0,1-1 192 16,-2 1-192-16,2-1 192 0,1-3-192 0,0 0 0 0,0 0 0 15,1-2 0-15,0 2 0 0,0-2-176 16,2 0 48-16,1 2 0 0,1 2-144 0,0 0-32 15,1 1 0-15,1-1 0 16,0 1-112-16,3-1-32 0,-1 2 0 0,2-1 0 16,2 2-160-16,3 2-32 0,1-1-16 0,1-1 0 15,0 4 80-15,0-2 0 0,-1 2 16 0,-2 1 0 0,0 2 368 0,-4 0 192 0,-3-1-192 16,-1 2 192-16,-5 0 0 0,-6 0 304 0,0 0-48 0,0 0 0 16,0 0 608-16,0 0 112 0,0 0 32 15,-6 6 0-15,-2-1-256 0,-1-3-48 0,-3 4-16 16,0-1 0-16,0-3-336 0,-1 4-64 0,-1 0-16 0,1 1 0 15,0-1-128-15,0 3-16 0,0-2-128 0,0 1 192 16,0-1-192-16,1 1 144 0,0 0-144 0,4 0 128 16,3 0-128-16,0-2 0 0,5-6 0 0,-3 7 128 0,3-7-128 0,0 0 0 15,-5 6 0-15,5-6 0 0,0 0 0 0,0 0 0 16,7 7 0-16,1-1-176 0,2-2 176 0,3 0-128 16,1 0 128-16,2-1-128 0,1-3 128 15,1 1 0-15,2 0-144 0,1 2 144 0,-2 1-144 0,-1-3 144 16,-1 2-192-16,0 1 192 0,-4 1-144 0,-1-3 144 15,-3 4 0-15,-1 2-144 0,-4-1 144 0,-4-7 0 16,1 7 0-16,-2-1 0 0,-2 2 0 16,-1 1 0-16,-2 0 0 0,-3 2 0 0,-3-1 0 0,0-1 0 15,-1 2 0-15,0-3 128 0,-1-1-128 0,0 1 0 16,-2-1-128-16,3-1 128 16,0 1-960-16,0-3-96 0,0 0-32 0,1-2 0 15,2-2-1296-15,0 0-272 0,1-1-48 0,3-2-10448 16,2-2-2080-16</inkml:trace>
  <inkml:trace contextRef="#ctx0" brushRef="#br0" timeOffset="59305.29">27528 4080 16575 0,'0'0'736'0,"0"0"160"0,0 0-720 0,0 0-176 0,0 0 0 16,0 0 0-16,5 8 6528 0,0 2 1264 0,-2 1 256 0,0 2 48 16,-1 1-5152-16,0 0-1040 0,-1 1-208 0,0 0-32 15,0 1-1024-15,1-2-192 0,-2 1-32 0,1-2-16 16,0 0-400-16,1-2-192 0,0 0 0 0,1-2 16 15,-3-9-1952-15,0 0-400 0,4 5-80 0,-4-5-18112 16</inkml:trace>
  <inkml:trace contextRef="#ctx0" brushRef="#br0" timeOffset="59806.41">27639 3817 32943 0,'0'0'1456'0,"0"-6"304"0,0 4-1408 0,0-3-352 0,0 1 0 0,0 4 0 0,0 0 416 0,0 0 16 16,0 0 0-16,0 0 0 16,0 0 272-16,0 0 48 0,9 5 16 0,-1 1 0 0,-2 3 208 15,2 3 48-15,-3-3 16 0,1 3 0 0,-4 1 176 0,1 3 48 16,-1-3 0-16,0 4 0 0,0 1 16 0,1 3 0 0,-2 0 0 0,0 7 0 16,1 1-304-16,-1 0-48 15,-1-1-16-15,0 1 0 0,-1-3-352 0,1-1-80 16,0-3-16-16,0-1 0 0,0-3-272 0,0-1-48 15,0-1-16-15,0-3 0 0,0-1-128 0,0-2 160 16,0-2-160-16,0-8 160 0,0 0-160 0,0 0 0 16,0 0 0-16,0 0 0 0,0 0 0 0,0 0 0 0,0 0 0 0,0 0 0 15,5-5-160-15,0-2 160 16,0-2 0-16,1 0-144 0,0-4 144 0,1-3-192 0,0-1 192 0,1-1-192 16,1-2 192-16,2 1-192 0,1-1 192 0,1 1-192 15,-2 2 192-15,4-1-192 0,-1 2 192 0,0 3-192 16,1 2 192-16,-1 4-128 0,0 0 128 0,1 2-128 15,-1 2 128-15,-1 1 0 0,-2 2-144 0,-1 2 144 16,0 1 0-16,1 1 0 0,-2 1 0 0,0 2 0 0,0 2 0 0,-1 1 0 16,-1 2 0-16,-1 0 0 0,-2 1 0 15,-1 1 0-15,-3 0 0 0,-2 2 128 16,-2 1-128-16,-1 0 0 0,-1-3 0 0,-2 2 0 16,-1-2 0-16,-2 0 0 0,1 1 0 0,-4-2 0 0,-3-1 0 0,1-1 0 15,-1 2 0-15,0-6 0 0,-1-1-352 16,1 0 48-16,1-2 16 0,2-2 0 15,0 1-1120-15,-1-1-240 16,1-2-32-16,3-4-16 0,2 1-1600 0,4-3-320 0,5 6-64 0</inkml:trace>
  <inkml:trace contextRef="#ctx0" brushRef="#br0" timeOffset="60206.03">28224 3827 9215 0,'7'-9'816'0,"-7"9"-656"16,2-4-160-16,-2 4 0 0,0 0 7264 0,0 0 1424 15,0 0 272-15,0 0 64 0,0 0-5872 0,3 10-1168 16,-3 2-256-16,0 6-32 0,-3 5-336 0,2 3-64 16,-2 1-16-16,-2 2 0 0,-1-1-640 0,-1 2-128 15,3 2-16-15,0-2-16 0,2 0-112 0,0-2-32 16,4 1 0-16,0-2 0 0,2-4-208 0,1-3-128 0,1 0 128 0,1-2-128 16,4-2 0-16,1-2 0 0,1-2-192 0,1-4 64 15,2-2-64-15,1-1 0 0,0-1 0 0,2-4 0 16,2-4-48-16,0-1-16 0,2-1 0 15,-1-2 0-15,1-4-48 0,0-1-16 0,-1 1 0 0,2-6 0 16,-2-1-32-16,-1-4-16 0,-2 4 0 0,0-6 0 16,-4 2 144-16,0 3 32 0,-4 3 0 0,-3 3 0 15,-5 1 192-15,-1 4 0 0,-2 9 0 0,0 0 0 16,-6-2 304-16,-2 2 144 0,0 4 48 0,-1 3 0 16,-1 1 96-16,-1 5 32 0,1 0 0 0,1 2 0 15,-1 2-288-15,3 0-48 0,-1 0-16 0,3 0 0 0,3 1-80 0,4-2-32 16,0 2 0-16,6-1 0 0,1 0-160 15,0-1 0-15,2-1 0 0,2 0 128 0,2-2-128 0,2-3 0 16,0-3-160-16,3 1 160 16,1-1-1024-16,1 1-96 0,0-3-32 0,2-1-14672 15,0-2-2944-15</inkml:trace>
  <inkml:trace contextRef="#ctx0" brushRef="#br0" timeOffset="61536.7">26170 535 22223 0,'0'0'976'0,"0"0"224"0,1-8-960 16,-1-2-240-16,-1-3 0 0,1-2 0 0,1 4 1856 0,0-2 336 16,-1 1 64-16,-1 2 16 0,1-2 576 0,0 3 112 15,-1-2 32-15,-2 3 0 0,2 3-1008 0,-1-1-192 16,0 2-32-16,-2 1-16 0,-1 1-544 0,-2 4-112 15,-1 1-32-15,-1 5 0 0,-3 5-384 0,-2 6-80 16,-3 6-16-16,-2 6 0 0,-4 7-256 0,0 4-48 16,-4 3-16-16,-1 4 0 0,1-2 16 15,-1 1 0-15,2 0 0 0,3 0 0 0,3 2-80 0,2-6 0 16,4-1-16-16,3-1 0 0,6 0-32 0,2-5 0 16,3 0 0-16,4-6 0 0,4-1-384 0,1-4-80 15,3-4 0-15,1-2-16 16,3-3-768-16,-1-3-160 0,1-1-16 15,1-4-16-15,3-2-1264 0,2-3-256 0,-3-1-64 0,1-3-10352 16,-1-3-2064-16</inkml:trace>
  <inkml:trace contextRef="#ctx0" brushRef="#br0" timeOffset="62501.06">26535 844 38415 0,'0'0'1696'0,"-3"-5"352"0,2-3-1632 0,-2 0-416 0,0-2 0 0,1 1 0 0,-1 0 720 0,2 3 64 16,-3 0 16-16,-1 1 0 0,-3-1 768 0,0 5 160 16,2 2 16-16,-4 3 16 0,0 3-656 0,-2-1-128 15,-2 6-16-15,-2 2-16 0,-2 2-464 0,-1 2-96 16,-2 2 0-16,-5 5-16 0,-2 1-96 0,6 0-16 16,1 0 0-16,4-4 0 0,3-1-128 0,2-4-128 15,4 0 144-15,2-2-144 0,2-3 0 0,3 0 0 16,-1-4-176-16,4 0 176 15,-2-8-464-15,0 0 16 0,6 7 16 0,2-1 0 16,0-5-192-16,2-1-32 0,3-1-16 0,2-2 0 16,-2-2-96-16,0 1-32 0,1-3 0 15,-1-2 0-15,0-1 32 0,0-2 0 0,-2 0 0 0,0-1 0 16,0 0 192-16,0-1 64 0,-1-6 0 0,-1 3 0 0,0-2 128 0,0 2 48 0,0 1 0 0,0-2 0 16,-1 2 208-16,-1 2 128 15,-2 5-160-15,-1 2 160 0,-4 7 0 0,0 0 0 0,0 0 0 0,0 0 0 16,1 7 304-16,0 2 48 0,-1 5 16 15,2-1 0-15,-1 4-32 0,1 3 0 0,1-2 0 16,2 3 0-16,3 4-64 0,1-2-16 16,3-1 0-16,1-3 0 0,1-5-256 0,2-2 0 0,0-3 128 0,1-1-128 0,0-2 0 15,1-1 0-15,0-2 0 0,0-3 0 16,3-1 0-16,0-1 0 0,-4-3 192 0,3-3-192 16,0 2 0-16,0-3 0 0,-4-2 0 0,-1 1 0 0,0-4 0 15,-4 0 0-15,0 0 0 0,-3-2 0 0,-2 1 0 16,-1-2 0-16,-1-1 160 0,-2 1-160 15,-2 0 160-15,-2 0-160 0,1 2 192 0,-3 1-192 16,-3 0 240-16,-3 3-64 0,-4 5-16 0,-2 3 0 16,-2 3 112-16,-4 5 32 0,-2 6 0 0,1-1 0 0,-1 3 144 15,1 3 48-15,1 2 0 0,3 2 0 0,4-1-240 0,0 1-64 16,4-1 0-16,3 1 0 0,0-4-192 0,4-2 0 16,3 0 128-16,2-3-128 0,2-2-176 0,2-5-80 15,-5-4 0-15,9 2-16 16,1 0-160-16,2-4-16 0,3-3-16 0,0-1 0 0,1-3 208 15,-1-3 64-15,4 1 0 0,-1-4 0 0,0 0 192 0,3-3-192 16,3 0 192-16,-2-3-192 0,-1-1 192 0,-1-4-144 16,1 2 144-16,3-4-128 0,-3-1 128 0,-2 2 0 15,-1-2 0-15,-1 0 0 0,-1 1 0 0,-2 0 0 0,2 3 0 16,-4 5 128-16,-4 3-128 0,-3 5 128 0,-1 4-128 16,-4 8 128-16,0 0 352 0,0 0 80 15,0 0 16-15,-7 12 0 0,1 2 0 0,-3 6 16 0,-1 3 0 16,0 6 0-16,1-6-272 0,0 2-64 0,0 2-16 15,-1 1 0-15,1 0-48 0,2 0 0 0,1-1 0 0,1-1 0 16,0 6-64-16,2-5 0 0,3-4-128 16,2-3 192-16,0-3-192 0,2-4 0 0,1-1 0 0,3-2-160 15,1-3 32-15,0-2 0 0,-1-3 0 0,1-2 0 16,-1-2 0-16,0-1 0 0,2-1 0 0,2-3 0 16,-3-5 128-16,2 1-128 0,-1-3 128 0,1 0-128 15,-2-3 128-15,2-1 0 0,1-2-144 0,-1 2 144 16,-4-1 0-16,3 4 0 0,-3 2 0 0,0 4 0 0,-1 2 0 0,-6 7 0 15,0 0 0-15,0 0 0 0,0 0 272 0,4 12 80 16,-2 0 16-16,-2 3 0 0,-2 2-48 0,2 0-16 16,-1 1 0-16,1-1 0 0,0 3-304 0,0-2 0 15,0-2 0-15,1-1 0 16,1-2-912-16,0-1-192 0,0 0-48 0,1-4 0 16,3 0-2336-16,0-1-480 15,1-4-80-15</inkml:trace>
  <inkml:trace contextRef="#ctx0" brushRef="#br0" timeOffset="63425.07">27455 715 19343 0,'0'0'848'0,"0"0"192"0,-8 4-832 0,2 0-208 16,-1 1 0-16,2 0 0 0,0 2 3072 0,1-1 560 16,4-6 112-16,2 8 32 0,2 3-3008 0,4 0-576 15,4-3-192-15,2 0 0 16,3-3-768-16,3 0-256 0,-1 2-32 0,2-3-16 15,0-3-464-15,1-2-112 0,-1 1-16 0,-1-3 0 0,-6 2 1056 0,0 0 208 0,-2-2 32 0,-2 3 16 16,-10 0 1584-16,0 0 320 0,0 0 64 0,0 0 16 16,3 9 1248-16,-6 4 256 0,-4 3 64 0,-5 1 0 15,-4 0-896-15,-2 2-192 0,-2 3-16 0,0 2-16 16,-3-2-784-16,3 0-144 0,-4 0-48 0,2-2 0 16,2-3-400-16,3-1-96 0,2-1-16 0,2-2 0 0,1-1-416 15,4-4-176-15,3-2 128 0,5-6-128 16,0 0-208-16,0 0-128 0,0 0-32 0,0 0 0 15,9 0-272-15,1-1-64 16,4-3-16-16,0-1 0 0,2-3 96 0,-1-1 32 16,1 1 0-16,1-4 0 0,0-3 0 0,0-1 0 15,1 0 0-15,0-4 0 0,-2-3 208 0,1 1 64 0,-2-1 0 0,0 1 0 0,-2-1 128 16,-2 5 48-16,3 1 0 0,-3 3 0 0,2 2 144 16,-2 4 0-16,-3 4 0 0,-8 4 0 0,0 0 0 0,9 4 0 15,-9-4 0-15,7 7 128 0,-1 2 128 0,0 3 16 16,-1 1 16-16,2 2 0 0,-1 2-80 0,1-1-16 15,-2 0 0-15,2-1 0 0,-2 1-192 0,1-3 0 0,1-1 0 16,1-2 0-16,1-1 0 0,0-2 0 16,0-3 0-16,0-2 0 0,2-2-224 0,-1-1 64 15,2-2 16-15,0-2 0 0,-1-4 0 0,1 0 0 0,0-2 0 0,0 0 0 16,-1-4-192-16,1 2-48 16,1-4 0-16,-2 0 0 0,-2-2 192 0,0-1 48 0,1-2 0 15,1 1 0-15,-2-2 144 0,0 1 192 16,0-2-32-16,0-1-16 0,0 1 224 0,0 0 32 15,-1 3 16-15,0 6 0 0,-1 2 240 0,-2 4 48 0,-1 2 16 16,-4 7 0-16,0 0-80 0,0 0-32 16,0 0 0-16,5 7 0 0,-1 2-16 0,0 2 0 0,-2 5 0 0,1 2 0 15,-3 1-272-15,0 0-64 0,0 3-16 0,0-2 0 16,0 3-240-16,0-2 176 0,1 1-176 0,2 0 160 16,-2 2-160-16,2-1 0 0,1 2 0 0,0-1 0 15,-1-2 0-15,0-1 0 0,0-2 0 0,-1-1 0 16,1-3 0-16,0-2 0 0,-1 0-128 0,1-4 128 0,-1-2 0 0,-2-7-144 15,0 0 144-15,0 0 0 0,0 0-224 0,0 0 64 16,0 0 16-16,0 0 0 0,8 0 16 0,-8 0 0 16,5-6 0-16,1-1 0 0,-4-3 128 0,1 0 0 15,-1-2 0-15,2 0 0 0,-1-1 0 0,2-1-128 16,0 0 128-16,3-2 0 0,0 0 0 16,1 2-160-16,2 0 160 0,-1 1 0 0,2 2-128 0,-2 0 128 15,2 1 0-15,0 3 0 0,-2 0 0 16,-1 2 0-16,-2 2 0 0,-1-1 0 0,1 3 0 0,-7 1 0 15,0 0 192-15,8-1-48 0,-8 1 48 0,7-2 16 16,0 2 0-16,-1 2 0 0,-6-2-48 0,0 0-16 16,7 4 0-16,-7-4 0 0,0 0-144 0,0 0 128 15,6 5-128-15,-6-5 128 0,4 8-128 0,-1 1 128 16,-2-3-128-16,1 2 128 0,-2-8-128 16,0 9 0-16,-2-1 144 0,2-8-144 0,-1 8 0 0,0 0 0 0,-2-2 0 0,3-6 0 15,0 0 0-15,0 0 0 0,-1 7-160 16,1-1 160-1,0-6-1408-15,1 8-160 0,-1-8-32 0,5 7-16 16,0-1-2416-16,1-1-464 0</inkml:trace>
  <inkml:trace contextRef="#ctx0" brushRef="#br0" timeOffset="63885.41">28310 961 19343 0,'0'0'1728'0,"-4"-5"-1392"0,-1-1-336 0,1 0 0 0,2 1 3968 0,2 5 736 15,-2-4 144-15,2 4 16 0,0 0-2976 0,0 0-608 16,0 0-112-16,0 0-16 0,7-6-176 0,-7 6-16 16,10 0-16-16,-1 0 0 0,-9 0-400 0,9 0-80 15,-1 0-16-15,0 1 0 0,0 4 256 0,0-1 32 0,-2 3 16 0,-1-1 0 16,-1 2-192-16,-1 1-48 15,0 0 0-15,-2 1 0 0,-2-1-160 0,-1 2-32 16,0-2-16-16,-2 2 0 0,-1-1-64 0,-1 1-16 0,0-2 0 0,-1 0 0 16,-3-1-32-16,-2 0 0 0,0-1 0 15,1 0 0-15,-1-2-32 0,0-1-16 0,-1 0 0 0,0-1 0 16,-1-2-144-16,3 0 0 0,4 1 0 0,0-2 0 16,-1-2-928-1,2 0-160-15,6 2-48 0,-6-6 0 0,1 1-2352 16,5 5-480-16,0-8-80 0</inkml:trace>
  <inkml:trace contextRef="#ctx0" brushRef="#br0" timeOffset="64526.2">28810 826 17503 0,'0'0'768'0,"6"-7"176"0,-1 2-752 0,2 0-192 0,-1 0 0 0,1-1 0 0,-3 1 4496 0,-4 5 880 16,0 0 160-16,0 0 32 0,0 0-2320 0,-4-4-480 15,-3 4-80-15,-1 0-32 0,-5 0-976 0,0 3-192 16,-1 2-32-16,-3 4-16 0,-5 4-720 0,-1 2-144 0,3 0-16 16,-2 1-16-16,0 1-208 0,-1 0-32 15,1 1-16-15,3 2 0 0,-1-2-80 0,5 0-16 16,2-1 0-16,-1 3 0 0,4-5-192 0,2-2 0 16,3 0-192-16,2-5 192 0,3 1-400 0,4-1 16 0,0 0 16 0,1-3 0 31,1 0-192-31,1-5-32 0,4 0-16 0,1 0 0 15,1-4-96-15,0 2 0 0,-2-3-16 0,2-2 0 16,-3 1 64-16,1-3 16 0,1-1 0 0,0-3 0 16,1 3 0-16,0-6 0 0,0 1 0 0,0-2 0 15,-1-3 80-15,-2 2 32 0,3 0 0 0,-1 1 0 0,-2 2 272 0,1 0 48 0,-5 3 16 16,2 0 0-16,-1 3 32 0,-3 3 16 0,-4 6 0 16,0 0 0-16,0 0 272 0,0 0 48 0,-7 9 16 0,3 2 0 15,0 2 32-15,2 1 16 0,0 1 0 16,2 1 0-16,0-1-112 0,3 0-128 0,-1-1 176 0,4 0-176 15,2 0 128-15,2-3-128 0,0-2 0 0,3-1 0 16,3-1 0-16,0-2 0 0,1-2 0 16,2-3 0-16,3-3 0 0,1-1 0 0,-1 1 0 0,1-6-144 0,2-1 144 0,0-2 0 15,-1-2 0-15,0-3 0 0,-5 0 0 16,1-1 0-16,-6 3 0 0,2-2 0 0,0-5 0 0,-1 1 0 16,0-2 128-16,2-1-128 0,-2 0 192 0,1-1-48 15,-3-1 0-15,1-2 0 0,1 2 176 16,-1-2 48-16,-2 0 0 0,-1 5 0 0,0-2 64 0,-2 4 16 15,-4 4 0-15,-1 0 0 0,-4 6 176 0,-3 4 32 16,3 7 16-16,-9 1 0 0,0 6-96 0,-4 5 0 16,-1 5-16-16,2 1 0 0,-1 3-432 0,-1 5-128 15,-1 2 0-15,1 2 0 0,0 2 0 0,1-1 0 16,0 3 0-16,0-4 0 0,1 0 0 0,3 0 0 16,-2-2 0-16,0 8 0 15,0-4-528-15,3-3-64 0,2-3-16 0,1-4 0 16,1-5-1312-16,0-1-272 0,0-3-48 0,0 0-16 15,0-5-1168-15,-1-3-224 0,-2-3-64 0</inkml:trace>
  <inkml:trace contextRef="#ctx0" brushRef="#br0" timeOffset="64759.63">29048 912 12895 0,'1'-13'576'0,"2"6"112"0,1 1-560 0,1-1-128 0,-2 2 0 0,1 0 0 16,2-4 5840-16,1 2 1136 15,1 1 240-15,2 0 32 0,0 1-4288 0,3 1-848 0,0 0-192 0,3 2-16 16,2-5-816-16,1 2-176 0,0-1-16 0,1 0-16 0,-2 1-240 0,2 4-32 15,2 0-16-15,-3 1 0 0,1 0-208 0,-2 2-32 16,-1 2-16-16,-3 1 0 0,-2 2-80 0,-3 2 0 16,0 1-16-16,-3 2 0 0,-5 2-16 0,1 2 0 15,1 2 0-15,-2-2 0 0,-2 1-224 0,0 0-128 16,1 0 128-16,-2 0-208 16,1-3-1200-16,0-1-256 15,0-1-32-15,2 1-13152 0,0-5-2640 0</inkml:trace>
  <inkml:trace contextRef="#ctx0" brushRef="#br0" timeOffset="65377.16">29536 834 20271 0,'-2'-11'896'0,"0"7"192"0,-6-7-880 0,3 3-208 16,2 3 0-16,2-1 0 0,0 2 4720 0,1 4 896 16,0 0 176-16,0 0 32 0,0 0-4352 0,7-2-864 15,0-3-176-15,5 3-48 0,5 2-384 0,0 0 0 0,-2 0 0 0,3 0 0 31,1 0-880-31,0-2-208 0,-1 0-32 0,1 2-16 16,-1 0-208-16,0 2-32 0,-2 0-16 0,-2-2 0 0,-1 2 976 0,-2-1 192 16,-1-1 32-16,-1 1 16 0,-9-1 1200 0,0 0 256 0,0 0 32 0,0 0 16 15,0 0 768-15,0 0 144 0,-2 9 48 0,-4 2 0 16,-3 2-688-16,-2 2-144 0,-2 4-32 0,-1-1 0 16,1-1-544-16,-1 1-112 0,-3 2-32 15,2-1 0-15,0 1-208 0,3-1-32 0,3-2-16 0,3-1 0 16,2-3-304-16,3-1-176 0,1-2 192 0,3 2-192 15,4-3 0-15,2 0 0 0,3 0 0 16,1-4-192-16,1-1-112 0,1-1-16 0,3-2 0 0,1-2 0 16,2-2-832-1,0-1-160-15,1-1-32 0,-3-1-16 16,0-3-576-16,5-3-112 0,2-4-32 0,0 2 0 0,-2-6-912 0,3 1-176 0,0-5-32 16,0-3-16-16,2-3-512 0,-7-4-112 0,-5-2 0 0,3-4-16 15,11-10 2064-15,-4 0 400 0,-7 6 96 16,-3-3 16-16,-4 10 1088 0,-1 1 192 0,-5-1 128 0,0 2-128 15,-2 3 912-15,-2 0 96 0,-2 0 16 0,-2 4 0 0,-2 0 2240 0,1 5 448 16,-2 5 80-16,-2 6 32 0,3 3-304 0,0 3-64 16,2 1-16-16,1 5 0 0,0 0-1664 0,0 0-336 15,2 10-64-15,2 2-16 0,0-2-528 0,3 4-96 16,0-2-32-16,1 3 0 16,4 3-240-16,0 3-48 0,-1 2-16 0,2 3 0 0,0 2-32 15,2 4-16-15,-1 1 0 0,2 2 0 0,-3 0-64 0,1 4-16 16,-2 0 0-16,0 1 0 0,-2-3-112 0,-2 1-32 0,-3 3 0 15,-1 2 0-15,-1 1 32 0,-3 9 0 16,-3-3 0-16,-1-3 0 0,-1 0 96 0,-3-6 0 16,-1-3 16-16,-1-3 0 0,-2-1 0 0,1-8 0 15,-2-5 0-15,0 1 0 0,0-5-112 0,-1 0-32 16,0 0 0-16,1-1 0 0,1-3-128 0,-1-3 0 16,0 1 0-16,2-1 0 15,3-2-1504-15,1 0-224 0,0 0-64 0,2-2-21504 0</inkml:trace>
  <inkml:trace contextRef="#ctx0" brushRef="#br0" timeOffset="73552.53">18793 5629 43935 0,'0'0'1952'0,"0"0"400"0,0 0-1888 0,0 0-464 0,0 0 0 0,0 0 0 0,0 0 0 15,0 0-336-15,0 0 48 0,0 0 16 0,0 0 464 0,0 0 112 16,7 6 16-16,-1 1 0 0,-1-1-320 0,1 1-176 15,-1-1 32-15,0 1 0 16,3 1-3232-16,-3 1-640 0</inkml:trace>
  <inkml:trace contextRef="#ctx0" brushRef="#br0" timeOffset="73685.14">18751 5969 35007 0,'-9'12'3120'0,"9"-12"-2496"0,-5 5-496 0,1 1-128 0,4-6 1088 0,0 0 208 16,0 0 48-16,0 0 0 0,3 8-1152 0,-3-8-192 15,8 4 0-15,1 0-17728 0</inkml:trace>
  <inkml:trace contextRef="#ctx0" brushRef="#br0" timeOffset="74360.92">19664 5616 31327 0,'-12'-2'1392'0,"7"1"272"0,0-4-1328 0,0 2-336 16,2 3 0-16,0 2 0 0,1 3 3008 0,0-3 544 15,-1 5 96-15,-1 3 32 0,1 3-1904 0,-1 3-384 16,3 5-80-16,0 1-16 0,-3 0-480 0,1 0-112 16,-1 2 0-16,0-1-16 0,2-3-336 0,-1-1-64 15,-1 0-16-15,0-2 0 0,2-4-96 0,0 0-32 16,1-3 0-16,-2-2 0 0,3-8-144 0,0 0 128 0,0 0-128 0,0 0 128 16,0 0-128-16,0 0 0 15,0 0 0-15,0 0 0 0,4-7-160 0,1 0 160 0,1-4-208 0,1-2 80 16,3-4-48-16,3-4 0 15,2-5 0-15,4-4 0 0,1-2-48 0,5-2-16 16,3-3 0-16,-1-2 0 0,0-1 48 16,2-2 16-16,0 2 0 0,-2 1 0 0,0 2 176 0,-3 6 0 0,-3 5 0 15,-3 5 0-15,-2 5 0 0,-3 6 0 16,-4 4 0-16,-1 6 0 0,-2 6 0 0,-2 5 304 0,-3 8-48 0,-2 7-16 16,-3 6 256-16,-1 7 48 0,-3 4 16 0,-1 7 0 15,-3 6-112-15,-1 7-32 0,1-9 0 0,2 6 0 16,-3 4-144-16,0 5-16 0,-1 0-16 0,1 4 0 0,1 2-112 15,-1-1 0-15,0-1-128 0,0-2 192 0,0-8-192 0,1 0 0 16,2-4 128-16,-1-5-128 16,1-3 0-16,1-4 0 0,-1 0 0 0,0 1 0 15,1-7-576-15,1-6-176 0,0-4-16 0,2-5-16 16,-1-5-1776-16,5-6-336 0,3-5-80 16</inkml:trace>
  <inkml:trace contextRef="#ctx0" brushRef="#br0" timeOffset="76190.55">20049 6724 10127 0,'0'0'896'16,"-6"-1"-704"-16,6 1-192 0,-5-2 0 0,0 2 6656 0,5 0 1280 15,-5 2 272-15,-1 1 48 0,4 4-5296 0,-1 3-1056 0,-1 5-224 16,0 3-32-16,1 3-752 0,-1 4-160 0,0-2-32 0,0 6 0 16,0 1-384-16,0 1-64 15,0-1-32-15,1-1 0 0,1-6-224 0,1-1 0 0,-1-1 0 0,1-4 0 31,1-1-1040-31,0-3-160 0,1-4-16 0,3-1-16 0,-1-2-2544 0,-3-6-496 16,8 4-96-16,1-10-32 0</inkml:trace>
  <inkml:trace contextRef="#ctx0" brushRef="#br0" timeOffset="76312.21">20119 6599 11055 0,'0'0'480'0,"0"0"112"0,0 0-464 0,0 0-128 0,0 0 0 0,0 0 0 0,-5 2 4160 0,1 2 832 15,4-4 144-15,-3 8 48 16,3-8-5568-16,0 10-1088 0,2 1-240 0</inkml:trace>
  <inkml:trace contextRef="#ctx0" brushRef="#br0" timeOffset="76869.73">20277 6732 30063 0,'0'0'1328'0,"-7"4"272"0,1 0-1280 0,-2-1-320 0,0 3 0 0,-1-2 0 0,0 2 2384 0,0 1 416 15,-2-1 80-15,2 1 0 0,1-1-784 0,0 2-176 0,1-2-16 16,0 1-16-16,2-2-880 0,1 0-176 0,4-5-48 0,-3 7 0 16,3-7-400-16,-1 8-64 15,2 0-32-15,2-1 0 0,-3-7-288 0,5 8 0 0,2-1 128 16,-1-1-128-16,2 1 0 0,0-1 0 16,1 2 0-16,0-1 0 0,-1-1 0 0,0-1 0 0,-3 2 0 15,0-1 0-15,0 1 0 0,-1 1 0 0,-4-8 0 16,2 10 0-16,-2-3 272 0,-2 2-48 0,0 0-16 0,-1 0 0 15,-2-1 192-15,-2 0 48 0,1-2 0 16,-3 2 0-16,-2 1-128 0,1 0-32 0,-2 0 0 0,0-1 0 16,1 0-112-16,-1 1-32 0,0-4 0 15,2 2 0-15,3-2-144 0,2-1 128 0,5-4-128 0,0 0 128 16,0 0-128-16,0 0 0 0,0 0 0 0,0 0 0 0,0 0 0 0,0 0 0 16,0 0-176-16,8-5 176 0,0 0-128 15,2-1 128-15,2 1-128 0,2-1 128 16,1-6 0-16,0 0-160 0,3 0 160 0,-1-2 0 0,0-3-176 15,2-1 176-15,-1-2-160 0,0 0 160 0,2 0-192 16,-3-1 48-16,-2-1 16 0,2 1 0 0,-4 2 128 16,-1 2-128-16,-3 2 128 0,-1 4-128 0,-3 0 128 0,-1 3 0 15,-4 8 0-15,0 0 0 0,0 0 128 0,0 0-128 16,-9 3 160-16,0 2-160 0,-2 3 192 0,0 4-48 16,-2 2-16-16,0 3 0 0,0 2-128 0,-1 4 0 15,3 0 144-15,0-1-144 0,2 0 0 0,3-1 0 16,0 0 0-16,4-3 0 0,1 1 0 0,2-5 0 15,3 0 0-15,1-2 0 0,0-3-272 0,3-4 16 16,2 1 16-16,2-2 0 16,1-2-1120-16,0-1-240 0,0-1-32 0,3-1-16 15,0-3-608-15,-1-1-128 0,0-3-32 0,0 2 0 16,0-3-912-16,0-1-176 0,-3-1-32 0,0-1-16 16,-2-2-240-16,-1-1-48 0,-1 0-16 15</inkml:trace>
  <inkml:trace contextRef="#ctx0" brushRef="#br0" timeOffset="77188">20560 6824 20031 0,'0'0'896'0,"0"0"176"0,0 0-864 0,-3-6-208 15,-1 1 0-15,-1 1 0 0,5 4 3184 0,0 0 592 0,0 0 112 0,-5 6 16 16,1 1-1072-16,0 0-208 0,1 5-64 0,1 3 0 16,-1 0-880-16,0 2-176 0,1 1-32 0,1 2-16 15,-1 1-528-15,1 0-96 0,1-3-32 0,0 0 0 16,0-1-304-16,0-3-64 0,1-1-16 0,1-1 0 16,-4-1-224-16,4-4-64 0,-2-7 0 0,0 0 0 15,0 0-128-15,0 0 160 0,0 0-160 0,0 0 160 0,0 0-160 0,0 0 0 16,0 0 0-16,0 0 0 0,7-2 0 0,1-2 0 15,-1-3-176-15,0-2 176 0,1-2-192 0,-1-4 64 16,-1 0 0-16,3-2 0 0,2-3 0 0,1 1 0 16,-2-2 0-16,2 0 0 0,0-1 128 0,1 1-192 15,0 0 192-15,-3 3-192 0,2 2 192 0,-2 6 0 16,-1-1 0-16,-1 6-128 0,-8 5 128 0,0 0 0 16,7 4 0-16,-1 4 128 0,-1 2 64 0,-1 3 0 15,-1 1 16-15,-2 3 0 0,1 3-16 0,-2 2 0 16,-2 0 0-16,1 2 0 0,-2-2-192 0,3 0 0 15,-1-1 128-15,1 0-128 16,0 0-512-16,0-4-128 0,1 0-48 0,1-2 0 16,0-2-1872-16,2-1-368 0,0 0-80 0</inkml:trace>
  <inkml:trace contextRef="#ctx0" brushRef="#br0" timeOffset="77502.12">21390 6244 26719 0,'-14'-4'1184'0,"7"3"240"0,1-2-1136 0,-1 2-288 0,2-3 0 0,5 4 0 0,0 0 6000 0,-1-5 1136 15,1 5 224-15,0 0 64 0,0 0-5136 16,0 0-1024-16,6-4-208 0,2-1-32 0,1-1-704 0,2 3-128 15,0-1-16-15,2 0-16 16,2 0-160-16,-1 1 0 0,0 2 0 0,2-3 0 0,1 1 0 0,1 0 0 16,0 0 0-16,2 2 0 0,-3-1 0 0,1 2 0 15,-1-1 0-15,0 1 0 16,-1 0-528-16,1 0-96 0,0 0-16 0,-3 3 0 16,-2 1-960-16,-1 1-208 0,1 0-48 0,-1 1 0 15,-2 0-2480-15,-3 1-496 0</inkml:trace>
  <inkml:trace contextRef="#ctx0" brushRef="#br0" timeOffset="77684.42">21373 6510 32255 0,'-16'3'1424'0,"9"-2"304"0,0 0-1392 0,3 2-336 16,4-3 0-16,0 0 0 0,0 0 3920 0,0 0 720 16,0 0 144-16,0 0 16 0,9 2-3328 0,4 0-688 15,3-2-128-15,2-2-16 0,2 0-496 0,2-2-144 16,3 0 0-16,1-2 0 0,3-4 0 0,1 1 0 0,0 0 0 0,2 0 0 31,1-1-1168-31,1-1-240 0,3-1-64 0,3 2-20096 0</inkml:trace>
  <inkml:trace contextRef="#ctx0" brushRef="#br0" timeOffset="78418.35">22700 5772 3679 0,'2'-8'320'0,"0"-1"-320"0,1-1 0 0,2-2 0 16,2 0 6912-16,-2-2 1296 16,3 1 272-16,-1 4 48 0,-1 2-4880 0,-2-2-992 0,1 4-192 0,1 0-32 15,-6 5-768-15,0 0-160 0,0 0-32 0,0 0 0 16,9 10-464-16,-2 6-112 0,-1 2 0 0,-2 7-16 15,-1 0-112-15,0 7 0 0,-2 3-16 0,-1 3 0 16,1 1-304-16,0-2-48 0,1-3-16 0,0-3 0 16,0-2-192-16,-1-2-64 0,0 0 0 15,1-3 0-15,0-6-128 0,2-2 0 0,-3-1 144 0,3-3-144 16,0-3 0-16,0 0 144 0,-4-9-144 0,0 0 0 16,0 0 0-16,0 0 0 0,0 0 0 0,0 0 0 15,0 0 0-15,9 0 0 0,-9 0 0 0,8-6 0 16,1-2 0-16,0-1 0 0,1-4 0 0,0-1 0 0,0-1 0 0,2 1 0 15,0-4 0-15,1-3 0 0,1-3 0 16,2-2 0-16,1-4 0 0,2-1 0 0,0-2 0 0,-1 1 0 16,-1 0 0-16,0 4 0 0,1-1 0 0,-2 7 0 15,-3 4 0-15,-3 3 0 0,-1 5 0 0,0 5 0 16,-9 5 0-16,0 0 0 0,6 5 0 0,-2 7 0 16,-2 1 0-16,1 4 0 0,-2 5 0 0,0 0 0 15,1 3 160-15,0 1-160 0,1 1 0 0,1-1 0 16,1 0 128-16,0-5-128 0,0-3 0 0,2-2 0 15,1-2 0-15,0-2 0 0,-1-1 0 0,1-1 0 16,-1-2 0-16,1-2 0 0,-1-2 0 0,1-1 0 16,-8-3 0-16,9 1 0 0,0-1 0 0,1 0 0 15,-3-1 0-15,3 1 0 0,-3-5 0 0,2-1 0 16,1 0 0-16,-3-1 0 0,0 0 0 0,2-4 0 0,1-3 0 16,2-2 0-16,1-2 0 0,-1-2 0 0,1-4 0 15,1-1 0-15,1-1-320 0,-2 0 16 0,-2 1 0 16,1 0 0-1,-3 2-880-15,-1 1-176 0,0 3-48 0,-1 1 0 16,-4 4-2000-16,0 2-416 0,-2 3-80 0</inkml:trace>
  <inkml:trace contextRef="#ctx0" brushRef="#br0" timeOffset="78655.39">22342 5489 49247 0,'0'0'2176'0,"0"0"448"0,0 0-2096 0,0 0-528 0,0 0 0 0,10-4 0 0,2 2 320 0,4-1-64 16,1 1 0-16,3 0 0 0,3-2 144 0,1 2 32 16,2 0 0-16,2 0 0 0,-1-1-432 0,2 1 0 15,1-2 0-15,1 0 0 16,2 1-896-16,-1-1-256 0,4 0-48 0,1 2-13392 15,5-4-2672-15</inkml:trace>
  <inkml:trace contextRef="#ctx0" brushRef="#br0" timeOffset="78851.44">23353 5485 5519 0,'0'0'240'0,"0"0"64"0,0 0-304 0,0 0 0 15,12-2 0-15,1-1 0 0,2 2 7728 0,-2 0 1488 16,1-1 288-16,2 0 64 0,-1-1-6320 0,2-1-1264 0,1 0-256 0,2 0-64 15,1 0-976-15,0 2-208 0,-2-2-32 0,1 1-16 16,1-2-256-16,-3 0-48 0,0 0-128 0,0-1 192 16,-1 1-384-16,-2 1-64 0,-2-2-32 0,-1 0 0 15,-2 1-2400-15,0 0-496 16,-2 0-80-16,-3 0-14304 0</inkml:trace>
  <inkml:trace contextRef="#ctx0" brushRef="#br0" timeOffset="79154.14">23369 5046 35007 0,'-6'-3'3120'0,"-1"1"-2496"0,1-1-496 0,-1 2-128 0,-1 1 2240 0,0 1 448 16,1 2 64-16,-1 1 32 0,0 0-992 0,0-1-192 15,2 4-32-15,0 1-16 0,1 1-880 0,0 0-176 16,1 0-48-16,3 0 0 0,1-1-256 0,0 0-48 15,0 1-16-15,0-9 0 0,4 7-128 0,2-1 0 16,1-1 144-16,1-1-144 0,1 0 0 0,0-1 0 16,0-3 0-16,1-2 0 0,1 1 0 0,0 0 0 15,1-2 0-15,0 1 0 0,0-2 0 0,-1 1 0 16,0 1 0-16,-2-2 0 0,-3-2 0 0,0 1 0 16,-6 5 0-16,2-6 0 0,-2-1 0 0,-2 2 0 15,-2 0 0-15,-3 2 0 16,-1-3-512-16,-1 2-192 0,0 1-16 0,-1 3-16 15,-1 3-1968-15,1 1-400 0</inkml:trace>
  <inkml:trace contextRef="#ctx0" brushRef="#br0" timeOffset="79595.98">23695 5977 27647 0,'0'0'2448'0,"0"0"-1952"16,0 0-496-16,0 0 0 0,0 0 2992 0,0 0 496 15,0 0 96-15,3 9 32 0,-2 1-1248 0,0 3-256 16,-1 2-64-16,0 0 0 0,0 1-832 0,-1 1-192 15,0 0-16-15,-1 3-16 0,-2 2-480 0,2 0-80 16,-1 1-32-16,1-1 0 0,-1-3-240 0,0-1-160 16,0-1 192-16,1-1-192 15,4-3-496-15,-1-2-208 0,-1-2-32 0,2-1-16 16,4-1-2448-16,-1-5-480 0,-5-2-96 0</inkml:trace>
  <inkml:trace contextRef="#ctx0" brushRef="#br0" timeOffset="79748.89">23829 5768 27647 0,'0'0'2448'0,"0"0"-1952"0,-6 2-496 0,-1 0 0 0,7-2 2496 0,-5 5 416 15,-1 2 80-15,2 1 16 0,0 1-2320 0,1 0-464 16,3 3-96-16,3 3 0 16,1 2-2368-16,1 4-448 0,0 1-112 0</inkml:trace>
  <inkml:trace contextRef="#ctx0" brushRef="#br0" timeOffset="80911.77">24076 6089 27471 0,'-3'-13'1216'0,"3"6"256"0,0 7-1184 16,0-5-288-16,-2 0 0 0,0 0 0 0,1-2 2128 0,-2 2 368 16,-1 2 80-16,-1-1 16 0,-3 4-288 15,1 4-48-15,-4-1-16 0,-1 2 0 16,-2 0-768-16,-2 2-176 0,-1 3-16 0,-1 5-16 15,0 2-560-15,-2 1-128 0,2 0 0 0,1 0-16 0,2 1-288 0,2-1-48 16,2-1-16-16,3 0 0 0,4-3-208 0,2-1 0 0,0-1 0 0,4-6 0 16,0 1-288-16,5-2-48 0,2-1-16 0,1-3 0 15,2-1-368 1,2-1-80-16,2-3-16 0,1-1 0 0,3-2 80 16,-1-3 16-16,1 0 0 0,-1-2 0 0,2 1 112 0,-1-4 32 0,-1 0 0 15,1-1 0-15,-2-1 320 0,0 1 64 0,-1-5 0 0,2 0 16 0,-4-1 176 16,0 0 0-16,-1-4 0 0,0 1 128 0,-2 3 0 15,0 0 0-15,-3 3 0 0,-3 4 0 0,0 2 304 16,-3 4 64-16,1 1 16 0,-4 8 0 0,0 0 320 0,0 0 64 16,-5 6 0-16,0 3 16 0,-2 4-320 0,0 4-64 15,-1 2-16-15,0 3 0 0,-1 0-272 0,1 3-64 16,1 1-16-16,1-4 0 0,1-1-160 16,2 1 160-16,2-1-160 0,2-2 160 0,2 0-160 0,1-2 0 15,1-2 0-15,3-2 0 0,2-2-256 16,1-2 80-16,0-3 16 0,1-2 0 0,0-1-112 0,-1-2-32 15,1-2 0-15,0-2 0 0,1-1 48 0,-1-2 16 16,1-2 0-16,1-1 0 0,-1-1-16 0,0-2 0 16,-1-3 0-16,-2-1 0 0,-1-1 96 0,2 1 16 15,-1-2 0-15,2-1 0 0,-2 0 0 0,0 2 0 16,-3-3 0-16,0 5 0 0,-3 0 144 0,0 4 0 16,-3 0 0-16,-2 3 0 0,-2 2 0 0,-2-2 176 0,0 5-48 0,-2 3 0 15,-1 3 48-15,1 2 0 16,0 2 0-16,-1 2 0 0,0 1-32 0,1 3 0 0,-3-2 0 0,1 3 0 15,3 4-144-15,1-1 0 16,1 3 0-16,1-3 0 0,2 2-176 0,-1-2 176 0,2 0-128 16,3 2 128-16,4-1-192 0,0 0 64 15,1-2 0-15,3-3 0 16,0-2-720-16,5-4-144 0,1 0-32 0,3-4 0 16,2-1-1136-16,1-2-224 0,3-2-48 0,0-1-16 0,2-4 1104 15,-2 0 240-15,0-3 32 0,-3 2 16 16,1-1 160-16,-3 0 48 0,-2-3 0 0,-1 0 0 0,-1-1 1024 0,-2-3 208 0,-4-1 32 0,1 2 16 15,-4 0 736-15,-1 0 160 0,-2 2 16 0,-3 3 16 16,-2 1 176-16,-4 3 16 0,4 6 16 0,-9 2 0 16,-4 0 304-16,-2 5 64 0,-5 1 16 0,1 1 0 0,-2 1-928 15,0 2-176-15,-1 1-32 0,1 1-16 0,1-1-400 0,2 0-80 16,1-2 0-16,4 1-16 0,3-3-160 0,2 0-16 16,3 0-128-16,2-1 192 0,3-8-192 0,0 0-240 15,0 0 48-15,9 5 16 16,2-1-320-16,0-1-64 0,2-2-16 15,2-2 0-15,2-3 64 0,0-2 16 0,-1 1 0 0,1 0 0 16,-1-2 48-16,0-2 0 0,-2 1 0 16,0-2 0-16,1-3 128 0,-2 0 16 0,-2 0 16 0,1 0 0 0,0-1 0 0,-2 2 0 15,0 1 0-15,-3 1 0 0,0 1 96 0,-2 1 0 16,-1 2 16-16,-4 6 0 0,0 0 176 0,0 0 0 16,0 0 160-16,0 0-160 0,-3 7 384 0,1 2 0 15,-1 2-16-15,2 2 0 0,-2 1 0 0,1 2 0 16,0-3 0-16,2-1 0 0,0-1-240 0,3 2-128 15,1-2 160-15,1-1-160 0,3-1 0 0,1-1 0 0,0-1 0 16,3-3 0-16,2-2-128 0,1-2 128 16,-1-1 0-16,0-3 0 0,3-1-144 0,1 1 144 15,-1-5 0-15,2 1-144 0,-1-1 144 0,0-2 0 0,-2 1 0 0,1-2 0 16,0-1 0-16,-2 0 0 0,0-1 0 0,-1-2 0 16,-1-1 256-16,0-1 0 0,-1-2-16 0,1-2 0 15,0-1 192-15,-1-1 32 0,-2-4 16 0,0 2 0 16,0 1 16-16,-3 3 0 0,0 1 0 0,-1 5 0 15,-3 4-48-15,-2 3 0 0,-2 3 0 0,1 6 0 16,0 0 128-16,-6 0 32 0,-2 0 0 0,0 6 0 16,-1 5-256-16,0 4-48 0,-2 4-16 0,1 3 0 15,-2 1-112-15,3 3-32 0,1-3 0 0,2 0 0 0,2-1-144 16,2 0 0-16,1-1 144 0,2 0-144 0,2 0 0 16,1-4 0-16,1 0 0 0,0-2 0 15,1 0 0-15,1-2 0 0,3-1 0 0,0-1 0 16,2 0-1008-16,-1 0-112 0,1-3-32 15,2 1 0-15,6-1-2864 0,-3 0-576 0</inkml:trace>
  <inkml:trace contextRef="#ctx0" brushRef="#br0" timeOffset="81360.67">22689 6737 40543 0,'-13'0'3600'0,"-3"-1"-2880"16,0-3-576-16,1 1-144 0,4-3 2608 0,3-1 480 0,3 3 112 0,1 2 0 15,4 2-1760-15,0 0-352 0,8-4-80 0,4 1-16 16,3 0-608-16,5 2-112 0,3 1-16 0,7-4-16 0,4 2-112 0,8-1 0 16,9-1-128-16,5 1 192 0,8 1-32 0,4-2-16 15,1-1 0-15,4 2 0 0,5-2-144 0,5 1 160 16,9 1-160-16,0-1 160 16,-2-1-160-16,5-1 0 0,4-1 0 15,2 2 0-15,-1 1 0 0,-2 0 0 0,0 2 0 0,1-1 0 16,6-1 0-16,-5 1 0 0,-10 1 0 0,-7-1 0 0,-4 5 0 0,-4-1 0 15,-4-1 0-15,-3 1 0 0,0 0 0 0,-7 2 0 16,-6 1 0-16,-7 0 0 0,-7 1 0 16,-6-4 0-16,-5 2 0 0,-7 0 0 0,-3-1 0 0,-4 2 0 15,-3-1 0-15,-13-3 0 16,7 4-448-16,-7-4-80 0,0 0-16 0,0 0 0 16,2 10-1792-16,-4-3-352 0</inkml:trace>
  <inkml:trace contextRef="#ctx0" brushRef="#br0" timeOffset="82188.3">22622 7386 26719 0,'0'0'2368'0,"0"0"-1888"0,0 0-480 0,0 0 0 0,0 0 3824 0,0 0 656 16,-1 5 144-16,-1 1 32 0,2-6-2064 0,-1 13-416 15,-1 4-64-15,-1 5-32 0,-1 5-720 0,0 2-144 16,0-3-16-16,2 0-16 0,-1 3-576 0,0 1-112 0,1 1-32 0,1-1 0 16,-1 0-192-16,1 0-32 15,1-1-16-15,-1 6 0 0,3-4-224 0,1-4 176 0,-2-3-176 0,0-5 160 16,2-2-160-16,0-2 0 16,-2-4 0-16,2-3 128 0,-1 0-128 0,-2-8 0 0,0 0 0 0,0 0 0 15,0 0 0-15,0 0 0 16,8 4 0-16,-8-4 0 0,8-4 0 0,0-1 0 0,-1-2 0 0,1-2 0 15,0-3 0-15,1-3 0 0,0-6 0 0,3-1 0 16,0-3 0-16,3-1 0 0,4-3-144 0,-1 2 144 16,0-4 0-16,2 1-128 0,1-2 128 15,-1 2 0-15,3-4 0 0,-1 3 0 0,-1 1 0 0,-2 4 144 16,-1 4-144-16,-2 4 0 0,-4 3 0 0,-2 5 0 0,-2 3 0 0,-1 6-144 16,-7 1 144-16,5 8-208 0,-1 5 208 0,-2 5 0 15,0 4 0-15,-2 3 0 0,0 4 0 16,0-3 160-16,0 0-160 0,0-1 128 0,1-2-128 15,0 1 0-15,1-1 0 0,1-2 128 0,3 0-128 0,0-5 0 16,1-2 0-16,1-1 0 0,2 0 0 16,-1-4 0-16,-1 0 0 0,1-4 0 0,0-2 0 0,0-3 0 15,2 0 0-15,-1-3 0 0,2-1 0 0,0-1 0 16,-1-1 0-16,1-1 0 0,-1-1 0 0,-1-2 0 16,0-2 0-16,1-1 0 0,-1-1 0 0,1 0 0 15,0-2 0-15,0 0 0 0,-1-1 0 0,-1 0 0 16,2-4 0-16,-1-1 0 0,1-1-176 0,-1-2-16 15,1-2 0-15,-4 1 0 16,1 2-704-16,-1 1-160 0,-3-1-32 0,-2 3 0 16,1 3-992-16,-1 1-208 0,-2 3-32 0,-1 1-19072 0</inkml:trace>
  <inkml:trace contextRef="#ctx0" brushRef="#br0" timeOffset="82408.89">22311 7356 23039 0,'0'0'2048'0,"0"0"-1648"0,0 0-400 0,0 0 0 15,0 0 6320-15,7 3 1168 0,4-3 256 0,3 0 32 16,3 0-6032-16,4 0-1200 0,2-4-240 0,3 1-48 16,3 1-96-16,0-1-16 0,0 0 0 0,0 1 0 0,3-2-144 15,0 1 0-15,1-2-160 0,1 1 160 16,2 0-1744-16,2-2-256 0,3-1-48 0,2 1-12176 15,2-1-2432-15</inkml:trace>
  <inkml:trace contextRef="#ctx0" brushRef="#br0" timeOffset="82576.67">23386 7219 9215 0,'0'0'816'0,"0"0"-656"0,0 0-160 0,7-4 0 0,2-1 6192 0,1 1 1200 15,1 0 240-15,-1 2 48 0,0-4-5040 0,1 3-1008 16,-1-1-208-16,2 0-32 0,0 0-816 0,0 1-144 15,-2 1-48-15,0-1 0 0,-2-1-384 0,0 0 0 16,-3-1-224-16,3 2 80 16,-1 2-3072-16,-7 1-624 0,0 0-112 0,0 0-16 0</inkml:trace>
  <inkml:trace contextRef="#ctx0" brushRef="#br0" timeOffset="82872.7">23230 6968 32255 0,'-7'-3'2864'0,"-1"3"-2288"16,-1 0-576-16,0 3 0 0,-1 1 2864 0,-1 1 464 0,-1 1 80 0,2 3 32 16,0 3-1264-16,-1-3-256 0,1 2-64 0,2-2 0 15,1 5-928-15,0-1-192 0,1-2-32 0,2-1-16 16,2-1-384-16,-1 0-80 0,2 0-16 0,1-9 0 16,0 0-208-16,3 8 0 0,0 0 128 0,-3-8-128 0,0 0 0 15,8 4 0-15,0-1 0 0,3-1 0 0,-2-2 0 0,1 0 0 16,-1-2 0-16,2-1 0 0,-1-2 0 0,-1 0 0 15,0-1 0-15,-1 1 0 0,-1 1 0 0,-2-2 0 16,-1-1 0-16,0 1 0 16,0-2 0-16,-2 0 0 0,0 0 0 0,-1-2 0 0,-1 2-192 0,0 0-16 15,-1-1-16-15,-1 1 0 16,1-2-1408-16,0 3-288 16,2-1-48-16,-1 8-12768 0,0 0-2560 0</inkml:trace>
  <inkml:trace contextRef="#ctx0" brushRef="#br0" timeOffset="84440.4">23528 7747 17503 0,'0'0'768'0,"0"0"176"0,0-8-752 0,3 1-192 0,1 1 0 0,1 0 0 15,1 2 4992-15,-6 4 976 0,0 0 192 0,10-1 48 16,-3 2-3520-16,1 3-688 0,-1 0-144 0,-2 4-16 15,-1 3-496-15,0 4-112 0,-3 2-16 0,-1 4 0 0,0 1-384 16,-1 2-96-16,-1-3-16 0,0 1 0 16,-2-1-176-16,0 0-32 0,0-1-16 0,0-2 0 0,0-4-112 0,2-1-32 15,-1-2 0-15,0-3 0 0,3-8-96 0,0 0 0 16,0 0-16-16,0 0 0 0,0 0-112 0,0 0 0 16,0 0-128-16,0 0 192 0,4-6-192 0,2-3 0 15,0-2 0-15,2-2 0 0,0-1 0 0,2-4 0 16,1 0 0-16,2-4 0 0,1 1-176 0,2-3-16 15,1 2-16-15,1 0 0 16,-1-1-1008-16,0 1-208 0,-2 1-48 0,1 2 0 16,0-1-1616-16,1 4-336 0,0 3-64 0</inkml:trace>
  <inkml:trace contextRef="#ctx0" brushRef="#br0" timeOffset="85319.79">23812 7888 20271 0,'0'0'1792'0,"0"0"-1424"0,0 0-368 0,0 0 0 0,0 0 4272 0,0 0 784 15,0 0 144-15,0 0 48 0,8 1-3424 0,3-1-672 0,0-1-144 0,1-2-32 16,-3-3-464-16,3-3-112 0,1 1-16 0,0-1 0 16,1-2-192-16,1-2-32 0,-2 3-16 15,0 0 0-15,-1 0-16 0,-1-1-128 0,0 0 192 0,-2 3-64 16,-1-2 112-16,-2 2 16 0,-1 0 0 0,-1 3 0 16,-4 5 144-16,0 0 48 0,0 0 0 0,0 0 0 15,0 0 256-15,-8 1 64 0,-1 3 16 0,-1 4 0 16,-2 4-304-16,-1 1-64 0,-1 5-16 0,-1 2 0 0,1-1-272 0,0 3-128 15,2 2 0-15,3-3 128 16,2 1-128-16,2-2 0 0,3-1 0 16,2-1 0-16,2-1-224 0,5-2-32 0,2-4 0 0,4-2 0 15,4-2-768-15,2-3-144 0,2-4-48 16,4-1 0-16,2-2-240 0,2-4-48 0,0 1-16 0,-1-2 0 16,2-2 64-16,-2-1 16 0,-2-2 0 15,1 0 0-15,-5 1 784 0,-1-3 144 0,-1-1 48 16,-2-1 0-16,-1-1 464 0,-3 0 208 0,1-1-16 0,-2 1 0 0,-2 0 640 0,-3 2 128 15,-2 2 32-15,-5 4 0 0,-2 2 416 0,-3 3 64 16,-4 2 32-16,-3 3 0 0,0 1 0 16,-2 4 0-16,-3 5 0 0,-1 0 0 15,0 3-672-15,-3 1-144 0,0 1-32 0,-1 0 0 0,3 2-352 0,-2-1-80 16,3-2-16-16,3 2 0 0,-1-3-208 0,4-3 0 16,1 1 0-16,4-2 0 0,2-1-144 0,3 0 144 15,1-8-208-15,2 6 80 16,-2-6-384-16,8 4-64 0,1-3 0 0,2-1-16 15,0-1-96-15,1-2-16 0,1 0 0 0,-1-3 0 16,1-2 208-16,-1 2 48 0,1-1 0 0,-2 0 0 0,1-3 160 0,-1 0 32 0,-1-2 16 16,1-1 0-16,-2 0 240 0,-2 0 0 0,3 0-160 0,-1 1 160 15,-1-3 0-15,-1 2 0 0,-1 1 0 0,0 3 0 16,-1 1 0-16,-1 3 0 0,-4 5 0 0,0 0 0 16,0 0 0-16,0 0 0 0,0 0 0 0,0 0 0 15,0 0 128-15,0 0 112 0,-2 9 16 0,0 1 0 16,0 2-256-16,0 1 144 0,1 2-144 0,1-1 128 15,-1-1-128-15,3 0 128 0,2 0-128 0,2 0 128 16,1-1-128-16,4-2-176 0,1-2 48 0,-1-1 0 0,1-4 128 0,2-1 0 16,1-4 0-16,3 0-128 0,3-1 128 15,1-2 0-15,0-2 0 0,3 1-128 0,-2-3 128 0,1-2-208 16,-2 0 80-16,1-4 128 0,0 0-128 16,-3-4 128-16,0 1 0 0,0 0 0 0,-2-4 0 0,-1 1 0 15,0-4 0-15,-2 0 0 0,2-2 0 0,-2-2 128 16,-2-1 0-16,-2 0 0 0,1 0 208 0,-1 0 48 15,-4 2 0-15,0 3 0 0,-2 3 160 0,-2 5 32 16,-2 0 16-16,-4 4 0 0,-2 4 160 0,-3 5 16 16,-1 1 16-16,-1 6 0 0,-4 3-48 0,-2 6-16 15,0 2 0-15,1 7 0 0,-4 7-352 0,1 3-80 16,0 3-16-16,1 0 0 0,0-2-32 0,4 1-16 16,2-1 0-16,4 2 0 0,0-2-48 0,5 0-16 15,3 1 0-15,4-3 0 0,0-1-160 0,2-3 0 0,1-4 0 16,2-1-176-16,3-3 176 0,3-2 0 0,-1-3 0 15,2-3-128 1,2-4-448-16,0-2-96 0,1-2-16 0,3-5-15568 16,2 0-3136-16</inkml:trace>
  <inkml:trace contextRef="#ctx0" brushRef="#br0" timeOffset="87004.89">2082 10064 30399 0,'-8'-1'2704'0,"2"-1"-2160"0,0 0-544 0,6 2 0 16,0 0 3776-16,0 0 656 0,0 0 128 0,12-3 32 15,0-1-3296-15,4 0-656 0,1 2-128 0,2 0-16 16,2 1 208-16,2 1 32 0,3-2 16 0,3 2 0 16,4-2-256-16,5 1-48 0,6 0-16 0,4-3 0 15,4 1-160-15,3-2-16 0,1 1-16 0,1-3 0 0,-2 0-96 0,7 0-16 16,3 1 0-16,4-4 0 0,2 1-128 15,-3 0 0-15,-1 1 0 0,-1 1 128 0,-1 0-128 0,-2 1 0 16,-3-1 0-16,-3 3 128 0,-2 0-128 0,-3 2 0 16,-5-4 0-16,-4 5 0 15,-4 1 0-15,-2 1-144 0,-6-2 144 0,-3 1-208 16,-4 0-752-16,-3-3-160 0,-5 3-32 0,-2-1 0 16,-2-1-1728-16,0 2-336 0,1 0-80 15,-4 0-9504-15,-9 0-1920 0</inkml:trace>
  <inkml:trace contextRef="#ctx0" brushRef="#br0" timeOffset="87276.46">3703 9871 24879 0,'-21'-9'2208'16,"-1"4"-1760"-16,-2 5-448 0,5-2 0 0,2 1 5056 0,4 1 912 15,2-1 192-15,2 2 48 0,1 2-4416 0,8-3-896 16,0 0-160-16,0 0-32 0,0 0 112 0,0 0 16 16,0 0 16-16,0 0 0 0,0 0-528 0,13 5-128 15,2 4 0-15,0-2-16 0,2-5-176 0,3 2 0 16,-1 0 0-16,2 1 0 0,0-1 0 0,1 1 0 15,0 1 0-15,2-4 0 0,-3 2 0 0,-2 0 0 16,-1 0 0-16,1 1 0 0,-1 0 0 0,-2 1 0 16,-6-4 0-16,2 3 0 0,-2 2 0 0,-10-7 0 15,0 0 128-15,8 12-128 0,-8-12 240 0,1 10-48 0,-3 3 0 0,-4-3 0 16,-3 1 96-16,0-1 16 0,-3 2 0 0,-1 2 0 16,-2 1-128-16,-1-1-32 0,0 0 0 0,0 2 0 15,-3-3-144-15,0 1 0 0,-1 0-160 16,2-1 160-1,1 1-2320-15,1-1-368 0,-1 0-80 0</inkml:trace>
  <inkml:trace contextRef="#ctx0" brushRef="#br0" timeOffset="89419">4563 9901 26719 0,'0'0'2368'0,"0"0"-1888"0,-3-4-480 0,3 4 0 0,-2-5 4272 0,2 5 752 0,0 0 160 0,0 0 16 15,0 0-3216-15,0 0-656 0,0 0-128 0,0 0-32 16,0 0 96-16,4 16 16 0,0 3 0 0,0 7 0 16,-1 4-672-16,3 5-128 0,0 4-32 0,-1 2 0 0,2 1-192 0,-1-5-32 15,0-1-16-15,-1-4 0 0,0-2-48 0,3-2-16 16,-2-4 0-16,0-2 0 0,-1-2-144 0,-1-3 0 15,0-3 144-15,0-2-144 0,-1-3 0 0,0-1 144 16,-3-8-144-16,0 0 0 16,0 0 144-16,0 0-144 0,0 0 0 0,0 0 144 0,0 0-144 0,0 0 0 15,5-6 0-15,1-2 0 0,-1-5 0 0,0-2 0 16,0 0 0-16,0-2 0 0,1-3 0 0,-1-2 0 16,3-3-128-16,-1 0 128 0,1-2-192 0,1-3 48 15,2-3 0-15,-2 2 0 0,0 1 144 0,-1 4-192 16,1 3 192-16,-1 4-192 0,0 6 192 0,-2 6 0 15,-1-1-144-15,-5 8 144 0,0 0 0 0,8 5 0 16,-1 4-144-16,-1 8 144 0,2 3 0 0,-1 3 0 0,-2 3 0 16,1 2 0-16,1-1 128 0,1-1-128 0,-2-3 0 15,1-2 0-15,1-2 0 0,1-4 0 0,0 0 0 16,0-4 0-16,-1 0 0 0,2-5 0 0,2 1 0 16,-2-3 0-16,-10-4 0 0,9 1 0 0,-1-1 0 0,-8 0 0 15,9-1 0-15,-1-2 0 0,-1-2 0 16,-2 0 0-16,0 1 0 0,-1-5 0 15,-3-1 0-15,2 0 0 0,0-3 0 0,-1-1 0 0,0-3 128 16,-1-3-128-16,0-2 0 0,0-3 0 0,1-1 0 16,-2 0 0-16,1-1 0 0,2 1-160 0,-1-3 32 0,1 3 0 15,-1 1-640 1,1 3-128-16,1 4-32 0,0 2 0 0,0 2-896 0,0 2-176 16,0 4-48-16,2 2 0 0,2 0-1328 0,1 5-272 15,3-2-48-15,0 3-16 0,1 0-432 0,1 3-80 0,-2-2-32 0,1 2 0 16,-2 1 2928-16,1-2 592 0,-4 0 112 15,-1 0 32-15,-1 4 2320 0,-1-1 480 0,-1 1 96 0,1 2 0 0,-2 3 1408 0,-2 0 288 16,-1 1 48-16,-1 4 16 0,-2 2-1104 0,-1 2-208 16,2 0-64-16,-3 3 0 15,-1 0-1152-15,1 0-224 0,1 1-48 0,0-1-16 0,2 0-576 0,0-4-112 16,1-2-32-16,1-3 0 0,-1-1-320 0,1-2-64 16,0-2-16-16,1 0 0 0,-1-9-128 0,0 0 0 15,0 0 0-15,5 4 0 0,-5-4 0 0,0 0 0 16,8 3-160-16,-1-6 160 0,-1-1-224 0,2 0 48 15,0-4 16-15,0-1 0 0,1-2-16 0,0-4 0 16,-1 0 0-16,1-2 0 0,1-6 32 0,1 3 0 16,-2-4 0-16,1 1 0 0,2-3 144 0,0 0-160 15,0-1 160-15,-1 4-160 0,0 1 160 0,-1 4 0 16,-1 1 0-16,-1 4 0 0,-3 6 0 0,2 2 0 16,-7 5 0-16,0 0-128 0,0 0 128 0,5 9 0 15,-1 4 160-15,0 1-160 0,-4 5 288 0,2-2-32 0,1 2-16 16,0-2 0-16,-2 3-240 0,2-3 144 0,-1-1-144 15,1 0 128-15,1 1-128 0,0-4 0 0,-2-4 0 0,3 0 0 16,2-2 0-16,-7-7 0 16,0 0 0-16,9 1-176 0,0-2 32 0,0 0 0 0,0-6 0 0,-1-1 0 15,-1-1-80-15,-1-1-16 0,0-3 0 0,1-3 0 16,0-1 48-16,-1 0 0 0,1-2 0 0,1-2 0 0,0-4 64 16,2-1 128-16,0 0-208 0,2-2 80 15,0 1 128-15,0-3 0 0,1-1 0 0,0 1 0 16,0 1 0-16,0 0 0 0,-1 2 0 0,-1 4 0 0,0 3 128 15,-1 7 16-15,-3 1 0 0,-1 6 0 0,-1 3 176 16,-5 3 48-16,4 7 0 0,-1 3 0 0,1 6 16 16,-3 3 16-16,-1 3 0 0,-1 4 0 0,-2 2-192 0,1 2-32 15,-2 1-16-15,1 3 0 0,0-1-160 16,1 2 0-16,-1 1 0 0,2 0 128 0,0-4-128 16,2-2 0-16,-1 0 0 0,0-5-176 15,1-2-1104-15,1-3-208 0,-1-4-48 16,3-5-16-16,2-3-1824 0,3-1-352 0,2-6-80 0,1-2-14000 15</inkml:trace>
  <inkml:trace contextRef="#ctx0" brushRef="#br0" timeOffset="89601.53">5937 9891 15663 0,'-1'-32'1392'0,"1"22"-1120"0,0 2-272 0,0 2 0 15,-1-1 3584-15,1 7 640 16,-6-3 144-16,0 6 32 0,-5 0-560 0,1 3-96 0,-1 5-32 0,1 3 0 16,-2 2-1696-16,1 3-352 0,-1 1-64 0,1 3 0 15,2 2-848-15,1 0-176 0,2-2-16 0,1 1-16 16,1-1-304-16,3-1-64 0,1-1-16 0,3-3 0 15,3-2-160-15,3 0-224 0,1-6 48 0,3-1 16 32,3-4-1104-32,2 2-208 0,0-1-64 0,3 0 0 15,0-2-464-15,0-3-112 0,2-1 0 0,4-1-16 16,0-2-1040-16,2-1-208 0,2 0-32 0,0-2-10656 0</inkml:trace>
  <inkml:trace contextRef="#ctx0" brushRef="#br0" timeOffset="90100.88">6466 9997 10127 0,'4'-7'896'0,"0"-2"-704"0,0-3-192 0,0 0 0 0,0 0 4576 0,-1 1 880 15,-1-1 176-15,0 1 48 0,-1 2-2160 0,-1 3-448 16,0 6-64-16,0 0-32 0,0 0-448 0,-9 4-96 16,-3 4 0-16,-1 1-16 0,0 6-960 0,0 4-192 15,-1 3-48-15,0 1 0 0,0 2-672 0,1 1-144 16,1 1-16-16,3-1-16 0,3-1-224 0,2-1-144 16,2-3 192-16,2-2-192 0,0-6 0 0,3-1 0 15,2 0 0-15,3-6-144 16,1 1-272-16,3-3-48 0,1-3-16 0,0-1 0 15,0-1-288-15,1-3-48 0,-1-3-16 0,-1 1 0 16,0-3 112-16,0-1 16 0,-3 0 0 0,0-2 0 16,-3-1 224-16,2 0 48 0,-3-4 16 0,1 2 0 0,-1-2 192 0,-1 0 32 15,-2-2 16-15,1 2 0 0,-3 1 176 0,1-1 0 16,1-2 0-16,-2 4 0 0,0-1 0 0,0 3 0 0,0 3 128 0,-3 3-128 16,0-2 128-16,2 2-128 15,1 7 128-15,0 0-128 0,0 0 192 0,0 0-48 0,0 0 0 0,0 0 0 16,0 0-144-16,0 0 0 15,0 0 0-15,0 0 128 0,0 0-128 0,3 10 0 0,-1 0-192 0,2 2 192 16,1 1-240-16,1-2 80 0,0 0 16 0,2 1 0 16,2-1-48-16,1 1 0 0,-2-4 0 15,3 1 0-15,-1-1-64 0,3 0 0 0,-3-3-16 0,4 0 0 16,0-4 96-16,1-1 32 0,0-1 0 0,-1-2 0 16,0 0 144-16,-1-1-128 0,0 1 128 0,-1-1-128 15,-1-2 128-15,0-1 0 0,-3-2 0 0,0 1 0 16,-1-1 192-16,-2 1 32 0,1-1 0 0,-2 0 0 15,-1-1 80-15,-1-1 16 0,-1 1 0 0,2 1 0 0,-1-1-80 16,-2 1-16-16,-1 0 0 0,0 0 0 16,0-1-224-16,0-1 144 0,-1 2-144 0,2-1 128 0,-1 1-416 15,0-2-96-15,-1 3 0 0,2 3-16 16,-1 5-2416-16,5-4-464 0,0 2-112 0</inkml:trace>
  <inkml:trace contextRef="#ctx0" brushRef="#br0" timeOffset="90394.36">7270 9514 19343 0,'0'0'1728'0,"-2"-7"-1392"0,1 1-336 0,1-1 0 0,0 1 5056 0,0 6 928 0,0 0 192 0,0 0 32 0,0 0-3040 0,0 0-608 16,0 0-128-16,0 0-32 0,0 0-928 0,0 0-192 0,1 8-48 0,1 3 0 15,-1 5-784-15,0 3-144 16,-1 8-48-16,-2 1 0 0,-1 5-112 0,-1 1-16 0,0 0-128 16,0 1 192-16,-1 1-192 0,1 1 0 15,0-1 0-15,0 1 0 0,0-2 0 0,2-1-208 0,-1-1 64 0,2-2 16 16,0 0-1024 0,-1-5-192-16,1 0-32 0,1-2-16 0,0-2-1280 0,0-4-256 15,0-5-48-15,-1 0-16544 0</inkml:trace>
  <inkml:trace contextRef="#ctx0" brushRef="#br0" timeOffset="90563.92">7044 9928 37775 0,'0'0'3360'0,"0"0"-2688"16,0 0-544-16,0 0-128 0,0 0 2032 0,0 0 368 15,0 0 80-15,8 0 16 0,-8 0-1808 0,14-1-368 16,4-2-64-16,2 1 0 0,1-2-256 0,4-3 0 15,3-2 0-15,4 0 0 16,4 1-1024-16,3 1-160 0,4-4-32 0,4 2-12128 16,0 0-2432-16</inkml:trace>
  <inkml:trace contextRef="#ctx0" brushRef="#br0" timeOffset="91202.45">7616 9887 29375 0,'0'0'1296'0,"0"0"272"0,0 0-1248 0,0 0-320 0,-8-3 0 0,2-2 0 0,2 4 768 0,0-2 80 15,4 3 32-15,0 0 0 0,0 0 864 0,0 0 176 16,0 0 48-16,-2 9 0 0,0 1-496 0,1 5-112 16,1 2-16-16,-1 4 0 0,-2 5-192 0,2 4-32 15,-1 4-16-15,1 2 0 0,-1 7-352 0,0-2-80 16,1-1-16-16,0-1 0 0,-2 0-288 0,2-2-64 15,-1-1-16-15,1 1 0 0,-2-5-160 0,2 1-128 16,-1-2 144-16,0-3-144 0,1-4 0 0,-2-3 0 0,1-1 0 16,-1-5 0-16,1 0 0 0,-1-5-208 15,-1-1 64-15,4-9 16 16,0 0-320-16,0 0-64 0,0 0-16 0,0 0 0 16,0 0-864-16,-4-9-160 0,4-1-48 0,-3-3 0 15,0-3 464-15,0-2 96 0,2-4 16 0,-1-4 0 16,1-2-384-16,1-3-64 0,1-4 0 0,2-2-16 15,0 1 704-15,2-3 144 0,-1-2 16 0,2-1 16 0,2 1 464 0,1 2 144 0,-1 2 0 16,2 1 0-16,2 3 320 0,0 4 192 0,-2 3 16 16,5 4 16-16,0 4 400 0,0 3 80 15,-2 2 0-15,-3 6 16 0,3 1-176 0,-1 2-32 0,1 3-16 0,-1 2 0 16,-2 5-160-16,-2 2-16 0,0 1-16 0,0 2 0 16,-2 2 112-16,-2 3 32 0,-4 2 0 0,0 3 0 15,-3 1-32-15,-1 3 0 0,-1 2 0 0,-3 2 0 16,-1 1-288-16,-1 0-64 0,-2-4-16 0,-1-1 0 15,0-2-208-15,-1 0-32 0,2-4-128 0,2-2 192 0,0-1-448 0,1-3-80 16,4-3-32-16,1 1 0 16,4-11-3088-16,0 0-608 15,0 0-128-15,0 0-32 0</inkml:trace>
  <inkml:trace contextRef="#ctx0" brushRef="#br0" timeOffset="91750.47">8018 9908 15663 0,'-13'3'1392'0,"6"3"-1120"15,-2 0-272-15,3 5 0 0,-1 2 5952 0,-2 4 1120 16,1 2 224-16,2 2 64 0,-1 0-4656 0,2 1-912 16,0-1-192-16,1 2-48 0,0 0-592 0,3-3-128 15,1 0-32-15,0-3 0 0,4-1-512 0,2-3-96 16,2-3-32-16,0-1 0 0,-1-2-160 0,3-5-144 16,-1 2 144-16,1-4-208 0,3-2-128 0,0-2-32 15,0-2 0-15,-1 0 0 16,-2-1-64-16,1-3-16 0,-1-2 0 0,-1-1 0 0,-1 0 64 0,0-4 16 15,0-1 0-15,1-2 0 16,-2 1-48-16,2-2-16 0,-2 0 0 0,1-2 0 0,-1 0 160 16,-2 5 16-16,2 4 16 0,-4 6 0 0,0 2 80 0,-3 6 16 0,0 0 0 15,-3 6 0-15,1 3 352 0,-2 4 80 16,1 3 16-16,-1 3 0 0,2 5 80 0,-1 1 0 0,2-1 16 16,1 3 0-16,0-4-48 0,1-1-16 15,2-1 0-15,2-3 0 0,0-2-336 0,6-3 0 16,0-1 0-16,2-7 0 0,1-1 0 0,1-3-240 0,2-3 48 0,1-2 0 15,-1 0-128-15,2-3-32 0,-1-5 0 0,0 1 0 16,-1-2 48-16,0-4 16 0,-3 0 0 0,-1-1 0 16,-1-2 160-16,0-1 128 0,-2-1-192 15,1-3 192-15,2 0 0 0,-2-2 176 0,0-3 0 16,-2 0 0-16,0-4 192 0,0 2 32 0,-1-2 16 0,0-2 0 0,1 0 48 0,-1 2 16 16,0 1 0-16,-1 5 0 0,-3 2 128 0,-1 5 32 15,0 5 0-15,-2 6 0 0,0 3 144 0,-1 7 48 16,0 0 0-16,0 0 0 0,0 0-320 0,-2 12-48 15,-1 4-16-15,0 4 0 0,-1 7-320 0,1 1-128 16,-1 2 0-16,-2 2 144 0,1 1-144 0,0 3 0 16,0 0 0-16,0 1 0 0,1-1 0 0,0 1 0 15,1-1 0-15,2 1 0 16,0-2-736-16,-1-1-128 0,1-4-32 0,1-3 0 16,-3-2-768-16,2-3-144 0,6-2-48 0,-2-3-12336 15,-2-2-2464-15</inkml:trace>
  <inkml:trace contextRef="#ctx0" brushRef="#br0" timeOffset="91921.98">8432 9898 15663 0,'0'0'1392'0,"0"0"-1120"0,0 0-272 0,0 0 0 16,0 0 6240-16,0 0 1184 16,0 0 256-16,13-1 32 0,2-2-5968 0,3 1-1184 0,4-1-240 0,4-1-64 15,3-2-128-15,4-2-128 0,2-2 192 0,3-1-192 16,3 2-2080-16,8 3-528 0,3 0-96 0,5 2-14448 15</inkml:trace>
  <inkml:trace contextRef="#ctx0" brushRef="#br0" timeOffset="92277.21">10000 9518 17503 0,'-12'-9'1552'0,"5"5"-1232"0,-1-3-320 0,-1 2 0 0,0-2 5824 0,0 2 1088 16,0-1 240-16,-1 0 32 0,-4 3-4304 0,0 0-848 15,1 2-176-15,1 3-48 0,1 2-432 0,-4 5-96 16,-2 4 0-16,-2 6-16 0,-3 7-592 0,-3 5-112 0,-1 9-32 0,-2 5 0 16,0 2-224-16,-2 5-48 0,0 5-16 0,2 3 0 15,4 1-32-15,3 1 0 0,4-2 0 0,4-4 0 16,4-5-208-16,5-5 144 0,4-2-144 16,4-5 128-16,3-4-128 0,6-1 0 0,3-2-160 15,2-3 160 1,1-3-1024-16,1-4-96 0,4-1-32 0,2-5 0 15,3-3-2304-15,1-7-480 0</inkml:trace>
  <inkml:trace contextRef="#ctx0" brushRef="#br0" timeOffset="92598.19">10202 9707 43535 0,'0'0'1920'0,"0"0"416"0,-6 0-1872 0,1 0-464 0,5 0 0 0,0 0 0 0,-2 5 1408 0,-1 1 176 15,-1 2 32-15,0 1 16 0,0 4-160 0,-1 2-48 16,0 3 0-16,0 6 0 0,-3-1-720 0,0 7-128 16,-1 5-48-16,0 2 0 0,-2 2-528 0,2 0 0 15,1 3 0-15,-1-1 0 0,-1 0 240 0,1-3-16 16,1-5 0-16,0-1 0 0,0-5-224 0,2-1 0 15,-2-1 0-15,0-2 0 0,-1-2 0 0,2 0-240 16,1-5 48-16,1-1 16 16,-2 0-1104-16,3-3-208 0,0-2-48 0,0-1-16 15,0-2-1056-15,-1-2-208 0,1-1-32 0,4-4-16 16,-6 0-1936-16,-1-3-400 0</inkml:trace>
  <inkml:trace contextRef="#ctx0" brushRef="#br0" timeOffset="93029.53">9821 10116 8287 0,'-4'-4'736'0,"4"4"-592"0,0 0-144 0,0 0 0 15,0 0 6160-15,0 0 1200 0,0 0 256 0,0 0 32 16,0 0-4288-16,9-5-864 0,-1 1-160 0,2 0-32 16,1 0-1248-16,3 0-240 0,2 0-48 0,3 1-16 15,2-1-256-15,3-3-48 0,0 1-16 0,1-4 0 16,3 3-176-16,-1 0-48 0,-1-3 0 0,1 3 0 0,-2 2-80 0,-1 1-128 16,-2 1 176-16,-1 2-176 15,-2 2 320-15,-2 3-32 0,-1 2-16 0,-3 4 0 16,-3 2 288-16,-2 3 48 0,-3 4 16 0,-1 1 0 15,-1 4-48-15,-2-1 0 0,-1 1 0 0,0-2 0 0,-1-1-272 16,0 0-64-16,-2-3-16 0,2-1 0 0,1-4-224 0,0-1 176 16,-2-2-176-16,2-3 160 0,0-7-160 0,0 6 0 15,0-6 0-15,0 0 0 0,0 0-240 0,0 0 80 16,0 0 16-16,9 2 0 0,-1-4-112 0,1-2-32 16,1 2 0-16,0-7 0 0,2-1 32 15,1-1 16-15,-2-2 0 0,4-3 0 0,0-2 64 0,1-2 16 16,1-2 0-16,1-1 0 0,1 0 160 0,-1 4-128 15,0 1 128-15,-1-1-128 0,-3 8 128 0,-2 0 0 0,-1 5 0 0,-4 2 0 16,-7 4 0-16,0 0 0 16,8 1 0-16,-3 6 0 0,-1-1 128 0,0 3 0 15,-1 2 0-15,1 0 0 0,1 1-128 0,-1 1 0 0,0 0 0 16,0 0 128 0,0 2-768-16,1-2-128 0,1-3-48 0,0 0 0 15,-3-2-896-15,3 0-176 0,3-1-32 0,-1 0-16 16,2-1-1888-16,-2-2-368 0,4-2-80 0,1-3-16 0</inkml:trace>
  <inkml:trace contextRef="#ctx0" brushRef="#br0" timeOffset="93630.63">10886 9997 42671 0,'-13'16'1888'0,"8"-5"400"0,-2 2-1840 0,1 1-448 0,-1 5 0 0,2 5 0 0,-2 2 1408 0,1 1 192 15,-1 1 48-15,2-1 0 0,1-1-592 0,2-1-112 16,-1-3-32-16,2-4 0 0,1 1-528 0,0-5-128 15,1-1 0-15,0-3-16 0,2 0-240 0,1-3 0 16,-4-7 0-16,0 0 0 0,6 6 0 0,-6-6-128 16,8 0 128-16,0-2-160 0,-1-2-48 0,-1-1-16 15,1-1 0-15,0-3 0 0,1-2-32 0,0-4 0 16,-1 0 0-16,2-4 0 0,1-4-16 0,-1-1-16 16,0-6 0-16,1-2 0 15,-1-1 32-15,2-5 0 0,1-1 0 0,3-4 0 0,-1-3 256 0,3 3-160 16,0 0 160-16,1 2-128 0,0 4 128 0,-1 3 0 15,-1 2 0-15,-1 6 0 0,-3 4 448 0,-1 5 0 16,-4 6 16-16,0 3 0 0,-2 3 112 0,-5 5 32 16,0 0 0-16,4 10 0 0,0 3-80 0,-1 0-16 15,-2 4 0-15,-1 3 0 0,-1 3-256 0,-2 3-48 16,0 1-16-16,0 3 0 0,-1 3-192 0,0 0 176 0,0-1-176 16,1 1 160-16,1-2-160 0,-1 0 0 0,0-1 0 15,2-1 0-15,0-2 0 0,-1-2 0 0,1-1 0 0,0-5 0 16,1-2 0-16,1-2 0 0,-1-4 0 15,0 0 0-15,0-5 0 0,0-6 0 0,0 0 0 0,0 0 0 16,0 0-368-16,0 0 48 0,0 0 16 0,0 0 0 16,7-4-80-16,0-2 0 0,3-3-16 0,0-3 0 15,2-1 32-15,1-1 16 0,0-2 0 0,2-1 0 16,1-1 208-16,1-1 144 0,1 2-192 0,1 1 192 16,-1-1-224-16,-1 1 64 0,0 3 16 0,-2 1 0 15,0 3 144-15,-1 3 0 0,-1 0 0 0,-4 4 0 16,0 2 0-16,-9 0 0 0,8 4 128 0,-1 2-128 0,-3 2 304 15,-3 2-16-15,-1 3 0 0,-3 3 0 0,-2 0 0 16,0 2 0-16,-4 4 0 0,0-1 0 0,-2 1-160 0,1-1-128 16,1 0 192-16,-2-2-192 0,1 0 128 0,-1-1-128 15,1 0 0-15,1-3 0 0,-2-2 0 0,1-2-224 16,1 0 32-16,1-1 16 16,1-3-1120-16,4-1-240 0,3-6-32 0,0 0-16 15,0 0-2704-15,5 4-560 0</inkml:trace>
  <inkml:trace contextRef="#ctx0" brushRef="#br0" timeOffset="93796.17">11570 10055 38991 0,'-7'13'1728'0,"4"-7"352"0,0 2-1664 0,0 3-416 16,-4 2 0-16,3 2 0 0,0 4 1664 0,0-2 256 16,0 1 64-16,2 0 0 0,-2-1-1168 0,1-1-240 15,2-2-32-15,0-1-16 0,-1 0-368 0,2-1-160 0,-1-2 128 0,1 1-128 31,1-4-1024-31,1 1-304 0,-2-8-48 0,0 0-16 16,4 7-1760-16,-4-7-368 0,0 0-64 0</inkml:trace>
  <inkml:trace contextRef="#ctx0" brushRef="#br0" timeOffset="94425.54">11758 9926 23951 0,'0'0'2128'0,"0"0"-1696"0,0 0-432 0,0 0 0 0,0 0 4480 0,0 0 832 15,0 0 144-15,0 0 48 0,5 10-3008 0,-2 2-608 16,0 1-112-16,1 3-32 0,-2 1-592 0,2 1-128 16,0 1-32-16,-1 4 0 0,-1 3-416 0,1-2-96 15,-2 2-16-15,0 1 0 0,-2-1-80 0,1-2-32 16,0 1 0-16,0-5 0 0,0-1-128 0,-1 0-32 16,1-3 0-16,0-1 0 0,0-3-192 0,0-2 128 15,0-1-128-15,1-1 0 0,-1 0 128 0,0-8-128 16,0 0 0-16,0 0 144 0,0 0-144 0,0 0 0 15,0 0 0-15,0 0 0 0,0 0-160 0,0 0-16 16,5-5 0-16,2-3 0 0,-1-1-144 0,2-2-16 16,1-3-16-16,2-1 0 15,-1 0-128-15,2-3-32 0,1-5 0 0,0 1 0 16,-1 0 16-16,2-1 0 0,0-1 0 0,1 5 0 0,-1 0 176 0,-2 5 16 16,0 2 16-16,-2 3 0 0,-2 3 112 0,-8 6 32 0,0 0 0 0,0 0 0 15,0 0 144-15,6 7 0 0,0 3 160 16,-1 3-160-16,-3 1 368 0,4 2-32 0,-3 1 0 15,0-1 0-15,1 1-144 0,1 0-16 0,0 2-16 0,1-5 0 16,3-1-160-16,1-1 0 0,1-2 144 0,2-1-144 16,1-1 0-16,3-1 0 0,1-1 0 0,3 1 0 15,1-5 0-15,2 0 0 0,0-1-160 0,-1-1 160 16,-3-1-256-16,1-2 64 0,0-1 16 0,0 0 0 0,-3-2 176 0,2-3-208 16,-4-2 80-16,-1 1 128 15,1-5-192-15,-2 1 192 0,-1-4-160 0,0-1 160 0,-2 0-208 16,-1-1 48-16,1 2 16 0,-4 0 0 0,-1 2-64 15,-4 3-16-15,-2 3 0 0,-4 3 0 0,-2 2 224 0,-2 4-192 16,-1 2 192-16,0 3-192 0,-4 2 544 16,0 5 112-16,0 1 32 0,1 3 0 15,-3 2-240-15,1 1-64 0,1 2 0 0,0 1 0 16,1 0 0-16,2-2-16 0,2 0 0 0,2-1 0 16,0-3-48-16,4 1-128 0,0-2 192 0,4-1-64 15,2-1-128-15,1-1-272 0,1-2 64 0,4-1 16 16,0 1-1088-16,2-3-224 0,2-3-32 0,2 1-16 15,1-2-688-15,0 0-128 0,0-2-16 0,1 0-16 16,4-2-1328-16,-1 1-272 0</inkml:trace>
  <inkml:trace contextRef="#ctx0" brushRef="#br0" timeOffset="95219.16">12745 9554 13823 0,'-4'0'1216'0,"-1"-1"-960"16,2 1-256-16,3 0 0 0,0 0 5248 0,0 0 992 15,0 0 208-15,0 0 32 0,0 0-4720 0,0 0-944 16,20 1-192-16,1 2-48 0,4 2 256 0,-1 2 64 16,2 2 0-16,1 2 0 0,1 4-256 0,0 3-64 15,0 3 0-15,0 2 0 0,-2 2 0 0,-2 2 0 16,-1 3 0-16,-2 6 0 0,-2 3-96 0,-1 5-32 16,-1 4 0-16,-1 5 0 0,-3 4-144 0,-3 2-48 15,-2-1 0-15,-4 0 0 0,-3-2 0 0,-2 0-16 16,-3-2 0-16,-2 1 0 0,-2-5 80 0,-1-3 0 15,-2-2 16-15,1-2 0 0,-1-2-16 0,0-3-16 0,-1-7 0 16,0-4 0-16,2-1-128 0,-2-6-32 16,2-3 0-16,-1-2 0 15,2 0-640-15,3-5-128 0,-1-1-16 0,3-2-16 16,3-3-3216-16,1-4-640 0</inkml:trace>
  <inkml:trace contextRef="#ctx0" brushRef="#br0" timeOffset="95747.48">14187 10089 27647 0,'0'0'1216'0,"0"0"256"0,0 0-1168 0,0 0-304 0,-4 2 0 0,4-2 0 16,0 0 4048-16,0 0 752 0,0 0 160 0,0 0 32 15,0 0-3712-15,0 0-752 0,0 0-144 0,0 0-16 16,0 0-368-16,0 0 0 0,0 0 0 0,0 0-128 16,0 0-3136-1,0 0-608-15,0 0-128 0</inkml:trace>
  <inkml:trace contextRef="#ctx0" brushRef="#br0" timeOffset="95888.38">14157 10283 14735 0,'-4'16'1312'0,"2"-10"-1056"0,-4 3-256 0,0 2 0 16,-2-1 6048-16,1 3 1152 0,4-2 224 0,-1 2 64 0,1 0-5264 15,-1-3-1056-15,0 1-208 0,0-1-32 16,3-1 176-16,0 0 48 0,1-9 0 0,1 7 0 0,-1-7-816 0,0 0-144 16,0 0-48-16,7 5 0 15,2-2-2064-15,1-3-432 0,2-2-80 0</inkml:trace>
  <inkml:trace contextRef="#ctx0" brushRef="#br0" timeOffset="96658.86">15346 10198 11967 0,'1'-15'528'0,"-1"7"112"0,-1-3-512 0,2 0-128 0,1-2 0 0,0 0 0 0,1 0 4768 0,1 2 928 15,-2-2 176-15,1 4 32 0,0 1-2816 0,-1 2-560 16,-2 6-112-16,0 0-32 0,0 0-688 0,0 0-144 16,0 0-16-16,0 0-16 0,3 13-544 0,-1 4-96 15,0 7-32-15,-4 8 0 0,1 4-208 0,-1 3-64 16,-2 3 0-16,0 2 0 0,0 2-128 0,0 0-48 15,1-1 0-15,1 0 0 0,0-2-160 0,1-4-48 16,1-4 0-16,0-4 0 0,1-2-192 0,1-6 144 16,0-4-144-16,1-4 128 0,-1-3-128 0,1-3 0 15,0-2 0-15,-3-7 0 0,0 0 0 0,0 0 0 16,6-3 0-16,1-2 0 0,-1 1-192 0,1-7 192 16,-1 1-160-16,1-3 160 0,-1-3-176 0,1-1 176 0,-2-2-192 0,2-3 192 15,2-2-192-15,1-3 64 16,2-3 128-16,1-3-208 0,1-1 80 0,1 2 128 0,0-3-208 15,2 3 80-15,0 0 128 0,0 2-192 16,-1 2 192-16,-1 5-192 0,0 2 192 0,-4 5 0 0,0 5 0 16,-2 4-128-16,-1 6 128 0,-2 5 0 0,0 2 0 15,-3 7-128-15,0 5 256 0,0 5 48 0,-2 3 16 16,0 1 0-16,1 4 48 0,-1 2 16 0,2 1 0 0,0 0 0 16,1-3-256-16,2-1 176 0,-1-3-176 0,3-2 160 15,-2-3-160-15,3-3 0 0,0-4 0 16,2-2 128-16,1-5-128 0,-2-1 0 0,-2-2 0 0,1-3 128 15,0 0-128-15,0-4 0 0,0-1 0 0,0-3 0 0,-1 0 160 0,1-1-160 16,2-2 192-16,-1-3-192 0,-1-2 192 0,2-2-64 16,-1 1 0-16,1-6-128 0,-1-1 176 15,0-2-176-15,2-2 160 0,-1-1-160 0,-2-2 128 0,1 2-128 16,1 1 0-16,-1-4 144 0,0 1-144 0,1 2 0 16,1-3 0-16,-2 0 0 15,-1-2-656-15,-1 5-64 0,-1 1-16 16,-2 2 0-16,-1 5-1360 0,2 3-272 0,-1 5-48 15,-2 1-18832-15</inkml:trace>
  <inkml:trace contextRef="#ctx0" brushRef="#br0" timeOffset="96891.82">15054 10016 49247 0,'0'0'2176'0,"0"0"448"0,-6-8-2096 0,6 8-528 16,0 0 0-16,5-8 0 0,3-1 0 0,2 1 0 0,3 0 0 0,3-1 0 15,1 0 176-15,3 3 16 0,4-4 16 0,2 4 0 16,0-1-208-16,4 1 0 0,1-1 0 0,2 1 0 16,3-1-1568-1,4 2-304-15,-1 0-64 0,5 1-11648 16,4 1-2336-16</inkml:trace>
  <inkml:trace contextRef="#ctx0" brushRef="#br0" timeOffset="97048.77">15931 9898 23039 0,'0'0'1024'0,"0"0"192"0,0 0-960 0,11 0-256 0,1 0 0 0,1-1 0 0,0 0 3824 16,1 1 720-16,0-2 128 0,1 1 48 0,-4-1-2544 0,4-1-496 16,0 0-96-16,1-1-32 0,0 1-944 0,1-3-192 15,0 0-32-15,0 1-16 0,-3-1-368 0,0 1 0 16,1-1 0-16,-4 0-192 15,4 3-3104-15,-4-1-624 0</inkml:trace>
  <inkml:trace contextRef="#ctx0" brushRef="#br0" timeOffset="97368.76">15869 9584 16575 0,'-16'2'1472'0,"8"-2"-1168"16,-2 0-304-16,1 0 0 0,0 0 6432 0,0 1 1232 16,9-1 240-16,-10 5 48 0,1 0-5504 0,0 2-1104 15,1 1-208-15,2-1-48 0,6-7-64 0,-4 11 0 16,4-11 0-16,-1 9 0 0,-1-3-736 0,2-6-160 0,4 8-128 0,1 0 192 16,-5-8-192-16,10 8 0 0,0-4 0 0,2 0 0 15,-1-2 0-15,1-3 0 16,3 0 0-16,-1-1 0 0,2-1-144 0,-1 0 144 0,1-1 0 0,-2 0 0 15,1-1-160-15,-2 1 160 0,-3-3-128 0,-1 1 128 16,-2-1 0-16,0-2-128 0,-3 3 128 0,0-1 0 0,-1 1 0 16,-2-1 0-16,-2 1 0 0,0-1-128 0,-2 2-16 0,-1 0 0 15,0 0 0-15,4 5 0 16,-6-6-1008-16,-1 4-192 0,1 0-32 0,-1 2-16 16,1 2-2176-16,-2 0-432 0</inkml:trace>
  <inkml:trace contextRef="#ctx0" brushRef="#br0" timeOffset="97785.25">16281 10336 36735 0,'0'0'1632'0,"0"0"336"15,0 0-1584-15,0 0-384 0,0 0 0 0,0 0 0 0,0 0 1984 0,0 0 320 0,-1 10 64 0,-1 1 16 16,0 2-432-16,-2 4-96 0,2 4 0 0,0 3-16 16,-1 2-832-16,1-2-176 0,-1 3-16 0,2-3-16 15,-1 1-400-15,1-1-80 0,0-2 0 0,1-1-16 16,0-4-160-16,0-3-16 0,1-2-128 0,0-2 192 15,-1-2-64-15,0-8-128 0,0 0 176 0,0 0-176 16,0 0 192-16,0 0-192 0,0 0 192 0,0 0-192 16,0 0 176-16,0 0-176 0,4-7 160 0,0 0-160 15,0-3 128-15,0 1-128 0,0-1 0 0,1-2 144 0,0-2-144 0,2-3 0 16,-1-3 0-16,2 1 0 16,-1-3-160-16,2-2-16 0,0-1 0 15,1 1 0-15,2-1-976 0,1 1-208 0,-1 2-48 0,1 3 0 16,0 2-1488-16,0 4-304 0,0 2-64 0,0 5-16448 0</inkml:trace>
  <inkml:trace contextRef="#ctx0" brushRef="#br0" timeOffset="98044.55">16442 10643 32543 0,'0'0'1440'0,"0"0"288"0,0 0-1376 0,0 0-352 16,0 0 0-16,0 0 0 0,0 0 1216 0,10-4 160 15,0-1 32-15,2 1 16 0,0-3-336 0,2-2-64 16,0 1 0-16,1-2-16 0,-1-2-688 0,0 2-144 15,1-5-32-15,0 1 0 0,-2 0-144 0,0-2 192 16,-1-1-192-16,0 0 192 0,-2 2 96 0,-1 0 32 16,-1 2 0-16,-3 4 0 0,-1 3 144 0,-4 6 48 15,0 0 0-15,0 0 0 0,0 0 496 0,-9 5 96 0,-3 4 32 0,1 3 0 16,-2 3-432-16,0 3-96 16,-2 2-16-16,1 1 0 0,0 1-400 0,2 2-192 15,1-1 160-15,2 2-160 0,3-2 0 0,2 1 0 0,1-3 0 0,3-1-160 16,2-1-1952-1,3-2-400-15,5-2-80 0,5-2-11056 0,1 0-2224 0</inkml:trace>
  <inkml:trace contextRef="#ctx0" brushRef="#br0" timeOffset="98467.96">17080 10511 9215 0,'-3'-13'400'0,"2"9"96"15,-2-4-496-15,1 3 0 0,-2 0 0 0,-3 1 0 0,2 3 7552 0,-3 1 1424 16,1 0 288-16,-4 2 48 0,-1 2-5840 0,-2 4-1168 15,0 3-224-15,-1 2-48 0,0 1-944 0,-3 2-176 16,2 2-32-16,0 1-16 0,2 2-480 0,0 1-80 16,-1 1-32-16,2-1 0 0,1-1-272 0,2-2 0 15,2-2 0-15,3-1 0 0,0-2 0 0,2-2-224 16,2-2 16-16,1-1 0 16,1-2-496-16,-1-7-112 0,0 0-16 0,8 5 0 15,1-2-192-15,2-2-32 0,-1-1-16 0,0-1 0 16,-1-2 176-16,-1 0 48 0,1 0 0 0,2-3 0 15,-1-3 16-15,1-1 16 0,-1-2 0 0,1 0 0 16,-1-2 112-16,0 0 0 0,1-1 16 16,1-3 0-16,-1 1 352 0,0 1 64 0,-2 1 16 0,-1 2 0 0,-2-2 256 0,1 5 0 15,-2 1 0-15,-2 1 0 0,-3 8 0 0,0 0 176 16,0 0-32-16,0 0 0 0,0 0 464 0,0 0 96 0,-7 1 0 0,1 3 16 16,-1 0-144-16,1 4-48 0,-1 1 0 0,2 2 0 15,0 0-240-15,1 2-48 0,1 2-16 16,2 0 0-16,-1-3-224 0,2 1 0 0,2-1 0 0,2 0 0 15,1-3 0-15,3 0 0 0,1-3 0 16,1-2-160-16,2 0-48 0,2-1-16 0,-1-3 0 0,3-2 0 16,1 1-1120-1,1-3-240-15,2 0-32 0,1-2-16 0,1-1-1408 16,0-1-288-16,-1-1-48 0,-4-1-9280 0</inkml:trace>
  <inkml:trace contextRef="#ctx0" brushRef="#br0" timeOffset="98698.59">17367 10436 9215 0,'0'-12'816'0,"-1"-4"-656"0,-1-1-160 0,1-4 0 0,0 2 4368 0,-2-2 848 15,2 3 160-15,-1-4 48 0,2 1-2608 0,0 0-512 16,0 0-96-16,0 1-32 0,-1 2-560 0,1 2-112 16,0 2-32-16,0 1 0 0,0 1-384 0,-1 5-96 15,-1 1-16-15,2 6 0 0,0 0-80 0,-5 6-32 16,-1 3 0-16,-2 5 0 0,-1 6-128 0,-2 3-32 16,1 3 0-16,0 3 0 0,-2 1-256 0,1 1-48 15,0 2-16-15,0-1 0 0,3 1-112 0,1-2-16 16,1 2-16-16,2-2 0 0,1-2-240 15,1-3 0-15,2-1 0 0,3-1 0 0,1 0 0 0,1-5-208 16,1-2 16-16,2-1 0 16,0-2-1504-16,1-5-288 0,3 1-64 0,1-4-19296 0</inkml:trace>
  <inkml:trace contextRef="#ctx0" brushRef="#br0" timeOffset="99346.96">18261 9888 25791 0,'0'0'2304'16,"0"0"-1856"-16,0 0-448 0,0 0 0 0,0 0 4112 0,0 0 736 0,5 0 144 16,-5 0 16-16,0 0-2640 0,0 0-544 0,-1-1-96 0,1 1-32 15,0 0-240-15,-5 4-48 0,5-4-16 16,-5 2 0-16,-1 5-688 0,1-2-144 0,-1 1-32 0,-2 4 0 15,-1-1-96-15,-2 0-32 0,0 3 0 0,-1-3 0 16,0 1-224-16,0 2-48 0,-1 0-128 0,0-2 192 16,0 2-192-16,0-1 144 0,0 1-144 0,1 0 128 15,1-2-80-15,0-1-48 0,2-2 0 0,3 1 0 16,0-2 0-16,3 1 0 0,3-7 0 0,0 0 0 16,0 0 0-16,-3 8 0 0,3-8 0 0,-1 10 0 0,1-3 0 15,0-7 0-15,0 0 0 0,4 7 0 0,1 3 0 0,0-4 0 16,1 1 0-16,2-3 0 0,1 1 0 15,1 0 0-15,0 0 0 0,0-1 0 0,1 0 0 0,1 0 0 16,-1-1 0-16,2-1 0 0,0-1-192 0,3-1-48 16,-2-1 0-16,3 1 0 15,4-4-1872-15,1 2-368 16</inkml:trace>
  <inkml:trace contextRef="#ctx0" brushRef="#br0" timeOffset="100152.59">18877 10080 31327 0,'0'0'2784'0,"0"0"-2224"0,-3-6-560 0,3 6 0 0,0 0 2816 0,0 0 464 15,-4 2 96-15,0 3 16 0,1 4-1360 16,0 5-272-16,0 7-48 0,-2 7-16 0,1 3-544 0,-1 4-96 16,-1 3-32-16,1 4 0 0,-4-2-384 0,3 6-96 15,0-3-16-15,1 1 0 0,1-1-144 0,2-3-48 16,-2-2 0-16,4-4 0 0,0-4-160 0,1-2-48 15,-1-8 0-15,1-1 0 0,2-6-128 0,0-2 192 16,-1-1-192-16,1-4 192 0,-3-6-192 0,0 0 128 16,0 0-128-16,0 0 128 0,0 0-128 0,0 0 0 15,0 0 0-15,0 0 128 0,6-6-128 0,2-2 0 16,0-1 0-16,0-3 128 0,-2-4-128 0,3-1 0 0,0-5 0 0,1-1 128 16,1-2-128-16,2-1 0 0,0-5 0 0,2-1 0 15,-1-3 0-15,3 1 0 16,-1 0 0-16,-1 3 0 0,0 2 0 0,-1 3 0 0,-2 3 0 15,1 3 0-15,-3 2 0 0,1 6 0 0,-4 3 0 0,-1 5 0 16,-6 4 0-16,0 0 0 0,0 0 0 0,5 11 0 16,-2 3 0-16,-2 4 0 0,-1 6 0 15,-1 3 0-15,-1 3 0 0,1 3 128 0,0 2-128 0,1-1 128 16,0-3-128-16,2 0 0 0,1-5 0 0,2-1 128 16,3-1-128-16,1-5 0 0,1-2 0 0,1-3 128 15,1-2-128-15,-1-1 0 0,2-5 0 0,0-1 0 0,0-3 0 16,0-2 0-16,0-2 0 0,-1-3 0 0,0 1 0 15,0-2 0-15,-2-3 0 0,2-2 0 0,-3-2 0 16,1-1 0-16,0-2 0 0,1-1 0 0,-2-4 128 16,2-2-128-16,-1-3 0 0,3-4 128 0,-1 0-128 15,1-2 0-15,-1 1 0 0,1 1 128 0,0-1-128 0,0 1 0 16,0-1 0-16,0-3 0 0,-1 1 0 16,-1-1 0-16,1 2 0 0,0 0 0 15,-3 2-320-15,0 3-112 0,-1 1-16 0,-3 2 0 16,-1 4-800-16,-3 1-160 0,-2 4-48 0,-1 2-14560 15,-1 4-2928-15</inkml:trace>
  <inkml:trace contextRef="#ctx0" brushRef="#br0" timeOffset="100383.79">18373 9979 48383 0,'0'0'2144'0,"0"0"432"0,0 0-2064 0,0 0-512 0,3-8 0 16,7 2 0-16,6-1 400 0,5 2-16 0,1 0-16 16,-4 1 0-16,0 0-48 0,9-1 0 15,4 0 0-15,1 1 0 0,4-1-192 0,0 2-128 0,2 0 128 0,2 2-128 0,1 1 0 0,1-3 0 16,-2 2 0-16,0 0 0 16,-1 0-1696-16,-1 1-352 0,1-4-80 15,3 2-11696-15,1 1-2352 16</inkml:trace>
  <inkml:trace contextRef="#ctx0" brushRef="#br0" timeOffset="100576.21">19566 9795 20271 0,'0'0'896'0,"0"0"192"0,1-3-880 0,-1 3-208 0,6-7 0 0,-1 2 0 0,0 1 4928 0,3-1 928 15,1-3 192-15,0 3 32 0,2 2-3968 0,0 0-784 16,0-1-176-16,2 1-16 0,1-1-752 0,1 0-128 15,-2 0-48-15,0-1 0 0,-2-2-208 0,0 2-288 16,-2 1 64-16,-1-1 16 16,-4 0-1856-16,1-2-368 0,-1 1-80 0,-4 6-9680 15,0 0-1936-15</inkml:trace>
  <inkml:trace contextRef="#ctx0" brushRef="#br0" timeOffset="100864.15">19497 9505 11055 0,'-14'-2'976'0,"7"2"-784"0,-2 0-192 15,-1 2 0-15,-1 0 6224 0,2 1 1200 0,-1 0 256 16,-1 2 32-16,0 3-4720 0,-1 2-944 0,-1-1-192 0,0 5-48 16,2-1-368-16,0 1-80 0,1 2-16 0,3-1 0 15,1 2-656-15,1-2-144 0,1-2-32 16,2 0 0-16,0-3-288 0,2 0-64 0,2-2-16 0,-2-8 0 16,0 0-144-16,6 6 0 0,-6-6 0 0,9 3 128 15,0 0-128-15,2-2 0 0,2-2 0 0,-1-2 0 16,-2 0 0-16,2-1 0 0,-2-2 0 0,1-1 0 0,-2 0 0 0,-1-1 0 15,-1 0 0-15,0-2 0 0,-3-1 0 0,-2 2 0 16,1-3 144-16,0 2-144 0,-2-1 0 0,0 2 0 16,-2 0 0-16,0 1 0 15,-2 2-320-15,0 1-64 0,0-1-32 0,3 6 0 16,0 0-1648-16,0 0-336 0,-6 6-64 0,0 0-11248 16,-3 5-2256-16</inkml:trace>
  <inkml:trace contextRef="#ctx0" brushRef="#br0" timeOffset="101152.54">19624 10545 14735 0,'0'0'640'0,"0"0"160"0,-6-5-640 0,2 0-160 0,4 5 0 16,0 0 0-16,0 0 7632 0,0 0 1504 0,0 0 288 0,0 0 64 16,0 0-6544-16,-2 10-1328 0,-2 3-256 0,0 3-48 15,0 1-640-15,0 4-128 0,0 1-32 0,0 1 0 16,0-1-352-16,2 2-160 0,-1-5 128 0,1 0-128 31,-1-2-256-31,2-3-144 0,-1-2-32 0,2-3 0 0,0-1-1872 0,0-8-368 0,0 0-80 0,0 0-18544 16</inkml:trace>
  <inkml:trace contextRef="#ctx0" brushRef="#br0" timeOffset="101271.19">19740 10275 24879 0,'-15'-5'1088'0,"10"4"256"0,-1 1-1088 0,-2 0-256 0,0 0 0 0,1 2 0 0,1 2 2976 0,1 3 544 15,-2 1 96-15,2 3 32 16,2 5-3984-16,2 3-800 0,1 2-144 0</inkml:trace>
  <inkml:trace contextRef="#ctx0" brushRef="#br0" timeOffset="102507.53">20008 10660 33455 0,'-4'-11'1472'0,"3"6"320"0,-2-3-1424 0,2-1-368 0,0-1 0 0,1-1 0 0,-2 1 2368 0,1 1 384 0,-1-2 96 0,-1 2 16 15,0 1-816-15,-1 3-144 0,0 1-48 0,-2 4 0 16,-2 0-672-16,-2 4-144 0,-3 1-16 0,0 6-16 16,-2 2-480-16,0 4-80 15,-2 2-32-15,1 2 0 0,-2 1-208 0,3 1-32 0,2-1-16 16,2-1 0-16,0-3-160 0,5-1 0 0,1-2 0 0,1-2 128 16,4-2-128-16,1-1-144 0,-1-10 144 0,6 7-208 15,2-3-240-15,3 0-64 0,-1-3 0 0,2-1 0 16,1-1-256-16,1-1-48 0,2-3-16 0,0 1 0 15,0-4 192-15,0-1 16 0,0-1 16 16,-1-3 0-16,1-3 224 0,0-2 64 0,-3-4 0 0,4-2 0 16,1 0 128-16,0-4 16 0,-1 1 16 15,1-6 0-15,-1-1 160 0,0 2 0 0,2-1 0 0,-3 2 0 0,0 2 0 0,0 3 0 16,-3 1 0-16,-3 6 0 0,-1 3 0 16,-1 4 256-16,-4 3-64 0,-3 4-16 0,-1 5 480 0,0 0 112 15,0 0 0-15,-4 4 16 0,-1 2-112 0,-1 6-32 16,-2 1 0-16,-1 4 0 0,-3 3-384 15,2 2-64-15,-1 3-32 0,2 2 0 0,1 0-32 0,2 1-128 16,-1-2 192-16,2 0-64 0,1-1-128 0,3-2 0 16,1-1 0-16,1-1 0 15,0-3 0-15,3-1-144 0,2 0 144 0,0-5-208 0,3-3-112 0,2 0-32 16,0-2 0-16,2-5 0 0,2-2-32 0,-1-1 0 16,2 0 0-16,-1-4 0 0,1-2 16 0,0-1 0 0,1-1 0 15,-2-3 0-15,1-2 64 0,0-2 16 0,-1 1 0 0,-1-3 0 16,1-1 96-16,-1-3 32 0,1-3 0 15,1 1 0-15,-1-1 160 0,-2 3 0 0,-3-1 0 0,-1 5 0 16,-2 3 0-16,-2 3 128 0,-2 3-128 16,-3 2 128-16,0 7 320 0,0 0 80 15,-9-2 16-15,-1 4 0 0,-1 5 64 0,-1-1 16 0,0 6 0 0,1 1 0 16,-1 3-368-16,1 1-64 0,2 1 0 0,0 1-16 16,1 0-176-16,2 0 0 0,1 1 0 0,2-1 0 15,2 1 0-15,2-2 0 0,2-1 0 0,2 0 0 16,1-1-128-16,3-3-16 0,2-2 0 0,2 0 0 15,1-1-272 1,2-3-48-16,2-5-16 0,2 1 0 0,1-2 32 16,1-1 0-16,1-2 0 0,-1-2 0 0,-1-1 80 0,1-2 32 0,-1-1 0 0,0-2 0 15,-1-1 192-15,1 0 144 0,-2-2-192 0,-1-2 192 0,-1 0 0 16,-2-1 0-16,-2 0 0 0,-2-1 0 0,0-1 128 16,-3 3 16-16,-3 1 16 0,-3 3 0 0,-2 2 160 0,-2 2 16 15,-5 3 16-15,-2 3 0 0,-3 1 400 0,-2 4 80 16,-3 2 0-16,0 5 16 0,0-2-304 0,2 3-64 15,-2 1-16-15,1 0 0 0,2 1-224 0,-1 2-48 16,1-2-16-16,4 0 0 0,2 3-176 0,1-6 0 16,3-1 0-16,2-1 0 0,2 0 0 15,1-1-144-15,-1-8 0 0,0 0 0 16,7 7-272-16,0-2-48 0,3-1-16 0,-1-3 0 16,-2-1 32-16,3-1 0 0,0 0 0 0,0-2 0 0,1-2 144 0,-1 0 48 0,-1-1 0 15,2-3 0-15,1 0 32 0,-1-1 16 16,0-2 0-16,0 0 0 0,0 0 32 0,-1 2 16 15,-1 0 0-15,-1 2 0 0,-1 1 160 0,-7 7 0 16,5-4 0-16,-5 4-128 0,0 0 256 0,0 0 48 0,0 0 16 16,0 0 0-16,0 11 160 0,0 2 32 15,0-3 16-15,1 3 0 0,1-2-176 0,0-1-32 0,2 1-16 0,3-2 0 16,0 0-176-16,4-1 0 0,-1-2 0 16,2-1 0-16,1-2 0 0,3-2 0 0,2 1 0 15,0-4 0-15,1 0 0 0,0-2 0 0,1-1 0 0,0-1 0 16,-1 0 0-16,-2-5-144 0,0 1 144 0,0-2 0 15,0-1 0-15,-1-1 0 0,1-2 0 0,-1-1 0 0,-2-2 0 16,1-3 0-16,-1-2 0 0,2-2 144 0,1-3-144 16,1-1 192-16,0-1-192 0,-1-2 192 0,0 3-192 0,0-1 160 15,-1-1-160-15,-2-1 160 16,-1-1-32-16,-1 3 0 0,-3 2 0 0,-3 6 0 0,-2 3 112 16,-1 4 16-16,-4 5 0 0,-2 3 0 15,0 3 304-15,3 5 64 0,-7 1 16 0,-3 5 0 0,-1 5-224 16,-1 2-32-16,-4 5-16 0,2 4 0 0,0 4-192 0,1 3-48 15,0-3 0-15,2 2 0 0,2-1-128 0,1 2 0 16,2-2 0-16,2 2 0 0,1-5 0 0,3 3 0 16,2-3 0-16,0 0 0 0,1-3 0 0,3-2 0 15,2 1 0-15,3-3 0 0,0-4 0 0,2 0 0 16,2-5 0-16,0 1 0 16,4-1-736-16,-1-2-176 0,1-1-48 0,3-3-15504 15,5 0-3120-15</inkml:trace>
  <inkml:trace contextRef="#ctx0" brushRef="#br0" timeOffset="110278.32">14757 12297 15663 0,'0'0'688'0,"-3"-6"144"0,-1 1-656 0,0-1-176 0,0 0 0 0,2 1 0 0,2 5 5520 16,0 0 1072-16,0 0 224 0,0 0 32 0,0 0-5264 0,0 10-1072 15,0 3-192-15,-1 5-64 0,-1 2 800 0,1 5 160 16,-2-1 16-16,1 2 16 0,-1 2-672 15,2-3-128-15,1-2-16 0,0 2-16 0,0-6-224 16,0 1-64-16,0-3 0 0,2-4 0 0,1-3-128 0,1-2 0 16,-4-8 0-16,0 0 0 0,0 0-256 0,9-2 64 15,0-4 0-15,2-3 16 0,-1-1-16 0,0-6-16 16,3-1 0-16,2-2 0 0,-1-2 208 0,2-1-176 16,-1-3 176-16,4-1-160 0,-1-2 160 0,3-2 0 15,-2-2-144-15,1-1 144 0,-2 1 0 0,2 2-144 16,-1 2 144-16,0 5 0 0,-2 2 0 0,-2 7-128 15,-3 4 128-15,-2 9 0 0,-2 2 0 0,-1 7 128 16,-2 5-128-16,-3 8 192 0,0 8 416 0,-4 6 80 16,0 7 16-16,-2 5 0 0,-3 6-192 0,1 7-48 15,-3 7 0-15,-2 8 0 0,2-8-224 0,-1 3-48 16,-1 3-16-16,0 3 0 0,-2 1-176 0,1 1 128 16,-2 0-128-16,0-4 128 0,-1 13-128 0,1-12 160 0,-1-8-160 15,2-7 160 1,3-7-1120-16,1-7-208 0,1-7-48 0,3-5-16 15,1-4-2560-15,1-9-512 0</inkml:trace>
  <inkml:trace contextRef="#ctx0" brushRef="#br0" timeOffset="110482.5">15332 13119 9215 0,'-13'33'400'0,"6"-13"96"0,-2 2-496 0,-1 6 0 0,-1 3 0 0,2 4 0 0,3-1 8224 0,-1 0 1552 16,-1-2 304-16,0-3 64 0,2-3-7872 0,1-2-1568 16,-1-1-320-16,3-6-64 0,0-1 192 0,2-3 32 15,1-3 16-15,2-2 0 16,-2-8-4448-16,7 3-880 0,-7-3-176 0</inkml:trace>
  <inkml:trace contextRef="#ctx0" brushRef="#br0" timeOffset="111468.48">15392 12970 13823 0,'-4'-5'1216'0,"-1"1"-960"16,-2 0-256-16,1 1 0 0,-2 1 4736 0,1 0 896 15,1 2 176-15,-1 2 32 0,1-1-3904 0,0 2-784 16,0-1-144-16,6-2-48 0,0 0-960 0,-1 9-448 16,2 0 48-16,2 2 0 15,2 1-496-15,1-1-112 0,2 1-16 0,1 0 0 0,0 0 544 0,0-1 96 0,4 0 32 0,1 0 0 16,0-3 224-16,-1 1 128 0,-1 1-160 0,-1-1 160 15,1 0 0-15,-1 0 192 0,-1 0-16 0,-2 0 0 16,-2 0 608-16,-2 3 128 0,-2-3 32 0,-2 0 0 16,1-1 496-16,-2 0 96 0,-2 2 32 0,-1-1 0 15,-1 1-256-15,0 0-48 0,-1-3-16 0,1 0 0 16,-3 1-304-16,2 0-64 0,1-1-16 0,1-1 0 0,-4-2-240 16,3 0-48-16,5-4-16 0,0 0 0 0,0 0-272 15,0 0-48-15,0 0-16 0,0 0 0 0,0 0-224 0,2 6 0 16,-2-6 0-16,8 4 0 0,0 0 0 0,1-2-128 15,1-2 128-15,1 2 0 0,-1 2 0 16,2-3-128-16,-2 2 128 0,2 1 0 0,-3 1 0 0,0-2 0 16,-1 1 0-16,0 1 0 0,-3 4 0 0,-1 0 0 15,-1-2 0-15,-2 2 0 0,0 1 224 0,-2 2 0 16,-1 0 0-16,-2-2 0 0,-2-1 64 0,1 2 16 16,-4 2 0-16,0 0 0 0,0 0-96 0,-2 0-16 15,0-2 0-15,-2 1 0 0,1 0-192 0,1 1 144 16,2 3-144-16,1-6 128 0,1-1-128 0,0-1 0 15,1-3 0-15,6-5 0 0,-3 4 0 0,3-4 0 16,0 0-192-16,0 0 192 0,0 0-416 0,7-2 32 16,0-5 16-16,4-1 0 0,-1-1 32 0,3-1 0 0,2-3 0 0,0-2 0 15,0 0 16-15,0-5 0 0,2 3 0 0,0-6 0 16,1-3-16-16,-2-1 0 0,0 1 0 0,-2 2 0 16,-1-1 112-16,-1 1 32 0,-2 4 0 0,-2 3 0 15,0 0 192-15,-3 4 0 0,-2 3 0 16,-3 10 0-16,0 0 192 0,0 0 48 0,0 0 0 0,-6 11 0 15,0 2 208-15,-1 5 64 0,0 3 0 16,-1 4 0-16,3 1-160 0,-2 0-32 0,1-4 0 0,0 2 0 16,2 0-176-16,3 0-144 0,0-5 192 15,1-2-192-15,1-2 0 0,2-4 0 16,2-1-240-16,0-4 80 16,2-1-1120-16,0-1-240 0,3 0-32 0,0-4-16 0,0-4-656 0,3-2-128 0,1-2-16 15,0-3-16-15,0 0-688 0,-1-2-144 0,0-3-32 16,0-1 0-16,-1-2 640 0,1-2 128 0,-2-3 32 15,-1 1 0-15,0 1 384 0,0-5 80 0,-1 3 0 0,-2 2 16 0,0-2 2368 16,-2 5 480-16,-1-2 80 0,-1 5 32 0,-1 3 1456 0,1 4 304 16,0 2 48-16,-3 7 16 0,0 0 224 0,0 0 48 15,-3 8 16-15,2 4 0 0,-1 4-352 0,1-1-80 16,-2 3-16-16,3 2 0 0,0 2-1184 0,-1 0-256 16,1-1-32-16,0 4-16 0,1 2-528 0,2-2-96 15,-2-5-32-15,2-3 0 0,-2-4-208 0,1-3-48 16,-1-2-16-16,-1-8 0 0,0 0-240 0,0 0 0 15,0 0 128-15,0 0-128 0,0 0 0 0,0 0 0 16,0 0 0-16,8-4 0 0,-1-1-176 0,0-3 176 16,0 0-160-16,0-1 160 0,1-1 0 0,0-2-144 15,0-4 144-15,1-2 0 0,1-3-128 0,1 0 128 16,1-1-128-16,1 1 128 0,1 0 0 0,-1 2-160 16,-1 1 160-16,2-1 0 0,-1 5 0 0,-1 4-128 15,-2 2 128-15,2 4 0 0,-3 2 0 0,0 5 0 0,-1 2 0 0,0 4 0 16,-3 4 368-16,0 6-32 0,-1 2 0 15,0 3 0-15,-1 2 96 0,-2 3 16 0,-2-2 0 16,1 2 0-16,1-1-240 0,-1-2-32 0,0-3-16 0,0-1 0 16,1-1-160-16,2-1-192 0,-2-2 32 0,2 0 16 15,-1-4-2288 1,4 0-464-16,0-4-96 0</inkml:trace>
  <inkml:trace contextRef="#ctx0" brushRef="#br0" timeOffset="113531.17">16841 12596 16575 0,'0'0'1472'0,"-6"1"-1168"0,-2-1-304 0,2 0 0 0,0 0 4384 15,6 0 816-15,-5 0 176 0,5 0 16 0,0 0-2400 0,0 0-496 16,0 0-80-16,0 0-32 0,0 0-1168 0,0 0-256 16,0 0-32-16,9 1-16 0,0-1-448 0,2 0-80 15,1 2-32-15,1-2 0 0,2 0-352 0,1 0 128 16,1 0-128-16,1 0 0 0,-1-2 0 0,6 1-240 16,0-2 48-16,-1 1 0 15,-1 1-2048-15,1 1-416 0,1 0-80 0,-2 2-10000 31,-5 2-2016-31</inkml:trace>
  <inkml:trace contextRef="#ctx0" brushRef="#br0" timeOffset="113696.4">16873 12784 14735 0,'0'0'1312'0,"0"0"-1056"16,0 0-256-16,0 0 0 0,0 0 6688 0,0 0 1280 15,0 0 256-15,11-3 48 0,2 0-6656 0,2 1-1328 16,0-4-288-16,2 1 0 0,3 0 192 0,2 0 64 15,2-2 16-15,0 1 0 0,2-2-272 0,3 0-192 0,2 0 16 0,2 2 16 32,2-1-2976-32,-1 1-576 0</inkml:trace>
  <inkml:trace contextRef="#ctx0" brushRef="#br0" timeOffset="114428.72">18210 12308 24879 0,'-5'-2'2208'16,"0"1"-1760"-16,-2 0-448 0,7 1 0 0,0 0 4176 0,0 0 752 15,0 0 160-15,2 13 32 0,-1 0-3088 0,-1 5-624 16,1 4-112-16,1 3-16 0,-2 2-320 0,0 5-48 15,0 3-16-15,0 3 0 0,1 1-320 0,-1 0-64 16,1-3 0-16,2 1-16 0,1-2-128 0,0-2-32 16,-2-3 0-16,1-2 0 0,-1-5-144 0,2-3-48 15,0-4 0-15,0-3 0 0,-1-2-144 0,-1-4 192 16,-2-7-192-16,0 0 192 0,0 0-64 0,0 0-128 0,0 0 192 16,0 0-64-16,0 0-128 0,0 0 128 0,7-4-128 0,-2-5 128 15,0 1-128-15,1-2 0 0,-1-2 0 0,1-1 0 16,1-1 0-16,1-4 0 0,-1-2 0 0,4-1 0 15,1-2 0-15,1-3 0 0,-2-4 0 0,4-2 0 0,0 0 0 16,0-1-144-16,-2 2 144 0,1 4 0 16,2 2-128-16,-3 5 128 0,-1 5 0 0,-3 4 0 0,-4 3 0 0,-5 8-128 15,0 0 128-15,0 0 0 0,6 8 0 0,1 7 0 16,-3 3 0-16,0 5 0 0,-2 5 128 16,0 2-128-16,0 1 0 0,1 2 144 0,-2-1-144 0,2-1 0 15,-2-1 0-15,3-1 0 16,1-3 0-16,2-1 0 0,-1-7 0 0,2 0 0 15,0-5 0-15,1-2 0 0,0-2 0 0,2-2 0 0,-1-4 0 0,0-1 0 16,0-4 0-16,-1 0 0 0,0-2-144 0,0-1 144 16,0-2 0-16,0-1 0 0,0-1 0 0,-1-1 0 15,0-2 0-15,1-4 0 0,0-2 0 0,0 0 0 16,0-6 0-16,2 1 0 0,-1-3 0 16,2-1 128-16,1-1-128 0,-1-2 0 0,-2-1 0 0,2 1 0 15,0 1 0-15,5-10 0 0,-2 8-176 0,-2 1 32 16,-1 5 0-16,-3 4 0 15,-2 2-1072-15,-2 0-192 0,0 6-64 0,-1 2 0 16,0 3-2160-16,-4 8-432 0</inkml:trace>
  <inkml:trace contextRef="#ctx0" brushRef="#br0" timeOffset="114661.06">17899 12155 49119 0,'0'0'2176'0,"0"0"448"0,0 0-2096 0,0 0-528 0,11-2 0 0,4 0 0 0,-1-3 0 0,3 4 0 16,0-5 0-16,7 3 0 0,3-3 240 0,2 2 32 16,1 1 16-16,2 0 0 0,2 0-288 0,1 1 0 15,0-2 0-15,2 1 0 16,1-1-1712-16,-2 2-288 0,-1-5-64 0,-8 3-18048 15</inkml:trace>
  <inkml:trace contextRef="#ctx0" brushRef="#br0" timeOffset="114827.13">18865 12154 23951 0,'-12'-3'2128'0,"12"3"-1696"0,0 0-432 0,0 0 0 0,0 0 3824 0,0 0 672 15,10 2 144-15,-2-2 32 0,-8 0-2992 0,12-2-592 16,-2 0-112-16,1-2-16 0,-1 0-64 0,2-3 0 15,0 1 0-15,9-3 0 0,0 1-736 0,-10 1-160 16,1-1 0-16,-2 1 0 16,3-4-2064-16,-1 2-368 0,0-1-80 0,-2 1-9984 15,-1 1-2000-15</inkml:trace>
  <inkml:trace contextRef="#ctx0" brushRef="#br0" timeOffset="115111.04">18755 11772 43535 0,'-14'4'1920'0,"6"0"416"0,0 1-1872 0,2 1-464 0,-1 1 0 0,3-2 0 0,0 2 1152 15,1 0 144-15,-1 3 32 16,1-4 0-16,0 2-96 0,1 0-16 0,0-2 0 0,2 1 0 0,0-7-784 16,0 0-176-16,4 8-16 0,2-2-16 0,0 1-224 0,2-6 0 15,1 0 0-15,2-1 0 0,-2 2 128 16,1-4-128-16,0 1 0 0,1-3 0 0,-1 0 0 0,1-2 0 15,-2 0 0-15,0 0 0 0,0-2 0 0,-1 0 0 16,0 0 0-16,-2 1 0 0,0-1 0 0,-3 0 0 16,0 0 0-16,-3 8 0 0,0-6-256 0,0 6 64 15,-3-6 16-15,0 1 0 16,-3 1-784-16,0 3-176 0,6 1-16 0,-9 4-16 16,0 1-1392-16,-2 4-256 0,2 6-64 0</inkml:trace>
  <inkml:trace contextRef="#ctx0" brushRef="#br0" timeOffset="115518.91">19011 12714 26719 0,'0'0'1184'0,"0"0"240"0,0-10-1136 0,1 1-288 0,0 0 0 0,-1 9 0 16,0 0 4512-16,0 0 848 0,0 0 160 0,0 0 48 15,0 0-3216-15,0 0-640 0,0 0-128 0,4 9-32 0,-1 1-592 0,0 5-128 16,-2 0-32-16,-1 4 0 0,-3 1-336 0,1 1-64 16,2-1-16-16,0-1 0 0,-2 1-160 0,2-3-32 15,-1-1-16-15,1-3 0 0,0-3-176 0,-1-1 128 16,-1-1-128-16,2-8 128 0,0 0-128 0,0 0 128 15,0 0-128-15,0 0 128 0,0 0-128 0,0 0 128 16,0 0-128-16,0 0 128 0,0 0-128 0,0 0 0 16,0 0 0-16,6-8 0 0,1-2 0 0,1-2-176 15,0-5 176-15,1 0-192 0,3 1 192 0,-2-4-192 16,3-3 192-16,2 1-192 16,0-1-512-16,0-1-128 0,-1 0 0 0,2 1-16 15,-2 0-880-15,0 2-160 0,-1 5-32 0,2 6-16 16,2 2-2736-16,-4 7-528 0</inkml:trace>
  <inkml:trace contextRef="#ctx0" brushRef="#br0" timeOffset="116345.45">19274 12854 3679 0,'0'0'320'0,"0"6"-320"15,-2 2 0-15,0-1 0 0,2-7 5824 0,0 0 1088 16,0 0 208-16,5 6 48 0,-5-6-4272 0,0 0-848 16,10 3-192-16,-3-2-16 0,-7-1-288 0,11-4-48 15,-1-1-16-15,2-1 0 0,-2-2-784 0,2-3-176 16,0 0-16-16,-2-1-16 0,1-1-304 0,-2-2-64 15,0 0-128-15,-1-1 192 0,-2 1-32 0,1-1-16 0,-1 0 0 0,0 2 0 16,-2 1-16-16,-2 2-128 0,-1 4 192 0,-1 7-64 16,0 0 144-16,0 0 32 0,0 0 0 0,-7 6 0 0,-4 2 336 0,1 4 64 15,-2 3 0-15,0 5 16 0,1-1-320 0,0 5-64 16,2-5-16-16,0 2 0 0,2 0-144 0,2-3-48 16,3-2 0-16,2-2 0 0,1 1-128 15,3-3 0-15,2-2-160 0,5-2 160 16,-1-2-576-1,3-1-32-15,3-2 0 0,1-3 0 0,0-1-352 0,1-3-80 0,0 0-16 0,3-1 0 16,1-3 144-16,-1 0 16 0,0-1 16 0,-2 0 0 0,2-2 496 0,-1 1 112 16,-2-3 16-16,-1 0 0 0,0-1 256 0,-1-2 0 15,-2 0 0-15,-2 1 0 0,-2-1 304 0,-1 2 16 16,-2-1 0-16,-2 5 0 0,-2-1 192 0,-2 4 32 16,-1 7 16-16,-4-4 0 0,-1 1 336 0,-3 3 80 15,-1 3 16-15,-2 3 0 0,-2 3-160 0,0 1-16 16,-1 3-16-16,1 1 0 0,-1 2-400 0,2 0-80 15,0 1 0-15,2-1-16 0,2-2-304 0,1-1 128 16,2-1-128-16,1 0 0 0,2-4 0 0,0-2 0 16,2-6 0-16,0 0 0 15,0 0-400-15,6 7-48 0,-6-7 0 0,7 2 0 16,3 0-288-16,-1-2-64 0,1-2-16 0,1 0 0 16,-1-2 176-16,-1 0 48 0,0-3 0 0,-1-2 0 0,2 0 256 0,0 0 48 15,-1-3 16-15,0 1 0 0,1-1 272 0,-2 1-192 0,0-2 192 0,0 0-160 16,0 3 160-16,-2 3 0 0,-1 1 0 0,-1-1 0 15,-4 7 0-15,0 0 0 0,0 0 0 0,0 0 0 16,0 0 320-16,0 7 0 0,-1 1 0 0,0 1 0 16,1 1-64-16,0 2 0 0,0 0-16 0,1-1 0 15,2 0-240-15,0-1 176 0,3-1-176 0,1-1 160 16,3 0-160-16,-1-3 0 0,2-1 0 0,1-1 0 16,0-1 0-16,2-2 0 0,2-2-176 0,0-1 176 0,1 2 0 0,-1-4 0 15,-1-1 0-15,-1-1-128 0,0-2 128 0,1-1 0 16,-2-1 0-16,1-1 0 0,1-5 0 0,-1 1 0 15,0-1 0-15,1-2 0 0,-1-2 0 0,-1-2 0 16,0-2 0-16,0-1 0 16,-1-2 0-16,-1 0 0 0,0-1 0 0,-2 3 0 0,-2 0 0 0,-1 4 0 15,-2 5 0-15,-3 2 0 0,-2 5 384 0,-3 3 0 16,-4 3 0-16,-2 6 0 0,-2 2 704 0,-1 5 128 16,-4 3 48-16,-1 6 0 0,-2 1-528 0,3 7-96 15,-1 3-32-15,2 0 0 0,1-1-224 0,2 2-32 16,1 0-16-16,4 0 0 0,2 0-64 0,2-4-16 15,2 1 0-15,5-3 0 0,1-1-256 0,1-4 0 16,3-1 0-16,2-1 0 0,2-2 0 0,3-1-176 16,-1-1 0-16,3-4 0 15,-2 0-928-15,2 0-192 0,0 0-48 0,0-1 0 16,2-1-1792-16,0 1-352 0,1 1-80 0</inkml:trace>
  <inkml:trace contextRef="#ctx0" brushRef="#br0" timeOffset="116712.16">18021 13227 54015 0,'0'0'2400'0,"0"0"480"0,0 0-2304 0,13-5-448 16,7-2-128-16,7-2 0 0,7 1 0 0,4 2-240 16,1 2 64-16,5 0 16 0,3 1 576 0,7 1 112 15,3-2 32-15,-13 1 0 0,7 0-304 0,7 1-64 16,6 1-16-16,5-3 0 0,1 1-176 0,6 3 0 16,5-3 0-16,1 2 128 0,1 0-128 0,-2 1 0 15,-2 0 0-15,1 0 0 0,1 0 0 0,-2 0 0 16,-2 1 0-16,-1 0 0 0,-4-1 0 0,-3 3 0 15,-4-3 0-15,-4 1 0 0,-6 2 0 0,-4 0 0 16,-6 0 0-16,-7 1 0 0,-5 2 0 0,-7-4-256 16,-7 2 64-16,-6 0 16 15,-2 0-1872-15,-11-4-368 0,0 0-80 0</inkml:trace>
  <inkml:trace contextRef="#ctx0" brushRef="#br0" timeOffset="117614.54">18229 13832 37727 0,'0'0'1664'0,"-3"-4"352"0,-1 1-1616 0,1-2-400 0,1 0 0 0,2 1 0 16,0 4 1760-16,0 0 272 0,0 0 48 0,0 0 16 15,0 0-224-15,-1 12-32 0,1 3-16 0,0 6 0 16,0 5-896-16,0 3-176 0,0 2-48 0,0 6 0 16,0 3-320-16,-2 2-64 0,2 1 0 0,-1-4-16 0,0-3-48 0,1 0 0 15,0-2 0-15,0-3 0 0,1-4-80 0,0-2-32 16,1-3 0-16,-2-4 0 15,1-3-144-15,0-4 160 0,-1 0-160 0,0-11 160 0,4 6-160 0,-4-6 0 16,0 0 0-16,0 0 128 0,0 0-128 0,9-2 0 16,0-2 0-16,-1-3 0 0,-1-3-160 0,0-3 160 15,1 0 0-15,1-4-144 0,2-3 144 0,-1-2 0 16,3-1 0-16,0-3 0 0,2-4 0 0,-1-2-160 16,2 1 160-16,1-2 0 0,1 0-160 0,-1 1 160 15,-3 2-128-15,2 4 128 0,-3 3 0 0,0 1 0 16,-1 5 0-16,-2 6-128 0,-3 3 128 0,-7 8 0 15,0 0 0-15,5 8 0 0,-1 3 0 0,0 4 0 16,-3 4 128-16,0 3-128 0,-2 4 128 0,0-1-128 16,-1 2 128-16,2 0-128 0,-1 1 0 0,1-4 128 0,1 0-128 15,2-3 0-15,1-2 0 0,2-3 0 16,2 0 0-16,1-3 0 0,2-4 0 0,0-3 0 16,2-2 0-16,1-1 0 0,0-6 0 0,0 1 0 15,1-2 0-15,0-3-128 0,1-1 128 0,-2-1 0 16,-1-1 0-16,0-2-128 0,2 0 128 0,-2-3 0 15,0-2 0-15,1 0 0 0,-1-1 0 0,0-1 0 0,1-3 0 16,-1 1 0-16,2 0 0 0,-2 1 0 0,-1-1 0 0,-2-1 0 16,0-2 0-16,1 1 0 0,-2-1 0 0,-1 2 0 15,-2 0-192-15,0 2-16 0,-1-1 0 0,-1 3 0 16,-2 3-1264-16,0 0-240 16,-2 2-48-16,-2 3-13744 0,0 1-2752 0</inkml:trace>
  <inkml:trace contextRef="#ctx0" brushRef="#br0" timeOffset="117862.3">17835 13673 32255 0,'0'0'2864'0,"0"0"-2288"15,0 0-576-15,0 0 0 0,0 0 3968 0,0 0 704 16,13-6 128-16,3 1 16 0,2 0-3712 0,3 0-736 15,-2 0-160-15,5 1-16 0,2-3 304 0,4 2 64 16,1 0 16-16,0 0 0 0,3-1-384 0,0 1-192 16,0 1 192-16,0-2-192 0,1 0 0 0,-1 3 0 15,-1-1 0-15,-1 0 0 16,2 1-768-16,-1-1-256 0,-5 0-48 0,2 2-16 16,2-1-2480-16,-1 3-496 0</inkml:trace>
  <inkml:trace contextRef="#ctx0" brushRef="#br0" timeOffset="118068.17">18948 13709 13823 0,'0'0'1216'0,"0"0"-960"0,0 0-256 0,0 0 0 16,0 0 6864-16,0 0 1328 0,0 0 272 0,7-5 48 16,-1 0-5968-16,6 0-1200 0,0-2-256 0,2 0-32 15,0 0-352-15,2-1-64 0,2 0 0 0,2 0-16 0,1 2-448 16,-2-1-176-16,1 1 128 0,-1 0-128 15,0 3 0-15,-2-1 0 0,-3 0 0 0,-1 1 0 16,-3 0-1664-16,0 2-224 0,0 1-32 0,-4 0-11888 16,-6 0-2368-16</inkml:trace>
  <inkml:trace contextRef="#ctx0" brushRef="#br0" timeOffset="118369.2">18680 13450 44927 0,'-13'9'1984'0,"13"-9"416"0,-7 2-1920 0,1 2-480 15,0 2 0-15,2 0 0 0,2 1 1056 0,-1-1 112 16,2-1 32-16,1 3 0 0,1 0-192 0,2 1-48 16,-1 0 0-16,4-1 0 0,2-3-720 0,1 1-240 15,2 0 128-15,2-2-128 0,2-3 0 0,-1-1 0 0,3-1 0 0,-1 0 0 16,1-2 0-16,0-1 0 0,0-1 0 15,-2 0 0-15,0-1 0 0,-2 1 0 16,-2-1 0-16,0-1 0 0,-2 1 0 0,-3-1 0 16,0-1 0-16,-3 1 0 0,0 0 0 0,0 1 0 15,-2-2 0-15,-2 1 0 0,-2 1-192 0,0-1 48 16,0 1 16-16,-3 0 0 16,0 1-944-16,6 5-176 0,0 0-32 0,0 0-16 15,-8-4-1888-15,0 2-368 0,-2-1-80 0</inkml:trace>
  <inkml:trace contextRef="#ctx0" brushRef="#br0" timeOffset="118674.75">19157 14145 43999 0,'0'0'1952'0,"0"0"400"0,0 0-1888 0,0 0-464 16,0 0 0-16,0 0 0 0,0 0 1760 0,0 0 256 15,-5 5 48-15,1 1 16 0,-2 2-768 0,1 4-160 16,0 1-16-16,0 3-16 0,0 2-672 0,-2-1-144 16,1 4-32-16,-2 0 0 0,1 1-272 0,1 0 160 15,-1-1-160-15,2-2 128 0,0-2-128 0,1-1 0 16,0-2 0-16,1-2 0 15,2-4-1056-15,1-8-192 0,0 0-32 0,0 0-16 16,0 0-2704-16,0 0-544 0,0 0-96 0</inkml:trace>
  <inkml:trace contextRef="#ctx0" brushRef="#br0" timeOffset="118810.51">19206 13962 24927 0,'0'0'1104'0,"0"0"240"0,0 0-1088 0,0 0-256 0,0 0 0 0,0 0 0 15,-5 5 432-15,1 3 16 0,2 1 16 0,-1 0-12016 16</inkml:trace>
  <inkml:trace contextRef="#ctx0" brushRef="#br0" timeOffset="120032.06">19438 14238 24527 0,'0'0'1088'0,"0"0"224"0,2-6-1056 0,-2-1-256 0,1 1 0 0,-1-1 0 0,1 0 2384 0,1-1 432 16,-5 0 64-16,2 1 32 0,-2 2-560 0,3 5-112 16,-4-5-32-16,0 2 0 0,-2 3-448 0,-3 3-96 15,-2 2 0-15,-1 4-16 0,-2-1-512 0,0 4-112 16,-3 2 0-16,1 2-16 0,1 0-560 0,-1 0-96 16,0 1-32-16,3 0 0 0,0 0-144 0,4-1-48 15,3-3 0-15,-1 0 0 0,4-1-128 0,3-3 0 16,2-1 0-16,-2-8 0 0,4 8-368 0,3-5 48 15,3 0 16-15,0-2 0 16,2-2-288-16,1-2-64 0,0 0-16 0,1-3 0 16,1 0-32-16,0-2 0 0,2-1 0 0,-3-2 0 15,1 0 160-15,-2-2 32 0,0-2 0 0,0-2 0 0,0-1 240 0,0-3 48 0,-1-2 16 0,2-1 0 16,0 1 208-16,-1-5 0 0,0 2-160 0,1 2 160 16,-4 1 0-16,0 4 0 0,-1 2 0 0,-1 4 0 15,-2 1 0-15,-1 4 0 0,-5 8 0 0,0 0 128 16,0 0 384-16,0 0 64 0,-4 6 0 0,-1 3 16 15,-2 2 144-15,1 5 32 0,-2 1 0 0,0 3 0 16,0 0-448-16,0 3-64 0,0 0-32 0,2 2 0 0,-1-4-96 16,2 1 0-16,1-1-128 0,3-2 192 15,2 1-192-15,2-3 0 0,0 0 0 0,3-2 0 16,2-2-240-16,1-1 16 0,1 0 0 0,2-6 0 16,2 1-288-16,2-3-64 0,1-3-16 15,0-1 0-15,1 0 16 0,2-2 0 0,-1-2 0 0,1-2 0 0,0-3 144 0,-2 0 48 16,0-1 0-16,-1-1 0 0,0 1 192 15,-3-4 32-15,-2-1 16 0,0 1 0 0,1-4 144 0,-3 1 0 16,-2 0 0-16,0 0 0 0,1-2 0 0,-4 4 0 16,-2 2 0-16,-2 2 0 0,-1 2 192 0,-1 3-16 15,-2 2-16-15,3 4 0 0,-8-3 80 0,1 6 16 16,-3-2 0-16,1 4 0 0,-2 4-48 0,0 2 0 16,1 1 0-16,1 1 0 0,-1 0-208 0,4 2 176 15,1 0-176-15,1 0 160 0,1 1-160 0,3 0 0 16,1-1 0-16,3 0 0 0,2-2-176 0,0 0 176 0,1-2-128 15,2 0 128-15,1-2-192 0,2-1 64 16,1 0 0-16,1-2 0 0,2-2-96 0,1-1-16 16,2-2 0-16,0-1 0 0,-2-1-80 0,0-2 0 0,1-1-16 0,0-1 0 15,-1-2 336-15,0 1-144 0,0-5 144 16,-3 2 0-16,-1-1 0 0,0-2 0 0,-1-1 0 0,0-1 0 16,-2-2 0-16,1 1 0 0,-2-1 128 0,-1 0-128 15,-2 2 160-15,-1-2-160 0,-1 4 160 0,-2 3-160 16,-2 3 352-16,-3-1-32 0,-2 3 0 0,-3 4 0 0,-1 4 448 15,-2 0 96-15,1 3 16 0,-2 1 0 0,-1 3-368 16,1-2-80-16,-2 2-16 0,1 1 0 0,0-1-224 0,4 2-32 16,-2-1-16-16,4 0 0 0,0-3-144 0,3 1 0 15,0-4 0-15,4-6 0 0,-1 7 0 0,1-7 0 16,0 0 0-16,4 7 0 0,-4-7-368 0,8 5 48 16,0-4 16-16,1 1 0 15,-1-2-128-15,1-2-16 0,0 0-16 0,1-1 0 0,-1-1 96 0,-1-1 32 16,-1 0 0-16,1-2 0 0,5 1 144 15,2-3 16-15,-10-2 16 0,1 2 0 0,0 1 160 0,-1-1-128 16,-1 3 128-16,-4 6-128 0,0 0 128 0,0 0 0 16,0 0 0-16,0 0 0 0,0 0 0 0,0 0 224 15,0 0-48-15,0 6-16 0,-2 3 80 0,0 1 16 16,0 0 0-16,0 0 0 0,1-1-96 0,2 1-16 16,-1-3 0-16,3 1 0 0,1 1-144 0,0-2 0 15,-4-7 0-15,10 5 0 0,1-1 0 0,0-1 0 16,2-2 0-16,2-1 0 0,0-3 0 0,1-1 0 15,-2 1-160-15,1-3 160 0,0 2 0 0,1-2 0 16,-2-3 0-16,-1 0 0 0,1-1 0 0,-3 1 0 0,1-4 0 0,0 0 0 16,-1-2 0-16,1-2 0 0,0-3 0 15,1-1 0-15,-1-1 0 0,-1-3 0 0,0-2 0 0,1 0 0 16,-2-1 0-16,-1 1 0 0,2-2 0 0,-4 2 0 16,0 1 128-16,-2 2-128 0,0 1 0 0,-2 5 0 15,-2 2 240-15,-2 4-64 0,0 4-16 0,1 8 0 16,-7-2 672-16,-2 3 144 0,-1 4 32 15,-1 4 0-15,1 7-256 0,-2 2-48 0,-1 3-16 0,1 3 0 0,0 0-304 16,2 2-64-16,0 2-16 16,2-3 0-16,3 1 16 0,1 0 16 0,1 0 0 0,3 0 0 15,1-3-176-15,2-1-32 0,2 1-128 0,2-2 192 16,1-3-192-16,-1-4 0 0,2 0 0 0,2-1 0 0,1-1 0 16,1-1 0-16,0-4 0 0,0-1 0 15,0-1-432-15,0-4-128 0,1-1-16 16,2-1-16-16,-1-4-2416 0,4-3-464 15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8-07T23:52:03.702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803 461 35935 0,'-9'8'1600'0,"5"-3"320"0,-1 1-1536 15,1 3-384-15,0 3 0 0,1 5 0 0,1 4 1808 0,-1 5 304 0,-1 5 48 0,0 3 16 16,-2-1-720-16,2 2-144 0,0 0-32 0,1 0 0 15,1-1-480-15,1-5-96 0,-1 4-32 0,2 2 0 0,0 1-240 0,0 1-48 16,0-1-16-16,2-3 0 0,-1 2-240 0,0 6-128 16,0-6 160-16,3-3-160 0,-1-2 0 0,0-5 128 15,-2-4-128-15,1-3 0 0,0 0-272 0,-1-3-112 16,0 0 0-16,1-1-16 16,-2-3-1200-16,1-2-256 0,0 0-32 0,-1-9-16 15,0 0-1680-15,0 0-352 0</inkml:trace>
  <inkml:trace contextRef="#ctx0" brushRef="#br0" timeOffset="616.75">1158 883 44175 0,'0'0'1952'0,"0"0"416"0,-4 9-1904 0,-3-2-464 15,1-1 0-15,-1 2 0 0,2 0 736 0,-3 1 48 16,-1 3 16-16,0 1 0 0,0 1 320 0,-3 2 64 0,-1 1 16 15,-1 0 0-15,-1 0-608 0,1-2-112 16,0 1-32-16,2-3 0 0,-1 1-176 0,1-3-32 0,2 1-16 0,-1-2 0 16,1 0-224-16,3-2 144 0,2 0-144 0,0-3 128 15,1-1-128-15,4-4 0 0,0 0 0 0,0 0 0 16,0 0-256-16,0 0 32 16,8 5 0-16,2-1 0 0,2-1 16 0,2-2 0 0,1-1 0 0,0 0 0 15,2 0 80-15,0 2 128 0,-1 1-208 0,1-3 80 16,-2 0 128-16,1 3 0 15,-2 0 0-15,1 1-128 0,-1-1 128 0,-1 3 0 0,2-1 0 0,-2 1 0 16,-3 1 0-16,-1-1 0 0,-2 2 0 0,-2 0 0 0,-1 0 160 16,-3 1-32-16,0 0-128 0,1 0 192 0,-2 2 32 0,-2 0 0 15,0-3 0-15,-3 3 0 0,-2 0-16 0,-1-1 0 16,2 1 0-16,-2 1 0 0,-1-2-80 16,0 1-128-16,-1-1 176 0,0 1-176 0,1 2 128 0,0-1-128 15,0-1 0-15,2 1 0 0,1-4 0 0,-1 0 0 16,1-2 0-16,2-1 0 0,4-5 0 0,0 0 0 15,0 0 0-15,0 0 0 0,0 0-144 0,0 0 16 16,6-2 0-16,2-5 0 0,0-3 128 0,2-2-128 16,2 0 128-16,1-1-128 0,0-4 128 0,0 0 0 15,3-2 0-15,-1-1-128 0,0-1 128 0,0-1 0 16,2-1 0-16,-1-3-128 0,1-2 128 0,-1 2 0 16,-2-1 0-16,-1 0 0 0,-3 0 0 0,1 4 0 0,-3 0 0 15,-2 2 0-15,-2 6 0 0,-3 5 0 16,-1 3 0-16,0 7 0 0,0 0 192 0,-5 0-48 0,-3 7 0 15,-1 3 0-15,-3 7 32 0,2 4 0 0,-2 1 0 0,2 4 0 16,-1 0-176-16,2 2 0 0,3-2 0 16,1 0 128-16,1-3-128 0,2 1 0 0,2-2 0 15,3-1 0 1,2-5-672-16,2-2-64 0,-1-1-16 0,3-5 0 16,3-2-1184-16,1 0-240 0,0-5-64 0,2-2 0 0,1-3-1584 15,3 1-320-15,-1-2-64 0</inkml:trace>
  <inkml:trace contextRef="#ctx0" brushRef="#br0" timeOffset="971.41">1604 1038 12895 0,'0'0'1152'0,"0"0"-928"0,-10 3-224 0,3 1 0 0,1 2 5744 0,1 2 1104 15,1 1 208-15,0 3 48 0,-1 2-3616 0,1 5-736 16,2 2-128-16,0 2-48 0,2 0-1088 0,0 1-208 16,0-1-64-16,2 1 0 0,-1 1-576 0,0-2-128 15,-1-1-32-15,3-1 0 0,1-4-320 0,0 0-160 16,-2-4 160-16,2 0-160 0,1-2 0 0,1-2 0 15,-4-2 0-15,-2-7 0 0,4 6 0 0,-4-6-128 16,5 5 128-16,-5-5-160 0,0 0-48 0,6-3-16 16,-1-2 0-16,0-1 0 0,-1-4 0 0,1 1 0 15,0-1 0-15,3-4 0 0,-3-5-32 0,1-2 0 16,1-1 0-16,1 0 0 0,0-3 32 0,1-1 0 16,2 1 0-16,0-1 0 15,1 3 224-15,0-1 0 0,0 6-160 0,-2 5 160 0,-1 3 0 0,-1 5 0 0,-8 5 0 16,9 2 0-16,-2 6 256 0,-2 5 0 15,0 4 16-15,-1 4 0 0,-1 4 176 0,-2-1 48 0,1 1 0 16,1 1 0-16,0-1-256 0,-1 0-48 0,1 0-16 16,2-2 0-16,0-6-176 0,2 0-224 0,-1-1 48 15,2-2 16 1,0-2-2016-16,1-2-416 0,0-3-80 0,2-4-11472 0,-1-1-2304 0</inkml:trace>
  <inkml:trace contextRef="#ctx0" brushRef="#br0" timeOffset="1180.05">2130 896 9215 0,'-4'-40'816'0,"4"25"-656"0,0 1-160 0,0 2 0 0,0 3 4928 0,2 3 944 16,-2 6 192-16,0 0 32 0,0 0-1808 0,0 0-384 15,-2 6-64-15,1 3 0 0,-2 3-1568 0,2 4-304 16,1 1-64-16,-1 4-16 0,1 1-1168 0,0 4-224 16,-1-1-48-16,2 2-16 0,1 2-304 0,1-1-128 15,0 4 128-15,2-1-128 16,1-4-384-16,1 2-176 0,-1-2-16 0,1-1-16 15,-2-1-1136-15,0 0-240 0,1 1-32 0,-1-2-16 16,0-5-1472-16,-2-1-288 0,-2 1-64 16</inkml:trace>
  <inkml:trace contextRef="#ctx0" brushRef="#br0" timeOffset="2354.44">2027 1371 27759 0,'-6'-22'1216'0,"2"15"272"0,1 2-1184 16,-1 1-304-16,3-8 0 0,0 2 0 0,2-2 2208 0,0-1 384 15,3 0 80-15,1 0 16 0,2-3-624 0,1 3-112 16,2-1-32-16,1-3 0 0,0 0-864 0,4 1-176 0,0-2-48 0,2 3 0 16,0 0-256-16,-1 2-48 0,0 1-16 0,-1 2 0 15,0 1 48-15,-1 2 0 0,0 1 0 0,1 5 0 16,-4 1-16-16,4 3 0 0,-1 3 0 0,-1 3 0 16,-1 2-128-16,-1 4-32 0,0 0 0 0,-1 4 0 15,-2 2 0-15,0 1 0 0,0 0 0 16,-2-1 0-16,-2-2-192 0,0 0-32 0,0-2-16 0,0-1 0 15,-1-2-144-15,-1-1 128 0,1 0-128 0,-3-2 128 16,0-2-128-16,0-1 0 0,0-8 144 0,0 0-144 16,0 0 0-16,0 0 0 0,0 0 0 0,0 0 128 15,0 0-128-15,0 0 0 0,0 0 0 0,0 0 0 0,-5-1 0 0,5 1 0 16,0 0 0-16,-4-5-128 0,1-3 128 0,2 0 0 16,-1 0-144-16,4 0 144 15,-1-2 0-15,2 0-144 0,-1-2 144 0,3 1 0 16,1 2-144-16,0 1 144 0,1-2 0 0,1 1-144 0,-1 0 144 0,3 0 0 15,0 0-144-15,2-1 144 0,-1 4-272 0,2-3 16 16,3 1 0-16,0 1 0 16,-1 1-144-16,1-3-32 0,-2 2 0 0,1 2 0 15,-1 0-64-15,3 1-16 16,-1-3 0-16,-1 4 0 0,-3 0 112 0,0-2 16 0,-1 3 0 0,-1 0 0 0,-3 0 240 0,1 4 144 16,-3 0-160-16,-1 1 160 15,0 2 0-15,-2 2 0 0,-4 2 0 0,2 3 160 0,-2 2 80 0,-2 0 16 16,-1 5 0-16,-1-1 0 0,-1-1-80 0,-1 1-16 0,0-4 0 15,1 2 0-15,2-2-160 0,0-1 0 16,2-1 0-16,2-1 0 0,0-5 0 0,1-6-304 16,0 0 48-16,5 7 16 15,0-4-208-15,3 0-64 0,1-3 0 0,2-3 0 16,-2-2 16-16,1-1 0 0,1-2 0 0,0-1 0 0,0-2 240 0,0-2 32 0,1-1 16 0,0-2 0 16,0 2 80-16,-2-4 128 0,2 1-208 15,0-1 80-15,-1-2 128 0,0 2 0 0,-2-1 0 0,-1 1-128 16,1-1 128-16,0 0 0 0,0 4 0 0,-1 2 0 15,0 1 0-15,-2 5 0 0,-6 7 0 0,0 0 0 0,0 0 304 16,0 0-16-16,7 7 0 0,-1 5 0 16,-1 2 288-16,-1 2 48 0,-2 3 16 0,0 5 0 15,2 2-128-15,-1 2-32 0,-1 4 0 0,0 0 0 0,0 1-96 0,2 3 0 16,-1 1-16-16,1 1 0 0,0 3-208 16,1 3-32-16,0-1-128 0,0 0 192 0,-1-3-192 0,0-1 0 15,0-1 128-15,0-3-128 16,-3-2 0-16,2-2 0 0,-1-4 0 0,0-2 0 15,-2-8 0-15,-2-1 0 0,1-3 0 0,0-3 0 0,-2-1 0 0,1-1 0 16,-1-1 0-16,3-7-160 0,0 0 160 0,-7 0-208 16,1-3 80-16,1 0 128 0,5 3-256 0,-5-6 80 15,-1-3 16-15,1-4 0 0,0-5-80 0,0-3-16 16,-1-4 0-16,3-2 0 16,-1-1-192-16,1-3-32 0,0-3-16 0,2-1 0 0,1-2 160 0,1-1 16 15,2-1 16-15,1 2 0 0,1-3 304 0,2 4-128 16,-2 2 128-16,3 0 0 0,1 2 0 0,1-2 0 15,1 2 0-15,0 5 0 0,1-3 240 0,1 4-48 0,2 2-16 0,0 2 0 16,1 1 0-16,-2 3 0 0,2 2 0 16,-2 3 0-16,0 2-176 0,0 0 160 0,0 7-160 15,-2 0 160-15,-1 4-160 0,0 4 192 0,-2 3-192 0,0 2 192 16,-2 1-48-16,-4 3 0 0,3 3 0 0,-5 4 0 16,-1 3 64-16,0 2 16 15,-3 1 0-15,1-1 0 0,-1-3-32 0,1-1 0 0,-2-3 0 0,1-1 0 16,0 0-192-16,1-3 0 0,-1-2 0 15,2-3 0-15,0-1-256 0,1-8-128 16,0 0-48-16,0 0 0 0,0 0-464 16,0 0-112-16,0 0-16 0,0 0 0 0,5-12-80 15,1 1-32-15,2-3 0 0,0-1 0 0,0 0 352 16,1-3 64-16,0 0 16 16,0-2 0-16,0 0 384 0,0-1 96 0,1 0 16 0,0 0 0 0,2 1 416 15,-3 2 96-15,0 1 16 0,-1 3 0 0,0 1 640 0,-1 4 144 0,0 2 32 0,-7 7 0 0,9 0 64 0,-2 5 16 16,-3 2 0-16,1 3 0 0,1 3-192 15,-1 0-16-15,-1 4-16 0,-1 0 0 0,-3 4-560 16,3 0-112-16,-2 0-32 0,1 1 0 0,1-1-288 0,1-3 160 16,-1-2-160-16,1-1 128 15,-2-1-592-15,2-3-128 0,0 1-32 0,1-4 0 16,-5-8-2000-16,0 0-416 0,11 0-80 16,-2-1-10336-16,0-6-2080 0</inkml:trace>
  <inkml:trace contextRef="#ctx0" brushRef="#br0" timeOffset="2505.48">3508 1040 5519 0,'0'-11'496'0,"-1"-1"-496"16,0 1 0-16,-1 0 0 0,1 1 5392 0,0 3 992 0,1 7 192 16,0 0 32-16,0 0-3472 0,0 0-704 15,0 0-144-15,0 0-32 0,0 0-1360 0,0 0-288 0,0 0-48 0,8 7-16 32,2-1-2288-32,2 1-464 0,1-2-96 0,1 0-7984 15,3-2-1600-15</inkml:trace>
  <inkml:trace contextRef="#ctx0" brushRef="#br0" timeOffset="2682.63">3782 976 27759 0,'0'0'1216'0,"0"0"272"0,0 0-1184 0,4-4-304 16,-4 4 0-16,4-8 0 0,0 2 2960 0,-4 6 544 0,0 0 96 0,0 0 32 16,0 0-1120-16,0 0-208 0,0 0-64 0,-4 7 0 15,-3 6-624-15,0 2-128 0,-4 7-16 0,-1 3-16 16,-1 1-640-16,2 2-128 0,-1-2-32 0,1 3 0 0,2 0-208 16,3-2-64-16,1-2 0 0,2-2 0 0,2-4-256 15,3-1-128-15,2-4 0 0,3-1 128 0,1-2-128 16,2-2 0-16,2-1 0 0,2-2 0 0,2-1-192 15,2-2 48-15,3-3 0 0,2-1 0 16,9-4-944-16,1-2-176 0,3 1-32 0,0-8-22912 0</inkml:trace>
  <inkml:trace contextRef="#ctx0" brushRef="#br0" timeOffset="3133.88">4816 888 13823 0,'-10'-13'1216'0,"4"8"-960"0,-2 0-256 0,2 0 0 15,1-2 6336-15,-2 3 1232 0,1 2 240 0,-3-1 64 16,-1 0-4864-16,-1 2-976 0,-1 2-192 0,-2 3-48 0,-1 3-256 0,0 5-48 15,-4 3-16-15,2 5 0 0,-2-2-704 0,-1 7-160 16,-1 5-32-16,2 1 0 0,-2 3-368 0,4 1-80 16,4-1 0-16,1-1-128 0,2-2 0 0,3-2 0 15,3-2 0-15,3-5 0 0,0-4-144 0,2-1-96 16,2 0-16-16,3-2 0 31,5-4-1248-31,0-3-256 0,5-2-48 0,2-5-16 0,3-2-1568 0,1-5-320 0,3-2-64 0,3-3-8432 16,2-2-1680-16</inkml:trace>
  <inkml:trace contextRef="#ctx0" brushRef="#br0" timeOffset="3917.32">4908 1079 3679 0,'3'-11'320'16,"0"-2"-320"-16,1 0 0 0,-3 2 0 0,-1 1 5632 0,0 0 1072 15,0 3 208-15,0 7 32 0,0 0-2912 0,0 0-592 16,0 0-112-16,0 0-32 0,-7 4-816 0,1 4-176 16,1 1-16-16,-1 3-16 0,1 2-1152 0,0 1-224 0,0-1-64 0,0 3 0 15,1 1-400-15,0 1-96 0,0-1-16 0,1 0 0 16,2 0-320-16,0-1 144 0,-1 1-144 0,2-4 0 15,0-3 0-15,2 1 0 0,-1-4 0 0,0 1 0 16,2-1 0-16,1-2-256 0,-4-6 80 0,0 0 16 16,0 0-224-16,0 0-32 0,8 2-16 0,-1-2 0 15,-7 0-80-15,8-3-32 0,0-4 0 0,0 0 0 16,-2-1 96 0,1-3 32-16,-1 1 0 0,1-2 0 0,-1 0 112 0,1-3 32 0,0 0 0 0,0 0 0 15,1-2 128-15,-1 0 144 0,-1-1-208 0,1-1 80 16,1 0 128-16,-2 1 0 0,-1-1 0 0,0 4-128 0,-1 0 128 15,2 4 0-15,-1 0 0 0,0 2 128 0,0 1 64 16,-5 8 0-16,0 0 16 0,0 0 0 0,0 0 304 0,0 0 64 16,0 0 16-16,0 0 0 0,8 4 96 0,-1 3 16 15,-5 3 0-15,2 2 0 0,-1 1-192 0,-1-1-16 16,0 2-16-16,-1 2 0 0,2-1-256 0,-1 1-48 16,1 0-16-16,1-2 0 0,0-1-160 0,-2-1 0 15,2-1 0-15,0 0 0 0,0-2 0 0,0-1 0 16,-2-2 0-16,-2-6 0 15,0 0 0-15,0 0 0 0,0 0 0 0,0 0 0 0,0 0 0 0,0 0 0 16,0 0 0-16,0 0 0 0,8-4 0 0,-1-1-144 0,-1-3 144 16,1-1 0-16,-1 1-176 0,1-5 176 15,-1 3-160-15,2-6 160 0,1-1-176 0,0 0 176 0,4-3-192 0,1-1 192 16,-1 1-192-16,0 3 192 0,0 2-192 16,-2 0 192-16,1 1 0 0,-3 3-128 15,0 4 128-15,-1 3 0 0,1 4 0 0,-3 2 0 16,-3 5 0-16,1 3 0 0,-2 3 240 0,-1 4 48 0,-1 5 16 0,0 2 0 15,1 1 32-15,-1-1 16 16,-1 1 0-16,1 0 0 0,1-5-144 0,1-1-16 0,-1-3-16 0,3-2 0 16,-4-1-176-16,2-1 0 0,1-3 0 0,0-3 0 15,-3-6 0-15,0 0 0 0,6 3 0 0,-6-3 0 16,7 1 0-16,-1-1 0 0,2-2 0 0,0-2 0 16,-2-4-208-16,2-2 80 0,0-2 128 15,0-1-208-15,-2-2 32 0,1 0 16 0,-1-3 0 0,1 2 0 16,1-4-16-16,0-3 0 0,-1-1 0 0,2 0 0 0,1 2 48 0,0 1 0 15,-3 1 0-15,0 3 0 0,1 2 128 0,-1 3 0 16,-2 4 0-16,0 5-128 0,-5 3 128 0,0 0-128 16,3 8 128-16,-2 4-128 0,-1 2 128 15,0 3 192-15,0 3-32 0,0-1-16 0,0 1-16 16,0 1-128-16,1 1 192 0,2-4-64 0,0 0-128 0,0-2 0 16,1 0 0-16,2-2 0 0,-1-2 0 0,0-2 0 15,0 2 0-15,0-4-176 16,1 0-544-16,-1-2-112 0,-5-6-32 0,8 4 0 15,-8-4-1120-15,11-1-240 0,1-3-32 0,0-1-11344 16,0-3-2272-16</inkml:trace>
  <inkml:trace contextRef="#ctx0" brushRef="#br0" timeOffset="4176.57">5880 916 10127 0,'0'0'448'0,"-4"6"96"0,-3 5-544 0,0 2 0 0,0 1 0 0,0 4 0 16,4 3 7984-16,-1 4 1488 0,0 2 288 15,0 5 64-15,-1 0-6624 0,2 3-1344 16,0 2-256-16,2-1-48 0,0 1-640 0,-1-1-128 0,4-2-16 0,-1 3-16 16,-1-1-448-16,1 0-96 0,1-3-16 0,0 0 0 15,1-3-192-15,0-3 0 16,0-3 0-16,-1-2 0 0,-1-4-160 0,-1 1-80 0,0-6-16 0,0-2 0 16,1-3-240-1,-1-8-48-15,0 0-16 0,0 0 0 0,0 0-832 0,0 0-160 0,0 0-48 0,0 0 0 16,-1-8-240-16,0-2-48 0,-1-3-16 15,0-3 0-15,-1-3-960 0,-1-2-192 0,-2-3-32 16,2-3-11120-16</inkml:trace>
  <inkml:trace contextRef="#ctx0" brushRef="#br0" timeOffset="4351.33">5828 1175 9215 0,'4'-14'816'0,"1"-2"-656"15,0 2-160-15,1-4 0 0,2-1 4304 0,1 2 832 16,1-1 176-16,0 6 16 0,0 2-2128 0,1 2-448 16,-1 2-64-16,1 0-32 0,-1 4-704 0,-1-1-144 15,0 2-16-15,1 2-16 0,-1 2-736 0,0 3-144 16,-1 1-16-16,-1 2-16 0,1 1-288 0,-1 4-48 15,-5 2-16-15,2 4 0 0,-2 2 0 0,-2 3 0 16,-2 1 0-16,0 1 0 0,-1-1-288 0,0 1-64 16,0-4-16-16,-1 0 0 0,-2-2-336 0,2 2-64 15,2-5 0-15,-1 0-16 16,2-6-1840-16,0-1-384 0,2-4-64 0,-1 1-17408 0</inkml:trace>
  <inkml:trace contextRef="#ctx0" brushRef="#br0" timeOffset="4941.43">6120 1067 37199 0,'0'0'1648'0,"0"0"336"0,0 0-1584 0,0 0-400 0,2 7 0 0,1 2 0 15,-2 2 1984-15,2 5 304 0,-2 1 64 0,2 3 16 16,-2 0-544-16,-1 0-96 0,1 3-32 0,1-3 0 16,-2 1-688-16,2-2-144 0,1-2-32 0,-2-1 0 15,2-3-368-15,-2-1-80 0,2 0 0 0,-1-6-16 16,2 2-192-16,-4-8-48 0,4 6 0 0,-4-6 0 0,0 0 0 0,0 0 0 15,0 0 0-15,0 0 0 0,0 0-128 0,0 0 0 16,0 0 0-16,10-7 0 0,-2-3 0 0,1 0-176 16,-2-2 48-16,1 1 0 0,0-3 128 0,-1 1 0 15,4-2 0-15,-1-3 0 0,3-3 0 0,2-1 0 16,-1-2 0-16,2 1 0 0,-1-2-240 16,1 1-16-16,-2 2 0 0,-1 3 0 15,2 0-112-15,-4 5-16 0,1 2-16 0,1 3 0 16,-2 4-800-16,-2 2-144 0,1-1-48 0,-1 4 0 15,2 2-1616-15,-2 3-336 0,0 3-64 16,-3 2-16-16,1 2-1648 0,-3 1-336 16,-3 4-64-16,2 1-16 0,-3 6 2352 0,1 0 448 0,0-7 112 15,-2 3 16-15,0-3 4448 0,0 0 896 0,-2-2 176 0,2 0 48 0,1-2 640 0,1-1 128 16,0-3 16-16,2-3 16 0,-3-6-1712 0,0 0-352 16,6 3-64-16,1-1-16 0,2 0-496 0,0-4-96 15,0 0-32-15,4-5 0 0,-1-1-240 0,1-2-48 16,0 1-16-16,0-5 0 0,-1 1-240 0,0-2-48 15,-2-2-16-15,0-1 0 0,-2-2-80 0,1 1-16 16,-1-6 0-16,0 3 0 0,0-3-80 0,-2 4-32 16,0 4 0-16,-1 4 0 0,-3 0-16 0,-2 6 0 15,0 7 0-15,0 0 0 0,0 0 576 0,-6 7 112 16,-3 4 32-16,-2 4 0 0,1 5-240 0,1 1-48 0,0 2-16 0,0 1 0 16,-2 1-416-16,3-1-80 15,2 0 0-15,3-2-128 0,3-3 0 0,1 0 0 0,1-4 0 0,2 0 0 31,1-2-1024-31,1-2-176 0,1-1-16 0,2-3-16 16,3-3-896-16,1 0-176 0,2-4-48 0,5-1 0 0,2-6-1232 16,3 0-256-16,1-3-64 0</inkml:trace>
  <inkml:trace contextRef="#ctx0" brushRef="#br0" timeOffset="5253.73">7100 993 17503 0,'4'-12'1552'0,"-1"-1"-1232"0,0-1-320 0,-1 2 0 0,-1-1 4496 0,-1 4 848 15,-3 2 160-15,3 7 48 0,-5-5-1936 0,5 5-384 16,-9 0-80-16,-1 3-16 0,2 0-1280 0,0 3-272 15,-1 3-48-15,-1-1-16 0,-2 1-816 0,-1 1-176 16,0 2-16-16,0 1-16 0,0 0-240 0,3 1-32 16,1-1-16-16,2 0 0 0,-3 4-208 0,1-1 0 15,4-4 128-15,2-1-128 0,3 0 0 0,0-1 0 16,3-1 0-16,1-1 0 0,1 1-192 0,3-2 192 16,0-3-192-16,0 1 192 0,1 0-176 0,1 1 176 15,2-3-160-15,0 1 160 0,-1-1 0 0,0 0 0 16,1 0-128-16,1 0 128 0,2 1 0 0,0 0 0 15,-2-2 0-15,-2 2 0 0,1 0 0 0,-1 0 0 0,-2 1 0 0,-2-1 0 16,-1 2 0-16,-2 0 0 16,-2 2 0-16,-2 1 0 0,-2 1 0 0,-2 0 0 0,-3 3 0 0,-2 1 0 15,-3-4 0-15,1 1 0 0,-1-2 0 16,-1 1-144-16,1 2-64 0,0 0-16 16,5-3 0-16,-3-3 0 15,0-2-1728-15,-2 0-352 0,1-1-64 0,1 0-12528 0,1-1-2512 0</inkml:trace>
  <inkml:trace contextRef="#ctx0" brushRef="#br0" timeOffset="5616.8">7421 911 23039 0,'0'-15'2048'0,"0"15"-1648"0,5-8-400 0,-1 1 0 16,-3-1 4576-16,2 1 832 0,-3 7 160 0,0 0 48 0,2-6-2832 0,-2 6-560 15,-4-4-112-15,1-1-32 0,-3 3-752 0,-1 2-160 16,-1 2-16-16,-1 0-16 0,-2 2-640 0,2 1-128 15,0 2-32-15,0 1 0 0,0 0-336 0,0 1 128 16,1 2-128-16,1-2 0 0,1 2 0 0,-1-1 0 16,3-1 0-16,2 1 0 0,0-1 0 0,1 0-128 15,2 1 128-15,1-1-128 0,0 1 128 0,2-3-128 16,3 1 128-16,0-1-128 0,3-1-80 0,-1-1-16 16,2 1 0-16,3-2 0 0,-1-1 48 0,1 1 16 15,2 0 0-15,0 0 0 0,1 3 160 16,-1-2 0-16,-4-1 0 0,1 1-128 0,-3 0 128 0,1 2 0 15,-2-1 0-15,0 2 0 0,-3 1 0 0,0 0 0 0,-2 2 0 16,-2-1 0-16,-2 2 208 0,-1 0-16 16,-3 1-16-16,-1 0 0 0,0 0 48 0,-3 0 16 0,-1-1 0 0,-2-1 0 15,-1 0-240-15,1-2 0 16,-2-1 0-16,-3 1 0 16,2 0-576-16,-2-3-176 0,3 0-16 0,0-2-16 15,-1 0-1728-15,1-3-352 0,1-2-64 0</inkml:trace>
  <inkml:trace contextRef="#ctx0" brushRef="#br0" timeOffset="5834.17">7706 892 15663 0,'0'0'1392'0,"0"0"-1120"0,2 7-272 0,1 1 0 0,3 1 6256 0,-2 1 1184 16,0 3 240-16,-1 2 64 0,-1 3-4592 0,0-1-912 15,0 4-176-15,-1 6-32 0,-1 0-944 0,1-2-176 16,1 0-32-16,-2 0-16 0,0-6-512 0,0 1-96 15,0-2-32-15,0 0 0 0,1-1-224 0,0-1 0 16,0-3 0-16,1-1 0 16,-2 1-480-16,1-2-192 0,-1-1-32 0,0-10-16 15,0 0-2352-15,0 0-480 0,7-3-96 0</inkml:trace>
  <inkml:trace contextRef="#ctx0" brushRef="#br0" timeOffset="6519.5">7859 817 23951 0,'0'0'2128'0,"0"0"-1696"0,0 0-432 0,0 0 0 16,0 0 3408-16,0 0 608 0,0 0 112 0,0 0 32 16,0 0-2528-16,5 6-496 15,2 1-112-15,2 1 0 0,0-1-704 0,4 1-128 16,2 1-16-16,1-2-16 0,1-1-320 0,0 1-64 16,-3-2-16-16,3 0 0 0,2 2 80 0,-2-1 16 15,-2-2 0-15,-1 3 0 0,0-2 144 0,-1-1-128 0,-3 0 128 0,2 2-128 16,-2-3 480-16,-1 1 96 0,-1 0 32 0,-8-4 0 15,0 0 528-15,0 0 96 0,5 5 32 0,-5-5 0 16,2 9-128-16,-4 3-32 0,1 1 0 0,-4 0 0 16,-2 0-224-16,1 1-48 0,-2 3-16 0,-1 0 0 15,0 3-240-15,0-2-32 0,-1 2-16 0,3-2 0 16,-1 0-192-16,3-1-32 0,2 0-16 0,-1 0 0 16,1-4-160-16,2-3 0 0,1 1 0 0,0-1 0 0,0-1 0 0,1-1 0 15,1-3 0-15,0 1 0 0,2-1-160 0,1-1 160 16,-5-4 0-16,8 1-144 0,0-2 144 0,1-1 0 15,0 0-144-15,2-2 144 0,-1-3-128 0,1-2 128 16,2-1-160-16,0-2 160 0,2-6-192 0,1 1 192 16,-2-7-208-16,3 1 80 0,0-2 128 0,3 0-192 15,1 1 192-15,-2-1-192 0,1 0 192 0,-2 4 0 16,-2 3 0-16,-1 5-128 0,0 4 128 16,-2 1 0-16,-2 5 0 0,-3 3 128 0,-8 0 304 0,3 8 64 15,-2 1 16-15,0 6 0 0,-1 3 0 0,0 3 0 0,-1 2 0 16,-3 2 0-16,0-3-208 0,0 2-48 15,-1-2 0-15,3 0 0 0,0-1-96 0,1-2-32 16,0 0 0-16,-2-1 0 0,3-5-128 0,-1-1 0 16,0-1 0-16,-1-3 0 0,2 0 0 0,2-1 0 0,-2-7 0 0,0 0 112 15,0 0-112-15,0 0 0 0,0 0 0 0,0 0 0 16,0 0 0-16,6-6 0 0,1 0 0 16,0-3 0-16,1 0 0 0,0-3-240 15,1-2 80-15,3-2 16 0,4-1 16 0,0-1 0 0,4-3 0 0,1-3 0 16,-4 5 128-16,1-3 0 0,2-2 128 0,3-1-128 0,1-1 0 15,-2 3 0-15,-1 1 0 0,-1 3 0 16,0 4-160-16,-4 4-96 0,-2 2-32 0,2 5 0 16,-3 2 288-16,-3 4 144 0,-2 5-16 0,-2 3 0 0,0 5 96 0,-2 3 16 15,-3 0 0-15,1 4 0 0,0 2-240 16,-1 2 176-16,-1 0-176 0,3 0 160 0,-1 0-160 0,1-1 0 16,0-6 0-16,-1 1 0 15,2-3-448-15,3 0-128 0,2-2-32 0,2-1 0 16,4-4-2592-16,-1-2-512 15</inkml:trace>
  <inkml:trace contextRef="#ctx0" brushRef="#br0" timeOffset="7189.64">9485 908 50511 0,'-12'9'2240'0,"12"-9"448"0,0 0-2144 0,0 0-544 16,13 4 0-16,-7-1 0 0,-6-3 1216 0,0 0 128 16,-5 2 16-16,0 1 16 0,0-1-576 0,5-2-112 15,-5 2-32-15,-2 0 0 0,0-2-464 0,7 0-192 0,-5 2 176 0,5-2-176 16,-6 0-208-16,6 0-144 0,-5 1-32 0,5-1 0 31,0 0-1472-31,0 0-320 0,0 0-48 0,6-3-20752 0</inkml:trace>
  <inkml:trace contextRef="#ctx0" brushRef="#br0" timeOffset="7403.29">9470 1135 18431 0,'-19'10'816'0,"11"-5"160"0,-1 1-784 0,0-1-192 0,2 1 0 0,2-2 0 0,1 0 8256 0,0 1 1600 0,-1-1 320 0,0 2 64 16,1-3-7616-16,4-3-1536 0,-6 6-288 0,6-6-64 0,-3 5-480 0,3-5-80 15,0 0-32-15,0 0 0 0,0 0-432 0,0 0-96 16,0 0 0-16,0 0-16 15,0 0-2096-15,10-3-432 0,3-1-80 0</inkml:trace>
  <inkml:trace contextRef="#ctx0" brushRef="#br0" timeOffset="24693.18">11075 1101 2751 0,'0'0'256'0,"4"-11"-256"0,0 1 0 0,0-2 0 16,0-2 6192-16,0 0 1184 0,-2-1 240 0,0 1 64 15,-1 0-4672-15,0-1-944 0,-1 2-176 0,-1 0-32 0,0 1-384 0,-3 3-80 16,-3 0-16-16,1 3 0 0,-2-1-480 0,0 3-80 16,-1 4-32-16,-3 4 0 0,-2 3-160 0,-2 4-48 15,-1 6 0-15,-2 4 0 0,-1 3-320 0,-6 8-64 16,1 2 0-16,3 1-16 0,1-5-176 0,3 2 0 15,4-4 0-15,2-2 128 16,4-5-128-16,3-2 0 0,2-4 0 0,2-2 0 0,1-1-128 0,3-6-64 16,-3-6-16-16,9 3 0 15,1 1-304-15,2-4-64 0,2-4-16 0,2-1 0 16,1-3 144-16,0-2 16 0,0-3 16 0,0-2 0 0,1-2 32 16,0 0 0-16,-1-2 0 0,0-1 0 0,-1 1 208 0,-1 0 176 15,-3 0-208-15,0-1 80 0,-2-1 128 0,-2 2 0 16,-1 2 0-16,-2 1 0 0,0 3 0 0,-1 3 128 15,-3 2-128-15,-1 8 128 0,0 0 224 0,0 0 48 16,0 0 16-16,-1 12 0 0,-2 3 112 0,1 5 32 0,-2 3 0 0,0 2 0 16,0 1-240-16,1 4-64 15,2 2 0-15,1 1 0 0,1 1-80 0,2 2-32 0,1-1 0 0,0 4 0 16,1 4-144-16,-1 2 0 0,0 0 0 16,-2 3 0-16,0-1 0 0,-1 1 0 0,0-1 0 0,-2-3 0 15,0-3 0-15,-2-3 0 0,-2-3 0 16,-2-2 0-16,1-4-208 0,-2 0 16 0,-2-4 16 0,-2-2 0 15,-1-2 176-15,0-2 0 0,0-4 0 0,0-2 0 16,0-2 0-16,0-4 144 0,0-1-16 0,0-4-128 16,-1-2 176-16,1-2-176 0,2-4 160 0,0-3-160 15,1-4 0-15,1-5-240 0,4-3 32 0,1-4 0 16,2-2-208-16,5-6-32 16,2-4-16-16,6-6 0 0,2-7 112 0,4-3 32 0,-1-9 0 0,7 1 0 0,1-3 64 15,3 0 32-15,0 0 0 0,3 2 0 16,2-2 224-16,1 3-144 0,-2 6 144 0,-1 5-128 0,0 5 128 0,-4 6 0 15,-2 7 0-15,-3 6 0 0,-2 4 0 0,-2 5 0 16,-2 5 128-16,-4 6-128 0,-2 2 224 0,2 4-32 16,-2 3 0-16,-1 4 0 0,-2 4 256 0,0 5 32 15,0 4 16-15,1 0 0 0,-2 3 16 0,-1 1 16 16,0-1 0-16,1 1 0 0,0-1-336 0,0-1-64 16,0-1 0-16,-1-2-128 0,0-3 176 0,0-1-176 15,0-2 160-15,0-1-160 0,-1-2 0 0,-1 0 0 16,-2-10-176-16,0 0 176 0,0 0-320 0,0 0 64 15,0 0 16-15,0 0 0 16,0 0-336-16,0 0-80 0,0 0-16 0,0 0 0 16,0 0-1056-16,0 0-224 0,-4-6-32 0,0-4-15424 0</inkml:trace>
  <inkml:trace contextRef="#ctx0" brushRef="#br0" timeOffset="25061.92">11559 798 44063 0,'0'0'1952'0,"0"0"400"0,0 0-1888 0,0 0-464 0,0 0 0 0,0 0 0 16,0 0 672-16,0 0 32 0,0 0 16 0,0 0 0 15,0 0 176-15,0 0 48 0,8 6 0 0,-1-1 0 0,1 0-624 0,0 4-128 16,0 3-32-16,0 2 0 0,0 1 48 0,-2 4 16 16,1 3 0-16,-2 2 0 0,0-1-48 0,0 3-16 15,-1 0 0-15,-1-1 0 0,-1-3-160 0,1 2 160 16,1-3-160-16,0-2 160 0,0-2-160 15,1-1 128-15,-3-2-128 0,1-2 128 16,1-3-128-16,0-2 192 0,-4-7-192 0,0 0 192 0,0 0-192 0,0 0 192 16,8 1-192-16,-8-1 192 0,5-1-32 15,0-3 0-15,-1-2 0 0,3 0 0 0,-2-4-16 16,0-2 0-16,0-1 0 0,2-2 0 0,-1-3-144 0,1 0 0 16,2-8 144-16,0 1-144 0,0-1 0 0,2 0 0 15,-1 0 0-15,2 2 0 0,0 0-288 0,-2 3-32 16,0 4 0-16,-1 2 0 15,1 4-1568-15,-3 3-320 0,1 4-64 0,0 4-16 16,3 3-1664-16,-4 3-336 0,-1 6-64 0,0 10-11264 16</inkml:trace>
  <inkml:trace contextRef="#ctx0" brushRef="#br0" timeOffset="25281.92">11920 1164 27647 0,'0'0'1216'0,"2"10"256"0,0-1-1168 0,0 0-304 0,2-2 0 0,-4-7 0 0,7 5 2016 0,-7-5 352 15,0 0 64-15,10 0 0 0,1-4-736 0,-1 0-160 16,-1-2-16-16,2-2-16 0,-3-4-512 0,1 0-96 15,1-1-32-15,-1-1 0 0,0-3-384 0,2-3-80 0,-1-2-16 0,-1-1 0 16,0-1-80-16,1 1-32 16,-3 1 0-16,0 2 0 0,-2 2-16 0,-4 5-16 0,1 0 0 0,-4 6 0 15,2 7 224-15,-6 2 48 0,-3 1 16 0,-2 8 0 16,1 6-16-16,-2 2 0 0,-1 6 0 0,0 1 0 0,-1 2-512 0,1 2 0 16,4-2 0-16,1 1 0 0,3-2 0 15,2-1 0-15,0-2 0 16,3-2-144-16,3-1-1808 0,2-5-352 15,2-2-80-15,2-1-16 0,3-3-2064 0,1 0-400 0</inkml:trace>
  <inkml:trace contextRef="#ctx0" brushRef="#br0" timeOffset="25615.43">12298 1031 14735 0,'-7'-16'1312'0,"7"16"-1056"0,-1-7-256 0,1 7 0 0,-1-6 4176 0,1 6 784 15,0 0 160-15,0 0 16 0,-3 6-1888 0,2 3-384 16,-2 5-80-16,2 1-16 0,1 5-1040 0,0-1-192 15,-1 2-64-15,-1 1 0 0,2 0-608 0,0-1-128 16,2-1-32-16,-1-1 0 0,-1-3-288 0,1 0-64 16,1-3-16-16,-1-2 0 0,0-3-176 0,-1-8-32 15,0 0-128-15,0 0 192 0,4 7-192 0,-4-7 176 16,0 0-176-16,0 0 160 0,0 0-160 0,0 0 0 16,8-3 0-16,0-2 0 0,0-2 0 0,1-2 0 15,0-4 0-15,1-2 0 0,3-4 0 0,3-3 0 16,-2-2 0-16,3-3 0 0,2-5 0 0,1-2 0 0,3-3-160 0,-3 4 160 15,-1 1-128-15,-1 6 128 0,-2 7 0 16,-1 3-144-16,-3 2 144 0,-3 5 0 0,-1 3 0 0,-8 6 0 16,0 0 0-16,5 11 0 0,0 4 0 15,-2 4 0-15,-3 5 256 0,-1 1-32 0,1 1 0 0,0-1 0 16,0 0-224-16,1-2 0 0,0 1 0 16,2-2 0-16,2-1-3408 0,3-2-784 15</inkml:trace>
  <inkml:trace contextRef="#ctx0" brushRef="#br0" timeOffset="25977.97">13658 757 20271 0,'0'0'896'0,"0"0"192"0,-2-7-880 0,2 3-208 16,0 4 0-16,0 0 0 0,0 0 4608 0,0 0 896 0,0 0 160 15,0 0 32-15,0 0-3168 0,0 0-640 0,6 11-128 0,-4 3-32 16,1 4-528-16,-2 6-112 0,0 2-32 0,-1 5 0 15,0 6-480-15,-1 2-80 0,-1 3-32 0,-1-1 0 16,0 1-256-16,1-2-48 0,-1-1-16 16,1-3 0-16,-1-5-144 0,0-5 0 0,1-3 0 0,0 1 0 31,-2-6-1120-31,3 0-208 0,0-4-32 0,1 0-16 0,-1-4-2144 16,-1-1-448-16,2-9-64 0</inkml:trace>
  <inkml:trace contextRef="#ctx0" brushRef="#br0" timeOffset="26245.11">13569 753 28559 0,'0'0'2544'0,"0"0"-2032"0,0 0-512 0,3-7 0 0,-1 1 2864 0,4-1 464 16,0 1 112-16,3-1 16 0,2 1-1712 0,0 2-336 16,4-3-64-16,2 1 0 0,2-1-640 0,5 2-128 15,2 0-32-15,0 0 0 0,0-2-288 0,1 2-48 16,2-2-16-16,-2 2 0 0,1 1-192 0,-1 3 0 15,-3 0 0-15,-4-1 0 0,-1 1 128 0,-4 1-128 16,0 1 0-16,-5 2 0 0,-2 1 128 0,-3 1-128 16,-2 2 0-16,-3 2 0 0,0 1 160 0,-6 2-160 15,-4 5 160-15,-3-3-160 0,-3 3 0 0,-3 3 0 16,-3 2-176-16,-2-1 176 16,-1 1-544-16,1-1 16 0,-1 2 0 0,1 1 0 15,2-1-2784-15,1 2-544 0</inkml:trace>
  <inkml:trace contextRef="#ctx0" brushRef="#br0" timeOffset="26428.02">14036 1156 44511 0,'0'0'1984'0,"-1"11"384"0,1 2-1888 0,-2 3-480 0,2 2 0 16,-1 3 0-16,0 1 1168 0,-5 1 144 0,1-1 32 0,0 2 0 15,0-3-256-15,1 1-64 0,0 1 0 0,0-1 0 16,1-1-768-16,2 0-256 0,2-2 128 0,3-1-128 31,2-2-2864-31,1-2-624 0</inkml:trace>
  <inkml:trace contextRef="#ctx0" brushRef="#br0" timeOffset="42966.22">14634 1144 5519 0,'0'0'496'0,"0"0"-496"0,0 0 0 0,0 0 0 0,0 0 1328 0,0 0 160 16,0 0 48-16,0 0 0 15</inkml:trace>
  <inkml:trace contextRef="#ctx0" brushRef="#br0" timeOffset="46889.11">15128 823 26719 0,'-1'-6'2368'0,"0"-1"-1888"15,1-1-480-15,0 2 0 0,0-3 3008 0,0 1 512 0,0 1 112 0,-2 3 16 16,0-1-1248-16,-1 1-240 0,-1 2-48 0,-1 0-16 16,-1 2-448-16,-2 3-96 0,-3 0-16 0,-2 3 0 15,-1 1-688-15,-2 4-144 0,-1 4-16 0,-2 4-16 16,-2 6-320-16,-1 0-64 0,0 1-16 15,-1 1 0-15,1 1-80 0,3 0-32 0,-1-2 0 0,2-1 0 16,2-3-160-16,2-1 0 0,3-5 0 0,5-2 128 16,-1-2-128-16,5-2 0 15,-1-2 0-15,3-8 0 0,0 0-224 0,0 0-128 0,0 0-32 0,13-1 0 0,2-4 0 16,-2-1-16-16,2-1 0 0,2-4 0 16,-1-2 96-16,2-1 32 0,-1-3 0 0,1 0 0 15,-1 0 112-15,0 1 32 0,-1-3 0 0,0 2 0 0,0-3 128 16,-1 3 0-16,-2 2 0 0,-1 3-128 0,-2 3 128 0,-1 2 0 15,0 3 0-15,-9 4 0 0,0 0 0 0,0 0 0 16,5 7 0-16,-2 3-128 0,-2 2 128 0,-1 2 0 16,-1 1 160-16,0 2-160 0,-1 0 128 0,2 1-128 15,-1-1 0-15,1-1 0 0,0-2 0 16,0-1-256-16,0 0 16 0,1-3 16 16,2-1-1696-16,1-1-320 15,-4-8-80-15,5 4-16 0,3-1-1696 0,0-4-320 0,0-2-80 0</inkml:trace>
  <inkml:trace contextRef="#ctx0" brushRef="#br0" timeOffset="47581.82">15225 780 19343 0,'0'0'1728'0,"0"0"-1392"15,0 0-336-15,0 0 0 0,0 0 3840 0,0 9 688 0,-3 0 144 0,3 3 16 16,-1 1-1536-16,1 4-304 16,-3 3-64-16,1 2-16 0,-2 1-1168 0,2 1-256 0,1-2-32 0,0 1-16 15,0 0-528-15,-1-3-96 16,1 0-32-16,-2-2 0 0,2-2-448 0,0-3-192 15,1-3 128-15,0 0-128 0,0-10 0 0,0 0 0 0,0 0 0 16,0 0 0-16,0 0 0 0,0 0 0 0,0 0 0 0,0 0 0 16,0 0 0-16,10-6-320 0,-1-2 48 0,0-1 16 15,-1-2 256-15,-1-4-192 0,2 1 192 0,-1-2-160 16,0-1-96-16,1-3-32 0,-2 1 0 0,4-2 0 16,-1-1 32-16,2 1 16 0,-3 2 0 0,2 2 0 15,-1 4 64-15,0 0 16 0,-2 5 0 0,0 1 0 0,-1 5 0 16,-7 2 0-16,0 0 0 0,0 0 0 0,6 5 160 0,-1 4 0 15,1 2 128-15,-4 2-128 0,1 1 176 16,1 2-48-16,0-1 0 0,1 2 0 0,1 1-128 16,3-1 0-16,2 0 0 0,2-1 0 0,1-2 0 15,2-1 0-15,2-2 0 0,2-2 0 0,-1-3 0 16,3-2-176-16,-2-2 176 0,1-2-128 0,-2-2 128 0,1-2 0 16,-2 1-144-16,1-3 144 0,-3-3 0 0,1 1 0 15,0-1 0-15,-2-1 0 0,-4-2 0 0,0 0 0 16,-3 1 0-16,-1-2 0 0,0-2 0 0,-3 1 0 15,-1 0 0-15,-2 2 128 0,-1-4-128 0,-1 3 160 16,-2 1-160-16,0 3 160 0,-2-1 0 0,-1 3 0 16,-4 5 0-16,0 2 0 0,-2 2 32 0,-2 6 16 0,-2 3 0 0,2 3 0 15,-3 4-208-15,-1 4 176 16,-2 2-176-16,-1 3 160 0,2 2-160 0,1-2 128 16,2-2-128-16,3-3 128 0,4 0 0 0,2-2-128 15,5-4 192-15,-1-2-64 0,2-1-128 0,1-3 0 16,2-2 0-16,4-3-176 0,0-2-16 0,2-2 0 0,0-2 0 0,3-2 0 15,1 0 0-15,0-4-16 0,1-1 0 0,0-1 0 16,1 0 0-16,1-5 0 0,-1-2 0 16,4-5 0-16,0-1 48 0,1-3 16 0,-2 2 0 0,0-2 0 15,-4-5 144-15,1 1-160 0,0-1 160 0,2 0-160 16,1 0 160-16,-3 0 0 0,2 0 0 0,0 0 0 0,-2-1 0 16,-2 5 0-16,-2 5 128 0,-1 7-128 0,-2 3 256 0,-7 11-32 15,0 0 0-15,0 0 0 0,2 11 256 0,0 4 48 16,-2 5 16-16,-3 5 0 0,0 5-208 0,0 2-32 15,-1 2-16-15,1-1 0 0,2-2-288 0,1 0 0 16,1 1 0-16,2-2-144 16,1-2-864-16,3-2-160 0,2-2-48 0,6-3-13664 15,7-4-2736-15</inkml:trace>
  <inkml:trace contextRef="#ctx0" brushRef="#br0" timeOffset="47880.8">16960 431 19343 0,'0'0'1728'0,"0"0"-1392"15,0 0-336-15,0 0 0 0,0 0 6304 0,0 0 1184 16,0 0 256-16,3 13 32 0,-3 2-5168 0,-3 8-1040 0,-2 3-208 0,0 6-32 15,-2 9-384-15,1 2-80 0,-4 0-16 0,0 4 0 16,0 0-416-16,2 2-96 0,0 3-16 0,0 0 0 16,2-1-192-16,-1-5-128 0,1-3 160 0,-1-3-160 15,2-3 0-15,-2-6 0 0,2-2 0 0,1-3-160 16,-2-4-272 0,2-1-48-16,0-9-16 0,1-3 0 0,2 0-1296 15,1-9-256-15,0 0-48 0,0 0-16 0,0 0-2240 0,5-9-464 0</inkml:trace>
  <inkml:trace contextRef="#ctx0" brushRef="#br0" timeOffset="48147.15">16798 503 40319 0,'0'0'1792'0,"-2"-6"352"0,-2 1-1712 0,4 5-432 0,0 0 0 0,0 0 0 0,0 0 2016 0,1-6 320 16,3 0 64-16,-4 6 16 0,8-5-1200 0,4 1-256 15,2 0-32-15,2 2-16 0,1-2-512 0,0 1-96 16,3 1-32-16,4 0 0 0,-1 1-144 0,5 0-128 15,-1-1 192-15,0 2-192 0,1 2 128 0,-3 0-128 16,-2 2 0-16,-2 3 0 0,-2-1 0 0,-2 1 128 16,-4 1-128-16,-2 2 0 0,-2 2 208 0,-4 1-64 15,-3 1-16-15,-4 2 0 0,-2 2 0 0,-5 3 0 16,-3 1 0-16,-3 3 0 0,-5 1 0 0,-1-1 0 16,-2-2 0-16,-1-1 0 0,0 0-128 0,-1-1-192 0,0-1 32 15,2-2 16 1,1-1-1280-16,2 1-256 0,0-1-48 0,2 0-16 15,3-1-2432-15,-1-2-496 0</inkml:trace>
  <inkml:trace contextRef="#ctx0" brushRef="#br0" timeOffset="48448.65">17050 1051 11055 0,'9'-2'976'16,"0"0"-784"-16,2 1-192 0,2 0 0 0,2 0 6176 0,1-1 1184 0,0 0 256 0,-1-2 32 15,1 0-4320-15,-2 0-848 0,1 0-176 0,0 1-48 0,-2-3-784 16,2 2-176-16,-4 1-16 0,1 1-16 0,-1-2-544 0,-1 1-96 15,-2 1-32-15,0 2 0 0,-8 0-112 0,0 0-32 16,0 0 0-16,1 6 0 0,-4 2 80 0,-1 2 16 16,-5 3 0-16,-2 4 0 0,-2 2-224 0,-4 1-64 15,-2 1 0-15,0 3 0 0,-1-1 16 0,1 2 0 16,-2-1 0-16,3-2 0 0,1-1-272 0,4-2-272 16,1-1 48-16,4-2 16 0,1-3 208 15,5-1 0-15,2 0 0 0,2-5 0 0,1 2 0 0,5-1 0 16,1-1 0-16,3-2 0 0,1-1 0 0,2-3 0 15,2-1 0-15,2-1 0 0,2 0-160 0,1-2 16 16,1-2 0-16,5-2 0 16,0-2-320-16,3 0-64 0,-1-3-16 0,6-2 0 15,3-4-2352-15,5-1-480 0</inkml:trace>
  <inkml:trace contextRef="#ctx0" brushRef="#br0" timeOffset="48971.1">18686 789 41407 0,'0'0'1840'0,"0"0"368"0,-4-6-1760 0,2 1-448 16,-4-2 0-16,5 3 0 0,1 4 1456 0,0 0 208 0,-4 3 32 0,-1 1 16 16,-4 0 96-16,-2 2 32 15,-2 2 0-15,-2 2 0 0,-2 3-1008 0,0 3-192 16,-1 2-32-16,-2 7-16 0,3 0-288 0,3-2-64 16,1 1-16-16,4-2 0 0,1-2-224 0,4-4 144 0,0-1-144 0,3-2 128 15,3-4-128-15,1-1 0 0,-3-8-160 0,5 6 160 16,2-2-320-16,0-1 16 0,3-1 16 0,0-4 0 31,2-1-112-31,1-2-32 0,0-2 0 0,0 1 0 16,0-3-256-16,0 0-48 0,-1-2-16 0,-2 1 0 15,-1-2-880-15,0 0-176 0,-2 1-48 0,-1-2 0 0,1-2-656 16,-1 0-144-16,2-2-32 0,-1 2-9056 0,-1 1-1824 0</inkml:trace>
  <inkml:trace contextRef="#ctx0" brushRef="#br0" timeOffset="49182.53">18760 796 32191 0,'0'0'1424'0,"0"0"304"0,0 0-1392 0,4 6-336 0,0 2 0 0,0 3 0 0,0 0 2624 15,0 1 464-15,0 4 96 0,-1 1 16 0,-2 1-1136 0,1 1-208 16,1 2-64-16,-2-2 0 0,1 0-640 0,0-1-144 16,0-1-32-16,-1-1 0 0,0-3-384 0,2-1-80 15,-2-3 0-15,0 0-16 0,-1-9-192 0,3 7-48 16,-3-7 0-16,0 0 0 0,0 0-48 0,0 0-16 16,0 0 0-16,0 0 0 0,7-3-192 0,-1-2 0 15,-1-3 0-15,1-3 0 0,-1 0 0 0,1-2 0 16,2-2 0-16,1 0 0 0,0-4 0 0,3-1-128 15,1-4 128-15,4-1 0 16,1-1-672-16,4-2-32 0,3-2 0 0,5-4-15696 16,4-4-3152-16</inkml:trace>
  <inkml:trace contextRef="#ctx0" brushRef="#br0" timeOffset="49815.65">20166 426 13823 0,'-7'-15'608'0,"5"10"128"0,-2 0-592 0,1 0-144 0,3 5 0 0,0 0 0 0,-1-4 7488 0,-2 1 1472 16,2 0 304-16,1 5 48 16,-3 2-6528-16,1 2-1312 0,-1 2-256 0,1 8-48 0,-2 2-384 0,1 4-80 15,0 5 0-15,0 13-16 0,-1 1-432 0,1 0-96 16,0-2-16-16,3-1 0 0,-1-3-144 0,0-3 128 16,0 0-128-16,1-2 128 0,-2-3-128 0,2-2 0 15,0-2 0-15,0-4 0 0,0-1-240 0,0-4-80 16,0-2 0-16,-1-3-16 15,0-1-912-15,1-8-176 0,0 0-48 0,0 0 0 16,0 0-704-16,0 0-160 0,-2-11-32 0,0 1 0 16,-1-3-1712-16,-1-1-336 0,2-5-80 0,-2-1-16 15,-2-5 1792-15,3-1 352 0,-3 0 80 0,1-3 16 16,-1-1 2272-16,-1-1 624 0,1-2 32 0,-4 2 16 0,1 1 2256 0,0-3 448 16,1 3 80-16,1 2 32 0,0 0-624 0,1 5-128 15,0 0-32-15,2 4 0 0,0 2-304 0,3 3-64 16,1 3-16-16,1-1 0 0,1 2-960 0,2 1-192 0,4 0-32 15,1 0-16-15,1 2-688 0,4-1-144 16,5 3-32-16,2 0 0 0,-2 0-64 0,6-2-32 16,1 2 0-16,4 0 0 0,1 2-160 0,-1 2 0 0,0 1 0 15,-1 0 128-15,-2 0-128 0,-2 0 0 16,-3 1 0-16,-2 2 128 0,-5 1-128 0,-3 2 160 0,-3 1-160 0,-2 1 160 16,-7 2 32-16,-4 3 0 0,-4 3 0 0,-4 3 0 15,-5 1 0-15,-2 3 0 0,-5-1 0 16,-2 3 0-16,-1 1-192 0,-2-1 0 0,0-3 0 0,2 0 0 15,2-1-432-15,1 0-160 16,0-1-48-16,1-3 0 0,0-2-1408 0,4 0-272 0,5-1-64 0,-1-1-19024 16</inkml:trace>
  <inkml:trace contextRef="#ctx0" brushRef="#br0" timeOffset="50134.85">20274 778 15663 0,'0'0'1392'0,"0"0"-1120"0,0 0-272 0,0 0 0 0,9 0 5888 0,2 0 1104 16,0-2 240-16,2 2 32 0,-1 0-4288 0,0 0-864 16,0 0-160-16,1 0-32 0,1 0-592 0,0-2-112 15,2 2-32-15,-2 0 0 0,-1-2-560 0,0 1-112 16,-2 2-32-16,-2 1 0 0,-1 0-320 0,-2-2-160 16,-6 0 160-16,0 0-160 0,2 8 368 0,-4 1-32 15,0 0 0-15,-5 2 0 0,-2 2 0 0,-3-1 0 0,-2 2 0 0,0 3 0 16,-2-1-192-16,0 0-144 0,1 0 192 15,-1 0-192-15,2-1 256 0,1 0-48 16,1-2-16-16,3 0 0 0,2-1-192 0,2-2 0 16,2 0 0-16,2-3 0 0,1-7 0 0,4 8 144 0,3-2-144 15,3-1 128-15,3-1-304 0,3-2-64 0,3-2-16 16,2-2 0 0,3-2-128-16,2-1-48 0,0-1 0 0,4-2 0 15,0-3-1024-15,1-2-208 0,0-2-32 0,5-2-16 16,1-1-1760-16,5-1-368 0,2 1-64 0</inkml:trace>
  <inkml:trace contextRef="#ctx0" brushRef="#br0" timeOffset="50347.87">21187 557 19343 0,'0'0'1728'0,"0"0"-1392"0,0 0-336 0,0 0 0 0,0 0 5280 0,0 0 992 15,-7 5 192-15,1 2 32 16,-1 1-3296-16,-2 4-672 0,-3 2-128 0,-1 4-32 16,2 3-1024-16,-4 4-224 0,-2 5-32 0,0 0-16 0,-2 1-384 15,-2 4-80-15,-3 4-16 0,0 4 0 0,-2 3-240 0,-2 2-48 16,-1 0-16-16,2 5 0 0,0-3-128 0,-1 0-32 15,0-3 0-15,3-4 0 0,1-3-128 0,2 0-144 16,3-4 144-16,0-2-208 0,1 0-48 16,0-4 0-16,1-2 0 0,3-1 0 15,2-5-1424-15,3-1-304 0,1-6-48 16,3 0-16-16,3-6-2544 0,2-9-512 0</inkml:trace>
  <inkml:trace contextRef="#ctx0" brushRef="#br0" timeOffset="50574.6">21140 944 24879 0,'5'-5'2208'0,"0"-3"-1760"16,0 1-448-16,1-1 0 0,-2 1 4368 0,-4 7 800 15,0 0 144-15,0 0 48 0,0 0-2432 0,0 0-496 0,1 12-80 0,-1 4-32 16,0 5-1088-16,-3 2-208 0,1 2-64 0,-1 1 0 16,0 1-528-16,1 4-112 0,2 3-32 0,-1-2 0 15,-1 2-160-15,1-1-128 0,0-3 144 0,2 0-144 0,-1-1 0 0,0-1 0 16,0-5 0-16,-1-1-160 0,-1-1-144 15,1-3-16-15,2-2-16 0,-2-3 0 16,0 0-1264-16,-1-3-256 0,0 0-64 16,2-10 0-16,0 0-1888 0,0 0-384 15,0 0-80-15</inkml:trace>
  <inkml:trace contextRef="#ctx0" brushRef="#br0" timeOffset="50849.62">21137 935 12895 0,'5'-14'576'0,"-5"14"112"0,0-8-560 0,3 0-128 15,1 3 0-15,0 0 0 0,1-2 7296 0,0 2 1408 16,4 1 304-16,-9 4 48 0,9-2-6128 0,3-1-1232 16,1 0-240-16,3 2-48 0,1 0-704 0,2-2-128 15,2 2-16-15,1 1-16 0,1 0-208 0,-3 1-32 16,4 2-16-16,-2 1 0 0,-1 0-288 0,-3 1 160 16,-3 0-160-16,-2 3 128 0,-3 0 32 0,-2 2 0 15,-6 2 0-15,0 1 0 0,-4 1 160 0,-3 3 48 16,-4 3 0-16,-4 1 0 0,-3 1-128 0,-2 0-32 15,-3 0 0-15,-1 0 0 0,0 2-208 0,-1-1 128 0,-1-1-128 16,2-1 0-16,1-2 0 0,3-3-256 16,1 0 16-16,2-2 16 15,1 1-1216-15,1-3-240 0,3-2-48 0,2-1-16 16,1 0-2304-16,5-2-464 0,2-7-96 0,0 13 0 0</inkml:trace>
  <inkml:trace contextRef="#ctx0" brushRef="#br0" timeOffset="51015.41">21545 1313 47967 0,'0'0'2128'0,"0"0"432"0,4 8-2048 0,0 1-512 0,3 3 0 0,-4 2 0 16,-1 2 1520-16,-2 2 192 0,-3 2 32 0,1 1 16 0,-2 1-592 0,0 0-112 15,-3 0-32-15,3 0 0 0,0-1-640 0,1 0-144 16,0 0-32-16,-1-1 0 0,1-4-208 0,2-1 0 16,0-2-192-16,-1 0 192 15,1-1-1024-15,0-2-112 0,2-2-16 0,-1-8-15456 16,7 5-3104-16</inkml:trace>
  <inkml:trace contextRef="#ctx0" brushRef="#br0" timeOffset="54368.85">22574 1223 46815 0,'0'0'2080'0,"0"0"416"0,-3 6-1984 0,1 2-512 0,-1 2 0 0,-2 4 0 16,-7 5 208-16,2 1-48 0,1 3-16 0,-1 3 0 16,-3 1 496-16,3 3 112 0,-2 0 16 0,0 0 0 15,-2 0-272-15,0-1-48 0,-1-3-16 0,4-2 0 16,-1-1-1088-16,3-3-224 16,0 0-32-16,4-4-16 0,3-2-3200 0,4-4-640 0</inkml:trace>
  <inkml:trace contextRef="#ctx0" brushRef="#br0" timeOffset="54694.03">24140 746 24879 0,'-15'-15'2208'0,"7"8"-1760"0,-2-2-448 0,-2-1 0 0,4-1 4336 0,2-1 784 16,1 3 144-16,0-1 48 0,2 3-3264 0,0 1-640 16,-1 2-128-16,4 4-16 0,0 0-48 0,0 0 0 15,-4 8 0-15,2 0 0 0,-1 5-576 0,-1 5-112 16,2 3-16-16,-1 5-16 0,-1 1-368 0,-1 4-128 16,1 6 0-16,0 3 144 0,0 2-144 0,0 0 192 15,0-2-192-15,2-1 192 0,-1 2-192 0,2-3-144 16,0-3 144-16,-1-3-208 0,2-6-32 0,0-3 0 15,-1-3 0-15,0-5 0 16,-1-2-816-16,1-3-160 0,0-2-48 0,1-8 0 16,0 0-480-16,-5 5-112 0,5-5 0 0,-8 0-11648 0,-1-4-2336 0</inkml:trace>
  <inkml:trace contextRef="#ctx0" brushRef="#br0" timeOffset="54930.65">23244 544 50335 0,'0'0'2240'0,"0"0"448"0,0 0-2160 0,3-6-528 0,4-3 0 0,6 2 0 16,4 1 256-16,4-1-64 0,4-1-16 0,6 0 0 0,8 1 400 15,6-1 96-15,6-1 16 0,2 1 0 16,2 0-176-16,1 1-16 0,0 1-16 0,4-2 0 0,5 2-128 0,3 2-32 16,0 0 0-16,-2 1 0 0,-5-1-320 15,-1 0-208-15,-1 0 16 0,-2 3 16 0,-3 0 176 16,1 1 144-16,-1 1-16 0,-1 2-128 15,-3-2-1376-15,-4 4-384 0,-6 2-80 0,-4 3-16 16,-5 3-1872-16,-4 4-384 0,-5 3-80 0</inkml:trace>
  <inkml:trace contextRef="#ctx0" brushRef="#br0" timeOffset="55142.34">24651 1074 6447 0,'0'0'576'16,"2"7"-576"-16,1 2 0 0,1 3 0 0,1 1 9280 0,3 6 1760 15,1 1 352-15,0 4 64 0,-1 2-8352 0,0-1-1664 16,-4 1-336-16,-2 0-64 0,0 0 320 0,-4 0 64 0,0 1 16 0,-1 1 0 16,0-3-768-16,-3 1-160 0,-2 0-16 0,0 1-16 15,2-3-240-15,-2 0-48 0,-1-2-16 0,0-1 0 16,0-2-176-16,-1-3 0 16,0 0-160-16,2-2 160 15,0 0-1232-15,-1-1-160 0,3-3-16 0,1 0-23264 0</inkml:trace>
  <inkml:trace contextRef="#ctx0" brushRef="#br0" timeOffset="59832.74">9215 3381 43311 0,'0'0'3840'0,"-6"3"-3072"0,6-3-608 0,-6 2-160 0,6-2 1264 15,-5 6 208-15,0-3 64 0,5-3 0 0,0 0-1232 0,0 0-304 16,0 0 0-16,0 0 0 16,0 0-1440-16,0 0-352 0,0 0-64 15</inkml:trace>
  <inkml:trace contextRef="#ctx0" brushRef="#br0" timeOffset="59950.43">9260 3716 23039 0,'-4'7'2048'15,"-1"-1"-1648"-15,-1 1-400 0,0-1 0 0,3 1 4352 0,-1-1 768 16,1 1 176-16,3-7 16 0,0 0-4352 0,0 0-960 16,0 0 0-16,0 0-12416 15,8-1-2464-15</inkml:trace>
  <inkml:trace contextRef="#ctx0" brushRef="#br0" timeOffset="60530.04">10426 3432 23951 0,'0'0'2128'0,"0"0"-1696"0,0 0-432 0,-3-5 0 0,2 0 3376 0,1 5 592 16,-3-4 112-16,1-3 16 0,-1 1-1712 0,-1 0-336 16,0 1-80-16,0 1-16 0,-1 0-464 0,0 2-80 15,-4-1-32-15,1 2 0 0,-2 1-608 0,-1 1-112 16,2 2-16-16,-3-1-16 0,1 2-240 0,-3 0-32 15,1 1-16-15,3 2 0 0,-2-1-96 0,1 1-32 16,-1-1 0-16,1 2 0 0,2 0-208 0,0 0 0 16,1-2 128-16,3 0-128 0,5-6 0 0,0 0 0 15,0 0 0-15,0 0 0 0,5 7-192 0,2 0 192 16,1-3-192-16,2 1 192 0,3-2-208 0,3 1 64 16,2-2 16-16,2 2 0 0,4-3 128 0,1 3-208 15,-1-1 80-15,2 1 128 0,0 0-176 0,-1 1 176 0,-1 0-128 0,0 2 128 16,-3 1 0-16,-2 1 0 0,-1 1 0 15,-2 3-128-15,-2 0 128 0,-3 2 0 0,-5 0 0 0,-2-2 0 16,-2 4 0-16,-4-1 0 0,0-2 0 0,-4 0 0 16,-4 1 176-16,0-1 16 0,-3-1 0 0,-2 0 0 15,0-1-16-15,-2 0 0 0,-3-2 0 0,0-1 0 16,0-1-176-16,-3-1 0 0,0-1 0 0,1-1 0 16,-2 1-176-16,2-3-112 0,1 0-32 15,2-2 0-15,-2 1-976 0,3-1-208 16,1-2-32-16,2-2-16 0,1-2-1232 15,5-4-240-15,8-3-48 0,1-2-15232 0</inkml:trace>
  <inkml:trace contextRef="#ctx0" brushRef="#br0" timeOffset="60722.95">10906 3007 25791 0,'0'0'2304'0,"0"0"-1856"0,6 13-448 0,-2-1 0 0,0 3 3552 0,-1 4 608 15,-1 1 128-15,-2 4 32 0,-4 2-1696 0,2-9-352 16,-4 3-64-16,3 6-16 0,-3 4-1072 0,1 2-224 15,0 2-32-15,1 0-16 0,0 0-528 0,0 2-96 16,0 0-32-16,0-1 0 0,0 0-192 0,0 0 0 16,1-1 0-16,1-1 0 15,-2-3-512-15,2-2-160 0,-1 0-32 0,2-2 0 16,2 0-1792-16,-1-4-384 0,0-2-64 0,0-3-10224 0,-1-4-2048 16</inkml:trace>
  <inkml:trace contextRef="#ctx0" brushRef="#br0" timeOffset="61519.14">10780 3624 23951 0,'-13'-4'1056'0,"9"2"224"0,4 2-1024 0,0 0-256 0,0 0 0 0,0 0 0 0,0 0 4432 0,0 0 832 0,0 0 176 0,11-4 16 16,1 1-3424-16,-1-1-688 0,2-2-144 0,2 0-32 16,0-2-496-16,6-2-96 15,1 1-32-15,1-2 0 0,0 1-336 0,1-1-64 0,0 0-16 0,2 0 0 0,-2 1-128 16,-1 3 0-16,-2 1 0 0,-3 0 128 0,-2 5-128 0,-3 1 160 15,-5 0-160-15,-8 0 160 0,5 8 0 0,-2 4 0 16,-5 2 0-16,0 4 0 0,-5 4 160 0,-1 3 16 16,-1 0 16-16,0 1 0 0,0-1-96 0,-1 0 0 15,2-3-16-15,1-1 0 0,2-2-240 16,1-2 0-16,-1-4 0 0,2-2 0 0,3-2 0 0,0-9-192 16,0 0 16-16,0 0 0 15,0 0-304-15,0 0-64 16,10 0-16-16,0-3 0 0,-1-3 0 0,2-2 0 0,-1-3 0 15,0 2 0-15,1-4 160 0,-1 0 16 0,1-1 16 0,-2 1 0 0,0-3 224 16,0 2 144-16,0 1-192 0,-1 1 192 0,0 2 0 0,-2 3 0 16,0 2 0-16,-6 5 0 0,0 0 0 0,6 2 144 15,-1 4-16-15,2 0 0 0,-1 3 80 0,1 2 16 16,2 2 0-16,0-2 0 0,2 0-224 0,0-1 0 16,1 1 0-16,1-1 0 0,0-2 0 0,1-1-208 15,-1-2 64-15,2-1 16 16,-1-3-1936-16,0-1-384 0,1-1-80 0,0-6-16 15,2 1-672-15,0-3-144 0,-1 1-32 0,0-5 0 16,-1-3 112-16,0-1 16 0,-2 0 0 0,1-2 0 16,-1-2 1616-16,1-1 336 0,-1-2 64 0,2-1 16 15,-2 1 1360-15,-1-1 256 0,-2-1 64 0,-1 0 16 0,2-2 2352 0,-4 3 448 0,1 2 112 16,-1 2 16-16,-1 4 16 0,-1 5 16 16,-2 3 0-16,-3 9 0 0,0 0-352 0,0 0-64 0,0 0 0 0,-4 8-16 15,-1 5-1136-15,-2 4-240 0,0 3-32 16,-3 2-16-16,1 3-928 0,0 2-176 0,-1 2-32 0,1 1-16 15,1 1-224-15,3 0-64 0,1 1 0 0,1-2 0 16,2-2-128-16,3-2 0 0,2-1 0 0,3-3 0 0,1-1-144 16,1-3-16-16,0-2 0 0,1-4 0 15,2-4-224-15,1-3-32 0,0-3-16 16,1 0 0-16,2-2-96 0,-2-2-32 0,1 0 0 16,-1-5 0-16,-2-2 128 0,0-1 32 0,2-3 0 0,-2 0 0 0,-2-2 128 0,2-2 16 15,-2-4 16-15,1-1 0 0,-1 1 112 0,-1-1 128 16,-1 0-208-16,0 3 80 0,-4 2 128 0,0 4 0 15,-2 3 0-15,-2 10-128 0,0 0 256 0,0 0 48 16,-5 6 16-16,-1 1 0 0,-2 4 288 0,0 3 64 16,1 3 16-16,2 3 0 0,0 2-288 0,4 0-48 15,1-1-16-15,1-2 0 0,3 1-208 0,1 0 0 16,2-3 0-16,2-2 0 0,0 1 0 0,1-3 0 16,2-3-192-16,0-2 192 15,1-3-512-15,-1-1 0 0,-1-1 0 0,1-3 0 16,0-1-2496-16,-2-1-480 0,-1-4-96 0</inkml:trace>
  <inkml:trace contextRef="#ctx0" brushRef="#br0" timeOffset="61746.8">11451 3468 41471 0,'0'0'3680'0,"0"0"-2944"0,0 0-592 0,0 0-144 15,9 4 1776-15,2 2 320 0,2-5 64 0,2 0 16 0,4-1-1984 16,4 0-384-16,0-2-64 0,7-2-32 0,4-2 288 0,2 0 0 16,5-2 176-16,-1-2-176 15,2-1-1568-15,2 0-416 0,2-2-96 0,1-2-17440 16</inkml:trace>
  <inkml:trace contextRef="#ctx0" brushRef="#br0" timeOffset="62084.04">12464 3249 4607 0,'0'0'400'0,"0"0"-400"16,0 0 0-16,0 0 0 0,0 0 9472 0,0 0 1824 15,0 0 352-15,9-2 80 0,1 1-8704 0,-1-3-1744 16,3 1-336-16,0 2-80 0,2-2 160 0,0 1 16 16,2-2 16-16,1 1 0 0,1-1-544 0,3 0-96 15,1 2-32-15,-2-2 0 0,1 1-128 0,-3 3-16 16,-2-3-16-16,-2 3 0 0,-2 3-48 0,-3-2-16 15,-4 5 0-15,-5-6 0 0,4 6 96 0,-4 5 32 16,-4 2 0-16,-3 1 0 0,-2 4-32 0,-2 3 0 16,-5 2 0-16,-2 2 0 0,-3-1-96 0,-1 0-32 15,2 1 0-15,-1 0 0 0,2 0-128 0,-1 2 0 0,1-2 0 0,0 0 0 16,2-1 0-16,4 0 0 0,2-2 0 16,1-1 0-16,3 0-128 0,1-3 128 0,4-1 0 15,1-1 0-15,2-3 0 0,3-2 0 0,1 0-144 16,3-1 144-16,0 1 0 0,2-5-160 0,2 1 160 0,2-2-128 15,-1 0 128-15,4-4-128 0,0-1 128 0,4-1-128 16,2-4-80-16,5 0-16 0,0-2 0 0,5-2 0 16,2-1-1264-16,4-5-256 0,3 2-48 0,1-2-14112 15,3-5-2816-15</inkml:trace>
  <inkml:trace contextRef="#ctx0" brushRef="#br0" timeOffset="62259.51">13658 3299 39615 0,'-21'12'3520'0,"12"-8"-2816"0,-2 0-560 0,0-1-144 0,0 0 2640 0,3 1 496 16,-1-1 112-16,0-1 16 0,3-1-2816 0,-1 2-448 16,2 0-320-16,5-3 48 15,0 0-2608-15,0 0-512 0</inkml:trace>
  <inkml:trace contextRef="#ctx0" brushRef="#br0" timeOffset="62399.2">13667 3571 52527 0,'-12'16'2320'0,"10"-9"496"0,0-3-2256 0,1 2-560 0,0 3 0 16,1-4 0-16,0 3 448 0,0 0-32 0,-2 1 0 0,1-2 0 16,1-1 368-16,0-6 80 0,0 0 16 15,0 8 0-15,0-8-560 0,0 0-128 0,0 0 0 0,0 0-16 16,0 0-1248-1,0 0-240-15,0 0-48 0,0 0-22960 0</inkml:trace>
  <inkml:trace contextRef="#ctx0" brushRef="#br0" timeOffset="63573.68">15238 3213 38527 0,'0'0'1712'0,"-1"-4"336"0,-3-1-1632 0,0-2-416 0,0 2 0 0,-1 0 0 0,-2 0 1216 16,1-1 144-16,-2 3 48 0,-1-3 0 15,-3 2 224-15,-1 2 48 0,-2 0 16 0,4 2 0 0,-1 0-736 16,-4 2-128-16,-2 0-48 0,-1 2 0 0,-2 2-336 0,0-4-80 15,0 2-16-15,0 1 0 0,-2 0-176 0,2 2-48 16,1 0 0-16,1-1 0 0,0 2 0 0,3 0-128 16,-1-2 192-16,4 2-64 0,-1-1-128 0,4 0-144 15,2 0 144-15,2-1-208 0,6-6 208 0,0 0-144 16,2 8 144-16,5 0-128 0,2-1 128 0,4-1 0 16,3-2-144-16,3 1 144 0,3 0 0 0,3-1-176 15,0-1 176-15,1 0-128 0,1-1 128 0,2 2 0 16,0-1 0-16,-1 2 0 0,-2 1 0 0,-1 2 0 15,-3 1 0-15,-1 3 0 0,-1-1 0 0,-5 3 0 16,-3 0 0-16,-3 2 0 0,-2-1 0 0,-3 2 0 16,-3 0 0-16,-2 2 0 0,-4 0 320 0,-3 2-16 15,-3 0 0-15,0-2 0 0,-2 0 80 0,-2-1 32 0,-2 0 0 0,-2-1 0 16,-1-2-128-16,-2-2-32 0,-2-2 0 16,-2 0 0-16,-2-2-80 0,-1-1-32 0,-1-1 0 0,-3 0 0 15,0 0-144-15,-1-2 160 0,0-3-160 0,0 0 160 16,0-1-160-16,3-4 0 0,2-1 0 15,3 1 0-15,0-4-256 0,2-1-48 0,5-1 0 16,2-3 0 0,4-2-1024-16,4-2-208 0,4-2-32 0,6-4-16 0,5-3-1904 15,6-5-384-15,5 0-80 0</inkml:trace>
  <inkml:trace contextRef="#ctx0" brushRef="#br0" timeOffset="63928.24">15413 3521 45551 0,'0'0'2016'0,"0"0"416"0,0 0-1936 0,0 0-496 0,9 6 0 0,1-3 0 0,1 1 656 0,-1-4 48 15,0 1 0-15,1 0 0 16,-1-3 384-16,1-1 64 0,-1 0 32 0,2 2 0 0,-2 1-656 0,1-2-128 16,-1 0-16-16,1 1-16 0,-2 1-176 0,0 0-48 15,-9 0 0-15,0 0 0 0,0 0 128 0,0 0 32 16,2 5 0-16,0 2 0 0,-4-1 112 0,0 2 32 15,-3 1 0-15,-3 4 0 0,-3 0-160 0,-2 4-32 16,-1 0 0-16,-6 9 0 0,1-2-96 0,1 2-32 16,-1-3 0-16,2-2 0 0,2 1-128 0,3-1 160 15,2-1-160-15,2-2 160 0,3-2-160 0,1-2 0 0,2-2 0 16,4-1 0-16,2 0 0 0,1-1 0 0,3-3 0 0,1-2 0 16,2-1 0-16,2 0 0 0,2-2 0 0,-1 0 0 15,3-2 0-15,0-2 0 0,1 0-128 0,1-2 128 16,0 1-192-16,2-3 16 0,2-2 16 15,0-1 0-15,-3-3-1040 16,3 0-208-16,0-1-32 0,3-5-14800 0,0 1-2960 0</inkml:trace>
  <inkml:trace contextRef="#ctx0" brushRef="#br0" timeOffset="64108.19">16107 3347 17503 0,'0'0'1552'0,"0"0"-1232"0,0 0-320 0,0 0 0 0,0 0 7216 0,0 0 1376 15,8-2 288-15,1-1 48 0,-1 2-6352 0,3-1-1264 16,-1 1-256-16,2 1-48 0,-2-4-240 0,3 2-64 16,2-2 0-16,-1 1 0 0,2-2-496 0,-2 4-208 15,3-5 176-15,0 4-176 16,0-3-624-16,0 1-208 0,-2 0-64 0,1 1 0 16,0 3-2880-16,-3 0-576 0</inkml:trace>
  <inkml:trace contextRef="#ctx0" brushRef="#br0" timeOffset="64273.81">16209 3535 18431 0,'0'0'1632'0,"0"0"-1312"15,0 0-320-15,0 0 0 0,0 0 5360 0,0 0 992 16,0 0 208-16,9-4 32 0,0 0-4992 0,3 0-992 0,1-1-208 16,4 0-32-16,1-2-240 0,6-1-128 15,1 1 160-15,5-2-160 16,1-3-1920-16,7-1-464 0,3 0-112 0,2-2-14448 0</inkml:trace>
  <inkml:trace contextRef="#ctx0" brushRef="#br0" timeOffset="64642.6">17169 3118 35007 0,'-7'-8'1552'0,"3"5"320"0,-2 1-1488 0,-1-2-384 0,2 0 0 0,-3 0 0 16,-1-3 2960-16,-4 1 528 0,-1 1 96 0,-3 1 32 15,0 1-1904-15,-3 2-384 0,-2 1-80 0,0-1-16 0,0 1-416 0,-2 2-96 16,3 2-16-16,-2 1 0 0,-2 2-304 0,2 2-64 15,-2-2-16-15,0 2 0 0,2 1-160 0,-1 1-32 16,2 2-128-16,1-3 192 0,2 0-192 0,2 1 0 16,2 1 0-16,4-2 0 0,1 0 0 15,4 1 0-15,1-1 0 0,3 1 0 0,4-1 0 0,2 1 0 16,2-1 0-16,5 0 0 0,3 0 0 16,3-1 0-16,1 0 0 0,2-1 0 0,1-1-160 15,3 3 160-15,4-4-128 0,-4-1 128 0,1 2-192 0,1 1 64 16,-1-1 0-16,1 3 0 0,-2-5 128 0,0 0 0 15,-1-1 0-15,-3 0 0 0,0 2 0 0,-6 2 0 16,-1 0 0-16,-1-1 0 0,-3 0 0 0,-2 0 0 16,-2-1 0-16,-1 2 0 0,-5 0 144 0,-5 1-144 15,0 2 192-15,-2-4-192 0,-2 3 320 0,-3-1-64 16,-3 0 0-16,-2 0 0 0,-1 0-256 0,0 1 0 0,-2 0 0 16,-1 0 0-1,0-1-416-15,-2 0-144 0,1 2-16 0,-2-1-16 16,3 1-1536-16,0 0-304 0,3 0-64 0,4-1-12288 0,0-1-2432 0</inkml:trace>
  <inkml:trace contextRef="#ctx0" brushRef="#br0" timeOffset="64832.79">17326 3582 38703 0,'-1'9'3440'0,"0"4"-2752"0,2 3-560 0,0 3-128 16,1 3 2864-16,-4 4 528 0,1 3 128 0,-3 1 0 0,-1 3-1760 0,-2-2-352 15,1 0-80-15,-2-2-16 16,2 0-736-16,-1-3-160 0,2-3-32 0,0-1 0 0,1-1-384 0,1-4 0 16,1 3 0-16,0-5 0 15,1 0-2064-15,2-2-496 0,4-4-112 0</inkml:trace>
  <inkml:trace contextRef="#ctx0" brushRef="#br0" timeOffset="67818.11">18109 3452 43711 0,'-21'-2'1936'0,"12"1"400"0,-3 0-1872 0,1-3-464 15,-2 1 0-15,3-1 0 0,2 2 320 0,2-2-48 16,-1 0 0-16,7 4 0 0,0 0 656 0,0 0 128 15,0 0 32-15,0 0 0 0,9-2-688 0,4 1-128 16,2 0-16-16,4-2-16 0,5 1 112 0,4-1 32 16,4 2 0-16,5-1 0 0,5 1-32 0,3-1 0 15,0 0 0-15,3 0 0 0,3-2 0 0,4 1 0 0,1-3 0 16,4 2 0-16,3 0-160 0,0 0-48 0,1 0 0 16,-1 0 0-16,0 0-144 0,0-1 0 0,0-2 144 0,1 3-144 15,0 1 0-15,-3-1 144 0,-4 0-144 0,-1 1 0 16,-3-1 0-16,-6-1 0 0,-3 1 0 0,-1 0 0 15,-5 2-512 1,-2-1-16-16,-5-1 0 0,-1 1 0 0,-3 2-1264 0,-5-1-256 16,-1 0-64-16,-5 1 0 0,-4 0-1472 0,-1-1-320 0,-11 2-48 15</inkml:trace>
  <inkml:trace contextRef="#ctx0" brushRef="#br0" timeOffset="68160.37">19569 3200 14735 0,'-8'0'1312'0,"-1"0"-1056"0,0-1-256 0,1 1 0 0,1 0 6960 0,7 0 1328 16,0 0 272-16,0 0 48 0,0 0-6544 0,0 0-1296 15,0 0-272-15,0 0-48 0,0 0 240 0,7 7 48 16,-2 3 16-16,4-4 0 0,2 2-352 0,-1 1-64 16,2-1-16-16,2 0 0 0,2-1-160 0,2 1-32 15,0-1-128-15,4 1 192 0,2-1-192 0,-2 0 128 16,2 0-128-16,-1-2 0 0,-1 0 144 0,-1 0-144 15,-3 0 128-15,-2 1-128 0,-4-4 176 0,-2 2-48 0,1-3-128 16,-5 2 192-16,-6-3 64 0,0 0 0 16,0 0 0-16,0 0 0 0,-4 8 256 0,-1 0 64 0,-3-1 16 0,-4 3 0 15,-3-4-176-15,-2 3-32 0,-3 2-16 0,1-1 0 16,-3 1-176-16,-1-1-16 16,0 0-16-16,-1 0 0 0,1 1-160 0,2 1 0 0,2 0 144 0,-1-1-144 15,-1 2 0-15,3 1 0 0,1-3-160 0,4 1 160 16,0-2-1568-1,2 2-208-15,5-3-32 0,1 3-21792 0</inkml:trace>
  <inkml:trace contextRef="#ctx0" brushRef="#br0" timeOffset="72739.32">20895 3094 40319 0,'0'0'1792'0,"0"0"352"0,-3-5-1712 0,0-1-432 0,2-1 0 0,1 7 0 0,0 0 848 0,0 0 96 15,-2-5 16-15,2 5 0 0,0 0 448 0,0 0 80 16,0 0 32-16,0 0 0 0,-2 10-928 0,0 5-176 16,-2 4-32-16,1 5-16 0,-1 3-192 0,2 6-48 15,-2 2 0-15,0 3 0 0,1-1 0 0,-1 1 0 16,0-1 0-16,0-2 0 0,1 0-128 0,-1-2 0 15,-2 1 144-15,2-2-144 0,-1-2 0 0,1-2 144 16,-1-2-144-16,1-3 0 0,-1-1 0 0,1-2 0 16,-1-2-240-16,1-2 80 15,0-3-1136-15,-1-3-240 0,2-1-32 0,2-1-16 16,-2-1-1248-16,3-7-256 0,0 0-48 0,-6 1-8496 16,-1-2-1680-16</inkml:trace>
  <inkml:trace contextRef="#ctx0" brushRef="#br0" timeOffset="72969.1">20485 3156 10127 0,'-24'-11'448'0,"13"9"96"0,-2-4-544 0,0 1 0 0,0 0 0 0,4 1 0 0,2-3 7296 0,5 2 1344 16,0 1 256-16,2 4 64 0,0 0-6096 0,7-5-1232 16,5-1-240-16,3-1-48 0,5 1-496 0,2-1-80 15,2-1-32-15,4-1 0 0,3-3-176 0,6 2-48 16,1 0 0-16,5-1 0 0,2-1-176 0,4-1-32 15,-1 2-16-15,1 1 0 0,1 0-160 0,0 0-128 16,-2 0 144-16,0 0-144 0,-1 2 0 16,-3 0 0-16,1 3 0 0,-4 3 0 15,-3 0-1168-15,-3 4-336 0,-2 1-64 0,-3 7-16 16,-1 4-2896-16,-6 0-576 0</inkml:trace>
  <inkml:trace contextRef="#ctx0" brushRef="#br0" timeOffset="73269.42">21059 3673 36863 0,'0'0'1632'0,"0"0"336"15,0 0-1584-15,0 0-384 0,0 0 0 0,10-4 0 0,1 0 1648 0,1 0 240 16,2-1 48-16,2-1 16 0,3 0-896 0,2 0-176 0,-2-2-48 16,1 0 0-16,1 0-96 0,1 3-32 0,-2 0 0 0,-2 1 0 15,0 2-16-15,-5 0-16 0,-1 2 0 0,-12 0 0 16,0 0 80-16,0 0 16 0,4 11 0 0,-7-1 0 15,-2 3-64-15,-3 4-16 0,-5 1 0 0,0 3 0 16,-3 0-304-16,1 1-48 0,-1 2-16 0,1-2 0 16,1-1-176-16,1 0-144 0,2-2 192 0,0-1-192 15,3-2 128-15,3-2-128 0,1 1 0 0,3-5 0 16,4-1 0-16,2-1 0 0,0-1 0 0,4-2 0 16,0-3-752-16,3 0-48 0,4-4-16 0,1 0 0 15,4-2-2192-15,3-3-448 0,4-2-96 0</inkml:trace>
  <inkml:trace contextRef="#ctx0" brushRef="#br0" timeOffset="73401.6">21670 3841 13823 0,'-1'7'1216'0,"-3"2"-960"15,-1 0-256-15,1 3 0 0,0 2 8288 0,0-1 1616 16,-1 2 320-16,0 0 64 0,0 5-7536 0,-1-3-1520 16,2 2-288-16,1 0-64 0,0 0-416 0,2 1-80 15,-1-2 0-15,4-1-16 16,-1 0-1488-16,4-2-288 0,3 0-64 0,1-2-21648 0</inkml:trace>
  <inkml:trace contextRef="#ctx0" brushRef="#br0" timeOffset="73900.06">22497 2947 35007 0,'-8'-13'3120'0,"4"6"-2496"0,-2 2-496 0,3 0-128 16,2 0 2880-16,1 5 544 0,0 0 112 0,0 0 32 0,0 0-2592 0,0 0-512 16,0 0-96-16,2 10-32 0,-2 3 688 0,-1 4 144 15,-2 4 32-15,0 5 0 0,-1 8-528 16,-2 5-96-16,0 5-32 0,-2 6 0 0,0 2-160 0,0 0-16 15,-1-2-16-15,0-2 0 0,-1-4-176 0,2 1-48 16,0-4 0-16,0-3 0 0,2-4-128 0,1-4 0 16,1-4 0-16,0-2 0 0,0-3 0 15,0-5 128-15,1-1-128 0,1-5 128 0,0-2-128 0,2-8 0 16,0 0 0-16,0 0 0 0,0 0-128 0,0 0 128 16,0 0-160-16,4-6 160 0,2-4-176 0,0-1 176 15,1-2-192-15,0-6 192 0,4-1-144 0,-1-4 144 0,3 1 0 16,3-3-144-16,3-3 144 0,1 0 0 15,0 3 0-15,0-1 0 0,-1 1 0 16,0 4 0-16,0 1 0 0,-1 4 0 0,-4 4 0 0,-1 5 0 16,-1 5 0-16,-2 3 0 0,-2 3 0 0,-3 5 0 15,-2 3 0-15,-2 5 0 0,-1 5 0 0,-2 2 0 16,-2 5 0-16,0 0 0 0,-1 1 0 0,-1 1 0 16,1 0 0-16,1-1 0 0,0-1 0 0,3-3 0 0,0-1 0 15,1-2 128 1,1-1-1168-16,2-4-240 0,1-3-32 0,5 0-16 15,1-5-3088-15,2-2-608 0</inkml:trace>
  <inkml:trace contextRef="#ctx0" brushRef="#br0" timeOffset="74213.96">22901 3564 21183 0,'0'0'1888'0,"0"0"-1504"0,0 0-384 0,0 0 0 0,0 0 5568 0,9-3 1024 15,3 3 224-15,0-1 32 0,-1-1-4864 0,2 1-960 16,2 1-208-16,0 0-48 0,2 0 80 0,0 0 16 15,0 0 0-15,-1 0 0 0,-2 1-336 0,1 1-64 16,-5-1-16-16,-2 2 0 0,0 1 64 0,-8-4 16 16,0 7 0-16,-4 4 0 0,0-1-16 0,-5 3-16 15,-3 2 0-15,-2 2 0 0,-2 1-176 0,-4 3-48 16,0-3 0-16,-1 3 0 0,-3 0-16 0,3 0-16 16,2-1 0-16,2 1 0 0,1-4-240 0,5 0 0 15,0-1 0-15,3-2 0 0,2-1 0 16,2 0 0-16,3-2 0 15,-1-2-160-15,2-9 160 0,5 8-128 0,2-3 128 0,2-1-128 16,2-3-336-16,2-1-64 0,1-1-16 0,3-1 0 16,1 0-720-16,3-2-144 0,2-3-16 0,6 0-16 15,1-1-1968-15,3-3-400 0,1-2-80 0</inkml:trace>
  <inkml:trace contextRef="#ctx0" brushRef="#br0" timeOffset="74372.94">23510 3770 50447 0,'-20'17'2240'0,"13"-8"448"0,-3-1-2144 0,3 3-544 0,1 4 0 0,0 0 0 16,-1 2 848-16,0 3 64 0,-3-2 16 0,1 0 0 16,0-2-32-16,1 1 0 0,2-2 0 0,2 1 0 15,1 0-640-15,1-3-128 0,2 1-128 0,2 2 192 16,2-4-1280-16,1-1-240 0,2 0-48 0,1-2-14784 16,1-1-2960-16</inkml:trace>
  <inkml:trace contextRef="#ctx0" brushRef="#br0" timeOffset="75616.86">24220 3869 45151 0,'-7'0'4016'0,"-6"-3"-3216"0,-4 1-640 0,1-2-160 0,-1 0 832 0,3 1 144 15,3 2 32-15,3 1 0 16,2-3-1872-16,6 3-368 0,0 0-80 0,0 0-12336 16,0 0-2480-16</inkml:trace>
  <inkml:trace contextRef="#ctx0" brushRef="#br0" timeOffset="75719.64">24588 3744 35935 0,'0'0'3200'0,"0"0"-2560"15,0 0-512-15,0 0-16080 0</inkml:trace>
  <inkml:trace contextRef="#ctx0" brushRef="#br0" timeOffset="75858.28">25068 3698 49183 0,'0'0'2176'0,"0"0"448"0,0 0-2096 0,0 0-528 0,0 0 0 0,0 0 0 16,0 0 0-16,0 0 0 0,0 0 0 0,0 0 0 15,0 0 0-15,0 0 0 0,9 1 192 0,3 1-14768 16,1-2-2944-16</inkml:trace>
  <inkml:trace contextRef="#ctx0" brushRef="#br0" timeOffset="79153.24">919 6969 37775 0,'-14'6'3360'0,"2"-3"-2688"0,-5-3-544 0,3-3-128 0,-1-2 2976 0,5 0 560 16,3 1 112-16,7 4 32 16,0 0-3472-16,11-5-688 0,3-2-144 0,6 2-16 0,7 0 464 0,10 1 176 0,7 0 0 0,7-2-144 15,5 2 0-15,8 1 0 0,5 1 0 0,12-1 0 16,10-1 144-16,8 1 0 0,5 2-144 16,12-2 144-16,11 2 0 0,10-4 0 0,7 0 0 0,16 2 0 15,14-1 0-15,11-2 0 0,8-2 0 16,11-4 0-16,9-2 0 0,16-2 0 0,14-1 0 0,13-1 0 15,11-3-128-15,14-2 128 0,12-3 0 0,17 2 0 16,12-2 0-16,8 0 0 0,5-1 0 0,14-1 0 16,11 1 0-16,17-3 0 0,15-1 0 0,9-2 0 15,4 4 0-15,11 4 0 0,8-1 0 0,14-2 128 16,6-2 32-16,5 0 0 0,-1 0 0 0,9 1 0 16,8 0 32-16,8 2 16 0,7 4 0 0,9 0 0 15,5 0 16-15,7-1 0 0,6 5 0 0,3 3 0 16,5 3-32-16,5-1-16 0,4 1 0 0,3 2 0 0,1 2-48 15,3 3-128-15,7-1 192 0,1 2-64 0,-2 0-128 16,-2 1 0-16,-4 1 0 0,-5 7 0 0,-6 3 0 0,-7 2 0 16,-9 0 0-16,-8 1 0 0,-7 5 0 15,-7 0 0-15,-6 1 0 0,-22-2 0 0,-23 3 0 0,-8 0 0 16,-9-1 0-16,-16 0 128 0,-19 4 256 0,-11-1 32 16,-8-1 16-16,-17-1 0 0,-16 0 80 0,-14-2 32 15,-15-1 0-15,-18-1 0 0,-15-2-192 0,-16 0-32 16,-10-3-16-16,-22 2 0 0,-18-2-176 0,-13 1-128 15,-10-3 144-15,-18 1-144 0,-21-3 128 0,-12 0-128 0,-9-2 0 0,-17 1 144 16,-14-2-144-16,-12 2 128 16,-12-3-128-16,-8 3 128 0,-10-3-128 0,-3 0 160 0,-7-3-160 15,-4 2 160-15,-3-2 32 16,-5 0 16-16,-3 2 0 0,-2 0 0 0,-3-1-208 0,-3-3 0 16,-10 5 0-16,0 0 0 0,0 0 0 0,8-6 0 0,-8 6 0 0,0 0 0 15,0 0 0-15,0 0-160 16,-5-9 32-16,-1 1 0 15,-5 0-1296-15,-2 3-256 0,-5 0-48 0</inkml:trace>
  <inkml:trace contextRef="#ctx0" brushRef="#br0" timeOffset="80273.37">841 7849 23039 0,'-8'-4'1024'0,"4"1"192"0,-1 0-960 0,0 0-256 15,5 3 0-15,0 0 0 0,0 0 4992 0,0 0 960 16,0 6 192-16,0 5 48 0,1 2-3600 0,0 6-720 0,-1 8-144 16,2 8-16-16,0 9-816 0,0 4-176 0,-1 2-16 0,-1 2-16 15,0 1-240-15,-1 4-64 0,-2 1 0 0,0 0 0 16,-1-2-128-16,1-7-16 0,0-3-16 15,-1-6 0-15,0-5-96 0,0-3-128 0,0-8 176 16,0-1-176-16,-1-4 128 0,1-4-128 0,0-5 0 0,2-2 0 16,-2-2 0-16,4-6 0 0,0 0 0 15,0 0 0-15,0 0 0 0,-2-6-224 0,2-3 64 0,2-4 16 16,0-3-16-16,2-5 0 0,2-6 0 0,0-6 0 16,3-5 16-16,2-3 0 0,0-6 0 0,4-3 0 0,0-2 144 15,2-3-208-15,-2 10 80 0,2-4 128 0,0-1-160 16,1 1 160-16,0 4 0 0,2 3-144 0,-2 5 144 0,1 7 0 15,-2 7 0-15,3-1 0 0,-3 9 0 0,-2 7 0 16,-1 7 0-16,-3 6 0 0,1 8 0 0,-3 5 176 16,-4 8-48-16,-1 7 0 0,0 6 48 0,-1 4 0 15,-3-3 0-15,-2 5 0 0,0 0-48 0,1 2 0 16,-1 2 0-16,1-2 0 16,-3-2-128-16,4-1 0 0,0-2 0 0,0-1 128 15,-1-4-608-15,1-1-128 16,1-6-32-16,-1-3 0 0,0-2-1776 0,1-2-352 15,3-2-80-15</inkml:trace>
  <inkml:trace contextRef="#ctx0" brushRef="#br0" timeOffset="81010.03">730 8432 34095 0,'-6'5'3024'16,"0"-1"-2416"-16,1-2-480 0,5-2-128 0,0 0 3472 0,0 0 688 0,0 0 128 0,0 0 16 15,0 0-2864-15,9 4-576 16,3-1-112-16,2 0-32 0,5-2-384 0,1 0-80 0,4-1 0 0,2 0-16 16,0-1-240-16,1-2 0 0,3 1 0 15,0 0 0-15,2 1 0 0,0 1 0 0,0 0 0 0,0 0 0 0,1 0 0 0,-2 1 0 16,-1 2 0-16,0 0 0 0,0-2 0 0,-1 0 0 16,-2 0 0-16,-2 2 0 0,-3-3 0 15,-1 1 0-15,-3 1 0 0,-1-2 0 0,-4 0-144 16,-1-2 144-16,-2 1 0 0,-2-3-144 0,-1 0 144 0,-7 4 0 15,0 0 0-15,0 0 0 0,0 0 0 0,0 0 0 16,-4-6 0-16,-3 2 0 16,-3 3 0-16,-2 1 176 0,-1 2-176 0,-1 5 192 0,-2 3-192 0,-1 3 0 15,-1-1 0-15,0 6 0 0,1 0 0 0,1 3 0 16,2 0 0-16,2 0 0 16,0-3 0-16,6-1 0 0,2-1 0 0,1-2 0 0,0-1 0 0,3-5 0 15,3 0 0-15,-3-8-176 0,7 5-64 0,2-2-16 16,1-3 0-16,3-3 0 15,2-2-192-15,0-3-64 0,1-4 0 0,1-1 0 16,0 0 80-16,0-5 16 0,0 0 0 0,0-2 0 0,0-1 96 0,1-3 32 0,-3-3 0 16,1-1 0-16,0-2 288 0,-1-2-192 15,0-1 192-15,-2 0-160 0,0 2 160 0,0 1 0 0,-3 1 0 16,-1 3 0-16,-1 4 0 0,-1 5 0 0,-2 3 0 0,-2 3 0 16,-2 5 272-16,-1 6 48 0,0 0 0 0,0 0 0 15,-3 6 384-15,-1 5 64 0,0 2 32 16,-1 5 0-16,-1 4-480 0,-1 3-112 15,-1 1-16-15,3 5 0 0,0-1-192 0,1 1 128 0,1 1-128 16,2-2 0-16,0-3 0 0,2-1 0 0,2 0 0 16,2-2 0-16,0-4 0 0,2-3 0 0,-1-5 0 0,5-3 0 15,-2-1-384 1,1-1-80-16,1-7-16 0,-1 0 0 0,0-7-256 0,2-1-48 16,-1-1-16-16,-1-4 0 0,0 0 288 15,2-3 48-15,-1 0 16 0,0-3 0 0,0 0 256 0,-2-1 192 0,-1-1-208 0,1-1 80 16,-1 0 128-16,-2 1 128 0,1 3-128 0,-2 6 176 0,-2 2 208 0,-1 3 64 15,-2 7 0-15,0 0 0 0,0 0 560 0,0 8 112 16,0 5 32-16,-1 4 0 16,1 1-480-16,-1 3-96 0,-1 1 0 0,1 2-16 0,1-2-416 0,0 0-144 15,0 0 0-15,3-2 144 0,-1-2-144 16,2-2 0-16,1-2 0 0,0-2 0 16,1-4-1440-16,0-2-272 0,2-1-48 15,1-1-16-15,2-8-2752 0,-1-1-544 0</inkml:trace>
  <inkml:trace contextRef="#ctx0" brushRef="#br0" timeOffset="81153.33">1915 8245 11055 0,'-10'-21'480'0,"6"14"112"0,-3-3-464 0,2 1-128 15,1 2 0-15,0 0 0 0,-1 2 6112 0,5 5 1200 16,0 0 240-16,0 0 64 0,0 0-4576 0,-3 5-912 16,3-5-176-16,0 8-32 0,0 2-1536 0,4 3-384 15,2 2 0-15,1-1 0 16,4 2-2400-16,3 1-544 0,6-3-128 0,1 2-13984 0</inkml:trace>
  <inkml:trace contextRef="#ctx0" brushRef="#br0" timeOffset="81496.89">2228 8354 32127 0,'0'0'1424'0,"0"0"304"0,-3-4-1392 0,3-3-336 0,-1 1 0 0,0 0 0 0,1 6 2384 16,-5-5 416-16,-1 0 80 0,0 1 0 16,-2 3-1024-16,0 2-224 0,0 2-32 0,-3 3-16 0,-5 5-368 15,-1 4-64-15,-1 5 0 0,-2 2-16 0,1 0-448 0,-1 4-96 16,-1 4-16-16,3-2 0 0,2-1-192 0,3-1-32 15,4-4-16-15,4-2 0 0,2-3-336 0,3-4 0 16,2-3 0-16,3-1 0 16,3-2-608-16,1-3-32 0,1-2-16 0,2-2 0 15,2-2-304-15,2-2-48 0,0-3-16 0,2-1 0 16,0-3 0-16,2-2 0 0,-2-4 0 0,-1 0 0 16,-1-2 304-16,1 0 48 0,-1-2 16 0,1-1 0 0,-2-3 400 15,-1 0 64-15,-1 1 32 0,-1-1 0 0,-2 4 160 0,1 4 0 16,-3 3 0-16,-2 5 128 0,-2-1 448 0,-4 10 80 15,0 0 32-15,0 0 0 0,0 0 528 0,1 10 96 16,1 3 32-16,-2 2 0 0,0 2-832 0,1 1-144 16,0 1-48-16,2 2-16 15,2-2-304-15,2 1 0 16,-1-2-464-16,2-1-128 0,-3-8-32 0,0-2 0 16,3-1-1424-16,1-2-272 0,2-1-64 0,-1-3-10736 15,2-3-2128-15</inkml:trace>
  <inkml:trace contextRef="#ctx0" brushRef="#br0" timeOffset="81905.19">2504 8270 12895 0,'-2'-30'576'0,"3"13"112"0,3-4-560 0,1-3-128 0,2-4 0 0,-1 2 0 16,1 1 5120-16,-2 4 1008 0,-1 6 192 0,1 4 32 15,-2 5-2672-15,-3 6-544 0,0 0-96 0,0 0-32 0,0 8-640 16,-2 3-128-16,1 5-16 0,1 1-16 16,-1 3-1360-16,1 3-272 0,0 0-48 0,-1 4-16 0,-2-1-288 15,2 2-64-15,1 4-16 0,0 1 0 0,0 3-144 0,0-1 0 16,0 0 144-16,1-2-144 0,2-1 0 0,-1 0 0 15,-1-4 0-15,2-3 128 0,0-3-128 0,1-5 0 16,0-3 0-16,1-2 0 0,-1-5 0 16,-4-7 0-16,0 0 0 0,0 0 0 0,0 0-128 0,0 0 128 15,0 0-128-15,2-6 128 0,1 0-144 0,-1-2 144 16,0-1-160-16,0-1 160 0,1-1-128 0,0-2 128 16,0-1 0-16,3-2-144 0,-2 1 144 15,1-2 0-15,3 0-144 0,-1-4 144 0,1 1 0 0,1 2-144 16,2 0 144-16,1-4 0 0,-2 1 0 0,2 2-128 15,-1 2 128-15,1 4 0 0,1 6 0 16,-1 1 0-16,-2 5 0 0,0-2 0 0,0 3 0 0,-1 3 0 16,-2 2 0-16,-1 6 0 0,-1 3 0 0,-1 2 128 15,-4 1-128-15,2 2 144 0,-2 2 0 0,0 0 0 16,-2-4 0-16,0 1 0 0,-2 0-144 0,-1 1 0 16,-1-1 0-16,2 0 128 0,-2-1-128 0,-1 0 0 15,1-1 0-15,-1 1 0 16,0-4-448-16,0 0-128 0,0-2-32 0,2-1 0 15,1-4-1328-15,4-6-272 0,0 0-48 0,0 0-12608 0,0 0-2528 0</inkml:trace>
  <inkml:trace contextRef="#ctx0" brushRef="#br0" timeOffset="82487.09">3005 8327 35871 0,'0'0'1600'0,"0"0"320"0,0 0-1536 0,0 0-384 0,0 0 0 0,-5 3 0 0,-2 4 3232 15,0 2 576-15,-4 4 112 0,-1 2 32 0,-1 4-2048 16,0-2-416-16,0-2-80 0,2 3 0 0,-1 1-752 15,1-1-144-15,2-1-16 0,0 0-16 0,1-1-336 0,2-1-144 16,1-3 128-16,2 0-128 0,2-2 0 0,1-1 0 16,0-4 0-16,0-5 0 15,0 0-512-15,5 4 0 0,-5-4 16 0,8 0 0 16,2-4-304-16,2-1-64 0,0-1-16 0,1-1 0 16,0-2 112-16,-2 0 0 0,2-3 16 0,0-1 0 15,0-1 272-15,1-2 48 0,-1-5 16 0,0-1 0 0,-2-1 96 0,1-5 0 16,1 1 16-16,1-4 0 0,-1 3 144 0,-2 7 32 15,-2 6 0-15,-2 3 0 0,-2 3 128 0,-3 2 0 16,-2 7 160-16,0 0-160 0,0 0 576 0,-4 9 32 16,-1 6 0-16,0 3 0 0,-1-2-256 0,0 2-48 15,1 2-16-15,2 0 0 0,2 3-288 0,2-3 0 16,2-5 0-16,1-1 0 0,0 0 0 0,2-1 0 0,2-1 0 0,3-1 0 16,2-4-192-16,1 0 192 0,4-2-208 0,1-2 80 15,-2-3 0-15,1-2 0 0,1-1 0 16,1-1 0-16,-1-5-80 0,0-1-16 0,-1 1 0 0,0 0 0 15,-1-7 224-15,-3 1-176 16,0-2 176-16,-1-1-160 0,0-8 160 0,0-2 0 0,-2 0 0 0,0-1 128 16,-5-2 0-16,2 1 0 15,0-4 0-15,0 1 0 0,0 0 128 0,-1 3 16 0,0 1 16 0,-1 1 0 16,0 3 16-16,-2 4 0 0,-2 3 0 0,1 3 0 16,-1 2 256-16,0 5 48 0,-2 8 16 0,0 0 0 15,0 0 96-15,-3 6 32 0,-1 6 0 0,0 4 0 16,0 6-448-16,-1 3-96 0,1 1-16 0,0 2 0 0,0 1-192 0,0 1 0 15,2-3 0-15,1 2 0 0,-1-3 0 0,2 0 0 16,2-1-192-16,-1 1 192 16,0 0-976-16,0-2-96 15,2-2-16-15,-2-1 0 0,-1-3-560 0,0 0-112 16,2-9-32-16,-1 0 0 0,-1-1-1264 0,0-1-256 0,0-7-48 0,0 0-13360 0</inkml:trace>
  <inkml:trace contextRef="#ctx0" brushRef="#br0" timeOffset="82664.89">3306 8149 24879 0,'-13'5'1088'0,"13"-5"256"0,0 0-1088 0,0 0-256 15,0 0 0-15,0 0 0 0,0 0 4416 0,0 0 832 16,0 0 176-16,12 1 16 0,-2 1-3856 0,3 2-784 16,-1-3-160-16,2 1-16 0,2 0-432 0,2-1-64 15,2-1-128-15,-1 0 176 0,4 0-176 0,-1 1 0 16,3-1 0-16,1 0-176 15,0-1-1392-15,1 0-288 0,2-1-48 0,-1 1-16976 0</inkml:trace>
  <inkml:trace contextRef="#ctx0" brushRef="#br0" timeOffset="83164.99">3879 8181 45263 0,'0'0'2000'0,"0"0"432"0,0 0-1952 16,-6 4-480-16,1 2 0 0,1 0 0 0,0-1 1664 0,-1 3 256 15,-1 3 32-15,-1-1 16 0,1 4-672 0,-2 5-128 0,0 1-16 0,1 3-16 16,0 1-704-16,-1 1-144 0,1 0-32 0,2 0 0 16,1-7-256-16,1 0 0 0,2-1 0 0,0-1 0 15,0-3-256-15,1-1-144 0,1-3-48 0,1-2 0 16,1 1-1472-16,-3-8-288 0,7 4-64 15,2-4-16-15,0-4-2240 0,1 0-448 0</inkml:trace>
  <inkml:trace contextRef="#ctx0" brushRef="#br0" timeOffset="83303.8">3911 8106 28047 0,'3'-17'1232'0,"-1"9"272"0,-2-5-1200 0,3-1-304 0,1 1 0 0,0 3 0 0,-3 0 1728 0,3 4 304 15,-4 6 48-15,0 0 16 0,0 0-944 0,0 0-176 16,0 0-32-16,0 0-16 15,9 1-1952-15,2 3-384 0,0 2-64 0,1 1-14336 0</inkml:trace>
  <inkml:trace contextRef="#ctx0" brushRef="#br0" timeOffset="83515.17">4228 8161 31215 0,'0'0'1376'0,"0"0"288"0,0 0-1328 0,0 0-336 0,0 0 0 0,0 0 0 0,0 0 2784 0,0 0 480 15,0 0 112-15,0 0 16 0,0 0-1024 0,-4 5-192 16,-1 1-32-16,-2 1-16 0,-1-1-768 0,-1 2-144 15,-2 1-48-15,-2 3 0 0,-3 2-512 0,-1 3-96 16,-1 3-32-16,-2 1 0 0,2 2-160 0,1-1-48 16,1-1 0-16,3 0 0 0,0-1-176 0,4-2-144 15,4-6 192-15,2 1-192 0,3-3 0 0,0 0 0 0,4 1 0 0,3-2 0 32,1-2-320-32,2-2-80 0,3-3-16 0,4 0 0 0,3-4-992 15,2 0-208-15,4-2-48 0,1-1 0 0,4-2-2592 16,-1-2-528-16,0 1-96 0</inkml:trace>
  <inkml:trace contextRef="#ctx0" brushRef="#br0" timeOffset="83667.11">4571 8316 17503 0,'0'0'768'0,"0"0"176"0,-4 8-752 0,1 2-192 0,1 6 0 0,-2-1 0 0,-3 3 7600 0,-1 3 1488 15,2 4 288-15,-1 0 64 0,1 2-6368 16,-1 2-1280-16,2 1-256 0,0 3-64 0,0-1-832 0,1 1-192 16,0-2-16-16,1-2-16 0,1-3-416 0,0-1 128 15,1-1-128-15,1 0 0 16,-1-1-624-16,2-2-208 0,0-1-32 0,2-3-15920 15,1-2-3184-15</inkml:trace>
  <inkml:trace contextRef="#ctx0" brushRef="#br0" timeOffset="84096.36">5221 7969 43535 0,'0'0'1920'0,"0"0"416"0,0 0-1872 0,-2 5-464 0,-1 3 0 0,-1 2 0 0,2 3 1760 0,-2 4 256 16,0 4 48-16,-1 4 16 0,1 2-752 0,0 2-160 15,-1-2-16-15,-1 1-16 0,1-2-720 0,-1 0-144 16,0-1-16-16,1-1-16 0,1 3-240 0,0-5 0 16,0-1 128-16,-1-3-128 15,1-4-432-15,2-2-128 0,-1-3-16 0,1-2-16 16,2-7-2096-16,0 0-432 0,0 0-80 0</inkml:trace>
  <inkml:trace contextRef="#ctx0" brushRef="#br0" timeOffset="84652.31">5306 7983 19343 0,'-17'13'1728'0,"11"-6"-1392"0,-1 1-336 0,1-1 0 0,2 0 6640 0,1 2 1248 0,0 2 256 0,1 2 48 16,2 1-5376-16,1 2-1088 16,0 0-224-16,2 1-32 0,-2 3-560 0,3-3-96 0,0 1-32 15,-1 0 0-15,-1 1-432 0,0-1-96 0,-1 0 0 0,0 0-16 16,1-1-80-16,-2 0-16 0,0 0 0 0,0-1 0 15,0 0-144-15,0-3 128 0,-2-3-128 0,2-1 128 16,0-2-128-16,0-7 0 0,0 0 144 16,0 0-144-16,0 0 0 0,0 0 0 0,0 0 0 0,0 0 128 15,0 0-128-15,3-8 0 0,-2-1 0 0,3-2 0 0,0 0 0 0,1-2-160 16,2-6 160-16,1 1 0 16,-1 0-192-16,4-3 64 0,-1 0 128 0,2-4-208 0,-2 1 208 0,4-1-192 15,-1 0 192-15,0-1-192 0,-2 2 192 0,1 4 0 16,1 1-160-16,-1 5 160 0,-2 2 0 0,-1 4 0 15,1 3 0-15,-1 3 0 0,-9 2 0 0,9 2 0 16,-3 5 0-16,1 1 0 0,-2 2 0 0,0 4 0 16,-1 3 0-16,0 4 0 0,-1 1 208 15,-2 2-32-15,-1 1-16 0,1-2 0 0,-1 0-160 0,0 4 0 16,0-1 0-16,0 0 0 0,-1 1 0 0,0-3 0 16,-1-5 0-16,0-2 0 0,2 0 0 0,0-3 128 15,-2-2-128-15,2-4 0 0,0-8 0 0,0 0 0 16,0 0 128-16,0 0-128 0,0 0 0 0,0 0 0 15,0 0 0-15,0 0 0 0,3-8 0 0,1-1 0 16,-3-1 0-16,3-5 0 0,0-2 0 0,0-1 0 16,1-3 0-16,2 2 0 0,-1-4 0 0,3 3 0 15,2-4 0-15,1-1 0 0,1-2 0 0,1 0 0 0,0-1 0 16,1-1 0-16,-2 1 0 0,0 2 0 0,0 2 0 16,-2 2 0-16,0 3 0 0,1 4-176 0,-3 3 176 0,0 3-128 31,-1 3-496-31,0 2-80 0,2 3-32 0,-2 2 0 15,0 2-1600-15,1 4-320 0,2 5-64 0</inkml:trace>
  <inkml:trace contextRef="#ctx0" brushRef="#br0" timeOffset="84936.12">5821 8356 40079 0,'-6'8'1776'0,"6"-8"368"0,0 0-1712 0,0 0-432 0,0 0 0 0,0 0 0 0,0 0 1360 0,9-5 192 16,0 0 48-16,1-3 0 0,-1-1-256 0,1-2-64 15,1-2 0-15,2 1 0 0,0 1-576 0,-1-2-112 16,1 0-16-16,0-4-16 0,-2 0-208 0,2-3-32 15,-3 1-16-15,2-5 0 0,1 2-144 16,-3-2-32-16,2 0 0 0,0-1 0 0,-3-1-128 0,0 2 128 16,-1 5-128-16,-4 1 128 0,-2 3-128 0,0 6 192 15,-2 9-192-15,0 0 192 0,-8 0 48 0,-1 5 16 16,-2 4 0-16,-1 6 0 0,-1 6-80 0,0 3-16 16,-1 4 0-16,1-1 0 0,0 2-160 0,1 0 0 15,3-2 0-15,0-1 0 0,1 0 0 0,3-2 0 16,1-1 0-16,3-1 0 15,2-2-544-15,3-2-144 0,1-1-16 0,2-4-16 16,-1-3-1568-16,3-2-304 0,3-3-64 16,1-3-11600-16,3-4-2320 0</inkml:trace>
  <inkml:trace contextRef="#ctx0" brushRef="#br0" timeOffset="85474.25">6208 8031 10127 0,'4'-30'896'0,"-1"20"-704"0,2 0-192 0,-1-1 0 15,0 2 4928-15,-2 3 960 0,-2 6 192 0,0 0 48 16,0 0-1856-16,0 0-368 0,0 0-80 0,4 10-16 15,-4 3-1264-15,2 4-256 0,-2 4-48 0,1 2-16 16,0 1-1200-16,1-1-224 0,-1 2-48 0,-1-3-16 16,1 0-352-16,2 1-80 0,-1-3-16 0,2 0 0 15,2-3-288-15,0-1 128 0,1-3-128 0,-1 0 0 0,1-3 128 0,0-1-128 16,3-2 0-16,-1-2 0 0,-9-5 0 16,9 1 0-16,1-2 0 0,-1-3 0 0,-1 0 0 0,0-1 0 15,0-2 0-15,-2-1 0 0,1-1 0 0,-1-1 0 16,1-2 0-16,1-1 0 0,-2-1 0 15,3-2 0-15,-1 1 0 0,1-9 0 0,0-1 0 0,1-2 0 16,-1-3 0-16,0 0-144 16,1 1-512-16,-1 2-112 0,-1 2 0 0,0 6-16 15,0 3-736-15,-2 4-144 0,-2 4-16 16,-4 8-16-16,0 0-656 0,0 0-128 0,5 12-16 16,-3 4-16-16,-4 3 1088 0,0 3 208 0,-1 2 64 15,-1 2 0-15,0-3 592 0,2 1 128 16,1-2 32-16,1-1 0 0,0-1 1584 0,1-4 320 0,1 0 64 0,1-3 16 15,1-4-176-15,1-2-16 0,2-2-16 0,1-1 0 0,-8-4-544 0,10 3-96 16,3-3-32-16,1-3 0 0,-1-4-336 0,2 0-80 16,-1 0-16-16,-2-3 0 0,1-2-112 0,0 0-32 0,-1-1 0 15,1-1 0-15,0-4 32 0,-2-2 0 0,1-2 0 16,-3 0 0-16,2-1 16 0,-2 1 0 0,-1 1 0 0,-2-1 0 16,-1 4-16-16,-1 4 0 0,-2 3 0 0,-2 5 0 15,0 6 352-15,-7 1 80 0,-2 4 16 0,-1 4 0 16,-2 6 288-16,0 3 48 0,-1 3 16 0,0 2 0 15,1 2-592-15,2 0-112 0,1 0-32 0,2-2 0 16,3-1-224-16,0-1 0 0,2-1 0 0,2-3 0 16,1-2-240-1,0-2-144-15,5-1-16 0,0-2-16 0,2 0-1312 0,2-4-272 16,2-2-48-16,2-3-16 0,3-2-2768 0,0-3-544 16</inkml:trace>
  <inkml:trace contextRef="#ctx0" brushRef="#br0" timeOffset="86059.58">6964 7922 10127 0,'-7'-20'896'0,"4"14"-704"0,-1-1-192 0,0 1 0 0,0-1 6208 16,2 3 1200-16,2 4 240 0,0 0 48 0,0 0-3360 0,0 0-688 16,0 0-128-16,-4 4-16 0,1 3-1648 0,1 1-320 15,0 2-64-15,2 4 0 0,2 2-800 0,-1 5-160 16,0 0-16-16,0 2-16 0,1 2-256 0,-1 0-48 16,0 0-16-16,1-1 0 0,-1 0-160 0,2-1 192 15,-1-1-192-15,1-2 192 0,-2-3-192 0,0-3 128 16,2-1-128-16,0-1 128 0,-2-1-128 0,2-2 0 15,-1-2 0-15,-2-7 128 0,0 0-128 16,0 0 0-16,0 0 0 0,0 0 0 0,7-2 0 0,-1 1 0 16,-6 1 0-16,5-10 0 0,3 0 0 0,0 0 0 0,0-6 0 15,1-1 0-15,1 0-256 0,2-4 80 16,1-1 16-16,0-4 0 0,2-1-128 0,0 0-32 0,1-1 0 16,2 0 0-1,-1 2-64-15,3 0-32 0,-2 0 0 0,3 3 0 0,-2 2 128 0,1 4 32 16,-3 3 0-16,1 2 0 0,-1 1 64 0,-1 4 0 0,-3 0 16 15,-3 3 0-15,1 2 176 0,-4 0 0 0,-7 2 0 16,8 2 0-16,-8-2 320 0,0 0 32 16,0 0 16-16,0 0 0 0,0 7 96 0,-2 1 32 0,-1 1 0 0,0 0 0 0,1 1-208 15,-2-1-32-15,0 2-16 0,-1-1 0 16,-3 0-240-16,-1 0 144 0,1 3-144 0,0-2 128 0,0 1-128 16,0-2 0-16,1 0 0 0,-1 1 0 0,0-2 0 0,1 1 0 15,0-3 0-15,3 1 0 16,1 0 0-16,2-1 0 0,1-7 0 0,0 0 0 0,0 0 0 15,5 7-176-15,3-1 48 0,1-4 0 0,1-1-112 0,3 0-16 16,2-1 0-16,0 0 0 16,1-1-48-16,1-2-16 0,0 1 0 0,0 1 0 15,1 1 32-15,-2 1 0 0,-3 1 0 0,-3 0 0 0,-3 0 288 0,-1 2 0 16,-6-4-128-16,4 7 128 0,-1 1 0 0,-2-1 224 16,-1 3-32-16,-1 0-16 0,-4 2 128 0,-3-1 16 15,-1 0 16-15,0-1 0 0,-2 2-128 0,1 0-16 16,-1 0-16-16,0-3 0 0,-2 1-176 15,1 1 0-15,0-5 0 0,0 2 0 16,-1-2-464-16,3 0-176 0,1-1-48 0,1 0 0 16,0-4-2464-16,2 1-496 0,6-2-112 0</inkml:trace>
  <inkml:trace contextRef="#ctx0" brushRef="#br0" timeOffset="86241.08">7539 7947 20271 0,'0'0'1792'0,"0"0"-1424"0,0 0-368 0,0 0 0 16,0 0 4752-16,0 0 880 0,0 0 192 0,0 0 16 15,4 8-2208-15,-2 2-448 0,-1 3-96 0,0 4-16 16,-1 0-1536-16,0 2-320 0,-1 2-64 0,-2 2-16 16,2-3-768-16,0 0-160 0,1-2-16 0,-2-1-16 15,4 0-176-15,0-3 0 0,0-2 0 0,0-1 0 16,1-2-1056 0,-3-9-192-16,4 8-32 0,4-5-16 0,1 0-3312 0,0-3-672 15</inkml:trace>
  <inkml:trace contextRef="#ctx0" brushRef="#br0" timeOffset="86758.96">7756 7479 37023 0,'0'0'1648'0,"0"0"336"0,0 0-1600 0,0 0-384 0,0 0 0 0,0 0 0 0,0 0 1984 0,0 0 304 16,0 0 64-16,0 0 16 0,0 0-1232 0,1 6-240 15,2 3-64-15,1-1 0 0,-2 1-160 0,1 2-32 16,1-1-16-16,0 1 0 0,0 0 80 0,1 2 32 15,0-2 0-15,-1 3 0 0,0 2-80 0,0 2-16 16,-2 3 0-16,1-2 0 0,-2 2-160 0,1 5-32 16,-1 0-16-16,0 4 0 0,0 2-96 0,-1 3-16 15,0-1 0-15,0 1 0 0,0-1-320 0,-1-1 0 16,-1-1 0-16,-1-1 0 0,0 2 192 0,1-3-48 16,-2-4 0-16,0-1 0 0,0-4-96 0,0 0-48 0,1-8 0 15,1 1 0-15,-1 2 0 0,1-5 0 0,-2 0 0 16,2-2 0-16,1-3 0 0,0 0 0 0,1-6 0 15,0 0 0-15,0 0 0 0,0 0 0 0,0 0 0 16,0 0 0-16,0 0 0 0,4-7 0 0,-2-5 0 16,4 2 0-16,1-3 0 0,3-1-240 0,0-2 80 0,3-2 16 15,1-3-48-15,1-1 0 0,0-3 0 0,4 0 0 16,0-1 64-16,2 0 0 0,0 0 0 0,1 1 0 0,-2 3 128 16,-1 5 0-16,1-3 0 0,-2 6 0 0,-1 5 0 15,0 0 0-15,-2 4 0 0,0 2 0 0,-2 3 0 16,-1 4 0-16,-2 0 128 0,-1 5-128 0,-1-1 176 0,-2 2-48 15,0 2 0-15,-4 1 0 0,0 3 0 0,-2 4 0 16,-4 1 0-16,-2 3 0 0,0 1 0 0,-3 1 0 16,-2-3 0-16,-2 1 0 0,0-1-128 15,0-2 0-15,0-2 0 0,-1 0 112 0,0-4-112 0,1 0 0 16,0-4 0-16,-1 1 0 16,1 0-624-16,2-4-64 0,0 0-16 15,2-5 0-15,3 0-1600 0,6-3-320 0,-8-6-64 0,3-4 0 0</inkml:trace>
  <inkml:trace contextRef="#ctx0" brushRef="#br0" timeOffset="87107.38">8267 7661 35423 0,'10'-10'1568'0,"-10"10"320"0,0 0-1504 0,0 0-384 16,0 0 0-16,0 0 0 0,0 0 3072 0,7 9 528 16,-2 4 112-16,-2 4 32 0,-5 0-1568 0,1 4-304 15,0 3-64-15,-1 4-16 0,0 2-1040 0,-1 2-224 16,2-2-32-16,0 0-16 0,1 0-176 0,1 0-48 0,2-2 0 0,-1-1 0 15,5-2-256-15,0-2 0 0,3-2 0 0,0-3 0 16,0-3 0-16,1-2 0 0,1-3 0 0,-1-2 0 16,2-3 0-16,0-2 0 0,0-3 0 0,2-1 0 15,0-2-144-15,0-2-96 0,-1-3-16 0,2-1 0 16,2-4-96-16,0-4-32 0,-1-4 0 0,1-1 0 16,-2-3-192-1,0-4-32-15,-1-1-16 0,1-2 0 0,1-1-144 0,-3 3-16 16,-2 4-16-16,-3 8 0 0,-4 2 32 15,-3 7 16-15,-2 9 0 0,0 0 0 0,-9 5 1424 0,-3 8 288 0,0 3 48 0,-2 5 16 0,-2 2 192 16,0 3 64-16,1 2 0 0,2-1 0 0,2-1-768 16,4 0-128-16,-1-1-48 0,3-1 0 0,2-4-80 0,3 0 0 15,4-2-16-15,5-2 0 16,4-3-2336-16,5-4-464 0,4-2-80 0,4-5-20576 0</inkml:trace>
  <inkml:trace contextRef="#ctx0" brushRef="#br0" timeOffset="87468.04">9726 7799 40767 0,'-13'-5'1808'0,"9"1"368"0,0-4-1728 0,1 1-448 0,1-2 0 0,-2-1 0 15,-7 1 1712-15,-3 1 256 0,4 1 48 0,-2-1 16 16,3-1-640-16,1 2-128 0,3 2-32 0,-2 2 0 16,-2 3-400-16,-1 4-96 0,-3 3-16 0,-1 2 0 0,-1 1-112 15,-1 5-32-15,-1 3 0 0,-1 4 0 0,-2 5-288 0,0 3-64 16,0 0-16-16,2 2 0 0,0-1-208 0,3-1 0 15,3 0 0-15,3 0 0 16,4-1 0-16,3-2 0 0,0-7 0 0,5-3 0 16,2-3-1296-16,7-4-160 15,2-3-16-15,7-6-16 0,4-3-2288 0,5-8-464 0,5-5-96 0</inkml:trace>
  <inkml:trace contextRef="#ctx0" brushRef="#br0" timeOffset="88593.9">9865 7797 30687 0,'8'-28'1360'16,"-4"15"288"-16,0 0-1328 0,0 0-320 0,-3 3 0 0,2-2 0 0,-2 4 3136 0,-1 8 544 15,-4-4 112-15,-2 4 32 0,-2 4-848 0,-1 4-160 16,-2 4-48-16,1 4 0 0,-5 0-1552 0,1 7-304 16,1 1-64-16,0 2-16 0,1-1-496 0,1 1-96 15,0-1-32-15,2-1 0 0,1-4-208 0,4 0 144 16,0-2-144-16,3 0 128 0,1-3-128 0,3-3 0 16,1-2 0-16,1-5 0 0,-5-5-192 0,9 2 48 15,0-5 0-15,1-1 0 0,1-1-112 0,2-3 0 16,1-1-16-16,1-3 0 0,-4-2 16 0,2-3 0 15,2-1 0-15,0-3 0 0,4-3 112 0,0-1 144 16,1-1-208-16,1 0 80 0,1-1 128 0,-1 0 0 0,-1 2 0 0,1 3-128 16,-1 3 128-16,-3 4 0 0,-2 3 0 15,-1 4 0-15,-4 3 0 0,-1 2 176 0,-2 5-48 0,-1 4 0 16,-3 6 288-16,-2 1 48 0,-2 5 16 16,-2 4 0-16,-1 4-80 0,-1 1-16 0,0 1 0 0,-2 2 0 15,1 1-384-15,-1-1 0 0,1-2 0 0,0-1 0 16,1-2 0-16,3-4 0 0,0-3 0 0,2-2 0 15,0-3 0-15,2-1 0 0,-1-6 128 0,-1-6-80 16,5 5-48-16,-5-5 0 0,8 2 0 0,0-4 0 0,-2 0 0 0,2-4 0 16,-1 0 0-16,2-3 0 0,0-4 0 15,1-2-208-15,1-2 64 0,1-2 16 0,1-2 128 16,1-2 0-16,0-4 0 0,2-1 128 0,1-3-256 0,0 1-64 16,0 0 0-16,0 2 0 0,-2 5 192 15,1 4 0-15,-3 6-144 0,-3 2 144 0,0 3 0 0,-4 4 0 16,-6 4 0-16,0 0 0 0,0 0 0 0,1 12 0 15,-1 2 128-15,-1 2-128 0,0 2 176 0,-2-1-48 16,-2 4-128-16,2 0 192 16,1-1-192-16,0-1 0 0,0-1 0 0,1-1 0 0,1-3 0 15,1-1 0-15,1-2 0 0,2-3 0 0,2-2 0 0,-6-6 0 16,0 0 0-16,9 4 0 0,0-4-144 0,1-4 144 16,-1 1-208-16,2-2 80 0,-1-3 0 0,1-1 0 0,0-1 0 15,2-3 0-15,2-2 0 0,-1-1 0 16,2 0 0-16,1-1 0 0,0-5 128 0,0 1-128 15,1 1 128-15,0 3-128 0,-2-1 128 0,-2 6 0 0,0 1 0 16,-3 3 0-16,-2 3 0 0,-3 2 0 16,-6 3 0-16,0 0 0 0,0 0 128 0,2 12 48 0,-4 1 16 15,1 2 0-15,-1 2 48 0,-1 2 16 0,0 2 0 0,1-1 0 16,-2 3-256-16,1-3 0 0,1 1 0 0,0-1 0 16,2-2 0-16,2-1 0 0,0-3 0 0,3-1 0 15,-1-1-400-15,2-3-128 16,0-2-32-16,3-2 0 0,2-4-1008 0,0-2-208 0,5-3-32 15,0-1-16-15,1-3-2368 0,-2 0-480 0,1-1-80 16,-3 0-32-16,-1-5-1200 0,1-2-240 0,-3-1-48 16,-1-1-16-16,0-2 4384 0,-1-1 880 0,-1-1 192 0,-1 0 16 15,1 0 4512-15,1 0 896 0,-1 1 176 0,0 4 32 0,-1 0-384 0,1 4-64 16,-3 2-32-16,0 5 0 0,-4 6-1248 0,0 0-256 16,0 0-64-16,1 8 0 0,-2 1-768 0,-3 5-144 15,-1 6-48-15,-2 6 0 0,-1 1-960 0,1 6-208 16,-1 3-48-16,-1 5 0 0,-3 0-368 0,1 3-80 15,1-1 0-15,0-3-128 0,0-4 128 0,4 0-128 16,-1-2 0-16,2-3 144 0,3 1-144 0,-2 0 0 16,0-1 0-16,1-4 0 0,1-3 0 0,0-3 0 15,2-3 0-15,-1-2 0 0,0-5 0 0,1-2-160 16,0-9 160-16,0 0-192 16,0 0-464-16,0 0-112 0,0 0 0 0,5-6-16 15,0-3-240-15,0-3-32 0,0-5-16 0,1-2 0 16,-1-5-240-16,0-2-48 0,0-7-16 0,-1 1 0 15,1-3 480-15,1-2 80 0,-1-2 32 0,1-1 0 16,1-2 80-16,2 1 32 0,1 1 0 0,2 1 0 16,0 2 896-16,1 1 176 0,-1 3 48 0,-2 5 0 15,3 3 608-15,2 0 128 0,-1 4 32 0,-1 3 0 16,1 2-144-16,2 3-32 0,0 2 0 0,-1 3 0 0,-2 4-240 16,3-1-48-16,-2 3-16 0,1 0 0 0,-2 0-288 0,-2 2-48 0,1 0-16 15,-2 4 0-15,0 3-64 0,-3-1-32 0,0 2 0 0,-2 3 0 16,-4 2 96-16,1 2 0 0,-5 1 16 0,-2 4 0 15,-2 0-400-15,-2 3 0 0,-2 1 0 0,-1 2 0 16,-1-2 160-16,0-1-160 0,0 0 192 0,0-3-192 16,1 0-384-16,0-3-192 15,0-3-48-15,5-2 0 0,0-3-1536 0,2-4-304 0,5-5-64 0,0 0-19872 16</inkml:trace>
  <inkml:trace contextRef="#ctx0" brushRef="#br0" timeOffset="89139.86">11348 7614 23039 0,'0'0'1024'16,"0"0"192"-16,0 0-960 0,0 0-256 0,0 0 0 0,0 0 0 0,0 0 5600 0,0 0 1072 16,5 11 224-16,-3 2 32 0,0 1-3840 0,-2 2-768 15,-2 2-144-15,2 2-48 0,-1 0-1184 0,-2 4-240 16,0-3-64-16,0 4 0 0,2-1-352 0,-1 1-80 16,2-1-16-16,2-4 0 0,-2 0-192 0,1-6 0 15,0 1 128-15,1-5-128 0,-1-2 0 0,-1-8 128 16,0 0-128-16,0 0 128 0,0 0-128 0,0 0 0 15,0 0 0-15,0 0 0 0,0 0 0 0,0 0 0 16,8-4 0-16,0-3 0 0,-2 0 0 0,3-4 0 16,0-3 0-16,2-3 0 0,-1-3 0 0,3-2-160 0,0-3 160 0,3 2-192 15,5-2-80-15,0 2-32 0,-1 1 0 16,4 2 0 0,-3 2-720-16,0 3-160 0,-3 2-32 15,-1 2 0-15,-4 3-560 0,-1 4-112 0,-2 4-32 0,-1 2 0 0,-9-2-368 0,5 8-80 16,-2 1 0-16,-3 4-16 0,-1 4 1504 15,-2 2 304-15,-1 0 64 0,2-1 16 0,-1-1 1200 0,2 0 256 0,-1-1 32 0,1 0 16 0,0-2 720 16,2-2 160-16,3-2 32 0,1-1 0 16,2-2-848-16,2-3-176 0,3-2-16 0,-1 1-16 15,2-3-480-15,3-4-112 0,1-1-16 0,0-2 0 16,0-2-128-16,1-1-128 0,0-3 144 0,-1-2-144 0,-1 1 128 0,0 0-128 16,-1-2 0-16,0 0 144 15,-2-1 48-15,-2 1 16 0,-2-1 0 0,-2 2 0 0,-3 5 160 16,0 1 16-16,-3 0 16 0,-1 9 0 0,0 0 416 15,-6-2 80-15,-2 5 0 0,-1 3 16 0,-4 3-208 0,-2 5-32 16,0 1-16-16,-1 3 0 0,0 2-464 0,1 1-192 16,0 0 128-16,4 0-16 0,0-1-112 0,3-1 0 15,4 0 0-15,3-1 0 0,0-2 0 0,2-2 0 16,3-1 0-16,3-2 0 16,2-3-576-16,4-3-128 0,2-2 0 0,4-3-16 15,3-3-2064-15,1-1-416 0,1-1-64 0,-1-4-11456 16,1-3-2304-16</inkml:trace>
  <inkml:trace contextRef="#ctx0" brushRef="#br0" timeOffset="89442.28">12269 7695 10127 0,'9'-27'448'0,"-3"14"96"16,-1-2-544-16,0-3 0 0,0 2 0 0,-2 2 0 0,-2 1 8208 0,-1 3 1536 15,-1 2 304-15,-4 1 64 0,-2 2-6016 0,-1 1-1216 16,-2 2-256-16,-2 2-32 0,-1 2-1376 0,-1 2-288 0,1 1-48 0,0 2-16 16,-2-3-688-16,2 2-128 0,-1 1-48 0,2 1 0 15,1-1 0-15,-1 4 0 0,3-5 0 0,2 2 0 16,1 0 0-16,3 0 0 0,3-8 0 0,0 8 0 15,3 1 0-15,1 0 0 0,1 1 0 0,3-1 0 0,1-1 0 0,1 0 0 16,2 0 0-16,0 0 0 16,-1 1 0-16,2 0 0 0,-1 0 0 0,0 0 0 15,-2 0 0-15,2 1 0 0,-3-3 0 16,0 2 0-16,-2 2 0 0,-1 2 0 0,-2-1-160 0,-1 1 160 0,-3-2 0 0,-2 1 0 16,0 0 0-16,-2 1 0 0,-1-1 0 0,-3-1 0 15,-2 2 0-15,-1-3 128 0,-1-1-96 0,-1 0-32 16,2 0 0-16,-1-3 0 0,1 1 0 0,1-3 0 15,0-1 0-15,-1-2 0 16,3-2-1024 0,2-2-208-16,1-1-48 0,5-3 0 0,2-2-3296 0,6 0-672 0,2-1-128 15</inkml:trace>
  <inkml:trace contextRef="#ctx0" brushRef="#br0" timeOffset="89757.54">12583 7604 10127 0,'19'-14'896'0,"-10"7"-704"0,0-2-192 0,0 2 0 0,-1 1 7152 0,0-1 1392 0,-3 1 288 0,-5 6 48 0,0 0-4432 0,0 0-880 15,0 0-176-15,0 0-48 0,-5-4-1728 0,0 1-336 16,-3 2-80-16,0 1-16 0,-1 1-832 0,-2 2-160 16,-2 1-48-16,2 2 0 0,-1 1-96 0,-1 1-48 0,0-1 0 15,2 3 0-15,4-1 0 0,-1 1 0 0,2-2 0 0,3 0 0 16,-1-2 0-16,1 1 0 0,2-1 0 0,1 2 0 16,1 1 0-16,2 0 0 0,1-2 0 0,-1 1 0 15,4-2-240-15,1 1 64 0,0-2 16 0,2 2 0 16,2 0 160-16,1 1-208 0,1 0 80 0,1 0 128 15,-4 0-128-15,2-1 128 0,-1 1 0 0,-2 1 0 16,0-1 0-16,-3 3 0 0,-1 0 0 16,-2 0 0-16,-3 1 0 0,-1 2 0 0,-3-2 192 0,-1 1-64 15,-1 0 16-15,-3 0 0 0,-2-1 0 0,1-2 0 0,-2-1-144 16,2 0 128-16,0 0-128 0,0 0 128 0,0-2-128 16,0-3 0-16,1 0-160 0,1-2 160 15,-1 1-1312-15,2-6-160 0,6 3-48 16,-8-4-23056-16</inkml:trace>
  <inkml:trace contextRef="#ctx0" brushRef="#br0" timeOffset="89960.44">12670 7576 36287 0,'6'-13'1600'0,"-1"8"336"0,2 1-1552 0,1-1-384 16,1 1 0-16,-1 0 0 0,-2 0 2496 0,-6 4 400 16,0 0 96-16,0 0 16 0,0 0-768 0,0 0-128 15,0 0-48-15,4 8 0 0,-1 1-1024 0,-2-1-208 0,-1 1-32 0,0 3-16 16,1 2-592-16,-1-1-192 0,-1 2 128 0,0 0-128 15,-1-2 0-15,1 4 0 16,0-2-176-16,1 2 176 16,-2 1-1360-16,4-2-176 0,2 0-16 0,3 1-16 15,4-1-2464-15,3-2-480 0,4-2-96 0</inkml:trace>
  <inkml:trace contextRef="#ctx0" brushRef="#br0" timeOffset="90545.37">13174 7652 13823 0,'1'-16'608'0,"1"11"128"16,-1-1-592-16,0-2-144 0,2-3 0 0,-1 2 0 0,0-2 8320 0,-2 1 1616 0,-2 1 336 0,0 3 64 16,-1-3-6928-16,-1 4-1376 0,-3 1-288 0,0 0-48 0,-1 1-944 0,0 0-192 15,1 2-48-15,-1 2 0 0,-3 3-368 0,0 4-144 16,-4 3 0-16,0 2 0 0,2-2 0 0,-2 2 0 16,2 0 0-16,-2 2 0 0,-1 2 0 0,2-2 0 15,1 0 0-15,3 0 0 0,-1 1 0 0,2 0 0 16,2-2 0-16,3-1 0 0,3 1 0 0,2-1 0 15,3-5 0-15,0 0 0 0,1 0-144 16,3-4-32-16,1 0 0 0,2-2 0 0,2 1-80 0,0-3 0 16,0-3-16-16,5-1 0 0,0-5 80 0,0 1 0 15,-1-1 16-15,3-1 0 0,1-3 176 0,1 0-128 16,1-1 128-16,1-2-128 0,1 0 128 0,1 2 0 16,0-4 0-16,-1 2-128 0,-2 2 128 0,-2 2 0 15,-2 3 128-15,-4 5-128 0,-5 0 144 0,-2 4-144 16,-8 0 192-16,0 0-192 0,3 10 416 0,-2 0-32 15,-1 0 0-15,-1 2 0 0,-2 1-160 0,-1 0-32 16,0 0-16-16,2 0 0 0,-1-1-128 16,2-2-48-16,-2 0 0 0,2 1 0 0,1-1 0 0,0 1 0 0,0-2 0 0,0-9 0 15,0 0 0-15,0 0 0 0,0 0 0 16,6 5 0-16,1-1 0 0,-1-3 0 0,1-2 0 0,1-3 0 16,-1-2 0-16,1-2 0 0,3-3 0 0,0 1 0 15,1-1 0-15,0 0 0 0,-2-1 0 0,3-1 0 16,2 0 0-16,0-5 0 0,1-3-160 0,2 0 160 15,1 1-176-15,0-3 176 0,1 1-208 0,3-3 80 16,-1 4 128-16,-2 4 0 0,-3 4 0 0,-4 4 0 16,-4 4 0-16,-1 2 0 0,-8 3 0 0,0 0 0 15,0 0 192-15,2 12-48 0,-2 2 0 0,-2 2 0 16,0 1-96-16,0 0-48 0,-2 4 0 0,-1-2 0 0,1-1 0 0,0 2 0 16,1 1 0-16,1-2 0 0,-1-2 0 15,0 0 0-15,3-2 0 0,2-1 0 0,0 0 0 16,2 1-160-16,1-2 160 0,2-2-192 15,1 0-1152-15,2-2-224 0,2-1-48 0,2-3-22816 16</inkml:trace>
  <inkml:trace contextRef="#ctx0" brushRef="#br0" timeOffset="90913.05">14256 7743 26719 0,'0'0'1184'0,"0"0"240"0,-4 7-1136 0,-1 1-288 0,1 1 0 0,0 3 0 0,-2 3 6592 0,-2 1 1248 16,-1 1 256-16,0 2 48 0,2-2-5888 0,-2 3-1168 16,-1-1-256-16,-1 1-32 0,1 0-624 0,-1-1-176 15,2-1 0-15,-1 1 96 0,-1-2-96 0,2-1 0 16,1-2 0-16,0-3 0 15,2-2-1712 1,2-2-336-16</inkml:trace>
  <inkml:trace contextRef="#ctx0" brushRef="#br0" timeOffset="91715.61">15624 7084 41407 0,'-2'-12'1840'0,"2"12"368"0,-1-7-1760 0,0 2-448 15,2-1 0-15,0-1 0 0,-1 7 1056 0,0 0 128 16,0 0 32-16,3 9 0 0,-4 2 528 0,1 3 112 15,-2 3 32-15,0 4 0 0,-3 4-976 0,1 3-192 16,-3 6-32-16,-1-1-16 0,2 1-272 0,-1 0-48 16,1-2-16-16,1-2 0 0,1-2-336 0,0-4 144 15,0-3-144-15,1-4 0 0,1-1 0 0,0-6 0 16,2-10 0-16,0 0 0 0,0 0 0 0,0 0 0 16,0 0 0-16,8-2 0 0,0-5 0 0,0-3-176 15,2-3 176-15,2-2-160 0,1-6-80 0,1-1-16 16,2-1 0-16,1-7 0 0,-1-3 48 0,3-2 0 0,1 0 0 15,2 0 0-15,0 1 48 0,3-3 16 0,1-3 0 0,0 2 0 16,-1 3 144-16,-1 2 0 0,-1 6-144 0,-2 6 144 16,-2 5 0-16,-1 6 0 0,-3 2 0 0,-2 7 0 15,-2 5 176-15,0 7 96 0,-3 8 32 0,-2 5 0 0,-1 8 144 16,-1 6 48-16,-1 2 0 0,-4 11 0 0,-3 9-176 0,-3 10-16 16,-1 12-16-16,-1-1 0 0,-2 0-16 15,-3 4 0-15,-1 3 0 0,-3 0 0 0,-2-2-96 16,-2-7-32-16,1-7 0 0,0-6 0 0,2-2-272 15,-2-5-64-15,2-3-16 0,3-6 0 16,-1-3 208-16,2-4 256 0,2-6-48 0,3-4-16 0,1-4-320 16,1-3-80-16,1-7-16 0,2-3 0 15,4-4-2720-15,3-6-560 0,-2-6-96 0</inkml:trace>
  <inkml:trace contextRef="#ctx0" brushRef="#br0" timeOffset="91941.43">16225 7854 49647 0,'0'0'1088'0,"0"0"240"0,0 0 32 0,-7 18 32 0,10-7-1120 0,-3 5-272 16,0 2 0-16,-1 4 0 0,-2 4 1232 0,0 4 192 16,-1 0 48-16,1 0 0 0,-1-1-880 0,2-2-160 15,1-2-48-15,0 0 0 0,-1-5-384 0,2 1 0 0,0-2 128 0,0-4-128 31,0-3-576-31,2-3-128 0,-2-9-48 0,2 7 0 16,-2-7-2032-16,7 2-416 0,2-2-64 0,1-2-17296 0</inkml:trace>
  <inkml:trace contextRef="#ctx0" brushRef="#br0" timeOffset="92465.35">16312 7839 13823 0,'-2'-6'1216'0,"-2"2"-960"0,0-3-256 0,0 0 0 15,0 1 6384-15,4 6 1232 0,0 0 240 0,0 0 48 0,-4-6-4544 0,4 6-912 16,0 0-176-16,0 0-32 0,0 0-1104 0,0 0-224 15,0 0-32-15,8 3-16 0,-8-3-480 0,10 5-112 16,-3 0-16-16,2 1 0 0,0-1-128 0,-1 1-128 16,1 3 144-16,0-2-144 0,0 2 128 0,-1 2-128 15,0-1 0-15,0 2 0 0,-2 1 256 0,-1 0-32 16,1 1-16-16,-3 0 0 0,0 1 96 0,-2-1 16 16,-1 0 0-16,-2 2 0 0,-1 1-64 15,1 0-16-15,-2-3 0 0,0 2 0 0,0-2-96 16,0 1-16-16,-1-1 0 0,1-4 0 0,0 1-128 0,0-2 0 15,-1 0 144-15,1-1-144 0,0-2 0 0,0 0 0 16,-1-1 0-16,1 0 128 0,0 0-128 0,0 2 0 16,-1 1 0-16,0-2 0 0,5-6 0 0,-6 7 0 15,0 1 0-15,1-2 0 0,-2-2 0 0,3 1 0 16,4-5 0-16,-2 7 0 0,2-7 0 0,0 0 0 16,0 6 0-16,0-6 0 0,0 0 0 0,0 0-160 0,0 0 160 0,8 4 0 15,1-3-176-15,2-2 176 0,4-1-160 16,0-4 160-16,4 1-160 0,0-4 160 15,2 0-160-15,1-3 160 0,0-1-128 0,-1-3 128 0,1-1 0 16,-2 1-144-16,-2 0 144 0,0 2 0 0,-2-5 0 0,1 1 0 16,-5 5 0-16,-2-4 0 0,1 1 0 0,-4 2 0 15,-1 1 0-15,-2 3 0 0,-1 0 0 16,-3 4 0-16,-3-2 0 0,3 8 144 0,-8-1-144 0,-1 3 160 16,-4 4-16-16,-2 1 0 0,-2 4 0 0,0 2 0 0,-1 1-16 15,1 3 0-15,0 1 0 0,0 2 0 0,3 0-128 0,1-2 0 16,1-3 0-16,4 1 128 0,3-2-128 15,2 1 0-15,3-2 0 0,3-1 0 16,0-5-496-16,3 0-80 16,3-2 0-16,3-1-16 0,1-1-1088 0,1-2-224 15,2-1-32-15,5-4-16 0,2-2-2240 0,3-4-448 16,-2 0-96-16</inkml:trace>
  <inkml:trace contextRef="#ctx0" brushRef="#br0" timeOffset="92823.74">16787 7996 13823 0,'0'-13'608'0,"0"13"128"0,0-8-592 0,1 2-144 0,0-1 0 0,-1 7 0 0,0 0 6720 0,0 0 1328 15,0 0 256-15,0 0 48 0,0 0-4576 0,-2 10-896 16,-2 1-192-16,0 4-48 0,1 2-1248 0,-1 3-256 0,-1 3-48 0,-1 0-16 16,2 0-592-16,0 2-112 0,-1 0-32 0,1-4 0 15,0-2-160-15,0 1-48 0,0 0 0 0,1-3 0 16,2-2-80-16,1-1-48 16,0-2 0-16,1-3 0 0,1-1 0 0,-2-8 0 0,0 0 0 0,0 0 0 15,0 0 0-15,0 0 0 16,0 0 0-16,9-2 0 0,-1-5 0 0,1 1 0 0,-1-4 0 0,1 0-160 15,-2-3 160-15,4-1 0 0,-1-3-144 0,3-2 144 16,0 0 0-16,2-2-176 0,-2-1 176 16,1-4-128-16,3-3 128 0,1-1 0 15,1 0 0-15,-2 1 0 0,1 2 0 0,0 4 0 0,-2 3 0 0,-2 4 0 16,-2 6 0-16,-3 2 0 0,-1 6 0 0,-2 3 0 16,-6-1 128-16,5 10 0 0,-3 6 0 0,-2 3 0 15,-2 2-128-15,0 1 0 0,-1-1 0 0,-1 3 96 16,-1 4-96-16,-1 0 0 0,0 1 0 0,1-5 0 0,0-3 0 0,1 0 0 15,0-4 0-15,1 0 0 0,1 0 0 0,1-1-240 16,1-3 80-16,1-4 16 16,-1-9-1696-16,9 4-336 0,3-7-64 0</inkml:trace>
  <inkml:trace contextRef="#ctx0" brushRef="#br0" timeOffset="93363.11">18247 6972 5519 0,'0'0'240'0,"0"0"64"0,10 0-304 15,-10 0 0-15,0 0 0 0,0 0 0 0,0 0 10112 0,0 0 1984 0,0 0 384 16,0 0 64-16,0 0-8528 0,0 0-1712 0,0 0-352 0,-2 9-64 16,-2-3-1360-16,-3 3-272 0,1 0-48 0,-3-1-16 15,-2 0 16-15,-2 1 0 0,-1 0 0 0,-2 2 0 16,-1-1-144-16,-2 2-64 0,-4 0 0 0,1-2 0 15,-1 1 0-15,-1-1 0 0,1 2 0 0,-2-3 0 16,0 0 0-16,3 1 0 16,0 0 0-16,2-1 0 0,4-2 0 0,0 0 0 0,3-3 0 15,1 1 0-15,3 2 0 0,2-2 0 0,1-1 0 0,6-4 0 16,0 0 0-16,0 0 0 0,0 0 0 0,0 0 0 0,0 0 0 0,0 0 0 16,0 0 0-16,0 0 0 0,9 6 0 0,3-1 0 15,0 1 0-15,2-1 0 0,2-1 0 0,0 1 0 16,1 0 0-16,2-2 0 0,0 1 0 0,2-4 0 15,-1 1 0-15,0 0 0 0,0 2 0 0,1-2 0 16,-2 1 0-16,-2 0 0 0,0 0 0 0,-1 0 0 16,-4-1 0-16,-1 2 0 0,1 0 0 0,-3-1 0 15,-1 1 0-15,-8-3 0 16,9 4-448-16,0-3-96 0,-9-1-16 0,10 3 0 16,1-1-1984-16,1-2-400 0,1 3-64 0,0-2-19264 0</inkml:trace>
  <inkml:trace contextRef="#ctx0" brushRef="#br0" timeOffset="93660.77">18573 6828 47167 0,'0'0'2096'0,"0"0"416"0,1-6-2000 0,-1-1-512 0,1 1 0 0,-1 6 0 15,0 0 1488-15,0 0 208 16,0 0 32-16,0 0 16 0,0 0-272 0,0 0-64 0,6 4-16 0,-3 5 0 15,0-2-1008-15,0 8-192 0,-2 3-32 0,0 4-16 0,-1 6-96 0,-2 4-48 16,-2 2 0-16,-1 1 0 0,1-5 0 0,-2 2 0 16,1 0 0-16,0 2 0 0,1 3 0 0,0 0 0 15,-1 4 0-15,1-3 0 0,-1 9 0 0,1-4 0 16,0-4 0-16,0-3 0 0,2-1 0 0,-2-5 0 16,0-4 0-16,0-1 0 15,0-5 0-15,0-3 0 0,1-2 0 0,1-2 0 0,-1 0 0 0,1-1 0 16,-1 0 0-16,2-6 0 15,-2 1-960-15,3-7-176 0,3 8-32 0</inkml:trace>
  <inkml:trace contextRef="#ctx0" brushRef="#br0" timeOffset="101228.46">27087 634 45551 0,'0'0'2016'0,"0"0"416"0,-2-6-1936 0,-1-1-496 0,2 3 0 0,1 4 0 0,0 0 576 0,0 0 0 15,0 0 16-15,-1 7 0 0,-5 1 192 0,2 5 48 16,0 2 0-16,-2 5 0 0,-3 3-64 0,0 1-16 16,-2 2 0-16,1 0 0 0,-1 3-288 0,0-1-48 15,-1 0-16-15,0-2 0 0,0-3-144 0,2-1-48 16,0-1 0-16,2-4 0 0,0-2-64 0,1-5-16 16,2 0 0-16,1-3 0 0,4-7 0 0,0 0-128 15,0 0 192-15,0 0-64 0,0 0-128 0,2-9 0 16,2-2 0-16,2-3 0 0,3-3-144 0,3-3-16 15,2-3 0-15,3-2 0 0,1-2-32 0,5-3-16 16,1-1 0-16,1-5 0 0,1-1 16 16,2-1 0-16,0-3 0 0,2 2 0 0,2-4 192 0,-5 8-176 0,0 5 176 15,-2 5-160-15,-4 7 160 0,-4 6-128 0,-5 6 128 16,-3 6-128-16,-1 4 128 0,-4 9 0 16,-4 6 160-16,-4 11-160 0,-4 7 336 0,-3 6-16 15,-2 8-16-15,-2 7 0 0,-7 4-112 16,-2 9 0-16,-1 7-16 0,-1 6 0 0,0 2 16 0,-3 0 16 0,2 0 0 15,-2-2 0-15,-1-4-208 0,3-1 144 0,4-4-144 0,-1-4 128 16,2-11-128-16,1-4 0 0,1-6 0 0,4-3 128 16,0-2-672-1,2-6-144-15,2-3-16 0,3-4-16 0,3-5-1904 0,4-7-368 16,-1-5-80-16</inkml:trace>
  <inkml:trace contextRef="#ctx0" brushRef="#br0" timeOffset="101400.15">27325 1681 47855 0,'-23'31'2112'0,"14"-12"448"0,0 1-2048 0,-1 5-512 15,-3 0 0-15,-2 2 0 0,1 1 704 0,0-1 16 16,-2 1 16-16,0-2 0 0,3 0 144 0,2-3 16 16,0-2 16-16,2-1 0 0,1-5-784 0,3-2-128 15,0-2 0-15,2-4 0 16,3-7-2432-16,0 0-384 0,0 0-64 0,0 0-18032 0</inkml:trace>
  <inkml:trace contextRef="#ctx0" brushRef="#br0" timeOffset="102367.51">27383 1561 37663 0,'-6'-14'1664'0,"3"7"352"0,-2-2-1616 0,1 1-400 0,0 2 0 0,0-1 0 16,-2 2 1728-16,0 1 256 0,1 0 48 0,5 4 16 15,0 0-864-15,0 0-160 0,0 0-48 0,0 0 0 16,0 0-976-16,0 0-208 0,11 5-48 0,-1 1 0 15,3 2-400 1,1-2-96-16,-2 2-16 0,0 1 0 16,1 0 48-16,0 2 0 0,0-1 0 0,0 2 0 0,-1-2 544 0,-2 1 176 0,1-1 0 0,-1 4 0 15,-2-1 704-15,-4 0 240 0,0-1 48 0,-2 0 16 16,-2 0 208-16,-1-2 32 16,0-1 16-16,-2 2 0 0,-1-1-240 0,-1 0-64 0,-3 1 0 0,2-2 0 15,0-2-496-15,3-1-96 0,-4 1-32 0,2-1 0 0,1 1-160 16,0-3-48-16,1 1 0 0,3-5 0 0,0 0-128 0,0 0 0 15,0 0 0-15,6 5 0 0,0 1 0 0,3 0 0 16,2-2-192-16,-1-2 192 0,1 1-176 0,-1-1 176 16,0 1-128-16,1 1 128 0,-11-4 0 0,9 5 0 15,0-2 0-15,-9-3-128 0,0 0 128 0,5 9 0 16,1-1 0-16,-4 2 0 0,-1-2 192 0,-2 4-48 16,-3-3 0-16,-2 1 0 0,-2 2 144 0,-1-2 32 15,-2 1 0-15,1-1 0 0,1 1-320 0,-2-3 0 0,1-1 0 16,-3 2-144-16,0 1 288 0,1-1 64 15,0-1 16-15,1-1 0 0,-4 2-224 0,4-1 0 0,0-2 0 0,3-3 0 16,8-3 160-16,0 0-160 16,0 0 160-16,0 0-160 0,0 0 0 0,0 0-208 15,0 0 16-15,7-5 0 0,2-4 0 0,4 0 16 16,3-1 0-16,1-2 0 0,1-1 176 0,1-2 0 0,1 1-144 16,0-2 144-16,0-2-176 0,1 0 48 0,-3 0 0 15,2-2 0-15,1-2 128 0,-2-2 144 0,2 1-16 0,-1 0-128 16,-2-1 0-16,-1 2 0 0,-1 2-192 0,-3 5 48 15,-4 2 144-15,-3 4 0 0,-2 1 0 0,-4 8 0 16,0 0 416-16,-6 1 16 0,-6 6 0 0,-1 2 0 0,-1 6-432 16,-2 5 0-16,0 3 0 0,1 2 0 0,0 0 0 15,2-2 160-15,0 0-160 0,3-1 160 0,2 1-160 0,2-3 0 16,2-2 0-16,1-1 128 0,2-1-128 0,2-2-176 16,3-1 48-16,1-1 0 0,3-6-192 15,0 1-48-15,-8-7 0 0,10 0 0 16,3-3-624-16,3-1-128 0,1-2-32 15,1-5 0-15,2 1-320 0,-1-2-64 0,-1-2 0 16,1-2-16-16,0-1 528 0,2-2 128 0,0-1 0 16,-1-1 16-16,-2-2 176 0,-3-2 48 15,1 0 0-15,-2 0 0 0,-1 3 928 0,1 1 192 0,-4 4 48 0,-2 3 0 16,-2 4 528-16,-2 3 112 0,-4 7 32 0,0 0 0 0,0 0 224 0,0 0 64 16,2 7 0-16,-1 3 0 0,1 1-448 0,-2 2-64 0,0 2-32 15,-1 2 0-15,0 3-480 0,1 2-112 0,-3 0-16 16,1 0 0-16,-1-1-320 0,0 1 0 15,-1 2 0-15,1-5 0 0,0 1 0 0,0 1 0 16,-1-4 0-16,1 3 0 0,0-1 0 16,2-4 144-16,-2-3-144 0,2-3 0 0,1-9 0 0,0 0 0 0,0 0 0 15,0 0 0-15,0 0 0 0,0 0-144 0,0 0 144 16,6-6-128-16,3-5 128 0,0 0-128 0,2-4 128 0,1 0-128 16,-1-2 128-16,2 0 0 0,0-3 0 0,3 1-128 15,1-2 128-15,0-4 0 0,0 0 0 16,0 0 0-16,1 1 0 0,-1 1 0 0,-3 3 0 15,-2 4-128-15,-1 4 128 0,-4 4 0 0,1 4 0 0,-8 4 0 16,0 0 320-16,5 11-16 0,-1 3 0 16,-2 3 0-16,-5 3-160 0,0 1-16 0,1-4-128 0,-1 1 192 15,1 0 32-15,-1 0 0 0,2-1 0 0,2-1 0 16,2-4-944 0,1-2-192-16,-1-1-48 0,5-4 0 0,4-1-1744 0,5-4-368 15,4-4-64-15</inkml:trace>
  <inkml:trace contextRef="#ctx0" brushRef="#br0" timeOffset="102593.63">29074 870 33167 0,'-12'-1'1472'0,"7"1"304"16,0 0-1424-16,0-3-352 0,5 3 0 0,0 0 0 0,0 0 4720 0,0 0 864 15,0 0 176-15,5-1 48 0,2 1-4016 0,-2 0-816 16,1 1-144-16,3-1-48 0,-2 3-464 0,2-3-112 15,3 2-16-15,0 0 0 0,3-2-192 0,1 1 0 16,2-2 128-16,-1 1-128 0,0 0 0 0,0 0 0 16,1 0 0-16,-2 0 0 15,-1-2-400-15,1 2-128 0,0 3-32 0,-3 0 0 16,1-1-1728-16,-1 4-336 0,-1 1-80 0</inkml:trace>
  <inkml:trace contextRef="#ctx0" brushRef="#br0" timeOffset="102752.36">29057 1137 32255 0,'-21'7'2864'0,"15"-4"-2288"16,2-2-576-16,4-1 0 0,0 0 3072 0,0 0 512 16,0 0 112-16,9 4 16 0,0-2-2112 0,3 0-432 0,1-1-80 0,3-1 0 0,-3 1-384 0,5-2-64 15,1-2 0-15,5-1-16 0,-1-1-496 0,3-1-128 16,1-1 0-16,3-1 0 16,2-3-384-16,3-1-160 0,2-1-32 0,1-3 0 15,11-9-2160-15,1 3-432 0,1 0-96 0</inkml:trace>
  <inkml:trace contextRef="#ctx0" brushRef="#br0" timeOffset="102974.87">30245 385 38703 0,'0'0'1712'0,"-3"-5"352"0,-2 1-1648 0,0 1-416 0,5 3 0 0,0 0 0 0,0 0 2640 0,0 0 448 16,0 0 96-16,0 0 16 0,-9 7-1280 0,4 5-240 15,5 1-48-15,-6 6-16 0,-1 7-912 0,-3 4-192 16,1 6-48-16,4 1 0 0,4 4-144 0,-1-2-16 15,0 1-16-15,-3 10 0 0,-1-2-288 0,1 0 128 16,0 2-128-16,0-5 0 0,1 1 0 0,-1-2-192 16,1-3 0-16,1-3 0 0,-1-4 320 0,2-10 64 0,0 0 0 0,-2-1 16 31,2-1-560-31,0-3-112 0,1-1-32 0,2-2-16672 0,5-1-3344 0</inkml:trace>
  <inkml:trace contextRef="#ctx0" brushRef="#br0" timeOffset="113087.5">5348 7733 46079 0,'0'0'2048'0,"0"0"400"0,0 0-1952 0,0 0-496 0,0 0 0 0,0 0 0 15,13 1 2560-15,-1-1 432 0,-2 0 80 0,-10 0 0 16,10-2-2608-16,-2 0-464 0,-8 2-208 0,0 0 16 16,0 0 192-16,11 3 0 0,-11-3 0 0,0 0 0 15,9 5-2432-15,-1 2-448 0</inkml:trace>
  <inkml:trace contextRef="#ctx0" brushRef="#br0" timeOffset="116441.18">3752 10276 28559 0,'0'0'2544'0,"0"0"-2032"0,7-6-512 0,-7 6 0 0,6-10 3104 0,1 0 528 0,-1 3 96 0,-6 7 32 16,0 0-2112-16,4-11-432 0,-1 1-64 0,-3 10-32 16,-4-8 480-16,4 8 80 0,-7-5 32 0,-1-1 0 0,-2 3-624 0,-2 0-112 15,-1 2-16-15,3 2-16 16,-2 0-448-16,-2 2-96 0,-5 1-16 0,-1 1 0 0,-1 2-176 0,-1-1-32 15,-3 3-16-15,-3 0 0 16,1 0-160-16,-2 3 0 0,1-4 144 0,0 2-144 16,1 1 0-16,2-1 0 0,2 1 0 0,1-3 128 15,2 1-128-15,3-2 0 0,4 0 0 0,3-2 0 0,-1-1 0 16,6 0 0-16,5-4 0 0,0 0-128 0,0 0-16 0,0 0 0 16,0 0 0-16,12 3 0 0,-1-1 16 15,5-2 0-15,2 2 0 0,2-1 0 0,2 0 128 0,3 2-160 16,0 1 160-16,1 2-160 0,0 1 160 0,-2 1 0 15,-1 2 0-15,-2 4-128 0,-1 3 128 0,-3 0 0 16,-2 4 0-16,-2 1 0 0,-4-1 0 16,-3 1 128-16,-2 0-128 0,-4 1 128 0,-4 0 32 0,-1-1 16 15,-4 0 0-15,-1-1 0 0,-3 0 48 0,-3-3 16 16,-2-1 0-16,-3-1 0 0,-3-2-64 0,0-1-16 16,-4 0 0-16,-1-4 0 0,-1 1-160 0,1-1 160 15,-3 0-160-15,0 0 160 16,-4-3-160-16,3-2 0 0,-1-2 0 0,0-1-176 15,0 0-496-15,3-2-96 0,2-4-32 0,4-2 0 16,3-2-1648-16,5-4-336 0,4-5-64 0,8-6-11984 16,5-4-2384-16</inkml:trace>
  <inkml:trace contextRef="#ctx0" brushRef="#br0" timeOffset="116634.16">3673 10024 24879 0,'18'-6'1088'0,"-18"6"256"0,9-1-1088 0,0 0-256 0,0-1 0 0,0 1 0 16,-9 1 4416-16,9 3 816 0,-9-3 160 0,8 8 48 15,-1 1-2576-15,-3 2-512 0,0 4-112 0,-2 3 0 0,1 4-1056 0,-1 4-208 16,1 3-32-16,-2 1-16 0,-1 1-560 0,2 2-112 16,-1-1-32-16,0 2 0 0,1 0-224 0,-1 3 0 15,1-1 128-15,0 1-128 0,-2-3 0 0,1-1 0 16,0 1 0-16,1-2 0 16,-1-2-1344-16,0-4-144 0,2-4-48 15,1-1 0-15,0-4-3200 0,0-2-656 0</inkml:trace>
  <inkml:trace contextRef="#ctx0" brushRef="#br0" timeOffset="117432.11">3662 10497 36863 0,'0'0'3264'16,"0"0"-2608"-16,0 0-528 0,5-5-128 0,2-1 2368 0,1 1 432 15,1-1 80-15,3-1 32 0,2-1-1504 0,3-1-288 16,2 0-64-16,4 1-16 0,4-5-400 0,2 1-64 15,-2 1-32-15,4-1 0 0,2 2-288 0,-1 0-48 0,1 3-16 0,-4 0 0 16,-1 3-64-16,-3 0-128 16,-4 4 176-16,-3 2-176 0,-2 1 320 0,-4 4-64 15,-3 2 0-15,-4 4 0 0,-1 4 112 0,-3 5 16 0,-2 4 0 0,-3 3 0 16,-4 0-96-16,0 1-16 0,-1 0 0 16,0 0 0-16,0-2-128 0,0-2-16 0,0-3-128 15,1-1 192-15,1 0-192 0,1-4 0 0,1-2 0 0,1-7 0 16,1-1 0-16,3-8 0 0,0 0-208 0,0 0 64 15,0 0-240-15,0 0-32 16,0 0-16-16,9-7 0 0,0-1 48 0,-1-1 16 0,0-6 0 0,1-2 0 16,2-3 64-16,-1-1 16 0,2-3 0 0,0-1 0 0,-1-4 128 15,2 0 32-15,-1 1 0 0,0 0 0 0,-1 4 128 0,1 3 0 16,-1 1 0-16,-1 7-128 0,-3 3 128 0,-1 4 0 16,-6 6 0-16,0 0 0 0,0 0 0 0,4 12 256 15,0 1-64-15,-1 4-16 0,-1 4 48 0,2 1 16 16,0 0 0-16,1-1 0 0,2 0-240 15,1 1 0-15,-1-3 0 0,4-1 0 0,2-1 0 0,1-3 0 16,1-1-176-16,1-4 176 16,1-2-1280-16,3-3-144 0,-2-4-32 0,2-3 0 15,1-3-928-15,1-2-192 0,1-3-48 0,1-2 0 16,0-1 96-16,1-2 16 0,0-1 0 0,0-1 0 16,-3-4 1216-16,-1-2 240 0,1 0 48 0,-4-4 16 15,-1-2 144-15,-2 0 16 0,-2-2 16 0,0-1 0 0,1 1 1440 0,-1 0 272 0,-1 2 64 16,-1 4 16-16,-3 4 1232 0,-3 5 240 15,-1 7 48-15,-1 0 16 0,-3 10 288 0,0 0 48 16,0 0 16-16,-7 12 0 0,0 4-800 0,-2 3-144 0,-2 4-48 16,1 3 0-16,-1-2-1056 0,2 5-224 15,0 1-32-15,-1 3-16 0,2-3-288 0,3 2-48 0,2-2-16 16,3 0 0-16,1 0-192 0,3-4 0 16,3-1 0-16,2-1 0 0,3-4 0 0,1-1 0 15,2-4-144-15,1-2 144 0,2-2-368 0,-1-5 32 0,-1-2 0 0,2-1 0 16,1-6-128-1,1 1-32-15,-2-4 0 0,-2-1 0 0,0-4 64 0,-1-1 16 16,0-2 0-16,-4-2 0 0,2-2 160 0,0-1 16 0,0-2 16 0,-1-5 0 0,-1-2 224 16,-1 2-144-16,0-1 144 0,0 3-128 0,-3 4 128 0,0 3 0 15,-4 5 0-15,-2 4 0 16,-1 8 128-16,0 0 16 0,0 0 0 0,-8 5 0 0,0 3 352 0,0 2 64 16,-1 5 16-16,3 2 0 15,0 1-336-15,3 0-64 0,-1 1-16 0,2 0 0 0,2-1-160 16,2 1 0-16,0-2 0 0,3 1 0 0,1-5-160 15,2 1-16-15,1-1 0 0,0-2 0 16,-1-4-2144-16,1 1-432 0,1-5-96 0,-2 1-17744 16</inkml:trace>
  <inkml:trace contextRef="#ctx0" brushRef="#br0" timeOffset="117621.89">4536 10361 44223 0,'0'0'3936'0,"0"0"-3152"16,0 0-624-16,9-1-160 0,4 0 1440 0,4-2 256 15,1 2 48-15,5-3 16 0,5 1-1376 0,6-3-256 0,2 0-128 0,5 1 0 32,2-3-368-32,5 1-160 0,3-3-48 0,5 3-14112 0,8-5-2832 0</inkml:trace>
  <inkml:trace contextRef="#ctx0" brushRef="#br0" timeOffset="118085.27">6172 10043 18431 0,'0'0'1632'0,"0"0"-1312"16,0 0-320-16,0 0 0 0,6-4 7232 0,-6 4 1360 15,7-2 288-15,-7 2 48 0,6 0-6000 0,-6 0-1200 16,0 0-256-16,4 10-32 0,0 4-688 0,-1 6-144 0,-2 5-32 0,-1 5 0 16,-3 5-304-16,1 1-64 0,-2 1-16 0,-1 1 0 15,0 3-64-15,-2 1 0 0,0 0-128 0,1 0 192 16,1-1-192-16,0 0 0 0,1-3 0 0,0-5 0 15,0-1 0-15,1-4 0 0,1-3 0 0,-1-3 0 16,2-2-176-16,1-3-80 0,1-3 0 0,0-3-16 16,2-5-1456-1,-3-6-304-15,8 5-48 0,1-5-21584 0</inkml:trace>
  <inkml:trace contextRef="#ctx0" brushRef="#br0" timeOffset="118313.05">6989 10093 38703 0,'-14'6'1712'0,"14"-6"352"0,-7 4-1648 0,2-3-416 0,5-1 0 0,0 0 0 16,0 0 3776-16,0 0 656 0,-5 2 144 0,5-2 32 15,0 0-3968-15,0 0-800 0,0 0-160 16,0 0-16 0,4 6-3264-16,2 2-656 0,1 1-128 0</inkml:trace>
  <inkml:trace contextRef="#ctx0" brushRef="#br0" timeOffset="118425.69">7002 10330 43935 0,'-13'18'1952'0,"8"-9"400"15,-2 3-1888-15,1 0-464 0,-1 1 0 0,2-1 0 0,0-1 2144 0,1 0 336 0,0-1 64 16,2 1 16-16,-1-2-1408 0,2-1-288 0,1-8-48 0,0 0-16 15,5 6-800-15,5-2-384 0,3-4 48 0,6-4-16064 16,3-2-3216-16</inkml:trace>
  <inkml:trace contextRef="#ctx0" brushRef="#br0" timeOffset="118923.52">8865 9745 46943 0,'-18'-6'2080'0,"10"5"416"0,-1 0-1984 0,0-1-512 0,1 0 0 0,2 1 0 16,6 1 1408-16,-7 1 192 0,2 0 48 0,0 3 0 16,-2 3-512-16,2 0-112 0,1 5 0 0,0 2-16 15,1 6-624-15,2 2-112 0,-1 7-16 0,0 6-16 0,1 2-240 0,0 6 176 16,2 1-176-16,0 4 160 0,1 2-160 0,-1-3 0 16,0-4 0-16,-1-3 0 0,1-1 0 0,1-2 0 15,-2-3 0-15,0-2 0 0,0-4 0 16,0-4-272-16,-2-3 32 0,2-1 16 15,-1-6-1504-15,1-2-288 16,1-2-64-16,-1-3-16 0,0-7-2592 0,0 0-528 0</inkml:trace>
  <inkml:trace contextRef="#ctx0" brushRef="#br0" timeOffset="119209.38">8556 9639 21183 0,'-14'-17'944'0,"10"11"192"0,-1-1-912 0,2 0-224 15,-1 1 0-15,6 1 0 0,0-2 6128 0,5 2 1168 16,1 0 256-16,1 1 32 0,4 1-5024 0,4 2-992 16,2-2-208-16,6 2-32 0,2-2-640 0,5 3-128 0,0-3-32 15,5 1 0-15,3 1-240 0,2 1-48 16,-2-3-16-16,1 3 0 0,-2 3-224 0,-3 0 128 16,0 2-128-16,-4 3 0 0,-3 3 0 0,-6 2 128 0,-1 3-128 0,-3 0 0 15,-6 4 0-15,-4 0 176 0,-4 4-176 0,-2-4 160 16,-5 4 32-16,-4-1 16 15,-5 2 0-15,-2 0 0 0,-4 1-16 0,-2 1-16 0,-2 2 0 0,-1-2 0 16,-6-1-176-16,1-1 128 0,0 0-128 0,-1-3 128 31,1-1-608-31,0 0-128 0,2-2-32 0,3 1 0 0,1 0-2496 0,1-1-512 16,3 1-112-16</inkml:trace>
  <inkml:trace contextRef="#ctx0" brushRef="#br0" timeOffset="119381.97">9148 10299 14735 0,'-14'7'640'0,"10"-1"160"0,-1 2-640 0,2 1-160 0,2 1 0 0,-2 3 0 0,2 3 8096 0,-2 1 1584 15,1 1 320-15,-1 3 64 0,-1 0-7056 0,0 0-1408 16,2-2-272-16,0-1-64 0,2 1-944 0,0-1-192 16,2-1-128-16,2 0 144 15,1-4-1520-15,4-3-304 0,4 1-64 0,1-5-21296 0</inkml:trace>
  <inkml:trace contextRef="#ctx0" brushRef="#br0" timeOffset="119768.05">10620 9730 21183 0,'1'-5'1888'0,"1"-5"-1504"0,0-2-384 0,2 0 0 16,0 0 4880-16,1 2 912 0,1-2 176 0,-5 3 48 0,-6 3-3008 0,1 0-608 15,4 6-112-15,0 0-32 0,0 0-704 0,0 0-144 16,0 0-16-16,6 9-16 0,-3-2-704 0,1 6-144 15,-3 4-16-15,0 3-16 0,-1 3-272 0,-1 2-48 16,-2 3-16-16,1 5 0 0,-2 4-160 0,0 0 0 16,-1 2 144-16,0 2-144 0,1 1 0 0,0-2 0 15,1-1 0-15,-1-4 0 0,0-2 0 16,0-4 0-16,1-5 0 0,0-1 0 0,-1-4 0 0,1-2-240 16,-1-3 48-16,1-2 0 15,-1-1-1056-15,1-2-208 0,3-9-32 16,-3 6-16-16,3-6-2144 0,-6 3-448 0,-2-3-64 0</inkml:trace>
  <inkml:trace contextRef="#ctx0" brushRef="#br0" timeOffset="119996.91">10176 9548 29487 0,'-21'-8'1296'0,"13"4"288"0,3 1-1264 15,-1-1-320-15,6 4 0 0,0 0 0 0,7-6 4912 0,1 2 912 16,2 1 192-16,3 0 48 0,2 1-3968 0,4 1-800 15,7 0-144-15,4-2-48 0,5 0-480 0,3 1-112 0,4-2 0 0,2 0-16 16,4-1-192-16,-1 3-48 16,3-3 0-16,-1 1 0 0,1 0-96 0,2-2-32 0,-1 1 0 0,-1-2 0 15,-5 3-128-15,1 3 0 0,-1-2 0 0,-3 3 0 16,-5 3-432-16,-2-2-112 16,-3 2-32-16,-3 3 0 0,-3 3-1328 0,-2 3-272 0,-2 3-48 15,-4 5-20592-15</inkml:trace>
  <inkml:trace contextRef="#ctx0" brushRef="#br0" timeOffset="120247.98">11089 10200 24879 0,'0'0'2208'0,"0"0"-1760"0,0 0-448 0,2 7 0 0,-1 1 5696 0,-1 3 1040 16,0 2 224-16,-1-2 32 0,-3 5-4192 0,0 0-848 16,-1 1-160-16,-2 1-48 0,-1 1-928 0,2 1-192 15,-1 2-48-15,1-2 0 0,-1 1-448 0,-1-2-128 16,2 1 0-16,1-3 0 0,0 0-208 0,1-2-64 16,0 0-16-16,1-2 0 15,-1-2-2528-15,3-2-512 0</inkml:trace>
  <inkml:trace contextRef="#ctx0" brushRef="#br0" timeOffset="122015.19">3644 12044 41871 0,'0'0'1856'15,"0"0"384"-15,0 0-1792 0,0 0-448 0,-5-2 0 0,5 2 0 0,0 0 1680 0,0 0 256 16,-4-4 48-16,-3 1 16 0,-2 1-400 0,1 0-64 15,-1 2-32-15,-1 2 0 0,-2 0-672 0,-2 1-128 16,-2 1-16-16,-2 1-16 0,-4 4-304 0,-1 1-64 16,0 2-16-16,-2-1 0 0,-2 2-144 0,1 0-16 15,0 1-128-15,0 2 192 0,0-3-192 0,-2 2 0 16,2 1 128-16,0 0-128 0,0 1 0 0,1-2 0 16,2 1 0-16,2 0 0 0,3-1 0 0,2 0 0 0,0-4 0 0,5 1 0 15,1-2 0-15,5 0 0 0,3-3 0 16,3 3 0-16,-1-10 0 0,6 7 0 15,2 1 0-15,3 1 0 0,2-2-128 0,1 1 128 0,3-1 0 0,3 1 0 16,2 0 0-16,3 0-128 0,1 0 128 0,2-2 0 16,4 3 0-16,-1 3 0 0,-1 1 0 0,1 4 0 15,2 1 0-15,-2 3 0 0,-1 3 0 16,-3 0 0-16,-3 4 0 0,-3 2 0 0,-2 2 0 0,-3 2 0 16,-3 2 0-16,-4-3 0 0,-4 0 0 0,-2 0 0 15,-6-3 144-15,-3 0-16 0,-5-2 0 0,-3 0 0 16,-4-1-128-16,-3-1 160 0,-3 0-160 0,1-1 160 15,-2-3-112-15,-1-1-48 0,-4-1 0 0,-1-4 0 16,0 0 0-16,-1-3 0 0,-3-2 0 0,0-2 0 16,1-1 0-16,0-2 0 0,-1-3 0 0,0 1 0 0,-2-4 0 15,2-3 0-15,0 0 0 0,1-2 0 16,4-3-336-16,4-2-64 0,2-3-16 0,2-4 0 16,4-4-928-16,6-4-192 0,7-3-48 0,4-5 0 15,6-4-1552-15,8-3-320 0,6-4-64 0,8-1-9712 16,5 0-1936-16</inkml:trace>
  <inkml:trace contextRef="#ctx0" brushRef="#br0" timeOffset="122245.95">4049 12269 19343 0,'0'0'1728'0,"0"0"-1392"16,0 0-336-16,0 0 0 0,-7 1 6224 0,1 3 1184 15,1-2 224-15,0 4 48 0,-2 0-4480 0,1 5-912 16,-2 3-176-16,0 3-48 0,-1 0-1024 0,0 5-208 15,1 1-32-15,-1 5-16 0,2 3-480 0,1 4-112 16,-1 2 0-16,2 2-16 0,3-7-176 0,-1 2 0 16,2-2 0-16,-1 0 0 0,2 1 0 0,0-1 0 0,2 0 0 0,-4-2 0 31,2-2-864-31,0-3-96 0,-1 0-32 0,0-4 0 16,-1-2-1440-16,1-2-304 0,0 0-48 0,-2-1-18528 0</inkml:trace>
  <inkml:trace contextRef="#ctx0" brushRef="#br0" timeOffset="122473.52">3663 12690 36863 0,'-6'1'3264'0,"6"-1"-2608"0,0 0-528 0,0 0-128 0,0 0 2736 0,0 0 512 16,12-1 96-16,1-1 32 0,1 0-2336 0,0-2-464 16,5-1-80-16,1-1-32 0,1 0 0 0,4-1 0 15,0-3 0-15,1 2 0 0,3 0-320 0,1 0-144 16,0 1 128-16,2 0-128 0,1 1 0 0,-2-1 0 15,2-1-144-15,-2 4 144 16,-1-1-2048-16,0 4-320 0,0 1-48 0,-1 0-11600 16,-3 1-2304-16</inkml:trace>
  <inkml:trace contextRef="#ctx0" brushRef="#br0" timeOffset="123461.5">4390 12851 41055 0,'0'0'1824'0,"-2"-7"368"0,1-4-1744 0,1 2-448 0,0-3 0 0,0 0 0 0,0 1 1440 0,-1-1 208 16,-1 0 32-16,0 2 16 0,-1 1-48 0,1 1-16 16,-4 1 0-16,0 2 0 0,-3 3-544 0,-2 2-128 15,0 2 0-15,-4 6-16 0,0 4-384 0,-4 5-80 16,0 5-16-16,-2 4 0 0,-1 3-288 0,0-1-176 16,1 1 192-16,0 1-192 0,4-4 128 0,3 1-128 15,2 1 0-15,4-2 0 0,3-3 0 0,2-1 0 16,3-2 0-16,4-3 0 0,3-3-144 0,2-2-48 15,1-5 0-15,3-4 0 0,2-1-128 0,0-4-48 16,1-3 0-16,1-3 0 0,0-1 80 0,0-2 16 16,0-2 0-16,0-4 0 0,-3-2 96 0,0 1 32 0,1 0 0 0,-1 0 0 15,-1-2 144-15,0 0-160 0,0-3 160 0,-1 0-160 16,-3-1 160-16,1 2 0 0,2-2 0 0,-1 2 0 16,-4 5 0-16,0 3 0 0,-2 4 0 0,-1 3 0 15,-4 7 0-15,0 0 0 0,0 0 0 0,0 8 128 16,0 2 32-16,-1 3 16 0,-3 3 0 0,2 1 0 15,2 1-176-15,0 0 0 0,0 1 0 0,2-1 128 0,0-2-128 0,4-2 0 16,-1 0 0-16,4-1 0 0,3-1-256 0,1 0-48 16,2-3 0-16,2-3 0 15,2-2-928-15,-1-1-192 16,1-3-48-16,2-3 0 0,0-2-336 0,1-1-80 16,0-4-16-16,1 0 0 0,-1-3 560 15,-3-3 96-15,1-1 32 0,1-2 0 0,-3-2-32 0,-1-1 0 0,-1-3 0 0,-3-2 0 16,1-2 848-16,4-15 160 0,-1 2 48 0,-3 3 0 0,1 0 576 0,-3 2 128 15,-3 3 32-15,1 2 0 0,-1 6 656 0,-1 5 128 16,-3 4 16-16,-1 5 16 0,-4 12 240 0,0 0 32 16,0 0 16-16,0 0 0 0,-9 1 208 0,0 7 32 15,0 4 16-15,-2 6 0 0,-2 3-944 0,2 6-176 16,1 7-32-16,4-10-16 0,-2-1-480 0,0 6-80 16,2 1-32-16,1 1 0 0,1 1-144 0,1-2 0 0,2-2 0 0,2-2 0 15,3-2 0-15,1-2 0 0,2-5 0 0,2 0 0 16,1-2-160-16,3-3-16 0,0-1 0 0,3-4 0 31,2-3-224-31,2-1-48 0,-2-3-16 0,4-3 0 16,2-1-160-16,-1-3-16 0,1-1-16 0,-1 0 0 15,1-5-160-15,-1 0-16 0,-1-1-16 0,-1-1 0 16,-3 0 336-16,-1-1 64 0,-4 0 0 0,-2 2 16 0,-2 2 432 0,-3 2-160 16,0 2 160-16,-4 3 0 0,-2 5 0 0,0 0 176 0,0 0 0 15,0 0 0-15,-6 5 336 0,-1 3 64 0,1 2 0 0,-1 2 16 16,1-2-208-16,0 3-32 0,2 2-16 15,2-1 0-15,2 0-336 0,1 1 0 0,0-2 0 0,5 0 0 16,3-1 0-16,1-1-240 0,2 0 64 0,2-2 16 16,2 0-1696-1,2-4-320-15,4 0-80 0,-1-1-11008 0,-1-2-2208 0</inkml:trace>
  <inkml:trace contextRef="#ctx0" brushRef="#br0" timeOffset="123665.25">4755 12596 54479 0,'-16'5'2416'0,"16"-5"496"0,0 0-2336 0,0 0-448 16,0 0-128-16,0 0 0 0,0 0 0 0,12 0-240 15,3-1 64-15,5-3 16 0,3-3 160 0,7-1-192 16,3-1 192-16,7-2-192 15,7-1-1712-15,5-1-336 0,7-4-80 0,6 1-19152 0</inkml:trace>
  <inkml:trace contextRef="#ctx0" brushRef="#br0" timeOffset="124086.4">6195 12278 51775 0,'-18'5'2304'0,"11"-4"448"0,2-1-2192 0,5 0-560 0,-6 0 0 0,6 0 0 0,0 0 944 0,0 0 80 16,0 0 0-16,0 0 16 0,13 0-576 0,2 0-112 15,4 0-32-15,0 2 0 0,1-1-320 0,1-1 128 16,0 0-128-16,2 1 0 0,-2 0 0 0,0-1 0 16,0 0-192-16,-2 2 64 0,-2 0 128 0,0 2 256 15,-1 0-64-15,-3 1-16 0,-3 2 48 0,-1 1 16 16,-1 1 0-16,-3 1 0 0,-2 5-64 0,-3-1-16 15,-4 2 0-15,-3 1 0 0,-2 1-32 0,-4 3 0 16,-1 1 0-16,-3 1 0 0,0 3-128 0,-2 0 0 16,-4 3 0-16,1 1 0 0,0 3 0 0,-1-2 0 15,-2 0 0-15,0-1 0 0,0-1 0 0,3 1 0 16,3-4 0-16,2 0 112 0,2-4-112 0,4-2 0 16,1-5 0-16,5 0 0 0,1-3 0 0,4-2 0 15,2-2 0-15,3-2 0 0,1 1 0 0,6-2 0 16,2-1 0-16,2-1 0 0,2-2 0 0,1-1 0 0,3-3 0 0,0-1 0 15,1-1 0-15,2 0 0 16,1 1 0-16,4-5 0 0,3-2-176 0,3 0 32 16,1-4 0-16,2-2 0 15,1-2-1264-15,5-3-256 0,2-3-64 0,5-2-22496 0</inkml:trace>
  <inkml:trace contextRef="#ctx0" brushRef="#br0" timeOffset="124459.68">7243 12463 42383 0,'-16'0'3776'0,"8"0"-3024"0,-1 0-608 0,-1 0-144 16,1 0 2256-16,1 0 432 0,1 1 64 0,-4 2 32 16,-2-1-1248-16,0 2-240 0,-1 1-48 0,-1 1-16 0,0-2-544 0,2 1-112 15,-2 1-32-15,2 3 0 0,0-1-416 16,2 0-128-16,0 0 0 0,3-2 0 0,2 1 128 0,1-1-128 16,2 1 0-16,3-7 80 0,0 0-80 0,0 8 0 15,3 0 0-15,1-1 0 0,1 0 0 0,3-1 0 16,1 1 0-16,2 1 0 0,4-4-176 0,0 0 176 15,2-2-160-15,2 2 160 0,-1 1-128 0,3-2 128 16,2 0 0-16,1 1-144 0,3-2 144 0,0 2 0 16,1 0 0-16,-3 1-128 0,-1 0 128 15,0 2 0-15,-2-1 0 0,-1 2 0 0,-3 1 0 0,-1-1 0 16,-1 1 0-16,-3 2 0 0,-4 0 0 0,-1 1 0 16,-2 0 0-16,-2 1 0 0,-1 1 128 0,-3-1-128 15,-3 0 160-15,-1 0-160 0,-4-1 160 0,-2 0-160 16,-3 1 160-16,0-3-32 0,-5 1-128 0,1-1 0 15,-2-2 0-15,1 0 0 0,-4-2 0 0,0 0 0 16,-2 0 0-16,2-2 0 16,1 0-800-16,2-3-160 0,2 2-16 0,1-1-16 15,4-2-1744-15,3 0-336 0,9 0-80 0</inkml:trace>
  <inkml:trace contextRef="#ctx0" brushRef="#br0" timeOffset="124667.71">8156 12469 55583 0,'0'0'2464'0,"0"0"496"0,0 0-2368 0,0 0-464 0,-1 7-128 0,-1-2 0 0,2-5 560 16,0 0 80-16,0 0 32 0,-1 7 0 16,1-7-320-16,0 0-64 0,0 0-16 0,0 0 0 15,1 6-464-15,-1-6-112 0,4 7-16 0,2-2 0 16,-1 1-2224-16,1-2-448 0,2 3-80 0</inkml:trace>
  <inkml:trace contextRef="#ctx0" brushRef="#br0" timeOffset="124808.03">8253 12742 52063 0,'-10'14'2304'0,"6"-6"480"0,1 2-2224 16,0 0-560-16,2 0 0 0,-1 0 0 0,0 3 1072 0,-1-3 96 0,1 0 32 0,0 0 0 0,1-2-432 0,1 0-64 15,0-8-32-15,0 0 0 0,0 0-496 0,0 0-176 16,0 0 0-16,8 4 144 15,1-4-608-15,3-4-128 0,-1-2-32 0,6-4-24976 0</inkml:trace>
  <inkml:trace contextRef="#ctx0" brushRef="#br0" timeOffset="128943.46">9860 11949 37775 0,'0'0'3360'15,"0"0"-2688"-15,-8-4-544 0,-1 2-128 0,0-1 2768 0,0 2 528 16,0 1 96-16,-2 1 32 0,-3 2-1824 0,-3-1-352 15,-3 3-80-15,0 3-16 0,-4 0-384 0,-1 1-96 16,-2 2-16-16,-2 2 0 0,-1-3-336 0,0 3-64 0,0 0 0 0,0 2-16 16,2 0-240-16,0-2 176 15,2 0-176-15,4 0 160 0,2-1-160 0,4 0 0 16,1-2 0-16,3-1 0 0,3-1 0 0,3-1 0 0,2-2 0 0,4-5 0 16,0 0 0-16,4 6 0 0,1 2 0 0,4-4 0 15,2 1 0-15,3 1-144 0,3-3 144 0,1 1 0 16,4 0-128-16,2 2 128 0,1-1 0 0,-1-3 0 15,0 4 0-15,-1-1-128 0,1 1 128 16,-1 2 0-16,1 1 0 0,-4 4 0 0,-1-4 0 0,-2 4 0 0,-2 2 0 16,-3-1 0-16,-3 2 0 0,-2-1 0 0,-3 1 0 15,-3 0 0-15,-1-2 0 0,-4 2 144 16,-4-1 48-16,-2-2 0 0,-3 2 0 0,-4 0 0 16,-1-3 0-16,-3 1 16 0,-4 0 0 0,-1-1 0 15,-4-2-144-15,-1 1-64 0,-2-1 0 0,0-1 0 0,1-1 0 16,-2-1 0-16,-1-2 0 0,2-1 0 0,3-2 0 0,1 0 0 15,2-2 0-15,-7-2 0 16,8-4-784-16,6 1-160 0,7-3-16 0,8-1-16 16,7-2-2096-16,9-3-400 15,6-6-96-15</inkml:trace>
  <inkml:trace contextRef="#ctx0" brushRef="#br0" timeOffset="129447.93">9840 12396 20271 0,'0'0'1792'0,"-5"4"-1424"0,0-1-368 0,5-3 0 16,0 0 6912-16,0 0 1296 0,0 0 272 0,0 0 48 16,0 0-6000-16,8 5-1200 15,0 0-240-15,1-3-64 0,-9-2-400 0,13 0-96 0,1 0-16 0,2 0 0 16,-1 0-384-16,2-2-128 0,-1 2 0 0,1 0 0 16,-1 0 0-16,-3 0 0 0,-2 2 0 0,-11-2-144 15,0 0 144-15,0 0 0 0,0 0 0 0,4 7 0 16,-6 0 384-16,-2 1 128 0,-4 1 0 0,-4 1 16 15,-3 3-272-15,-4 0-48 0,0 2-16 0,-2 0 0 0,-3 2-128 16,1 3-64-16,0-3 0 0,2 0 0 0,-1 1 0 16,2-2 0-16,3-2 0 0,3 0 0 0,1-1 0 15,4-1 0-15,3-1 0 0,4-2 0 16,0-2 0-16,4 1 0 0,0-1 0 0,5-1 0 0,1 0 0 16,3-3 0-16,4 3 0 0,0-4 0 0,1 1 0 15,0-3 0-15,1 0 0 0,0-3 0 0,2 1 0 0,1 0 0 16,1-3 0-16,-2 0 0 15,3-2-640-15,0 1-112 0,-1-1-16 16,9-2-16-16,-1-1-1008 0,-4-1-208 0,-3 1-48 0,-1 1 0 16,-2 0-1024-16,1 0-192 0,1-1-64 0,-4 4 0 15,-6-1 1664-15,1 2 336 16,-4 4 64-16,-8 1 16 0,0 0 1440 0,0 0 272 0,0 0 64 0,0 0 16 0,0 0 2464 0,0 0 480 16,0 10 96-16,-3-2 32 0,-1 1-1184 0,2 2-224 15,-2 0-48-15,0 3-16 0,-1-1-1120 0,0 2-208 16,-1 0-48-16,2-1-16 0,-1 0-432 0,4 1-96 15,0-1-16-15,3-1 0 0,0-3-208 0,0-1 0 0,2-1-192 16,3 3 192 0,3-5-1344-16,0-2-144 0,1-1-48 0,3-3 0 15,2-2-2464-15,-1-1-496 0,1-7-112 0</inkml:trace>
  <inkml:trace contextRef="#ctx0" brushRef="#br0" timeOffset="129853.76">10668 12360 43535 0,'-9'-4'1920'0,"5"3"416"0,-1-3-1872 0,-1 2-464 0,0 1 0 0,1 0 0 16,-3 1 2112-16,2 0 320 0,-1 0 64 0,-1 0 0 0,1 0-992 15,-4 0-208-15,2 0-32 0,-1 0-16 0,-1 2-688 0,1 0-144 16,-2 0-32-16,2 1 0 16,-1 1-192-16,2 1-32 0,0-1-16 0,-2 1 0 0,4 0-96 0,0 1-48 15,2-1 0-15,5-5 0 0,-3 5 0 0,3-5 0 16,0 0 0-16,0 8 0 0,0-8 0 0,6 10 0 15,0-3 0-15,1-1 0 0,2 1 0 0,2-1 0 16,2 1 0-16,2-1 0 0,0 0 0 0,1-1 0 16,0 1 0-16,-1-2 0 0,5 0 0 0,-2 0 0 15,-1 1 0-15,-1 2 0 0,-1-3 0 0,1 1 0 16,0 0 0-16,-2 2 0 16,-2-2 0-16,0 1 0 0,-1 1 0 0,0-1 0 0,-3 0 0 15,-3 0 0-15,-1 2 0 0,-2 0 0 0,1 0 0 0,-3 1 0 16,-1-3 0-16,-3 2 0 0,-2 0 0 0,-1 0 0 15,-3-2 0-15,0-1 0 0,-3-1 0 0,0 0 0 0,-1 0 0 16,1 0 0-16,-6 0 0 0,2-1 0 16,-1-1 0-16,1 1 0 15,0-6-496-15,2 2-80 0,-2-2-32 0,4 1 0 16,2-1-1824-16,3-1-352 0,3-2-80 0,3-1-19488 0</inkml:trace>
  <inkml:trace contextRef="#ctx0" brushRef="#br0" timeOffset="130075.77">11159 12194 15663 0,'0'0'1392'15,"0"0"-1120"-15,0 0-272 0,0 0 0 0,0 0 8640 0,0 0 1664 0,0 0 320 0,9-5 80 0,0 1-7856 16,-1 2-1568-16,-8 2-320 0,10-2-64 0,0 2-384 16,1-2-64-16,2 0 0 0,1 1-16 0,1-2-432 0,2 1 0 15,2-1 0-15,3 1 0 0,2-1 0 0,1 0 0 16,-1 2 0-16,1 0 112 0,-3-2-112 0,0 2 0 15,-1-2 0-15,-1 3 0 16,1-2-656-16,-3 2-128 0,-2 2-32 16,-1-2 0-16,0 0-2896 15,-4 0-576-15</inkml:trace>
  <inkml:trace contextRef="#ctx0" brushRef="#br0" timeOffset="130236.22">11327 12295 30399 0,'-22'4'2704'0,"14"-2"-2160"0,-1 1-544 0,2-3 0 0,7 0 4672 0,0 0 816 15,0 0 160-15,0 0 48 0,0 0-3712 0,0 0-752 16,9 6-144-16,3 1-16 0,2-3-528 0,5 0-96 16,1-2-32-16,6 0 0 0,4-2-416 0,4-3 0 15,2 2 0-15,3-2 0 16,6-1-1280-16,5-2-304 0,5-1-48 0,2 2-21680 0</inkml:trace>
  <inkml:trace contextRef="#ctx0" brushRef="#br0" timeOffset="130740.73">12818 12110 35007 0,'-15'-8'3120'0,"8"2"-2496"0,-1 0-496 0,3-2-128 0,1 0 3552 0,-1-1 688 15,-4 0 144-15,0-3 32 0,3 3-2752 0,-3-3-560 16,0 5-96-16,1-2-32 0,0 1-112 0,2 1-32 16,-1 1 0-16,0-1 0 0,-3 2-384 0,1 0-96 15,-1-1-16-15,-6 1 0 0,-1 3-192 0,-1-1-144 16,0 0 192-16,-2 3-48 0,-2 2-144 0,0 2 0 16,-4-2 0-16,2 2 0 0,0-3 0 0,1 3 0 15,1 0 0-15,1 2 0 16,4 0 0-16,2-1 0 0,1 0 0 0,4 1 0 0,1-2 0 0,3 1 0 0,2 1 0 15,4-6 0-15,0 8 0 0,2 0 0 16,2 0 0-16,3 1 0 0,2 0 0 0,3 0 0 0,2-1 0 16,3 1 0-16,1 0 0 0,3 2 0 0,4 2 0 15,0-4 0-15,-1 1 0 0,1 1 0 16,1 2 0-16,2-3 0 0,0 1 0 0,0 0 0 0,-2 2 0 0,-3 2 0 16,-3-1 0-16,-1 0 0 0,-2 1 0 15,-2-1 0-15,-4 2 0 0,-1-1 0 0,-5 0 0 0,-1-2 0 16,-2 0 0-16,-3-1 0 0,-4-2 0 15,-3 0 0-15,-1 1 0 0,-4-2 0 0,-4-1 0 0,-3 0 0 16,-1-2 0-16,-1 2 0 0,0-3 0 0,-4-1 0 16,-1-1 0-16,1-1 0 0,-3 1 0 0,1-1 0 15,-2 0 0-15,1-1 0 0,-1-1 0 0,2 0 0 16,3-1-416-16,3-1-80 16,3 0-16-16,3 1 0 0,6-1-2064 15,10 2-432-15,0 0-64 0</inkml:trace>
  <inkml:trace contextRef="#ctx0" brushRef="#br0" timeOffset="130931.07">13019 12347 15663 0,'0'0'1392'15,"3"9"-1120"-15,-5-1-272 0,2 1 0 0,0 3 8576 0,0 1 1648 16,0-2 336-16,-1 4 64 0,-2-1-7600 0,-1 4-1504 16,0-1-304-16,-2 3-64 0,1-1-720 0,-2 1-144 15,1 1-32-15,-1 0 0 0,1-2-256 0,0 1 0 16,3-2 0-16,-1-1 0 0,0 0 0 0,2-1 0 15,2-1 0-15,0-2 80 16,2 0-1168-16,2-1-192 0,0-2-64 0</inkml:trace>
  <inkml:trace contextRef="#ctx0" brushRef="#br0" timeOffset="132897.19">14390 11735 29487 0,'-9'-7'2624'0,"4"3"-2112"0,0-2-512 0,-2 1 0 0,2-1 3648 0,-1 0 640 16,0 1 112-16,1 1 16 0,3 2-2480 0,2 2-496 15,0 0-96-15,0 0-32 0,-3 6-176 0,-1 5-48 16,1 3 0-16,1 4 0 0,-2 4-624 0,1 7-128 15,1 1-16-15,-3 5-16 0,-1 3-80 0,1 3-16 16,-1 2 0-16,-1 0 0 0,-1 0-64 0,2-2-16 16,-1 0 0-16,1-2 0 0,-1-3-128 15,1-3 128-15,2-3-128 0,0-5 128 16,0-4-128-16,0-3 0 0,-1-3-160 0,1-3 160 16,1-3-944-16,1-2-80 0,2-7-32 0,0 0 0 15,0 0-1072-15,0 0-224 0,0 0-32 0,-2-11-11744 16,1-2-2336-16</inkml:trace>
  <inkml:trace contextRef="#ctx0" brushRef="#br0" timeOffset="133198.62">13930 11657 46191 0,'-18'-12'2048'0,"9"7"416"0,-2-1-1968 0,2-2-496 0,3-1 0 0,1 0 0 16,5-1 1168-16,2 3 144 0,3-1 32 15,2-1 0-15,2 0-384 0,4-2-80 0,4 1-16 0,3-1 0 16,4 0-528-16,6 1-96 0,4 1-32 0,4 0 0 15,0 0-208-15,2 3 176 0,6-4-176 0,0 5 160 16,-3 1-160-16,0 3 0 0,-2 1 144 0,-2 3-144 16,-2 2 0-16,-3 1 128 0,-4 3-128 0,-3 3 0 15,-6 1 160-15,-1 2-32 0,-3-1-128 0,-6 3 192 0,-4 1-64 0,-3 0 0 16,-4 2-128-16,-4 2 192 0,-3-1 16 0,-3 2 0 16,-3 1 0-16,-3 1 0 0,-2-2-32 15,-2-2-16-15,-2 1 0 0,1-4 0 0,-3 1-160 0,-3-5 128 16,1 3-128-16,-1-3 128 0,0-1-128 0,-1-1-176 15,0 0 48-15,0-1 0 16,2 1-1408-16,-1 1-256 0,2 0-64 0,0 0-14016 16,3 2-2816-16</inkml:trace>
  <inkml:trace contextRef="#ctx0" brushRef="#br0" timeOffset="133540.94">14402 12102 19343 0,'0'0'848'0,"0"0"192"0,11 1-832 0,0 0-208 15,4 1 0-15,-1 0 0 0,3-2 6272 0,1 0 1200 16,-1 0 240-16,3-2 48 0,-2 0-4752 0,0 1-944 0,-1 0-192 0,3 1-32 16,-2-4-944-16,2 2-176 0,-2 1-32 15,-1 0-16-15,-3 0-288 0,0 1-64 0,-2 1-16 0,0 0 0 16,-2 0-16-16,-10-1 0 0,8 6 0 0,-8-6 0 16,7 8-112-16,-3 1-32 0,-3 1 0 0,-4 3 0 15,-1 0-96-15,-2 1-48 0,-3 2 0 0,-2 1 0 16,-3 1 0-16,0 2 0 0,-1 1 0 0,-2-2 0 0,0 1 0 0,0-2 0 15,3-2 0-15,0-1 0 0,2 0 0 0,3-2 0 16,1-3 0-16,3-1 0 0,2-1 0 0,3-8 0 16,4 7 0-16,1-2 0 0,4-1 0 15,3 0 0-15,1-2 0 0,5 0 0 0,5-2 0 0,0-2 0 16,2 0 0-16,1-1 0 0,5-1 0 0,1 0 0 16,-1 0 0-16,0 0 0 0,0 1 0 0,-2-1-128 15,-3 0 128-15,-1 0-160 0,0 0 160 16,-2 1-128-16,-1-2 128 0,-1 4-128 0,0-3 128 0,-1 1 176 15,-5 1-48-15,2-1-17520 16,0 0-3504-16</inkml:trace>
  <inkml:trace contextRef="#ctx0" brushRef="#br0" timeOffset="143507.6">16599 11791 36863 0,'-12'-1'3264'0,"-1"-2"-2608"0,0 3-528 0,3-1-128 0,1 0 2912 0,3 0 544 16,6 1 128-16,0 0 0 15,0 0-2432-15,0 0-480 0,0 0-96 0,13-2-32 0,4 0 80 0,4 0 16 16,1 1 0-16,3-2 0 0,3 1-448 16,0-1-192-16,2 1 160 0,1-1-160 0,2-1 128 0,2 0-128 15,0 2 0-15,2-4 144 0,1 2-144 0,-3 1 0 16,3-1 0-16,-2 1 0 16,1 0-592-16,-2 2-208 0,-2 0-32 0,-2 1-16 15,-4 0-1856-15,-1 1-368 0,-4 2-80 16</inkml:trace>
  <inkml:trace contextRef="#ctx0" brushRef="#br0" timeOffset="143965.6">16529 11992 39615 0,'0'0'3520'0,"0"0"-2816"16,0 0-560-16,0 0-144 0,0 0 2304 0,10-2 448 15,4 2 64-15,3-2 32 0,3 0-2080 0,2 2-400 16,4-3-96-16,1 2-16 0,3-4 192 0,3 1 48 15,4-2 0-15,2 1 0 0,2 0-496 0,5-2 0 16,1 2 0-16,4-1 0 16,2-2-752-16,2-1-240 0,0 0-48 0,-2-2-16 15,-1-1-1632-15,-1 2-336 0,0 0-64 0,-3-1-16 16,-3-1-1696-16,-5 1-352 0,-4-1-64 0,-3 2-16 0,-6 2 4192 0,-6 0 832 0,-5 0 208 16,-4-2 0-16,-4 2-3600 15,-3 3-688-15,-5 5-128 0,-3-9-16 0,-2 1 10576 0,-2 1 2112 0,0 3 416 0,-1 2 96 0,0-1-4528 0,0 2-896 16,2-1-176-16,6 2-32 15,0 0-1344-15,0 0-256 0,0 0-48 0,0 0-16 0,0 0-768 0,0 0-176 16,6 8-16-16,3 0-16 0,2-5-272 0,2 2-48 16,2 0-16-16,4 2 0 0,1-1-160 15,3 1 0-15,0-2 0 0,1 1 0 0,-2 2 0 0,0 0 0 16,-1-1 0-16,-2-1 0 0,0 1 0 16,-3-1 0-16,0 1 0 0,-3-3 0 0,-2 1 0 15,-4 1 0-15,-1 1 0 0,-6-7 128 16,-2 8 160-16,-2-1 32 0,-2 3 0 0,-3-1 0 0,-3 1 208 0,-1-2 48 15,-4 1 16-15,-3 2 0 0,-2-1-272 0,0 2-64 16,-1-5-16-16,-2 1 0 0,0 0-240 0,2-1 0 16,1-1 0-16,3-2-160 15,4 1-896-15,3-1-176 0,3 0-48 0,5 1-14928 16,4-5-2992-16</inkml:trace>
  <inkml:trace contextRef="#ctx0" brushRef="#br0" timeOffset="144406.96">19178 11595 31327 0,'0'0'2784'0,"-6"-6"-2224"0,-1 2-560 0,-1 1 0 0,1-1 4816 0,2 1 864 15,5 3 160-15,0 0 48 0,-5 1-4384 0,1 1-864 16,0 2-192-16,1 2-16 0,0 3 224 0,-1 5 48 16,0 6 16-16,0 2 0 0,-1 15-576 0,-2 2-144 15,-1 1 0-15,0 2 0 0,1 1 128 0,-3-1 0 16,3-1 0-16,-2 0 0 0,-2-2-128 0,3-1 0 16,-1-4 0-16,0-3 0 0,0 0-192 0,1-6 192 15,0 0-192-15,2-4 192 16,-1-3-1344-16,3-4-128 0,-1-3-48 0,1-2 0 15,0-4-1680-15,4-5-352 0,0 0-64 0</inkml:trace>
  <inkml:trace contextRef="#ctx0" brushRef="#br0" timeOffset="144637.7">18631 11485 53151 0,'0'0'2368'0,"0"0"464"0,0 0-2256 0,6-5-576 0,3-2 0 0,4 2 0 0,4 0 400 15,2 0-16-15,2-1-16 0,3 3 0 0,0-4 112 0,5 3 32 16,4-1 0-16,2 1 0 0,1-4-224 0,6 3-32 16,2 1-16-16,3-2 0 0,3 2-240 0,-1 1 144 15,0-4-144-15,-1 5 128 0,-1 1-128 0,-2-1 0 16,0 0 0-16,-5 0 0 16,1 4-1728-1,-4 0-256-15,-3 2-64 0,-2 1-13696 0,-5 6-2752 0</inkml:trace>
  <inkml:trace contextRef="#ctx0" brushRef="#br0" timeOffset="144942.84">19183 12029 44351 0,'0'0'1968'0,"0"0"400"0,0 0-1904 0,8 2-464 16,3 2 0-16,2-1 0 0,3 1 576 0,1-2 32 15,3 0 0-15,-1-1 0 0,1 0 592 0,1 1 112 16,-1-1 32-16,1 0 0 0,-2-1-416 0,-2 1-80 15,-3 2-16-15,-1 1 0 0,-3 1-224 0,-2-2-48 16,-8-3-16-16,4 8 0 0,-4 1-112 0,-3 0-32 16,-2 1 0-16,-3 2 0 0,-2 1-112 0,-3 0-32 15,-1 3 0-15,-1-3 0 0,0 4-128 0,0-3-128 0,0 2 144 0,3-1-16 16,1 0-128-16,4-1 0 16,1-2 0-16,3-2 0 0,1-1 0 0,2-1 0 15,2-1 0-15,1-1 0 0,4-2 0 0,2 0 0 0,2-1 0 0,2-2 0 16,4-2-224-16,1-2-32 0,1-1-16 0,3 0 0 15,1 0-608 1,3-2-112-16,0-3-32 0,1 1 0 0,-2-1-2112 16,4 0-448-16,1-2-64 0,-2 2-16816 0</inkml:trace>
  <inkml:trace contextRef="#ctx0" brushRef="#br0" timeOffset="145085.41">19903 12206 16575 0,'0'0'1472'0,"0"0"-1168"0,-4 8-304 0,1 2 0 0,0-1 6448 0,2 4 1232 15,-1 4 240-15,-1 2 48 0,0-1-4912 0,1 1-992 16,-2 2-192-16,-1 0-32 0,-1 1-752 0,2-3-128 15,1 0-48-15,0 1 0 0,0-1-624 0,2-1-128 16,1-1-32-16,0 0 0 16,0-2-1328-16,3-2-272 0,4-2-48 0,0-1-21664 0</inkml:trace>
  <inkml:trace contextRef="#ctx0" brushRef="#br0" timeOffset="145631.75">20961 11406 30399 0,'-5'-4'2704'0,"0"-2"-2160"0,-2 1-544 0,2 0 0 16,2 0 3648-16,1 1 640 0,2 4 112 0,0 0 16 0,-7 0-2576 15,2 1-528-15,2 2-96 0,2 5-32 0,1 5-208 0,0 4-32 16,1 6-16-16,-1 3 0 0,-2 7-416 0,1 4-64 16,-2 8-32-16,-1 3 0 0,-1 3-128 0,0-2-32 15,-1-2 0-15,0-2 0 16,-2-5-48-16,0-2-16 0,0-2 0 0,2-3 0 0,-1-4-192 0,2-5 176 15,0-1-176-15,1-4 160 0,0-4 16 16,1-4 0-16,0 0 0 0,0-3 0 0,3-8-176 0,0 0 0 16,0 0-192-16,0 0 192 0,0 0-144 0,0 0 144 15,-1-7 0-15,1-2 0 0,1-3-176 0,2-2 176 16,0-4-160-16,4-3 160 0,2-3-128 0,3-1 128 16,1-2 0-16,3 0-144 0,0-2-96 0,3 2-16 15,-2-3 0-15,2 0 0 0,1 1 256 0,-1 6 0 16,-2 0 0-16,-1 6 160 0,-3 4-160 0,-1 4 0 15,-4 5 0-15,-8 4 0 0,0 0 0 0,5 11 128 16,-4 3-128-16,-2 6 128 0,-3 3 256 0,-1 3 32 0,-3 3 16 16,0 0 0-16,-1-1-432 0,0 1-192 15,1 0 0-15,0-1 16 0,2 0 304 0,-1-1 48 0,3-2 16 0,2-2 0 16,-1-1-432-16,2 1-80 0,1-5 0 16,1-1-16-1,2-3-1680-15,6-1-336 0,1-2-64 0,3-2-20496 0</inkml:trace>
  <inkml:trace contextRef="#ctx0" brushRef="#br0" timeOffset="145947.74">21308 11980 30399 0,'0'0'2704'0,"0"0"-2160"0,0 0-544 0,0 0 0 0,0 0 4768 0,5-5 848 16,-1-1 160-16,0 0 48 0,4 1-4128 0,1 3-816 16,3-5-176-16,-1 3-16 0,2 2-96 0,2-1-16 15,-2 0 0-15,1 2 0 0,-1 0-288 0,-1 1-64 16,-2 1-16-16,-1 2 0 0,-2 1 48 0,0-2 16 15,-7-2 0-15,1 8 0 0,-2 1 16 0,-3 2 0 16,-3 2 0-16,-2 2 0 0,-3 4-160 0,-3-1-128 16,-2 1 192-16,0 2-48 0,-3 0-144 15,2 1 0-15,0-1 0 0,1 0 0 16,0 0 0-16,1-2 0 0,4 0 0 0,3-4 0 0,3 0 0 0,2-2 0 16,1-2 0-16,3 0 0 0,3-1 0 0,1-3 0 15,2-3 0-15,3 0 0 0,2 1 0 0,2-4 0 0,1 0 0 16,2-1 0-16,2-1 0 0,2 0 0 15,2-6 0-15,0 2 0 16,1 0-768-16,2-3-128 0,4-1-48 0,-2 0 0 16,-1 0-1728-16,0 0-336 0,0 1-80 0,1 0-18512 0</inkml:trace>
  <inkml:trace contextRef="#ctx0" brushRef="#br0" timeOffset="146097.79">21908 12206 6447 0,'0'0'272'0,"-2"7"80"0,-2-1-352 0,2 1 0 0,2-1 0 0,-1 3 0 16,-1 2 9488-16,1 0 1840 0,-2 4 352 0,-2 0 80 15,0 2-8112-15,0 2-1600 0,-3-1-336 0,0 1-64 16,0 1-752-16,2-1-128 0,-1 0-48 0,2-1 0 16,0 0-512-16,0 0-208 0,2 1 176 0,2-1-176 15,1-1-512 1,0 0-208-16,0-5-48 0,1 1-15824 0,2-2-3184 0</inkml:trace>
  <inkml:trace contextRef="#ctx0" brushRef="#br0" timeOffset="156562.26">3327 14748 27647 0,'0'0'2448'0,"-6"-5"-1952"15,-1 0-496-15,1 0 0 0,-2-2 4128 0,1 2 736 16,2 0 128-16,5 5 48 0,-8-6-3760 0,-1 3-736 16,-3 0-160-16,-1 0-16 0,-2 2 656 0,-5-2 128 15,-3 3 16-15,-2 3 16 0,0-2-368 0,-1 2-80 16,-3 0-16-16,-1-1 0 0,-1 3-288 0,0 1-64 15,-2 0-16-15,-1-1 0 0,3 1-160 0,0 0-16 16,1-2-16-16,2 2 0 0,2 0-160 0,4 1 160 16,4-3-160-16,0 2 160 0,1-2-160 0,4-2 0 0,3 2 0 15,10-4 0-15,0 0 0 0,0 0 0 0,0 0 0 16,0 0 0-16,0 0 0 0,11 12 0 0,2-3 0 16,5 0 0-16,4-2 0 0,6 0 0 0,2-1-144 0,5 4 144 15,4-2 0-15,1 1 0 0,5 3-128 0,-1 2 128 16,-1 0 0-16,-2 5 0 0,-4-1 0 0,0 1 0 15,-3 4 0-15,-3-3 0 0,-4 3 0 0,-2 0 0 0,-5 1 0 0,-3 2 0 16,-4-3 0-16,-4 2 0 16,-5 0 0-16,-4-2 128 0,-3 1-128 0,-2-2 144 0,-4-1 80 0,-3-2 16 15,-1 1 0-15,-4-3 0 16,-4-3 16-16,-2-1 16 0,-5-1 0 0,0 0 0 0,-2-3-80 0,-3 0 0 16,-1-3-16-16,-2-1 0 0,-3-2-176 15,-1 0 128-15,1-3-128 0,-1-3 128 0,-3-1-128 0,4-1 0 16,2-2 0-16,3-2 0 0,-2 0-256 15,3-4 32-15,3 0 0 0,6-1 0 16,1-2-992-16,5-1-192 0,3-5-32 0,11-3-16 16,10-2-2640-16,11-2-544 0,8-2-96 0</inkml:trace>
  <inkml:trace contextRef="#ctx0" brushRef="#br0" timeOffset="156792.21">3654 14793 44975 0,'0'0'1984'0,"0"0"432"0,0 0-1936 0,0 0-480 0,0 0 0 0,0 0 0 16,-9 5 1152-16,3 3 128 0,0 2 16 0,1 3 16 15,0 1-160-15,0 6-48 0,0 6 0 0,1 0 0 16,0 4-656-16,0 1-144 0,-3 1-32 0,3-1 0 16,2 0-272-16,2 1 0 15,-3 0 128-15,2-8-128 0,-2 2 0 0,2 0 0 0,0-1 0 0,-2 8 0 31,0-4-768-31,1-3-224 0,-1-4-32 0,3-1-16 16,2-5-1872-16,-1-2-368 0,-1-3-80 0</inkml:trace>
  <inkml:trace contextRef="#ctx0" brushRef="#br0" timeOffset="157237.07">3365 15074 14735 0,'-7'-12'640'16,"7"12"160"-16,0 0-640 0,0 0-160 0,2-5 0 0,2 3 0 0,2-4 6864 0,3 1 1344 15,2-1 272-15,2 0 48 0,4 1-5776 0,4 0-1168 16,2 1-240-16,3-2-32 0,3-1-464 0,-1-1-80 16,2 2-32-16,2 1 0 0,-4 1-448 0,2-3-96 15,-1 3 0-15,-2 3-16 0,-3 1-176 0,-2 2 128 16,-2 2-128-16,-3 2 128 0,-2 0 0 0,-2 5 0 16,-2 2 0-16,-5 2 0 0,-2 1 128 0,-3 2 0 15,-2 3 16-15,-2 2 0 0,0 1-16 0,-1-1 0 16,-3 2 0-16,-1-5 0 0,0-1-96 0,1 0-32 15,0-4 0-15,2 1 0 0,-3-6-128 0,2 1 128 0,-1-5-128 0,2-2 128 16,5-4-128-16,0 0 0 16,0 0 0-16,0 0 0 0,0 0-128 0,0 0-16 15,0 0 0-15,0 0 0 0,2-8-96 0,2-1-16 0,3-1 0 0,-1-3 0 16,1-4 48-16,1 0 0 0,0-3 0 16,1-1 0-16,1-2 64 0,2-1 16 0,0 4 0 0,1 0 0 15,1 3 128-15,-1 1 0 0,-5 6-144 0,1 3 144 16,-1 4 0-16,-8 3-144 0,0 0 144 0,0 0 0 15,10 7 0-15,-2 5 0 0,0 2 0 0,-2 2 144 16,1 0-144-16,1 2 160 0,0 0-160 0,1 1 160 0,1 0-160 16,2 1 0-16,0-5 0 0,1 0 0 15,1-2-352-15,0-6-96 16,1 1-32-16,0-2 0 0,1-4-1424 16,0 1-272-16,2-6-64 0,1-1-16 0,2-2-1408 0,0-1-288 0,-3-2-48 15</inkml:trace>
  <inkml:trace contextRef="#ctx0" brushRef="#br0" timeOffset="157619.1">4424 14773 25215 0,'7'-20'1120'0,"-3"15"224"0,-1 0-1072 0,-3 5-272 0,0 0 0 0,0 0 0 0,0 0 3440 0,0 0 624 15,0 0 128-15,-3 9 32 0,-1 3-1264 0,0 4-240 16,-1-2-48-16,0 8-16 0,-2 1-1440 0,1 5-272 16,-2 2-64-16,2 0-16 0,0 0-352 0,1-1-80 15,1-2-16-15,2-1 0 0,0 1-224 0,2-1-64 16,0-1 0-16,4-1 0 0,1-1-128 0,3-2 0 15,-2-3 0-15,1-2 0 0,2-3 0 0,3-1 0 16,3-5 0-16,-1 0 0 0,-1-2-176 0,1-1 48 0,2-3 0 16,0-1 0-16,1-2 128 0,-1-2-192 0,1-1 192 0,0-6-192 15,-1 0 192-15,0-3 0 0,-2 1-144 0,-1-1 144 16,0-2 0-16,-1-2 0 0,-2 0 0 16,-1 1 0-16,-2 1 0 0,-3 2 0 0,-2 1 0 15,0 4 0-15,-2 2 128 0,0 7-128 0,-4-4 0 0,4 4 128 16,-8 2 16-16,-1 2 0 0,0 0 0 15,1 5 0-15,0 1-16 0,0 3 0 0,0 1 0 0,3 2 0 16,1 1-128-16,3 0 0 0,1 1 0 0,1-1 0 16,2-1 0-16,1-2 0 0,1 1 0 0,2-2 0 15,0 0-256-15,2-4 32 0,2-1 0 0,1-2 0 16,-2-2-992-16,1 0-192 0,-1-3-32 16,3 1-16-16,0-2-1328 0,-1 0-272 0,-2 1-48 15,-3-2-15616-15</inkml:trace>
  <inkml:trace contextRef="#ctx0" brushRef="#br0" timeOffset="157806.32">4317 14993 16575 0,'-16'-4'736'0,"16"4"160"0,-4-1-720 0,4 1-176 0,0 0 0 0,0 0 0 0,0 0 7312 0,10-1 1440 15,2 0 272-15,1-2 64 0,6-1-7168 0,3 0-1424 16,4-2-304-16,8-1-48 0,5-2-144 0,6 1 0 15,4-1 0-15,3-1-176 16,4-1-2592-16,1 1-528 0</inkml:trace>
  <inkml:trace contextRef="#ctx0" brushRef="#br0" timeOffset="158239.51">5517 14700 45839 0,'0'0'2032'0,"0"0"416"0,-6 0-1952 0,6 0-496 0,0 0 0 0,0 0 0 0,0 0 704 0,0 0 32 16,12 0 16-16,3 1 0 16,5-1 80-16,3 2 0 0,3-2 16 0,3 1 0 0,2 2-336 0,1-3-64 15,0 1 0-15,2 0-16 0,-4 0-144 0,0 1-32 16,-3 0 0-16,-1 2 0 0,-1 0 48 0,-3 0 0 15,-2 0 0-15,-2 0 0 0,-2 0-32 0,-3 1 0 16,-3 0 0-16,-2 2 0 0,-4-1-16 0,-1 3 0 16,-3 1 0-16,-4 1 0 0,-4 4 112 0,-3 2 16 15,-2-1 0-15,-5 4 0 0,-4 1-208 0,-3 1-48 16,-2 2 0-16,-2-4 0 0,-2 3-128 0,0-5 0 16,-1 1 0-16,2 0 112 0,0-2-112 0,3-2 0 15,2 1 0-15,4-2 0 0,4-1 0 0,4 0 0 0,3-1 0 0,2-2 0 16,3 0 0-16,2-1 0 0,5 1 0 15,3-3 0-15,3 0 0 0,3-1 0 0,5-1 0 0,4 0 0 16,2-1 0-16,3-1 0 0,1-3 0 16,2 0 0-16,2 0 0 0,2-4 0 0,1 0 0 0,4 0 0 15,-1-4 0-15,2-1-240 0,0 1 80 16,4-5 16 0,1 1-1392-16,0 2-256 0,-1-2-64 0,1 3-22272 0</inkml:trace>
  <inkml:trace contextRef="#ctx0" brushRef="#br0" timeOffset="158456.32">6631 14804 42383 0,'-7'0'3776'0,"2"0"-3024"0,5 0-608 0,0 0-144 0,0 0 2944 0,0 0 576 16,-7 2 96-16,7-2 32 0,0 0-2608 0,0 0-512 15,0 0-96-15,0 0-32 0,0 0-400 0,0 0-272 16,0 0 32-16,2 7 16 16,-2-7-2544-16,5 11-512 0,0-1-112 0,0 2 0 0</inkml:trace>
  <inkml:trace contextRef="#ctx0" brushRef="#br0" timeOffset="158601.64">6728 15032 23039 0,'0'0'1024'0,"-7"6"192"0,-4-2-960 0,3-1-256 0,2 0 0 0,1 4 0 15,-1-3 7520-15,1 2 1456 0,-1-1 304 0,1 0 48 0,-1 2-6960 0,6-7-1376 16,-4 5-288-16,4-5-48 0,-4 5-528 0,4-5-80 16,0 0-48-16,0 0 0 0,0 0 0 0,2 8 0 15,-2-8 0-15,5 8 0 16,0-3-512-16,2 0-112 0,-1 1-16 0,1 0-24928 0</inkml:trace>
  <inkml:trace contextRef="#ctx0" brushRef="#br0" timeOffset="162884.66">8057 14723 5519 0,'-1'-16'240'0,"1"6"64"0,0 1-304 0,1-1 0 0,-1-2 0 0,3 3 0 16,0-4 7728-16,1 4 1488 0,2 1 288 0,-1 1 64 15,-1 1-6768-15,-4 6-1360 16,0 0-272-16,0 0-48 0,0 0-144 0,0 0-16 15,0 0-16-15,0 14 0 0,-3 3-304 0,-1 5-64 16,-1 4-16-16,-3 4 0 0,0 3 80 0,1-3 0 0,-1 0 16 0,0 0 0 16,0-1-192-16,2-2-32 0,-1-3-16 0,2-5 0 0,1-1-224 0,1-2-32 15,2-3-16-15,0-3 0 0,-1 1-16 16,2-3 0-16,0-8 0 0,0 0 0 0,0 0 0 0,0 0 0 16,0 0 0-16,0 0 0 0,0 0-128 0,8-7 0 15,1-2 0-15,0-3 0 0,2-2 0 16,1-3 0-16,-1-6 0 0,5-2 0 0,2-4 0 15,2-2 0-15,2-4-128 0,3-4 128 0,2-4 0 16,2-1 0-16,-1 1-144 0,2 0 144 0,3-1-128 0,-2 2 128 16,-2 3-192-16,0 5 192 0,-2 4-192 0,-3 7 192 15,-4 3-192-15,-3 5 192 0,-5 7-128 16,-1 1 128-16,-4 5 0 0,-7 2 0 0,0 0 0 0,4 13 0 16,-2 6 0-16,-4 4 0 0,-3 4 208 0,-3 7-48 15,-2 5-16-15,-3 10 0 0,0 6 96 0,-3 6 16 16,-1 6 0-16,-1-2 0 0,-2 3-16 0,2-2 0 15,1 0 0-15,1-1 0 0,3 0-96 0,-1-1-16 0,1-3 0 16,3-3 0-16,1-5-128 0,-1-5 0 16,1-5 0-16,1-2 0 0,-1-5 0 15,1-2 0-15,1-3 128 0,-4 10-128 0,2-10 0 0,3-6 0 0,0-4 0 16,2-6 0 0,1-3-1008-16,0-4-80 0,3-8 0 0,0 0-16 15,0 0-1712-15,0 0-352 0,0 0-64 0,13-5-10384 0,0-7-2064 16</inkml:trace>
  <inkml:trace contextRef="#ctx0" brushRef="#br0" timeOffset="163076.19">8559 15207 24879 0,'0'0'2208'0,"0"0"-1760"0,0 0-448 0,0 0 0 16,0 0 3520-16,0 0 608 0,-3 14 128 0,1 2 32 16,-1 0-2240-16,0 5-432 0,1-1-80 0,-2 5-32 0,-1 1-288 0,-2 3-64 15,1 0-16-15,0 1 0 0,1-3-688 0,1 2-144 16,0-6-32-16,2-1 0 0,-1-1-272 0,1-1 0 15,0-2 128-15,1-2-128 16,0-2-544-16,1-1-160 0,1-1-48 0,3-2 0 16,4-1-2544-16,0-2-512 0,-1-3-96 0</inkml:trace>
  <inkml:trace contextRef="#ctx0" brushRef="#br0" timeOffset="163709.73">8711 15104 36575 0,'-6'-10'1616'0,"2"5"336"0,-1 1-1568 0,5 4-384 0,0 0 0 16,0 0 0-16,0 0 848 0,0 0 96 16,0 0 16-16,0 0 0 0,0 0-768 0,0 0-192 15,0 0 0-15,2 14 0 16,2-1-448-16,3-1-112 0,-1-2-16 0,3 2-16 16,2 0-752-16,2-2-160 0,1 4-32 0,-5-4 0 15,-1-1 704-15,1 0 128 0,0 0 16 0,-1 1 16 0,-1 1 672 0,1-1 128 0,-3-1 16 0,-1-1 16 16,-2 1 1248-16,1-1 256 0,-3-8 64 0,0 9 0 15,0-1 320-15,-1 0 80 0,-2 0 16 0,0-1 0 16,-2 1-800-16,0 1-144 0,0 3-48 0,-2-3 0 16,-2 2-320-16,0-3-64 0,0-2 0 0,1 3-16 15,2-2-272-15,6-7-48 0,-6 9-16 0,6-9 0 0,-5 9-240 0,5-9-48 16,-1 12-128-16,1-12 192 16,6 9-192-16,3 1 0 0,3-3 0 0,-4-1 0 0,0-2 0 0,1 3 0 15,1-3 0-15,2 1 0 16,-1 1 0-16,-1 0 0 0,-3-1 0 0,-1 0 0 0,-1 2 0 0,-1-1 0 15,-4-6 0-15,1 9 0 0,-2-1 0 0,-1 0 256 16,-4 0-64-16,0 1 0 0,-3-3 304 0,-3 3 48 16,-1 2 16-16,0-1 0 0,-3-3-208 15,3 1-32-15,0-2-16 0,1-1 0 0,-1 1-304 16,3-1 160-16,0-3-160 0,10-2 128 0,0 0-128 0,0 0 0 16,0 0 0-16,0 0 0 0,0 0 0 0,0 0 0 15,0 0 0-15,0 0 0 0,5-9 0 0,3 0 0 16,2-3 0-16,0 5-176 0,2-1 176 0,4-5-160 15,2-2 160-15,3 0-160 0,1-2 160 0,2-3-128 0,0-1 128 0,0 0-128 16,-1 1 128-16,-1-1-192 16,-3 1 192-16,-1 2-192 0,-1 2 192 0,-3 3 0 15,-2 4 0-15,-4 0-128 0,-3 4 128 0,-5 5 0 16,0 0 0-16,0 0 0 0,0 0 0 0,-7 8 128 0,-2 2-128 16,-1 3 176-16,-2 3-176 0,0 1 0 0,-1 1 144 0,2 2-144 15,-1-2 0-15,3 0 0 0,0-1 0 0,2 1 128 16,3-3-128-16,2-1 0 0,0 0 0 0,4-3 0 15,0-1-224-15,2-1-16 0,1-1 0 0,2-1 0 16,1-2-1104 0,1-1-240-16,0-2-32 0,1 0-16 0,3-2-976 15,2 0-192-15,0 0-32 0,1-3-10192 0,1-2-2032 0</inkml:trace>
  <inkml:trace contextRef="#ctx0" brushRef="#br0" timeOffset="164051.4">9211 15364 13823 0,'0'0'1216'0,"0"0"-960"0,-5 2-256 0,-1 2 0 0,2 1 5872 0,1 2 1120 15,-3-1 240-15,2 3 32 0,0 1-4000 0,2 3-784 16,-1 2-176-16,3 2-16 0,-2-2-832 0,2 0-176 16,0 2-16-16,2 0-16 0,0-1-544 0,0-2-96 15,1-1-32-15,-1-2 0 0,1-1-272 0,1 2-64 16,0-3-16-16,0-1 0 0,-4-8-32 0,0 0-16 16,4 6 0-16,-4-6 0 0,0 0-48 0,0 0 0 15,0 0 0-15,0 0 0 0,0 0-128 0,6-4 160 16,-1-1-160-16,2-1 160 0,-1-2-160 0,1-1 0 15,1-3 0-15,1-1 0 0,0-1 0 0,3-3 0 16,2-2 0-16,0 0 0 0,1-3 0 0,2 1 0 16,1-1 0-16,0 2 0 0,-1 4-208 0,-1 3 80 0,-2 4 128 15,-3 3-208-15,-1 0 208 0,-2 5 0 16,-8 1 0-16,0 0 160 0,5 8-160 0,-1 4 128 16,-3 2-128-16,-1 2 128 0,-1 1-128 0,-2-2 192 15,-1 4-192-15,2-1 192 0,-1 0-192 0,1-1 192 16,-1-1-192-16,2-1 192 0,-1 2-192 0,2-2 0 0,0-1 0 0,2 0 0 15,0-3-2352 1,4 8-496-16,1-4-96 0</inkml:trace>
  <inkml:trace contextRef="#ctx0" brushRef="#br0" timeOffset="164426.4">10256 14675 48895 0,'0'0'2176'0,"0"0"432"0,0 0-2096 0,0 0-512 15,0 0 0-15,7-4 0 0,1 0 960 0,2 2 64 0,3-3 32 0,3 2 0 16,1-2-256-16,4 1-48 0,2 1-16 0,3 1 0 16,3-4-480-16,1 3-112 15,0-1-16-15,1 1 0 0,2 0-128 0,-2 2 0 0,-2 0 0 16,-2 1 0-1,-2 1-656-15,-3 0-176 0,-4-1-16 0,-1 3-16 16,-2-2-1904-16,1 8-384 0,-4 1-80 0</inkml:trace>
  <inkml:trace contextRef="#ctx0" brushRef="#br0" timeOffset="164579.44">10318 14859 40479 0,'-13'0'1792'0,"13"0"384"0,0 0-1744 0,0 0-432 0,0 0 0 0,0 0 0 0,0 0 1824 16,0 0 288-16,0 0 48 0,11 3 16 0,5-1-816 0,4 1-144 15,2-2-48-15,2 0 0 0,3 1-656 0,3-2-128 16,2 0-16-16,2 0-16 0,1 0-208 0,0-2-144 16,2 1 192-16,1 0-192 15,1 0-912-15,0-1-304 0,0 1-48 0</inkml:trace>
  <inkml:trace contextRef="#ctx0" brushRef="#br0" timeOffset="166343.79">11800 14683 28559 0,'-10'-9'2544'0,"3"5"-2032"0,-2 1-512 0,9 3 0 0,-8-6 3536 0,3 2 624 15,5 4 112-15,0 0 16 0,0 0-2480 0,0 0-496 16,-1-7-96-16,1 7-32 0,0 0-128 0,11-5-32 15,1 0 0-15,2 2 0 0,2 1-768 0,2 1-256 16,3-1 128-16,0 1-128 0,1-2 0 0,2 2 0 0,-1-3 0 0,3 3 0 31,2-1-1472-31,-9 2-320 0,3-2-48 0,13 4-12496 0,-1 0-2496 0</inkml:trace>
  <inkml:trace contextRef="#ctx0" brushRef="#br0" timeOffset="166944.18">12553 14431 29487 0,'0'0'2624'0,"0"0"-2112"0,0 0-512 0,0 0 0 0,0 0 3200 0,-1 7 544 16,-1 1 96-16,-1 2 32 0,-1 2-2128 0,-1 2-416 16,-3 3-96-16,0 4-16 0,0 0-64 0,1-1 0 15,-1 0-16-15,1 3 0 0,1-3-560 0,0 3-128 16,0-1 0-16,2-1-16 0,0-3-208 0,2-1-32 15,-1-3-16-15,2-1 0 0,-1-2-48 0,1-1-128 16,0-3 192-16,1-7-64 0,0 0 16 0,0 0 0 16,0 0 0-16,0 0 0 0,0 0-16 0,0 0-128 15,0 0 192-15,0 0-64 0,-2-11-128 0,2 1 192 16,2-2-192-16,0-1 192 0,2-1-192 0,1-2 0 16,3-1 0-16,3-3 0 0,-1 0 0 0,2 0 0 15,1-2 0-15,1 1 0 16,2-1 0-16,0 2 0 0,-1 1-128 0,1 3 128 0,-2 3 0 15,-1 4 0-15,-1 2 0 0,-2 5 0 0,-2 0 0 0,0 4 0 16,-1 2 0-16,-2 1 0 0,-5-5 0 0,2 10 0 16,0 3 192-16,-2 2-64 0,-2 3 0 0,1-2 0 0,0 1 0 0,-1-1 0 15,1 1-128-15,1 0 128 16,0-1-128-16,0-2 128 0,-1 1-128 0,1-4 0 0,0 0 0 16,1-2 0-16,-1-9 0 0,0 0 128 0,0 0-128 0,0 0 128 15,0 0-128-15,0 0 128 0,0 0-128 0,0 0 128 16,0 0-128-16,8-5 128 0,0-3-128 0,0-1 128 15,1 0-128-15,1-3 0 0,2-1 0 0,1-3 0 16,0-1 0-16,3-1 0 0,1-1 0 0,0-1 0 0,2 2 0 0,1-1 0 16,-1 0-144-16,-1 2 144 15,-2 4 0-15,-2 3 0 0,-1 0 0 0,-1 4 0 0,-3 3-128 0,-9 3 128 16,7 3 0-16,-7-3 0 16,4 6 0-16,-2 4 0 0,0 1 0 0,-2 2 0 15,-2 0 0-15,1 3 0 0,0 1 128 0,1 0-128 0,0 0 0 0,0-2 0 16,-2 1 0-16,4 0 0 0,-1-1 0 0,0 0-128 15,1-4 128-15,-1 2-208 16,0-5-1024-16,2 1-208 0,-1-1-32 16,-2-8-16-16,4 9-1536 0,-4-9-304 0,4 6-64 15,-4-6-16064-15</inkml:trace>
  <inkml:trace contextRef="#ctx0" brushRef="#br0" timeOffset="167263.21">13140 14074 30399 0,'-6'-2'2704'0,"-2"-2"-2160"0,-1 1-544 0,0 2 0 15,-2-2 3632-15,1 3 608 0,1 3 128 0,-1-3 32 16,0 2-2288-16,1 2-464 0,0-1-96 16,0 2-16-16,0 2-640 0,1 0-144 0,0 1-32 0,0 0 0 15,2 1-496-15,0 0-96 0,2-1-128 0,2 1 176 16,-1 0-176-16,2 1 0 0,1-1 144 0,1 0-144 15,1-1 0-15,-2-8 0 0,5 7 0 0,0 0 128 16,0-2-128-16,2-1 0 0,0-1 0 0,1-1 0 0,-8-2-144 16,9 0 144-16,1-2-160 0,-3-1 160 15,0-2-160-15,-1 0 160 0,0-1-160 0,-2 1 160 0,-3-3 0 0,1 1-144 16,0 0 144-16,-2 1 0 0,-2-2-144 0,1 1 144 16,-1 1-160-16,0 0 160 15,-2 1-720-15,0 1-48 0,4 4-16 0,0 0 0 16,0 0-2496-16,0 0-496 0</inkml:trace>
  <inkml:trace contextRef="#ctx0" brushRef="#br0" timeOffset="169008.38">14007 14070 5519 0,'3'-11'496'0,"-1"-1"-496"0,1-1 0 0,-2-3 0 0,-1 1 6320 0,2-1 1168 15,-2 2 224-15,1 2 48 0,-2-1-5072 0,-1 4-1008 16,0 0-208-16,-1 2-32 0,-2 2 368 0,0 1 80 16,-2 3 16-16,-2 3 0 0,-3 3-688 0,-1 3-144 15,-4 3-32-15,-2 4 0 0,-3 1-176 0,-2 5-32 16,-1 1-16-16,-1 5 0 0,-1 5-240 0,-2 4-32 15,0 2-16-15,2 2 0 0,0-1-224 0,3 2-48 16,3-2-16-16,4 1 0 0,3-6-240 0,4-1 128 16,2-3-128-16,3-1 0 0,1-1 0 0,2-2 0 15,4-2 0-15,2-2 0 0,0-1 0 0,2-2 0 16,2 0 0-16,4 5-160 16,-2-4-720-16,2-6-144 0,-2-1-16 0,-2-6-16 15,1-1-1248-15,7 2-240 0,3 0-48 0,0-7-17488 16</inkml:trace>
  <inkml:trace contextRef="#ctx0" brushRef="#br0" timeOffset="169508.66">14187 13986 42847 0,'0'0'1904'0,"-6"0"384"0,-1 1-1840 0,2 3-448 0,0 0 0 0,-1 4 0 0,0 1 1184 0,-2 2 144 16,-1 4 16-16,0 3 16 16,0 3-64-16,0 5-16 0,-2 6 0 0,1 5 0 0,1 1-592 0,1 0-128 15,0-2-32-15,3-1 0 0,-1 2-144 0,3-5-48 16,-1-2 0-16,1-2 0 0,2-3-144 0,-1-1-48 0,1-3 0 16,2-3 0-16,-2-2-144 0,1-2 128 0,0-1-128 0,0-5 128 15,0 0-128-15,0-8 160 0,0 0-160 0,0 0 160 16,0 0-16-16,0 0 0 15,0 0 0-15,0 0 0 0,0 0 16 0,0 0 0 0,0 0 0 0,-1-9 0 16,2-4-160-16,2-1 128 0,1-2-128 16,2-2 128-16,1-1-128 0,3-4 0 0,2-2 0 15,1 0 0-15,3-3 0 0,0 0-176 16,3 0 176-16,-1 0-128 0,0 2 128 0,-1 3-128 0,-2 1 128 16,0 5-128-16,0 2 128 0,-4 5 0 0,0 1 0 15,-2 5 0-15,-9 4 0 0,8 1-160 0,-8-1 160 16,5 9 0-16,-3 4 0 0,-2 2-128 0,-1 2 128 15,-1 5 0-15,-2 4 0 0,0 1 0 0,-2 2 0 16,1-2 144-16,0-1-144 0,0-2 0 0,2-2 0 16,-1-1 128-16,2 0-128 0,-1-2 0 0,2 1 0 0,0-2 0 15,-1-2 0-15,2-2 0 0,0-1 0 0,2-1 0 16,-1-3-848-16,0 0-112 0,2-1 0 16,1 0-16-16,-4-8-1456 15,6 5-304-15,1 1-48 0,6-3-11440 0,0-4-2288 0</inkml:trace>
  <inkml:trace contextRef="#ctx0" brushRef="#br0" timeOffset="170964.88">14467 14571 15663 0,'0'0'688'0,"0"0"144"0,-10-10-656 0,3 3-176 0,0 0 0 0,-3-2 0 0,4 3 5296 16,2 3 1024-16,1 1 208 0,1-2 32 15,2 4-3536-15,0 0-704 0,0 0-144 0,0 0-16 0,5-7-1040 0,-5 7-208 16,9-2-32-16,2-1-16 16,-1-2-320-16,2 1-64 0,1 0-16 0,1 0 0 0,2 1-176 0,2-1-32 15,-1 1-16-15,0-1 0 0,0 1-112 0,-1 2 0 16,-2-2-128-16,0 2 192 0,-2-2-64 0,-2 5-128 16,-2 0 176-16,-8-2-176 0,0 0 208 0,0 0-64 15,0 0-16-15,0 0 0 0,1 9 176 0,-2 0 16 16,-4 1 16-16,-3 0 0 0,-2 0-16 0,-2 3-16 15,-2 0 0-15,-1 1 0 0,0 0-48 0,-1 0-16 16,2 1 0-16,-1-2 0 0,-2 0-112 0,4-2 0 16,0 2-128-16,2-1 192 0,-1-1-192 0,3 0 176 0,0 1-176 15,1-4 160-15,1 0-160 0,2-1 0 16,1 0 144-16,4-7-144 0,0 0 0 0,0 0 128 16,0 0-128-16,3 7 0 0,-3-7 0 0,6 6 0 0,2-3 0 0,0-1 128 15,1 0-128-15,1-2 0 16,1-3 0-16,1 2 0 0,1-1 0 0,0 1 0 0,2-3 0 15,0 2 0-15,-1-4 0 0,0 1 0 16,2 0 0-16,-2 0-128 0,1-2-96 0,-1 2-16 16,0 1 0-16,1-3 0 15,-1 4-1024-15,2 0-208 0,-3-1-32 0,5 1-16 16,-4 2-2048-16,-1 1-400 0,-2 0-96 0</inkml:trace>
  <inkml:trace contextRef="#ctx0" brushRef="#br0" timeOffset="171288.7">14917 14663 29487 0,'0'0'2624'0,"0"0"-2112"0,0 0-512 0,0 0 0 0,0 0 4096 0,0 0 704 16,0 0 128-16,0 0 48 0,-5 6-3152 0,1 2-624 15,0 2-128-15,0 0-32 0,0 2-144 0,0 1-16 0,-1 2-16 0,1-2 0 16,0 1-624-16,2 2-240 16,-1-5 176-16,2 4-176 0,0-1 0 0,1 5 0 15,0-4 0-15,0-6 0 16,0 0-976-16,0-9-240 0,0 0-64 0,2 13 0 15,3-2-2048-15,-5-11-400 0,0 0-96 0</inkml:trace>
  <inkml:trace contextRef="#ctx0" brushRef="#br0" timeOffset="171691.78">15350 14429 22111 0,'-4'-13'976'0,"3"9"208"0,-2-4-944 0,1 0-240 0,-1 3 0 0,-1 0 0 0,0 1 5376 0,0-3 1040 16,-1 5 208-16,-2-1 32 0,0 2-4032 0,-2 1-800 16,-3-1-160-16,1 3-48 0,1 1-800 0,-1-1-176 15,0 2-16-15,-5 3-16 0,2 1-224 0,1-1-64 16,2 0 0-16,5-2 0 0,-1 2-112 0,2-1-16 16,0 1-16-16,0-2 0 0,5-5-176 0,0 0 0 15,-4 8 0-15,1 2 0 0,3-10 0 0,0 8 0 16,0-8 0-16,4 9 0 0,0 0 0 0,4 0 0 15,0-2 0-15,1 1 0 0,1 0 0 0,1-1 0 0,-1 1 0 0,3 0 0 16,3 0 0-16,-1 0 0 16,0 0 0-16,-2-1 0 0,-2 2 0 0,0-2 0 15,-2-1 0-15,-1 0 0 0,-2 0 0 0,0 2 0 16,-4 0 0-16,-1-2 0 0,-1-6 128 0,-2 8-128 16,-2 0 128-16,-1 0-128 0,-2-2 272 0,-2 1-16 15,-3-1-16-15,-1 1 0 0,-1-2-48 0,1-1-16 0,0 0 0 16,0-1 0-16,-1 0-176 0,0 1 0 0,1-1 0 15,2 0 0-15,-1-2 0 0,-2 2-144 0,1-3 0 16,2 0 0 0,3-6-1552-16,8 6-304 0,0 0-64 0,0 0-13648 0,0 0-2720 0</inkml:trace>
  <inkml:trace contextRef="#ctx0" brushRef="#br0" timeOffset="171860.74">15526 14413 45663 0,'9'-12'2032'0,"-2"7"400"0,2 0-1936 0,2-2-496 0,4 2 0 0,2 1 0 0,2-2 1152 0,1 1 128 16,-2-1 16-16,0 0 16 0,1 1-352 0,0 1-64 16,2 0 0-16,1-1-16 0,2 2-1008 0,-1 2-208 15,-2-1-48-15,2 2 0 16,1 0-3072-16,-1 0-608 0</inkml:trace>
  <inkml:trace contextRef="#ctx0" brushRef="#br0" timeOffset="172321.36">16184 13918 13823 0,'-13'-13'608'0,"9"8"128"0,0-2-592 0,1 2-144 0,3 5 0 0,0 0 0 0,0 0 8000 0,0 0 1552 15,0 0 320-15,0 0 64 0,-2 13-6960 0,2 4-1392 16,0-2-288-16,0 6-48 0,-1 3-528 0,0 3-96 15,-3 2-32-15,1 3 0 0,-1 6-176 0,2 4-32 16,-2 2-16-16,0 2 0 0,0-4-144 0,1-2-32 0,-1-2 0 0,0-3 0 16,2-5-192-16,-2-4 176 0,0-4-176 0,-1 0 160 15,1-5-160-15,0 0 128 0,0-1-128 0,1-7 128 16,2-1-128-16,0-2 0 0,-2 1 0 0,3-7 128 16,0 0-128-16,0 0 0 0,0 0 0 0,0 0 128 15,0 0-80-15,3-7-48 0,-1 0 0 0,2-3 0 16,3 0 0-16,2-3 0 0,1-3 0 0,4-1 0 15,0-5 0-15,3 0 0 0,1 0 0 0,2-3-160 16,0 0 160-16,1 2-128 0,0 1 128 0,-3 1-128 16,-1 4 128-16,-4 4 0 0,-1 4 0 0,-3 2 0 0,-2 1 0 15,-7 6 0-15,0 0 0 0,0 0 0 0,0 0 0 0,4 9 0 16,-4 1 0-16,-2 3 128 16,1 3-128-16,0 2 0 0,-1 0 0 0,1 2 128 0,0 1-128 0,1-3 0 15,-1 0 0-15,1 1 0 0,1-1 0 0,0-4 0 16,2 1 0-16,-1-1 0 15,1 0-624-15,1 1-32 0,0-4-16 16,1 0 0-16,0-1-1312 0,2 2-272 0,-1-2-48 16,2 1-12992-16,1-2-2608 0</inkml:trace>
  <inkml:trace contextRef="#ctx0" brushRef="#br0" timeOffset="172484.92">16708 14421 13823 0,'0'0'1216'0,"0"0"-960"15,-2-3-256-15,2 3 0 0,-7-4 6848 0,-1 6 1312 0,2 2 272 16,1 2 48-16,0 3-5280 0,-1 0-1040 15,0 3-224-15,-1 0-32 0,2 1-880 0,0 0-192 0,0 0-16 16,1 3-16-16,1-3-544 0,1 2-96 0,0 2-32 0,2 0 0 16,0-2-128-16,0-1 0 0,2-1 0 0,0-1 0 31,2-1-816-31,0-1-192 0,-1-3-32 0,-3-7-16 16,5 10-2032-16,1-4-416 0,1-1-80 0,-1-2-15360 0</inkml:trace>
  <inkml:trace contextRef="#ctx0" brushRef="#br0" timeOffset="172822.47">16751 13614 4607 0,'0'0'400'0,"0"0"-400"0,6-4 0 0,0 3 0 0,3 1 7552 0,3 2 1440 16,4 1 288-16,-1 2 48 0,1 3-6592 0,4 1-1328 15,3 4-256-15,4-1-48 0,3 1 48 0,2 5 16 16,2 6 0-16,-1-2 0 0,0 5-112 0,-2 1-32 16,-2 4 0-16,-2-1 0 0,-1 3-32 0,-2 4-16 15,-2 3 0-15,-5 4 0 0,-3 6-352 0,-3 4-80 16,-5 2-16-16,-3 2 0 0,-4 1-192 0,-3 0-32 16,0-2-16-16,-3 0 0 0,-2-6-80 0,-1 1-16 15,-3 0 0-15,1-5 0 0,0-3-64 0,1-4-128 16,-1-7 176-16,0-3-176 0,0-1 208 0,2-6-64 0,2-9-16 0,-1 0 0 15,0-2-128-15,0-3 0 16,0 0 144-16,-1 0-144 0,1-4 0 0,-1 1 0 0,-1-4 0 0,1 4-128 31,1-3-1552-31,-2 1-304 0,1 3-64 0</inkml:trace>
  <inkml:trace contextRef="#ctx0" brushRef="#br0" timeOffset="173434.47">11787 15613 45551 0,'-14'-20'2016'0,"3"11"416"0,-1 2-1936 0,1 0-496 16,0-1 0-16,3-1 0 0,3 2 960 0,1-1 80 0,2 2 32 16,2 6 0-16,4-7 272 0,2 1 64 0,5-1 16 15,2 1 0-15,4-1-784 0,2 1-176 0,3-1-16 0,6 3-16 16,2-2-272-16,4-1-160 0,3 2 192 0,5 0-192 15,4 0 128-15,6-2-128 0,6 3 0 0,5 0 0 16,2 2 224-16,4-1-64 0,3-1-16 0,8-1 0 16,6-2-144-16,6 2 0 0,6 1-160 0,5-2 160 15,5-1 0-15,6 1 0 0,4 0 0 0,3 1 160 16,-1-1-160-16,6 1 0 0,5 3 0 0,1-2 0 16,-3-1 0-16,5 1 0 0,6 2 0 0,1-1 0 15,-1 2 0-15,5-1 0 0,0 0 0 0,-4 0 0 16,-5 2 0-16,1 0 0 0,2 0 0 0,-5 0 0 0,-5 2 0 15,-3-2 0-15,-4 4 0 0,-6-2 0 0,-7 0 0 0,-3 0 0 16,-5-2 0-16,-1 1 0 0,-8 2 0 16,-6 0 0-16,-8-3 0 0,-5 0 0 0,-5 0 0 15,-5-3 0-15,-5 2 0 0,-5-1 0 16,-5 1 0-16,-4 1 0 0,-2-4 0 0,-6 2 0 0,-3 0 176 16,-3 0-48-16,-3-1-128 0,-2 2 192 0,-4 0-192 0,-1-1 0 15,-5 1-192-15,-2 1 192 0,-1 0 0 0,-2 0 0 16,-10 0 0-16,0 0 0 0,0 0-192 0,0 0 64 15,0 0 128-15,0 0-208 16,0 0-1264-16,-6 13-256 0,-6 0-64 0,-5 0-21648 0</inkml:trace>
  <inkml:trace contextRef="#ctx0" brushRef="#br0" timeOffset="173912.12">11513 16589 47855 0,'0'0'2112'15,"0"0"448"-15,0 0-2048 0,0 0-512 0,13-4 0 0,2 2 0 0,1-1 896 0,1 2 80 0,2-1 16 0,0 1 0 16,3-3 96-16,2 2 32 16,-1-2 0-16,2 1 0 0,1 0-816 0,0 1-176 0,-1-2-128 0,0 1 192 31,-2 1-528-31,2-1-112 0,-2 0 0 0,0 2-16 15,-1-1-2048-15,-1 2-416 0,0 0-80 0</inkml:trace>
  <inkml:trace contextRef="#ctx0" brushRef="#br0" timeOffset="174704.37">12383 16383 27647 0,'0'0'2448'0,"-7"-5"-1952"15,1 1-496-15,6 4 0 0,0 0 5936 0,0 0 1088 0,0 0 208 0,-6 13 64 16,0 1-5248-16,1 5-1056 0,0 1-208 16,-1 4-32-16,1 2-288 0,0 3-48 0,0-1-16 0,1 1 0 15,1-4-208-15,1 2-64 0,-1 2 0 0,2 0 0 16,-1-6-128-16,2-1 0 0,0 0 144 0,0-2-144 15,-1-3 0-15,1-3 0 0,-1-1 0 0,1-13 128 16,0 0-128-16,0 0 0 0,0 0 0 0,0 0 128 16,0 0-128-16,0 0 0 0,0 0 0 0,0 0 0 15,0 0 0-15,0 0 128 0,0-9-128 0,2-3 96 16,2 1-96-16,3-6 0 0,2 0 0 0,1-2-160 16,2-4 160-16,4 0-160 0,2-5 160 0,0 1-160 15,2-2 16-15,-1-1 0 0,1-1 0 16,-1 2 0-16,-2 3 144 0,2 3-192 0,-1 3 192 0,-1 4-192 15,-3 3 192-15,-2 7 0 0,-12 6 0 0,0 0 0 16,12-3 0-16,-12 3 0 0,0 0 192 0,10 12-64 16,-3 1 0-16,-1 3 0 0,-2 2 0 0,0 1 0 15,-1 2 0-15,-2 2 16 0,0-3 0 0,0 0 0 0,1-1-96 16,0 0-48-16,0-4 0 0,0 0 0 0,1-1 0 16,-1-1 0-16,1 1 0 0,0-3 0 0,-3-11 0 15,0 0 0-15,0 0 0 0,4 12 0 0,-4-12 0 0,0 0 0 16,0 0 0-16,0 0 0 0,0 0 0 0,0 0 0 15,0 0 0-15,10-7 0 0,0-3 0 16,1-2 0-16,1-1 0 0,-1 0 0 0,4-3 0 0,2 1-128 16,1-6 128-16,1 0-160 0,1-1 160 15,0 1-160-15,-2 0 160 0,-4 4-160 0,-1 4 160 0,-2 5-128 16,-11 8 128-16,0 0-128 0,0 0 128 0,0 0 0 16,0 0 0-16,7 9 0 0,-3 3 0 0,-2 2 0 15,-4 3 0-15,1 2 0 0,0 0 128 0,-2-1-128 16,2-1 128-16,1 2-128 0,1-5 0 0,2 0 0 15,-2 1 0-15,2-4 0 0,1 2-272 0,-1-1-80 16,1-3-16-16,-4-9 0 16,0 0-912-16,0 0-192 0,9 5-48 0,-1 1 0 15,0-2-1392-15,0-2-288 0,-8-2-48 0,0 0-16448 0</inkml:trace>
  <inkml:trace contextRef="#ctx0" brushRef="#br0" timeOffset="174991.22">13014 16172 22111 0,'-6'-17'1968'0,"4"7"-1584"0,-2 3-384 0,1 2 0 0,-1-2 4864 16,4 7 896-16,0 0 192 0,0 0 16 0,-6-1-3424 0,6 1-688 16,-8 3-144-16,2-1-32 0,6-2-432 0,-10 8-96 15,3 0 0-15,0 1-16 0,2 1-720 0,0 3-144 16,-1-3-16-16,4 0-16 0,2-10-240 0,1 12 176 16,2-1-176-16,-3-11 160 0,4 13-160 0,-4-13 0 15,8 14 0-15,-1-4 0 0,-7-10 0 0,11 8 0 16,-11-8 0-16,9 6 0 0,-9-6 0 0,0 0 0 15,0 0 0-15,10 2 0 0,-10-2-128 0,0 0 128 16,0 0 0-16,8-7 0 0,-8 7 0 0,4-9 0 16,-1 0 0-16,-2 1 0 0,-1-1 0 0,0 9 0 15,-3-11 0-15,-1 1 0 0,-1 1-208 0,0 2-32 0,0 1 0 0,5 6 0 32,0 0-1072-32,0 0-224 0,0 0-32 0,0 0-20816 0</inkml:trace>
  <inkml:trace contextRef="#ctx0" brushRef="#br0" timeOffset="175402.38">13758 16075 14735 0,'4'-20'640'0,"-1"8"160"0,-1-1-640 0,-2-3-160 0,-1 2 0 16,-2 1 0-16,1 1 5712 0,-2 4 1120 0,-3 2 208 0,-2 0 64 0,-1 5-3584 0,-2 2-720 15,-4 1-144-15,-1 6-32 0,-3 3-1024 0,-5 6-224 16,-4 4-32-16,-2 5-16 0,-3 7-512 0,-1 3-112 15,-2 5 0-15,3 6-16 0,2 5-240 0,3 1-32 16,3 2-16-16,4 1 0 0,5 0-208 0,4-4-32 16,2-3-16-16,6 0 0 15,4-3-96-15,5-1-48 0,1 1 0 16,4-3 0-16,0-3-176 0,3-3-16 0,2-6-16 0,2-5 0 16,1-6-400-16,-1-5-80 0,2-3-16 0,1-4 0 15,4-4-1008-15,-1-5-208 0,0-3-32 0,1-5-16 16,3-4-2160-16,-2-6-432 0,-2-3-96 0</inkml:trace>
  <inkml:trace contextRef="#ctx0" brushRef="#br0" timeOffset="175792.15">13963 16148 21183 0,'-12'-10'944'0,"6"6"192"0,-1 0-912 0,1 3-224 16,6 1 0-16,-7 2 0 0,7-2 6416 0,-7 8 1248 0,0 4 240 15,0 2 48-15,1 3-5328 0,-1 5-1088 0,-2 5-192 0,1 6-64 16,0 8-528-16,1 1-112 0,-1 1-32 0,-1 1 0 15,1-1-176-15,1-1-48 0,1-3 0 0,0-4 0 16,3-2-176-16,-1-3-32 0,0 0-16 0,1-6 0 16,1 1-160-16,0-5 0 0,0-2 144 0,0-4-144 0,1-2 0 0,1-12 144 15,-3 9-144-15,3-9 144 16,0 0-144-16,0 0 0 0,0 0 0 0,0 0 0 16,0 0 0-16,0 0 0 0,3-10 0 0,1-3 0 15,2 0 0-15,2-6 0 0,3-2 0 0,0-1 0 0,4-2 0 0,2 0 0 16,1-7 0-16,2 2 0 0,0-1-176 15,1 0 176-15,0 0-160 0,-1 5 160 0,-3 5-144 16,-4 3 144-16,-2 2-128 0,-1 5 128 0,-10 10 0 16,0 0 0-16,0 0 0 0,0 0 0 0,0 0 0 0,3 12 0 15,-3 1 0-15,-1 0 128 0,-3 4-128 16,-1 2 128-16,0 2-128 0,0 1 128 0,-1 0-128 0,0 3 0 16,-1-4 128-16,2 2-32 15,0 1-96-15,1-2 0 0,0-1 0 0,1 0 0 0,2 0 0 16,0-3-160-16,0 0 160 0,2 2-192 15,4-2-1072-15,3-4-208 0,1-2-64 0,0-3-14912 16,3-2-2976-16</inkml:trace>
  <inkml:trace contextRef="#ctx0" brushRef="#br0" timeOffset="176112.36">14164 16729 44175 0,'0'0'1952'0,"0"-7"416"0,1 2-1904 0,-1 5-464 0,4-7 0 0,2 3 0 16,1 1 1424-16,1 0 192 0,-1 2 48 0,3-2 0 15,0 0-336-15,0 2-64 16,5 1-16-16,0 0 0 0,1 0-736 0,1 0-160 0,0 0-32 0,0 0 0 16,-1 1-48-16,-1 2-16 0,0 1 0 0,3 1 0 15,-5 0-64-15,-13-5-32 0,0 0 0 0,8 9 0 16,-8-9 32-16,2 11 16 0,-2 1 0 0,-2-3 0 16,-4 2 48-16,-1 1 0 0,-2 0 0 0,-2 1 0 0,-1 3-192 0,-1-3-64 15,0 0 0-15,2 1 0 16,0-1 0-16,2 0 0 0,1-5 0 0,2 4 0 0,2-3 0 0,4-9 0 15,0 0 0-15,0 10 0 0,0-10 0 16,0 0 0-16,9 11 0 0,0-5 0 0,-9-6 0 0,14 4 0 16,1-3 0-16,0 2 0 15,1-2 0-15,1-1 0 0,2-2 0 0,2-2 0 16,0-1-896-16,4-3-160 0,2-3-32 16,5 2-16-16,2 0-2944 0,-2-5-592 15</inkml:trace>
  <inkml:trace contextRef="#ctx0" brushRef="#br0" timeOffset="176270.19">14798 16643 16575 0,'-1'-11'736'0,"1"11"160"0,0-6-720 0,0 6-176 0,5-7 0 0,3 1 0 15,-8 6 7248-15,13-4 1424 0,0 0 288 0,2 0 48 16,0 1-6160-16,2 1-1232 0,3-1-240 0,3-1-48 16,5 1-1040-16,-1 0-288 0,-1-1 0 0,1-2 128 31,1 3-1408-31,1-4-304 0,-1-1-48 0,0 2-13344 0,-1 3-2688 0</inkml:trace>
  <inkml:trace contextRef="#ctx0" brushRef="#br0" timeOffset="176679.08">15431 16099 23039 0,'-4'-11'2048'0,"0"4"-1648"0,4 7-400 0,0 0 0 0,0 0 5264 15,0 0 976-15,0 0 192 0,0 0 32 0,-9 10-3424 0,2 4-688 16,0 1-144-16,-1 4-32 0,-1 7-1040 0,-1 4-224 15,0 4-32-15,0 4-16 0,-2 2-368 0,3 0-80 16,0 0-16-16,1 0 0 0,1 2-272 0,3-4-128 16,3-4 128-16,0-3-16 0,-1-2-112 0,2-3 0 15,0-1 0-15,0-4 0 0,-1-2 0 0,0-5 0 16,2-2 0-16,-1-1 0 0,0-11 0 0,0 0 0 0,0 9 0 0,0-9 0 16,0 0 0-16,0 0 0 0,0 0 0 15,0 0 0-15,0 0 0 0,0 0 0 0,3-9 0 0,1-4 0 16,2-2 0-16,2 0 0 0,2-2 0 0,3-2 0 15,3 0 0-15,0-2 0 0,1 0 0 0,1 2 0 16,1-5 0-16,0 3 0 16,-2 3-160-16,-2 4 160 0,0 2 0 0,-5 4-128 0,1 2 128 15,-11 6 0-15,0 0 0 0,11 0 0 0,-11 0 0 16,0 0 0-16,12 6 0 0,-4 3 144 0,-2 3-144 0,0 0 144 16,-3 1-144-16,0 1 0 0,-2-4 0 0,2 3 0 15,1 2 0-15,0-1 0 16,-2-1 0-16,1 2 0 0,0-2 0 0,1-2-128 0,-1 1 128 0,1 1 0 15,0-1-896 1,0 0-80-16,0 1-16 0,1-4 0 0,-2-1-1856 16,2 2-368-16,2 0-80 0</inkml:trace>
  <inkml:trace contextRef="#ctx0" brushRef="#br0" timeOffset="177026.17">15874 16524 28559 0,'0'0'2544'0,"0"0"-2032"0,0 0-512 0,0 0 0 16,0 0 4960-16,-8 10 896 0,2 2 176 0,1 0 48 16,-1 2-3504-16,1 0-688 0,-1 1-144 0,-1 3-16 15,2-1-992-15,1 3-192 0,1 0-32 0,2 3-16 16,1-4-368-16,1 5-128 0,2-4 0 0,1 0 0 16,0-3 0-16,0-1 0 0,-2-5 0 0,1 0 0 31,1-2-976-31,-4-9-96 0,0 0-16 0,6 9 0 15,3-4-2560-15,-9-5-528 0,11 0-112 0</inkml:trace>
  <inkml:trace contextRef="#ctx0" brushRef="#br0" timeOffset="177369.84">16126 15709 31327 0,'-9'-6'2784'0,"9"6"-2224"0,0 0-560 0,0 0 0 0,0 0 4032 0,0 0 688 16,14 9 144-16,2 2 16 0,-3 0-3328 0,4 6-656 15,-1 1-144-15,5 7-32 0,1-3 160 0,6 5 16 16,2 3 16-16,1 3 0 0,-1 0-384 0,1 2-80 16,2 1 0-16,0 1-16 0,-2-1-192 0,-2 5-48 15,-6 2 0-15,-1 5 0 0,-4 1-64 0,-2 5-128 0,-4 2 176 0,-3 0-176 16,-4-3 128-16,-4 1-128 15,-2-5 0-15,-3 0 0 0,-1-2 128 0,-3 0-128 0,-2-3 0 16,-2-1 0-16,-2-1 240 0,-1-6-64 0,0-5-16 0,-2-2 0 16,-1-3-160-16,-1-5 0 0,0-1 0 15,0-3 0-15,1-2 0 0,3 0 0 0,2-6 0 0,0-3 128 32,-2 1-1040-32,3-3-224 0,2 1-32 0,10-5-23584 0</inkml:trace>
  <inkml:trace contextRef="#ctx0" brushRef="#br0" timeOffset="177843.09">18145 15129 22111 0,'5'-5'1968'0,"2"-2"-1584"15,1-2-384-15,2 1 0 0,4 0 6528 0,2 1 1232 16,1 0 240-16,0-3 64 0,0 2-5888 0,0 3-1184 15,1-2-224-15,0 1-64 0,1-4-64 0,-1 5 0 16,-1 0-16-16,-1 1 0 0,-1 0-624 0,-1 2 0 16,0 2 0-16,4 0 0 15,-4 0-1024-15,-2 1-208 0,-12-1-48 0,10 9-16 16,-2 5-2848-16,-4 1-560 0,-4-1-112 0</inkml:trace>
  <inkml:trace contextRef="#ctx0" brushRef="#br0" timeOffset="178000.69">18165 15244 41871 0,'0'0'1856'0,"-6"1"384"0,6-1-1792 0,0 0-448 0,0 0 0 0,0 0 0 0,0 0 1536 0,0 0 240 16,0 0 32-16,0 0 16 0,11-1-752 0,3 1-160 16,3-3-16-16,3 0-16 0,2 2-544 0,4-3-96 15,3 2-32-15,1-2 0 0,0 0-208 0,2 0 0 16,3 1 0-16,18 1 0 16,-4-4-2448-16,-1 6-384 0,1 0-80 0</inkml:trace>
  <inkml:trace contextRef="#ctx0" brushRef="#br0" timeOffset="178822.07">20122 14224 29487 0,'0'-23'1296'0,"0"12"288"0,0 1-1264 0,-2-3-320 15,1 2 0-15,0 0 0 0,-1 3 4352 0,2 8 800 16,-1-5 160-16,1 5 48 0,0 0-3184 0,-4 6-624 15,0 6-128-15,-1 3-16 0,-3 8-656 0,-1 7-128 16,-1 6-32-16,-1 6 0 0,-1 2-224 0,3 2-48 16,2-3-16-16,0 0 0 0,2 0-96 0,1 0-16 15,1 0 0-15,1-3 0 0,0-2 16 0,1-4 0 16,0-3 0-16,-1-2 0 16,1-7-208-16,0-1 0 0,0-8 0 0,1-1 0 0,0-3 0 15,0-9 0-15,0 0 128 0,0 0-128 0,0 0 176 0,0 0-176 0,0 0 192 0,0 0-48 16,2-9-144-16,2-2 0 15,1-3 0-15,0-3 0 0,2-2 0 0,1-5 0 0,1-1 0 16,1-5 0-16,1-1 0 0,2-3 0 16,1 0 0-16,1-1 0 0,-1-1 0 0,3-2 0 0,0 0 0 0,0 1 0 15,0 2 0-15,-2 4 0 16,0 6-160-16,-2 7 160 0,-2 1 0 0,0 5-128 0,-1 6 128 0,-1 4 0 16,-9 2 0-16,7 6-160 0,1 4 160 15,-2 7 0-15,1 5 0 0,-2 6 0 16,-1 3 0-16,0 1 0 0,0 1 0 15,0 3 0-15,0 0 0 0,1 0 0 0,0 1 128 0,2-2-128 0,-1-1 176 0,1-3-32 0,0-2-144 0,1-3 0 16,0-3-160-16,0-3 160 16,-2-4 0-16,1-3 0 0,-1-6 0 0,1 0 0 0,-7-7 0 0,8 2 0 15,-8-2 0-15,6-2 128 0,1-3-96 16,-1-3-32-16,0-3 0 0,0-2 0 0,1-1 0 0,-2-2 0 16,3-2 0-16,1-1 0 15,1-4 0-15,1 0 0 0,-1-4 0 0,2-1 0 0,-1 1 0 16,2-1 0-16,1 1 0 0,-1 0 0 0,0 2 0 15,-2-2 0-15,0 2 0 0,3-9 0 16,-2 6-752-16,-2 5-144 0,-1 2-16 0,-3 4-16 16,-4 4-1136-16,-2 3-240 0,-1 1-32 0,-2 5-12736 15,-2 1-2544-15</inkml:trace>
  <inkml:trace contextRef="#ctx0" brushRef="#br0" timeOffset="179026.28">19759 14146 28559 0,'-2'-14'1264'0,"0"7"272"0,1-1-1232 15,2 2-304-15,3-2 0 0,3 1 0 0,3 0 4736 0,4-1 880 0,5 0 176 0,3 0 32 16,4-1-4320-16,4 0-864 0,2 0-192 0,2 1-16 16,2 0-224-16,0 2-32 0,2 2-16 0,2 1 0 31,2-1-1408-31,19 2-288 0,-5 2-48 0,-17 5-12752 15,5 8-2560-15</inkml:trace>
  <inkml:trace contextRef="#ctx0" brushRef="#br0" timeOffset="179186.67">20698 14073 21183 0,'2'-13'1888'0,"1"8"-1504"0,0-1-384 0,1 1 0 16,2 1 5168-16,3-2 960 0,3-1 192 0,2 1 32 0,2-3-4544 15,2 2-912-15,2 1-176 0,2 0-32 16,1 1 336-16,1 1 64 0,-1-2 0 0,-1 2 16 0,-1 1-848 0,0-1-256 15,-1-1 128-15,3 0-128 16,-5 2-1280-16,-3 6-336 0,-5 3-64 0,-5-2-12320 16,-5-4-2448-16</inkml:trace>
  <inkml:trace contextRef="#ctx0" brushRef="#br0" timeOffset="179508.99">20702 13856 25791 0,'-4'-11'2304'0,"3"4"-1856"0,-2-2-448 0,0 3 0 0,1-1 3088 0,2 7 528 15,-4-4 96-15,4 4 32 0,-4-4-1824 0,-1 2-384 16,5 2-64-16,-7 0 0 0,1 1 192 0,-1 0 32 16,-1 2 16-16,0 2 0 0,-1 0-736 0,0 2-144 15,0-2-16-15,0 3-16 0,0 1-288 0,1 0-48 16,1 0-16-16,1-2 0 0,1 1-192 0,1-1-32 0,1 0-16 0,3-7 0 16,0 0-208-16,2 8 144 0,-2-8-144 0,5 6 128 15,1-2-128-15,3-1 0 0,2-3 0 0,-1 0 0 16,1 0 0-16,0 0 0 0,2-4 0 0,0 1 0 15,-1-3 0-15,0-2 0 0,-3 1 0 0,0 0 0 16,-1-1 0-16,-1 1 0 0,-2-2 0 0,-1 0 128 0,-3 0-128 16,-1 0 0-16,-1-3 0 0,-3 3 0 15,0 0 0-15,-1 0 0 0,-2-1 0 0,-1 1 0 16,-2 2-688-16,-1 1-64 16,1 1-16-16,-4 1 0 0,-1 4-1408 0,1 3-304 0,0 1-48 0,1 2-18656 15</inkml:trace>
  <inkml:trace contextRef="#ctx0" brushRef="#br0" timeOffset="180158.48">20828 14781 23951 0,'0'0'2128'0,"0"0"-1696"16,-4-1-432-16,4 1 0 0,0 0 5600 0,0 0 1040 15,0 0 208-15,0 0 32 0,-4 6-4320 0,-1 7-880 16,0-1-160-16,0 1-48 0,1 0-608 0,1-3-128 16,1 3-32-16,-2 6 0 0,1-2-704 0,2-8 0 15,-1 1 0-15,1 1 0 0,1-1 0 0,-1 3-128 16,0-3 128-16,-1 0 0 0,2-10-288 0,0 0 48 16,-2 9 16-16,2-9 0 15,0 0-1088-15,0 0-224 0,0 0-32 0,0 0-16 16,0 0-976-16,0 0-208 0,0 0-48 0,0 0-10224 0,0 0-2048 0</inkml:trace>
  <inkml:trace contextRef="#ctx0" brushRef="#br0" timeOffset="180264.75">20912 14571 2751 0,'0'-12'256'0,"-2"-2"-256"0,0-7 0 0,-1 4 0 16,0 4 8448-16,1 3 1664 0,1 0 320 0,1 10 64 0,1-6-7872 16,-1 6-1584-16,0 0-304 0,0 0-64 15,0 0-1568-15,0 0-304 0,8 14-64 0,-2 2-16544 16</inkml:trace>
  <inkml:trace contextRef="#ctx0" brushRef="#br0" timeOffset="181385.62">21196 14839 20271 0,'0'0'1792'0,"1"-10"-1424"0,-1-2-368 0,0 2 0 0,0-1 2912 0,-1 2 512 15,-3 2 96-15,0 0 32 0,0 0-816 0,4 7-176 16,-10-5-16-16,-2 4-16 0,0 1-432 0,-1 3-96 15,-1 0-16-15,-1 4 0 0,0 1-768 0,-1 4-144 16,2 1-48-16,-2 1 0 0,-1-1-464 0,8-4-112 16,1 2 0-16,-1 2-16 0,1 0-432 0,3-2 128 15,1 1-128-15,4-12 0 0,-1 11 0 0,1-11 0 16,3 10 0-16,-3-10 0 0,0 0-128 0,6 5-16 0,2-1 0 0,5 0 0 16,1-4-96-16,-1-1-16 15,0-2 0-15,-4-2 0 0,2 0-96 0,6-6-32 0,-2-1 0 16,1-1 0-1,0 0-208-15,2-4-48 0,0-3-16 0,2-3 0 16,-1 0-80-16,0-1-16 0,-1-4 0 0,-1 2 0 0,-2 1 224 16,-1 1 32-16,-3 1 16 0,-2 3 0 0,-2 5 480 0,-2 3 0 0,-2 3 128 0,-3 9-128 15,0 0 720-15,0 0 48 0,0 0 0 0,0 0 0 16,0 0 16-16,-7 6 16 0,-1 5 0 0,3-2 0 0,0 1-320 16,-2 9-64-16,2 0-16 0,3-3 0 0,-1 0-96 0,0 2-32 15,3 1 0-15,2 0 0 0,-1-1-272 16,3 8 160-16,1-4-160 0,3-2 128 0,1-5-128 0,2-2 128 15,-1-2-128-15,2-2 128 16,1-3-128-16,-4-2 0 0,3-1 0 0,5 0 0 0,-2-2 0 0,-4-1 0 16,0-1 0-16,8-5 0 0,-4 1 0 0,0-1-144 15,-2-2 144-15,-2-1-160 0,0 0 160 0,-1-6-192 16,1 1 192-16,-1-3-192 16,0 0 16-16,0 0 0 0,-3-4 0 0,0 3 0 15,-1 0 0-15,-2 3 0 0,-2 2 0 0,-2 3 0 0,0 10 176 0,-3-9-208 16,-2 3 80-16,5 6 128 0,-9 0 0 0,0 2 0 15,-1 2 144-15,1 2-16 0,0 2 48 0,0 2 16 16,1 4 0-16,2-1 0 0,-1 4-64 0,2-3 0 16,1 1 0-16,2 5 0 0,0-3-128 0,2-4 0 15,2-1 144-15,1 1-144 0,1 0 128 0,5 5-128 16,2-1 128-16,-3-9-128 0,3 0 0 0,6 2 0 0,-1-2 0 16,1-3 0-16,0-1 0 0,-5-4 0 0,1 0 0 0,5-5 0 15,0 1 0-15,-2-1 0 0,-2-2 0 0,2-1-128 16,1 1 128-16,-2-4 0 0,-2 1 0 0,1-2-128 15,-1-2 128-15,-2-1-192 0,0 1 192 0,-2 1-192 16,-1-1 0-16,-3 2 0 0,-1 1 0 0,-2 2 0 16,-3 0 64-16,1 9 0 0,0 0 0 0,-6-4 0 15,6 4 128-15,-10-2 0 0,1 0 0 0,0 5 0 16,0 1 0-16,0 1 176 0,1 0-176 0,0 3 192 16,0 0-192-16,1 1 0 0,-1 0 144 0,0 0-144 0,1 0 0 15,2 1 0-15,5-10 0 0,-5 10 0 0,5-10 0 16,-3 10 0-16,3-10 0 0,0 0 0 15,2 11-144-15,-2-11 144 0,0 0-160 0,10 6 160 0,-1 0-416 0,-9-6 16 16,12 1 0-16,-2-1 0 16,1-3-112-16,-2 1 0 0,0-1-16 0,0-2 0 15,-1 0-96-15,1-2-16 0,-1 1 0 0,0-1 0 16,-2 1 0-16,-6 6-16 0,0 0 0 0,0 0 0 16,0 0 144-16,0 0 48 0,0 0 0 0,0 0 0 0,0 0 624 0,0 0 128 15,0 0 32-15,0 0 0 0,8 7 240 0,0 0 48 16,-8-7 16-16,10 9 0 0,0-2-176 0,0-4-16 15,0 1-16-15,3-1 0 0,2-3-80 0,0-1-16 16,2-2 0-16,2 0 0 0,-2-3-64 0,1-1 0 16,0-2-16-16,0-1 0 0,1-3-16 15,-1 0 0-15,0 1 0 0,-1-5 0 0,-1-1-16 0,-1-2 0 16,1 1 0-16,1-2 0 0,0-3-32 16,-5 9-16-16,1-5 0 0,5-11 0 0,-1 1-32 0,-5 8 0 15,-2 0 0-15,0-1 0 0,0-3-128 0,-4 3 160 16,-1 1-160-16,-2 3 160 0,-3 4 80 0,-3 2 16 0,-1 4 0 0,-6 1 0 15,-4 5 128-15,2 6 48 0,-1 3 0 0,-8 7 0 16,-1 4-176-16,6-1-48 0,-1 2 0 16,-6 11 0-16,-1-3 0 0,6 1 0 0,4 1 0 0,2 0 0 15,2 2-208-15,3 0 0 0,3 0 0 0,3 3 0 16,2-3 0-16,2-7 0 0,5 4 0 0,5 12 0 16,1-3-496-1,0 1-144-15,1-1-16 0,-1 5-16 0,0-5-1648 0,-1 3-336 0,-1 6-64 16</inkml:trace>
  <inkml:trace contextRef="#ctx0" brushRef="#br0" timeOffset="181758.3">22640 15446 34095 0,'-9'-9'3024'0,"5"5"-2416"15,-1-2-480-15,-1 3-128 0,-2-1 3280 0,-1 2 640 16,-3 0 128-16,-1 0 32 0,-3 2-2352 0,-2-1-448 16,-3 0-112-16,-2 1-16 0,-2 2-256 0,-5 1-64 15,-5 0-16-15,-7-1 0 0,-5 2-496 0,-6 0-112 16,-9 1-16-16,-5-1 0 0,-8-1 80 0,-8 1 16 16,-8-3 0-16,-6 2 0 0,-3-1-80 0,-3-2-16 0,-4 0 0 0,-3 2 0 15,-2-2-192-15,1 0 176 0,-1 0-176 0,0 0 160 16,-1 0-160-16,2 0 0 0,0 1 0 0,4-1 0 15,1-1 128-15,4-1-128 0,-1 2 192 0,3-2-64 16,4 2-128-16,5 0-176 0,6-2 48 0,5 2 0 16,6 4 128-16,8-4 0 0,7 2 0 0,11-2 0 15,7 0 0-15,7 1 0 0,8 1 0 0,5 0 128 16,7-2-368-16,14 0-64 0,0 0-16 0,0 0 0 31,0 0-1536-31,12 11-304 0,7 3-64 0,0-5-21104 0</inkml:trace>
  <inkml:trace contextRef="#ctx0" brushRef="#br0" timeOffset="182531.4">19554 16202 33167 0,'-3'-17'1472'0,"0"7"304"0,-1 0-1424 0,1 4-352 0,3 6 0 0,0 0 0 0,0 0 3904 16,0 0 720-16,0 0 144 0,-3 13 32 0,0 0-2880 0,0 8-576 15,1 5-128-15,-1 6 0 0,2 5-640 0,1 6-112 16,0 1-16-16,2 3-16 0,2 1-48 0,3-3-16 15,2-3 0-15,0-3 0 0,1-2-176 0,1 3-16 16,2-7-16-16,-4-4 0 0,-2-5-160 0,-1-5 128 16,2-2-128-16,0-4 128 0,-2-2 0 0,-6-11-128 15,0 0 192-15,0 0-64 0,0 0-128 0,0 0 0 16,0 0 0-16,11-2 128 0,-11 2-80 0,8-8-48 16,-2-2 0-16,1-3 0 0,-2-1 0 0,1-5 0 15,3 1 0-15,2-1 0 0,-1-7 0 0,3-1 0 16,0-3 0-16,3-1 0 0,1-1 0 0,1-2 0 0,2-2 0 15,-3 3 0-15,0-1 0 0,0 1 0 16,0 4 0-16,-3 5 0 0,-2 4 0 0,-3 6 0 16,-3 5 0-16,-6 9 0 0,0 0-176 0,0 0-16 0,0 0-16 0,5 20 0 15,-3 1 208-15,0 8 0 0,0 2 0 0,-2 5 0 16,0 1 128-16,1 0 64 0,0-3 0 0,2-2 16 16,0 1-144-16,0-2-64 0,3-1 0 0,0-4 0 15,5-2 0-15,-2-3 0 0,0-4 0 0,-1-3 0 16,0-2 0-16,-1-5 0 0,1-1 0 0,-8-6 0 15,11 0 0-15,-11 0 0 0,11-6 0 0,-2 0 0 16,-2-3 0-16,1-3 0 0,1-1 0 0,0 0 0 0,-1-1 0 16,2-3 0-16,1-3 0 0,0-3 0 15,0-1 0-15,2-2 0 0,0-5 0 0,3 0 0 16,-1-6 0-16,2 1 0 0,0-1 0 0,0-2 0 0,-3 1-176 16,-1 2-16-16,-1 0-16 0,-3 6 0 15,-3 3-688 1,-3 5-144-16,0 2-32 0,-3 6 0 0,-3 4-1808 15,-2 0-352-15,-1 1-80 0,-6 4-16 0</inkml:trace>
  <inkml:trace contextRef="#ctx0" brushRef="#br0" timeOffset="182719.16">19360 16189 37775 0,'0'0'3360'0,"0"0"-2688"0,7-9-544 16,2 1-128-16,3 3 2800 0,3-2 528 0,5-1 96 15,3-1 32-15,2 0-2240 0,6 1-448 0,6 3-96 0,3 0-16 16,2-2-288-16,1 3-64 0,1-1-16 0,2 4 0 16,1 1-288-16,0 1 0 0,1 0 0 0,-4 1-144 31,-2 0-3072-31,0 5-624 0</inkml:trace>
  <inkml:trace contextRef="#ctx0" brushRef="#br0" timeOffset="182866.38">20360 16211 23039 0,'4'-12'2048'0,"0"4"-1648"0,0-1-400 0,2 0 0 16,4 0 3120-16,0 0 528 0,2-4 128 0,1 2 0 15,0 4-2800-15,2-1-560 0,4 1-112 0,-1 3-32 16,0-1-2272-16,-2-1-464 16</inkml:trace>
  <inkml:trace contextRef="#ctx0" brushRef="#br0" timeOffset="183162.9">20318 15843 24879 0,'-14'-13'2208'0,"4"7"-1760"0,-5-2-448 0,1 1 0 0,1 2 3360 0,0 3 592 15,0 0 112-15,0 2 32 0,1 0-1344 0,0 2-272 16,1 2-48-16,-2 2-16 0,-2 2-640 0,2 2-128 16,1-1-32-16,2 3 0 0,0 0-832 0,-1 0-160 15,2 1-48-15,3 2 0 0,2-2-368 0,2-1-80 16,1 0 0-16,2-2-128 0,-1-10 0 0,7 11 0 0,-1-3 0 15,2-2 0-15,-8-6 0 0,13 5 0 0,0-2 0 16,0-3 0-16,-1 0 0 0,1-3 0 16,-1 1 0-16,1-2 0 0,-1-3-160 0,-1-1 160 0,-2-1-160 0,2 1 160 15,-1 1-192-15,-1-1 192 0,-1-1-208 0,-1-2 80 16,-1 1-224-16,0-1-32 0,-3 2-16 0,-3 9 0 31,3-9-720-31,-3 9-144 0,0-9-16 0,0 9-16 16,0 0-736-16,0 0-144 0,0 0-16 0,-5 8-16 15,-2 5-1168-15,1 1-224 0,-2 6-48 16,0 2-11200-16</inkml:trace>
  <inkml:trace contextRef="#ctx0" brushRef="#br0" timeOffset="183519.12">20487 16726 23951 0,'0'-21'1056'0,"0"11"224"0,1 1-1024 0,0-2-256 0,2 2 0 0,-1 5 0 0,-2 4 5232 0,0 0 976 16,0 0 208-16,0 0 48 0,0 0-3760 0,0 0-736 15,0 0-160-15,0 0-16 0,-2 14-880 0,-2 2-160 16,0-2-48-16,0 5 0 0,0-1-320 0,0-1-80 16,-1 1-16-16,2-1 0 0,2-1-160 0,0-1-128 15,-2-2 192-15,3-13-192 0,0 0 176 0,-1 12-176 16,1-12 160-16,0 0-160 0,0 0 192 0,0 0-64 0,0 0-128 0,0 0 192 15,0 0-16-15,0 0-16 0,0 0 0 0,1-9 0 16,1-3-160-16,3 1 0 0,1-2 144 0,2-1-48 16,0 0-96-16,2 1 0 0,3-4 0 0,2-1 0 15,0-3 0-15,4 0 0 0,-1-1 0 16,3 0 0-16,0-2-320 0,1 2-48 0,-1 1-16 0,-1 2 0 31,1-2-1024-31,-2 5-192 0,-2 5-64 0,-2 4 0 16,0 7-3648-16,-5 3-720 0</inkml:trace>
  <inkml:trace contextRef="#ctx0" brushRef="#br0" timeOffset="184314.76">20720 16753 18431 0,'0'0'1632'0,"0"0"-1312"0,0 0-320 0,0 0 0 15,0 0 4048-15,0 0 752 0,6 7 128 0,-6-7 48 16,12 1-2432-16,0-2-496 0,1-2-80 0,0-1-32 0,0-1-592 16,1-1-112-16,2-4-16 0,1 0-16 0,0-2-400 0,0 1-80 15,0-2-16-15,0 0 0 0,0-1-384 16,-2 1-64-16,0-2-32 0,-2 0 0 0,-1 1-96 0,-3 1-128 15,-3 4 176-15,-6 9-176 0,3-7 192 0,-3 7-64 16,0 0 0-16,0 0-128 0,0 0 448 0,-11 7 0 16,1 2-16-16,-2 3 0 0,0 1-64 0,2 1-16 15,0 2 0-15,0 2 0 0,1 2-112 0,1-1-32 16,3-1 0-16,3 2 0 0,2-2-208 16,2 1 0-16,2-4 0 0,3 0 0 0,1-2 0 0,3-2 0 15,2-3 0-15,4 0 0 0,3-3-240 0,2 2 16 16,1-7 0-16,2-4 0 0,0 1-128 0,0-3-32 15,-2-1 0-15,3-1 0 0,0-1 208 0,0-4 48 0,-1-1 0 16,0-1 0-16,0 1 128 0,-2-4 0 0,-1 1 0 16,-2-1 0-16,-2-1 0 0,-3 2 0 0,-4 0-144 0,-3 3 144 15,-3 1 0-15,-2 1 0 0,-6 5 160 0,-2-1-160 16,-1 3 352-16,-4 1-32 0,-1 2-16 0,-2 4 0 16,-3 0 64-16,-1 3 16 15,-1 2 0-15,0 2 0 0,-1-2-176 0,2 2-16 0,3 1-16 16,0 1 0-16,1-1-176 0,2 2 0 0,3 2 0 15,3-3 128-15,0-4-128 0,5-7 0 0,-1 12 0 0,1-12 0 16,0 0-176-16,0 0 48 0,5 10 0 0,-5-10 0 16,8 10-176-16,2-6-16 0,3-2-16 0,-1-2 0 15,-3-1 64-15,1-2 16 0,1 1 0 0,-1-2 0 16,1-3 48-16,2 1 16 0,-1-2 0 0,-2-1 0 0,-1 0-112 16,0 2-16-16,-1 1 0 0,-8 6 0 15,0 0-16-15,0 0-16 0,0 0 0 0,0 0 0 16,0 0 352-16,0 0-176 0,3 10 176 0,-2 2-128 15,-1-1 256-15,1 1 64 0,1 0 16 0,1 0 0 0,3-1-80 16,0 1 0-16,2-1-128 0,4-2 192 0,1 1-64 16,1-6 0-16,2 1-128 0,2-1 192 0,2-1-192 0,0-3 128 15,1-3-128-15,0-1 0 0,1 2 0 0,0-5 0 16,2-3 0-16,-3 1 0 0,-3-2 0 0,0-2 0 16,-1-4 0-16,-1 0 0 0,-2-1 0 0,1-2 144 15,0-3-144-15,0-1 128 0,-1 1-128 0,0-3 160 16,2-5-160-16,-2-1 160 0,2 1-32 0,0-4-128 0,-2-2 192 15,-1 1-64-15,-1-2 80 0,-2 4 16 16,-2 5 0-16,-3 3 0 0,-2 7 224 0,-5 7 64 16,0 3 0-16,2 9 0 0,0 0 128 0,-11 0 16 0,0 6 16 15,-1 5 0-15,-1 6-336 0,-1 5-64 16,-2 1-16-16,3 5 0 0,1 1-112 0,2 2-16 0,-1 1-128 16,5 1 192-16,3-2-192 0,3-1 0 0,1-2 128 15,3-1-64-15,0-6-64 0,1 1 0 0,1-2 0 16,0-1 0-16,2 1 0 0,1-2 0 0,0 0 0 0,2-2 0 15,-1-3-224-15,-1 0-32 0,-1 0-16 0,3 3 0 32,-4-3-1712-32,1 1-352 0,0 2-64 0</inkml:trace>
  <inkml:trace contextRef="#ctx0" brushRef="#br0" timeOffset="187082.96">21966 11944 32255 0,'-2'-1'2864'0,"0"1"-2288"0,1 0-576 0,1-3 0 0,0 3 4496 0,0 0 800 16,0 0 144-16,0 0 48 0,0 0-3680 0,0 0-720 15,-5-5-160-15,-2 2-32 0,-2 2 112 0,0 0 16 16,-3 1 0-16,1 1 0 0,-4 2-816 0,1-1-208 16,-3 2 0-16,0 0 112 0,-1 1-112 0,-2 2 0 15,3-1 0-15,-1 2 0 0,0 0 0 0,1 1 0 16,0-3 0-16,1 1 0 0,2 1 0 0,2-2 0 15,0 2 0-15,3-1 0 0,2-1 0 0,1 2 0 16,1-1 0-16,2-1 0 0,2 1 0 0,1 2 0 16,3-1 0-16,1-1 0 0,1 1 0 0,3 1 0 15,2-1 0-15,3 0 0 0,0 0 0 0,2 0 0 0,-1 1 0 16,0-3 0-16,3 3 0 0,0-1 0 16,-1 0 0-16,-1 0 0 0,0 2 0 0,-3-3 0 0,-2 1 0 0,-2 1 0 15,-2-3 0-15,-2 2 0 0,-1 0 0 16,-3 0 0-16,-3-2 0 0,-1 2 0 0,-2-1 0 0,-2-1 0 15,-2 1 0-15,-2-2 0 0,-1 0 0 0,-2 0 0 16,1-1 0-16,0 1 0 0,1-1 0 0,-2-2 0 16,1 0 0-16,1 1 0 0,0-3 0 0,4 0 0 15,0 1-528-15,9-1-112 16,0 0 0-16</inkml:trace>
  <inkml:trace contextRef="#ctx0" brushRef="#br0" timeOffset="188043.25">19909 12072 10127 0,'-4'0'896'0,"0"-4"-704"0,4 4-192 0,-4-5 0 0,0-1 9120 0,1 2 1792 15,3 4 352-15,-3-5 80 0,-1 0-8112 0,-3 1-1632 0,-2 0-320 0,0-1-64 16,0 4-288-16,-1-3-64 0,-2 1-16 0,0 1 0 15,-1 0-544-15,1 1-112 0,-1 1-32 0,0 0 0 16,0 0-112-16,2 1-48 0,-2 1 0 0,1 0 0 16,0 1 0-16,3 1 0 0,-1-2 0 0,0 2 0 15,1 0 0-15,1 1 0 0,2 1 0 0,1-1 0 16,5-5 0-16,-4 6 0 0,3 2 0 0,1-8 0 0,2 9 0 0,2-2 0 16,1-1 0-16,2 2 0 0,2-1 0 0,3-1 0 15,2 1 0-15,2-1 0 0,-1 1 0 0,2-1 0 16,0 1 0-16,1-1 0 0,1 1 0 15,-1-2 0-15,-1 3 0 0,-2 0 0 0,0 1 0 0,-2-1 0 16,-3 1 0-16,-1 1 0 16,-2 1 0-16,-2 0 0 0,-2-3 0 0,-2 1 0 0,-2 2 0 15,-2-2 0-15,-1 0 0 0,-2 0 0 0,-2-1 0 16,0 0 0-16,-1-2 0 0,-1 1 0 0,-4-1 0 0,0-2 0 16,-1 0 0-16,-1-1 0 0,2-1 0 15,-2 0 0-15,-1-2 0 0,1 0 0 0,1 0 0 0,-2-2 0 16,-2 0 0-16,4-1 0 0,-2-1 0 0,0 3 0 15,1-2 0-15,1 1 0 16,2-2-1680-16,2 0-336 0</inkml:trace>
  <inkml:trace contextRef="#ctx0" brushRef="#br0" timeOffset="189318">16579 13687 23951 0,'2'-14'2128'16,"-1"1"-1696"-16,0 2-432 0,-1 11 0 0,4-9 3552 0,-4 9 624 16,0 0 128-16,0 0 32 0,0 0-2096 0,0 0-432 15,0 0-80-15,0 0 0 0,0 0-272 0,3 9-48 16,-2-1-16-16,0 8 0 0,1-3-752 15,-1 2-160-15,-1 2-32 0,1 2 0 0,2-2-176 0,0-2-32 16,-2-1-16-16,3-2 0 0,-3-1 32 0,2-2 16 16,-3-9 0-16,0 0 0 0,6 10 48 0,-6-10 16 15,0 0 0-15,12 2 0 0,-12-2-16 0,13-4-16 0,-3-3 0 0,2-2 0 16,1-3-48-16,0-2 0 16,2-4 0-16,-4 7 0 0,2-6-96 0,3-1-32 15,4-4 0-15,0-3 0 0,3-2-128 0,1-3 0 16,2-4 0-16,2 0 128 0,3 0-128 0,-1 0 0 0,1-2 0 15,15-14 0 1,-6 6-576-16,-4 6-208 0,-6 5-48 0,-4 6 0 16,-4 3-1728-16,-3 10-368 0,1 6-64 0</inkml:trace>
  <inkml:trace contextRef="#ctx0" brushRef="#br0" timeOffset="190115.09">15887 16039 35007 0,'0'0'3120'0,"-12"1"-2496"0,1 1-496 0,2 1-128 0,9-3 3472 0,-7 11 688 16,2-2 128-16,1 1 16 0,4-10-2640 0,-4 12-512 16,3 1-128-16,2 2 0 0,2-1-448 0,0 0-96 15,4-2-16-15,1 1 0 0,2 0-320 0,2-1-144 16,1-3 128-16,0-3-128 0,1 1 160 0,1-4-160 16,-2-2 192-16,1-1-192 0,-2 0 208 0,0-1-64 15,-1-2-16-15,1-4 0 0,1 2 0 0,0-1 0 16,0-3 0-16,0-1 0 0,0-1 0 0,2-1-128 15,-1-1 192-15,3 0-64 0,1-1-128 0,3-2 160 0,1-1-160 16,4-3 160-16,-1-3-160 16,5-2 0-16,3-2 0 0,2-1 0 0,0-2 160 0,1 0-160 0,2-1 192 15,-1 1-192-15,-2 1 0 0,-2 3-352 0,-3 3 48 16,-3 3 16 0,-2 3-1248-16,-2 8-240 0,2 3-48 0,-6 1-21856 0</inkml:trace>
  <inkml:trace contextRef="#ctx0" brushRef="#br0" timeOffset="190783.04">12727 13611 27647 0,'0'0'2448'0,"0"0"-1952"0,0 0-496 0,0 0 0 0,9 10 2496 0,-1 1 416 16,0 6 80-16,2 4 16 0,-1 0-1088 0,-4-3-192 16,1 2-64-16,0 3 0 0,2 1-64 15,4 11-32-15,-3-4 0 0,-3-11 0 0,1 1-736 0,1-4-128 16,1-3-48-16,-1-1 0 0,-2 1-112 15,1-5-32-15,-1-1 0 0,2-3 0 0,0-2-16 0,1-2-16 16,0 1 0-16,2-4 0 0,0-2-112 0,4-2-32 16,0-3 0-16,4-3 0 0,0-1-144 0,3-3-16 15,4-1-16-15,-1-3 0 0,1-3-160 0,13-13 0 16,-1-1 144-16,-1 2-144 0,-2 0 0 0,-10 8 0 16,1-1 0-16,1-4 128 0,-2 2-128 0,0 0 0 15,-1 0 0-15,12-11 0 16,-7 10-880-16,-2 6-80 0,-5 0-32 0,-3 12 0 15,1 9-3088-15,-5 4-608 0</inkml:trace>
  <inkml:trace contextRef="#ctx0" brushRef="#br0" timeOffset="191419.95">12573 15997 6447 0,'0'0'576'0,"0"0"-576"0,0 0 0 16,0 0 0-16,0 0 7952 0,0 0 1488 0,0 0 288 0,-1 11 64 15,-2 2-6272-15,2 0-1248 0,1 1-256 0,0 0-48 16,-1-1-496-16,1 2-80 0,2 0-32 0,1 1 0 15,-2 0-768-15,2-2-144 0,1-1-48 0,1-1 0 16,-5-12-144-16,8 10-16 0,-1-2-16 0,4-3 0 0,-11-5 80 0,14 0 16 16,-1-2 0-16,0-4 0 0,0 0-192 0,-1-3-128 15,-2-2 144-15,2 1-144 0,1-3 224 0,0 0-48 16,-2 2-16-16,0-2 0 0,1-4-160 0,0 1 160 16,0-3-160-1,1-2 160-15,1-2-160 0,0-2 0 0,2-2 0 0,1-3 0 16,1-1-208-16,2-2-128 0,2-2-32 0,0 1 0 15,0-3-1312-15,2 7-272 0,-1 3-48 16,-1 2-21296-16</inkml:trace>
  <inkml:trace contextRef="#ctx0" brushRef="#br0" timeOffset="191905.04">13256 13066 31327 0,'2'-15'2784'0,"1"-1"-2224"0,3 1-560 16,0-8 0-16,2 9 1792 0,-2 1 240 0,-2 4 48 0,-4 9 16 0,0 0-400 0,0 0-80 15,-1 10-16-15,-4 10 0 16,-4 10-320-16,-6 12-80 0,-3 15-16 0,-12 41 0 0,-2 2-144 0,-2 12-16 16,-2 12-16-16,1 5 0 0,1 4-432 15,0 9-64-15,1 4-32 0,1-1 0 0,5-4-64 16,1 5-16-16,1 6 0 0,3-2 0 15,-2-2-80-15,4 3 0 0,0 3-16 0,0 1 0 0,1-3-96 0,-2 1-16 16,0-6 0-16,3-5 0 0,1-6-32 0,3-11-16 16,2-14 0-16,0-10 0 0,3-7-144 0,-3-9 0 15,-1-5 0-15,0-10 0 0,-1-6 0 0,0-7 0 16,-1-7 0-16,2-6 0 0,1-7 0 16,3-5 0-16,0-6 0 15,1-2 128-15,3-7-128 0,1-3 0 0,2-2 0 0,-2-4 0 16,4-8-992-16,0 0-80 0,0 6-16 0,0-6 0 15,6 4-3312-15,-6-4-656 0</inkml:trace>
  <inkml:trace contextRef="#ctx0" brushRef="#br0" timeOffset="194264.27">14706 13810 6447 0,'0'0'272'0,"0"0"80"0,0 0-352 0,-1-8 0 0,-3-1 0 0,1 2 0 15,2 2 5120-15,1 5 960 16,0-8 192-16,0 8 48 0,0 0-3056 0,0 0-592 16,0 0-128-16,2-8-32 0,-2 8-496 0,0 0-96 0,0 0-32 0,0 0 0 15,0 0-656-15,0 0-128 0,0 0-16 0,0 0-16 16,0 0-432-16,0 0-96 0,0 0-16 0,0 0 0 16,0 0-272-16,6 9-64 0,-2 0-16 0,-1 1 0 15,1 0-48-15,0 0 0 0,0 0 0 0,-3 1 0 0,2 2 16 16,0 2 0-16,-2 0 0 0,-1 0 0 15,0-2-16-15,0 0 0 0,0-3 0 0,1 1 0 16,1-2 48-16,-1-3 0 0,0 2 0 0,-1-8 0 16,0 0 16-16,0 0 16 0,0 0 0 0,0 0 0 0,4 9-16 0,-4-9-16 15,0 0 0-15,0 0 0 0,0 0 0 0,0 0 0 16,7 4 0-16,0-4 0 0,0-2-16 16,2-2 0-16,0 0 0 0,3-3 0 0,1-2-16 0,3-1 0 15,1-5 0-15,3 0 0 16,3-2-144-16,0-3 160 0,2-3-160 0,2-3 160 15,2-2-160-15,2-6 0 0,4-5 144 0,3-1-144 0,1-3 0 0,2 1 128 16,2-1-128-16,2 0 0 0,1 0 128 0,0 1-128 16,-3 1 128-16,-3 0-128 0,-3 2 0 0,-3 3 0 15,-2 0 0-15,-3 5-128 0,-3 1 128 0,-4 4 0 16,-2 3 0-16,-3 3-128 0,-3 3-48 0,-2 3 0 16,-2 5 0-16,-2 2 0 15,-2 0-896-15,-2 1-176 0,-4 6-32 16,0 0-16-16,0 0-1968 0,0 0-400 0,7 10-80 0</inkml:trace>
  <inkml:trace contextRef="#ctx0" brushRef="#br0" timeOffset="195343.49">20152 12863 11055 0,'-6'-13'976'0,"0"3"-784"0,-2 3-192 0,0 3 0 15,8 4 3728-15,-12 3 704 0,-1-1 144 0,-1 0 32 16,-3 2-3376-16,-1 0-656 0,-3-1-144 0,-5-1-32 15,-4-1 656-15,-1-1 128 0,-3 0 32 0,-1-1 0 16,-3-4-432-16,0-2-80 0,1 2 0 0,0-2-16 16,-4 1-176-16,-2-1-48 0,-1-1 0 0,-7-1 0 15,-8 0-288-15,-3-1-176 0,-6-3 192 0,-4 0-192 16,2 1 208-16,-6-2-64 0,-5-1-16 0,-6 1 0 16,-5-2-128-16,0 2 128 0,2-3-128 0,-2 1 128 15,-7-1-128-15,-2 2 0 0,-2 3 0 0,3 0 0 0,0 2 0 16,0 2 0-16,-1 0 0 0,-2 3 0 15,0-2 0-15,2 5 0 0,4 2 0 0,-1-3 0 16,-3 1 0-16,8 2 0 0,5 2 0 0,5 2 0 0,2 1 128 16,1 4-128-16,0 2 192 0,1 2-64 0,2 3-128 0,6 2 160 15,2 1-160-15,3 5 160 0,4 3-160 0,1 6 160 16,-1-1-160-16,2 2 160 0,0 0-160 0,4 1 0 16,4 2 0-16,1-2 0 0,3 0 0 15,4-1 0-15,2-1 0 0,3 2 128 0,1-2 0 16,2-2 0-16,0-2 0 0,5-3 0 0,2-2 16 15,3-1 0-15,3-4 0 0,7-6 0 0,2-2-16 0,0-1-128 16,1 3 192-16,0-4-64 0,-1 0-128 0,3-1 128 16,0 0-128-16,1 1 128 0,2-4-128 0,0 1-192 15,-1-3 32-15,-1 7 16 16,1-1-2224-16,1 1-448 0</inkml:trace>
  <inkml:trace contextRef="#ctx0" brushRef="#br0" timeOffset="195825.63">15664 13089 34095 0,'0'0'3024'0,"0"0"-2416"0,0 0-480 0,0 0-128 16,0 0 1616-16,0 0 304 0,0 0 64 0,0 0 16 0,0 0-784 0,3 13-176 16,-5 2-16-16,-1 4-16 15,-3-3 192-15,0 5 32 0,-3 3 16 0,0-1 0 0,-2 2-544 0,1 0-96 16,-1 0-32-16,1 1 0 0,-2 0-128 16,2-1-16-16,-1-2-16 0,1 2 0 0,-1-2-176 0,1-2-48 15,-2-5 0-15,2-1 0 0,2 0 0 0,1-4 0 16,0 0 0-16,1-3 0 0,3-2 16 0,3-6 0 15,0 0 0-15,0 0 0 0,0 0 0 0,0 0 0 16,0 0 0-16,0 0 0 0,0 0 0 0,0 0 0 16,1-6 0-16,3-3 0 0,2-1-208 0,2 0 176 15,0 0-176-15,1-1 160 0,1-1-160 0,2 1 0 16,0-1 0-16,2-1 128 0,1 0-128 0,0 0 0 16,2-2 0-16,4 2 0 0,1-1 0 15,3-2 0-15,1 0 0 0,1 1 0 0,2 3 0 0,-2 1 0 16,1-1 0-16,-2 3 0 0,-1 1 0 0,-1 0 0 0,1 2 0 15,-1 0 0 1,-2 3-464-16,7-3-32 0,-5 2 0 0,-3 2 0 16,-3 1-1456-16,1 1-288 0,-1 3-64 15,-4 1-19888-15</inkml:trace>
  <inkml:trace contextRef="#ctx0" brushRef="#br0" timeOffset="197443.91">14221 17623 8287 0,'23'-26'368'0,"-10"8"80"0,-1-1-448 0,-3 6 0 16,-3-1 0-16,-1 2 0 0,-3 2 9424 0,-2-2 1808 0,-1 2 352 0,-3-2 80 16,-2 0-8368-16,-4 2-1680 0,-1-1-336 0,-6 0-64 15,-7 0-512-15,-3 2-96 0,-6 1-32 0,-3 0 0 16,-6-1-272-16,-1 0-64 0,1-1-16 0,-1 3 0 16,-1 3-224-16,0-2 0 0,-1-1 0 0,6 3-160 15,5 0 160-15,7 1 0 0,4 0 128 0,6 0-128 16,5 1 0-16,12 2 144 0,0 0-144 0,0 0 0 0,0 0 176 0,21-2-176 15,6 1 160-15,10 0-160 0,6-2 0 0,6 2 0 16,3 0 0-16,4 1 0 16,4-2 0-16,-1 2 0 0,-2-2 0 0,-2 2 0 0,-4-2 0 15,-5 1 0-15,-7 0 0 0,-8-1 0 0,-8 1 0 16,-6 0 0-16,-5 1 0 0,-12 0 0 0,0 0 0 0,0 0 0 16,-9-3 0-16,-8 3 0 0,-6 2 176 0,-9-2-176 15,-5 0 192-15,-12 0-192 0,-8 0 128 0,-7 0-128 16,-5 1 0-16,-4 1 0 0,-4 2 0 0,-3 2 0 15,1-1 0-15,-1 1 0 0,0 0 0 0,9 1 0 16,7 1 0-16,11 1 0 0,7-1 0 0,11 0 0 16,10 0 0-16,11 0 0 0,14-8 0 0,5 11 0 15,11 2 0-15,10 2 0 0,9 2 0 0,9-4 0 16,10-3 0-16,8-1-144 0,8-2 144 0,4-1-128 16,3 1 128-16,0-1-128 0,-3-3 128 0,-2-2 0 15,-5-1-144-15,-7-1 144 0,-6 1 0 0,-11-1 0 16,-10-1 0-16,-10 1 0 0,-7 0 0 0,-16 1 0 15,0 0 0-15,0 0 128 0,0 0-128 0,-11-11 192 0,-3 1-192 0,-11 1 192 16,-9 1-192-16,-10 0 160 16,-8 3-160-16,-6-2 160 0,-3 2-160 0,-4 1 0 0,-8 0 0 15,-7 4 0-15,-7-2 0 0,2 4 0 0,6 0 0 16,3 3 0-16,4-4 0 0,10 4 0 0,6-3 0 0,10 3 0 16,10 1 0-16,13 1 0 0,13-1 0 15,10-6 0-15,12 15 0 0,11 0 0 0,11 2-160 0,14-1 160 16,12 5-176-16,12-7 176 0,10-1-192 0,12-1 192 15,9 0-400-15,9 1 16 0,7 2 16 0,1-2 0 16,-2-5-1872-16,5 8-384 16,6 6-80-16</inkml:trace>
  <inkml:trace contextRef="#ctx0" brushRef="#br0" timeOffset="198992.03">20227 17560 28559 0,'7'-32'1264'0,"-1"15"272"0,3-3-1232 0,6 5-304 0,3 0 0 0,9 5 0 0,9 3 2896 0,8 2 528 16,7 0 96-16,5 0 32 15,4 1-2512-15,9 1-496 0,6 2-96 0,8 1-32 16,4 1 528-16,4 0 96 0,2 1 32 0,1-1 0 16,-1 2-416-16,-3-1-80 0,-6 1 0 0,-5 1-16 15,-3-4-272-15,-11 1-48 0,-10-1-16 0,-8 3 0 16,-8-1-224-16,-10-2 144 0,-11 2-144 0,-8-2 128 15,-10 0 0-15,0 0-128 0,-15-7 192 0,-11-1-64 0,-11-1 96 0,-12-1 16 16,-14-1 0-16,-9-3 0 0,-9 0-80 0,-11-1-16 16,-14 1 0-16,-11 0 0 0,-11-1-144 0,-7 4 128 15,-10 0-128-15,-1 3 128 0,0-2-128 0,-1 3 0 16,-3 1 0-16,6-1 0 0,7 1 0 0,7-1 0 0,5 1 0 16,13 2 128-16,13 1-128 0,14 2 0 15,16 0 0-15,18 2 128 0,14 4-128 0,17 0 0 16,10 1 0-16,10-6 0 0,21 11 0 0,14 1 128 15,14 2-128-15,12 2 0 0,13-2 0 0,12-1 0 0,11-3-144 16,10-3 144-16,7 0-128 0,8-3 128 16,2-2 0-16,1-2 0 0,-1 0 0 0,-3-1 0 0,-5 0 0 0,-8-3 144 15,-8 0-144-15,-12 0 0 0,-15 0 0 16,-13 0 0-16,-12 0 0 0,-11-1 0 0,-13 0 0 0,-9-2 0 16,-10 1 272-16,-9-3-16 0,-9-4-16 0,-9 0 0 15,-10-2 160-15,-11 2 48 16,-10-5 0-16,-11 2 0 0,-10 2-272 0,-7 2-48 0,-6 2-128 0,-1 1 192 15,1-4-192-15,0 4 0 0,-1 1 0 0,2 4 0 16,1 1 0-16,12 3 0 0,11 0 0 0,11 0 0 16,9 3 0-16,12 1 0 0,9-4 0 0,11 5 0 15,10-5-736 1,8 16-144-16,9 3-16 0,11 3-16 0,12-1-624 16,12 0-112-16,12-1-16 0,16-1-16 0,17 2-2128 15,15-3-416-15</inkml:trace>
  <inkml:trace contextRef="#ctx0" brushRef="#br0" timeOffset="213010.24">3272 13795 27647 0,'-18'-22'2448'0,"9"10"-1952"0,2 3-496 0,4 4 0 0,3 5 896 0,0 0 96 15,14-1 16-15,3-2 0 0,2 2-752 0,6 1-256 16,4-2 144-16,6 2-144 0,4-1 448 0,7 1 0 16,5 1 0-16,7 2 0 0,6 0 48 0,5-3 16 15,6 0 0-15,4 1 0 0,3 0-16 0,7 3 0 16,3-4 0-16,8 0 0 0,5 0 112 15,3 0 32-15,1 0 0 0,0 2 0 0,-1-2-320 0,3-2-64 16,0 2-16-16,1 0 0 0,3 0-240 16,-1 0 176-16,0-5-176 0,-1 4 160 0,1 1-32 0,-5 0-128 15,-3 0 192-15,-8-3-64 0,-7 3-128 0,-2 0 0 16,-2 3 0-16,-5-3 128 0,-4 0-128 16,-5 0 128-16,-8-4-128 0,-5 2 128 0,-6 2-128 0,-5-1 0 15,-3 0 0-15,-6 0 128 0,-2-1-128 0,-4 1 128 0,-6-2-128 0,-8 2 128 16,-5-2 0-16,-5 1-128 0,-10 2 192 15,0 0-64-15,0 0 128 0,-5-9 0 0,-8 0 16 0,-8 1 0 16,-6 1 0-16,-10 1 0 0,-7-5 0 0,-10 3 0 16,-8 1-272-16,-11 0 0 0,-9 1 0 0,-6-1 0 15,-3 3 0-15,-5-2 0 0,-6 2 0 0,-4 0 0 16,-5-1 0-16,1 1 0 0,-1 1-128 0,-4 2 128 16,-5-2 0-16,2 1 0 0,0 0 0 0,1 1 0 15,-2 0 0-15,5-2 0 0,-1 3 0 0,5 0 0 0,3-3 0 16,4 2 0-16,3 1 0 0,6 0 0 0,7 1 208 0,3 1-64 15,5-1-16-15,3 2 0 0,6-3-128 16,6 2 0-16,5 2 144 0,7 0-144 0,5 0 160 0,7 0-32 16,5-3-128-16,5 2 192 0,3-1-192 15,8 0 0-15,6-1 0 0,4 2 0 0,9-3 0 0,0 0 0 16,0 0 128-16,0 0-128 0,0 0 0 0,0 0 0 16,0 0 0-16,0 0 0 0,13 4 128 0,2 1-128 15,4-1 0-15,4 0 144 0,7-2-144 0,8 1 0 16,5-3 0-16,8-1-176 0,7-1 176 0,10-3 0 15,8 0 160-15,10-2-160 0,8-1 320 0,8 2-48 16,6 1 0-16,6-1 0 0,5-1 48 0,5 0 0 16,2 1 0-16,5 0 0 0,-2 0-96 0,0 3-16 0,1 2 0 15,-1 1 0-15,-4 0 48 0,-2 3 0 16,-2-1 0-16,-5 3 0 0,-2 3-80 0,-3-1-16 16,-3-2 0-16,-3 1 0 0,0 1-160 0,-5 0 160 0,-5-4-160 15,-4 3 160-15,-3 1-32 0,-5 0-128 0,-3-2 192 0,-7-2-64 16,-9-1-128-16,-6 2 0 0,-5-1 0 15,-7 0 128-15,-4-1-128 0,-7-1 0 0,-5 1 144 16,-5-1-144-16,-4-1 128 0,-5 0-128 0,-5 3 160 0,-11-3-160 16,0 0 192-16,0 0-64 0,0 0-128 0,0 0 192 15,0 0 0-15,-11-7 0 0,-6 1 0 0,-2 0 0 16,0 1-64-16,-7 0-128 0,-6-2 176 0,0 1-176 16,-2 1 128-16,-4 1-128 0,-4 0 0 0,-4 1 0 15,-8-1 0-15,-1 0 0 0,-1 1 0 0,-5 1 0 16,-4 2 0-16,-6 0 0 0,-4 0 0 0,-7-1 0 15,-6-3 0-15,-3 3 0 0,-4-1 0 0,-3 1 0 16,-4-4 0-16,-2 2 0 0,-5 2 0 0,-2 0 0 0,-4-3 0 0,-1 1 0 16,-4 2 0-16,1 1 0 0,1-1 0 0,-2 2 0 15,-1 0 0-15,-1 2 0 0,1 1 0 0,0 0 0 16,-2 0 0-16,-1 5 0 0,2-5 0 0,-1 3 0 16,0 1 160-16,1 3-160 0,2-4 0 15,6 5 0-15,3-3 0 0,4 3 0 0,3-2 0 0,6 1 0 16,5-2 0-16,9 0 128 0,5-2-128 0,8 2 0 15,0 1 0-15,10 1-176 0,6-5 176 0,6-2 0 16,2 1 0-16,8-1 0 0,6 0 0 16,7-1 0-16,6-2 0 0,6 0 0 0,4 1 0 0,10-2 0 15,0 0 0-15,0 0 128 0,0 0-128 0,0 0 0 16,0 0 0-16,9 5 0 0,-9-5 0 0,15 8 0 0,4-2 0 16,-1 5 0-1,1 0-416-15,2 4-160 0,1 0-16 0,3 10-16 16,4 9-2944-16,2 1-592 0</inkml:trace>
  <inkml:trace contextRef="#ctx0" brushRef="#br0" timeOffset="-210596.87">9631 13412 11967 0,'0'0'528'0,"-3"-8"112"0,-1-1-512 16,0 2-128-16,2 1 0 0,0-2 0 0,5-2 1536 16,-1 3 256-16,1 1 64 0,2-1 16 0,-5 7-176 0,12-4-32 15,1 0-16-15,4-1 0 0,5 2-160 0,6 1-16 16,3-2-16-16,7 3 0 0,6-2-416 0,5 0-80 16,6 1 0-16,9-2-16 0,7 3-80 0,8-2-16 15,7-1 0-15,3-1 0 0,-2 1-192 0,4 0-32 16,3 0-16-16,3 2 0 0,2-1-176 0,0 0-48 15,-1-1 0-15,1 3 0 16,1 1-64-16,-3 0-32 0,-5 0 0 0,-3 1 0 0,-4 2-32 16,-7 0-16-16,-7 1 0 0,-5-2 0 0,-8-1-112 0,-4 2-128 0,-7 0 176 15,-6-2-176-15,-3 2 160 0,-5-2-160 0,-6 2 128 16,-5-1-128-16,-2-1 0 0,-4 2 0 16,-3 0 128-16,-2-1-128 0,-11-2 0 15,0 0 0-15,0 0 0 0,0 0 0 0,0 0 144 0,-14 2-144 0,-8-2 160 16,-6 1-160-16,-5 1 176 0,-12 1-176 0,-8 0 192 15,-7-2-192-15,-7-1 144 0,-4 0-144 0,-5-1 0 0,-4 1 144 16,-3 0-144-16,-4-2 0 0,-7 1 0 0,0 1 128 16,-1 0-128-16,-4 0 0 0,-6 0 0 0,1 0 0 15,-1 0 0-15,2 3 0 0,2 1 0 16,1 2 0-16,-2-3 0 0,3 1 0 0,4-2 0 0,4 3 0 16,1 5 128-16,4-4-128 0,2 1 128 0,3-1-128 15,0-2 0-15,11-1 0 0,6-1 0 0,5 2 0 16,5 0 0-16,4 0 0 0,7-1 0 0,7-1-176 0,4 2 176 15,9-1 0-15,7-2 0 0,7 2 0 0,9-3 0 16,0 0 0-16,14-3 128 0,9 2-128 16,8-2 256-16,7-1-32 0,3 2 0 0,10-2 0 0,7 1 32 15,7 2 16-15,7 1 0 0,8-3 0 0,10-5-16 16,3 3 0-16,3 0 0 0,9 0 0 0,4-2 16 0,3 2 0 16,0 1 0-16,4 3 0 15,3 2-96-15,1-1-32 0,-1-1 0 0,1 3 0 0,1 6-144 16,-2-1 192-16,-3-6-192 0,-4 3 192 0,-5 4-192 0,-4 0 160 15,-4-1-160-15,-5 0 160 0,-6-6-160 16,-7 3 0-16,-7 3 0 0,-5-2 128 0,-5 0-128 0,-6-1 0 16,-8 0 0-16,-4 1 0 0,-5-4 0 0,-6 2 0 15,-7 0 128-15,-5-1-128 0,-5 2 0 0,-6-4 0 16,-12 0 0-16,0 0 0 0,0 0 0 0,0 0 0 0,0 0 128 0,-17 0-128 16,-7-2 0-16,-3-1 0 15,-6-1 144-15,-3 0-144 0,-5 0 0 0,0 0 0 0,-4-1 0 0,2 1 0 16,-1-1 0-16,-3 4 0 0,-3-2 0 0,-2 2 128 15,-3-2-128-15,-3 3 0 16,-3-4 0-16,-3 2 0 0,-4-4 0 0,-5 2 0 16,-4 1 0-16,-7-1 0 0,-3 1 0 0,-3 2 0 15,-2-2 0-15,-4 1 0 0,0 2 0 0,-3 2 0 0,-1-2 0 0,-1 0 0 16,2 1 0-16,1 3 0 0,3 2 0 0,6-1 0 16,6-1 0-16,7 0 0 0,7-3 0 0,9 1 0 15,8 2 0-15,7 2 0 0,4-1 0 0,6 4 0 16,4 1-1808-1,7 9-336-15,6 8-64 0,5-4-17360 0</inkml:trace>
  <inkml:trace contextRef="#ctx0" brushRef="#br0" timeOffset="-189991.32">20691 12986 10127 0,'0'0'896'0,"0"0"-704"0,-4-8-192 0,4 8 0 16,0 0 2176-16,0-8 416 0,0-8 80 0,4 8 16 16,-4 8-864-16,12-5-160 0,-2 4-48 0,3-2 0 15,3 3-592-15,4 3-112 0,2 0-16 0,4-2-16 16,3 0-240-16,3 3-64 0,5 3 0 0,1-3 0 15,-1-1 96-15,4-3 16 0,3 0 0 0,0 2 0 16,1 0-256-16,-2 2-48 0,-2 1-16 0,0-1 0 16,-2 3-208-16,-1-1-32 0,-4 2-128 0,-2-1 192 15,-3-2-192-15,-6-1 144 0,-3 0-144 0,-4 0 128 16,-3 0-128-16,-13-4 160 0,0 0-160 0,0 0 160 16,0 0-160-16,0 0 0 0,0 0 0 0,0 0 0 15,0 0 0-15,-12 5 0 0,-4-1 0 0,-2-3 0 0,-3-2 0 0,-4 1 0 16,-3 0 0-16,-2-2 0 0,-3 0 192 15,-1-1 0-15,-4 1 0 0,-1 0 0 0,0 0 32 0,-2 2 16 16,-3 0 0-16,3-2 0 16,0 0-16-16,2 1 0 0,-1-3 0 0,2 1 0 0,3 0-80 15,4 2-16-15,2 0 0 0,4 1 0 0,3-2-128 0,4-1 160 16,3 0-160-16,4 2 160 0,0 2-160 0,2-1 160 16,1-3-160-16,8 3 160 0,0 0-16 0,0 0 0 15,0 0 0-15,0 0 0 0,0 0 240 0,0 0 32 16,13 0 16-16,3-1 0 0,2-2-192 0,4 1-48 15,4 1 0-15,4-1 0 0,4 2-192 0,4-1 0 16,4-3 128-16,6 1-128 0,4 2 0 0,3-2 128 16,1 1-128-16,4-1 0 0,3 2 0 0,-1 1 128 15,-1 1-128-15,1 1 0 0,-2-1 0 0,-2 1 0 0,-2-2 0 0,-2 2 0 32,-5 3-1120-32,0-1-224 0,-4-1-32 0,1 6-10240 15,-1 6-2048-15</inkml:trace>
  <inkml:trace contextRef="#ctx0" brushRef="#br0" timeOffset="-186852.75">9584 13448 8287 0,'11'-31'368'0,"-3"15"80"0,0 3-448 0,2 4 0 0,3 7 0 0,7-1 0 16,9 3 5120-16,5 1 928 0,5 2 192 0,5-3 32 16,4-1-5104-16,6 1-1024 0,2 2-144 0,5 2-144 15,4-1 144-15,3-1 128 0,1-2-128 0,3 0 176 16,1 2 240-16,2 0 48 0,2-2 16 16,2 3 0-16,1 1-64 0,-1 1-16 0,-2-4 0 15,-4 2 0-15,-2 1-272 0,1 0-128 0,0 0 128 16,-6 0-128-16,-5-2 128 0,-2 0-128 0,-3 0 0 0,-8 2 128 15,-8-1-128-15,-7 1 192 0,-4-3-192 0,-5-1 192 0,-9 3-64 16,-3-1-128-16,-12-2 192 0,0 0-64 16,0 0 64-16,-10 0 0 0,-5-4 0 0,-8 2 0 0,-9-2 336 15,-11 1 80-15,-13-1 16 0,-9 0 0 0,-9-2-240 0,-7-1-64 16,-8-1 0-16,-6 2 0 0,-8 5-320 0,-4-5 144 16,-4-4-144-16,1 2 0 0,-2 3 0 15,2 0 0-15,3-2 0 0,4 2 0 0,3-3 192 16,2 2-64-16,3 4 0 0,4 0-128 0,2-5 288 0,8 5-48 15,8-4-16-15,4 5 0 0,2-2 96 0,9 2 0 16,4-1 16-16,10 3 0 0,9 1 48 0,7 1 0 16,8 0 0-16,7 1 0 0,13-4-128 15,0 0-32-15,11 10 0 0,15 0 0 0,13-4 32 0,15-1 0 16,14 0 0-16,14-2 0 0,14 3-112 0,11-2-16 0,11-6 0 16,4 2 0-16,3 3-128 0,3 0 128 15,1-3-128-15,3 1 128 0,2 3-128 0,0-1 0 16,-1-3 0-16,3 0 128 0,2 0 0 0,0 0-128 0,-1-1 192 15,-4 1-64-15,-4 0 64 0,-5 1 0 0,-7 0 0 0,-10-1 0 16,-9-1-192-16,-5 1 160 16,-5 4-160-16,-8-4 160 0,-10-2-160 0,-6 1 0 0,-8 0 0 0,-5 0 128 15,-9-1-128-15,-8 2 0 0,-8 0 0 0,-7 0 0 16,-6 0 0-16,-13 0 0 0,0 0 0 16,0 0 0-16,0 0 0 0,0 0 0 0,-17 4-192 0,-6 0 192 31,-8 3-1248-31,-10 0-128 0,-10 6-32 0,-10 6-11648 0,-9 7-2352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A6A15-6E39-4FFA-B5DC-89EB633E6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8300" y="1371600"/>
            <a:ext cx="8127574" cy="2736443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169311-3201-45EC-B973-82EC27DA52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8300" y="4299358"/>
            <a:ext cx="8127574" cy="1187042"/>
          </a:xfrm>
        </p:spPr>
        <p:txBody>
          <a:bodyPr>
            <a:normAutofit/>
          </a:bodyPr>
          <a:lstStyle>
            <a:lvl1pPr marL="0" indent="0" algn="l">
              <a:buNone/>
              <a:defRPr sz="1800" cap="all" spc="2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AE4B9-EDEF-4A2C-B464-332C5C624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4C951-4861-4549-8E72-CEECA89E4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E1401-5637-41BC-AC21-891056450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879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B3747-9ADB-4FCC-89CE-6E84D134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EC9C6-5D7D-4249-8820-D4C99D0AE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F35F7-46A1-40A9-ACD7-C49239926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45637-B780-4999-A87D-0039BC5A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9777F-E471-4CC5-B27B-137CB061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302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DCB1D-064E-46DE-B533-7CDA331EE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0" y="2748406"/>
            <a:ext cx="8115300" cy="273799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D222C0-D002-4A94-BAFF-FD1A1CCA6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8300" y="1371600"/>
            <a:ext cx="8115300" cy="133327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E7D7E-EC9F-4AA5-A559-EF556C6AD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7A8EE-88C1-400C-A23F-656DC76B9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245A4-F9C6-44E9-929F-78C657C8B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168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DF34F-B65E-4FA0-87E8-8890F482B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9" y="685800"/>
            <a:ext cx="9382348" cy="13716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25A67-10CA-4531-93E1-39892C087E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38297" y="2057400"/>
            <a:ext cx="4553103" cy="41250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2BE36-0CAF-4D92-9AC2-9249276B96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7000" y="2057400"/>
            <a:ext cx="4543647" cy="4125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C36479-3B04-43BD-9B59-DBF6CA2BF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D4449-57DB-41D2-B49E-694E7C13F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60CC2C-E50B-47D2-B62F-D5C4C9CDA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261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8530B-D0F2-4FC4-A10F-1E54EF82C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0" y="755118"/>
            <a:ext cx="9378304" cy="122276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68865C-9D06-4FA3-BA3D-7187BB41B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8300" y="2034147"/>
            <a:ext cx="4529391" cy="681591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2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656570-8F97-4B7E-A805-96925AC47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38300" y="2748405"/>
            <a:ext cx="4529391" cy="344125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57EF54-F63F-4730-99EE-0E472578F5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87213" y="2034147"/>
            <a:ext cx="4529391" cy="681591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2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08453E-B012-4889-9F49-E1351532AD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87213" y="2748405"/>
            <a:ext cx="4529391" cy="344125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9FC47A-8514-4C98-B1BE-FF6CC666C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D4301A-D375-4163-9488-27A9CDC6F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ED6105-4A37-4D4B-9BE8-715FB732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773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3007F-6649-4D23-8869-C1CC29D00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8B85A1-41F9-4BC1-9C40-3E5D5C042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B23774-EAA9-47ED-87EF-EE2B29A25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526550-DD4D-45E2-8916-8314C5D06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886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35FACD-1A4D-49F3-8EA8-21B5C1A6A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FD9DD-0E4E-4C36-AF85-B3EAD7FE6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6F4C8-14FA-4405-85EE-ABF53FB03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375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E7C28-5DEE-493D-ABAD-38E4F2D75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621" y="1085481"/>
            <a:ext cx="3651180" cy="1657719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E79C5-E567-4F12-96B8-8BBEAE3D8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6900" y="1132676"/>
            <a:ext cx="5289480" cy="4728374"/>
          </a:xfrm>
        </p:spPr>
        <p:txBody>
          <a:bodyPr/>
          <a:lstStyle>
            <a:lvl1pPr>
              <a:lnSpc>
                <a:spcPct val="110000"/>
              </a:lnSpc>
              <a:defRPr sz="3200"/>
            </a:lvl1pPr>
            <a:lvl2pPr>
              <a:lnSpc>
                <a:spcPct val="110000"/>
              </a:lnSpc>
              <a:defRPr sz="2800"/>
            </a:lvl2pPr>
            <a:lvl3pPr>
              <a:lnSpc>
                <a:spcPct val="110000"/>
              </a:lnSpc>
              <a:defRPr sz="2400"/>
            </a:lvl3pPr>
            <a:lvl4pPr>
              <a:lnSpc>
                <a:spcPct val="110000"/>
              </a:lnSpc>
              <a:defRPr sz="2000"/>
            </a:lvl4pPr>
            <a:lvl5pPr>
              <a:lnSpc>
                <a:spcPct val="11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3DF7F-0B5C-40CE-A65F-779FA7EFBF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25621" y="2748406"/>
            <a:ext cx="3651180" cy="31126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22248C-1826-4833-9592-383B5873A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219DC-2646-42AD-897A-EB765DCBE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F238D7-4EEA-475B-B1CA-C44B89BEA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304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D65BE-C907-4660-A586-71C6A1D10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1085481"/>
            <a:ext cx="3657600" cy="1657719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4C8A9-67DF-419C-B2FC-3A879CCEF3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76900" y="1061885"/>
            <a:ext cx="5331069" cy="477556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DA94A1-3058-402A-9C3F-2F210D91D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200" y="2748406"/>
            <a:ext cx="3657600" cy="31126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C3CA50-C8D8-4F83-B2F6-BCE825866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7E5BE3-7B02-4281-BD90-C1FAAF636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E256D-ACD5-438F-BA6F-605E5260E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557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AD0E6-AD36-493C-9DC3-5ACC2059E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9" y="685800"/>
            <a:ext cx="8915402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0B8558-FA83-4F6C-A6D1-2DF9D3F74B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38299" y="2057399"/>
            <a:ext cx="8915401" cy="41148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DE619-0CC6-4480-ABDE-277D36BDF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791E6-BE35-4ECA-8AD1-E8EC09B85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94606-B928-42D6-85CC-9576F60E3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565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F18D8A-5002-491C-922A-E9624E2DB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5882C6-2BE9-4E25-B8BB-A2346A2B0B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BEFF9-B3BC-4C07-BF6C-2E3C91B54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F4CF6-CDF1-4AFD-8319-71FD4FED4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1A026-57F4-47F7-B4F0-E0D48E012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21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31A689-589E-4A73-9313-EF44F7E4E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9" y="685800"/>
            <a:ext cx="8915402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B11B8-9E77-4144-B9C1-FD164D9A1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8300" y="2057400"/>
            <a:ext cx="8915402" cy="4137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6E4CC-CF79-4C8D-9E5F-1BB517435A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-1001475" y="1517536"/>
            <a:ext cx="28011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100" baseline="0">
                <a:solidFill>
                  <a:schemeClr val="tx1"/>
                </a:solidFill>
              </a:defRPr>
            </a:lvl1pPr>
          </a:lstStyle>
          <a:p>
            <a:fld id="{B6D41BCC-AD73-4203-A5A6-E62EB28B0FE6}" type="datetimeFigureOut">
              <a:rPr lang="en-US" smtClean="0"/>
              <a:pPr/>
              <a:t>8/7/2023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79449-05F6-4BC7-95DF-F04E1F1614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118764" y="4237870"/>
            <a:ext cx="33440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17FE5-2D1F-4ECC-9460-08145C3BB9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28877" y="6319138"/>
            <a:ext cx="7106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100" baseline="0">
                <a:solidFill>
                  <a:schemeClr val="tx1"/>
                </a:solidFill>
              </a:defRPr>
            </a:lvl1pPr>
          </a:lstStyle>
          <a:p>
            <a:fld id="{D637F8FC-4B86-4690-8888-22AB2F781B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213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7.png"/><Relationship Id="rId18" Type="http://schemas.openxmlformats.org/officeDocument/2006/relationships/customXml" Target="../ink/ink9.xml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customXml" Target="../ink/ink6.xml"/><Relationship Id="rId17" Type="http://schemas.openxmlformats.org/officeDocument/2006/relationships/image" Target="../media/image9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5" Type="http://schemas.openxmlformats.org/officeDocument/2006/relationships/image" Target="../media/image8.png"/><Relationship Id="rId10" Type="http://schemas.openxmlformats.org/officeDocument/2006/relationships/customXml" Target="../ink/ink5.xml"/><Relationship Id="rId19" Type="http://schemas.openxmlformats.org/officeDocument/2006/relationships/image" Target="../media/image10.png"/><Relationship Id="rId4" Type="http://schemas.openxmlformats.org/officeDocument/2006/relationships/customXml" Target="../ink/ink2.xml"/><Relationship Id="rId9" Type="http://schemas.openxmlformats.org/officeDocument/2006/relationships/image" Target="../media/image5.png"/><Relationship Id="rId14" Type="http://schemas.openxmlformats.org/officeDocument/2006/relationships/customXml" Target="../ink/ink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.xml"/><Relationship Id="rId13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12" Type="http://schemas.openxmlformats.org/officeDocument/2006/relationships/customXml" Target="../ink/ink15.xml"/><Relationship Id="rId17" Type="http://schemas.openxmlformats.org/officeDocument/2006/relationships/image" Target="../media/image18.png"/><Relationship Id="rId2" Type="http://schemas.openxmlformats.org/officeDocument/2006/relationships/customXml" Target="../ink/ink10.xml"/><Relationship Id="rId16" Type="http://schemas.openxmlformats.org/officeDocument/2006/relationships/customXml" Target="../ink/ink1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2.xml"/><Relationship Id="rId11" Type="http://schemas.openxmlformats.org/officeDocument/2006/relationships/image" Target="../media/image15.png"/><Relationship Id="rId5" Type="http://schemas.openxmlformats.org/officeDocument/2006/relationships/image" Target="../media/image12.png"/><Relationship Id="rId15" Type="http://schemas.openxmlformats.org/officeDocument/2006/relationships/image" Target="../media/image17.png"/><Relationship Id="rId10" Type="http://schemas.openxmlformats.org/officeDocument/2006/relationships/customXml" Target="../ink/ink14.xml"/><Relationship Id="rId4" Type="http://schemas.openxmlformats.org/officeDocument/2006/relationships/customXml" Target="../ink/ink11.xml"/><Relationship Id="rId9" Type="http://schemas.openxmlformats.org/officeDocument/2006/relationships/image" Target="../media/image14.png"/><Relationship Id="rId14" Type="http://schemas.openxmlformats.org/officeDocument/2006/relationships/customXml" Target="../ink/ink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customXml" Target="../ink/ink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customXml" Target="../ink/ink2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customXml" Target="../ink/ink2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customXml" Target="../ink/ink2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customXml" Target="../ink/ink2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customXml" Target="../ink/ink2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customXml" Target="../ink/ink2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E229233-9672-4675-99B7-6CBCEF1CD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D9DE90-532E-ECE3-8473-C04B1C9A56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76" r="23424"/>
          <a:stretch/>
        </p:blipFill>
        <p:spPr>
          <a:xfrm>
            <a:off x="20" y="-2"/>
            <a:ext cx="8115280" cy="685800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C5FF010-B53C-46BE-BEEF-AF926A00F6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38500" y="2057400"/>
            <a:ext cx="4876800" cy="2743201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09AD9C-1F43-4138-A72B-8CA988EDD4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5300" y="2057400"/>
            <a:ext cx="3276600" cy="2743201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A70382-D2A9-C5F7-2525-F87447021F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8600" y="2502489"/>
            <a:ext cx="3314700" cy="1853023"/>
          </a:xfrm>
        </p:spPr>
        <p:txBody>
          <a:bodyPr anchor="ctr">
            <a:normAutofit/>
          </a:bodyPr>
          <a:lstStyle/>
          <a:p>
            <a:r>
              <a:rPr lang="en-US" sz="3200"/>
              <a:t>ME300 Final Exam 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7FAE2C-99F3-8EE2-305E-88555A08B8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60055" y="2502489"/>
            <a:ext cx="2289028" cy="1853023"/>
          </a:xfrm>
        </p:spPr>
        <p:txBody>
          <a:bodyPr anchor="ctr">
            <a:normAutofit/>
          </a:bodyPr>
          <a:lstStyle/>
          <a:p>
            <a:r>
              <a:rPr lang="en-US" sz="1600"/>
              <a:t>Monday, August 7, 2023</a:t>
            </a:r>
          </a:p>
        </p:txBody>
      </p:sp>
    </p:spTree>
    <p:extLst>
      <p:ext uri="{BB962C8B-B14F-4D97-AF65-F5344CB8AC3E}">
        <p14:creationId xmlns:p14="http://schemas.microsoft.com/office/powerpoint/2010/main" val="1272632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B52FB52-FC2E-CBB1-27BE-0A8F7631BAB0}"/>
                  </a:ext>
                </a:extLst>
              </p14:cNvPr>
              <p14:cNvContentPartPr/>
              <p14:nvPr/>
            </p14:nvContentPartPr>
            <p14:xfrm>
              <a:off x="282600" y="141120"/>
              <a:ext cx="4002480" cy="3453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B52FB52-FC2E-CBB1-27BE-0A8F7631BAB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3240" y="131760"/>
                <a:ext cx="4021200" cy="3471840"/>
              </a:xfrm>
              <a:prstGeom prst="rect">
                <a:avLst/>
              </a:prstGeom>
            </p:spPr>
          </p:pic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D002494A-FA2A-9DED-8725-6580F9789DC8}"/>
              </a:ext>
            </a:extLst>
          </p:cNvPr>
          <p:cNvGrpSpPr/>
          <p:nvPr/>
        </p:nvGrpSpPr>
        <p:grpSpPr>
          <a:xfrm>
            <a:off x="859571" y="974935"/>
            <a:ext cx="215280" cy="257400"/>
            <a:chOff x="859571" y="974935"/>
            <a:chExt cx="215280" cy="25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D8BB8B0-F4E0-63F6-C89B-ACD07993D511}"/>
                    </a:ext>
                  </a:extLst>
                </p14:cNvPr>
                <p14:cNvContentPartPr/>
                <p14:nvPr/>
              </p14:nvContentPartPr>
              <p14:xfrm>
                <a:off x="900611" y="1051255"/>
                <a:ext cx="28440" cy="1810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D8BB8B0-F4E0-63F6-C89B-ACD07993D51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91971" y="1042615"/>
                  <a:ext cx="460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FB0CFE8-4DCB-D05E-5B68-44882A9190AF}"/>
                    </a:ext>
                  </a:extLst>
                </p14:cNvPr>
                <p14:cNvContentPartPr/>
                <p14:nvPr/>
              </p14:nvContentPartPr>
              <p14:xfrm>
                <a:off x="859571" y="974935"/>
                <a:ext cx="215280" cy="1612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FB0CFE8-4DCB-D05E-5B68-44882A9190A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50571" y="966295"/>
                  <a:ext cx="232920" cy="17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C37A86F-6B16-3F69-3114-A81D21233C6C}"/>
              </a:ext>
            </a:extLst>
          </p:cNvPr>
          <p:cNvGrpSpPr/>
          <p:nvPr/>
        </p:nvGrpSpPr>
        <p:grpSpPr>
          <a:xfrm>
            <a:off x="3792131" y="3665575"/>
            <a:ext cx="327600" cy="285840"/>
            <a:chOff x="3792131" y="3665575"/>
            <a:chExt cx="327600" cy="28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70BF3D8-6CEE-24D4-A64B-F49B65CF9D12}"/>
                    </a:ext>
                  </a:extLst>
                </p14:cNvPr>
                <p14:cNvContentPartPr/>
                <p14:nvPr/>
              </p14:nvContentPartPr>
              <p14:xfrm>
                <a:off x="3862331" y="3665575"/>
                <a:ext cx="210960" cy="2858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70BF3D8-6CEE-24D4-A64B-F49B65CF9D1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853331" y="3656575"/>
                  <a:ext cx="22860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AC5A6FF-AD44-6EC5-46D3-6073F9A1B8D4}"/>
                    </a:ext>
                  </a:extLst>
                </p14:cNvPr>
                <p14:cNvContentPartPr/>
                <p14:nvPr/>
              </p14:nvContentPartPr>
              <p14:xfrm>
                <a:off x="3792131" y="3805975"/>
                <a:ext cx="327600" cy="644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AC5A6FF-AD44-6EC5-46D3-6073F9A1B8D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783491" y="3797335"/>
                  <a:ext cx="345240" cy="82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B58FBFB-D41E-EC85-9076-F8DDD370B834}"/>
                  </a:ext>
                </a:extLst>
              </p14:cNvPr>
              <p14:cNvContentPartPr/>
              <p14:nvPr/>
            </p14:nvContentPartPr>
            <p14:xfrm>
              <a:off x="250560" y="5040"/>
              <a:ext cx="11417400" cy="65361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B58FBFB-D41E-EC85-9076-F8DDD370B83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41200" y="-4320"/>
                <a:ext cx="11436120" cy="65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92B9E5D-DF86-023D-A14D-C84088DE0FAA}"/>
                  </a:ext>
                </a:extLst>
              </p14:cNvPr>
              <p14:cNvContentPartPr/>
              <p14:nvPr/>
            </p14:nvContentPartPr>
            <p14:xfrm>
              <a:off x="2245364" y="2156095"/>
              <a:ext cx="100800" cy="1260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92B9E5D-DF86-023D-A14D-C84088DE0FA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236364" y="2147455"/>
                <a:ext cx="11844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2044066-87F6-72AB-6D67-FA72CDD3EAEC}"/>
                  </a:ext>
                </a:extLst>
              </p14:cNvPr>
              <p14:cNvContentPartPr/>
              <p14:nvPr/>
            </p14:nvContentPartPr>
            <p14:xfrm>
              <a:off x="3740444" y="2169055"/>
              <a:ext cx="99720" cy="1332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2044066-87F6-72AB-6D67-FA72CDD3EAE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731804" y="2160055"/>
                <a:ext cx="117360" cy="1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BAA9F72-2B28-DD74-B8ED-ACDAFD0898EF}"/>
                  </a:ext>
                </a:extLst>
              </p14:cNvPr>
              <p14:cNvContentPartPr/>
              <p14:nvPr/>
            </p14:nvContentPartPr>
            <p14:xfrm>
              <a:off x="733680" y="847800"/>
              <a:ext cx="5100120" cy="47833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BAA9F72-2B28-DD74-B8ED-ACDAFD0898E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24320" y="838440"/>
                <a:ext cx="5118840" cy="4802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53716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D2896D9-27FF-6A5F-2D69-34A3407D0C88}"/>
                  </a:ext>
                </a:extLst>
              </p14:cNvPr>
              <p14:cNvContentPartPr/>
              <p14:nvPr/>
            </p14:nvContentPartPr>
            <p14:xfrm>
              <a:off x="354240" y="98280"/>
              <a:ext cx="11369880" cy="6412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D2896D9-27FF-6A5F-2D69-34A3407D0C8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4880" y="88920"/>
                <a:ext cx="11388600" cy="643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AE8F9622-7217-E0CD-53B3-F70D828FB98C}"/>
              </a:ext>
            </a:extLst>
          </p:cNvPr>
          <p:cNvGrpSpPr/>
          <p:nvPr/>
        </p:nvGrpSpPr>
        <p:grpSpPr>
          <a:xfrm>
            <a:off x="9839051" y="3786895"/>
            <a:ext cx="1302480" cy="198360"/>
            <a:chOff x="9839051" y="3786895"/>
            <a:chExt cx="1302480" cy="19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8389196-B834-B6F7-561E-C44FFACE7643}"/>
                    </a:ext>
                  </a:extLst>
                </p14:cNvPr>
                <p14:cNvContentPartPr/>
                <p14:nvPr/>
              </p14:nvContentPartPr>
              <p14:xfrm>
                <a:off x="9839051" y="3859975"/>
                <a:ext cx="323640" cy="270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8389196-B834-B6F7-561E-C44FFACE764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830411" y="3850975"/>
                  <a:ext cx="3412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B0499E7-D744-A4CD-BF88-623F8E0FE6D4}"/>
                    </a:ext>
                  </a:extLst>
                </p14:cNvPr>
                <p14:cNvContentPartPr/>
                <p14:nvPr/>
              </p14:nvContentPartPr>
              <p14:xfrm>
                <a:off x="10138211" y="3828295"/>
                <a:ext cx="90000" cy="889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B0499E7-D744-A4CD-BF88-623F8E0FE6D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129571" y="3819655"/>
                  <a:ext cx="1076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DED54A1-093A-F57F-8E86-CE899B94703A}"/>
                    </a:ext>
                  </a:extLst>
                </p14:cNvPr>
                <p14:cNvContentPartPr/>
                <p14:nvPr/>
              </p14:nvContentPartPr>
              <p14:xfrm>
                <a:off x="10318571" y="3793735"/>
                <a:ext cx="127080" cy="1202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DED54A1-093A-F57F-8E86-CE899B94703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309931" y="3785095"/>
                  <a:ext cx="1447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5583989-9887-FD37-FF6E-386989929EE4}"/>
                    </a:ext>
                  </a:extLst>
                </p14:cNvPr>
                <p14:cNvContentPartPr/>
                <p14:nvPr/>
              </p14:nvContentPartPr>
              <p14:xfrm>
                <a:off x="10502531" y="3809935"/>
                <a:ext cx="350640" cy="1753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5583989-9887-FD37-FF6E-386989929EE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493891" y="3801295"/>
                  <a:ext cx="36828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7528CD7-F929-99F9-9BF6-E67ADCC6442F}"/>
                    </a:ext>
                  </a:extLst>
                </p14:cNvPr>
                <p14:cNvContentPartPr/>
                <p14:nvPr/>
              </p14:nvContentPartPr>
              <p14:xfrm>
                <a:off x="10884491" y="3817135"/>
                <a:ext cx="74160" cy="774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7528CD7-F929-99F9-9BF6-E67ADCC6442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875491" y="3808495"/>
                  <a:ext cx="9180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4249A78-37CC-7F88-ACC2-7592297D13EC}"/>
                    </a:ext>
                  </a:extLst>
                </p14:cNvPr>
                <p14:cNvContentPartPr/>
                <p14:nvPr/>
              </p14:nvContentPartPr>
              <p14:xfrm>
                <a:off x="11021651" y="3786895"/>
                <a:ext cx="119880" cy="1054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4249A78-37CC-7F88-ACC2-7592297D13E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012651" y="3777895"/>
                  <a:ext cx="137520" cy="12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5F92807-AA6C-5895-C683-0A64FAFF3A74}"/>
                  </a:ext>
                </a:extLst>
              </p14:cNvPr>
              <p14:cNvContentPartPr/>
              <p14:nvPr/>
            </p14:nvContentPartPr>
            <p14:xfrm>
              <a:off x="4785840" y="4158720"/>
              <a:ext cx="6599880" cy="25473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5F92807-AA6C-5895-C683-0A64FAFF3A7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776480" y="4149360"/>
                <a:ext cx="6618600" cy="2566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45333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77DA4AF-1835-9AED-6A68-07020F436830}"/>
                  </a:ext>
                </a:extLst>
              </p14:cNvPr>
              <p14:cNvContentPartPr/>
              <p14:nvPr/>
            </p14:nvContentPartPr>
            <p14:xfrm>
              <a:off x="195120" y="119880"/>
              <a:ext cx="11458440" cy="6647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77DA4AF-1835-9AED-6A68-07020F43683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5760" y="110520"/>
                <a:ext cx="11477160" cy="666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CBBBDB7-E3E3-3776-1241-EB806408A17E}"/>
                  </a:ext>
                </a:extLst>
              </p14:cNvPr>
              <p14:cNvContentPartPr/>
              <p14:nvPr/>
            </p14:nvContentPartPr>
            <p14:xfrm>
              <a:off x="10157760" y="1452960"/>
              <a:ext cx="833400" cy="3020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CBBBDB7-E3E3-3776-1241-EB806408A17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148400" y="1443600"/>
                <a:ext cx="852120" cy="32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64755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0080361-0F5E-F14D-0A0A-6F0B7AAB5244}"/>
                  </a:ext>
                </a:extLst>
              </p14:cNvPr>
              <p14:cNvContentPartPr/>
              <p14:nvPr/>
            </p14:nvContentPartPr>
            <p14:xfrm>
              <a:off x="214560" y="82440"/>
              <a:ext cx="10248840" cy="6326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0080361-0F5E-F14D-0A0A-6F0B7AAB524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5200" y="73080"/>
                <a:ext cx="10267560" cy="6345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08150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170473A-5A79-337E-1194-AF9B67611128}"/>
                  </a:ext>
                </a:extLst>
              </p14:cNvPr>
              <p14:cNvContentPartPr/>
              <p14:nvPr/>
            </p14:nvContentPartPr>
            <p14:xfrm>
              <a:off x="163800" y="73080"/>
              <a:ext cx="11097720" cy="6778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170473A-5A79-337E-1194-AF9B6761112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4440" y="63720"/>
                <a:ext cx="11116440" cy="679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8ECE14B-3946-F8CB-884E-100B555573A6}"/>
                  </a:ext>
                </a:extLst>
              </p14:cNvPr>
              <p14:cNvContentPartPr/>
              <p14:nvPr/>
            </p14:nvContentPartPr>
            <p14:xfrm>
              <a:off x="8717040" y="1386720"/>
              <a:ext cx="46440" cy="5461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8ECE14B-3946-F8CB-884E-100B555573A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07680" y="1377360"/>
                <a:ext cx="65160" cy="56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27425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6BA2742-F95A-D660-042E-AD6ABF3A3315}"/>
                  </a:ext>
                </a:extLst>
              </p14:cNvPr>
              <p14:cNvContentPartPr/>
              <p14:nvPr/>
            </p14:nvContentPartPr>
            <p14:xfrm>
              <a:off x="304920" y="23040"/>
              <a:ext cx="11651400" cy="6085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6BA2742-F95A-D660-042E-AD6ABF3A33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5560" y="13680"/>
                <a:ext cx="11670120" cy="6104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25256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D62EAC3-D42A-DBCD-BF3E-25FBAE8AB573}"/>
                  </a:ext>
                </a:extLst>
              </p14:cNvPr>
              <p14:cNvContentPartPr/>
              <p14:nvPr/>
            </p14:nvContentPartPr>
            <p14:xfrm>
              <a:off x="137520" y="114840"/>
              <a:ext cx="11815920" cy="6546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D62EAC3-D42A-DBCD-BF3E-25FBAE8AB57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8160" y="105480"/>
                <a:ext cx="11834640" cy="656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77256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EE70534-9F14-4F45-B7FF-7544DBB89397}"/>
                  </a:ext>
                </a:extLst>
              </p14:cNvPr>
              <p14:cNvContentPartPr/>
              <p14:nvPr/>
            </p14:nvContentPartPr>
            <p14:xfrm>
              <a:off x="190440" y="125640"/>
              <a:ext cx="11919960" cy="6497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EE70534-9F14-4F45-B7FF-7544DBB8939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1080" y="116280"/>
                <a:ext cx="11938680" cy="651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77701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196B25D-990A-CBD9-706C-2C247FB451FC}"/>
                  </a:ext>
                </a:extLst>
              </p14:cNvPr>
              <p14:cNvContentPartPr/>
              <p14:nvPr/>
            </p14:nvContentPartPr>
            <p14:xfrm>
              <a:off x="379080" y="204480"/>
              <a:ext cx="11763000" cy="6399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196B25D-990A-CBD9-706C-2C247FB451F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9720" y="195120"/>
                <a:ext cx="11781720" cy="641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99317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3810948-20EA-7CAF-EA78-19B199272261}"/>
                  </a:ext>
                </a:extLst>
              </p14:cNvPr>
              <p14:cNvContentPartPr/>
              <p14:nvPr/>
            </p14:nvContentPartPr>
            <p14:xfrm>
              <a:off x="2356560" y="195120"/>
              <a:ext cx="7521480" cy="3338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3810948-20EA-7CAF-EA78-19B19927226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47200" y="185760"/>
                <a:ext cx="7540200" cy="3357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6498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70D8810-4ABB-716C-ED07-3A9A58DADFA2}"/>
                  </a:ext>
                </a:extLst>
              </p14:cNvPr>
              <p14:cNvContentPartPr/>
              <p14:nvPr/>
            </p14:nvContentPartPr>
            <p14:xfrm>
              <a:off x="279720" y="85320"/>
              <a:ext cx="10682640" cy="5110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70D8810-4ABB-716C-ED07-3A9A58DADFA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0360" y="75960"/>
                <a:ext cx="10701360" cy="5129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81025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45F1856-65F9-61AA-5D1E-AA657D726CFE}"/>
                  </a:ext>
                </a:extLst>
              </p14:cNvPr>
              <p14:cNvContentPartPr/>
              <p14:nvPr/>
            </p14:nvContentPartPr>
            <p14:xfrm>
              <a:off x="256680" y="107280"/>
              <a:ext cx="11519280" cy="6262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45F1856-65F9-61AA-5D1E-AA657D726C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7320" y="97920"/>
                <a:ext cx="11538000" cy="628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49798084"/>
      </p:ext>
    </p:extLst>
  </p:cSld>
  <p:clrMapOvr>
    <a:masterClrMapping/>
  </p:clrMapOvr>
</p:sld>
</file>

<file path=ppt/theme/theme1.xml><?xml version="1.0" encoding="utf-8"?>
<a:theme xmlns:a="http://schemas.openxmlformats.org/drawingml/2006/main" name="EncaseVTI">
  <a:themeElements>
    <a:clrScheme name="AnalogousFromLightSeedLeftStep">
      <a:dk1>
        <a:srgbClr val="000000"/>
      </a:dk1>
      <a:lt1>
        <a:srgbClr val="FFFFFF"/>
      </a:lt1>
      <a:dk2>
        <a:srgbClr val="243641"/>
      </a:dk2>
      <a:lt2>
        <a:srgbClr val="E8E4E2"/>
      </a:lt2>
      <a:accent1>
        <a:srgbClr val="43AAEA"/>
      </a:accent1>
      <a:accent2>
        <a:srgbClr val="38B3AF"/>
      </a:accent2>
      <a:accent3>
        <a:srgbClr val="32B67B"/>
      </a:accent3>
      <a:accent4>
        <a:srgbClr val="2EBA40"/>
      </a:accent4>
      <a:accent5>
        <a:srgbClr val="5AB536"/>
      </a:accent5>
      <a:accent6>
        <a:srgbClr val="8BAD39"/>
      </a:accent6>
      <a:hlink>
        <a:srgbClr val="A6775A"/>
      </a:hlink>
      <a:folHlink>
        <a:srgbClr val="7F7F7F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ncaseVTI" id="{C293990F-FDB3-4ED3-8175-FB79CE5A2A12}" vid="{A5662C19-271F-459F-B4ED-861A98237642}"/>
    </a:ext>
  </a:extLst>
</a:theme>
</file>

<file path=docMetadata/LabelInfo.xml><?xml version="1.0" encoding="utf-8"?>
<clbl:labelList xmlns:clbl="http://schemas.microsoft.com/office/2020/mipLabelMetadata">
  <clbl:label id="{7cf48d45-3ddb-4389-a9c1-c115526eb52e}" enabled="0" method="" siteId="{7cf48d45-3ddb-4389-a9c1-c115526eb52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10</Words>
  <Application>Microsoft Office PowerPoint</Application>
  <PresentationFormat>Widescreen</PresentationFormat>
  <Paragraphs>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Avenir Next LT Pro</vt:lpstr>
      <vt:lpstr>Avenir Next LT Pro Light</vt:lpstr>
      <vt:lpstr>EncaseVTI</vt:lpstr>
      <vt:lpstr>ME300 Final Exam 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ME300 Final Exam Review</dc:title>
  <dc:creator>O'Connor, Jacqueline Antonia</dc:creator>
  <cp:lastModifiedBy>O'Connor, Jacqueline Antonia</cp:lastModifiedBy>
  <cp:revision>1</cp:revision>
  <dcterms:created xsi:type="dcterms:W3CDTF">2023-08-07T22:01:36Z</dcterms:created>
  <dcterms:modified xsi:type="dcterms:W3CDTF">2023-08-07T23:58:22Z</dcterms:modified>
</cp:coreProperties>
</file>