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33F13-DCB0-421A-8B4F-92B7EF743B5B}" v="159" dt="2023-08-09T16:40:08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Connor, Jacqueline Antonia" userId="3b9bfa0c-75a1-427e-ae61-7069a76100c3" providerId="ADAL" clId="{AA033F13-DCB0-421A-8B4F-92B7EF743B5B}"/>
    <pc:docChg chg="addSld delSld modSld">
      <pc:chgData name="O'Connor, Jacqueline Antonia" userId="3b9bfa0c-75a1-427e-ae61-7069a76100c3" providerId="ADAL" clId="{AA033F13-DCB0-421A-8B4F-92B7EF743B5B}" dt="2023-08-09T17:02:01.498" v="1319" actId="47"/>
      <pc:docMkLst>
        <pc:docMk/>
      </pc:docMkLst>
      <pc:sldChg chg="addSp delSp modSp mod">
        <pc:chgData name="O'Connor, Jacqueline Antonia" userId="3b9bfa0c-75a1-427e-ae61-7069a76100c3" providerId="ADAL" clId="{AA033F13-DCB0-421A-8B4F-92B7EF743B5B}" dt="2023-08-09T15:57:53.020" v="167"/>
        <pc:sldMkLst>
          <pc:docMk/>
          <pc:sldMk cId="3646282124" sldId="260"/>
        </pc:sldMkLst>
        <pc:grpChg chg="del mod">
          <ac:chgData name="O'Connor, Jacqueline Antonia" userId="3b9bfa0c-75a1-427e-ae61-7069a76100c3" providerId="ADAL" clId="{AA033F13-DCB0-421A-8B4F-92B7EF743B5B}" dt="2023-08-09T15:55:26.404" v="68"/>
          <ac:grpSpMkLst>
            <pc:docMk/>
            <pc:sldMk cId="3646282124" sldId="260"/>
            <ac:grpSpMk id="17" creationId="{CF5E6BAC-F6BD-AA2B-AE4A-3164BBFDB575}"/>
          </ac:grpSpMkLst>
        </pc:grpChg>
        <pc:grpChg chg="del mod">
          <ac:chgData name="O'Connor, Jacqueline Antonia" userId="3b9bfa0c-75a1-427e-ae61-7069a76100c3" providerId="ADAL" clId="{AA033F13-DCB0-421A-8B4F-92B7EF743B5B}" dt="2023-08-09T15:55:39.952" v="90"/>
          <ac:grpSpMkLst>
            <pc:docMk/>
            <pc:sldMk cId="3646282124" sldId="260"/>
            <ac:grpSpMk id="33" creationId="{26247583-861B-7DD0-57B4-ECBD4760F919}"/>
          </ac:grpSpMkLst>
        </pc:grpChg>
        <pc:grpChg chg="del mod">
          <ac:chgData name="O'Connor, Jacqueline Antonia" userId="3b9bfa0c-75a1-427e-ae61-7069a76100c3" providerId="ADAL" clId="{AA033F13-DCB0-421A-8B4F-92B7EF743B5B}" dt="2023-08-09T15:55:08.761" v="38"/>
          <ac:grpSpMkLst>
            <pc:docMk/>
            <pc:sldMk cId="3646282124" sldId="260"/>
            <ac:grpSpMk id="36" creationId="{06DB3660-3D0E-4856-DEAF-52454FF5BE3D}"/>
          </ac:grpSpMkLst>
        </pc:grpChg>
        <pc:grpChg chg="del mod">
          <ac:chgData name="O'Connor, Jacqueline Antonia" userId="3b9bfa0c-75a1-427e-ae61-7069a76100c3" providerId="ADAL" clId="{AA033F13-DCB0-421A-8B4F-92B7EF743B5B}" dt="2023-08-09T15:55:16.686" v="47"/>
          <ac:grpSpMkLst>
            <pc:docMk/>
            <pc:sldMk cId="3646282124" sldId="260"/>
            <ac:grpSpMk id="40" creationId="{25E2338D-3303-27FC-6E88-508B90B4376F}"/>
          </ac:grpSpMkLst>
        </pc:grpChg>
        <pc:grpChg chg="del mod">
          <ac:chgData name="O'Connor, Jacqueline Antonia" userId="3b9bfa0c-75a1-427e-ae61-7069a76100c3" providerId="ADAL" clId="{AA033F13-DCB0-421A-8B4F-92B7EF743B5B}" dt="2023-08-09T15:55:18.672" v="51"/>
          <ac:grpSpMkLst>
            <pc:docMk/>
            <pc:sldMk cId="3646282124" sldId="260"/>
            <ac:grpSpMk id="49" creationId="{3DDBB52C-FA3F-BF8C-3812-A3EC8C2C2C6B}"/>
          </ac:grpSpMkLst>
        </pc:grpChg>
        <pc:grpChg chg="del mod">
          <ac:chgData name="O'Connor, Jacqueline Antonia" userId="3b9bfa0c-75a1-427e-ae61-7069a76100c3" providerId="ADAL" clId="{AA033F13-DCB0-421A-8B4F-92B7EF743B5B}" dt="2023-08-09T15:55:20.544" v="54"/>
          <ac:grpSpMkLst>
            <pc:docMk/>
            <pc:sldMk cId="3646282124" sldId="260"/>
            <ac:grpSpMk id="53" creationId="{F45AE304-B0A1-EB15-84CF-4FC5B0D642D9}"/>
          </ac:grpSpMkLst>
        </pc:grpChg>
        <pc:grpChg chg="del mod">
          <ac:chgData name="O'Connor, Jacqueline Antonia" userId="3b9bfa0c-75a1-427e-ae61-7069a76100c3" providerId="ADAL" clId="{AA033F13-DCB0-421A-8B4F-92B7EF743B5B}" dt="2023-08-09T15:55:22.444" v="57"/>
          <ac:grpSpMkLst>
            <pc:docMk/>
            <pc:sldMk cId="3646282124" sldId="260"/>
            <ac:grpSpMk id="56" creationId="{5757D5A0-E1A6-AE6E-067A-4D0F70DFCFCD}"/>
          </ac:grpSpMkLst>
        </pc:grpChg>
        <pc:grpChg chg="del mod">
          <ac:chgData name="O'Connor, Jacqueline Antonia" userId="3b9bfa0c-75a1-427e-ae61-7069a76100c3" providerId="ADAL" clId="{AA033F13-DCB0-421A-8B4F-92B7EF743B5B}" dt="2023-08-09T15:55:26.404" v="68"/>
          <ac:grpSpMkLst>
            <pc:docMk/>
            <pc:sldMk cId="3646282124" sldId="260"/>
            <ac:grpSpMk id="59" creationId="{C4F71F1B-4BBE-E211-34A6-D580AC9ED491}"/>
          </ac:grpSpMkLst>
        </pc:grpChg>
        <pc:grpChg chg="del mod">
          <ac:chgData name="O'Connor, Jacqueline Antonia" userId="3b9bfa0c-75a1-427e-ae61-7069a76100c3" providerId="ADAL" clId="{AA033F13-DCB0-421A-8B4F-92B7EF743B5B}" dt="2023-08-09T15:55:28.856" v="72"/>
          <ac:grpSpMkLst>
            <pc:docMk/>
            <pc:sldMk cId="3646282124" sldId="260"/>
            <ac:grpSpMk id="70" creationId="{253CA240-21A8-F3B8-5D42-44FD6C380D8F}"/>
          </ac:grpSpMkLst>
        </pc:grpChg>
        <pc:grpChg chg="del mod">
          <ac:chgData name="O'Connor, Jacqueline Antonia" userId="3b9bfa0c-75a1-427e-ae61-7069a76100c3" providerId="ADAL" clId="{AA033F13-DCB0-421A-8B4F-92B7EF743B5B}" dt="2023-08-09T15:55:30.242" v="74"/>
          <ac:grpSpMkLst>
            <pc:docMk/>
            <pc:sldMk cId="3646282124" sldId="260"/>
            <ac:grpSpMk id="74" creationId="{3A1F75AB-EB06-04E1-E35E-7355CF73CEC4}"/>
          </ac:grpSpMkLst>
        </pc:grpChg>
        <pc:grpChg chg="del mod">
          <ac:chgData name="O'Connor, Jacqueline Antonia" userId="3b9bfa0c-75a1-427e-ae61-7069a76100c3" providerId="ADAL" clId="{AA033F13-DCB0-421A-8B4F-92B7EF743B5B}" dt="2023-08-09T15:55:39.952" v="90"/>
          <ac:grpSpMkLst>
            <pc:docMk/>
            <pc:sldMk cId="3646282124" sldId="260"/>
            <ac:grpSpMk id="76" creationId="{1DB7C225-38D7-8051-1E27-0726F340E4D7}"/>
          </ac:grpSpMkLst>
        </pc:grpChg>
        <pc:grpChg chg="del mod">
          <ac:chgData name="O'Connor, Jacqueline Antonia" userId="3b9bfa0c-75a1-427e-ae61-7069a76100c3" providerId="ADAL" clId="{AA033F13-DCB0-421A-8B4F-92B7EF743B5B}" dt="2023-08-09T15:55:39.952" v="90"/>
          <ac:grpSpMkLst>
            <pc:docMk/>
            <pc:sldMk cId="3646282124" sldId="260"/>
            <ac:grpSpMk id="89" creationId="{BE96062B-AD77-27D7-DEA2-2D7B01FAC5A5}"/>
          </ac:grpSpMkLst>
        </pc:grpChg>
        <pc:grpChg chg="del mod">
          <ac:chgData name="O'Connor, Jacqueline Antonia" userId="3b9bfa0c-75a1-427e-ae61-7069a76100c3" providerId="ADAL" clId="{AA033F13-DCB0-421A-8B4F-92B7EF743B5B}" dt="2023-08-09T15:55:44.378" v="97"/>
          <ac:grpSpMkLst>
            <pc:docMk/>
            <pc:sldMk cId="3646282124" sldId="260"/>
            <ac:grpSpMk id="92" creationId="{669C6818-0E1B-6C86-853B-CEDEC835A8F5}"/>
          </ac:grpSpMkLst>
        </pc:grpChg>
        <pc:grpChg chg="del mod">
          <ac:chgData name="O'Connor, Jacqueline Antonia" userId="3b9bfa0c-75a1-427e-ae61-7069a76100c3" providerId="ADAL" clId="{AA033F13-DCB0-421A-8B4F-92B7EF743B5B}" dt="2023-08-09T15:55:44.378" v="97"/>
          <ac:grpSpMkLst>
            <pc:docMk/>
            <pc:sldMk cId="3646282124" sldId="260"/>
            <ac:grpSpMk id="99" creationId="{DEE50F22-E661-10EA-15CE-C8D09C0C3579}"/>
          </ac:grpSpMkLst>
        </pc:grpChg>
        <pc:grpChg chg="del mod">
          <ac:chgData name="O'Connor, Jacqueline Antonia" userId="3b9bfa0c-75a1-427e-ae61-7069a76100c3" providerId="ADAL" clId="{AA033F13-DCB0-421A-8B4F-92B7EF743B5B}" dt="2023-08-09T15:56:25.574" v="110"/>
          <ac:grpSpMkLst>
            <pc:docMk/>
            <pc:sldMk cId="3646282124" sldId="260"/>
            <ac:grpSpMk id="100" creationId="{8AAE73FF-993F-53F2-93E3-9153CCAA1C79}"/>
          </ac:grpSpMkLst>
        </pc:grpChg>
        <pc:grpChg chg="del mod">
          <ac:chgData name="O'Connor, Jacqueline Antonia" userId="3b9bfa0c-75a1-427e-ae61-7069a76100c3" providerId="ADAL" clId="{AA033F13-DCB0-421A-8B4F-92B7EF743B5B}" dt="2023-08-09T15:57:15.001" v="113"/>
          <ac:grpSpMkLst>
            <pc:docMk/>
            <pc:sldMk cId="3646282124" sldId="260"/>
            <ac:grpSpMk id="113" creationId="{DAFB5C86-E2FA-CDF0-D098-0626AC3AEC65}"/>
          </ac:grpSpMkLst>
        </pc:grpChg>
        <pc:grpChg chg="mod">
          <ac:chgData name="O'Connor, Jacqueline Antonia" userId="3b9bfa0c-75a1-427e-ae61-7069a76100c3" providerId="ADAL" clId="{AA033F13-DCB0-421A-8B4F-92B7EF743B5B}" dt="2023-08-09T15:57:15.001" v="113"/>
          <ac:grpSpMkLst>
            <pc:docMk/>
            <pc:sldMk cId="3646282124" sldId="260"/>
            <ac:grpSpMk id="116" creationId="{940551AB-AFE5-5FC1-DD7E-64ECA0B70DF0}"/>
          </ac:grpSpMkLst>
        </pc:grpChg>
        <pc:grpChg chg="mod">
          <ac:chgData name="O'Connor, Jacqueline Antonia" userId="3b9bfa0c-75a1-427e-ae61-7069a76100c3" providerId="ADAL" clId="{AA033F13-DCB0-421A-8B4F-92B7EF743B5B}" dt="2023-08-09T15:57:23.074" v="123"/>
          <ac:grpSpMkLst>
            <pc:docMk/>
            <pc:sldMk cId="3646282124" sldId="260"/>
            <ac:grpSpMk id="126" creationId="{12294312-1220-FB5F-9BB7-DE5FC2CB6F6A}"/>
          </ac:grpSpMkLst>
        </pc:grpChg>
        <pc:grpChg chg="del mod">
          <ac:chgData name="O'Connor, Jacqueline Antonia" userId="3b9bfa0c-75a1-427e-ae61-7069a76100c3" providerId="ADAL" clId="{AA033F13-DCB0-421A-8B4F-92B7EF743B5B}" dt="2023-08-09T15:57:43.384" v="150"/>
          <ac:grpSpMkLst>
            <pc:docMk/>
            <pc:sldMk cId="3646282124" sldId="260"/>
            <ac:grpSpMk id="147" creationId="{54E3E00E-422E-8957-F04A-8C22DA9336E1}"/>
          </ac:grpSpMkLst>
        </pc:grpChg>
        <pc:grpChg chg="del mod">
          <ac:chgData name="O'Connor, Jacqueline Antonia" userId="3b9bfa0c-75a1-427e-ae61-7069a76100c3" providerId="ADAL" clId="{AA033F13-DCB0-421A-8B4F-92B7EF743B5B}" dt="2023-08-09T15:57:46.972" v="157"/>
          <ac:grpSpMkLst>
            <pc:docMk/>
            <pc:sldMk cId="3646282124" sldId="260"/>
            <ac:grpSpMk id="153" creationId="{9DDAA7B8-3ACA-CCFC-5165-09B2D2B8C536}"/>
          </ac:grpSpMkLst>
        </pc:grpChg>
        <pc:grpChg chg="mod">
          <ac:chgData name="O'Connor, Jacqueline Antonia" userId="3b9bfa0c-75a1-427e-ae61-7069a76100c3" providerId="ADAL" clId="{AA033F13-DCB0-421A-8B4F-92B7EF743B5B}" dt="2023-08-09T15:57:46.972" v="157"/>
          <ac:grpSpMkLst>
            <pc:docMk/>
            <pc:sldMk cId="3646282124" sldId="260"/>
            <ac:grpSpMk id="160" creationId="{CF6C5FB3-E520-05A7-EE38-648FA6562B6D}"/>
          </ac:grpSpMkLst>
        </pc:grpChg>
        <pc:grpChg chg="mod">
          <ac:chgData name="O'Connor, Jacqueline Antonia" userId="3b9bfa0c-75a1-427e-ae61-7069a76100c3" providerId="ADAL" clId="{AA033F13-DCB0-421A-8B4F-92B7EF743B5B}" dt="2023-08-09T15:57:49.673" v="160"/>
          <ac:grpSpMkLst>
            <pc:docMk/>
            <pc:sldMk cId="3646282124" sldId="260"/>
            <ac:grpSpMk id="163" creationId="{C258EDB4-0066-A438-C8EB-3E82651292D8}"/>
          </ac:grpSpMkLst>
        </pc:grpChg>
        <pc:grpChg chg="mod">
          <ac:chgData name="O'Connor, Jacqueline Antonia" userId="3b9bfa0c-75a1-427e-ae61-7069a76100c3" providerId="ADAL" clId="{AA033F13-DCB0-421A-8B4F-92B7EF743B5B}" dt="2023-08-09T15:57:53.020" v="167"/>
          <ac:grpSpMkLst>
            <pc:docMk/>
            <pc:sldMk cId="3646282124" sldId="260"/>
            <ac:grpSpMk id="170" creationId="{89BC02EB-4B82-0E11-9478-BFE8C24820EA}"/>
          </ac:grpSpMkLst>
        </pc:grp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" creationId="{34D520A7-5B90-87DE-C486-603363D58EF7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3" creationId="{B4A7B095-E2D0-060C-68C0-66C48C01461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4" creationId="{1285E37C-48BF-2CC8-50F8-372F176B008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5" creationId="{EB9E31E8-CED0-56F8-BEC3-22257CD6B874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" creationId="{8B5D0B09-0082-FCCA-4D94-D36DF482751E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7" creationId="{21720F6F-FF8E-D520-4861-8D42C0387F05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" creationId="{A934D0DE-E40C-7586-8C86-7AE3B1244358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9" creationId="{ECF5E7D0-E4AC-741D-2EAB-5A9745E32086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" creationId="{6D7207B0-0A00-B6EF-CBBA-7E85E3E7A8F8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1" creationId="{EECFD100-D147-1EE5-EC0A-BFE10F79AA85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2" creationId="{F02BB790-4F53-F37A-8049-AF7705AA256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3" creationId="{3DB12CF6-8E66-450A-2E08-0BB0F1245E3E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4" creationId="{95058AB3-7123-47C8-FA13-9DA706DD41AD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5" creationId="{F5A551AB-CB24-2A7F-797C-4B6D667EF07F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6" creationId="{5BB8605F-D96A-0659-8585-8F8794CFD5DD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8" creationId="{85E5A07A-DF1B-7D7D-B6CA-DA517EE482F8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9" creationId="{1E6F0C17-9A74-17A5-AF74-D13D44E985C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0" creationId="{7AF8602E-2FA3-25D1-C216-AF641A74380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1" creationId="{25C4E704-2482-4790-A325-BE17C1565A60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2" creationId="{5561FE80-1A90-308F-BFE3-090F444C51C7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3" creationId="{3B24F789-D368-B936-6215-F660D12B88EA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4" creationId="{8033F782-6569-CD89-0E91-7399CF5E1D08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5" creationId="{94D17B29-7477-2027-98D5-58FF44F33782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6" creationId="{0C56F9F5-B6E8-A390-B27D-53D3BAA8327E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7" creationId="{F375193F-87ED-4BF5-6B87-78A51BBA3B2E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8" creationId="{48C1FB58-6626-E792-8C6B-04D18EA7B6C4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29" creationId="{A4D6AF9C-0C25-7BE1-FA8A-C842028651C0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30" creationId="{E8DD3514-40E1-4FBB-43B9-AFB67B34F834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31" creationId="{D40673FB-0E3F-178D-E54C-C0CFB80F4746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32" creationId="{745F97C7-9740-856D-94F0-A12452D73AE8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34" creationId="{1E16156D-289D-6EE9-4612-24FD4D82984D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35" creationId="{D4B3DFCB-2550-6447-D583-D1560849CC75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37" creationId="{DAD9844C-8436-3851-82AA-BAFFE335939D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38" creationId="{991C0D9E-97AC-C21F-565A-1CCD0D4F3130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39" creationId="{5B6EF607-D05F-DAA2-5FB6-5809E427A938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41" creationId="{A0BAD054-C0AB-C8FC-48E3-BDE60106C8B5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42" creationId="{30D31B4D-8826-A277-1A83-EF97AF6615E0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43" creationId="{88431FD7-0FC1-8A2C-F4A3-C643611468D7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44" creationId="{13EDED7F-6DF5-6673-3A31-8B826EB16C8E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45" creationId="{0473A0E5-BB69-5428-9013-C7775D4D77F3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46" creationId="{7FF8AD84-E317-0A6C-8DBA-AC7BEB8FD295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47" creationId="{612CD108-C2F7-3051-EA1A-304331F323B5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48" creationId="{75D7E309-AB4D-1D01-0E5E-1B7F5F615BE5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50" creationId="{E5DBA019-A26C-E993-0D79-E8B847676A9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51" creationId="{FC71976A-D79E-9D2E-7D2A-BD736D48F7B6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52" creationId="{9F0BC6BD-6F23-817E-49D2-5A4D8509066D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54" creationId="{3C463F44-8451-064A-E04D-DAC2DF7EF4D1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55" creationId="{2C32AD8B-2764-B4D5-63AF-A69F8F8D3AA9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57" creationId="{14DD974E-5A3F-2009-EE6B-2DD187885A7B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58" creationId="{C9565CA3-DB53-A219-8466-613CF0709998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0" creationId="{8DEE8348-E090-4452-9C95-33461A149E9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1" creationId="{7CAF5601-663E-6E30-DA56-A064B9110229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2" creationId="{76840AEF-D125-90BD-C20B-065D33C1E993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3" creationId="{953D5434-6CD3-840D-DA14-6F9024EA2246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4" creationId="{95292363-9D80-8C7C-4E8F-DADA3CC1FE4B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5" creationId="{A88BB236-2BBF-F628-212A-631095E3FBC7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6" creationId="{130A4ABE-6E97-C968-2813-83909A1E043A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7" creationId="{BF3926F8-8677-D205-2966-1DF9DC8D451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8" creationId="{28293EC1-F0B7-C137-5447-AAF0D9072893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69" creationId="{BEFE212B-E01E-B87F-1B3A-A08028561079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71" creationId="{4BB2A595-08FE-15E5-C39A-B5CB5C1E1141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72" creationId="{5AAB0AF7-3638-79D9-808C-4B295B8D5931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73" creationId="{9D423815-008C-DFB3-DC29-B35E13443F67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75" creationId="{249D3C62-1D8D-2747-0390-570C59D22463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77" creationId="{EE06F6FB-16CF-4E2D-9708-B1DBB1E04EE4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78" creationId="{305C023E-7B86-CA52-E19F-67852BDB2D33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79" creationId="{E1C6DA27-64EE-FB80-6B57-6E0C1A0868C3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0" creationId="{6CB17634-E996-2432-CB15-3284069E015B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1" creationId="{0DA96656-C02B-0F89-7C83-CF9DF8FC51CF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2" creationId="{B069A6C6-6C1F-08BB-4F45-FDA395BEC04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3" creationId="{0793845A-72DD-0C8F-CD78-ECFC3155F284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4" creationId="{B188B618-62E6-0BE7-193B-F730DDEE7AFD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5" creationId="{82515B9A-483E-7C89-1CE9-A5EF9DE9E909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6" creationId="{72A90656-35A4-8EF0-8981-081EC11E6DA3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7" creationId="{D3536E49-980A-AE45-6DA7-D97D42BC8296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88" creationId="{CF77FF36-4A31-0D12-45F3-0A458D251B9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90" creationId="{0DD5C478-7FF6-BD0D-1BA5-A1A744265F7E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91" creationId="{6D3A983A-6500-7767-9AB3-308E6A23BF6A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93" creationId="{76526F10-A4C6-7E62-D81C-0D9F23B9C07F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94" creationId="{4CE8D17A-E11A-3D24-69DE-954EAFBCC82E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95" creationId="{1B330FB6-B365-FB5C-81B5-12EA0F21E87B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96" creationId="{4A66494F-75E6-4B99-473A-365A8DEB06C0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97" creationId="{5ED4F076-12D4-16FA-DC19-656B3073C093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98" creationId="{7A913C0C-86FB-EAD3-BE64-FE627AB5B939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1" creationId="{B0F75104-D993-83A8-1A2C-1CEC4BFB429B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2" creationId="{03A4A40E-9A54-4417-D927-21ACA90DAC0F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3" creationId="{FD861FC2-04EF-EA90-95DF-11F0BBFF3B2F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4" creationId="{997EB4BD-6DAA-7ED3-F6FE-BE70CA91D87B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5" creationId="{4CC49D44-7C62-84C1-0D50-A9810A2D521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6" creationId="{99766DE2-12BA-9738-3407-3DC5B269CAC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7" creationId="{3DAA3DCB-0768-A08B-6577-EB0E1953C2E3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8" creationId="{13B6DCDB-A6ED-2603-9360-8B3B89391BAC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09" creationId="{0C55C26C-32A1-29F0-5A0E-546EEF7F4CFB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10" creationId="{9B69A9DD-50A6-8E1E-718A-573DF9887AE8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11" creationId="{BE1B08F2-1A39-3D0F-471D-FEC7811D785B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12" creationId="{41DBD1CC-8BE1-405A-66B9-440DCCBB7307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14" creationId="{1101A07D-725A-54FA-CC80-80E481415CA4}"/>
          </ac:inkMkLst>
        </pc:inkChg>
        <pc:inkChg chg="add mod">
          <ac:chgData name="O'Connor, Jacqueline Antonia" userId="3b9bfa0c-75a1-427e-ae61-7069a76100c3" providerId="ADAL" clId="{AA033F13-DCB0-421A-8B4F-92B7EF743B5B}" dt="2023-08-09T15:57:15.001" v="113"/>
          <ac:inkMkLst>
            <pc:docMk/>
            <pc:sldMk cId="3646282124" sldId="260"/>
            <ac:inkMk id="115" creationId="{9100B818-DBE6-C465-FD71-9D5226FAACE1}"/>
          </ac:inkMkLst>
        </pc:inkChg>
        <pc:inkChg chg="add mod">
          <ac:chgData name="O'Connor, Jacqueline Antonia" userId="3b9bfa0c-75a1-427e-ae61-7069a76100c3" providerId="ADAL" clId="{AA033F13-DCB0-421A-8B4F-92B7EF743B5B}" dt="2023-08-09T15:57:23.074" v="123"/>
          <ac:inkMkLst>
            <pc:docMk/>
            <pc:sldMk cId="3646282124" sldId="260"/>
            <ac:inkMk id="117" creationId="{5BF97EAC-5301-36C2-7C32-07A5AEED4ACE}"/>
          </ac:inkMkLst>
        </pc:inkChg>
        <pc:inkChg chg="add mod">
          <ac:chgData name="O'Connor, Jacqueline Antonia" userId="3b9bfa0c-75a1-427e-ae61-7069a76100c3" providerId="ADAL" clId="{AA033F13-DCB0-421A-8B4F-92B7EF743B5B}" dt="2023-08-09T15:57:23.074" v="123"/>
          <ac:inkMkLst>
            <pc:docMk/>
            <pc:sldMk cId="3646282124" sldId="260"/>
            <ac:inkMk id="118" creationId="{C9CAE319-16A4-17E9-A1BE-212A7599778A}"/>
          </ac:inkMkLst>
        </pc:inkChg>
        <pc:inkChg chg="add mod">
          <ac:chgData name="O'Connor, Jacqueline Antonia" userId="3b9bfa0c-75a1-427e-ae61-7069a76100c3" providerId="ADAL" clId="{AA033F13-DCB0-421A-8B4F-92B7EF743B5B}" dt="2023-08-09T15:57:23.074" v="123"/>
          <ac:inkMkLst>
            <pc:docMk/>
            <pc:sldMk cId="3646282124" sldId="260"/>
            <ac:inkMk id="119" creationId="{2D8FC4E5-06A5-90CD-6B29-8A69B6D210A7}"/>
          </ac:inkMkLst>
        </pc:inkChg>
        <pc:inkChg chg="add mod">
          <ac:chgData name="O'Connor, Jacqueline Antonia" userId="3b9bfa0c-75a1-427e-ae61-7069a76100c3" providerId="ADAL" clId="{AA033F13-DCB0-421A-8B4F-92B7EF743B5B}" dt="2023-08-09T15:57:23.074" v="123"/>
          <ac:inkMkLst>
            <pc:docMk/>
            <pc:sldMk cId="3646282124" sldId="260"/>
            <ac:inkMk id="120" creationId="{610DF728-D9BC-9DC3-015E-1E15727F7108}"/>
          </ac:inkMkLst>
        </pc:inkChg>
        <pc:inkChg chg="add mod">
          <ac:chgData name="O'Connor, Jacqueline Antonia" userId="3b9bfa0c-75a1-427e-ae61-7069a76100c3" providerId="ADAL" clId="{AA033F13-DCB0-421A-8B4F-92B7EF743B5B}" dt="2023-08-09T15:57:23.074" v="123"/>
          <ac:inkMkLst>
            <pc:docMk/>
            <pc:sldMk cId="3646282124" sldId="260"/>
            <ac:inkMk id="121" creationId="{D268A174-5724-CEF2-1B75-1998BB30E919}"/>
          </ac:inkMkLst>
        </pc:inkChg>
        <pc:inkChg chg="add mod">
          <ac:chgData name="O'Connor, Jacqueline Antonia" userId="3b9bfa0c-75a1-427e-ae61-7069a76100c3" providerId="ADAL" clId="{AA033F13-DCB0-421A-8B4F-92B7EF743B5B}" dt="2023-08-09T15:57:23.074" v="123"/>
          <ac:inkMkLst>
            <pc:docMk/>
            <pc:sldMk cId="3646282124" sldId="260"/>
            <ac:inkMk id="122" creationId="{770EC8A6-D6D3-A379-D767-3580B3B2A8CB}"/>
          </ac:inkMkLst>
        </pc:inkChg>
        <pc:inkChg chg="add">
          <ac:chgData name="O'Connor, Jacqueline Antonia" userId="3b9bfa0c-75a1-427e-ae61-7069a76100c3" providerId="ADAL" clId="{AA033F13-DCB0-421A-8B4F-92B7EF743B5B}" dt="2023-08-09T15:57:21.602" v="120" actId="9405"/>
          <ac:inkMkLst>
            <pc:docMk/>
            <pc:sldMk cId="3646282124" sldId="260"/>
            <ac:inkMk id="123" creationId="{37A12205-5E26-E2BE-3196-C6356F5777F2}"/>
          </ac:inkMkLst>
        </pc:inkChg>
        <pc:inkChg chg="add mod">
          <ac:chgData name="O'Connor, Jacqueline Antonia" userId="3b9bfa0c-75a1-427e-ae61-7069a76100c3" providerId="ADAL" clId="{AA033F13-DCB0-421A-8B4F-92B7EF743B5B}" dt="2023-08-09T15:57:23.074" v="123"/>
          <ac:inkMkLst>
            <pc:docMk/>
            <pc:sldMk cId="3646282124" sldId="260"/>
            <ac:inkMk id="124" creationId="{C56C1660-AC55-B587-EE23-A66012FD61CE}"/>
          </ac:inkMkLst>
        </pc:inkChg>
        <pc:inkChg chg="add mod">
          <ac:chgData name="O'Connor, Jacqueline Antonia" userId="3b9bfa0c-75a1-427e-ae61-7069a76100c3" providerId="ADAL" clId="{AA033F13-DCB0-421A-8B4F-92B7EF743B5B}" dt="2023-08-09T15:57:23.074" v="123"/>
          <ac:inkMkLst>
            <pc:docMk/>
            <pc:sldMk cId="3646282124" sldId="260"/>
            <ac:inkMk id="125" creationId="{0D8B0003-1CC2-5714-8294-D7F73F2D8AC6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27" creationId="{0A54B9E6-C714-C58C-C1B2-CD1BFD00D96A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28" creationId="{85F63ADC-63CF-3262-4999-377DD816B4CF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29" creationId="{E90DD899-4BE7-657F-8AE7-E78DDA22F873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0" creationId="{889FBF84-CA5C-FCF9-DCCB-BC4B1EC2B443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1" creationId="{BAE71479-4D45-5B88-7673-9DE250425022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2" creationId="{DFEAA1DB-16DA-0140-C097-819966C1FD9C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3" creationId="{B7B6FCAE-7843-DC1D-A42B-28D756C1E2B9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4" creationId="{2687AA06-4CC1-EDB9-FD00-66014A96B57E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5" creationId="{263B3CC0-2618-121E-5CEE-CE954F5AEE9E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6" creationId="{264351B5-E238-9606-4250-DE7CDDE76395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7" creationId="{91907309-B7C5-791C-3B0E-EFE58F09EC9F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8" creationId="{47FE868A-F2E6-6139-88DC-DBA7DA0AD4BB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39" creationId="{A6BC5767-18C2-EBD7-305A-464E7DFCF6CD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40" creationId="{CE84A40E-097C-3733-F2FE-B90E857548F7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41" creationId="{5BFC98B1-F202-627C-4CC5-38E012550B59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42" creationId="{09DD8C26-D281-4C6D-C5FF-B09DEFF701B6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43" creationId="{F23C9FE4-D1F6-2DE9-C193-E8C803DD9A0E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44" creationId="{D14DCEA0-7803-ADCD-256E-B286F4EE9E73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45" creationId="{4BA62C4C-3AC0-3E83-4C10-A18930318C25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46" creationId="{C29EB9B2-2836-F3D9-DB12-2EFF807CAF76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48" creationId="{1853CCDD-752F-A8FD-B06E-667D1FB30871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49" creationId="{17007585-ED3C-7B9F-909C-5C7C6DC9D9C7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50" creationId="{6A89878E-45A3-BC2D-A68C-211AB8D3582A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51" creationId="{31BF504C-E96A-41D1-38A8-3E3615788386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52" creationId="{F3E7AEF1-B1B2-8856-897C-12B4543F1177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54" creationId="{41A28463-0245-B51E-34BD-27F8BDC8F4AF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55" creationId="{A38041FB-0D08-57D2-4923-5490EACB4493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56" creationId="{4D938067-DD1F-DA54-29F2-3911E5AFC253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57" creationId="{B196E7A0-4DA3-6421-7B65-242D65A76A4C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58" creationId="{ACF382BE-0287-2D58-DBC3-6D6B9F91E8B6}"/>
          </ac:inkMkLst>
        </pc:inkChg>
        <pc:inkChg chg="add mod">
          <ac:chgData name="O'Connor, Jacqueline Antonia" userId="3b9bfa0c-75a1-427e-ae61-7069a76100c3" providerId="ADAL" clId="{AA033F13-DCB0-421A-8B4F-92B7EF743B5B}" dt="2023-08-09T15:57:46.972" v="157"/>
          <ac:inkMkLst>
            <pc:docMk/>
            <pc:sldMk cId="3646282124" sldId="260"/>
            <ac:inkMk id="159" creationId="{336E682D-83AC-87F2-6ACF-6BD139226EDE}"/>
          </ac:inkMkLst>
        </pc:inkChg>
        <pc:inkChg chg="add mod">
          <ac:chgData name="O'Connor, Jacqueline Antonia" userId="3b9bfa0c-75a1-427e-ae61-7069a76100c3" providerId="ADAL" clId="{AA033F13-DCB0-421A-8B4F-92B7EF743B5B}" dt="2023-08-09T15:57:49.673" v="160"/>
          <ac:inkMkLst>
            <pc:docMk/>
            <pc:sldMk cId="3646282124" sldId="260"/>
            <ac:inkMk id="161" creationId="{844D1876-8EA2-8172-F972-9F6214E99F9F}"/>
          </ac:inkMkLst>
        </pc:inkChg>
        <pc:inkChg chg="add mod">
          <ac:chgData name="O'Connor, Jacqueline Antonia" userId="3b9bfa0c-75a1-427e-ae61-7069a76100c3" providerId="ADAL" clId="{AA033F13-DCB0-421A-8B4F-92B7EF743B5B}" dt="2023-08-09T15:57:49.673" v="160"/>
          <ac:inkMkLst>
            <pc:docMk/>
            <pc:sldMk cId="3646282124" sldId="260"/>
            <ac:inkMk id="162" creationId="{611F86D5-041C-C4D8-0023-1C3F9E7B3383}"/>
          </ac:inkMkLst>
        </pc:inkChg>
        <pc:inkChg chg="add mod">
          <ac:chgData name="O'Connor, Jacqueline Antonia" userId="3b9bfa0c-75a1-427e-ae61-7069a76100c3" providerId="ADAL" clId="{AA033F13-DCB0-421A-8B4F-92B7EF743B5B}" dt="2023-08-09T15:57:53.020" v="167"/>
          <ac:inkMkLst>
            <pc:docMk/>
            <pc:sldMk cId="3646282124" sldId="260"/>
            <ac:inkMk id="164" creationId="{AF2A9D7C-42DA-30A2-A63F-5CBBE42F2D8C}"/>
          </ac:inkMkLst>
        </pc:inkChg>
        <pc:inkChg chg="add mod">
          <ac:chgData name="O'Connor, Jacqueline Antonia" userId="3b9bfa0c-75a1-427e-ae61-7069a76100c3" providerId="ADAL" clId="{AA033F13-DCB0-421A-8B4F-92B7EF743B5B}" dt="2023-08-09T15:57:53.020" v="167"/>
          <ac:inkMkLst>
            <pc:docMk/>
            <pc:sldMk cId="3646282124" sldId="260"/>
            <ac:inkMk id="165" creationId="{1067D341-5234-B216-455C-BB17237B149D}"/>
          </ac:inkMkLst>
        </pc:inkChg>
        <pc:inkChg chg="add mod">
          <ac:chgData name="O'Connor, Jacqueline Antonia" userId="3b9bfa0c-75a1-427e-ae61-7069a76100c3" providerId="ADAL" clId="{AA033F13-DCB0-421A-8B4F-92B7EF743B5B}" dt="2023-08-09T15:57:53.020" v="167"/>
          <ac:inkMkLst>
            <pc:docMk/>
            <pc:sldMk cId="3646282124" sldId="260"/>
            <ac:inkMk id="166" creationId="{4D037501-CCDD-28C1-7780-5251FF7E8FAC}"/>
          </ac:inkMkLst>
        </pc:inkChg>
        <pc:inkChg chg="add mod">
          <ac:chgData name="O'Connor, Jacqueline Antonia" userId="3b9bfa0c-75a1-427e-ae61-7069a76100c3" providerId="ADAL" clId="{AA033F13-DCB0-421A-8B4F-92B7EF743B5B}" dt="2023-08-09T15:57:53.020" v="167"/>
          <ac:inkMkLst>
            <pc:docMk/>
            <pc:sldMk cId="3646282124" sldId="260"/>
            <ac:inkMk id="167" creationId="{49220251-A4E7-C521-E158-324580D486D7}"/>
          </ac:inkMkLst>
        </pc:inkChg>
        <pc:inkChg chg="add mod">
          <ac:chgData name="O'Connor, Jacqueline Antonia" userId="3b9bfa0c-75a1-427e-ae61-7069a76100c3" providerId="ADAL" clId="{AA033F13-DCB0-421A-8B4F-92B7EF743B5B}" dt="2023-08-09T15:57:53.020" v="167"/>
          <ac:inkMkLst>
            <pc:docMk/>
            <pc:sldMk cId="3646282124" sldId="260"/>
            <ac:inkMk id="168" creationId="{7DCDA390-9ECE-4F3E-2074-C0695B4C2805}"/>
          </ac:inkMkLst>
        </pc:inkChg>
        <pc:inkChg chg="add mod">
          <ac:chgData name="O'Connor, Jacqueline Antonia" userId="3b9bfa0c-75a1-427e-ae61-7069a76100c3" providerId="ADAL" clId="{AA033F13-DCB0-421A-8B4F-92B7EF743B5B}" dt="2023-08-09T15:57:53.020" v="167"/>
          <ac:inkMkLst>
            <pc:docMk/>
            <pc:sldMk cId="3646282124" sldId="260"/>
            <ac:inkMk id="169" creationId="{D93D77BC-E7C9-5902-00BC-5E8B8ED65B2E}"/>
          </ac:inkMkLst>
        </pc:inkChg>
      </pc:sldChg>
      <pc:sldChg chg="addSp delSp modSp mod">
        <pc:chgData name="O'Connor, Jacqueline Antonia" userId="3b9bfa0c-75a1-427e-ae61-7069a76100c3" providerId="ADAL" clId="{AA033F13-DCB0-421A-8B4F-92B7EF743B5B}" dt="2023-08-09T16:06:57.692" v="286"/>
        <pc:sldMkLst>
          <pc:docMk/>
          <pc:sldMk cId="1296459227" sldId="261"/>
        </pc:sldMkLst>
        <pc:grpChg chg="mod">
          <ac:chgData name="O'Connor, Jacqueline Antonia" userId="3b9bfa0c-75a1-427e-ae61-7069a76100c3" providerId="ADAL" clId="{AA033F13-DCB0-421A-8B4F-92B7EF743B5B}" dt="2023-08-09T16:04:01.102" v="182"/>
          <ac:grpSpMkLst>
            <pc:docMk/>
            <pc:sldMk cId="1296459227" sldId="261"/>
            <ac:grpSpMk id="16" creationId="{818512DE-2716-E537-ACB8-75BEB1DFC7FA}"/>
          </ac:grpSpMkLst>
        </pc:grpChg>
        <pc:grpChg chg="mod">
          <ac:chgData name="O'Connor, Jacqueline Antonia" userId="3b9bfa0c-75a1-427e-ae61-7069a76100c3" providerId="ADAL" clId="{AA033F13-DCB0-421A-8B4F-92B7EF743B5B}" dt="2023-08-09T16:04:16.022" v="196"/>
          <ac:grpSpMkLst>
            <pc:docMk/>
            <pc:sldMk cId="1296459227" sldId="261"/>
            <ac:grpSpMk id="30" creationId="{65CBDF0E-CA8B-34D4-90A2-7715A0072770}"/>
          </ac:grpSpMkLst>
        </pc:grpChg>
        <pc:grpChg chg="mod">
          <ac:chgData name="O'Connor, Jacqueline Antonia" userId="3b9bfa0c-75a1-427e-ae61-7069a76100c3" providerId="ADAL" clId="{AA033F13-DCB0-421A-8B4F-92B7EF743B5B}" dt="2023-08-09T16:04:16.022" v="196"/>
          <ac:grpSpMkLst>
            <pc:docMk/>
            <pc:sldMk cId="1296459227" sldId="261"/>
            <ac:grpSpMk id="31" creationId="{5A0088EF-2A31-FEC5-78FE-DF0EA923E195}"/>
          </ac:grpSpMkLst>
        </pc:grpChg>
        <pc:grpChg chg="mod">
          <ac:chgData name="O'Connor, Jacqueline Antonia" userId="3b9bfa0c-75a1-427e-ae61-7069a76100c3" providerId="ADAL" clId="{AA033F13-DCB0-421A-8B4F-92B7EF743B5B}" dt="2023-08-09T16:04:36.458" v="200"/>
          <ac:grpSpMkLst>
            <pc:docMk/>
            <pc:sldMk cId="1296459227" sldId="261"/>
            <ac:grpSpMk id="35" creationId="{B8166C9F-8789-C59E-8603-BE66C0EC8971}"/>
          </ac:grpSpMkLst>
        </pc:grpChg>
        <pc:grpChg chg="del mod">
          <ac:chgData name="O'Connor, Jacqueline Antonia" userId="3b9bfa0c-75a1-427e-ae61-7069a76100c3" providerId="ADAL" clId="{AA033F13-DCB0-421A-8B4F-92B7EF743B5B}" dt="2023-08-09T16:04:54.447" v="233"/>
          <ac:grpSpMkLst>
            <pc:docMk/>
            <pc:sldMk cId="1296459227" sldId="261"/>
            <ac:grpSpMk id="42" creationId="{985E9F64-0673-1564-73EF-0423D29BD32B}"/>
          </ac:grpSpMkLst>
        </pc:grpChg>
        <pc:grpChg chg="mod">
          <ac:chgData name="O'Connor, Jacqueline Antonia" userId="3b9bfa0c-75a1-427e-ae61-7069a76100c3" providerId="ADAL" clId="{AA033F13-DCB0-421A-8B4F-92B7EF743B5B}" dt="2023-08-09T16:04:54.447" v="233"/>
          <ac:grpSpMkLst>
            <pc:docMk/>
            <pc:sldMk cId="1296459227" sldId="261"/>
            <ac:grpSpMk id="66" creationId="{70CD3D5D-A14F-2797-9361-19AF84EE6179}"/>
          </ac:grpSpMkLst>
        </pc:grpChg>
        <pc:grpChg chg="mod">
          <ac:chgData name="O'Connor, Jacqueline Antonia" userId="3b9bfa0c-75a1-427e-ae61-7069a76100c3" providerId="ADAL" clId="{AA033F13-DCB0-421A-8B4F-92B7EF743B5B}" dt="2023-08-09T16:04:54.447" v="233"/>
          <ac:grpSpMkLst>
            <pc:docMk/>
            <pc:sldMk cId="1296459227" sldId="261"/>
            <ac:grpSpMk id="67" creationId="{8980627C-6A16-63A7-DDDB-5EBD66743A23}"/>
          </ac:grpSpMkLst>
        </pc:grpChg>
        <pc:grpChg chg="mod">
          <ac:chgData name="O'Connor, Jacqueline Antonia" userId="3b9bfa0c-75a1-427e-ae61-7069a76100c3" providerId="ADAL" clId="{AA033F13-DCB0-421A-8B4F-92B7EF743B5B}" dt="2023-08-09T16:04:54.447" v="233"/>
          <ac:grpSpMkLst>
            <pc:docMk/>
            <pc:sldMk cId="1296459227" sldId="261"/>
            <ac:grpSpMk id="68" creationId="{E29D46C7-37A9-D576-4C7C-539664CF0CCF}"/>
          </ac:grpSpMkLst>
        </pc:grpChg>
        <pc:grpChg chg="mod">
          <ac:chgData name="O'Connor, Jacqueline Antonia" userId="3b9bfa0c-75a1-427e-ae61-7069a76100c3" providerId="ADAL" clId="{AA033F13-DCB0-421A-8B4F-92B7EF743B5B}" dt="2023-08-09T16:04:54.447" v="233"/>
          <ac:grpSpMkLst>
            <pc:docMk/>
            <pc:sldMk cId="1296459227" sldId="261"/>
            <ac:grpSpMk id="69" creationId="{68B76152-D056-FDF5-C48F-B339EEE5114A}"/>
          </ac:grpSpMkLst>
        </pc:grpChg>
        <pc:grpChg chg="mod">
          <ac:chgData name="O'Connor, Jacqueline Antonia" userId="3b9bfa0c-75a1-427e-ae61-7069a76100c3" providerId="ADAL" clId="{AA033F13-DCB0-421A-8B4F-92B7EF743B5B}" dt="2023-08-09T16:04:54.447" v="233"/>
          <ac:grpSpMkLst>
            <pc:docMk/>
            <pc:sldMk cId="1296459227" sldId="261"/>
            <ac:grpSpMk id="70" creationId="{B4953356-CAAE-80CE-2D83-4EFE8809701C}"/>
          </ac:grpSpMkLst>
        </pc:grpChg>
        <pc:grpChg chg="del mod">
          <ac:chgData name="O'Connor, Jacqueline Antonia" userId="3b9bfa0c-75a1-427e-ae61-7069a76100c3" providerId="ADAL" clId="{AA033F13-DCB0-421A-8B4F-92B7EF743B5B}" dt="2023-08-09T16:06:27.308" v="248"/>
          <ac:grpSpMkLst>
            <pc:docMk/>
            <pc:sldMk cId="1296459227" sldId="261"/>
            <ac:grpSpMk id="78" creationId="{E4BBED39-A7AA-5BF1-1E58-4F70A3AB7218}"/>
          </ac:grpSpMkLst>
        </pc:grpChg>
        <pc:grpChg chg="del mod">
          <ac:chgData name="O'Connor, Jacqueline Antonia" userId="3b9bfa0c-75a1-427e-ae61-7069a76100c3" providerId="ADAL" clId="{AA033F13-DCB0-421A-8B4F-92B7EF743B5B}" dt="2023-08-09T16:06:40.332" v="277"/>
          <ac:grpSpMkLst>
            <pc:docMk/>
            <pc:sldMk cId="1296459227" sldId="261"/>
            <ac:grpSpMk id="85" creationId="{C91686B0-B055-7FDF-AEA0-0584B0FE9C6B}"/>
          </ac:grpSpMkLst>
        </pc:grpChg>
        <pc:grpChg chg="mod">
          <ac:chgData name="O'Connor, Jacqueline Antonia" userId="3b9bfa0c-75a1-427e-ae61-7069a76100c3" providerId="ADAL" clId="{AA033F13-DCB0-421A-8B4F-92B7EF743B5B}" dt="2023-08-09T16:06:27.308" v="248"/>
          <ac:grpSpMkLst>
            <pc:docMk/>
            <pc:sldMk cId="1296459227" sldId="261"/>
            <ac:grpSpMk id="86" creationId="{D1E81D6A-13CC-F4CD-5A5B-5AE538056E24}"/>
          </ac:grpSpMkLst>
        </pc:grpChg>
        <pc:grpChg chg="mod">
          <ac:chgData name="O'Connor, Jacqueline Antonia" userId="3b9bfa0c-75a1-427e-ae61-7069a76100c3" providerId="ADAL" clId="{AA033F13-DCB0-421A-8B4F-92B7EF743B5B}" dt="2023-08-09T16:06:40.332" v="277"/>
          <ac:grpSpMkLst>
            <pc:docMk/>
            <pc:sldMk cId="1296459227" sldId="261"/>
            <ac:grpSpMk id="115" creationId="{A75AC082-0F95-D3A8-7FE7-CD91358C2A2B}"/>
          </ac:grpSpMkLst>
        </pc:grpChg>
        <pc:grpChg chg="mod">
          <ac:chgData name="O'Connor, Jacqueline Antonia" userId="3b9bfa0c-75a1-427e-ae61-7069a76100c3" providerId="ADAL" clId="{AA033F13-DCB0-421A-8B4F-92B7EF743B5B}" dt="2023-08-09T16:06:40.332" v="277"/>
          <ac:grpSpMkLst>
            <pc:docMk/>
            <pc:sldMk cId="1296459227" sldId="261"/>
            <ac:grpSpMk id="116" creationId="{F449F698-E496-4708-BE54-6EE61D73D1F9}"/>
          </ac:grpSpMkLst>
        </pc:grpChg>
        <pc:grpChg chg="mod">
          <ac:chgData name="O'Connor, Jacqueline Antonia" userId="3b9bfa0c-75a1-427e-ae61-7069a76100c3" providerId="ADAL" clId="{AA033F13-DCB0-421A-8B4F-92B7EF743B5B}" dt="2023-08-09T16:06:40.332" v="277"/>
          <ac:grpSpMkLst>
            <pc:docMk/>
            <pc:sldMk cId="1296459227" sldId="261"/>
            <ac:grpSpMk id="117" creationId="{A18BB00E-7BE7-EAFD-C388-81082479DDDA}"/>
          </ac:grpSpMkLst>
        </pc:grpChg>
        <pc:grpChg chg="mod">
          <ac:chgData name="O'Connor, Jacqueline Antonia" userId="3b9bfa0c-75a1-427e-ae61-7069a76100c3" providerId="ADAL" clId="{AA033F13-DCB0-421A-8B4F-92B7EF743B5B}" dt="2023-08-09T16:06:40.332" v="277"/>
          <ac:grpSpMkLst>
            <pc:docMk/>
            <pc:sldMk cId="1296459227" sldId="261"/>
            <ac:grpSpMk id="118" creationId="{22F15AB2-DCE6-4AD5-2842-1BF88760F37D}"/>
          </ac:grpSpMkLst>
        </pc:grpChg>
        <pc:grpChg chg="mod">
          <ac:chgData name="O'Connor, Jacqueline Antonia" userId="3b9bfa0c-75a1-427e-ae61-7069a76100c3" providerId="ADAL" clId="{AA033F13-DCB0-421A-8B4F-92B7EF743B5B}" dt="2023-08-09T16:06:40.332" v="277"/>
          <ac:grpSpMkLst>
            <pc:docMk/>
            <pc:sldMk cId="1296459227" sldId="261"/>
            <ac:grpSpMk id="119" creationId="{D31E4A81-231A-B289-1AC7-AD5D01E3F8A9}"/>
          </ac:grpSpMkLst>
        </pc:grpChg>
        <pc:grpChg chg="mod">
          <ac:chgData name="O'Connor, Jacqueline Antonia" userId="3b9bfa0c-75a1-427e-ae61-7069a76100c3" providerId="ADAL" clId="{AA033F13-DCB0-421A-8B4F-92B7EF743B5B}" dt="2023-08-09T16:06:54.517" v="280"/>
          <ac:grpSpMkLst>
            <pc:docMk/>
            <pc:sldMk cId="1296459227" sldId="261"/>
            <ac:grpSpMk id="122" creationId="{7760155F-4291-6B92-3D68-E9A23FD7C5BF}"/>
          </ac:grpSpMkLst>
        </pc:grpChg>
        <pc:grpChg chg="mod">
          <ac:chgData name="O'Connor, Jacqueline Antonia" userId="3b9bfa0c-75a1-427e-ae61-7069a76100c3" providerId="ADAL" clId="{AA033F13-DCB0-421A-8B4F-92B7EF743B5B}" dt="2023-08-09T16:06:57.692" v="286"/>
          <ac:grpSpMkLst>
            <pc:docMk/>
            <pc:sldMk cId="1296459227" sldId="261"/>
            <ac:grpSpMk id="128" creationId="{984CE375-D055-4D5C-93D8-847069268C9B}"/>
          </ac:grpSpMkLst>
        </pc:grp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2" creationId="{95E6028F-FD4B-109D-9956-E6A97D3733EB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3" creationId="{0D553604-61DB-A40D-33EB-CFFCAE9C436B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4" creationId="{C522A476-BE41-84C1-7376-809B03E83E2A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5" creationId="{0A678B1B-9A51-0892-9C61-78E6D79E4FAF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6" creationId="{1F8B5FCB-EDCE-6CAA-4EC8-B06F9A7728FE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7" creationId="{070D06DF-F837-E795-33C0-DA9BE8F7B46D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8" creationId="{5A498C00-1BF2-4A44-BFA6-6A0C664B3D4C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9" creationId="{36B35B6A-F7E4-8111-C2FB-335E8BBCE6B8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10" creationId="{7AA0AB4F-3E37-8B1E-2F23-86750A5FEB62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11" creationId="{EFFE57F6-55E2-09FA-BDEA-A2D852308851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12" creationId="{5B1AA121-1BF3-64FA-AF2A-13F948D8FEA7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13" creationId="{0570AFCA-E48B-E6F1-C712-B867B0E693D0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14" creationId="{8407C4E9-096F-5DD7-31AD-F4D0A92EF2ED}"/>
          </ac:inkMkLst>
        </pc:inkChg>
        <pc:inkChg chg="add mod">
          <ac:chgData name="O'Connor, Jacqueline Antonia" userId="3b9bfa0c-75a1-427e-ae61-7069a76100c3" providerId="ADAL" clId="{AA033F13-DCB0-421A-8B4F-92B7EF743B5B}" dt="2023-08-09T16:04:01.102" v="182"/>
          <ac:inkMkLst>
            <pc:docMk/>
            <pc:sldMk cId="1296459227" sldId="261"/>
            <ac:inkMk id="15" creationId="{716F50E5-13D6-A01C-073E-0D93010F7F3C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17" creationId="{6BA4EF4D-B918-F1D2-731B-62EE8BCE4960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18" creationId="{4379F52A-4990-6EFA-9827-DDA1DEB4F4D4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19" creationId="{6638671A-D2D7-FB00-4DE3-15E3D3D627C9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0" creationId="{56B0246C-79EA-B381-35D1-4C2461D489C5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1" creationId="{29DCBE0D-BE96-FF2F-E8A4-CDDF6C1D0632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2" creationId="{E7E5D2AF-D117-0DAE-17C7-EC470964CC69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3" creationId="{FAF4121D-EB29-17FC-B442-774B25E07361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4" creationId="{54F22226-0498-3276-02CF-931820289467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5" creationId="{DC0F0BAF-06EA-71D9-2E2E-A43C661CCEF6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6" creationId="{D38158EC-F06B-001A-7695-E92445B6A828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7" creationId="{705202E7-A005-6AAC-3E13-AD4795267CC6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8" creationId="{581CF886-3DE5-CBF7-0BCF-E5FEF3D148E1}"/>
          </ac:inkMkLst>
        </pc:inkChg>
        <pc:inkChg chg="add mod">
          <ac:chgData name="O'Connor, Jacqueline Antonia" userId="3b9bfa0c-75a1-427e-ae61-7069a76100c3" providerId="ADAL" clId="{AA033F13-DCB0-421A-8B4F-92B7EF743B5B}" dt="2023-08-09T16:04:16.022" v="196"/>
          <ac:inkMkLst>
            <pc:docMk/>
            <pc:sldMk cId="1296459227" sldId="261"/>
            <ac:inkMk id="29" creationId="{9D4E1BCC-91D6-9897-FDB9-76CDA470D5D8}"/>
          </ac:inkMkLst>
        </pc:inkChg>
        <pc:inkChg chg="add mod">
          <ac:chgData name="O'Connor, Jacqueline Antonia" userId="3b9bfa0c-75a1-427e-ae61-7069a76100c3" providerId="ADAL" clId="{AA033F13-DCB0-421A-8B4F-92B7EF743B5B}" dt="2023-08-09T16:04:36.458" v="200"/>
          <ac:inkMkLst>
            <pc:docMk/>
            <pc:sldMk cId="1296459227" sldId="261"/>
            <ac:inkMk id="32" creationId="{6203F177-A8EB-258A-DB9E-4C0659FDD804}"/>
          </ac:inkMkLst>
        </pc:inkChg>
        <pc:inkChg chg="add mod">
          <ac:chgData name="O'Connor, Jacqueline Antonia" userId="3b9bfa0c-75a1-427e-ae61-7069a76100c3" providerId="ADAL" clId="{AA033F13-DCB0-421A-8B4F-92B7EF743B5B}" dt="2023-08-09T16:04:36.458" v="200"/>
          <ac:inkMkLst>
            <pc:docMk/>
            <pc:sldMk cId="1296459227" sldId="261"/>
            <ac:inkMk id="33" creationId="{0C955720-A789-917C-D318-A39FA5C141A1}"/>
          </ac:inkMkLst>
        </pc:inkChg>
        <pc:inkChg chg="add mod">
          <ac:chgData name="O'Connor, Jacqueline Antonia" userId="3b9bfa0c-75a1-427e-ae61-7069a76100c3" providerId="ADAL" clId="{AA033F13-DCB0-421A-8B4F-92B7EF743B5B}" dt="2023-08-09T16:04:36.458" v="200"/>
          <ac:inkMkLst>
            <pc:docMk/>
            <pc:sldMk cId="1296459227" sldId="261"/>
            <ac:inkMk id="34" creationId="{3302692D-8D6F-9E21-764B-BF424D851C87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36" creationId="{A6663433-FB68-8C14-30D6-388DC74FA06F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37" creationId="{8028C7F8-E029-1E48-578A-9A11F9F374C3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38" creationId="{3A15B3B8-8839-F08F-30CF-AC1B1C488C46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39" creationId="{A3F7C437-C2B1-4CBC-E0C7-2714B5B781DD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40" creationId="{F421FEEF-8A13-98D6-2026-FC5C5B38FF40}"/>
          </ac:inkMkLst>
        </pc:inkChg>
        <pc:inkChg chg="add del">
          <ac:chgData name="O'Connor, Jacqueline Antonia" userId="3b9bfa0c-75a1-427e-ae61-7069a76100c3" providerId="ADAL" clId="{AA033F13-DCB0-421A-8B4F-92B7EF743B5B}" dt="2023-08-09T16:04:40.441" v="207"/>
          <ac:inkMkLst>
            <pc:docMk/>
            <pc:sldMk cId="1296459227" sldId="261"/>
            <ac:inkMk id="41" creationId="{3B0417CA-DB40-666B-423D-695CE3F1EB93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43" creationId="{02581A06-341F-203F-8E18-F9BA4C34C68E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44" creationId="{69E39538-DD23-1DAD-1636-165FB10C6299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45" creationId="{836A08E8-F04C-D7A6-0004-644AA87520B6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46" creationId="{3F23CBD8-7877-6607-21D8-7E6F57C0A08C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47" creationId="{FADC9491-7FE2-44D3-68ED-EA44E3C95F1E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48" creationId="{F4F3E155-D1F7-4160-95B5-A1CE3A107605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49" creationId="{9466838B-66C9-95AC-1617-2733043292DD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0" creationId="{C4D525FE-E765-A93D-E129-6A21AFC2A08C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1" creationId="{F7717455-DC49-1FD1-9F44-6E693A7927E6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2" creationId="{4D290D36-F1B9-122A-1B85-F9E3E55A02C1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3" creationId="{93D7C448-103E-6778-F232-92FD7FB2C6A1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4" creationId="{80E9DB03-9C4A-9C3F-15FD-E3593D3FB70F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5" creationId="{702E48DA-1AD9-50B1-F063-1B40B6FAD4CE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6" creationId="{DDC72CCA-3384-4FA7-ADBC-F809894F2E99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7" creationId="{8838B7D5-C00F-B973-EC5A-A07056AA8F02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8" creationId="{4EC8A779-01E2-0358-83E5-7BC210867B07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59" creationId="{85EA94F5-FE1A-3277-9E65-6CC09833EC04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60" creationId="{CFCE25EF-4BE7-72EB-CAFD-FF195E34B9FD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61" creationId="{B09CB7A8-1F2C-6787-A781-63F30F6D47BA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62" creationId="{016B60C5-DDA4-8D95-72CC-F5F409A56E44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63" creationId="{C5C77E1E-8BFC-40C3-7473-0679E8AA7CE6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64" creationId="{BB3158CB-7515-DC44-9032-BB4280186FAF}"/>
          </ac:inkMkLst>
        </pc:inkChg>
        <pc:inkChg chg="add mod">
          <ac:chgData name="O'Connor, Jacqueline Antonia" userId="3b9bfa0c-75a1-427e-ae61-7069a76100c3" providerId="ADAL" clId="{AA033F13-DCB0-421A-8B4F-92B7EF743B5B}" dt="2023-08-09T16:04:54.447" v="233"/>
          <ac:inkMkLst>
            <pc:docMk/>
            <pc:sldMk cId="1296459227" sldId="261"/>
            <ac:inkMk id="65" creationId="{EF3DDA2D-5273-EA3E-40DD-0083A6C5A71A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71" creationId="{6E4FF835-A737-DD93-A96D-A74EF21CFD2A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72" creationId="{793788BC-8B65-B145-7FBC-53E041738802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73" creationId="{49C625EC-1B82-187F-05EE-BC6DAEA63A7B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74" creationId="{5055F997-E3A9-7721-4CED-633E5544CBB3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75" creationId="{2245BEE0-0F37-808C-D90C-AA43643205EB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76" creationId="{BE03EC8E-0A1F-48FD-0127-01913D101E71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77" creationId="{46BA9EBA-E0B8-7E22-5865-74361244EE62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79" creationId="{060D49D7-FDB8-4347-2B49-60BAD5158FB8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80" creationId="{D67EA7C8-2FF7-D76E-E7C5-F083479F1A2E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81" creationId="{882A4AD4-987A-0B57-46F2-51C2A4C57550}"/>
          </ac:inkMkLst>
        </pc:inkChg>
        <pc:inkChg chg="add mod">
          <ac:chgData name="O'Connor, Jacqueline Antonia" userId="3b9bfa0c-75a1-427e-ae61-7069a76100c3" providerId="ADAL" clId="{AA033F13-DCB0-421A-8B4F-92B7EF743B5B}" dt="2023-08-09T16:06:27.308" v="248"/>
          <ac:inkMkLst>
            <pc:docMk/>
            <pc:sldMk cId="1296459227" sldId="261"/>
            <ac:inkMk id="82" creationId="{3B6F507B-D90B-3DBD-8278-FD7E9A3F1345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83" creationId="{981A6C02-4981-F105-2820-4F7A58FB400C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84" creationId="{016A013F-B3BD-B2B9-67E6-AD64B6035703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87" creationId="{FD95A76A-2FB1-C23C-DDBC-C6C29460F35E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88" creationId="{2EFA92CA-1AB3-9ECA-DDE9-7FDA551495A4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89" creationId="{9CC0E1E4-D996-FB77-1672-6623EFD57FFD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0" creationId="{AC21BC81-0DD4-2ED3-80BA-DC33851A78D1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1" creationId="{C6CDF29F-1174-E3C1-A3A5-078B2EF67F6D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2" creationId="{8992F7D3-033D-BB63-435C-E6BD514AA8DD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3" creationId="{AE22535E-F670-D963-7B46-955D9259C7E1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4" creationId="{D8C6B202-0B3C-812B-CABD-9C3EB23C0A6C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5" creationId="{0B5024E7-CD78-E8C8-0F27-F89000B4421F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6" creationId="{94C8978E-F7B9-E5E1-D62A-4B07A29A76DD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7" creationId="{27B460D6-A59F-552C-D1DF-C109F00DC243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8" creationId="{BA4CEE8F-F33C-3355-F42B-BD5B464852EE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99" creationId="{18CCD917-AD18-161A-3982-61F73FC9188E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0" creationId="{76432653-DC62-8539-BC57-CBA62451578C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1" creationId="{4884D60D-E212-DAF7-1381-247F1EADA0A6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2" creationId="{E6CE740B-035E-ECFA-976D-4B5BD91BCF47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3" creationId="{92A2D44D-6A85-3AB3-E2A6-F4BCACCB406E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4" creationId="{61882C82-2C8F-E3BB-587F-FA0989E04A36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5" creationId="{25BA5633-1CCD-586E-055D-BA786ADCB938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6" creationId="{1EEDDD28-B92A-0A42-86DC-2BAFB891C14B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7" creationId="{E94178CD-8333-CEBD-A1FA-DB82A0D57C11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8" creationId="{21E9F82C-D46D-4D26-07AE-66F20471CFAD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09" creationId="{EA2F1EF4-6E3A-A4BE-083B-E7F8B6F834B9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10" creationId="{C1092333-1CCD-732B-5D3E-984001BB21C7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11" creationId="{0B42EB14-97C7-286E-FF60-3B247A32BF89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12" creationId="{481331D9-954E-C456-B801-660777C5E73C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13" creationId="{09C265AC-DA4E-F6D9-DC21-25BF998FA383}"/>
          </ac:inkMkLst>
        </pc:inkChg>
        <pc:inkChg chg="add mod">
          <ac:chgData name="O'Connor, Jacqueline Antonia" userId="3b9bfa0c-75a1-427e-ae61-7069a76100c3" providerId="ADAL" clId="{AA033F13-DCB0-421A-8B4F-92B7EF743B5B}" dt="2023-08-09T16:06:40.332" v="277"/>
          <ac:inkMkLst>
            <pc:docMk/>
            <pc:sldMk cId="1296459227" sldId="261"/>
            <ac:inkMk id="114" creationId="{38A95FE0-5CFE-A21F-BFDD-84F510200E9F}"/>
          </ac:inkMkLst>
        </pc:inkChg>
        <pc:inkChg chg="add mod">
          <ac:chgData name="O'Connor, Jacqueline Antonia" userId="3b9bfa0c-75a1-427e-ae61-7069a76100c3" providerId="ADAL" clId="{AA033F13-DCB0-421A-8B4F-92B7EF743B5B}" dt="2023-08-09T16:06:54.517" v="280"/>
          <ac:inkMkLst>
            <pc:docMk/>
            <pc:sldMk cId="1296459227" sldId="261"/>
            <ac:inkMk id="120" creationId="{755E0A31-0F88-B7BA-EB66-411D90532743}"/>
          </ac:inkMkLst>
        </pc:inkChg>
        <pc:inkChg chg="add mod">
          <ac:chgData name="O'Connor, Jacqueline Antonia" userId="3b9bfa0c-75a1-427e-ae61-7069a76100c3" providerId="ADAL" clId="{AA033F13-DCB0-421A-8B4F-92B7EF743B5B}" dt="2023-08-09T16:06:54.517" v="280"/>
          <ac:inkMkLst>
            <pc:docMk/>
            <pc:sldMk cId="1296459227" sldId="261"/>
            <ac:inkMk id="121" creationId="{5FB4EC48-B6F9-D9A4-6EAE-326D73080090}"/>
          </ac:inkMkLst>
        </pc:inkChg>
        <pc:inkChg chg="add mod">
          <ac:chgData name="O'Connor, Jacqueline Antonia" userId="3b9bfa0c-75a1-427e-ae61-7069a76100c3" providerId="ADAL" clId="{AA033F13-DCB0-421A-8B4F-92B7EF743B5B}" dt="2023-08-09T16:06:57.692" v="286"/>
          <ac:inkMkLst>
            <pc:docMk/>
            <pc:sldMk cId="1296459227" sldId="261"/>
            <ac:inkMk id="123" creationId="{1DBD6BFE-4F50-85FC-93C4-BAAA34DA5281}"/>
          </ac:inkMkLst>
        </pc:inkChg>
        <pc:inkChg chg="add mod">
          <ac:chgData name="O'Connor, Jacqueline Antonia" userId="3b9bfa0c-75a1-427e-ae61-7069a76100c3" providerId="ADAL" clId="{AA033F13-DCB0-421A-8B4F-92B7EF743B5B}" dt="2023-08-09T16:06:57.692" v="286"/>
          <ac:inkMkLst>
            <pc:docMk/>
            <pc:sldMk cId="1296459227" sldId="261"/>
            <ac:inkMk id="124" creationId="{17F99709-6085-0D4C-9641-BA441E81B261}"/>
          </ac:inkMkLst>
        </pc:inkChg>
        <pc:inkChg chg="add mod">
          <ac:chgData name="O'Connor, Jacqueline Antonia" userId="3b9bfa0c-75a1-427e-ae61-7069a76100c3" providerId="ADAL" clId="{AA033F13-DCB0-421A-8B4F-92B7EF743B5B}" dt="2023-08-09T16:06:57.692" v="286"/>
          <ac:inkMkLst>
            <pc:docMk/>
            <pc:sldMk cId="1296459227" sldId="261"/>
            <ac:inkMk id="125" creationId="{890CF000-DFC8-9628-879D-336FE3ABACF3}"/>
          </ac:inkMkLst>
        </pc:inkChg>
        <pc:inkChg chg="add mod">
          <ac:chgData name="O'Connor, Jacqueline Antonia" userId="3b9bfa0c-75a1-427e-ae61-7069a76100c3" providerId="ADAL" clId="{AA033F13-DCB0-421A-8B4F-92B7EF743B5B}" dt="2023-08-09T16:06:57.692" v="286"/>
          <ac:inkMkLst>
            <pc:docMk/>
            <pc:sldMk cId="1296459227" sldId="261"/>
            <ac:inkMk id="126" creationId="{8CEEFC51-711F-EB2E-31B3-4C8A9CADC329}"/>
          </ac:inkMkLst>
        </pc:inkChg>
        <pc:inkChg chg="add mod">
          <ac:chgData name="O'Connor, Jacqueline Antonia" userId="3b9bfa0c-75a1-427e-ae61-7069a76100c3" providerId="ADAL" clId="{AA033F13-DCB0-421A-8B4F-92B7EF743B5B}" dt="2023-08-09T16:06:57.692" v="286"/>
          <ac:inkMkLst>
            <pc:docMk/>
            <pc:sldMk cId="1296459227" sldId="261"/>
            <ac:inkMk id="127" creationId="{18671745-F2D5-4D9E-DBD2-2B608F5D41D7}"/>
          </ac:inkMkLst>
        </pc:inkChg>
      </pc:sldChg>
      <pc:sldChg chg="addSp delSp modSp mod">
        <pc:chgData name="O'Connor, Jacqueline Antonia" userId="3b9bfa0c-75a1-427e-ae61-7069a76100c3" providerId="ADAL" clId="{AA033F13-DCB0-421A-8B4F-92B7EF743B5B}" dt="2023-08-09T16:09:45.509" v="393"/>
        <pc:sldMkLst>
          <pc:docMk/>
          <pc:sldMk cId="2873711781" sldId="262"/>
        </pc:sldMkLst>
        <pc:grpChg chg="mod">
          <ac:chgData name="O'Connor, Jacqueline Antonia" userId="3b9bfa0c-75a1-427e-ae61-7069a76100c3" providerId="ADAL" clId="{AA033F13-DCB0-421A-8B4F-92B7EF743B5B}" dt="2023-08-09T16:08:49.125" v="298"/>
          <ac:grpSpMkLst>
            <pc:docMk/>
            <pc:sldMk cId="2873711781" sldId="262"/>
            <ac:grpSpMk id="13" creationId="{0DD189DA-7DD8-0F13-A6D9-B85FBC1F5246}"/>
          </ac:grpSpMkLst>
        </pc:grpChg>
        <pc:grpChg chg="mod">
          <ac:chgData name="O'Connor, Jacqueline Antonia" userId="3b9bfa0c-75a1-427e-ae61-7069a76100c3" providerId="ADAL" clId="{AA033F13-DCB0-421A-8B4F-92B7EF743B5B}" dt="2023-08-09T16:08:53.942" v="308"/>
          <ac:grpSpMkLst>
            <pc:docMk/>
            <pc:sldMk cId="2873711781" sldId="262"/>
            <ac:grpSpMk id="23" creationId="{94B919F9-ACC5-C754-207D-7D8BF15BAE87}"/>
          </ac:grpSpMkLst>
        </pc:grpChg>
        <pc:grpChg chg="del mod">
          <ac:chgData name="O'Connor, Jacqueline Antonia" userId="3b9bfa0c-75a1-427e-ae61-7069a76100c3" providerId="ADAL" clId="{AA033F13-DCB0-421A-8B4F-92B7EF743B5B}" dt="2023-08-09T16:09:05.355" v="330"/>
          <ac:grpSpMkLst>
            <pc:docMk/>
            <pc:sldMk cId="2873711781" sldId="262"/>
            <ac:grpSpMk id="38" creationId="{F7FC43D9-B1FC-6211-7B46-3E26063C9043}"/>
          </ac:grpSpMkLst>
        </pc:grpChg>
        <pc:grpChg chg="mod">
          <ac:chgData name="O'Connor, Jacqueline Antonia" userId="3b9bfa0c-75a1-427e-ae61-7069a76100c3" providerId="ADAL" clId="{AA033F13-DCB0-421A-8B4F-92B7EF743B5B}" dt="2023-08-09T16:09:02.295" v="323"/>
          <ac:grpSpMkLst>
            <pc:docMk/>
            <pc:sldMk cId="2873711781" sldId="262"/>
            <ac:grpSpMk id="39" creationId="{64455A7D-C00B-E52C-2650-AF08F8E3FB1F}"/>
          </ac:grpSpMkLst>
        </pc:grpChg>
        <pc:grpChg chg="mod">
          <ac:chgData name="O'Connor, Jacqueline Antonia" userId="3b9bfa0c-75a1-427e-ae61-7069a76100c3" providerId="ADAL" clId="{AA033F13-DCB0-421A-8B4F-92B7EF743B5B}" dt="2023-08-09T16:09:05.355" v="330"/>
          <ac:grpSpMkLst>
            <pc:docMk/>
            <pc:sldMk cId="2873711781" sldId="262"/>
            <ac:grpSpMk id="46" creationId="{4C95B759-B42B-7BE5-FEEF-DA2599A63D0C}"/>
          </ac:grpSpMkLst>
        </pc:grpChg>
        <pc:grpChg chg="mod">
          <ac:chgData name="O'Connor, Jacqueline Antonia" userId="3b9bfa0c-75a1-427e-ae61-7069a76100c3" providerId="ADAL" clId="{AA033F13-DCB0-421A-8B4F-92B7EF743B5B}" dt="2023-08-09T16:09:11.513" v="338"/>
          <ac:grpSpMkLst>
            <pc:docMk/>
            <pc:sldMk cId="2873711781" sldId="262"/>
            <ac:grpSpMk id="54" creationId="{1352C454-D64A-1C30-0FC9-F9136472F065}"/>
          </ac:grpSpMkLst>
        </pc:grpChg>
        <pc:grpChg chg="mod">
          <ac:chgData name="O'Connor, Jacqueline Antonia" userId="3b9bfa0c-75a1-427e-ae61-7069a76100c3" providerId="ADAL" clId="{AA033F13-DCB0-421A-8B4F-92B7EF743B5B}" dt="2023-08-09T16:09:13.001" v="341"/>
          <ac:grpSpMkLst>
            <pc:docMk/>
            <pc:sldMk cId="2873711781" sldId="262"/>
            <ac:grpSpMk id="57" creationId="{C54C33B4-A595-44DE-4A49-519E7CC28AE0}"/>
          </ac:grpSpMkLst>
        </pc:grpChg>
        <pc:grpChg chg="del mod">
          <ac:chgData name="O'Connor, Jacqueline Antonia" userId="3b9bfa0c-75a1-427e-ae61-7069a76100c3" providerId="ADAL" clId="{AA033F13-DCB0-421A-8B4F-92B7EF743B5B}" dt="2023-08-09T16:09:19.178" v="354"/>
          <ac:grpSpMkLst>
            <pc:docMk/>
            <pc:sldMk cId="2873711781" sldId="262"/>
            <ac:grpSpMk id="70" creationId="{6451019F-5689-4E0D-2D74-9529C6508671}"/>
          </ac:grpSpMkLst>
        </pc:grpChg>
        <pc:grpChg chg="mod">
          <ac:chgData name="O'Connor, Jacqueline Antonia" userId="3b9bfa0c-75a1-427e-ae61-7069a76100c3" providerId="ADAL" clId="{AA033F13-DCB0-421A-8B4F-92B7EF743B5B}" dt="2023-08-09T16:09:19.178" v="354"/>
          <ac:grpSpMkLst>
            <pc:docMk/>
            <pc:sldMk cId="2873711781" sldId="262"/>
            <ac:grpSpMk id="71" creationId="{6DF2A12D-35EF-0947-13F2-1174B1C45AC9}"/>
          </ac:grpSpMkLst>
        </pc:grpChg>
        <pc:grpChg chg="mod">
          <ac:chgData name="O'Connor, Jacqueline Antonia" userId="3b9bfa0c-75a1-427e-ae61-7069a76100c3" providerId="ADAL" clId="{AA033F13-DCB0-421A-8B4F-92B7EF743B5B}" dt="2023-08-09T16:09:28.505" v="360"/>
          <ac:grpSpMkLst>
            <pc:docMk/>
            <pc:sldMk cId="2873711781" sldId="262"/>
            <ac:grpSpMk id="77" creationId="{C2DD3C95-F4D4-1FF8-E2C2-708D3EFD6880}"/>
          </ac:grpSpMkLst>
        </pc:grpChg>
        <pc:grpChg chg="mod">
          <ac:chgData name="O'Connor, Jacqueline Antonia" userId="3b9bfa0c-75a1-427e-ae61-7069a76100c3" providerId="ADAL" clId="{AA033F13-DCB0-421A-8B4F-92B7EF743B5B}" dt="2023-08-09T16:09:32.461" v="370"/>
          <ac:grpSpMkLst>
            <pc:docMk/>
            <pc:sldMk cId="2873711781" sldId="262"/>
            <ac:grpSpMk id="87" creationId="{204E52AE-9975-6E87-63B7-F3E7EF95CAE8}"/>
          </ac:grpSpMkLst>
        </pc:grpChg>
        <pc:grpChg chg="mod">
          <ac:chgData name="O'Connor, Jacqueline Antonia" userId="3b9bfa0c-75a1-427e-ae61-7069a76100c3" providerId="ADAL" clId="{AA033F13-DCB0-421A-8B4F-92B7EF743B5B}" dt="2023-08-09T16:09:45.509" v="393"/>
          <ac:grpSpMkLst>
            <pc:docMk/>
            <pc:sldMk cId="2873711781" sldId="262"/>
            <ac:grpSpMk id="110" creationId="{72E24CB4-37C5-77C1-F3C4-883871BE2C59}"/>
          </ac:grpSpMkLst>
        </pc:grpChg>
        <pc:grpChg chg="mod">
          <ac:chgData name="O'Connor, Jacqueline Antonia" userId="3b9bfa0c-75a1-427e-ae61-7069a76100c3" providerId="ADAL" clId="{AA033F13-DCB0-421A-8B4F-92B7EF743B5B}" dt="2023-08-09T16:09:45.509" v="393"/>
          <ac:grpSpMkLst>
            <pc:docMk/>
            <pc:sldMk cId="2873711781" sldId="262"/>
            <ac:grpSpMk id="111" creationId="{A5A59A84-7894-7878-C1C3-E9B46712D809}"/>
          </ac:grpSpMkLst>
        </pc:grpChg>
        <pc:grpChg chg="mod">
          <ac:chgData name="O'Connor, Jacqueline Antonia" userId="3b9bfa0c-75a1-427e-ae61-7069a76100c3" providerId="ADAL" clId="{AA033F13-DCB0-421A-8B4F-92B7EF743B5B}" dt="2023-08-09T16:09:45.509" v="393"/>
          <ac:grpSpMkLst>
            <pc:docMk/>
            <pc:sldMk cId="2873711781" sldId="262"/>
            <ac:grpSpMk id="112" creationId="{96E67BD5-20B0-F236-99D7-02AAA68430A1}"/>
          </ac:grpSpMkLst>
        </pc:grp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2" creationId="{FD67ECC4-8F4D-6903-6C29-5378CFB29A28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3" creationId="{3E662A88-E98B-E06C-4710-1407980E342A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4" creationId="{073D9F21-D937-A16A-1808-263AAB1744DC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5" creationId="{BEE741F9-D968-1D85-273B-9EC20EC38F47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6" creationId="{57A962ED-D42D-42DC-F10C-8DC19CAA6CCA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7" creationId="{AA73734F-6F89-FABD-C8E2-FC25F80B3C06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8" creationId="{12F93958-20A1-C7B9-21D8-7B871E0DD38D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9" creationId="{E166347E-A342-183C-5AD1-FB7677708559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10" creationId="{B603470C-D31B-5DDE-F5CB-546D70DFE777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11" creationId="{4211A699-FC43-29F3-580E-4A85DCCD7929}"/>
          </ac:inkMkLst>
        </pc:inkChg>
        <pc:inkChg chg="add mod">
          <ac:chgData name="O'Connor, Jacqueline Antonia" userId="3b9bfa0c-75a1-427e-ae61-7069a76100c3" providerId="ADAL" clId="{AA033F13-DCB0-421A-8B4F-92B7EF743B5B}" dt="2023-08-09T16:08:49.125" v="298"/>
          <ac:inkMkLst>
            <pc:docMk/>
            <pc:sldMk cId="2873711781" sldId="262"/>
            <ac:inkMk id="12" creationId="{C1687D74-6C2B-E7D6-EE25-D04F1C5E48BB}"/>
          </ac:inkMkLst>
        </pc:inkChg>
        <pc:inkChg chg="add mod">
          <ac:chgData name="O'Connor, Jacqueline Antonia" userId="3b9bfa0c-75a1-427e-ae61-7069a76100c3" providerId="ADAL" clId="{AA033F13-DCB0-421A-8B4F-92B7EF743B5B}" dt="2023-08-09T16:08:53.942" v="308"/>
          <ac:inkMkLst>
            <pc:docMk/>
            <pc:sldMk cId="2873711781" sldId="262"/>
            <ac:inkMk id="14" creationId="{9C4139D2-AE91-1317-E1D0-033CB097E4D0}"/>
          </ac:inkMkLst>
        </pc:inkChg>
        <pc:inkChg chg="add mod">
          <ac:chgData name="O'Connor, Jacqueline Antonia" userId="3b9bfa0c-75a1-427e-ae61-7069a76100c3" providerId="ADAL" clId="{AA033F13-DCB0-421A-8B4F-92B7EF743B5B}" dt="2023-08-09T16:08:53.942" v="308"/>
          <ac:inkMkLst>
            <pc:docMk/>
            <pc:sldMk cId="2873711781" sldId="262"/>
            <ac:inkMk id="15" creationId="{C82E9F87-FBFF-A785-C245-65EBC4FDCF13}"/>
          </ac:inkMkLst>
        </pc:inkChg>
        <pc:inkChg chg="add mod">
          <ac:chgData name="O'Connor, Jacqueline Antonia" userId="3b9bfa0c-75a1-427e-ae61-7069a76100c3" providerId="ADAL" clId="{AA033F13-DCB0-421A-8B4F-92B7EF743B5B}" dt="2023-08-09T16:08:53.942" v="308"/>
          <ac:inkMkLst>
            <pc:docMk/>
            <pc:sldMk cId="2873711781" sldId="262"/>
            <ac:inkMk id="16" creationId="{3915C1C8-DA4C-09F3-5CD2-89D8E832541D}"/>
          </ac:inkMkLst>
        </pc:inkChg>
        <pc:inkChg chg="add mod">
          <ac:chgData name="O'Connor, Jacqueline Antonia" userId="3b9bfa0c-75a1-427e-ae61-7069a76100c3" providerId="ADAL" clId="{AA033F13-DCB0-421A-8B4F-92B7EF743B5B}" dt="2023-08-09T16:08:53.942" v="308"/>
          <ac:inkMkLst>
            <pc:docMk/>
            <pc:sldMk cId="2873711781" sldId="262"/>
            <ac:inkMk id="17" creationId="{CE956934-75C0-A3D8-96BD-B2A74363216D}"/>
          </ac:inkMkLst>
        </pc:inkChg>
        <pc:inkChg chg="add mod">
          <ac:chgData name="O'Connor, Jacqueline Antonia" userId="3b9bfa0c-75a1-427e-ae61-7069a76100c3" providerId="ADAL" clId="{AA033F13-DCB0-421A-8B4F-92B7EF743B5B}" dt="2023-08-09T16:08:53.942" v="308"/>
          <ac:inkMkLst>
            <pc:docMk/>
            <pc:sldMk cId="2873711781" sldId="262"/>
            <ac:inkMk id="18" creationId="{18D46F3A-D15A-1C29-AFC4-3D88B6C8941E}"/>
          </ac:inkMkLst>
        </pc:inkChg>
        <pc:inkChg chg="add mod">
          <ac:chgData name="O'Connor, Jacqueline Antonia" userId="3b9bfa0c-75a1-427e-ae61-7069a76100c3" providerId="ADAL" clId="{AA033F13-DCB0-421A-8B4F-92B7EF743B5B}" dt="2023-08-09T16:08:53.942" v="308"/>
          <ac:inkMkLst>
            <pc:docMk/>
            <pc:sldMk cId="2873711781" sldId="262"/>
            <ac:inkMk id="19" creationId="{8679B81A-CFD5-E6BE-7985-8F9721617F03}"/>
          </ac:inkMkLst>
        </pc:inkChg>
        <pc:inkChg chg="add mod">
          <ac:chgData name="O'Connor, Jacqueline Antonia" userId="3b9bfa0c-75a1-427e-ae61-7069a76100c3" providerId="ADAL" clId="{AA033F13-DCB0-421A-8B4F-92B7EF743B5B}" dt="2023-08-09T16:08:53.942" v="308"/>
          <ac:inkMkLst>
            <pc:docMk/>
            <pc:sldMk cId="2873711781" sldId="262"/>
            <ac:inkMk id="20" creationId="{862D9B44-1AA8-D229-E248-BD8EB0BD9F13}"/>
          </ac:inkMkLst>
        </pc:inkChg>
        <pc:inkChg chg="add mod">
          <ac:chgData name="O'Connor, Jacqueline Antonia" userId="3b9bfa0c-75a1-427e-ae61-7069a76100c3" providerId="ADAL" clId="{AA033F13-DCB0-421A-8B4F-92B7EF743B5B}" dt="2023-08-09T16:08:53.942" v="308"/>
          <ac:inkMkLst>
            <pc:docMk/>
            <pc:sldMk cId="2873711781" sldId="262"/>
            <ac:inkMk id="21" creationId="{53126ADA-B584-CF71-27DD-93D386FFE60F}"/>
          </ac:inkMkLst>
        </pc:inkChg>
        <pc:inkChg chg="add mod">
          <ac:chgData name="O'Connor, Jacqueline Antonia" userId="3b9bfa0c-75a1-427e-ae61-7069a76100c3" providerId="ADAL" clId="{AA033F13-DCB0-421A-8B4F-92B7EF743B5B}" dt="2023-08-09T16:08:53.942" v="308"/>
          <ac:inkMkLst>
            <pc:docMk/>
            <pc:sldMk cId="2873711781" sldId="262"/>
            <ac:inkMk id="22" creationId="{AE3F7F00-9FD7-247C-F4CA-6FD83A3C35CC}"/>
          </ac:inkMkLst>
        </pc:inkChg>
        <pc:inkChg chg="add mod">
          <ac:chgData name="O'Connor, Jacqueline Antonia" userId="3b9bfa0c-75a1-427e-ae61-7069a76100c3" providerId="ADAL" clId="{AA033F13-DCB0-421A-8B4F-92B7EF743B5B}" dt="2023-08-09T16:09:02.295" v="323"/>
          <ac:inkMkLst>
            <pc:docMk/>
            <pc:sldMk cId="2873711781" sldId="262"/>
            <ac:inkMk id="24" creationId="{C02AE818-FE54-A529-4CB2-B1FC7FA9DABA}"/>
          </ac:inkMkLst>
        </pc:inkChg>
        <pc:inkChg chg="add mod">
          <ac:chgData name="O'Connor, Jacqueline Antonia" userId="3b9bfa0c-75a1-427e-ae61-7069a76100c3" providerId="ADAL" clId="{AA033F13-DCB0-421A-8B4F-92B7EF743B5B}" dt="2023-08-09T16:09:02.295" v="323"/>
          <ac:inkMkLst>
            <pc:docMk/>
            <pc:sldMk cId="2873711781" sldId="262"/>
            <ac:inkMk id="25" creationId="{6674E055-1747-C475-8BE4-082A8D49CB63}"/>
          </ac:inkMkLst>
        </pc:inkChg>
        <pc:inkChg chg="add mod">
          <ac:chgData name="O'Connor, Jacqueline Antonia" userId="3b9bfa0c-75a1-427e-ae61-7069a76100c3" providerId="ADAL" clId="{AA033F13-DCB0-421A-8B4F-92B7EF743B5B}" dt="2023-08-09T16:09:02.295" v="323"/>
          <ac:inkMkLst>
            <pc:docMk/>
            <pc:sldMk cId="2873711781" sldId="262"/>
            <ac:inkMk id="26" creationId="{DB799699-7EB5-1F3D-A4D6-7ECCEBA7CA29}"/>
          </ac:inkMkLst>
        </pc:inkChg>
        <pc:inkChg chg="add mod">
          <ac:chgData name="O'Connor, Jacqueline Antonia" userId="3b9bfa0c-75a1-427e-ae61-7069a76100c3" providerId="ADAL" clId="{AA033F13-DCB0-421A-8B4F-92B7EF743B5B}" dt="2023-08-09T16:09:02.295" v="323"/>
          <ac:inkMkLst>
            <pc:docMk/>
            <pc:sldMk cId="2873711781" sldId="262"/>
            <ac:inkMk id="27" creationId="{81264FE0-4975-A222-2355-EA1836FC251B}"/>
          </ac:inkMkLst>
        </pc:inkChg>
        <pc:inkChg chg="add mod">
          <ac:chgData name="O'Connor, Jacqueline Antonia" userId="3b9bfa0c-75a1-427e-ae61-7069a76100c3" providerId="ADAL" clId="{AA033F13-DCB0-421A-8B4F-92B7EF743B5B}" dt="2023-08-09T16:09:02.295" v="323"/>
          <ac:inkMkLst>
            <pc:docMk/>
            <pc:sldMk cId="2873711781" sldId="262"/>
            <ac:inkMk id="28" creationId="{5925F7D7-9D82-C9DA-15D6-7572A4A72B05}"/>
          </ac:inkMkLst>
        </pc:inkChg>
        <pc:inkChg chg="add mod">
          <ac:chgData name="O'Connor, Jacqueline Antonia" userId="3b9bfa0c-75a1-427e-ae61-7069a76100c3" providerId="ADAL" clId="{AA033F13-DCB0-421A-8B4F-92B7EF743B5B}" dt="2023-08-09T16:09:02.295" v="323"/>
          <ac:inkMkLst>
            <pc:docMk/>
            <pc:sldMk cId="2873711781" sldId="262"/>
            <ac:inkMk id="29" creationId="{4A6220E9-DF5E-825E-11C6-BB135F2A26C3}"/>
          </ac:inkMkLst>
        </pc:inkChg>
        <pc:inkChg chg="add mod">
          <ac:chgData name="O'Connor, Jacqueline Antonia" userId="3b9bfa0c-75a1-427e-ae61-7069a76100c3" providerId="ADAL" clId="{AA033F13-DCB0-421A-8B4F-92B7EF743B5B}" dt="2023-08-09T16:09:02.295" v="323"/>
          <ac:inkMkLst>
            <pc:docMk/>
            <pc:sldMk cId="2873711781" sldId="262"/>
            <ac:inkMk id="30" creationId="{8B21C608-0848-C971-F54D-DA5B7F2D14A2}"/>
          </ac:inkMkLst>
        </pc:inkChg>
        <pc:inkChg chg="add">
          <ac:chgData name="O'Connor, Jacqueline Antonia" userId="3b9bfa0c-75a1-427e-ae61-7069a76100c3" providerId="ADAL" clId="{AA033F13-DCB0-421A-8B4F-92B7EF743B5B}" dt="2023-08-09T16:08:57.684" v="316" actId="9405"/>
          <ac:inkMkLst>
            <pc:docMk/>
            <pc:sldMk cId="2873711781" sldId="262"/>
            <ac:inkMk id="31" creationId="{80ABD29B-FE0F-1714-1C6C-3F437D782E6B}"/>
          </ac:inkMkLst>
        </pc:inkChg>
        <pc:inkChg chg="add mod">
          <ac:chgData name="O'Connor, Jacqueline Antonia" userId="3b9bfa0c-75a1-427e-ae61-7069a76100c3" providerId="ADAL" clId="{AA033F13-DCB0-421A-8B4F-92B7EF743B5B}" dt="2023-08-09T16:09:02.295" v="323"/>
          <ac:inkMkLst>
            <pc:docMk/>
            <pc:sldMk cId="2873711781" sldId="262"/>
            <ac:inkMk id="32" creationId="{98A3306D-E208-D976-03F8-8242563E1691}"/>
          </ac:inkMkLst>
        </pc:inkChg>
        <pc:inkChg chg="add mod">
          <ac:chgData name="O'Connor, Jacqueline Antonia" userId="3b9bfa0c-75a1-427e-ae61-7069a76100c3" providerId="ADAL" clId="{AA033F13-DCB0-421A-8B4F-92B7EF743B5B}" dt="2023-08-09T16:09:02.295" v="323"/>
          <ac:inkMkLst>
            <pc:docMk/>
            <pc:sldMk cId="2873711781" sldId="262"/>
            <ac:inkMk id="33" creationId="{F4175400-DA44-21A1-0024-06886B2504BF}"/>
          </ac:inkMkLst>
        </pc:inkChg>
        <pc:inkChg chg="add mod">
          <ac:chgData name="O'Connor, Jacqueline Antonia" userId="3b9bfa0c-75a1-427e-ae61-7069a76100c3" providerId="ADAL" clId="{AA033F13-DCB0-421A-8B4F-92B7EF743B5B}" dt="2023-08-09T16:09:05.355" v="330"/>
          <ac:inkMkLst>
            <pc:docMk/>
            <pc:sldMk cId="2873711781" sldId="262"/>
            <ac:inkMk id="34" creationId="{1A8A2530-7D3D-C27A-AB92-2FD889E0A89C}"/>
          </ac:inkMkLst>
        </pc:inkChg>
        <pc:inkChg chg="add mod">
          <ac:chgData name="O'Connor, Jacqueline Antonia" userId="3b9bfa0c-75a1-427e-ae61-7069a76100c3" providerId="ADAL" clId="{AA033F13-DCB0-421A-8B4F-92B7EF743B5B}" dt="2023-08-09T16:09:05.355" v="330"/>
          <ac:inkMkLst>
            <pc:docMk/>
            <pc:sldMk cId="2873711781" sldId="262"/>
            <ac:inkMk id="35" creationId="{1EF4DA4A-E1C9-E5AF-C2A9-AD42724545B2}"/>
          </ac:inkMkLst>
        </pc:inkChg>
        <pc:inkChg chg="add mod">
          <ac:chgData name="O'Connor, Jacqueline Antonia" userId="3b9bfa0c-75a1-427e-ae61-7069a76100c3" providerId="ADAL" clId="{AA033F13-DCB0-421A-8B4F-92B7EF743B5B}" dt="2023-08-09T16:09:05.355" v="330"/>
          <ac:inkMkLst>
            <pc:docMk/>
            <pc:sldMk cId="2873711781" sldId="262"/>
            <ac:inkMk id="36" creationId="{B8389A97-8158-6B73-19DD-19506977741D}"/>
          </ac:inkMkLst>
        </pc:inkChg>
        <pc:inkChg chg="add mod">
          <ac:chgData name="O'Connor, Jacqueline Antonia" userId="3b9bfa0c-75a1-427e-ae61-7069a76100c3" providerId="ADAL" clId="{AA033F13-DCB0-421A-8B4F-92B7EF743B5B}" dt="2023-08-09T16:09:05.355" v="330"/>
          <ac:inkMkLst>
            <pc:docMk/>
            <pc:sldMk cId="2873711781" sldId="262"/>
            <ac:inkMk id="37" creationId="{2F5AF0D7-C5E3-66B0-D376-1BB1110E990C}"/>
          </ac:inkMkLst>
        </pc:inkChg>
        <pc:inkChg chg="add mod">
          <ac:chgData name="O'Connor, Jacqueline Antonia" userId="3b9bfa0c-75a1-427e-ae61-7069a76100c3" providerId="ADAL" clId="{AA033F13-DCB0-421A-8B4F-92B7EF743B5B}" dt="2023-08-09T16:09:05.355" v="330"/>
          <ac:inkMkLst>
            <pc:docMk/>
            <pc:sldMk cId="2873711781" sldId="262"/>
            <ac:inkMk id="40" creationId="{4EF434A6-CC05-D22C-3192-DE6411C4EBD2}"/>
          </ac:inkMkLst>
        </pc:inkChg>
        <pc:inkChg chg="add mod">
          <ac:chgData name="O'Connor, Jacqueline Antonia" userId="3b9bfa0c-75a1-427e-ae61-7069a76100c3" providerId="ADAL" clId="{AA033F13-DCB0-421A-8B4F-92B7EF743B5B}" dt="2023-08-09T16:09:05.355" v="330"/>
          <ac:inkMkLst>
            <pc:docMk/>
            <pc:sldMk cId="2873711781" sldId="262"/>
            <ac:inkMk id="41" creationId="{FE4BCC30-4C9C-C5E0-FCC4-628A488D78AD}"/>
          </ac:inkMkLst>
        </pc:inkChg>
        <pc:inkChg chg="add mod">
          <ac:chgData name="O'Connor, Jacqueline Antonia" userId="3b9bfa0c-75a1-427e-ae61-7069a76100c3" providerId="ADAL" clId="{AA033F13-DCB0-421A-8B4F-92B7EF743B5B}" dt="2023-08-09T16:09:05.355" v="330"/>
          <ac:inkMkLst>
            <pc:docMk/>
            <pc:sldMk cId="2873711781" sldId="262"/>
            <ac:inkMk id="42" creationId="{D78A0A04-1066-9E71-F10C-CB0718EDA0A3}"/>
          </ac:inkMkLst>
        </pc:inkChg>
        <pc:inkChg chg="add">
          <ac:chgData name="O'Connor, Jacqueline Antonia" userId="3b9bfa0c-75a1-427e-ae61-7069a76100c3" providerId="ADAL" clId="{AA033F13-DCB0-421A-8B4F-92B7EF743B5B}" dt="2023-08-09T16:09:03.636" v="327" actId="9405"/>
          <ac:inkMkLst>
            <pc:docMk/>
            <pc:sldMk cId="2873711781" sldId="262"/>
            <ac:inkMk id="43" creationId="{1C1C6138-1277-9C1B-FD11-5B194E253788}"/>
          </ac:inkMkLst>
        </pc:inkChg>
        <pc:inkChg chg="add mod">
          <ac:chgData name="O'Connor, Jacqueline Antonia" userId="3b9bfa0c-75a1-427e-ae61-7069a76100c3" providerId="ADAL" clId="{AA033F13-DCB0-421A-8B4F-92B7EF743B5B}" dt="2023-08-09T16:09:05.355" v="330"/>
          <ac:inkMkLst>
            <pc:docMk/>
            <pc:sldMk cId="2873711781" sldId="262"/>
            <ac:inkMk id="44" creationId="{07D03D74-AC5B-63D3-7820-4E740921D005}"/>
          </ac:inkMkLst>
        </pc:inkChg>
        <pc:inkChg chg="add mod">
          <ac:chgData name="O'Connor, Jacqueline Antonia" userId="3b9bfa0c-75a1-427e-ae61-7069a76100c3" providerId="ADAL" clId="{AA033F13-DCB0-421A-8B4F-92B7EF743B5B}" dt="2023-08-09T16:09:05.355" v="330"/>
          <ac:inkMkLst>
            <pc:docMk/>
            <pc:sldMk cId="2873711781" sldId="262"/>
            <ac:inkMk id="45" creationId="{1E04A2A9-4EC9-E0AF-7610-CB0B26D10A75}"/>
          </ac:inkMkLst>
        </pc:inkChg>
        <pc:inkChg chg="add mod">
          <ac:chgData name="O'Connor, Jacqueline Antonia" userId="3b9bfa0c-75a1-427e-ae61-7069a76100c3" providerId="ADAL" clId="{AA033F13-DCB0-421A-8B4F-92B7EF743B5B}" dt="2023-08-09T16:09:11.513" v="338"/>
          <ac:inkMkLst>
            <pc:docMk/>
            <pc:sldMk cId="2873711781" sldId="262"/>
            <ac:inkMk id="47" creationId="{6405EA13-7C35-B92E-63E9-AA1F0E453A16}"/>
          </ac:inkMkLst>
        </pc:inkChg>
        <pc:inkChg chg="add mod">
          <ac:chgData name="O'Connor, Jacqueline Antonia" userId="3b9bfa0c-75a1-427e-ae61-7069a76100c3" providerId="ADAL" clId="{AA033F13-DCB0-421A-8B4F-92B7EF743B5B}" dt="2023-08-09T16:09:11.513" v="338"/>
          <ac:inkMkLst>
            <pc:docMk/>
            <pc:sldMk cId="2873711781" sldId="262"/>
            <ac:inkMk id="48" creationId="{E12CB071-7C2F-6343-707F-67E898729041}"/>
          </ac:inkMkLst>
        </pc:inkChg>
        <pc:inkChg chg="add mod">
          <ac:chgData name="O'Connor, Jacqueline Antonia" userId="3b9bfa0c-75a1-427e-ae61-7069a76100c3" providerId="ADAL" clId="{AA033F13-DCB0-421A-8B4F-92B7EF743B5B}" dt="2023-08-09T16:09:11.513" v="338"/>
          <ac:inkMkLst>
            <pc:docMk/>
            <pc:sldMk cId="2873711781" sldId="262"/>
            <ac:inkMk id="49" creationId="{5568313D-29F2-3904-C9BA-88DC3C6B541E}"/>
          </ac:inkMkLst>
        </pc:inkChg>
        <pc:inkChg chg="add mod">
          <ac:chgData name="O'Connor, Jacqueline Antonia" userId="3b9bfa0c-75a1-427e-ae61-7069a76100c3" providerId="ADAL" clId="{AA033F13-DCB0-421A-8B4F-92B7EF743B5B}" dt="2023-08-09T16:09:11.513" v="338"/>
          <ac:inkMkLst>
            <pc:docMk/>
            <pc:sldMk cId="2873711781" sldId="262"/>
            <ac:inkMk id="50" creationId="{B49F1438-EFDE-478E-B3AC-F42A43A8EF63}"/>
          </ac:inkMkLst>
        </pc:inkChg>
        <pc:inkChg chg="add mod">
          <ac:chgData name="O'Connor, Jacqueline Antonia" userId="3b9bfa0c-75a1-427e-ae61-7069a76100c3" providerId="ADAL" clId="{AA033F13-DCB0-421A-8B4F-92B7EF743B5B}" dt="2023-08-09T16:09:11.513" v="338"/>
          <ac:inkMkLst>
            <pc:docMk/>
            <pc:sldMk cId="2873711781" sldId="262"/>
            <ac:inkMk id="51" creationId="{FA117726-EC72-1CCE-DC5A-AD9C1FE7105D}"/>
          </ac:inkMkLst>
        </pc:inkChg>
        <pc:inkChg chg="add mod">
          <ac:chgData name="O'Connor, Jacqueline Antonia" userId="3b9bfa0c-75a1-427e-ae61-7069a76100c3" providerId="ADAL" clId="{AA033F13-DCB0-421A-8B4F-92B7EF743B5B}" dt="2023-08-09T16:09:11.513" v="338"/>
          <ac:inkMkLst>
            <pc:docMk/>
            <pc:sldMk cId="2873711781" sldId="262"/>
            <ac:inkMk id="52" creationId="{B33865BE-559F-59A3-771E-DD84895AD596}"/>
          </ac:inkMkLst>
        </pc:inkChg>
        <pc:inkChg chg="add mod">
          <ac:chgData name="O'Connor, Jacqueline Antonia" userId="3b9bfa0c-75a1-427e-ae61-7069a76100c3" providerId="ADAL" clId="{AA033F13-DCB0-421A-8B4F-92B7EF743B5B}" dt="2023-08-09T16:09:11.513" v="338"/>
          <ac:inkMkLst>
            <pc:docMk/>
            <pc:sldMk cId="2873711781" sldId="262"/>
            <ac:inkMk id="53" creationId="{54AB672D-38E6-1D1D-93C2-F4641B861C6D}"/>
          </ac:inkMkLst>
        </pc:inkChg>
        <pc:inkChg chg="add mod">
          <ac:chgData name="O'Connor, Jacqueline Antonia" userId="3b9bfa0c-75a1-427e-ae61-7069a76100c3" providerId="ADAL" clId="{AA033F13-DCB0-421A-8B4F-92B7EF743B5B}" dt="2023-08-09T16:09:13.001" v="341"/>
          <ac:inkMkLst>
            <pc:docMk/>
            <pc:sldMk cId="2873711781" sldId="262"/>
            <ac:inkMk id="55" creationId="{95EB82E0-2542-69A5-F8E2-3A5A4317A90C}"/>
          </ac:inkMkLst>
        </pc:inkChg>
        <pc:inkChg chg="add mod">
          <ac:chgData name="O'Connor, Jacqueline Antonia" userId="3b9bfa0c-75a1-427e-ae61-7069a76100c3" providerId="ADAL" clId="{AA033F13-DCB0-421A-8B4F-92B7EF743B5B}" dt="2023-08-09T16:09:13.001" v="341"/>
          <ac:inkMkLst>
            <pc:docMk/>
            <pc:sldMk cId="2873711781" sldId="262"/>
            <ac:inkMk id="56" creationId="{99996438-E3ED-84DF-D8B3-23D22A487A25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58" creationId="{E8121C45-9516-74EE-F9D2-E21E11C5953C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59" creationId="{E666D822-D2B8-B212-C348-0EECB679B65F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0" creationId="{3CA42018-A8F4-B771-435B-0D40798AA763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1" creationId="{86103A7F-9D60-D6E1-009E-CE70988039BF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2" creationId="{6C0DCF3A-B879-61F1-D6B6-CF8918F65813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3" creationId="{7278132C-0090-2937-DF16-80152131D631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4" creationId="{6B8EF527-9191-281E-37D7-D45F32E28C35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5" creationId="{B92BD580-C431-76FA-5B94-D68F9CC01BE3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6" creationId="{1D172D47-E34F-9412-5C0F-403A47F032B4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7" creationId="{BBEF2161-6CB9-D6EA-4441-F557BBEC735C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8" creationId="{B04F5C8E-2A02-AD36-E692-7D388F2C5DB1}"/>
          </ac:inkMkLst>
        </pc:inkChg>
        <pc:inkChg chg="add mod">
          <ac:chgData name="O'Connor, Jacqueline Antonia" userId="3b9bfa0c-75a1-427e-ae61-7069a76100c3" providerId="ADAL" clId="{AA033F13-DCB0-421A-8B4F-92B7EF743B5B}" dt="2023-08-09T16:09:19.178" v="354"/>
          <ac:inkMkLst>
            <pc:docMk/>
            <pc:sldMk cId="2873711781" sldId="262"/>
            <ac:inkMk id="69" creationId="{8E8DA72E-04E9-85CE-91EA-13BA1610F118}"/>
          </ac:inkMkLst>
        </pc:inkChg>
        <pc:inkChg chg="add mod">
          <ac:chgData name="O'Connor, Jacqueline Antonia" userId="3b9bfa0c-75a1-427e-ae61-7069a76100c3" providerId="ADAL" clId="{AA033F13-DCB0-421A-8B4F-92B7EF743B5B}" dt="2023-08-09T16:09:28.505" v="360"/>
          <ac:inkMkLst>
            <pc:docMk/>
            <pc:sldMk cId="2873711781" sldId="262"/>
            <ac:inkMk id="72" creationId="{8FB36102-537A-1A36-03A2-AC3D30EDA5DA}"/>
          </ac:inkMkLst>
        </pc:inkChg>
        <pc:inkChg chg="add mod">
          <ac:chgData name="O'Connor, Jacqueline Antonia" userId="3b9bfa0c-75a1-427e-ae61-7069a76100c3" providerId="ADAL" clId="{AA033F13-DCB0-421A-8B4F-92B7EF743B5B}" dt="2023-08-09T16:09:28.505" v="360"/>
          <ac:inkMkLst>
            <pc:docMk/>
            <pc:sldMk cId="2873711781" sldId="262"/>
            <ac:inkMk id="73" creationId="{59888915-E4EE-618A-FDB0-4AB48D8A37D3}"/>
          </ac:inkMkLst>
        </pc:inkChg>
        <pc:inkChg chg="add mod">
          <ac:chgData name="O'Connor, Jacqueline Antonia" userId="3b9bfa0c-75a1-427e-ae61-7069a76100c3" providerId="ADAL" clId="{AA033F13-DCB0-421A-8B4F-92B7EF743B5B}" dt="2023-08-09T16:09:28.505" v="360"/>
          <ac:inkMkLst>
            <pc:docMk/>
            <pc:sldMk cId="2873711781" sldId="262"/>
            <ac:inkMk id="74" creationId="{5EBDD755-AEFB-3673-30DC-36956B910B9E}"/>
          </ac:inkMkLst>
        </pc:inkChg>
        <pc:inkChg chg="add mod">
          <ac:chgData name="O'Connor, Jacqueline Antonia" userId="3b9bfa0c-75a1-427e-ae61-7069a76100c3" providerId="ADAL" clId="{AA033F13-DCB0-421A-8B4F-92B7EF743B5B}" dt="2023-08-09T16:09:28.505" v="360"/>
          <ac:inkMkLst>
            <pc:docMk/>
            <pc:sldMk cId="2873711781" sldId="262"/>
            <ac:inkMk id="75" creationId="{BB14FE77-6A65-2820-65E7-CAFD8BF3E8C4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76" creationId="{407A1B00-EC54-2D34-2A8F-0159DFE089D9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78" creationId="{73B5C283-066F-9487-0899-BDDF2743C9FC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79" creationId="{DF09968A-5B7B-DBB8-1AC4-943026C0C84B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80" creationId="{AB9B861B-7B54-F260-B8C9-CAAA1E42D9A4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81" creationId="{FE00F205-CADF-D1C7-CBEA-7C15DAD7BC41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82" creationId="{FE5223F3-EB72-D160-761E-84A967202B4F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83" creationId="{F3D469EB-C428-2075-4F27-60B69C50F599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84" creationId="{CE23125B-3D58-BFCC-B638-46A1478E3828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85" creationId="{C97ED2A5-BFB1-372C-4996-7C8D6B27A979}"/>
          </ac:inkMkLst>
        </pc:inkChg>
        <pc:inkChg chg="add mod">
          <ac:chgData name="O'Connor, Jacqueline Antonia" userId="3b9bfa0c-75a1-427e-ae61-7069a76100c3" providerId="ADAL" clId="{AA033F13-DCB0-421A-8B4F-92B7EF743B5B}" dt="2023-08-09T16:09:32.461" v="370"/>
          <ac:inkMkLst>
            <pc:docMk/>
            <pc:sldMk cId="2873711781" sldId="262"/>
            <ac:inkMk id="86" creationId="{4AA513C7-1201-280C-BDDE-55861D84CF86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88" creationId="{9058AF70-C03D-1E11-773F-F3F064155280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89" creationId="{ED1EE19E-12D0-70E6-82DD-2EB3B368CBBD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0" creationId="{2317A71A-21AB-8481-1ADF-865055077A80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1" creationId="{BF6A1F14-2DCD-777C-DA01-AC48EDD185C1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2" creationId="{B308FF88-08A8-78B5-FB7D-045E59FDBCF5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3" creationId="{6D6EA9DA-7E1C-BA8F-B4E3-03EB6A689204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4" creationId="{3D99747C-3867-B617-168A-720552ED6E6A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5" creationId="{B32988DF-7F96-69B3-B88F-449B112CDE39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6" creationId="{D05077D9-9C44-05A2-22ED-FF863D9D3436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7" creationId="{D90AC624-8B68-DCB0-C4DE-3AEB6AC0D4E1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8" creationId="{C162A64A-CADC-31A3-6B7C-D9A93309C70C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99" creationId="{92B5A75A-2B02-7E00-35F6-977264EFB2BC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0" creationId="{5B6ADBB0-D147-E4F9-A7EE-DA3F35817420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1" creationId="{118D5D7F-D1E6-2E32-EA50-25743535E4F3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2" creationId="{0E74274F-C26F-C990-6B72-9993C7B3A73F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3" creationId="{2FA5D884-B910-660B-9C12-1D124893417F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4" creationId="{ABECEE0D-3A6D-79FA-4DD5-7D69F0239FAD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5" creationId="{A178F2EB-4F50-3E75-6067-A0B961D9C5B5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6" creationId="{CECF764D-66D6-5647-A1AE-43D0E16902AD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7" creationId="{A4E1B91E-9B82-80C0-B639-D1AFB17F8E5D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8" creationId="{434BC1C9-7CBF-92F8-0051-78393A9068EB}"/>
          </ac:inkMkLst>
        </pc:inkChg>
        <pc:inkChg chg="add mod">
          <ac:chgData name="O'Connor, Jacqueline Antonia" userId="3b9bfa0c-75a1-427e-ae61-7069a76100c3" providerId="ADAL" clId="{AA033F13-DCB0-421A-8B4F-92B7EF743B5B}" dt="2023-08-09T16:09:45.509" v="393"/>
          <ac:inkMkLst>
            <pc:docMk/>
            <pc:sldMk cId="2873711781" sldId="262"/>
            <ac:inkMk id="109" creationId="{88F4983E-D690-3690-EF4A-A5753F2DB297}"/>
          </ac:inkMkLst>
        </pc:inkChg>
      </pc:sldChg>
      <pc:sldChg chg="addSp delSp modSp mod">
        <pc:chgData name="O'Connor, Jacqueline Antonia" userId="3b9bfa0c-75a1-427e-ae61-7069a76100c3" providerId="ADAL" clId="{AA033F13-DCB0-421A-8B4F-92B7EF743B5B}" dt="2023-08-09T16:20:04.980" v="540"/>
        <pc:sldMkLst>
          <pc:docMk/>
          <pc:sldMk cId="2096001205" sldId="263"/>
        </pc:sldMkLst>
        <pc:grpChg chg="mod">
          <ac:chgData name="O'Connor, Jacqueline Antonia" userId="3b9bfa0c-75a1-427e-ae61-7069a76100c3" providerId="ADAL" clId="{AA033F13-DCB0-421A-8B4F-92B7EF743B5B}" dt="2023-08-09T16:17:38.396" v="409"/>
          <ac:grpSpMkLst>
            <pc:docMk/>
            <pc:sldMk cId="2096001205" sldId="263"/>
            <ac:grpSpMk id="17" creationId="{24599F0E-63D4-0F0E-2CAE-3BB29B65CAD5}"/>
          </ac:grpSpMkLst>
        </pc:grpChg>
        <pc:grpChg chg="mod">
          <ac:chgData name="O'Connor, Jacqueline Antonia" userId="3b9bfa0c-75a1-427e-ae61-7069a76100c3" providerId="ADAL" clId="{AA033F13-DCB0-421A-8B4F-92B7EF743B5B}" dt="2023-08-09T16:17:38.396" v="409"/>
          <ac:grpSpMkLst>
            <pc:docMk/>
            <pc:sldMk cId="2096001205" sldId="263"/>
            <ac:grpSpMk id="18" creationId="{5495E98B-102F-4E14-134A-1D8E10853C42}"/>
          </ac:grpSpMkLst>
        </pc:grpChg>
        <pc:grpChg chg="del mod">
          <ac:chgData name="O'Connor, Jacqueline Antonia" userId="3b9bfa0c-75a1-427e-ae61-7069a76100c3" providerId="ADAL" clId="{AA033F13-DCB0-421A-8B4F-92B7EF743B5B}" dt="2023-08-09T16:17:48.423" v="426"/>
          <ac:grpSpMkLst>
            <pc:docMk/>
            <pc:sldMk cId="2096001205" sldId="263"/>
            <ac:grpSpMk id="26" creationId="{F9B8A5B9-8CA3-E885-1FB9-ED89F6516762}"/>
          </ac:grpSpMkLst>
        </pc:grpChg>
        <pc:grpChg chg="mod">
          <ac:chgData name="O'Connor, Jacqueline Antonia" userId="3b9bfa0c-75a1-427e-ae61-7069a76100c3" providerId="ADAL" clId="{AA033F13-DCB0-421A-8B4F-92B7EF743B5B}" dt="2023-08-09T16:17:44.463" v="417"/>
          <ac:grpSpMkLst>
            <pc:docMk/>
            <pc:sldMk cId="2096001205" sldId="263"/>
            <ac:grpSpMk id="27" creationId="{2C9D0E81-BCE8-EAA9-9C6B-74F4E68AC1C9}"/>
          </ac:grpSpMkLst>
        </pc:grpChg>
        <pc:grpChg chg="del mod">
          <ac:chgData name="O'Connor, Jacqueline Antonia" userId="3b9bfa0c-75a1-427e-ae61-7069a76100c3" providerId="ADAL" clId="{AA033F13-DCB0-421A-8B4F-92B7EF743B5B}" dt="2023-08-09T16:17:52.673" v="435"/>
          <ac:grpSpMkLst>
            <pc:docMk/>
            <pc:sldMk cId="2096001205" sldId="263"/>
            <ac:grpSpMk id="35" creationId="{BC506E5F-2D86-BFD9-CCAA-32DF2F8F2368}"/>
          </ac:grpSpMkLst>
        </pc:grpChg>
        <pc:grpChg chg="mod">
          <ac:chgData name="O'Connor, Jacqueline Antonia" userId="3b9bfa0c-75a1-427e-ae61-7069a76100c3" providerId="ADAL" clId="{AA033F13-DCB0-421A-8B4F-92B7EF743B5B}" dt="2023-08-09T16:17:48.423" v="426"/>
          <ac:grpSpMkLst>
            <pc:docMk/>
            <pc:sldMk cId="2096001205" sldId="263"/>
            <ac:grpSpMk id="36" creationId="{A91B9B15-5D9E-0686-B6E9-7E70012F354C}"/>
          </ac:grpSpMkLst>
        </pc:grpChg>
        <pc:grpChg chg="mod">
          <ac:chgData name="O'Connor, Jacqueline Antonia" userId="3b9bfa0c-75a1-427e-ae61-7069a76100c3" providerId="ADAL" clId="{AA033F13-DCB0-421A-8B4F-92B7EF743B5B}" dt="2023-08-09T16:17:52.673" v="435"/>
          <ac:grpSpMkLst>
            <pc:docMk/>
            <pc:sldMk cId="2096001205" sldId="263"/>
            <ac:grpSpMk id="45" creationId="{43C1A69A-71E3-DC3D-507F-2B5AFB646292}"/>
          </ac:grpSpMkLst>
        </pc:grpChg>
        <pc:grpChg chg="mod">
          <ac:chgData name="O'Connor, Jacqueline Antonia" userId="3b9bfa0c-75a1-427e-ae61-7069a76100c3" providerId="ADAL" clId="{AA033F13-DCB0-421A-8B4F-92B7EF743B5B}" dt="2023-08-09T16:18:08.986" v="441"/>
          <ac:grpSpMkLst>
            <pc:docMk/>
            <pc:sldMk cId="2096001205" sldId="263"/>
            <ac:grpSpMk id="51" creationId="{7A02C58A-64BC-1717-9FD4-D34931C8A472}"/>
          </ac:grpSpMkLst>
        </pc:grpChg>
        <pc:grpChg chg="del mod">
          <ac:chgData name="O'Connor, Jacqueline Antonia" userId="3b9bfa0c-75a1-427e-ae61-7069a76100c3" providerId="ADAL" clId="{AA033F13-DCB0-421A-8B4F-92B7EF743B5B}" dt="2023-08-09T16:18:31.248" v="443"/>
          <ac:grpSpMkLst>
            <pc:docMk/>
            <pc:sldMk cId="2096001205" sldId="263"/>
            <ac:grpSpMk id="52" creationId="{201E4087-02D6-88E1-2987-5F5AC3FD1C82}"/>
          </ac:grpSpMkLst>
        </pc:grpChg>
        <pc:grpChg chg="mod">
          <ac:chgData name="O'Connor, Jacqueline Antonia" userId="3b9bfa0c-75a1-427e-ae61-7069a76100c3" providerId="ADAL" clId="{AA033F13-DCB0-421A-8B4F-92B7EF743B5B}" dt="2023-08-09T16:18:31.248" v="443"/>
          <ac:grpSpMkLst>
            <pc:docMk/>
            <pc:sldMk cId="2096001205" sldId="263"/>
            <ac:grpSpMk id="54" creationId="{DAA2877D-FE40-2A7C-EF17-01A60A459D72}"/>
          </ac:grpSpMkLst>
        </pc:grpChg>
        <pc:grpChg chg="mod">
          <ac:chgData name="O'Connor, Jacqueline Antonia" userId="3b9bfa0c-75a1-427e-ae61-7069a76100c3" providerId="ADAL" clId="{AA033F13-DCB0-421A-8B4F-92B7EF743B5B}" dt="2023-08-09T16:19:08.931" v="446"/>
          <ac:grpSpMkLst>
            <pc:docMk/>
            <pc:sldMk cId="2096001205" sldId="263"/>
            <ac:grpSpMk id="57" creationId="{B3A86769-1492-D01B-B788-B1E891C482D0}"/>
          </ac:grpSpMkLst>
        </pc:grpChg>
        <pc:grpChg chg="del mod">
          <ac:chgData name="O'Connor, Jacqueline Antonia" userId="3b9bfa0c-75a1-427e-ae61-7069a76100c3" providerId="ADAL" clId="{AA033F13-DCB0-421A-8B4F-92B7EF743B5B}" dt="2023-08-09T16:19:24.583" v="472"/>
          <ac:grpSpMkLst>
            <pc:docMk/>
            <pc:sldMk cId="2096001205" sldId="263"/>
            <ac:grpSpMk id="73" creationId="{764BEAB6-0F9E-6D12-88D6-8D0002DDED7A}"/>
          </ac:grpSpMkLst>
        </pc:grpChg>
        <pc:grpChg chg="mod">
          <ac:chgData name="O'Connor, Jacqueline Antonia" userId="3b9bfa0c-75a1-427e-ae61-7069a76100c3" providerId="ADAL" clId="{AA033F13-DCB0-421A-8B4F-92B7EF743B5B}" dt="2023-08-09T16:19:19.483" v="462"/>
          <ac:grpSpMkLst>
            <pc:docMk/>
            <pc:sldMk cId="2096001205" sldId="263"/>
            <ac:grpSpMk id="74" creationId="{EA48AC4D-9FF3-C29D-ADB8-917F21884851}"/>
          </ac:grpSpMkLst>
        </pc:grpChg>
        <pc:grpChg chg="mod">
          <ac:chgData name="O'Connor, Jacqueline Antonia" userId="3b9bfa0c-75a1-427e-ae61-7069a76100c3" providerId="ADAL" clId="{AA033F13-DCB0-421A-8B4F-92B7EF743B5B}" dt="2023-08-09T16:19:24.583" v="472"/>
          <ac:grpSpMkLst>
            <pc:docMk/>
            <pc:sldMk cId="2096001205" sldId="263"/>
            <ac:grpSpMk id="84" creationId="{7F4D4DDA-C77B-2524-8965-EB705D2AEB1A}"/>
          </ac:grpSpMkLst>
        </pc:grpChg>
        <pc:grpChg chg="mod">
          <ac:chgData name="O'Connor, Jacqueline Antonia" userId="3b9bfa0c-75a1-427e-ae61-7069a76100c3" providerId="ADAL" clId="{AA033F13-DCB0-421A-8B4F-92B7EF743B5B}" dt="2023-08-09T16:19:24.583" v="472"/>
          <ac:grpSpMkLst>
            <pc:docMk/>
            <pc:sldMk cId="2096001205" sldId="263"/>
            <ac:grpSpMk id="85" creationId="{182646EB-1965-1CD5-BE5A-3F88283A4EE2}"/>
          </ac:grpSpMkLst>
        </pc:grpChg>
        <pc:grpChg chg="mod">
          <ac:chgData name="O'Connor, Jacqueline Antonia" userId="3b9bfa0c-75a1-427e-ae61-7069a76100c3" providerId="ADAL" clId="{AA033F13-DCB0-421A-8B4F-92B7EF743B5B}" dt="2023-08-09T16:19:30.927" v="483"/>
          <ac:grpSpMkLst>
            <pc:docMk/>
            <pc:sldMk cId="2096001205" sldId="263"/>
            <ac:grpSpMk id="96" creationId="{81EC9BB6-8FA6-B7FE-2933-CD353F289834}"/>
          </ac:grpSpMkLst>
        </pc:grpChg>
        <pc:grpChg chg="mod">
          <ac:chgData name="O'Connor, Jacqueline Antonia" userId="3b9bfa0c-75a1-427e-ae61-7069a76100c3" providerId="ADAL" clId="{AA033F13-DCB0-421A-8B4F-92B7EF743B5B}" dt="2023-08-09T16:19:39.659" v="493"/>
          <ac:grpSpMkLst>
            <pc:docMk/>
            <pc:sldMk cId="2096001205" sldId="263"/>
            <ac:grpSpMk id="106" creationId="{AF0D6074-8BAB-FC61-1B32-CCCF84FB23F3}"/>
          </ac:grpSpMkLst>
        </pc:grpChg>
        <pc:grpChg chg="del mod">
          <ac:chgData name="O'Connor, Jacqueline Antonia" userId="3b9bfa0c-75a1-427e-ae61-7069a76100c3" providerId="ADAL" clId="{AA033F13-DCB0-421A-8B4F-92B7EF743B5B}" dt="2023-08-09T16:19:39.659" v="493"/>
          <ac:grpSpMkLst>
            <pc:docMk/>
            <pc:sldMk cId="2096001205" sldId="263"/>
            <ac:grpSpMk id="107" creationId="{E3B60243-4D00-7BEE-986E-4B882B9BD403}"/>
          </ac:grpSpMkLst>
        </pc:grpChg>
        <pc:grpChg chg="mod">
          <ac:chgData name="O'Connor, Jacqueline Antonia" userId="3b9bfa0c-75a1-427e-ae61-7069a76100c3" providerId="ADAL" clId="{AA033F13-DCB0-421A-8B4F-92B7EF743B5B}" dt="2023-08-09T16:19:39.659" v="493"/>
          <ac:grpSpMkLst>
            <pc:docMk/>
            <pc:sldMk cId="2096001205" sldId="263"/>
            <ac:grpSpMk id="108" creationId="{54B16A2A-91F5-6E2F-F11B-225A2BD0ED9E}"/>
          </ac:grpSpMkLst>
        </pc:grpChg>
        <pc:grpChg chg="del mod">
          <ac:chgData name="O'Connor, Jacqueline Antonia" userId="3b9bfa0c-75a1-427e-ae61-7069a76100c3" providerId="ADAL" clId="{AA033F13-DCB0-421A-8B4F-92B7EF743B5B}" dt="2023-08-09T16:19:51.028" v="514"/>
          <ac:grpSpMkLst>
            <pc:docMk/>
            <pc:sldMk cId="2096001205" sldId="263"/>
            <ac:grpSpMk id="112" creationId="{2C21EA0B-A24B-5025-B221-E55BCEE171B1}"/>
          </ac:grpSpMkLst>
        </pc:grpChg>
        <pc:grpChg chg="del mod">
          <ac:chgData name="O'Connor, Jacqueline Antonia" userId="3b9bfa0c-75a1-427e-ae61-7069a76100c3" providerId="ADAL" clId="{AA033F13-DCB0-421A-8B4F-92B7EF743B5B}" dt="2023-08-09T16:19:55.008" v="524"/>
          <ac:grpSpMkLst>
            <pc:docMk/>
            <pc:sldMk cId="2096001205" sldId="263"/>
            <ac:grpSpMk id="129" creationId="{35A44677-C1E8-A638-EA05-A1922312C14F}"/>
          </ac:grpSpMkLst>
        </pc:grpChg>
        <pc:grpChg chg="mod">
          <ac:chgData name="O'Connor, Jacqueline Antonia" userId="3b9bfa0c-75a1-427e-ae61-7069a76100c3" providerId="ADAL" clId="{AA033F13-DCB0-421A-8B4F-92B7EF743B5B}" dt="2023-08-09T16:19:51.028" v="514"/>
          <ac:grpSpMkLst>
            <pc:docMk/>
            <pc:sldMk cId="2096001205" sldId="263"/>
            <ac:grpSpMk id="130" creationId="{97EBD49E-DB94-D191-0A9E-7C957717375E}"/>
          </ac:grpSpMkLst>
        </pc:grpChg>
        <pc:grpChg chg="mod">
          <ac:chgData name="O'Connor, Jacqueline Antonia" userId="3b9bfa0c-75a1-427e-ae61-7069a76100c3" providerId="ADAL" clId="{AA033F13-DCB0-421A-8B4F-92B7EF743B5B}" dt="2023-08-09T16:19:51.028" v="514"/>
          <ac:grpSpMkLst>
            <pc:docMk/>
            <pc:sldMk cId="2096001205" sldId="263"/>
            <ac:grpSpMk id="131" creationId="{EBAB5A64-20D3-60BE-D1EB-006EBDE570D6}"/>
          </ac:grpSpMkLst>
        </pc:grpChg>
        <pc:grpChg chg="del mod">
          <ac:chgData name="O'Connor, Jacqueline Antonia" userId="3b9bfa0c-75a1-427e-ae61-7069a76100c3" providerId="ADAL" clId="{AA033F13-DCB0-421A-8B4F-92B7EF743B5B}" dt="2023-08-09T16:19:56.017" v="527"/>
          <ac:grpSpMkLst>
            <pc:docMk/>
            <pc:sldMk cId="2096001205" sldId="263"/>
            <ac:grpSpMk id="141" creationId="{65D931B7-375E-909A-4857-71C18179411A}"/>
          </ac:grpSpMkLst>
        </pc:grpChg>
        <pc:grpChg chg="mod">
          <ac:chgData name="O'Connor, Jacqueline Antonia" userId="3b9bfa0c-75a1-427e-ae61-7069a76100c3" providerId="ADAL" clId="{AA033F13-DCB0-421A-8B4F-92B7EF743B5B}" dt="2023-08-09T16:19:55.008" v="524"/>
          <ac:grpSpMkLst>
            <pc:docMk/>
            <pc:sldMk cId="2096001205" sldId="263"/>
            <ac:grpSpMk id="142" creationId="{0AFBB6A3-5397-5B85-A8A9-5C97121AF49F}"/>
          </ac:grpSpMkLst>
        </pc:grpChg>
        <pc:grpChg chg="mod">
          <ac:chgData name="O'Connor, Jacqueline Antonia" userId="3b9bfa0c-75a1-427e-ae61-7069a76100c3" providerId="ADAL" clId="{AA033F13-DCB0-421A-8B4F-92B7EF743B5B}" dt="2023-08-09T16:19:56.017" v="527"/>
          <ac:grpSpMkLst>
            <pc:docMk/>
            <pc:sldMk cId="2096001205" sldId="263"/>
            <ac:grpSpMk id="145" creationId="{45453E14-75C3-8695-EBA4-BEF496A02D53}"/>
          </ac:grpSpMkLst>
        </pc:grpChg>
        <pc:grpChg chg="mod">
          <ac:chgData name="O'Connor, Jacqueline Antonia" userId="3b9bfa0c-75a1-427e-ae61-7069a76100c3" providerId="ADAL" clId="{AA033F13-DCB0-421A-8B4F-92B7EF743B5B}" dt="2023-08-09T16:19:58.817" v="530"/>
          <ac:grpSpMkLst>
            <pc:docMk/>
            <pc:sldMk cId="2096001205" sldId="263"/>
            <ac:grpSpMk id="148" creationId="{59FD8401-516A-1734-E811-44EFBA0E3751}"/>
          </ac:grpSpMkLst>
        </pc:grpChg>
        <pc:grpChg chg="mod">
          <ac:chgData name="O'Connor, Jacqueline Antonia" userId="3b9bfa0c-75a1-427e-ae61-7069a76100c3" providerId="ADAL" clId="{AA033F13-DCB0-421A-8B4F-92B7EF743B5B}" dt="2023-08-09T16:20:04.980" v="540"/>
          <ac:grpSpMkLst>
            <pc:docMk/>
            <pc:sldMk cId="2096001205" sldId="263"/>
            <ac:grpSpMk id="158" creationId="{E222C9C6-4896-8B85-2266-C5D3506C8794}"/>
          </ac:grpSpMkLst>
        </pc:grp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2" creationId="{9C08B49E-7EC7-9A8E-124C-4D9EC9E53CA4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3" creationId="{F9B5DB1A-7577-870C-808F-85F5E9812202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4" creationId="{34C73125-C1BC-BB1E-E62F-B7884BA40EFA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5" creationId="{8195C5A8-D11C-6196-EA25-DDD550FD81C9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6" creationId="{3761211B-C0A8-F178-7B48-8678642BEC90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7" creationId="{2EA90041-8B11-6133-2399-859D55DD15DF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8" creationId="{0567B0C5-DEC3-792A-0396-F4CAF02B858D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9" creationId="{87BF7A87-4905-37A2-015C-2EC3E8A25D6F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10" creationId="{2334A527-5C16-7667-2C3B-F940D47C53CA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11" creationId="{BF3408B6-BEC6-E7B1-0750-CD8126FA1F61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12" creationId="{8F6EFC41-9628-4E15-1BD9-2AC47D1CC667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13" creationId="{06596963-4409-6F3F-EA9D-EAF245A121AE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14" creationId="{632E0BAB-53C8-49F8-CAD6-6293D448E0E1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15" creationId="{8F25E970-7EFD-278D-84AB-3A358196A0B8}"/>
          </ac:inkMkLst>
        </pc:inkChg>
        <pc:inkChg chg="add mod">
          <ac:chgData name="O'Connor, Jacqueline Antonia" userId="3b9bfa0c-75a1-427e-ae61-7069a76100c3" providerId="ADAL" clId="{AA033F13-DCB0-421A-8B4F-92B7EF743B5B}" dt="2023-08-09T16:17:38.396" v="409"/>
          <ac:inkMkLst>
            <pc:docMk/>
            <pc:sldMk cId="2096001205" sldId="263"/>
            <ac:inkMk id="16" creationId="{9FDCDFD9-0D38-F168-BE4E-65487D881CC5}"/>
          </ac:inkMkLst>
        </pc:inkChg>
        <pc:inkChg chg="add mod">
          <ac:chgData name="O'Connor, Jacqueline Antonia" userId="3b9bfa0c-75a1-427e-ae61-7069a76100c3" providerId="ADAL" clId="{AA033F13-DCB0-421A-8B4F-92B7EF743B5B}" dt="2023-08-09T16:17:44.463" v="417"/>
          <ac:inkMkLst>
            <pc:docMk/>
            <pc:sldMk cId="2096001205" sldId="263"/>
            <ac:inkMk id="19" creationId="{9A9AF880-7027-F7F0-8497-4F9EBEF5AE82}"/>
          </ac:inkMkLst>
        </pc:inkChg>
        <pc:inkChg chg="add mod">
          <ac:chgData name="O'Connor, Jacqueline Antonia" userId="3b9bfa0c-75a1-427e-ae61-7069a76100c3" providerId="ADAL" clId="{AA033F13-DCB0-421A-8B4F-92B7EF743B5B}" dt="2023-08-09T16:17:44.463" v="417"/>
          <ac:inkMkLst>
            <pc:docMk/>
            <pc:sldMk cId="2096001205" sldId="263"/>
            <ac:inkMk id="20" creationId="{AF109420-A878-E939-B419-79CD4C2E9C89}"/>
          </ac:inkMkLst>
        </pc:inkChg>
        <pc:inkChg chg="add mod">
          <ac:chgData name="O'Connor, Jacqueline Antonia" userId="3b9bfa0c-75a1-427e-ae61-7069a76100c3" providerId="ADAL" clId="{AA033F13-DCB0-421A-8B4F-92B7EF743B5B}" dt="2023-08-09T16:17:48.423" v="426"/>
          <ac:inkMkLst>
            <pc:docMk/>
            <pc:sldMk cId="2096001205" sldId="263"/>
            <ac:inkMk id="21" creationId="{AC3A9C00-0D6A-8AD8-1B7A-E66224BA5F19}"/>
          </ac:inkMkLst>
        </pc:inkChg>
        <pc:inkChg chg="add mod">
          <ac:chgData name="O'Connor, Jacqueline Antonia" userId="3b9bfa0c-75a1-427e-ae61-7069a76100c3" providerId="ADAL" clId="{AA033F13-DCB0-421A-8B4F-92B7EF743B5B}" dt="2023-08-09T16:17:48.423" v="426"/>
          <ac:inkMkLst>
            <pc:docMk/>
            <pc:sldMk cId="2096001205" sldId="263"/>
            <ac:inkMk id="22" creationId="{511287A7-F370-44BC-4AEE-9FDA71D15BF0}"/>
          </ac:inkMkLst>
        </pc:inkChg>
        <pc:inkChg chg="add mod">
          <ac:chgData name="O'Connor, Jacqueline Antonia" userId="3b9bfa0c-75a1-427e-ae61-7069a76100c3" providerId="ADAL" clId="{AA033F13-DCB0-421A-8B4F-92B7EF743B5B}" dt="2023-08-09T16:17:48.423" v="426"/>
          <ac:inkMkLst>
            <pc:docMk/>
            <pc:sldMk cId="2096001205" sldId="263"/>
            <ac:inkMk id="23" creationId="{D3756C8A-7D01-8075-5030-B510A63FDA45}"/>
          </ac:inkMkLst>
        </pc:inkChg>
        <pc:inkChg chg="add mod">
          <ac:chgData name="O'Connor, Jacqueline Antonia" userId="3b9bfa0c-75a1-427e-ae61-7069a76100c3" providerId="ADAL" clId="{AA033F13-DCB0-421A-8B4F-92B7EF743B5B}" dt="2023-08-09T16:17:48.423" v="426"/>
          <ac:inkMkLst>
            <pc:docMk/>
            <pc:sldMk cId="2096001205" sldId="263"/>
            <ac:inkMk id="24" creationId="{35EDC671-B22A-C192-B8EC-E13504126E6B}"/>
          </ac:inkMkLst>
        </pc:inkChg>
        <pc:inkChg chg="add mod">
          <ac:chgData name="O'Connor, Jacqueline Antonia" userId="3b9bfa0c-75a1-427e-ae61-7069a76100c3" providerId="ADAL" clId="{AA033F13-DCB0-421A-8B4F-92B7EF743B5B}" dt="2023-08-09T16:17:48.423" v="426"/>
          <ac:inkMkLst>
            <pc:docMk/>
            <pc:sldMk cId="2096001205" sldId="263"/>
            <ac:inkMk id="25" creationId="{7318F840-02E6-609F-2ACD-56FD6C56EE28}"/>
          </ac:inkMkLst>
        </pc:inkChg>
        <pc:inkChg chg="add mod">
          <ac:chgData name="O'Connor, Jacqueline Antonia" userId="3b9bfa0c-75a1-427e-ae61-7069a76100c3" providerId="ADAL" clId="{AA033F13-DCB0-421A-8B4F-92B7EF743B5B}" dt="2023-08-09T16:17:48.423" v="426"/>
          <ac:inkMkLst>
            <pc:docMk/>
            <pc:sldMk cId="2096001205" sldId="263"/>
            <ac:inkMk id="28" creationId="{DB42AB54-1937-E11E-46BD-6165BEC36A66}"/>
          </ac:inkMkLst>
        </pc:inkChg>
        <pc:inkChg chg="add mod">
          <ac:chgData name="O'Connor, Jacqueline Antonia" userId="3b9bfa0c-75a1-427e-ae61-7069a76100c3" providerId="ADAL" clId="{AA033F13-DCB0-421A-8B4F-92B7EF743B5B}" dt="2023-08-09T16:17:48.423" v="426"/>
          <ac:inkMkLst>
            <pc:docMk/>
            <pc:sldMk cId="2096001205" sldId="263"/>
            <ac:inkMk id="29" creationId="{03907B7C-241F-B3B5-3544-D0D08016D913}"/>
          </ac:inkMkLst>
        </pc:inkChg>
        <pc:inkChg chg="add mod">
          <ac:chgData name="O'Connor, Jacqueline Antonia" userId="3b9bfa0c-75a1-427e-ae61-7069a76100c3" providerId="ADAL" clId="{AA033F13-DCB0-421A-8B4F-92B7EF743B5B}" dt="2023-08-09T16:17:48.423" v="426"/>
          <ac:inkMkLst>
            <pc:docMk/>
            <pc:sldMk cId="2096001205" sldId="263"/>
            <ac:inkMk id="30" creationId="{FECBB2EE-43FE-263D-EA93-46D337C806F3}"/>
          </ac:inkMkLst>
        </pc:inkChg>
        <pc:inkChg chg="add mod">
          <ac:chgData name="O'Connor, Jacqueline Antonia" userId="3b9bfa0c-75a1-427e-ae61-7069a76100c3" providerId="ADAL" clId="{AA033F13-DCB0-421A-8B4F-92B7EF743B5B}" dt="2023-08-09T16:17:48.423" v="426"/>
          <ac:inkMkLst>
            <pc:docMk/>
            <pc:sldMk cId="2096001205" sldId="263"/>
            <ac:inkMk id="31" creationId="{5A28EE51-4CA7-FA6F-96F1-28D58CF2241C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32" creationId="{313640BE-21FA-B45E-1768-569B9922FE8A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33" creationId="{C06EECAD-D6DF-69D4-1665-269DD543CAD7}"/>
          </ac:inkMkLst>
        </pc:inkChg>
        <pc:inkChg chg="add del">
          <ac:chgData name="O'Connor, Jacqueline Antonia" userId="3b9bfa0c-75a1-427e-ae61-7069a76100c3" providerId="ADAL" clId="{AA033F13-DCB0-421A-8B4F-92B7EF743B5B}" dt="2023-08-09T16:17:48.114" v="425"/>
          <ac:inkMkLst>
            <pc:docMk/>
            <pc:sldMk cId="2096001205" sldId="263"/>
            <ac:inkMk id="34" creationId="{45BCE928-C829-4FE7-E61D-D1EFC6C8523F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37" creationId="{F91A4B54-9E88-A467-E4EF-17E0B7774886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38" creationId="{46BC02D4-BFF9-03CF-3CE7-164B5BA367B1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39" creationId="{9CECB807-5B07-207D-65C5-8D894F34BC9B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40" creationId="{91792C95-B63E-847C-75D7-7680C40A3398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41" creationId="{615BABB5-3140-A577-96C1-3054CE39E888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42" creationId="{9C9791C0-E456-9A40-2CB8-FD26C02F70CB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43" creationId="{D4ACCC8A-6DA2-3753-21C0-86B4CC4486E0}"/>
          </ac:inkMkLst>
        </pc:inkChg>
        <pc:inkChg chg="add mod">
          <ac:chgData name="O'Connor, Jacqueline Antonia" userId="3b9bfa0c-75a1-427e-ae61-7069a76100c3" providerId="ADAL" clId="{AA033F13-DCB0-421A-8B4F-92B7EF743B5B}" dt="2023-08-09T16:17:52.673" v="435"/>
          <ac:inkMkLst>
            <pc:docMk/>
            <pc:sldMk cId="2096001205" sldId="263"/>
            <ac:inkMk id="44" creationId="{F9D237F3-3697-6A68-899E-DC53BBC2BF9E}"/>
          </ac:inkMkLst>
        </pc:inkChg>
        <pc:inkChg chg="add mod">
          <ac:chgData name="O'Connor, Jacqueline Antonia" userId="3b9bfa0c-75a1-427e-ae61-7069a76100c3" providerId="ADAL" clId="{AA033F13-DCB0-421A-8B4F-92B7EF743B5B}" dt="2023-08-09T16:18:31.248" v="443"/>
          <ac:inkMkLst>
            <pc:docMk/>
            <pc:sldMk cId="2096001205" sldId="263"/>
            <ac:inkMk id="46" creationId="{396FAA70-F861-76AE-872E-EA606CB5FD43}"/>
          </ac:inkMkLst>
        </pc:inkChg>
        <pc:inkChg chg="add mod">
          <ac:chgData name="O'Connor, Jacqueline Antonia" userId="3b9bfa0c-75a1-427e-ae61-7069a76100c3" providerId="ADAL" clId="{AA033F13-DCB0-421A-8B4F-92B7EF743B5B}" dt="2023-08-09T16:18:31.248" v="443"/>
          <ac:inkMkLst>
            <pc:docMk/>
            <pc:sldMk cId="2096001205" sldId="263"/>
            <ac:inkMk id="47" creationId="{81E8B2D9-FD73-7B27-D364-535F8AEB6852}"/>
          </ac:inkMkLst>
        </pc:inkChg>
        <pc:inkChg chg="add mod">
          <ac:chgData name="O'Connor, Jacqueline Antonia" userId="3b9bfa0c-75a1-427e-ae61-7069a76100c3" providerId="ADAL" clId="{AA033F13-DCB0-421A-8B4F-92B7EF743B5B}" dt="2023-08-09T16:18:08.986" v="441"/>
          <ac:inkMkLst>
            <pc:docMk/>
            <pc:sldMk cId="2096001205" sldId="263"/>
            <ac:inkMk id="48" creationId="{2CDB6044-4D8D-2AE6-06C3-52214238F0F7}"/>
          </ac:inkMkLst>
        </pc:inkChg>
        <pc:inkChg chg="add mod">
          <ac:chgData name="O'Connor, Jacqueline Antonia" userId="3b9bfa0c-75a1-427e-ae61-7069a76100c3" providerId="ADAL" clId="{AA033F13-DCB0-421A-8B4F-92B7EF743B5B}" dt="2023-08-09T16:18:08.986" v="441"/>
          <ac:inkMkLst>
            <pc:docMk/>
            <pc:sldMk cId="2096001205" sldId="263"/>
            <ac:inkMk id="49" creationId="{CA0570E2-49E7-AE55-EBCF-1E779B6B39BC}"/>
          </ac:inkMkLst>
        </pc:inkChg>
        <pc:inkChg chg="add mod">
          <ac:chgData name="O'Connor, Jacqueline Antonia" userId="3b9bfa0c-75a1-427e-ae61-7069a76100c3" providerId="ADAL" clId="{AA033F13-DCB0-421A-8B4F-92B7EF743B5B}" dt="2023-08-09T16:18:08.986" v="441"/>
          <ac:inkMkLst>
            <pc:docMk/>
            <pc:sldMk cId="2096001205" sldId="263"/>
            <ac:inkMk id="50" creationId="{CADC12E6-2E24-BA8A-3099-8BD2F75F96FE}"/>
          </ac:inkMkLst>
        </pc:inkChg>
        <pc:inkChg chg="add mod">
          <ac:chgData name="O'Connor, Jacqueline Antonia" userId="3b9bfa0c-75a1-427e-ae61-7069a76100c3" providerId="ADAL" clId="{AA033F13-DCB0-421A-8B4F-92B7EF743B5B}" dt="2023-08-09T16:18:31.248" v="443"/>
          <ac:inkMkLst>
            <pc:docMk/>
            <pc:sldMk cId="2096001205" sldId="263"/>
            <ac:inkMk id="53" creationId="{8A03F159-114B-B986-74A8-6B79C1459CFA}"/>
          </ac:inkMkLst>
        </pc:inkChg>
        <pc:inkChg chg="add mod">
          <ac:chgData name="O'Connor, Jacqueline Antonia" userId="3b9bfa0c-75a1-427e-ae61-7069a76100c3" providerId="ADAL" clId="{AA033F13-DCB0-421A-8B4F-92B7EF743B5B}" dt="2023-08-09T16:19:08.931" v="446"/>
          <ac:inkMkLst>
            <pc:docMk/>
            <pc:sldMk cId="2096001205" sldId="263"/>
            <ac:inkMk id="55" creationId="{2F334EBE-A6D0-FDD6-B88D-74B7A4682E54}"/>
          </ac:inkMkLst>
        </pc:inkChg>
        <pc:inkChg chg="add mod">
          <ac:chgData name="O'Connor, Jacqueline Antonia" userId="3b9bfa0c-75a1-427e-ae61-7069a76100c3" providerId="ADAL" clId="{AA033F13-DCB0-421A-8B4F-92B7EF743B5B}" dt="2023-08-09T16:19:08.931" v="446"/>
          <ac:inkMkLst>
            <pc:docMk/>
            <pc:sldMk cId="2096001205" sldId="263"/>
            <ac:inkMk id="56" creationId="{B9A6E526-CC44-5404-B023-4C6BE2C0C12C}"/>
          </ac:inkMkLst>
        </pc:inkChg>
        <pc:inkChg chg="add">
          <ac:chgData name="O'Connor, Jacqueline Antonia" userId="3b9bfa0c-75a1-427e-ae61-7069a76100c3" providerId="ADAL" clId="{AA033F13-DCB0-421A-8B4F-92B7EF743B5B}" dt="2023-08-09T16:19:11.390" v="447" actId="9405"/>
          <ac:inkMkLst>
            <pc:docMk/>
            <pc:sldMk cId="2096001205" sldId="263"/>
            <ac:inkMk id="58" creationId="{851770E4-0547-2012-924C-12EAEE0325BD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59" creationId="{63FFD802-7A6E-8CC5-6571-B6E1B635DAF6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0" creationId="{6182D8BC-5E22-2D71-899B-0B33982EA309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1" creationId="{03257CA4-4E16-75F4-B151-562601BD1358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2" creationId="{6AEF1C3F-A300-4181-708C-62EA1C1C94F8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3" creationId="{6596CFB6-927B-11CC-F738-786FE1151151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4" creationId="{490125E6-787F-E2AD-B9B9-4173B754E4B6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5" creationId="{F1DE9F6B-22D8-1C99-4436-158E2F7E36F4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6" creationId="{BD93EE35-4B87-A155-7001-648A35DE6621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7" creationId="{2C67B291-032C-3E6F-A303-4F3EB467CCC2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8" creationId="{5E22BB61-4FE8-084B-3F2D-F11C2AD399BF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69" creationId="{B2C02EC1-DA10-77E1-E6AD-6495DA8B538A}"/>
          </ac:inkMkLst>
        </pc:inkChg>
        <pc:inkChg chg="add mod">
          <ac:chgData name="O'Connor, Jacqueline Antonia" userId="3b9bfa0c-75a1-427e-ae61-7069a76100c3" providerId="ADAL" clId="{AA033F13-DCB0-421A-8B4F-92B7EF743B5B}" dt="2023-08-09T16:19:19.483" v="462"/>
          <ac:inkMkLst>
            <pc:docMk/>
            <pc:sldMk cId="2096001205" sldId="263"/>
            <ac:inkMk id="70" creationId="{DCE95313-0D15-25C5-F28C-B4AE416EADBE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71" creationId="{66A6B0B4-A0D4-4223-01D6-C1B4E7A0C5D5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72" creationId="{264E6F1F-7986-F204-C875-361FB982ED3D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75" creationId="{DB630068-444C-1390-F424-C0A890C0B63E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76" creationId="{54DA7005-2E5D-FDD9-E319-587DB5369027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77" creationId="{BBD1F1C1-3AFD-F3F8-985A-82D8A3F020EB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78" creationId="{09F55153-7F09-B29C-784F-DEF94DE99288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79" creationId="{CAED434F-2CC1-A154-E978-993CE621A23D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80" creationId="{9113461B-53F2-622B-6B84-2E07F5BB5940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81" creationId="{DA52B7F2-D06C-7703-7DDA-6E25D521748D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82" creationId="{3F9385A0-24DF-8453-0D5B-AE88B91A06DB}"/>
          </ac:inkMkLst>
        </pc:inkChg>
        <pc:inkChg chg="add mod">
          <ac:chgData name="O'Connor, Jacqueline Antonia" userId="3b9bfa0c-75a1-427e-ae61-7069a76100c3" providerId="ADAL" clId="{AA033F13-DCB0-421A-8B4F-92B7EF743B5B}" dt="2023-08-09T16:19:24.583" v="472"/>
          <ac:inkMkLst>
            <pc:docMk/>
            <pc:sldMk cId="2096001205" sldId="263"/>
            <ac:inkMk id="83" creationId="{C87D38C8-95C3-1594-C967-2B1937B3B61B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86" creationId="{3DE91212-BD60-D048-7B9A-47125F7AC2D5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87" creationId="{76D8EB9A-81F0-E0D7-3A59-C40A8104AF3D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88" creationId="{6703418D-6FAC-BD19-1B4A-84E70FE46ADC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89" creationId="{FFF88E68-97CB-B7BD-6671-D3E52A6B54A7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90" creationId="{70E5E23E-855E-AE5C-2C69-6A1107B9C09C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91" creationId="{DBBB912A-C29C-74AE-F8EA-610F80FF0780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92" creationId="{C62DE10C-A3F0-7110-4782-751D54D15AC3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93" creationId="{58F9A137-70E4-5494-F14D-3EB1CD6F6C69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94" creationId="{EA06F758-9546-637B-24A3-45ABC1B8D5F2}"/>
          </ac:inkMkLst>
        </pc:inkChg>
        <pc:inkChg chg="add mod">
          <ac:chgData name="O'Connor, Jacqueline Antonia" userId="3b9bfa0c-75a1-427e-ae61-7069a76100c3" providerId="ADAL" clId="{AA033F13-DCB0-421A-8B4F-92B7EF743B5B}" dt="2023-08-09T16:19:30.927" v="483"/>
          <ac:inkMkLst>
            <pc:docMk/>
            <pc:sldMk cId="2096001205" sldId="263"/>
            <ac:inkMk id="95" creationId="{BCFAD771-198A-95C3-A281-034BE74F09A1}"/>
          </ac:inkMkLst>
        </pc:inkChg>
        <pc:inkChg chg="add mod">
          <ac:chgData name="O'Connor, Jacqueline Antonia" userId="3b9bfa0c-75a1-427e-ae61-7069a76100c3" providerId="ADAL" clId="{AA033F13-DCB0-421A-8B4F-92B7EF743B5B}" dt="2023-08-09T16:19:39.659" v="493"/>
          <ac:inkMkLst>
            <pc:docMk/>
            <pc:sldMk cId="2096001205" sldId="263"/>
            <ac:inkMk id="97" creationId="{2A6E9D70-CD8C-2D20-3D3C-DCC91304A901}"/>
          </ac:inkMkLst>
        </pc:inkChg>
        <pc:inkChg chg="add mod">
          <ac:chgData name="O'Connor, Jacqueline Antonia" userId="3b9bfa0c-75a1-427e-ae61-7069a76100c3" providerId="ADAL" clId="{AA033F13-DCB0-421A-8B4F-92B7EF743B5B}" dt="2023-08-09T16:19:39.659" v="493"/>
          <ac:inkMkLst>
            <pc:docMk/>
            <pc:sldMk cId="2096001205" sldId="263"/>
            <ac:inkMk id="98" creationId="{01055C99-89D5-42D7-A91F-718B392C36E8}"/>
          </ac:inkMkLst>
        </pc:inkChg>
        <pc:inkChg chg="add mod">
          <ac:chgData name="O'Connor, Jacqueline Antonia" userId="3b9bfa0c-75a1-427e-ae61-7069a76100c3" providerId="ADAL" clId="{AA033F13-DCB0-421A-8B4F-92B7EF743B5B}" dt="2023-08-09T16:19:39.659" v="493"/>
          <ac:inkMkLst>
            <pc:docMk/>
            <pc:sldMk cId="2096001205" sldId="263"/>
            <ac:inkMk id="99" creationId="{CA7FB21E-4F53-8E08-A212-F474B85799F6}"/>
          </ac:inkMkLst>
        </pc:inkChg>
        <pc:inkChg chg="add mod">
          <ac:chgData name="O'Connor, Jacqueline Antonia" userId="3b9bfa0c-75a1-427e-ae61-7069a76100c3" providerId="ADAL" clId="{AA033F13-DCB0-421A-8B4F-92B7EF743B5B}" dt="2023-08-09T16:19:39.659" v="493"/>
          <ac:inkMkLst>
            <pc:docMk/>
            <pc:sldMk cId="2096001205" sldId="263"/>
            <ac:inkMk id="100" creationId="{3859856D-2285-83E8-0F9F-68358F34D314}"/>
          </ac:inkMkLst>
        </pc:inkChg>
        <pc:inkChg chg="add mod">
          <ac:chgData name="O'Connor, Jacqueline Antonia" userId="3b9bfa0c-75a1-427e-ae61-7069a76100c3" providerId="ADAL" clId="{AA033F13-DCB0-421A-8B4F-92B7EF743B5B}" dt="2023-08-09T16:19:39.659" v="493"/>
          <ac:inkMkLst>
            <pc:docMk/>
            <pc:sldMk cId="2096001205" sldId="263"/>
            <ac:inkMk id="101" creationId="{628531D7-7726-52D5-C421-A357A9C7FADF}"/>
          </ac:inkMkLst>
        </pc:inkChg>
        <pc:inkChg chg="add mod">
          <ac:chgData name="O'Connor, Jacqueline Antonia" userId="3b9bfa0c-75a1-427e-ae61-7069a76100c3" providerId="ADAL" clId="{AA033F13-DCB0-421A-8B4F-92B7EF743B5B}" dt="2023-08-09T16:19:39.659" v="493"/>
          <ac:inkMkLst>
            <pc:docMk/>
            <pc:sldMk cId="2096001205" sldId="263"/>
            <ac:inkMk id="102" creationId="{093BC2E1-6994-A7FA-7364-1ECB16EE6A64}"/>
          </ac:inkMkLst>
        </pc:inkChg>
        <pc:inkChg chg="add mod">
          <ac:chgData name="O'Connor, Jacqueline Antonia" userId="3b9bfa0c-75a1-427e-ae61-7069a76100c3" providerId="ADAL" clId="{AA033F13-DCB0-421A-8B4F-92B7EF743B5B}" dt="2023-08-09T16:19:39.659" v="493"/>
          <ac:inkMkLst>
            <pc:docMk/>
            <pc:sldMk cId="2096001205" sldId="263"/>
            <ac:inkMk id="103" creationId="{295D8E76-3A01-7BED-1B20-31926946E431}"/>
          </ac:inkMkLst>
        </pc:inkChg>
        <pc:inkChg chg="add mod">
          <ac:chgData name="O'Connor, Jacqueline Antonia" userId="3b9bfa0c-75a1-427e-ae61-7069a76100c3" providerId="ADAL" clId="{AA033F13-DCB0-421A-8B4F-92B7EF743B5B}" dt="2023-08-09T16:19:39.659" v="493"/>
          <ac:inkMkLst>
            <pc:docMk/>
            <pc:sldMk cId="2096001205" sldId="263"/>
            <ac:inkMk id="104" creationId="{BA8C6A94-BC01-9ED1-BB18-BBCB6CA12D92}"/>
          </ac:inkMkLst>
        </pc:inkChg>
        <pc:inkChg chg="add mod">
          <ac:chgData name="O'Connor, Jacqueline Antonia" userId="3b9bfa0c-75a1-427e-ae61-7069a76100c3" providerId="ADAL" clId="{AA033F13-DCB0-421A-8B4F-92B7EF743B5B}" dt="2023-08-09T16:19:39.659" v="493"/>
          <ac:inkMkLst>
            <pc:docMk/>
            <pc:sldMk cId="2096001205" sldId="263"/>
            <ac:inkMk id="105" creationId="{78E4C945-A6C8-CAE4-11C2-07BDC583FEDF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09" creationId="{653106AB-162F-8C1C-2E32-190D4A79D208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10" creationId="{A7F7830A-8BC8-E655-2888-6F0F438C2309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11" creationId="{0E375FB8-5E31-19B5-1EE5-0D5FFFE2E0E2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13" creationId="{EAA87173-204B-AC04-B924-17EA4012CFD1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14" creationId="{00062E2A-F2BE-4489-1F77-143AB58B8721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15" creationId="{CF077DB6-C990-4361-7918-EF4D1C467E14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16" creationId="{3E7DAF87-5261-BD96-0019-9B43355DDF58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17" creationId="{9F712BCF-5BDB-9219-0D9F-A19D62F4E2E5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18" creationId="{5F902F7E-1551-F1B2-BF7E-B0C539E671C2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19" creationId="{4522C35A-E01B-65DF-BF48-164CE5AA6128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20" creationId="{190552E7-7F62-59F5-71A9-5A392DBE17B3}"/>
          </ac:inkMkLst>
        </pc:inkChg>
        <pc:inkChg chg="add mod">
          <ac:chgData name="O'Connor, Jacqueline Antonia" userId="3b9bfa0c-75a1-427e-ae61-7069a76100c3" providerId="ADAL" clId="{AA033F13-DCB0-421A-8B4F-92B7EF743B5B}" dt="2023-08-09T16:19:51.028" v="514"/>
          <ac:inkMkLst>
            <pc:docMk/>
            <pc:sldMk cId="2096001205" sldId="263"/>
            <ac:inkMk id="121" creationId="{6957A44C-E957-5B78-6E0F-63E71FD9682D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22" creationId="{10841D44-9ED2-F48F-8B4A-F5BD2A8559F0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23" creationId="{E70AA645-27E5-244B-B6C3-194A4CA4FE1B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24" creationId="{E9010D2F-0E67-E9BD-82FE-ABC40C95DCD1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25" creationId="{1DE27D21-E18F-522B-0B84-D8AE065EDFCE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26" creationId="{FD7DA2CD-FBCC-7955-7534-9A33CB7F74F7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27" creationId="{C15807E5-B08D-167F-D2D3-A1BA3D2442EB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28" creationId="{5278F051-1BEE-D4AE-C5E2-9361F889D029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32" creationId="{7818A8AC-A81B-EBAF-C0FB-0CA823CEA233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33" creationId="{177E7F1C-892F-FDDD-3093-58485BE433ED}"/>
          </ac:inkMkLst>
        </pc:inkChg>
        <pc:inkChg chg="add mod">
          <ac:chgData name="O'Connor, Jacqueline Antonia" userId="3b9bfa0c-75a1-427e-ae61-7069a76100c3" providerId="ADAL" clId="{AA033F13-DCB0-421A-8B4F-92B7EF743B5B}" dt="2023-08-09T16:19:55.008" v="524"/>
          <ac:inkMkLst>
            <pc:docMk/>
            <pc:sldMk cId="2096001205" sldId="263"/>
            <ac:inkMk id="134" creationId="{D2799A5C-E6B1-DEF2-A137-CA354EE7F255}"/>
          </ac:inkMkLst>
        </pc:inkChg>
        <pc:inkChg chg="add mod">
          <ac:chgData name="O'Connor, Jacqueline Antonia" userId="3b9bfa0c-75a1-427e-ae61-7069a76100c3" providerId="ADAL" clId="{AA033F13-DCB0-421A-8B4F-92B7EF743B5B}" dt="2023-08-09T16:19:56.017" v="527"/>
          <ac:inkMkLst>
            <pc:docMk/>
            <pc:sldMk cId="2096001205" sldId="263"/>
            <ac:inkMk id="135" creationId="{71632E89-8566-FB21-035E-5A80D06E8E2D}"/>
          </ac:inkMkLst>
        </pc:inkChg>
        <pc:inkChg chg="add mod">
          <ac:chgData name="O'Connor, Jacqueline Antonia" userId="3b9bfa0c-75a1-427e-ae61-7069a76100c3" providerId="ADAL" clId="{AA033F13-DCB0-421A-8B4F-92B7EF743B5B}" dt="2023-08-09T16:19:56.017" v="527"/>
          <ac:inkMkLst>
            <pc:docMk/>
            <pc:sldMk cId="2096001205" sldId="263"/>
            <ac:inkMk id="136" creationId="{8E1571D1-3CDD-91A9-3AB7-E66236A76E6C}"/>
          </ac:inkMkLst>
        </pc:inkChg>
        <pc:inkChg chg="add mod">
          <ac:chgData name="O'Connor, Jacqueline Antonia" userId="3b9bfa0c-75a1-427e-ae61-7069a76100c3" providerId="ADAL" clId="{AA033F13-DCB0-421A-8B4F-92B7EF743B5B}" dt="2023-08-09T16:19:56.017" v="527"/>
          <ac:inkMkLst>
            <pc:docMk/>
            <pc:sldMk cId="2096001205" sldId="263"/>
            <ac:inkMk id="137" creationId="{474E17C2-B355-D610-40CD-3DB6082D2C3A}"/>
          </ac:inkMkLst>
        </pc:inkChg>
        <pc:inkChg chg="add mod">
          <ac:chgData name="O'Connor, Jacqueline Antonia" userId="3b9bfa0c-75a1-427e-ae61-7069a76100c3" providerId="ADAL" clId="{AA033F13-DCB0-421A-8B4F-92B7EF743B5B}" dt="2023-08-09T16:19:56.017" v="527"/>
          <ac:inkMkLst>
            <pc:docMk/>
            <pc:sldMk cId="2096001205" sldId="263"/>
            <ac:inkMk id="138" creationId="{CCB9E309-FC69-B608-C6FF-ECDF66B7D35C}"/>
          </ac:inkMkLst>
        </pc:inkChg>
        <pc:inkChg chg="add mod">
          <ac:chgData name="O'Connor, Jacqueline Antonia" userId="3b9bfa0c-75a1-427e-ae61-7069a76100c3" providerId="ADAL" clId="{AA033F13-DCB0-421A-8B4F-92B7EF743B5B}" dt="2023-08-09T16:19:56.017" v="527"/>
          <ac:inkMkLst>
            <pc:docMk/>
            <pc:sldMk cId="2096001205" sldId="263"/>
            <ac:inkMk id="139" creationId="{2291786F-F883-BBEF-39AF-20F96D9E9FFA}"/>
          </ac:inkMkLst>
        </pc:inkChg>
        <pc:inkChg chg="add mod">
          <ac:chgData name="O'Connor, Jacqueline Antonia" userId="3b9bfa0c-75a1-427e-ae61-7069a76100c3" providerId="ADAL" clId="{AA033F13-DCB0-421A-8B4F-92B7EF743B5B}" dt="2023-08-09T16:19:56.017" v="527"/>
          <ac:inkMkLst>
            <pc:docMk/>
            <pc:sldMk cId="2096001205" sldId="263"/>
            <ac:inkMk id="140" creationId="{0EB9DD24-20F5-F973-1A1B-2E35D8F0EA3E}"/>
          </ac:inkMkLst>
        </pc:inkChg>
        <pc:inkChg chg="add mod">
          <ac:chgData name="O'Connor, Jacqueline Antonia" userId="3b9bfa0c-75a1-427e-ae61-7069a76100c3" providerId="ADAL" clId="{AA033F13-DCB0-421A-8B4F-92B7EF743B5B}" dt="2023-08-09T16:19:56.017" v="527"/>
          <ac:inkMkLst>
            <pc:docMk/>
            <pc:sldMk cId="2096001205" sldId="263"/>
            <ac:inkMk id="143" creationId="{DD962297-D7FA-B8EF-DCD8-2346F1C7E94C}"/>
          </ac:inkMkLst>
        </pc:inkChg>
        <pc:inkChg chg="add mod">
          <ac:chgData name="O'Connor, Jacqueline Antonia" userId="3b9bfa0c-75a1-427e-ae61-7069a76100c3" providerId="ADAL" clId="{AA033F13-DCB0-421A-8B4F-92B7EF743B5B}" dt="2023-08-09T16:19:56.017" v="527"/>
          <ac:inkMkLst>
            <pc:docMk/>
            <pc:sldMk cId="2096001205" sldId="263"/>
            <ac:inkMk id="144" creationId="{FF8E33AF-840A-26AD-652B-46849CB14FF1}"/>
          </ac:inkMkLst>
        </pc:inkChg>
        <pc:inkChg chg="add mod">
          <ac:chgData name="O'Connor, Jacqueline Antonia" userId="3b9bfa0c-75a1-427e-ae61-7069a76100c3" providerId="ADAL" clId="{AA033F13-DCB0-421A-8B4F-92B7EF743B5B}" dt="2023-08-09T16:19:58.817" v="530"/>
          <ac:inkMkLst>
            <pc:docMk/>
            <pc:sldMk cId="2096001205" sldId="263"/>
            <ac:inkMk id="146" creationId="{F700D2B4-3F92-B2E9-8FB2-668AA18BE50A}"/>
          </ac:inkMkLst>
        </pc:inkChg>
        <pc:inkChg chg="add mod">
          <ac:chgData name="O'Connor, Jacqueline Antonia" userId="3b9bfa0c-75a1-427e-ae61-7069a76100c3" providerId="ADAL" clId="{AA033F13-DCB0-421A-8B4F-92B7EF743B5B}" dt="2023-08-09T16:19:58.817" v="530"/>
          <ac:inkMkLst>
            <pc:docMk/>
            <pc:sldMk cId="2096001205" sldId="263"/>
            <ac:inkMk id="147" creationId="{0C424AF3-ADC4-8EF8-DFB3-685B969FC173}"/>
          </ac:inkMkLst>
        </pc:inkChg>
        <pc:inkChg chg="add">
          <ac:chgData name="O'Connor, Jacqueline Antonia" userId="3b9bfa0c-75a1-427e-ae61-7069a76100c3" providerId="ADAL" clId="{AA033F13-DCB0-421A-8B4F-92B7EF743B5B}" dt="2023-08-09T16:19:59.469" v="531" actId="9405"/>
          <ac:inkMkLst>
            <pc:docMk/>
            <pc:sldMk cId="2096001205" sldId="263"/>
            <ac:inkMk id="149" creationId="{8A9B5599-A1B3-96BE-0257-96C6DE81D3CD}"/>
          </ac:inkMkLst>
        </pc:inkChg>
        <pc:inkChg chg="add mod">
          <ac:chgData name="O'Connor, Jacqueline Antonia" userId="3b9bfa0c-75a1-427e-ae61-7069a76100c3" providerId="ADAL" clId="{AA033F13-DCB0-421A-8B4F-92B7EF743B5B}" dt="2023-08-09T16:20:04.980" v="540"/>
          <ac:inkMkLst>
            <pc:docMk/>
            <pc:sldMk cId="2096001205" sldId="263"/>
            <ac:inkMk id="150" creationId="{B1F15C49-CE43-62B4-47E8-94456F3AA737}"/>
          </ac:inkMkLst>
        </pc:inkChg>
        <pc:inkChg chg="add mod">
          <ac:chgData name="O'Connor, Jacqueline Antonia" userId="3b9bfa0c-75a1-427e-ae61-7069a76100c3" providerId="ADAL" clId="{AA033F13-DCB0-421A-8B4F-92B7EF743B5B}" dt="2023-08-09T16:20:04.980" v="540"/>
          <ac:inkMkLst>
            <pc:docMk/>
            <pc:sldMk cId="2096001205" sldId="263"/>
            <ac:inkMk id="151" creationId="{F2BCB490-A511-3A33-32C1-7153FCFDEE6F}"/>
          </ac:inkMkLst>
        </pc:inkChg>
        <pc:inkChg chg="add mod">
          <ac:chgData name="O'Connor, Jacqueline Antonia" userId="3b9bfa0c-75a1-427e-ae61-7069a76100c3" providerId="ADAL" clId="{AA033F13-DCB0-421A-8B4F-92B7EF743B5B}" dt="2023-08-09T16:20:04.980" v="540"/>
          <ac:inkMkLst>
            <pc:docMk/>
            <pc:sldMk cId="2096001205" sldId="263"/>
            <ac:inkMk id="152" creationId="{B6ED3C7F-9334-BF75-B2C5-96838E5EB31C}"/>
          </ac:inkMkLst>
        </pc:inkChg>
        <pc:inkChg chg="add mod">
          <ac:chgData name="O'Connor, Jacqueline Antonia" userId="3b9bfa0c-75a1-427e-ae61-7069a76100c3" providerId="ADAL" clId="{AA033F13-DCB0-421A-8B4F-92B7EF743B5B}" dt="2023-08-09T16:20:04.980" v="540"/>
          <ac:inkMkLst>
            <pc:docMk/>
            <pc:sldMk cId="2096001205" sldId="263"/>
            <ac:inkMk id="153" creationId="{9B7089D8-6C9F-BC84-1111-CC643A87B66C}"/>
          </ac:inkMkLst>
        </pc:inkChg>
        <pc:inkChg chg="add mod">
          <ac:chgData name="O'Connor, Jacqueline Antonia" userId="3b9bfa0c-75a1-427e-ae61-7069a76100c3" providerId="ADAL" clId="{AA033F13-DCB0-421A-8B4F-92B7EF743B5B}" dt="2023-08-09T16:20:04.980" v="540"/>
          <ac:inkMkLst>
            <pc:docMk/>
            <pc:sldMk cId="2096001205" sldId="263"/>
            <ac:inkMk id="154" creationId="{363BF545-F7F3-C47D-5E88-7789BC5C48AB}"/>
          </ac:inkMkLst>
        </pc:inkChg>
        <pc:inkChg chg="add mod">
          <ac:chgData name="O'Connor, Jacqueline Antonia" userId="3b9bfa0c-75a1-427e-ae61-7069a76100c3" providerId="ADAL" clId="{AA033F13-DCB0-421A-8B4F-92B7EF743B5B}" dt="2023-08-09T16:20:04.980" v="540"/>
          <ac:inkMkLst>
            <pc:docMk/>
            <pc:sldMk cId="2096001205" sldId="263"/>
            <ac:inkMk id="155" creationId="{9EE8044D-0FA8-0AE3-0354-435BFC7ADDFB}"/>
          </ac:inkMkLst>
        </pc:inkChg>
        <pc:inkChg chg="add mod">
          <ac:chgData name="O'Connor, Jacqueline Antonia" userId="3b9bfa0c-75a1-427e-ae61-7069a76100c3" providerId="ADAL" clId="{AA033F13-DCB0-421A-8B4F-92B7EF743B5B}" dt="2023-08-09T16:20:04.980" v="540"/>
          <ac:inkMkLst>
            <pc:docMk/>
            <pc:sldMk cId="2096001205" sldId="263"/>
            <ac:inkMk id="156" creationId="{CFF7A1A3-2BE2-4225-12ED-BB4CC994A284}"/>
          </ac:inkMkLst>
        </pc:inkChg>
        <pc:inkChg chg="add mod">
          <ac:chgData name="O'Connor, Jacqueline Antonia" userId="3b9bfa0c-75a1-427e-ae61-7069a76100c3" providerId="ADAL" clId="{AA033F13-DCB0-421A-8B4F-92B7EF743B5B}" dt="2023-08-09T16:20:04.980" v="540"/>
          <ac:inkMkLst>
            <pc:docMk/>
            <pc:sldMk cId="2096001205" sldId="263"/>
            <ac:inkMk id="157" creationId="{3E68A1D7-EADA-D169-6792-8FDA331EEBFB}"/>
          </ac:inkMkLst>
        </pc:inkChg>
      </pc:sldChg>
      <pc:sldChg chg="addSp delSp modSp mod">
        <pc:chgData name="O'Connor, Jacqueline Antonia" userId="3b9bfa0c-75a1-427e-ae61-7069a76100c3" providerId="ADAL" clId="{AA033F13-DCB0-421A-8B4F-92B7EF743B5B}" dt="2023-08-09T16:32:54.390" v="1131" actId="9405"/>
        <pc:sldMkLst>
          <pc:docMk/>
          <pc:sldMk cId="360431715" sldId="264"/>
        </pc:sldMkLst>
        <pc:grpChg chg="del mod">
          <ac:chgData name="O'Connor, Jacqueline Antonia" userId="3b9bfa0c-75a1-427e-ae61-7069a76100c3" providerId="ADAL" clId="{AA033F13-DCB0-421A-8B4F-92B7EF743B5B}" dt="2023-08-09T16:23:01.373" v="562"/>
          <ac:grpSpMkLst>
            <pc:docMk/>
            <pc:sldMk cId="360431715" sldId="264"/>
            <ac:grpSpMk id="17" creationId="{E7A7C316-5E88-3FF7-324B-3127FA51B23F}"/>
          </ac:grpSpMkLst>
        </pc:grpChg>
        <pc:grpChg chg="del mod">
          <ac:chgData name="O'Connor, Jacqueline Antonia" userId="3b9bfa0c-75a1-427e-ae61-7069a76100c3" providerId="ADAL" clId="{AA033F13-DCB0-421A-8B4F-92B7EF743B5B}" dt="2023-08-09T16:23:03.064" v="564"/>
          <ac:grpSpMkLst>
            <pc:docMk/>
            <pc:sldMk cId="360431715" sldId="264"/>
            <ac:grpSpMk id="18" creationId="{54648191-3FD1-7BE6-65AC-7E4BF3F7C5E2}"/>
          </ac:grpSpMkLst>
        </pc:grpChg>
        <pc:grpChg chg="del mod">
          <ac:chgData name="O'Connor, Jacqueline Antonia" userId="3b9bfa0c-75a1-427e-ae61-7069a76100c3" providerId="ADAL" clId="{AA033F13-DCB0-421A-8B4F-92B7EF743B5B}" dt="2023-08-09T16:23:03.064" v="564"/>
          <ac:grpSpMkLst>
            <pc:docMk/>
            <pc:sldMk cId="360431715" sldId="264"/>
            <ac:grpSpMk id="19" creationId="{D5D9BF4D-2BC4-62E3-954D-A18874674D34}"/>
          </ac:grpSpMkLst>
        </pc:grpChg>
        <pc:grpChg chg="mod">
          <ac:chgData name="O'Connor, Jacqueline Antonia" userId="3b9bfa0c-75a1-427e-ae61-7069a76100c3" providerId="ADAL" clId="{AA033F13-DCB0-421A-8B4F-92B7EF743B5B}" dt="2023-08-09T16:23:01.373" v="562"/>
          <ac:grpSpMkLst>
            <pc:docMk/>
            <pc:sldMk cId="360431715" sldId="264"/>
            <ac:grpSpMk id="25" creationId="{2506F764-0492-261D-7DDA-347CBD68D026}"/>
          </ac:grpSpMkLst>
        </pc:grpChg>
        <pc:grpChg chg="mod">
          <ac:chgData name="O'Connor, Jacqueline Antonia" userId="3b9bfa0c-75a1-427e-ae61-7069a76100c3" providerId="ADAL" clId="{AA033F13-DCB0-421A-8B4F-92B7EF743B5B}" dt="2023-08-09T16:23:03.064" v="564"/>
          <ac:grpSpMkLst>
            <pc:docMk/>
            <pc:sldMk cId="360431715" sldId="264"/>
            <ac:grpSpMk id="27" creationId="{663DE088-D4CC-D800-D6A8-90C95F877BD6}"/>
          </ac:grpSpMkLst>
        </pc:grpChg>
        <pc:grpChg chg="del 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41" creationId="{54D91E88-A9E1-8DDE-80E7-4F64141F7400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06" creationId="{53333BBB-FA0C-42E2-9616-313977434578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07" creationId="{74564BB7-2CA7-1DC5-7269-6BC7D729B6C5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08" creationId="{516E27C4-8D9B-95AB-0476-91900CA42846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09" creationId="{FE13165E-F78A-F863-9D86-E9C16639E400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10" creationId="{A02CA2CD-AA42-1EA1-D3A6-DDA8783C878D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11" creationId="{8E795B66-98B5-A8AB-472C-93573B0619B6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12" creationId="{BFF671E7-27A2-1AD2-A2EF-D03EEBB2CB21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13" creationId="{4530FAA8-27EB-3CCE-C223-EE1A8C11C14A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14" creationId="{77005019-D8A4-132B-5D3D-14207A93B309}"/>
          </ac:grpSpMkLst>
        </pc:grpChg>
        <pc:grpChg chg="mod">
          <ac:chgData name="O'Connor, Jacqueline Antonia" userId="3b9bfa0c-75a1-427e-ae61-7069a76100c3" providerId="ADAL" clId="{AA033F13-DCB0-421A-8B4F-92B7EF743B5B}" dt="2023-08-09T16:23:47.484" v="649"/>
          <ac:grpSpMkLst>
            <pc:docMk/>
            <pc:sldMk cId="360431715" sldId="264"/>
            <ac:grpSpMk id="115" creationId="{B76C6ED9-05D7-B996-2B17-63B72602910B}"/>
          </ac:grpSpMkLst>
        </pc:grpChg>
        <pc:grpChg chg="del mod">
          <ac:chgData name="O'Connor, Jacqueline Antonia" userId="3b9bfa0c-75a1-427e-ae61-7069a76100c3" providerId="ADAL" clId="{AA033F13-DCB0-421A-8B4F-92B7EF743B5B}" dt="2023-08-09T16:24:04.631" v="678"/>
          <ac:grpSpMkLst>
            <pc:docMk/>
            <pc:sldMk cId="360431715" sldId="264"/>
            <ac:grpSpMk id="118" creationId="{42BA4830-A53C-4078-5C30-D139C4CCF530}"/>
          </ac:grpSpMkLst>
        </pc:grpChg>
        <pc:grpChg chg="mod">
          <ac:chgData name="O'Connor, Jacqueline Antonia" userId="3b9bfa0c-75a1-427e-ae61-7069a76100c3" providerId="ADAL" clId="{AA033F13-DCB0-421A-8B4F-92B7EF743B5B}" dt="2023-08-09T16:24:04.631" v="678"/>
          <ac:grpSpMkLst>
            <pc:docMk/>
            <pc:sldMk cId="360431715" sldId="264"/>
            <ac:grpSpMk id="144" creationId="{F544E398-4138-24DD-681A-AD004CD923DC}"/>
          </ac:grpSpMkLst>
        </pc:grpChg>
        <pc:grpChg chg="mod">
          <ac:chgData name="O'Connor, Jacqueline Antonia" userId="3b9bfa0c-75a1-427e-ae61-7069a76100c3" providerId="ADAL" clId="{AA033F13-DCB0-421A-8B4F-92B7EF743B5B}" dt="2023-08-09T16:24:04.631" v="678"/>
          <ac:grpSpMkLst>
            <pc:docMk/>
            <pc:sldMk cId="360431715" sldId="264"/>
            <ac:grpSpMk id="145" creationId="{8C935BB4-FFF1-7CA5-5C3A-A779F9EA97A9}"/>
          </ac:grpSpMkLst>
        </pc:grpChg>
        <pc:grpChg chg="mod">
          <ac:chgData name="O'Connor, Jacqueline Antonia" userId="3b9bfa0c-75a1-427e-ae61-7069a76100c3" providerId="ADAL" clId="{AA033F13-DCB0-421A-8B4F-92B7EF743B5B}" dt="2023-08-09T16:24:04.631" v="678"/>
          <ac:grpSpMkLst>
            <pc:docMk/>
            <pc:sldMk cId="360431715" sldId="264"/>
            <ac:grpSpMk id="146" creationId="{767C0285-2016-307F-7D1C-5984B36B2CDC}"/>
          </ac:grpSpMkLst>
        </pc:grpChg>
        <pc:grpChg chg="mod">
          <ac:chgData name="O'Connor, Jacqueline Antonia" userId="3b9bfa0c-75a1-427e-ae61-7069a76100c3" providerId="ADAL" clId="{AA033F13-DCB0-421A-8B4F-92B7EF743B5B}" dt="2023-08-09T16:24:04.631" v="678"/>
          <ac:grpSpMkLst>
            <pc:docMk/>
            <pc:sldMk cId="360431715" sldId="264"/>
            <ac:grpSpMk id="147" creationId="{A468D642-A7C6-F294-0066-4B3F45D25E73}"/>
          </ac:grpSpMkLst>
        </pc:grpChg>
        <pc:grpChg chg="del mod">
          <ac:chgData name="O'Connor, Jacqueline Antonia" userId="3b9bfa0c-75a1-427e-ae61-7069a76100c3" providerId="ADAL" clId="{AA033F13-DCB0-421A-8B4F-92B7EF743B5B}" dt="2023-08-09T16:24:23.593" v="703"/>
          <ac:grpSpMkLst>
            <pc:docMk/>
            <pc:sldMk cId="360431715" sldId="264"/>
            <ac:grpSpMk id="172" creationId="{88C7F69C-D011-F7F5-A93D-400D62F14FE1}"/>
          </ac:grpSpMkLst>
        </pc:grpChg>
        <pc:grpChg chg="mod">
          <ac:chgData name="O'Connor, Jacqueline Antonia" userId="3b9bfa0c-75a1-427e-ae61-7069a76100c3" providerId="ADAL" clId="{AA033F13-DCB0-421A-8B4F-92B7EF743B5B}" dt="2023-08-09T16:24:23.593" v="703"/>
          <ac:grpSpMkLst>
            <pc:docMk/>
            <pc:sldMk cId="360431715" sldId="264"/>
            <ac:grpSpMk id="173" creationId="{CA08BD4F-8BF1-9735-16E4-F7F0BDD1FCA1}"/>
          </ac:grpSpMkLst>
        </pc:grpChg>
        <pc:grpChg chg="mod">
          <ac:chgData name="O'Connor, Jacqueline Antonia" userId="3b9bfa0c-75a1-427e-ae61-7069a76100c3" providerId="ADAL" clId="{AA033F13-DCB0-421A-8B4F-92B7EF743B5B}" dt="2023-08-09T16:24:23.593" v="703"/>
          <ac:grpSpMkLst>
            <pc:docMk/>
            <pc:sldMk cId="360431715" sldId="264"/>
            <ac:grpSpMk id="174" creationId="{393A842B-3DC3-8E9B-50B4-D46792B4C5D8}"/>
          </ac:grpSpMkLst>
        </pc:grpChg>
        <pc:grpChg chg="mod">
          <ac:chgData name="O'Connor, Jacqueline Antonia" userId="3b9bfa0c-75a1-427e-ae61-7069a76100c3" providerId="ADAL" clId="{AA033F13-DCB0-421A-8B4F-92B7EF743B5B}" dt="2023-08-09T16:24:29.015" v="711"/>
          <ac:grpSpMkLst>
            <pc:docMk/>
            <pc:sldMk cId="360431715" sldId="264"/>
            <ac:grpSpMk id="182" creationId="{BB10E488-D909-5906-B916-90E8967D69FF}"/>
          </ac:grpSpMkLst>
        </pc:grpChg>
        <pc:grpChg chg="mod">
          <ac:chgData name="O'Connor, Jacqueline Antonia" userId="3b9bfa0c-75a1-427e-ae61-7069a76100c3" providerId="ADAL" clId="{AA033F13-DCB0-421A-8B4F-92B7EF743B5B}" dt="2023-08-09T16:24:29.015" v="711"/>
          <ac:grpSpMkLst>
            <pc:docMk/>
            <pc:sldMk cId="360431715" sldId="264"/>
            <ac:grpSpMk id="183" creationId="{24B41BB3-C97A-5EA4-ACE4-0CE13CA77320}"/>
          </ac:grpSpMkLst>
        </pc:grpChg>
        <pc:grpChg chg="mod">
          <ac:chgData name="O'Connor, Jacqueline Antonia" userId="3b9bfa0c-75a1-427e-ae61-7069a76100c3" providerId="ADAL" clId="{AA033F13-DCB0-421A-8B4F-92B7EF743B5B}" dt="2023-08-09T16:24:39.620" v="730"/>
          <ac:grpSpMkLst>
            <pc:docMk/>
            <pc:sldMk cId="360431715" sldId="264"/>
            <ac:grpSpMk id="200" creationId="{8DBE1805-5DC9-CD3A-E17A-CC76B0C878BF}"/>
          </ac:grpSpMkLst>
        </pc:grpChg>
        <pc:grpChg chg="mod">
          <ac:chgData name="O'Connor, Jacqueline Antonia" userId="3b9bfa0c-75a1-427e-ae61-7069a76100c3" providerId="ADAL" clId="{AA033F13-DCB0-421A-8B4F-92B7EF743B5B}" dt="2023-08-09T16:24:37.273" v="728"/>
          <ac:grpSpMkLst>
            <pc:docMk/>
            <pc:sldMk cId="360431715" sldId="264"/>
            <ac:grpSpMk id="201" creationId="{45E84D2D-ECB8-DB59-7D27-C1A8554CDE70}"/>
          </ac:grpSpMkLst>
        </pc:grpChg>
        <pc:grpChg chg="mod">
          <ac:chgData name="O'Connor, Jacqueline Antonia" userId="3b9bfa0c-75a1-427e-ae61-7069a76100c3" providerId="ADAL" clId="{AA033F13-DCB0-421A-8B4F-92B7EF743B5B}" dt="2023-08-09T16:24:37.273" v="728"/>
          <ac:grpSpMkLst>
            <pc:docMk/>
            <pc:sldMk cId="360431715" sldId="264"/>
            <ac:grpSpMk id="202" creationId="{2527BC88-B9F3-875E-2021-33409689445C}"/>
          </ac:grpSpMkLst>
        </pc:grpChg>
        <pc:grpChg chg="mod">
          <ac:chgData name="O'Connor, Jacqueline Antonia" userId="3b9bfa0c-75a1-427e-ae61-7069a76100c3" providerId="ADAL" clId="{AA033F13-DCB0-421A-8B4F-92B7EF743B5B}" dt="2023-08-09T16:24:55.620" v="738"/>
          <ac:grpSpMkLst>
            <pc:docMk/>
            <pc:sldMk cId="360431715" sldId="264"/>
            <ac:grpSpMk id="210" creationId="{71C9BC6A-633E-50CD-1654-ED4EFF2241EC}"/>
          </ac:grpSpMkLst>
        </pc:grpChg>
        <pc:grpChg chg="mod">
          <ac:chgData name="O'Connor, Jacqueline Antonia" userId="3b9bfa0c-75a1-427e-ae61-7069a76100c3" providerId="ADAL" clId="{AA033F13-DCB0-421A-8B4F-92B7EF743B5B}" dt="2023-08-09T16:25:00.470" v="746"/>
          <ac:grpSpMkLst>
            <pc:docMk/>
            <pc:sldMk cId="360431715" sldId="264"/>
            <ac:grpSpMk id="218" creationId="{F7976F19-57E6-FE0B-E75A-C2290CE12F5D}"/>
          </ac:grpSpMkLst>
        </pc:grpChg>
        <pc:grpChg chg="mod">
          <ac:chgData name="O'Connor, Jacqueline Antonia" userId="3b9bfa0c-75a1-427e-ae61-7069a76100c3" providerId="ADAL" clId="{AA033F13-DCB0-421A-8B4F-92B7EF743B5B}" dt="2023-08-09T16:25:03.692" v="752"/>
          <ac:grpSpMkLst>
            <pc:docMk/>
            <pc:sldMk cId="360431715" sldId="264"/>
            <ac:grpSpMk id="224" creationId="{ED9AEC21-39C2-D28C-FD25-2DD77CE184D0}"/>
          </ac:grpSpMkLst>
        </pc:grpChg>
        <pc:grpChg chg="mod">
          <ac:chgData name="O'Connor, Jacqueline Antonia" userId="3b9bfa0c-75a1-427e-ae61-7069a76100c3" providerId="ADAL" clId="{AA033F13-DCB0-421A-8B4F-92B7EF743B5B}" dt="2023-08-09T16:25:22.288" v="763"/>
          <ac:grpSpMkLst>
            <pc:docMk/>
            <pc:sldMk cId="360431715" sldId="264"/>
            <ac:grpSpMk id="235" creationId="{23623FFD-F676-D6A4-6A7F-61BA5F4CF4DB}"/>
          </ac:grpSpMkLst>
        </pc:grpChg>
        <pc:grpChg chg="mod">
          <ac:chgData name="O'Connor, Jacqueline Antonia" userId="3b9bfa0c-75a1-427e-ae61-7069a76100c3" providerId="ADAL" clId="{AA033F13-DCB0-421A-8B4F-92B7EF743B5B}" dt="2023-08-09T16:25:22.288" v="763"/>
          <ac:grpSpMkLst>
            <pc:docMk/>
            <pc:sldMk cId="360431715" sldId="264"/>
            <ac:grpSpMk id="236" creationId="{379AFF6B-2D1B-04B8-8CA9-CA6F90E4DAFB}"/>
          </ac:grpSpMkLst>
        </pc:grpChg>
        <pc:grpChg chg="mod">
          <ac:chgData name="O'Connor, Jacqueline Antonia" userId="3b9bfa0c-75a1-427e-ae61-7069a76100c3" providerId="ADAL" clId="{AA033F13-DCB0-421A-8B4F-92B7EF743B5B}" dt="2023-08-09T16:25:22.288" v="763"/>
          <ac:grpSpMkLst>
            <pc:docMk/>
            <pc:sldMk cId="360431715" sldId="264"/>
            <ac:grpSpMk id="237" creationId="{0599424B-5307-AE5E-542E-79D742B78490}"/>
          </ac:grpSpMkLst>
        </pc:grpChg>
        <pc:grpChg chg="mod">
          <ac:chgData name="O'Connor, Jacqueline Antonia" userId="3b9bfa0c-75a1-427e-ae61-7069a76100c3" providerId="ADAL" clId="{AA033F13-DCB0-421A-8B4F-92B7EF743B5B}" dt="2023-08-09T16:25:39.338" v="775"/>
          <ac:grpSpMkLst>
            <pc:docMk/>
            <pc:sldMk cId="360431715" sldId="264"/>
            <ac:grpSpMk id="249" creationId="{2763EC63-8322-16C2-42D9-DFEA3CEA562D}"/>
          </ac:grpSpMkLst>
        </pc:grpChg>
        <pc:grpChg chg="mod">
          <ac:chgData name="O'Connor, Jacqueline Antonia" userId="3b9bfa0c-75a1-427e-ae61-7069a76100c3" providerId="ADAL" clId="{AA033F13-DCB0-421A-8B4F-92B7EF743B5B}" dt="2023-08-09T16:25:43.350" v="780"/>
          <ac:grpSpMkLst>
            <pc:docMk/>
            <pc:sldMk cId="360431715" sldId="264"/>
            <ac:grpSpMk id="254" creationId="{EF047CF8-855D-9191-3395-226D523EC653}"/>
          </ac:grpSpMkLst>
        </pc:grpChg>
        <pc:grpChg chg="mod">
          <ac:chgData name="O'Connor, Jacqueline Antonia" userId="3b9bfa0c-75a1-427e-ae61-7069a76100c3" providerId="ADAL" clId="{AA033F13-DCB0-421A-8B4F-92B7EF743B5B}" dt="2023-08-09T16:25:50.838" v="790"/>
          <ac:grpSpMkLst>
            <pc:docMk/>
            <pc:sldMk cId="360431715" sldId="264"/>
            <ac:grpSpMk id="264" creationId="{45FD0C23-22D0-78DB-56E7-1207C251CF11}"/>
          </ac:grpSpMkLst>
        </pc:grpChg>
        <pc:grpChg chg="del mod">
          <ac:chgData name="O'Connor, Jacqueline Antonia" userId="3b9bfa0c-75a1-427e-ae61-7069a76100c3" providerId="ADAL" clId="{AA033F13-DCB0-421A-8B4F-92B7EF743B5B}" dt="2023-08-09T16:25:59.882" v="802"/>
          <ac:grpSpMkLst>
            <pc:docMk/>
            <pc:sldMk cId="360431715" sldId="264"/>
            <ac:grpSpMk id="269" creationId="{F958837D-D664-22FE-60F3-2217B0040917}"/>
          </ac:grpSpMkLst>
        </pc:grpChg>
        <pc:grpChg chg="mod">
          <ac:chgData name="O'Connor, Jacqueline Antonia" userId="3b9bfa0c-75a1-427e-ae61-7069a76100c3" providerId="ADAL" clId="{AA033F13-DCB0-421A-8B4F-92B7EF743B5B}" dt="2023-08-09T16:25:59.882" v="802"/>
          <ac:grpSpMkLst>
            <pc:docMk/>
            <pc:sldMk cId="360431715" sldId="264"/>
            <ac:grpSpMk id="276" creationId="{C32FB00F-E02B-09D1-3176-8CBCFCED1644}"/>
          </ac:grpSpMkLst>
        </pc:grpChg>
        <pc:grpChg chg="mod">
          <ac:chgData name="O'Connor, Jacqueline Antonia" userId="3b9bfa0c-75a1-427e-ae61-7069a76100c3" providerId="ADAL" clId="{AA033F13-DCB0-421A-8B4F-92B7EF743B5B}" dt="2023-08-09T16:25:59.882" v="802"/>
          <ac:grpSpMkLst>
            <pc:docMk/>
            <pc:sldMk cId="360431715" sldId="264"/>
            <ac:grpSpMk id="277" creationId="{6CCAF54E-3767-24C5-8EB5-B17BA8B61C80}"/>
          </ac:grpSpMkLst>
        </pc:grpChg>
        <pc:grpChg chg="mod">
          <ac:chgData name="O'Connor, Jacqueline Antonia" userId="3b9bfa0c-75a1-427e-ae61-7069a76100c3" providerId="ADAL" clId="{AA033F13-DCB0-421A-8B4F-92B7EF743B5B}" dt="2023-08-09T16:26:12.517" v="819"/>
          <ac:grpSpMkLst>
            <pc:docMk/>
            <pc:sldMk cId="360431715" sldId="264"/>
            <ac:grpSpMk id="291" creationId="{7C202872-D183-4F5A-A8C9-5AC23C3B5A58}"/>
          </ac:grpSpMkLst>
        </pc:grpChg>
        <pc:grpChg chg="mod">
          <ac:chgData name="O'Connor, Jacqueline Antonia" userId="3b9bfa0c-75a1-427e-ae61-7069a76100c3" providerId="ADAL" clId="{AA033F13-DCB0-421A-8B4F-92B7EF743B5B}" dt="2023-08-09T16:26:09.490" v="816"/>
          <ac:grpSpMkLst>
            <pc:docMk/>
            <pc:sldMk cId="360431715" sldId="264"/>
            <ac:grpSpMk id="292" creationId="{EC0A70DE-5D7C-7E27-3D49-B1AE099993B2}"/>
          </ac:grpSpMkLst>
        </pc:grpChg>
        <pc:grpChg chg="mod">
          <ac:chgData name="O'Connor, Jacqueline Antonia" userId="3b9bfa0c-75a1-427e-ae61-7069a76100c3" providerId="ADAL" clId="{AA033F13-DCB0-421A-8B4F-92B7EF743B5B}" dt="2023-08-09T16:26:17.706" v="827"/>
          <ac:grpSpMkLst>
            <pc:docMk/>
            <pc:sldMk cId="360431715" sldId="264"/>
            <ac:grpSpMk id="300" creationId="{D5A86AEB-79AD-181A-3AAC-42F3E310607B}"/>
          </ac:grpSpMkLst>
        </pc:grp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2" creationId="{311525B1-2C57-9DA1-6417-1897A2F0B2F6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3" creationId="{C70B566E-D4D1-8A53-52C4-857C8ECFC3B7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4" creationId="{837B99F3-114D-72F9-4897-8CA99C9362AA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5" creationId="{31C2F6F3-865F-7FCD-8277-83CE0F0097D7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6" creationId="{EC3303A6-EF98-79CE-1808-C0DEF0553690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7" creationId="{EF1A78E7-9CA6-1824-4D73-174AD52E352E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8" creationId="{1C21AABC-43B1-7FF1-8E29-145D05E1E33F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9" creationId="{6010C85A-3244-3C23-B087-A7FC367ED47F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10" creationId="{6029570D-8C06-0E6F-1CF1-6D7ABEE6D965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11" creationId="{31F57453-3BC2-05EB-BB77-0A828DD5C39B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12" creationId="{9CAB0227-FA21-68CB-B81F-1A3AEA5FB8C5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13" creationId="{9DAC6B98-300D-E700-1952-82DA5F858028}"/>
          </ac:inkMkLst>
        </pc:inkChg>
        <pc:inkChg chg="add mod">
          <ac:chgData name="O'Connor, Jacqueline Antonia" userId="3b9bfa0c-75a1-427e-ae61-7069a76100c3" providerId="ADAL" clId="{AA033F13-DCB0-421A-8B4F-92B7EF743B5B}" dt="2023-08-09T16:23:01.373" v="562"/>
          <ac:inkMkLst>
            <pc:docMk/>
            <pc:sldMk cId="360431715" sldId="264"/>
            <ac:inkMk id="14" creationId="{16B8F0B2-6877-44F4-2442-50E8650DF72A}"/>
          </ac:inkMkLst>
        </pc:inkChg>
        <pc:inkChg chg="add mod">
          <ac:chgData name="O'Connor, Jacqueline Antonia" userId="3b9bfa0c-75a1-427e-ae61-7069a76100c3" providerId="ADAL" clId="{AA033F13-DCB0-421A-8B4F-92B7EF743B5B}" dt="2023-08-09T16:23:01.373" v="562"/>
          <ac:inkMkLst>
            <pc:docMk/>
            <pc:sldMk cId="360431715" sldId="264"/>
            <ac:inkMk id="15" creationId="{932DC827-A75E-2550-ADD8-727EAF9ED246}"/>
          </ac:inkMkLst>
        </pc:inkChg>
        <pc:inkChg chg="add mod">
          <ac:chgData name="O'Connor, Jacqueline Antonia" userId="3b9bfa0c-75a1-427e-ae61-7069a76100c3" providerId="ADAL" clId="{AA033F13-DCB0-421A-8B4F-92B7EF743B5B}" dt="2023-08-09T16:23:01.373" v="562"/>
          <ac:inkMkLst>
            <pc:docMk/>
            <pc:sldMk cId="360431715" sldId="264"/>
            <ac:inkMk id="16" creationId="{93F9E399-41E3-AA50-ACCD-F9B8952A11DD}"/>
          </ac:inkMkLst>
        </pc:inkChg>
        <pc:inkChg chg="add mod">
          <ac:chgData name="O'Connor, Jacqueline Antonia" userId="3b9bfa0c-75a1-427e-ae61-7069a76100c3" providerId="ADAL" clId="{AA033F13-DCB0-421A-8B4F-92B7EF743B5B}" dt="2023-08-09T16:23:01.373" v="562"/>
          <ac:inkMkLst>
            <pc:docMk/>
            <pc:sldMk cId="360431715" sldId="264"/>
            <ac:inkMk id="20" creationId="{5E4F3474-E2A8-29F3-9F7B-41C87B624E02}"/>
          </ac:inkMkLst>
        </pc:inkChg>
        <pc:inkChg chg="add mod">
          <ac:chgData name="O'Connor, Jacqueline Antonia" userId="3b9bfa0c-75a1-427e-ae61-7069a76100c3" providerId="ADAL" clId="{AA033F13-DCB0-421A-8B4F-92B7EF743B5B}" dt="2023-08-09T16:23:01.373" v="562"/>
          <ac:inkMkLst>
            <pc:docMk/>
            <pc:sldMk cId="360431715" sldId="264"/>
            <ac:inkMk id="21" creationId="{7E3317A4-38A0-190F-9BAC-D3288F245356}"/>
          </ac:inkMkLst>
        </pc:inkChg>
        <pc:inkChg chg="add mod">
          <ac:chgData name="O'Connor, Jacqueline Antonia" userId="3b9bfa0c-75a1-427e-ae61-7069a76100c3" providerId="ADAL" clId="{AA033F13-DCB0-421A-8B4F-92B7EF743B5B}" dt="2023-08-09T16:23:01.373" v="562"/>
          <ac:inkMkLst>
            <pc:docMk/>
            <pc:sldMk cId="360431715" sldId="264"/>
            <ac:inkMk id="22" creationId="{C78C756F-5D9F-4C09-20F1-AC6460D4C497}"/>
          </ac:inkMkLst>
        </pc:inkChg>
        <pc:inkChg chg="add mod">
          <ac:chgData name="O'Connor, Jacqueline Antonia" userId="3b9bfa0c-75a1-427e-ae61-7069a76100c3" providerId="ADAL" clId="{AA033F13-DCB0-421A-8B4F-92B7EF743B5B}" dt="2023-08-09T16:23:01.373" v="562"/>
          <ac:inkMkLst>
            <pc:docMk/>
            <pc:sldMk cId="360431715" sldId="264"/>
            <ac:inkMk id="23" creationId="{9761B9EF-C89B-4810-63B8-97C1A7BC87C0}"/>
          </ac:inkMkLst>
        </pc:inkChg>
        <pc:inkChg chg="add mod">
          <ac:chgData name="O'Connor, Jacqueline Antonia" userId="3b9bfa0c-75a1-427e-ae61-7069a76100c3" providerId="ADAL" clId="{AA033F13-DCB0-421A-8B4F-92B7EF743B5B}" dt="2023-08-09T16:23:01.373" v="562"/>
          <ac:inkMkLst>
            <pc:docMk/>
            <pc:sldMk cId="360431715" sldId="264"/>
            <ac:inkMk id="24" creationId="{2E5FC5D1-AE04-40FA-5D5B-78B4B6D28465}"/>
          </ac:inkMkLst>
        </pc:inkChg>
        <pc:inkChg chg="add mod">
          <ac:chgData name="O'Connor, Jacqueline Antonia" userId="3b9bfa0c-75a1-427e-ae61-7069a76100c3" providerId="ADAL" clId="{AA033F13-DCB0-421A-8B4F-92B7EF743B5B}" dt="2023-08-09T16:23:03.064" v="564"/>
          <ac:inkMkLst>
            <pc:docMk/>
            <pc:sldMk cId="360431715" sldId="264"/>
            <ac:inkMk id="26" creationId="{F167F099-735E-EF72-5FA8-8554E0A81DB6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28" creationId="{11529058-3306-9D58-B726-A7E3BED048A4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29" creationId="{D6D57EB1-4649-41AA-10DD-532BAA4AC538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30" creationId="{E9934478-A4F0-7936-D61E-76B605C48568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31" creationId="{21A800E9-22E3-FD76-11FD-1030ED3FAA57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32" creationId="{126A4B52-889F-5DB6-E5C7-E313F9964BAD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33" creationId="{10A8F592-CFE5-737A-3B69-9DC5A88A2A1E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34" creationId="{BFB9AEB6-5514-0CE7-2C8A-C2B688100151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35" creationId="{368232DF-8C09-3CD8-815D-4C9C6F091579}"/>
          </ac:inkMkLst>
        </pc:inkChg>
        <pc:inkChg chg="add del mod">
          <ac:chgData name="O'Connor, Jacqueline Antonia" userId="3b9bfa0c-75a1-427e-ae61-7069a76100c3" providerId="ADAL" clId="{AA033F13-DCB0-421A-8B4F-92B7EF743B5B}" dt="2023-08-09T16:23:15.027" v="583"/>
          <ac:inkMkLst>
            <pc:docMk/>
            <pc:sldMk cId="360431715" sldId="264"/>
            <ac:inkMk id="36" creationId="{3456867B-2452-FCAF-3FEE-2F3D04D5932F}"/>
          </ac:inkMkLst>
        </pc:inkChg>
        <pc:inkChg chg="add del mod">
          <ac:chgData name="O'Connor, Jacqueline Antonia" userId="3b9bfa0c-75a1-427e-ae61-7069a76100c3" providerId="ADAL" clId="{AA033F13-DCB0-421A-8B4F-92B7EF743B5B}" dt="2023-08-09T16:23:14.373" v="581"/>
          <ac:inkMkLst>
            <pc:docMk/>
            <pc:sldMk cId="360431715" sldId="264"/>
            <ac:inkMk id="37" creationId="{BB3FCC9B-2241-799E-674A-4DA638605A02}"/>
          </ac:inkMkLst>
        </pc:inkChg>
        <pc:inkChg chg="add del mod">
          <ac:chgData name="O'Connor, Jacqueline Antonia" userId="3b9bfa0c-75a1-427e-ae61-7069a76100c3" providerId="ADAL" clId="{AA033F13-DCB0-421A-8B4F-92B7EF743B5B}" dt="2023-08-09T16:23:14.078" v="580"/>
          <ac:inkMkLst>
            <pc:docMk/>
            <pc:sldMk cId="360431715" sldId="264"/>
            <ac:inkMk id="38" creationId="{5C511C45-1C3C-2109-2050-04F5943B7521}"/>
          </ac:inkMkLst>
        </pc:inkChg>
        <pc:inkChg chg="add del mod">
          <ac:chgData name="O'Connor, Jacqueline Antonia" userId="3b9bfa0c-75a1-427e-ae61-7069a76100c3" providerId="ADAL" clId="{AA033F13-DCB0-421A-8B4F-92B7EF743B5B}" dt="2023-08-09T16:23:14.077" v="579"/>
          <ac:inkMkLst>
            <pc:docMk/>
            <pc:sldMk cId="360431715" sldId="264"/>
            <ac:inkMk id="39" creationId="{1A691821-F5A9-0B2A-1548-F24C5F0B93EB}"/>
          </ac:inkMkLst>
        </pc:inkChg>
        <pc:inkChg chg="add del mod">
          <ac:chgData name="O'Connor, Jacqueline Antonia" userId="3b9bfa0c-75a1-427e-ae61-7069a76100c3" providerId="ADAL" clId="{AA033F13-DCB0-421A-8B4F-92B7EF743B5B}" dt="2023-08-09T16:23:14.699" v="582"/>
          <ac:inkMkLst>
            <pc:docMk/>
            <pc:sldMk cId="360431715" sldId="264"/>
            <ac:inkMk id="40" creationId="{0E614704-ECDD-EBC9-DCA3-2E89ACCE72C5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42" creationId="{0BCC61B7-E7DA-B21E-4E2E-B5A01FBAC9B1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43" creationId="{CDF77D6E-76DC-EDE4-A930-A0FE595C9442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44" creationId="{197B2B8B-3FD7-8F21-E9FC-3ADEC54A3946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45" creationId="{6F0F43CF-2DF6-82C7-10AF-0C49ACDAF4F7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46" creationId="{16FDF235-201A-8FAD-4A19-86D558B81AE1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47" creationId="{B3C5564C-99C9-CCD0-A2AB-6854BE823EC0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48" creationId="{2196932C-B633-30A5-AB5D-B1537E17D85A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49" creationId="{6893A6F1-A152-FAAF-0989-AFEEA15E36DF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0" creationId="{027E72A6-AC13-3D2A-8C8F-40F14A7846E9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1" creationId="{AB133257-F633-9721-2202-1F4C1592A10E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2" creationId="{8943E7F8-34B5-CDD6-E19C-FE6115162ED7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3" creationId="{5BC19110-0E50-F4A2-8C3E-43E5209EFAAE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4" creationId="{575EF482-A928-004C-010F-028A7F3183F6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5" creationId="{CD1CBDCF-A098-4707-9A94-E5F87E0FE91B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6" creationId="{E9C9D7F9-2505-ABDA-0F04-FD46A22537E8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7" creationId="{9669855C-B86E-6B6E-46FA-08F8CD17EB72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8" creationId="{0634C7DE-6161-1D77-661E-36245BB894A4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59" creationId="{0388DF09-8CCC-BDAF-90DC-8A055FAEF25D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0" creationId="{E01C6882-AD31-615C-8B30-07ED03E78EFE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1" creationId="{3CB9C16E-6535-776E-F0CF-2D49C9A0A5AC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2" creationId="{7A9EB62D-2864-B3AC-BAF2-E63BECBAABB5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3" creationId="{38D6354F-4A6D-21AF-2A4A-40F3EA75AFC5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4" creationId="{B5138DB8-96F7-BD76-B460-6D9E35F6618F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5" creationId="{E53DB73B-2DF2-22BB-BC98-4F1E2090DBDD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6" creationId="{4EE04FD6-F013-3679-476D-D12378A39E13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7" creationId="{7667B23C-A6AB-C175-67CB-3A82D637C3E6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8" creationId="{FB21A887-9DAF-A0ED-F5D4-76AF2F8FB786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69" creationId="{5E24E0C5-127E-3782-DA10-C00D0A12E0D5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0" creationId="{A05B09EA-60DE-4526-34A6-B2C6CC994153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1" creationId="{095D1E47-586D-4A34-E115-191F174C105A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2" creationId="{A2D7097F-ACCC-FBA8-5D70-CFA483F901CE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3" creationId="{013CF169-2200-65ED-0B03-F9401DFF9573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4" creationId="{6B51EBA4-6237-105B-2CC5-13EBED167A9D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5" creationId="{2EDCA0CA-30D5-C6F6-B591-56181D535A75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6" creationId="{DC31CA96-90C8-8222-0F1F-9444397973A4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7" creationId="{77CBF5C6-6C77-9B5A-8DBB-9CB15134CF2C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8" creationId="{58F799E6-8FCD-793F-6A33-7BDBC8370C9E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79" creationId="{993277CE-EBB5-52EA-9F00-A617C1D77CD0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0" creationId="{1C756EF9-B328-78A2-A3AE-063B0751607B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1" creationId="{BBB607D9-5779-BC5F-F5FC-52A8BEAE1BEC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2" creationId="{D291EC2D-7444-6583-F572-E9A23B25ED3F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3" creationId="{56CF74B2-ED48-CEF2-7FC0-EDF0E7BAD659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4" creationId="{E715D949-2AA2-A3F6-33DB-84CE24DDBAD1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5" creationId="{99F5726F-761D-05AF-FBEF-A8205992683F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6" creationId="{B2A65F1D-0E93-DD87-CC8C-3A2433C955C5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7" creationId="{87DC41CF-BEB7-AB50-7690-ED117E203D05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8" creationId="{E98DFEE5-B963-86E8-BBAC-BDB4A8B53739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89" creationId="{49B89109-3E20-2020-5C40-353D2822A35C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0" creationId="{1B0B0E00-EA22-8116-DC88-40897B72FF00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1" creationId="{9561252C-64F1-571E-09FA-E463C62DCB26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2" creationId="{915578F8-B6C3-0940-13F3-43F56E3CE847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3" creationId="{3784A4AA-3707-5093-11FA-FCE29D8A8C8E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4" creationId="{96CBD1F2-81FE-9B40-36FE-C29557140605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5" creationId="{CD076326-7700-FDE1-D6B0-9DBBF035F532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6" creationId="{30A05B4A-DD83-5CB0-9288-3B37611C382D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7" creationId="{99B4DB48-4215-5F09-C0F5-2EC98FCD5CB8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8" creationId="{271F29D8-7EE5-2EFE-6D65-7692D86BE03E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99" creationId="{7BF41DAB-C92F-1DEC-BDDC-325AB5B86295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100" creationId="{5409CCF0-1EC7-C5AC-9079-1236BF1677C7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101" creationId="{A5BEC7C5-90D4-2162-DC37-3066A9880768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102" creationId="{DF8E266C-C3D4-9EFA-9068-BB6225187072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103" creationId="{E6990D2E-F7C6-6D7A-6977-D93013AB98A6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104" creationId="{BCF4623B-FC34-FB69-E071-D39BB22F996B}"/>
          </ac:inkMkLst>
        </pc:inkChg>
        <pc:inkChg chg="add mod">
          <ac:chgData name="O'Connor, Jacqueline Antonia" userId="3b9bfa0c-75a1-427e-ae61-7069a76100c3" providerId="ADAL" clId="{AA033F13-DCB0-421A-8B4F-92B7EF743B5B}" dt="2023-08-09T16:23:47.484" v="649"/>
          <ac:inkMkLst>
            <pc:docMk/>
            <pc:sldMk cId="360431715" sldId="264"/>
            <ac:inkMk id="105" creationId="{52E18149-1FC8-8E7B-D044-7296A51326A7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16" creationId="{F068A441-878A-8864-8935-E3BCC4ED1483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17" creationId="{8917C3A6-04A5-6959-2502-E289CDD25D33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19" creationId="{59A60CCE-7D99-C3C4-0EBE-E2715D7359C0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20" creationId="{7EE57EB1-D0EB-8186-250F-16DB21502069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21" creationId="{FBCA327B-99F3-5021-9DE1-F8CD249F875A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22" creationId="{FBC9776A-797F-F153-148A-210756B33923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23" creationId="{8F4E5DF8-101B-C6FD-ADD6-EC0375598FFB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24" creationId="{FF97D5CE-FEB5-81B2-661B-45C124339EF7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25" creationId="{AFE90767-1207-3709-16B9-15A56A55F587}"/>
          </ac:inkMkLst>
        </pc:inkChg>
        <pc:inkChg chg="add">
          <ac:chgData name="O'Connor, Jacqueline Antonia" userId="3b9bfa0c-75a1-427e-ae61-7069a76100c3" providerId="ADAL" clId="{AA033F13-DCB0-421A-8B4F-92B7EF743B5B}" dt="2023-08-09T16:23:53.917" v="660" actId="9405"/>
          <ac:inkMkLst>
            <pc:docMk/>
            <pc:sldMk cId="360431715" sldId="264"/>
            <ac:inkMk id="126" creationId="{88F02A4C-FF5D-27DF-7D0E-D23147501BB8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27" creationId="{4AFED9BB-966D-15AD-0334-BEAB93E527DB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28" creationId="{8A498A78-DC06-543D-C11E-8E81145C284A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29" creationId="{546E9E4B-B851-BB19-B6B9-D36AEDDE3D03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0" creationId="{FE517FE5-7AFE-938A-A6C0-E00E59B56994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1" creationId="{6C02D179-656A-3F07-635C-AECA082EE4F0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2" creationId="{5D23F8F3-7264-E372-9DAB-BE2F76B1DF22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3" creationId="{2500D511-4527-CBC5-67DF-386303FE257F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4" creationId="{7063BDFE-08AE-4FD6-73DB-D851A60B7B47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5" creationId="{C3D1A79F-A439-B7C4-A9DB-A5BAF2FE9BD6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6" creationId="{CFB6987D-14C8-1937-04C7-4301DA6BEABD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7" creationId="{49ED401E-B449-9B85-0745-1891C9F4D12D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8" creationId="{AB64149B-98FA-FBDE-2CEB-EA427F62905C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39" creationId="{D95F1FDE-3E60-E792-69A3-4ABC4151EA28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40" creationId="{2FDA945F-E955-C2A7-39AA-2F8682F6756B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41" creationId="{BC3EBA6A-636C-CB76-330D-9F94902ECADE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42" creationId="{23D318E4-0783-3A76-FD60-EFCE4D0D264B}"/>
          </ac:inkMkLst>
        </pc:inkChg>
        <pc:inkChg chg="add mod">
          <ac:chgData name="O'Connor, Jacqueline Antonia" userId="3b9bfa0c-75a1-427e-ae61-7069a76100c3" providerId="ADAL" clId="{AA033F13-DCB0-421A-8B4F-92B7EF743B5B}" dt="2023-08-09T16:24:04.631" v="678"/>
          <ac:inkMkLst>
            <pc:docMk/>
            <pc:sldMk cId="360431715" sldId="264"/>
            <ac:inkMk id="143" creationId="{9C5B580C-9387-8F60-C394-C831E502D6DF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48" creationId="{35ABD67F-6DF4-2169-F1A5-45E6D214EB9A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49" creationId="{B60BA898-73A5-D875-15F7-3229D3CDE5FF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50" creationId="{869FBEA3-6ACE-2973-E4F3-072F7A680643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51" creationId="{FC6C4B7D-4994-CBBD-C2C9-44BE8020B53A}"/>
          </ac:inkMkLst>
        </pc:inkChg>
        <pc:inkChg chg="add">
          <ac:chgData name="O'Connor, Jacqueline Antonia" userId="3b9bfa0c-75a1-427e-ae61-7069a76100c3" providerId="ADAL" clId="{AA033F13-DCB0-421A-8B4F-92B7EF743B5B}" dt="2023-08-09T16:24:14.801" v="683" actId="9405"/>
          <ac:inkMkLst>
            <pc:docMk/>
            <pc:sldMk cId="360431715" sldId="264"/>
            <ac:inkMk id="152" creationId="{F6D67F00-24D7-7544-B46E-180DBFDA9276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53" creationId="{34272B94-7115-3F44-951F-3ADD0AF4648F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54" creationId="{6D2C23A6-B388-0B8C-CEF9-70972A52EC99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55" creationId="{B1BED45E-AD15-8EFB-315E-08A41FD7C8DA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56" creationId="{604818B3-56E0-52F1-0C5F-00AD17FC7851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57" creationId="{4FB7B5F4-809C-B929-A1A6-0B9EBDDBB7D5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58" creationId="{E99806A4-C93C-82B9-6C43-16756D528E52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59" creationId="{B5A86722-51C9-9BC6-8CDB-A41F1DD2544C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0" creationId="{A8ECFFAC-D6F3-76D3-22E9-E1315A9AE19A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1" creationId="{00815960-6180-624F-DD89-B5C2BA0A4CF8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2" creationId="{D63F820B-9A43-F4E3-3D88-AFAE82A55ADC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3" creationId="{2C76C342-4DAD-97CB-20D2-E45B5CAEFEF2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4" creationId="{D34E754F-C567-3A48-47B3-4F56582E84CA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5" creationId="{5C8051FE-BA87-1EFF-25B4-4341E08F8E89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6" creationId="{7AEE2FD0-963C-17DD-6A4E-B2BE9EE7F528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7" creationId="{FB5DE866-E740-7EB7-C5B9-8579FDB3D202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8" creationId="{73A830F7-A61D-98C9-B39A-1C04C5A2FA10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69" creationId="{2BCEE8E0-FA9F-E90F-E028-10550AAB7C29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70" creationId="{FB949D40-8A64-7354-2766-3A54CD749960}"/>
          </ac:inkMkLst>
        </pc:inkChg>
        <pc:inkChg chg="add mod">
          <ac:chgData name="O'Connor, Jacqueline Antonia" userId="3b9bfa0c-75a1-427e-ae61-7069a76100c3" providerId="ADAL" clId="{AA033F13-DCB0-421A-8B4F-92B7EF743B5B}" dt="2023-08-09T16:24:23.593" v="703"/>
          <ac:inkMkLst>
            <pc:docMk/>
            <pc:sldMk cId="360431715" sldId="264"/>
            <ac:inkMk id="171" creationId="{CE62410C-2E61-507E-9A7D-5C7E9EA54EE1}"/>
          </ac:inkMkLst>
        </pc:inkChg>
        <pc:inkChg chg="add mod">
          <ac:chgData name="O'Connor, Jacqueline Antonia" userId="3b9bfa0c-75a1-427e-ae61-7069a76100c3" providerId="ADAL" clId="{AA033F13-DCB0-421A-8B4F-92B7EF743B5B}" dt="2023-08-09T16:24:29.015" v="711"/>
          <ac:inkMkLst>
            <pc:docMk/>
            <pc:sldMk cId="360431715" sldId="264"/>
            <ac:inkMk id="175" creationId="{5FF48F21-9373-BBE8-D951-9D68923317E6}"/>
          </ac:inkMkLst>
        </pc:inkChg>
        <pc:inkChg chg="add mod">
          <ac:chgData name="O'Connor, Jacqueline Antonia" userId="3b9bfa0c-75a1-427e-ae61-7069a76100c3" providerId="ADAL" clId="{AA033F13-DCB0-421A-8B4F-92B7EF743B5B}" dt="2023-08-09T16:24:29.015" v="711"/>
          <ac:inkMkLst>
            <pc:docMk/>
            <pc:sldMk cId="360431715" sldId="264"/>
            <ac:inkMk id="176" creationId="{4196EE40-FD35-92E5-D482-4B38430EEACC}"/>
          </ac:inkMkLst>
        </pc:inkChg>
        <pc:inkChg chg="add mod">
          <ac:chgData name="O'Connor, Jacqueline Antonia" userId="3b9bfa0c-75a1-427e-ae61-7069a76100c3" providerId="ADAL" clId="{AA033F13-DCB0-421A-8B4F-92B7EF743B5B}" dt="2023-08-09T16:24:29.015" v="711"/>
          <ac:inkMkLst>
            <pc:docMk/>
            <pc:sldMk cId="360431715" sldId="264"/>
            <ac:inkMk id="177" creationId="{440E06C4-5A9B-C04F-1771-44E6704D7C2C}"/>
          </ac:inkMkLst>
        </pc:inkChg>
        <pc:inkChg chg="add mod">
          <ac:chgData name="O'Connor, Jacqueline Antonia" userId="3b9bfa0c-75a1-427e-ae61-7069a76100c3" providerId="ADAL" clId="{AA033F13-DCB0-421A-8B4F-92B7EF743B5B}" dt="2023-08-09T16:24:29.015" v="711"/>
          <ac:inkMkLst>
            <pc:docMk/>
            <pc:sldMk cId="360431715" sldId="264"/>
            <ac:inkMk id="178" creationId="{4DB5911F-D6A1-9CAC-1F77-8EFD1CB7B8A1}"/>
          </ac:inkMkLst>
        </pc:inkChg>
        <pc:inkChg chg="add mod">
          <ac:chgData name="O'Connor, Jacqueline Antonia" userId="3b9bfa0c-75a1-427e-ae61-7069a76100c3" providerId="ADAL" clId="{AA033F13-DCB0-421A-8B4F-92B7EF743B5B}" dt="2023-08-09T16:24:29.015" v="711"/>
          <ac:inkMkLst>
            <pc:docMk/>
            <pc:sldMk cId="360431715" sldId="264"/>
            <ac:inkMk id="179" creationId="{D284FD51-BEBF-5F79-D336-613074770D53}"/>
          </ac:inkMkLst>
        </pc:inkChg>
        <pc:inkChg chg="add mod">
          <ac:chgData name="O'Connor, Jacqueline Antonia" userId="3b9bfa0c-75a1-427e-ae61-7069a76100c3" providerId="ADAL" clId="{AA033F13-DCB0-421A-8B4F-92B7EF743B5B}" dt="2023-08-09T16:24:29.015" v="711"/>
          <ac:inkMkLst>
            <pc:docMk/>
            <pc:sldMk cId="360431715" sldId="264"/>
            <ac:inkMk id="180" creationId="{27091A21-B8EE-D8DB-6E15-EE2CD4A3D8D6}"/>
          </ac:inkMkLst>
        </pc:inkChg>
        <pc:inkChg chg="add mod">
          <ac:chgData name="O'Connor, Jacqueline Antonia" userId="3b9bfa0c-75a1-427e-ae61-7069a76100c3" providerId="ADAL" clId="{AA033F13-DCB0-421A-8B4F-92B7EF743B5B}" dt="2023-08-09T16:24:29.015" v="711"/>
          <ac:inkMkLst>
            <pc:docMk/>
            <pc:sldMk cId="360431715" sldId="264"/>
            <ac:inkMk id="181" creationId="{303E70AF-6A26-0605-6EC2-AF2A8BC66C9D}"/>
          </ac:inkMkLst>
        </pc:inkChg>
        <pc:inkChg chg="add">
          <ac:chgData name="O'Connor, Jacqueline Antonia" userId="3b9bfa0c-75a1-427e-ae61-7069a76100c3" providerId="ADAL" clId="{AA033F13-DCB0-421A-8B4F-92B7EF743B5B}" dt="2023-08-09T16:24:30.305" v="712" actId="9405"/>
          <ac:inkMkLst>
            <pc:docMk/>
            <pc:sldMk cId="360431715" sldId="264"/>
            <ac:inkMk id="184" creationId="{D2037AF1-1F01-BBE6-3DCD-55C0E950F541}"/>
          </ac:inkMkLst>
        </pc:inkChg>
        <pc:inkChg chg="add">
          <ac:chgData name="O'Connor, Jacqueline Antonia" userId="3b9bfa0c-75a1-427e-ae61-7069a76100c3" providerId="ADAL" clId="{AA033F13-DCB0-421A-8B4F-92B7EF743B5B}" dt="2023-08-09T16:24:30.694" v="713" actId="9405"/>
          <ac:inkMkLst>
            <pc:docMk/>
            <pc:sldMk cId="360431715" sldId="264"/>
            <ac:inkMk id="185" creationId="{2880C32E-9437-B077-C09E-F42807877879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86" creationId="{8E384F42-B58D-7AAA-C7A7-395995448CDB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87" creationId="{B2EB787B-0BD5-C8DF-D7CE-A67A0C8B109A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88" creationId="{0CE0E55C-86D4-6E4C-B76C-90A6DCDCE893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89" creationId="{A4D1BF12-5656-EA9D-40E9-9503E2C1A003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90" creationId="{7C5B68D7-E569-C68C-855C-BFDD3595FEFD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91" creationId="{63379450-D9DA-5264-1E90-5E816F1C3F50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92" creationId="{696B7DC7-C5FF-47D8-F381-F7CA9131ED6B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93" creationId="{69A59ECF-4C7A-F6FB-E393-ADF26A2E3F76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94" creationId="{3FF40D99-833A-0167-82AF-4629D2CB3627}"/>
          </ac:inkMkLst>
        </pc:inkChg>
        <pc:inkChg chg="add mod">
          <ac:chgData name="O'Connor, Jacqueline Antonia" userId="3b9bfa0c-75a1-427e-ae61-7069a76100c3" providerId="ADAL" clId="{AA033F13-DCB0-421A-8B4F-92B7EF743B5B}" dt="2023-08-09T16:24:37.273" v="728"/>
          <ac:inkMkLst>
            <pc:docMk/>
            <pc:sldMk cId="360431715" sldId="264"/>
            <ac:inkMk id="195" creationId="{BBE59A52-B327-4947-AE7F-EA741BB8251F}"/>
          </ac:inkMkLst>
        </pc:inkChg>
        <pc:inkChg chg="add mod">
          <ac:chgData name="O'Connor, Jacqueline Antonia" userId="3b9bfa0c-75a1-427e-ae61-7069a76100c3" providerId="ADAL" clId="{AA033F13-DCB0-421A-8B4F-92B7EF743B5B}" dt="2023-08-09T16:24:39.620" v="730"/>
          <ac:inkMkLst>
            <pc:docMk/>
            <pc:sldMk cId="360431715" sldId="264"/>
            <ac:inkMk id="196" creationId="{0C15994B-FD8F-E38F-7C40-86251D81BC0B}"/>
          </ac:inkMkLst>
        </pc:inkChg>
        <pc:inkChg chg="add mod">
          <ac:chgData name="O'Connor, Jacqueline Antonia" userId="3b9bfa0c-75a1-427e-ae61-7069a76100c3" providerId="ADAL" clId="{AA033F13-DCB0-421A-8B4F-92B7EF743B5B}" dt="2023-08-09T16:24:39.620" v="730"/>
          <ac:inkMkLst>
            <pc:docMk/>
            <pc:sldMk cId="360431715" sldId="264"/>
            <ac:inkMk id="197" creationId="{2192AB60-E725-9A77-E9B4-5599C6F1DCB3}"/>
          </ac:inkMkLst>
        </pc:inkChg>
        <pc:inkChg chg="add del mod">
          <ac:chgData name="O'Connor, Jacqueline Antonia" userId="3b9bfa0c-75a1-427e-ae61-7069a76100c3" providerId="ADAL" clId="{AA033F13-DCB0-421A-8B4F-92B7EF743B5B}" dt="2023-08-09T16:24:39.620" v="730"/>
          <ac:inkMkLst>
            <pc:docMk/>
            <pc:sldMk cId="360431715" sldId="264"/>
            <ac:inkMk id="198" creationId="{58A9DEC4-47D6-3032-39ED-AF6E7E0BE219}"/>
          </ac:inkMkLst>
        </pc:inkChg>
        <pc:inkChg chg="add del mod">
          <ac:chgData name="O'Connor, Jacqueline Antonia" userId="3b9bfa0c-75a1-427e-ae61-7069a76100c3" providerId="ADAL" clId="{AA033F13-DCB0-421A-8B4F-92B7EF743B5B}" dt="2023-08-09T16:24:38.944" v="729"/>
          <ac:inkMkLst>
            <pc:docMk/>
            <pc:sldMk cId="360431715" sldId="264"/>
            <ac:inkMk id="199" creationId="{98D5CF1F-2CE6-7257-DB06-BE52064902C3}"/>
          </ac:inkMkLst>
        </pc:inkChg>
        <pc:inkChg chg="add mod">
          <ac:chgData name="O'Connor, Jacqueline Antonia" userId="3b9bfa0c-75a1-427e-ae61-7069a76100c3" providerId="ADAL" clId="{AA033F13-DCB0-421A-8B4F-92B7EF743B5B}" dt="2023-08-09T16:24:55.620" v="738"/>
          <ac:inkMkLst>
            <pc:docMk/>
            <pc:sldMk cId="360431715" sldId="264"/>
            <ac:inkMk id="203" creationId="{57BD501A-C3BB-A891-BCF5-750FF1D3FE69}"/>
          </ac:inkMkLst>
        </pc:inkChg>
        <pc:inkChg chg="add mod">
          <ac:chgData name="O'Connor, Jacqueline Antonia" userId="3b9bfa0c-75a1-427e-ae61-7069a76100c3" providerId="ADAL" clId="{AA033F13-DCB0-421A-8B4F-92B7EF743B5B}" dt="2023-08-09T16:24:55.620" v="738"/>
          <ac:inkMkLst>
            <pc:docMk/>
            <pc:sldMk cId="360431715" sldId="264"/>
            <ac:inkMk id="204" creationId="{84F4A8C1-22F2-8713-87F3-691890E58A2B}"/>
          </ac:inkMkLst>
        </pc:inkChg>
        <pc:inkChg chg="add mod">
          <ac:chgData name="O'Connor, Jacqueline Antonia" userId="3b9bfa0c-75a1-427e-ae61-7069a76100c3" providerId="ADAL" clId="{AA033F13-DCB0-421A-8B4F-92B7EF743B5B}" dt="2023-08-09T16:24:55.620" v="738"/>
          <ac:inkMkLst>
            <pc:docMk/>
            <pc:sldMk cId="360431715" sldId="264"/>
            <ac:inkMk id="205" creationId="{B1537861-8363-D518-CA02-4393C284CA97}"/>
          </ac:inkMkLst>
        </pc:inkChg>
        <pc:inkChg chg="add mod">
          <ac:chgData name="O'Connor, Jacqueline Antonia" userId="3b9bfa0c-75a1-427e-ae61-7069a76100c3" providerId="ADAL" clId="{AA033F13-DCB0-421A-8B4F-92B7EF743B5B}" dt="2023-08-09T16:24:55.620" v="738"/>
          <ac:inkMkLst>
            <pc:docMk/>
            <pc:sldMk cId="360431715" sldId="264"/>
            <ac:inkMk id="206" creationId="{589E07AF-5D2C-2D38-8C34-EC12EE5AB355}"/>
          </ac:inkMkLst>
        </pc:inkChg>
        <pc:inkChg chg="add mod">
          <ac:chgData name="O'Connor, Jacqueline Antonia" userId="3b9bfa0c-75a1-427e-ae61-7069a76100c3" providerId="ADAL" clId="{AA033F13-DCB0-421A-8B4F-92B7EF743B5B}" dt="2023-08-09T16:24:55.620" v="738"/>
          <ac:inkMkLst>
            <pc:docMk/>
            <pc:sldMk cId="360431715" sldId="264"/>
            <ac:inkMk id="207" creationId="{F39B82D8-CD0F-F20B-EC63-3DC9411BD77C}"/>
          </ac:inkMkLst>
        </pc:inkChg>
        <pc:inkChg chg="add mod">
          <ac:chgData name="O'Connor, Jacqueline Antonia" userId="3b9bfa0c-75a1-427e-ae61-7069a76100c3" providerId="ADAL" clId="{AA033F13-DCB0-421A-8B4F-92B7EF743B5B}" dt="2023-08-09T16:24:55.620" v="738"/>
          <ac:inkMkLst>
            <pc:docMk/>
            <pc:sldMk cId="360431715" sldId="264"/>
            <ac:inkMk id="208" creationId="{A062FABC-E3B6-5D7E-5B51-D8B96E1B68FA}"/>
          </ac:inkMkLst>
        </pc:inkChg>
        <pc:inkChg chg="add mod">
          <ac:chgData name="O'Connor, Jacqueline Antonia" userId="3b9bfa0c-75a1-427e-ae61-7069a76100c3" providerId="ADAL" clId="{AA033F13-DCB0-421A-8B4F-92B7EF743B5B}" dt="2023-08-09T16:24:55.620" v="738"/>
          <ac:inkMkLst>
            <pc:docMk/>
            <pc:sldMk cId="360431715" sldId="264"/>
            <ac:inkMk id="209" creationId="{1C19418B-E381-FEB8-75FF-983A697DCE50}"/>
          </ac:inkMkLst>
        </pc:inkChg>
        <pc:inkChg chg="add mod">
          <ac:chgData name="O'Connor, Jacqueline Antonia" userId="3b9bfa0c-75a1-427e-ae61-7069a76100c3" providerId="ADAL" clId="{AA033F13-DCB0-421A-8B4F-92B7EF743B5B}" dt="2023-08-09T16:25:00.470" v="746"/>
          <ac:inkMkLst>
            <pc:docMk/>
            <pc:sldMk cId="360431715" sldId="264"/>
            <ac:inkMk id="211" creationId="{9C134E90-098F-981B-566F-C062A1B2363B}"/>
          </ac:inkMkLst>
        </pc:inkChg>
        <pc:inkChg chg="add mod">
          <ac:chgData name="O'Connor, Jacqueline Antonia" userId="3b9bfa0c-75a1-427e-ae61-7069a76100c3" providerId="ADAL" clId="{AA033F13-DCB0-421A-8B4F-92B7EF743B5B}" dt="2023-08-09T16:25:00.470" v="746"/>
          <ac:inkMkLst>
            <pc:docMk/>
            <pc:sldMk cId="360431715" sldId="264"/>
            <ac:inkMk id="212" creationId="{2A9E6AAC-C23A-8E0D-8291-EE8146735FA5}"/>
          </ac:inkMkLst>
        </pc:inkChg>
        <pc:inkChg chg="add">
          <ac:chgData name="O'Connor, Jacqueline Antonia" userId="3b9bfa0c-75a1-427e-ae61-7069a76100c3" providerId="ADAL" clId="{AA033F13-DCB0-421A-8B4F-92B7EF743B5B}" dt="2023-08-09T16:24:58.254" v="741" actId="9405"/>
          <ac:inkMkLst>
            <pc:docMk/>
            <pc:sldMk cId="360431715" sldId="264"/>
            <ac:inkMk id="213" creationId="{A8A556D1-A829-DDBC-6F68-105BBFFF21C6}"/>
          </ac:inkMkLst>
        </pc:inkChg>
        <pc:inkChg chg="add mod">
          <ac:chgData name="O'Connor, Jacqueline Antonia" userId="3b9bfa0c-75a1-427e-ae61-7069a76100c3" providerId="ADAL" clId="{AA033F13-DCB0-421A-8B4F-92B7EF743B5B}" dt="2023-08-09T16:25:00.470" v="746"/>
          <ac:inkMkLst>
            <pc:docMk/>
            <pc:sldMk cId="360431715" sldId="264"/>
            <ac:inkMk id="214" creationId="{4AB95308-CDEC-3E51-F780-44FA16E8B706}"/>
          </ac:inkMkLst>
        </pc:inkChg>
        <pc:inkChg chg="add mod">
          <ac:chgData name="O'Connor, Jacqueline Antonia" userId="3b9bfa0c-75a1-427e-ae61-7069a76100c3" providerId="ADAL" clId="{AA033F13-DCB0-421A-8B4F-92B7EF743B5B}" dt="2023-08-09T16:25:00.470" v="746"/>
          <ac:inkMkLst>
            <pc:docMk/>
            <pc:sldMk cId="360431715" sldId="264"/>
            <ac:inkMk id="215" creationId="{B02C5D74-9E8A-8BFC-39F4-4B4080FAB2A3}"/>
          </ac:inkMkLst>
        </pc:inkChg>
        <pc:inkChg chg="add mod">
          <ac:chgData name="O'Connor, Jacqueline Antonia" userId="3b9bfa0c-75a1-427e-ae61-7069a76100c3" providerId="ADAL" clId="{AA033F13-DCB0-421A-8B4F-92B7EF743B5B}" dt="2023-08-09T16:25:00.470" v="746"/>
          <ac:inkMkLst>
            <pc:docMk/>
            <pc:sldMk cId="360431715" sldId="264"/>
            <ac:inkMk id="216" creationId="{5890F22E-080B-1A50-BA2B-AF95823E8DE8}"/>
          </ac:inkMkLst>
        </pc:inkChg>
        <pc:inkChg chg="add mod">
          <ac:chgData name="O'Connor, Jacqueline Antonia" userId="3b9bfa0c-75a1-427e-ae61-7069a76100c3" providerId="ADAL" clId="{AA033F13-DCB0-421A-8B4F-92B7EF743B5B}" dt="2023-08-09T16:25:03.692" v="752"/>
          <ac:inkMkLst>
            <pc:docMk/>
            <pc:sldMk cId="360431715" sldId="264"/>
            <ac:inkMk id="217" creationId="{A41C147B-86B8-5EB9-551E-95FAC964A12C}"/>
          </ac:inkMkLst>
        </pc:inkChg>
        <pc:inkChg chg="add mod">
          <ac:chgData name="O'Connor, Jacqueline Antonia" userId="3b9bfa0c-75a1-427e-ae61-7069a76100c3" providerId="ADAL" clId="{AA033F13-DCB0-421A-8B4F-92B7EF743B5B}" dt="2023-08-09T16:25:03.692" v="752"/>
          <ac:inkMkLst>
            <pc:docMk/>
            <pc:sldMk cId="360431715" sldId="264"/>
            <ac:inkMk id="219" creationId="{086C19F6-FB0A-7764-0E89-6C7DA13F8924}"/>
          </ac:inkMkLst>
        </pc:inkChg>
        <pc:inkChg chg="add mod">
          <ac:chgData name="O'Connor, Jacqueline Antonia" userId="3b9bfa0c-75a1-427e-ae61-7069a76100c3" providerId="ADAL" clId="{AA033F13-DCB0-421A-8B4F-92B7EF743B5B}" dt="2023-08-09T16:25:03.692" v="752"/>
          <ac:inkMkLst>
            <pc:docMk/>
            <pc:sldMk cId="360431715" sldId="264"/>
            <ac:inkMk id="220" creationId="{89B02059-BF13-DD75-67CF-494E954CCD6B}"/>
          </ac:inkMkLst>
        </pc:inkChg>
        <pc:inkChg chg="add mod">
          <ac:chgData name="O'Connor, Jacqueline Antonia" userId="3b9bfa0c-75a1-427e-ae61-7069a76100c3" providerId="ADAL" clId="{AA033F13-DCB0-421A-8B4F-92B7EF743B5B}" dt="2023-08-09T16:25:03.692" v="752"/>
          <ac:inkMkLst>
            <pc:docMk/>
            <pc:sldMk cId="360431715" sldId="264"/>
            <ac:inkMk id="221" creationId="{2290FE6A-3515-AE9E-B46D-3F27B2F6F105}"/>
          </ac:inkMkLst>
        </pc:inkChg>
        <pc:inkChg chg="add mod">
          <ac:chgData name="O'Connor, Jacqueline Antonia" userId="3b9bfa0c-75a1-427e-ae61-7069a76100c3" providerId="ADAL" clId="{AA033F13-DCB0-421A-8B4F-92B7EF743B5B}" dt="2023-08-09T16:25:03.692" v="752"/>
          <ac:inkMkLst>
            <pc:docMk/>
            <pc:sldMk cId="360431715" sldId="264"/>
            <ac:inkMk id="222" creationId="{7AD2F5A9-DCC8-52AD-313E-9AE946270AF2}"/>
          </ac:inkMkLst>
        </pc:inkChg>
        <pc:inkChg chg="add mod">
          <ac:chgData name="O'Connor, Jacqueline Antonia" userId="3b9bfa0c-75a1-427e-ae61-7069a76100c3" providerId="ADAL" clId="{AA033F13-DCB0-421A-8B4F-92B7EF743B5B}" dt="2023-08-09T16:25:03.692" v="752"/>
          <ac:inkMkLst>
            <pc:docMk/>
            <pc:sldMk cId="360431715" sldId="264"/>
            <ac:inkMk id="223" creationId="{F7983E3E-E877-610A-317D-08810A94A564}"/>
          </ac:inkMkLst>
        </pc:inkChg>
        <pc:inkChg chg="add mod">
          <ac:chgData name="O'Connor, Jacqueline Antonia" userId="3b9bfa0c-75a1-427e-ae61-7069a76100c3" providerId="ADAL" clId="{AA033F13-DCB0-421A-8B4F-92B7EF743B5B}" dt="2023-08-09T16:25:22.288" v="763"/>
          <ac:inkMkLst>
            <pc:docMk/>
            <pc:sldMk cId="360431715" sldId="264"/>
            <ac:inkMk id="225" creationId="{BB38324D-CE55-53C6-ABD8-DCD3CB0FE735}"/>
          </ac:inkMkLst>
        </pc:inkChg>
        <pc:inkChg chg="add mod">
          <ac:chgData name="O'Connor, Jacqueline Antonia" userId="3b9bfa0c-75a1-427e-ae61-7069a76100c3" providerId="ADAL" clId="{AA033F13-DCB0-421A-8B4F-92B7EF743B5B}" dt="2023-08-09T16:25:22.288" v="763"/>
          <ac:inkMkLst>
            <pc:docMk/>
            <pc:sldMk cId="360431715" sldId="264"/>
            <ac:inkMk id="226" creationId="{CCC29D7D-999D-2103-CB85-5E67FBB21D44}"/>
          </ac:inkMkLst>
        </pc:inkChg>
        <pc:inkChg chg="add mod">
          <ac:chgData name="O'Connor, Jacqueline Antonia" userId="3b9bfa0c-75a1-427e-ae61-7069a76100c3" providerId="ADAL" clId="{AA033F13-DCB0-421A-8B4F-92B7EF743B5B}" dt="2023-08-09T16:25:22.288" v="763"/>
          <ac:inkMkLst>
            <pc:docMk/>
            <pc:sldMk cId="360431715" sldId="264"/>
            <ac:inkMk id="227" creationId="{79E20D0E-4E30-330E-35A8-59F0E1A013DD}"/>
          </ac:inkMkLst>
        </pc:inkChg>
        <pc:inkChg chg="add mod">
          <ac:chgData name="O'Connor, Jacqueline Antonia" userId="3b9bfa0c-75a1-427e-ae61-7069a76100c3" providerId="ADAL" clId="{AA033F13-DCB0-421A-8B4F-92B7EF743B5B}" dt="2023-08-09T16:25:22.288" v="763"/>
          <ac:inkMkLst>
            <pc:docMk/>
            <pc:sldMk cId="360431715" sldId="264"/>
            <ac:inkMk id="228" creationId="{DE7518C2-9E55-75B9-BE1C-5FE0AF3C070E}"/>
          </ac:inkMkLst>
        </pc:inkChg>
        <pc:inkChg chg="add mod">
          <ac:chgData name="O'Connor, Jacqueline Antonia" userId="3b9bfa0c-75a1-427e-ae61-7069a76100c3" providerId="ADAL" clId="{AA033F13-DCB0-421A-8B4F-92B7EF743B5B}" dt="2023-08-09T16:25:22.288" v="763"/>
          <ac:inkMkLst>
            <pc:docMk/>
            <pc:sldMk cId="360431715" sldId="264"/>
            <ac:inkMk id="229" creationId="{127CCA77-A37B-86C7-2F43-5A00D57AA2D8}"/>
          </ac:inkMkLst>
        </pc:inkChg>
        <pc:inkChg chg="add">
          <ac:chgData name="O'Connor, Jacqueline Antonia" userId="3b9bfa0c-75a1-427e-ae61-7069a76100c3" providerId="ADAL" clId="{AA033F13-DCB0-421A-8B4F-92B7EF743B5B}" dt="2023-08-09T16:25:19.791" v="758" actId="9405"/>
          <ac:inkMkLst>
            <pc:docMk/>
            <pc:sldMk cId="360431715" sldId="264"/>
            <ac:inkMk id="230" creationId="{3EF9289E-438F-B7A5-42E1-BF044862E6A2}"/>
          </ac:inkMkLst>
        </pc:inkChg>
        <pc:inkChg chg="add mod">
          <ac:chgData name="O'Connor, Jacqueline Antonia" userId="3b9bfa0c-75a1-427e-ae61-7069a76100c3" providerId="ADAL" clId="{AA033F13-DCB0-421A-8B4F-92B7EF743B5B}" dt="2023-08-09T16:25:22.288" v="763"/>
          <ac:inkMkLst>
            <pc:docMk/>
            <pc:sldMk cId="360431715" sldId="264"/>
            <ac:inkMk id="231" creationId="{4314904F-D01F-8CAB-B787-71845D361138}"/>
          </ac:inkMkLst>
        </pc:inkChg>
        <pc:inkChg chg="add mod">
          <ac:chgData name="O'Connor, Jacqueline Antonia" userId="3b9bfa0c-75a1-427e-ae61-7069a76100c3" providerId="ADAL" clId="{AA033F13-DCB0-421A-8B4F-92B7EF743B5B}" dt="2023-08-09T16:25:22.288" v="763"/>
          <ac:inkMkLst>
            <pc:docMk/>
            <pc:sldMk cId="360431715" sldId="264"/>
            <ac:inkMk id="232" creationId="{29628447-D957-54DE-936B-B03835D51A3D}"/>
          </ac:inkMkLst>
        </pc:inkChg>
        <pc:inkChg chg="add mod">
          <ac:chgData name="O'Connor, Jacqueline Antonia" userId="3b9bfa0c-75a1-427e-ae61-7069a76100c3" providerId="ADAL" clId="{AA033F13-DCB0-421A-8B4F-92B7EF743B5B}" dt="2023-08-09T16:25:22.288" v="763"/>
          <ac:inkMkLst>
            <pc:docMk/>
            <pc:sldMk cId="360431715" sldId="264"/>
            <ac:inkMk id="233" creationId="{88B90679-C2CE-3E68-8F43-5165F1647803}"/>
          </ac:inkMkLst>
        </pc:inkChg>
        <pc:inkChg chg="add mod">
          <ac:chgData name="O'Connor, Jacqueline Antonia" userId="3b9bfa0c-75a1-427e-ae61-7069a76100c3" providerId="ADAL" clId="{AA033F13-DCB0-421A-8B4F-92B7EF743B5B}" dt="2023-08-09T16:25:22.288" v="763"/>
          <ac:inkMkLst>
            <pc:docMk/>
            <pc:sldMk cId="360431715" sldId="264"/>
            <ac:inkMk id="234" creationId="{DDE556BA-A5BC-8CD3-06C6-E6094F8B59B1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38" creationId="{4571C8D9-5515-E869-FBE3-5A15593176BA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39" creationId="{AB8B2E5B-760F-3250-1096-42D6383A9368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40" creationId="{AF18D927-82A5-2698-A3FA-16AAB42670AC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41" creationId="{CE9CF5C3-EFE7-E664-F077-937E7490DE00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42" creationId="{37302C59-2CC1-F34D-B5A5-A77BF351246F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43" creationId="{65FDF080-4999-10C4-A3E2-3A35929B4BB1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44" creationId="{68F0A0FD-D3AA-0935-1BC9-5EA6950E1DC6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45" creationId="{C0CA135F-073B-82D5-FA1D-7CC0DC83EFB8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46" creationId="{F81EE755-A116-A2BD-3A9C-5394990D9C3C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47" creationId="{E093DC34-87B0-5557-0A6D-1837650FC2A0}"/>
          </ac:inkMkLst>
        </pc:inkChg>
        <pc:inkChg chg="add mod">
          <ac:chgData name="O'Connor, Jacqueline Antonia" userId="3b9bfa0c-75a1-427e-ae61-7069a76100c3" providerId="ADAL" clId="{AA033F13-DCB0-421A-8B4F-92B7EF743B5B}" dt="2023-08-09T16:25:39.338" v="775"/>
          <ac:inkMkLst>
            <pc:docMk/>
            <pc:sldMk cId="360431715" sldId="264"/>
            <ac:inkMk id="248" creationId="{7FD793C8-5FDB-85D4-FB2D-21063AC536B7}"/>
          </ac:inkMkLst>
        </pc:inkChg>
        <pc:inkChg chg="add mod">
          <ac:chgData name="O'Connor, Jacqueline Antonia" userId="3b9bfa0c-75a1-427e-ae61-7069a76100c3" providerId="ADAL" clId="{AA033F13-DCB0-421A-8B4F-92B7EF743B5B}" dt="2023-08-09T16:25:43.350" v="780"/>
          <ac:inkMkLst>
            <pc:docMk/>
            <pc:sldMk cId="360431715" sldId="264"/>
            <ac:inkMk id="250" creationId="{3E4D6329-00BA-AAB4-50E6-C550B0D81F93}"/>
          </ac:inkMkLst>
        </pc:inkChg>
        <pc:inkChg chg="add mod">
          <ac:chgData name="O'Connor, Jacqueline Antonia" userId="3b9bfa0c-75a1-427e-ae61-7069a76100c3" providerId="ADAL" clId="{AA033F13-DCB0-421A-8B4F-92B7EF743B5B}" dt="2023-08-09T16:25:43.350" v="780"/>
          <ac:inkMkLst>
            <pc:docMk/>
            <pc:sldMk cId="360431715" sldId="264"/>
            <ac:inkMk id="251" creationId="{12CED67C-F3C9-4C92-853C-4FEFDBF62C2C}"/>
          </ac:inkMkLst>
        </pc:inkChg>
        <pc:inkChg chg="add mod">
          <ac:chgData name="O'Connor, Jacqueline Antonia" userId="3b9bfa0c-75a1-427e-ae61-7069a76100c3" providerId="ADAL" clId="{AA033F13-DCB0-421A-8B4F-92B7EF743B5B}" dt="2023-08-09T16:25:43.350" v="780"/>
          <ac:inkMkLst>
            <pc:docMk/>
            <pc:sldMk cId="360431715" sldId="264"/>
            <ac:inkMk id="252" creationId="{BB281950-33F8-9C69-73F2-16570347F9D8}"/>
          </ac:inkMkLst>
        </pc:inkChg>
        <pc:inkChg chg="add mod">
          <ac:chgData name="O'Connor, Jacqueline Antonia" userId="3b9bfa0c-75a1-427e-ae61-7069a76100c3" providerId="ADAL" clId="{AA033F13-DCB0-421A-8B4F-92B7EF743B5B}" dt="2023-08-09T16:25:43.350" v="780"/>
          <ac:inkMkLst>
            <pc:docMk/>
            <pc:sldMk cId="360431715" sldId="264"/>
            <ac:inkMk id="253" creationId="{0729E53A-1A8B-8E64-C127-079568B467DC}"/>
          </ac:inkMkLst>
        </pc:inkChg>
        <pc:inkChg chg="add mod">
          <ac:chgData name="O'Connor, Jacqueline Antonia" userId="3b9bfa0c-75a1-427e-ae61-7069a76100c3" providerId="ADAL" clId="{AA033F13-DCB0-421A-8B4F-92B7EF743B5B}" dt="2023-08-09T16:25:50.838" v="790"/>
          <ac:inkMkLst>
            <pc:docMk/>
            <pc:sldMk cId="360431715" sldId="264"/>
            <ac:inkMk id="255" creationId="{23061332-B76F-F91E-2B64-5CD6FAF50955}"/>
          </ac:inkMkLst>
        </pc:inkChg>
        <pc:inkChg chg="add mod">
          <ac:chgData name="O'Connor, Jacqueline Antonia" userId="3b9bfa0c-75a1-427e-ae61-7069a76100c3" providerId="ADAL" clId="{AA033F13-DCB0-421A-8B4F-92B7EF743B5B}" dt="2023-08-09T16:25:50.838" v="790"/>
          <ac:inkMkLst>
            <pc:docMk/>
            <pc:sldMk cId="360431715" sldId="264"/>
            <ac:inkMk id="256" creationId="{36C35B64-9830-73B6-9D66-241A7B4C310D}"/>
          </ac:inkMkLst>
        </pc:inkChg>
        <pc:inkChg chg="add mod">
          <ac:chgData name="O'Connor, Jacqueline Antonia" userId="3b9bfa0c-75a1-427e-ae61-7069a76100c3" providerId="ADAL" clId="{AA033F13-DCB0-421A-8B4F-92B7EF743B5B}" dt="2023-08-09T16:25:50.838" v="790"/>
          <ac:inkMkLst>
            <pc:docMk/>
            <pc:sldMk cId="360431715" sldId="264"/>
            <ac:inkMk id="257" creationId="{CA7B9A96-549B-1E2B-5172-FE357F06DBBA}"/>
          </ac:inkMkLst>
        </pc:inkChg>
        <pc:inkChg chg="add mod">
          <ac:chgData name="O'Connor, Jacqueline Antonia" userId="3b9bfa0c-75a1-427e-ae61-7069a76100c3" providerId="ADAL" clId="{AA033F13-DCB0-421A-8B4F-92B7EF743B5B}" dt="2023-08-09T16:25:50.838" v="790"/>
          <ac:inkMkLst>
            <pc:docMk/>
            <pc:sldMk cId="360431715" sldId="264"/>
            <ac:inkMk id="258" creationId="{4AFE6564-E833-7F95-4378-4FBA1CE0F707}"/>
          </ac:inkMkLst>
        </pc:inkChg>
        <pc:inkChg chg="add mod">
          <ac:chgData name="O'Connor, Jacqueline Antonia" userId="3b9bfa0c-75a1-427e-ae61-7069a76100c3" providerId="ADAL" clId="{AA033F13-DCB0-421A-8B4F-92B7EF743B5B}" dt="2023-08-09T16:25:50.838" v="790"/>
          <ac:inkMkLst>
            <pc:docMk/>
            <pc:sldMk cId="360431715" sldId="264"/>
            <ac:inkMk id="259" creationId="{BE4853C5-1F16-4124-D4A3-A480B5B6A1E2}"/>
          </ac:inkMkLst>
        </pc:inkChg>
        <pc:inkChg chg="add mod">
          <ac:chgData name="O'Connor, Jacqueline Antonia" userId="3b9bfa0c-75a1-427e-ae61-7069a76100c3" providerId="ADAL" clId="{AA033F13-DCB0-421A-8B4F-92B7EF743B5B}" dt="2023-08-09T16:25:50.838" v="790"/>
          <ac:inkMkLst>
            <pc:docMk/>
            <pc:sldMk cId="360431715" sldId="264"/>
            <ac:inkMk id="260" creationId="{6C5C2B75-29B6-7C9A-88F6-EC697E72B78D}"/>
          </ac:inkMkLst>
        </pc:inkChg>
        <pc:inkChg chg="add mod">
          <ac:chgData name="O'Connor, Jacqueline Antonia" userId="3b9bfa0c-75a1-427e-ae61-7069a76100c3" providerId="ADAL" clId="{AA033F13-DCB0-421A-8B4F-92B7EF743B5B}" dt="2023-08-09T16:25:50.838" v="790"/>
          <ac:inkMkLst>
            <pc:docMk/>
            <pc:sldMk cId="360431715" sldId="264"/>
            <ac:inkMk id="261" creationId="{2A54BAF4-9379-D6D8-DC81-584C40CC98BA}"/>
          </ac:inkMkLst>
        </pc:inkChg>
        <pc:inkChg chg="add mod">
          <ac:chgData name="O'Connor, Jacqueline Antonia" userId="3b9bfa0c-75a1-427e-ae61-7069a76100c3" providerId="ADAL" clId="{AA033F13-DCB0-421A-8B4F-92B7EF743B5B}" dt="2023-08-09T16:25:50.838" v="790"/>
          <ac:inkMkLst>
            <pc:docMk/>
            <pc:sldMk cId="360431715" sldId="264"/>
            <ac:inkMk id="262" creationId="{457967C2-D02D-97FA-FF7B-F9971E7B057B}"/>
          </ac:inkMkLst>
        </pc:inkChg>
        <pc:inkChg chg="add mod">
          <ac:chgData name="O'Connor, Jacqueline Antonia" userId="3b9bfa0c-75a1-427e-ae61-7069a76100c3" providerId="ADAL" clId="{AA033F13-DCB0-421A-8B4F-92B7EF743B5B}" dt="2023-08-09T16:25:50.838" v="790"/>
          <ac:inkMkLst>
            <pc:docMk/>
            <pc:sldMk cId="360431715" sldId="264"/>
            <ac:inkMk id="263" creationId="{907F5D53-D53D-6F55-7BAA-A2D68CA2DF53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65" creationId="{F3B405DB-757B-A076-359D-7FC7DA417538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66" creationId="{03FD02CA-D710-2A35-152D-2B16793D786E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67" creationId="{4A7FEC57-85F9-DF69-ABE3-69B98CA666CC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68" creationId="{1CA2B723-5081-E341-1BE1-B69FD3A81756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70" creationId="{43C83787-55A4-EF2F-D6C8-78F23AC5284E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71" creationId="{BE5E3AC4-D9C7-3EDA-4384-75995B5898DC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72" creationId="{5E842697-2883-8545-A4DC-27D155498ADE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73" creationId="{98E143F4-3449-9AB6-45AF-C82A7E48F75F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74" creationId="{F7D247B8-97BB-7F0C-98C1-30F984EA39FC}"/>
          </ac:inkMkLst>
        </pc:inkChg>
        <pc:inkChg chg="add mod">
          <ac:chgData name="O'Connor, Jacqueline Antonia" userId="3b9bfa0c-75a1-427e-ae61-7069a76100c3" providerId="ADAL" clId="{AA033F13-DCB0-421A-8B4F-92B7EF743B5B}" dt="2023-08-09T16:25:59.882" v="802"/>
          <ac:inkMkLst>
            <pc:docMk/>
            <pc:sldMk cId="360431715" sldId="264"/>
            <ac:inkMk id="275" creationId="{9F8556B6-2669-CDC3-20F5-FD5CB34CB6DE}"/>
          </ac:inkMkLst>
        </pc:inkChg>
        <pc:inkChg chg="add mod">
          <ac:chgData name="O'Connor, Jacqueline Antonia" userId="3b9bfa0c-75a1-427e-ae61-7069a76100c3" providerId="ADAL" clId="{AA033F13-DCB0-421A-8B4F-92B7EF743B5B}" dt="2023-08-09T16:26:09.490" v="816"/>
          <ac:inkMkLst>
            <pc:docMk/>
            <pc:sldMk cId="360431715" sldId="264"/>
            <ac:inkMk id="278" creationId="{9A74F7B2-9886-5232-CEBF-5A06356397A3}"/>
          </ac:inkMkLst>
        </pc:inkChg>
        <pc:inkChg chg="add mod">
          <ac:chgData name="O'Connor, Jacqueline Antonia" userId="3b9bfa0c-75a1-427e-ae61-7069a76100c3" providerId="ADAL" clId="{AA033F13-DCB0-421A-8B4F-92B7EF743B5B}" dt="2023-08-09T16:26:09.490" v="816"/>
          <ac:inkMkLst>
            <pc:docMk/>
            <pc:sldMk cId="360431715" sldId="264"/>
            <ac:inkMk id="279" creationId="{8F29BD70-DA66-AB55-6544-6763A575D654}"/>
          </ac:inkMkLst>
        </pc:inkChg>
        <pc:inkChg chg="add mod">
          <ac:chgData name="O'Connor, Jacqueline Antonia" userId="3b9bfa0c-75a1-427e-ae61-7069a76100c3" providerId="ADAL" clId="{AA033F13-DCB0-421A-8B4F-92B7EF743B5B}" dt="2023-08-09T16:26:09.490" v="816"/>
          <ac:inkMkLst>
            <pc:docMk/>
            <pc:sldMk cId="360431715" sldId="264"/>
            <ac:inkMk id="280" creationId="{17F2D5CF-22AC-CD3D-029D-20AB7A38ECD7}"/>
          </ac:inkMkLst>
        </pc:inkChg>
        <pc:inkChg chg="add mod">
          <ac:chgData name="O'Connor, Jacqueline Antonia" userId="3b9bfa0c-75a1-427e-ae61-7069a76100c3" providerId="ADAL" clId="{AA033F13-DCB0-421A-8B4F-92B7EF743B5B}" dt="2023-08-09T16:26:09.490" v="816"/>
          <ac:inkMkLst>
            <pc:docMk/>
            <pc:sldMk cId="360431715" sldId="264"/>
            <ac:inkMk id="281" creationId="{EC1817C1-7487-1ED8-D4BD-0FCDD7869719}"/>
          </ac:inkMkLst>
        </pc:inkChg>
        <pc:inkChg chg="add mod">
          <ac:chgData name="O'Connor, Jacqueline Antonia" userId="3b9bfa0c-75a1-427e-ae61-7069a76100c3" providerId="ADAL" clId="{AA033F13-DCB0-421A-8B4F-92B7EF743B5B}" dt="2023-08-09T16:26:09.490" v="816"/>
          <ac:inkMkLst>
            <pc:docMk/>
            <pc:sldMk cId="360431715" sldId="264"/>
            <ac:inkMk id="282" creationId="{3113F13A-81F7-CAEB-2709-A4F8BC4BC1BF}"/>
          </ac:inkMkLst>
        </pc:inkChg>
        <pc:inkChg chg="add mod">
          <ac:chgData name="O'Connor, Jacqueline Antonia" userId="3b9bfa0c-75a1-427e-ae61-7069a76100c3" providerId="ADAL" clId="{AA033F13-DCB0-421A-8B4F-92B7EF743B5B}" dt="2023-08-09T16:26:12.517" v="819"/>
          <ac:inkMkLst>
            <pc:docMk/>
            <pc:sldMk cId="360431715" sldId="264"/>
            <ac:inkMk id="283" creationId="{358CA268-A48A-8565-DB06-A97114403A38}"/>
          </ac:inkMkLst>
        </pc:inkChg>
        <pc:inkChg chg="add mod">
          <ac:chgData name="O'Connor, Jacqueline Antonia" userId="3b9bfa0c-75a1-427e-ae61-7069a76100c3" providerId="ADAL" clId="{AA033F13-DCB0-421A-8B4F-92B7EF743B5B}" dt="2023-08-09T16:26:12.517" v="819"/>
          <ac:inkMkLst>
            <pc:docMk/>
            <pc:sldMk cId="360431715" sldId="264"/>
            <ac:inkMk id="284" creationId="{CBC647D5-2399-5C25-8431-8B08E59E9256}"/>
          </ac:inkMkLst>
        </pc:inkChg>
        <pc:inkChg chg="add mod">
          <ac:chgData name="O'Connor, Jacqueline Antonia" userId="3b9bfa0c-75a1-427e-ae61-7069a76100c3" providerId="ADAL" clId="{AA033F13-DCB0-421A-8B4F-92B7EF743B5B}" dt="2023-08-09T16:26:12.517" v="819"/>
          <ac:inkMkLst>
            <pc:docMk/>
            <pc:sldMk cId="360431715" sldId="264"/>
            <ac:inkMk id="285" creationId="{3939486C-3D64-69A7-8E1B-86ECA983DAC1}"/>
          </ac:inkMkLst>
        </pc:inkChg>
        <pc:inkChg chg="add mod">
          <ac:chgData name="O'Connor, Jacqueline Antonia" userId="3b9bfa0c-75a1-427e-ae61-7069a76100c3" providerId="ADAL" clId="{AA033F13-DCB0-421A-8B4F-92B7EF743B5B}" dt="2023-08-09T16:26:12.517" v="819"/>
          <ac:inkMkLst>
            <pc:docMk/>
            <pc:sldMk cId="360431715" sldId="264"/>
            <ac:inkMk id="286" creationId="{DA9A1B15-8177-DB68-CD68-AF540EF8FCBF}"/>
          </ac:inkMkLst>
        </pc:inkChg>
        <pc:inkChg chg="add mod">
          <ac:chgData name="O'Connor, Jacqueline Antonia" userId="3b9bfa0c-75a1-427e-ae61-7069a76100c3" providerId="ADAL" clId="{AA033F13-DCB0-421A-8B4F-92B7EF743B5B}" dt="2023-08-09T16:26:12.517" v="819"/>
          <ac:inkMkLst>
            <pc:docMk/>
            <pc:sldMk cId="360431715" sldId="264"/>
            <ac:inkMk id="287" creationId="{6533CF48-3381-2C18-6555-911CA6764E92}"/>
          </ac:inkMkLst>
        </pc:inkChg>
        <pc:inkChg chg="add mod">
          <ac:chgData name="O'Connor, Jacqueline Antonia" userId="3b9bfa0c-75a1-427e-ae61-7069a76100c3" providerId="ADAL" clId="{AA033F13-DCB0-421A-8B4F-92B7EF743B5B}" dt="2023-08-09T16:26:12.517" v="819"/>
          <ac:inkMkLst>
            <pc:docMk/>
            <pc:sldMk cId="360431715" sldId="264"/>
            <ac:inkMk id="288" creationId="{75285F94-3C2E-8C6C-E05E-2AC5DADD17C9}"/>
          </ac:inkMkLst>
        </pc:inkChg>
        <pc:inkChg chg="add del mod">
          <ac:chgData name="O'Connor, Jacqueline Antonia" userId="3b9bfa0c-75a1-427e-ae61-7069a76100c3" providerId="ADAL" clId="{AA033F13-DCB0-421A-8B4F-92B7EF743B5B}" dt="2023-08-09T16:26:12.517" v="819"/>
          <ac:inkMkLst>
            <pc:docMk/>
            <pc:sldMk cId="360431715" sldId="264"/>
            <ac:inkMk id="289" creationId="{25BA6E41-F1F5-06A4-E7EF-846D57597D03}"/>
          </ac:inkMkLst>
        </pc:inkChg>
        <pc:inkChg chg="add del mod">
          <ac:chgData name="O'Connor, Jacqueline Antonia" userId="3b9bfa0c-75a1-427e-ae61-7069a76100c3" providerId="ADAL" clId="{AA033F13-DCB0-421A-8B4F-92B7EF743B5B}" dt="2023-08-09T16:26:12.023" v="817"/>
          <ac:inkMkLst>
            <pc:docMk/>
            <pc:sldMk cId="360431715" sldId="264"/>
            <ac:inkMk id="290" creationId="{822147E8-3BAA-FC2D-4FF5-691858CEEF5B}"/>
          </ac:inkMkLst>
        </pc:inkChg>
        <pc:inkChg chg="add mod">
          <ac:chgData name="O'Connor, Jacqueline Antonia" userId="3b9bfa0c-75a1-427e-ae61-7069a76100c3" providerId="ADAL" clId="{AA033F13-DCB0-421A-8B4F-92B7EF743B5B}" dt="2023-08-09T16:26:17.706" v="827"/>
          <ac:inkMkLst>
            <pc:docMk/>
            <pc:sldMk cId="360431715" sldId="264"/>
            <ac:inkMk id="293" creationId="{F7D559CE-736D-21BA-2EA4-1F7A5C812DC2}"/>
          </ac:inkMkLst>
        </pc:inkChg>
        <pc:inkChg chg="add mod">
          <ac:chgData name="O'Connor, Jacqueline Antonia" userId="3b9bfa0c-75a1-427e-ae61-7069a76100c3" providerId="ADAL" clId="{AA033F13-DCB0-421A-8B4F-92B7EF743B5B}" dt="2023-08-09T16:26:17.706" v="827"/>
          <ac:inkMkLst>
            <pc:docMk/>
            <pc:sldMk cId="360431715" sldId="264"/>
            <ac:inkMk id="294" creationId="{90C315EE-E057-1CF2-9C26-F8B749073632}"/>
          </ac:inkMkLst>
        </pc:inkChg>
        <pc:inkChg chg="add mod">
          <ac:chgData name="O'Connor, Jacqueline Antonia" userId="3b9bfa0c-75a1-427e-ae61-7069a76100c3" providerId="ADAL" clId="{AA033F13-DCB0-421A-8B4F-92B7EF743B5B}" dt="2023-08-09T16:26:17.706" v="827"/>
          <ac:inkMkLst>
            <pc:docMk/>
            <pc:sldMk cId="360431715" sldId="264"/>
            <ac:inkMk id="295" creationId="{618892A2-D70D-A9C2-1B97-0DE1D9D01BF9}"/>
          </ac:inkMkLst>
        </pc:inkChg>
        <pc:inkChg chg="add mod">
          <ac:chgData name="O'Connor, Jacqueline Antonia" userId="3b9bfa0c-75a1-427e-ae61-7069a76100c3" providerId="ADAL" clId="{AA033F13-DCB0-421A-8B4F-92B7EF743B5B}" dt="2023-08-09T16:26:17.706" v="827"/>
          <ac:inkMkLst>
            <pc:docMk/>
            <pc:sldMk cId="360431715" sldId="264"/>
            <ac:inkMk id="296" creationId="{D80D4F03-BAD5-3553-1103-905B65F5F2C9}"/>
          </ac:inkMkLst>
        </pc:inkChg>
        <pc:inkChg chg="add mod">
          <ac:chgData name="O'Connor, Jacqueline Antonia" userId="3b9bfa0c-75a1-427e-ae61-7069a76100c3" providerId="ADAL" clId="{AA033F13-DCB0-421A-8B4F-92B7EF743B5B}" dt="2023-08-09T16:26:17.706" v="827"/>
          <ac:inkMkLst>
            <pc:docMk/>
            <pc:sldMk cId="360431715" sldId="264"/>
            <ac:inkMk id="297" creationId="{E7A631D4-8185-8601-D531-9899993DAE6B}"/>
          </ac:inkMkLst>
        </pc:inkChg>
        <pc:inkChg chg="add mod">
          <ac:chgData name="O'Connor, Jacqueline Antonia" userId="3b9bfa0c-75a1-427e-ae61-7069a76100c3" providerId="ADAL" clId="{AA033F13-DCB0-421A-8B4F-92B7EF743B5B}" dt="2023-08-09T16:26:17.706" v="827"/>
          <ac:inkMkLst>
            <pc:docMk/>
            <pc:sldMk cId="360431715" sldId="264"/>
            <ac:inkMk id="298" creationId="{0FAD568D-4BA9-9651-3DB4-2D215F20DB5F}"/>
          </ac:inkMkLst>
        </pc:inkChg>
        <pc:inkChg chg="add mod">
          <ac:chgData name="O'Connor, Jacqueline Antonia" userId="3b9bfa0c-75a1-427e-ae61-7069a76100c3" providerId="ADAL" clId="{AA033F13-DCB0-421A-8B4F-92B7EF743B5B}" dt="2023-08-09T16:26:17.706" v="827"/>
          <ac:inkMkLst>
            <pc:docMk/>
            <pc:sldMk cId="360431715" sldId="264"/>
            <ac:inkMk id="299" creationId="{618E214E-1961-71BA-CA92-6E3DA2776FEB}"/>
          </ac:inkMkLst>
        </pc:inkChg>
        <pc:inkChg chg="add">
          <ac:chgData name="O'Connor, Jacqueline Antonia" userId="3b9bfa0c-75a1-427e-ae61-7069a76100c3" providerId="ADAL" clId="{AA033F13-DCB0-421A-8B4F-92B7EF743B5B}" dt="2023-08-09T16:32:54.390" v="1131" actId="9405"/>
          <ac:inkMkLst>
            <pc:docMk/>
            <pc:sldMk cId="360431715" sldId="264"/>
            <ac:inkMk id="301" creationId="{9A062A41-15B2-7EC3-942B-64DB1553B2CE}"/>
          </ac:inkMkLst>
        </pc:inkChg>
      </pc:sldChg>
      <pc:sldChg chg="addSp delSp modSp mod">
        <pc:chgData name="O'Connor, Jacqueline Antonia" userId="3b9bfa0c-75a1-427e-ae61-7069a76100c3" providerId="ADAL" clId="{AA033F13-DCB0-421A-8B4F-92B7EF743B5B}" dt="2023-08-09T16:32:24.344" v="1108" actId="9405"/>
        <pc:sldMkLst>
          <pc:docMk/>
          <pc:sldMk cId="3280651384" sldId="265"/>
        </pc:sldMkLst>
        <pc:grpChg chg="del mod">
          <ac:chgData name="O'Connor, Jacqueline Antonia" userId="3b9bfa0c-75a1-427e-ae61-7069a76100c3" providerId="ADAL" clId="{AA033F13-DCB0-421A-8B4F-92B7EF743B5B}" dt="2023-08-09T16:26:34.780" v="832"/>
          <ac:grpSpMkLst>
            <pc:docMk/>
            <pc:sldMk cId="3280651384" sldId="265"/>
            <ac:grpSpMk id="4" creationId="{3D35BCF4-6ED6-9BD4-630F-964C11DE2902}"/>
          </ac:grpSpMkLst>
        </pc:grpChg>
        <pc:grpChg chg="mod">
          <ac:chgData name="O'Connor, Jacqueline Antonia" userId="3b9bfa0c-75a1-427e-ae61-7069a76100c3" providerId="ADAL" clId="{AA033F13-DCB0-421A-8B4F-92B7EF743B5B}" dt="2023-08-09T16:26:34.780" v="832"/>
          <ac:grpSpMkLst>
            <pc:docMk/>
            <pc:sldMk cId="3280651384" sldId="265"/>
            <ac:grpSpMk id="6" creationId="{E07901E1-4DC7-33A4-94CD-18C87168982F}"/>
          </ac:grpSpMkLst>
        </pc:grpChg>
        <pc:grpChg chg="mod">
          <ac:chgData name="O'Connor, Jacqueline Antonia" userId="3b9bfa0c-75a1-427e-ae61-7069a76100c3" providerId="ADAL" clId="{AA033F13-DCB0-421A-8B4F-92B7EF743B5B}" dt="2023-08-09T16:26:42.661" v="841"/>
          <ac:grpSpMkLst>
            <pc:docMk/>
            <pc:sldMk cId="3280651384" sldId="265"/>
            <ac:grpSpMk id="15" creationId="{9F4A4BCB-048A-1A39-743F-6F7967FBFD2D}"/>
          </ac:grpSpMkLst>
        </pc:grpChg>
        <pc:grpChg chg="del mod">
          <ac:chgData name="O'Connor, Jacqueline Antonia" userId="3b9bfa0c-75a1-427e-ae61-7069a76100c3" providerId="ADAL" clId="{AA033F13-DCB0-421A-8B4F-92B7EF743B5B}" dt="2023-08-09T16:26:50.923" v="854"/>
          <ac:grpSpMkLst>
            <pc:docMk/>
            <pc:sldMk cId="3280651384" sldId="265"/>
            <ac:grpSpMk id="24" creationId="{495DB1E3-14A2-A239-4B89-467D1BD69617}"/>
          </ac:grpSpMkLst>
        </pc:grpChg>
        <pc:grpChg chg="mod">
          <ac:chgData name="O'Connor, Jacqueline Antonia" userId="3b9bfa0c-75a1-427e-ae61-7069a76100c3" providerId="ADAL" clId="{AA033F13-DCB0-421A-8B4F-92B7EF743B5B}" dt="2023-08-09T16:26:48.497" v="850"/>
          <ac:grpSpMkLst>
            <pc:docMk/>
            <pc:sldMk cId="3280651384" sldId="265"/>
            <ac:grpSpMk id="25" creationId="{EE900C37-83F7-C406-C58C-0BACCEDF0A6D}"/>
          </ac:grpSpMkLst>
        </pc:grpChg>
        <pc:grpChg chg="mod">
          <ac:chgData name="O'Connor, Jacqueline Antonia" userId="3b9bfa0c-75a1-427e-ae61-7069a76100c3" providerId="ADAL" clId="{AA033F13-DCB0-421A-8B4F-92B7EF743B5B}" dt="2023-08-09T16:26:50.923" v="854"/>
          <ac:grpSpMkLst>
            <pc:docMk/>
            <pc:sldMk cId="3280651384" sldId="265"/>
            <ac:grpSpMk id="29" creationId="{A4194CFF-5924-9471-6231-4DA37BA687C5}"/>
          </ac:grpSpMkLst>
        </pc:grpChg>
        <pc:grpChg chg="mod">
          <ac:chgData name="O'Connor, Jacqueline Antonia" userId="3b9bfa0c-75a1-427e-ae61-7069a76100c3" providerId="ADAL" clId="{AA033F13-DCB0-421A-8B4F-92B7EF743B5B}" dt="2023-08-09T16:27:49.180" v="895"/>
          <ac:grpSpMkLst>
            <pc:docMk/>
            <pc:sldMk cId="3280651384" sldId="265"/>
            <ac:grpSpMk id="70" creationId="{DCFB3085-44C3-5605-3ACF-741F9161F64B}"/>
          </ac:grpSpMkLst>
        </pc:grpChg>
        <pc:grpChg chg="mod">
          <ac:chgData name="O'Connor, Jacqueline Antonia" userId="3b9bfa0c-75a1-427e-ae61-7069a76100c3" providerId="ADAL" clId="{AA033F13-DCB0-421A-8B4F-92B7EF743B5B}" dt="2023-08-09T16:27:49.180" v="895"/>
          <ac:grpSpMkLst>
            <pc:docMk/>
            <pc:sldMk cId="3280651384" sldId="265"/>
            <ac:grpSpMk id="71" creationId="{62F50643-2DFE-0D03-D381-075761D68971}"/>
          </ac:grpSpMkLst>
        </pc:grpChg>
        <pc:grpChg chg="del mod">
          <ac:chgData name="O'Connor, Jacqueline Antonia" userId="3b9bfa0c-75a1-427e-ae61-7069a76100c3" providerId="ADAL" clId="{AA033F13-DCB0-421A-8B4F-92B7EF743B5B}" dt="2023-08-09T16:27:57.705" v="909"/>
          <ac:grpSpMkLst>
            <pc:docMk/>
            <pc:sldMk cId="3280651384" sldId="265"/>
            <ac:grpSpMk id="78" creationId="{6F67E5B5-826A-CF8F-72A5-A45C805042E2}"/>
          </ac:grpSpMkLst>
        </pc:grpChg>
        <pc:grpChg chg="del mod">
          <ac:chgData name="O'Connor, Jacqueline Antonia" userId="3b9bfa0c-75a1-427e-ae61-7069a76100c3" providerId="ADAL" clId="{AA033F13-DCB0-421A-8B4F-92B7EF743B5B}" dt="2023-08-09T16:28:04.283" v="920"/>
          <ac:grpSpMkLst>
            <pc:docMk/>
            <pc:sldMk cId="3280651384" sldId="265"/>
            <ac:grpSpMk id="85" creationId="{BAFA03BE-437B-B78E-D16D-21636FCC87B8}"/>
          </ac:grpSpMkLst>
        </pc:grpChg>
        <pc:grpChg chg="del mod">
          <ac:chgData name="O'Connor, Jacqueline Antonia" userId="3b9bfa0c-75a1-427e-ae61-7069a76100c3" providerId="ADAL" clId="{AA033F13-DCB0-421A-8B4F-92B7EF743B5B}" dt="2023-08-09T16:28:22.381" v="942"/>
          <ac:grpSpMkLst>
            <pc:docMk/>
            <pc:sldMk cId="3280651384" sldId="265"/>
            <ac:grpSpMk id="86" creationId="{46335439-B814-B1E8-1B3F-D36B5F46EA74}"/>
          </ac:grpSpMkLst>
        </pc:grpChg>
        <pc:grpChg chg="del mod">
          <ac:chgData name="O'Connor, Jacqueline Antonia" userId="3b9bfa0c-75a1-427e-ae61-7069a76100c3" providerId="ADAL" clId="{AA033F13-DCB0-421A-8B4F-92B7EF743B5B}" dt="2023-08-09T16:28:22.381" v="942"/>
          <ac:grpSpMkLst>
            <pc:docMk/>
            <pc:sldMk cId="3280651384" sldId="265"/>
            <ac:grpSpMk id="97" creationId="{1FA34BBF-5257-CB8C-EB45-BA06B54DC933}"/>
          </ac:grpSpMkLst>
        </pc:grpChg>
        <pc:grpChg chg="del mod">
          <ac:chgData name="O'Connor, Jacqueline Antonia" userId="3b9bfa0c-75a1-427e-ae61-7069a76100c3" providerId="ADAL" clId="{AA033F13-DCB0-421A-8B4F-92B7EF743B5B}" dt="2023-08-09T16:28:22.381" v="942"/>
          <ac:grpSpMkLst>
            <pc:docMk/>
            <pc:sldMk cId="3280651384" sldId="265"/>
            <ac:grpSpMk id="116" creationId="{58409E81-93C1-4337-986D-830C8CFB9D0A}"/>
          </ac:grpSpMkLst>
        </pc:grpChg>
        <pc:grpChg chg="del mod">
          <ac:chgData name="O'Connor, Jacqueline Antonia" userId="3b9bfa0c-75a1-427e-ae61-7069a76100c3" providerId="ADAL" clId="{AA033F13-DCB0-421A-8B4F-92B7EF743B5B}" dt="2023-08-09T16:28:22.381" v="942"/>
          <ac:grpSpMkLst>
            <pc:docMk/>
            <pc:sldMk cId="3280651384" sldId="265"/>
            <ac:grpSpMk id="117" creationId="{792DA683-C7FD-202E-FCB3-8DAF1E7A6E2A}"/>
          </ac:grpSpMkLst>
        </pc:grpChg>
        <pc:grpChg chg="del mod">
          <ac:chgData name="O'Connor, Jacqueline Antonia" userId="3b9bfa0c-75a1-427e-ae61-7069a76100c3" providerId="ADAL" clId="{AA033F13-DCB0-421A-8B4F-92B7EF743B5B}" dt="2023-08-09T16:28:22.381" v="942"/>
          <ac:grpSpMkLst>
            <pc:docMk/>
            <pc:sldMk cId="3280651384" sldId="265"/>
            <ac:grpSpMk id="118" creationId="{3CFD41A0-C7DD-C035-456D-E36BFE4384F8}"/>
          </ac:grpSpMkLst>
        </pc:grpChg>
        <pc:grpChg chg="del mod">
          <ac:chgData name="O'Connor, Jacqueline Antonia" userId="3b9bfa0c-75a1-427e-ae61-7069a76100c3" providerId="ADAL" clId="{AA033F13-DCB0-421A-8B4F-92B7EF743B5B}" dt="2023-08-09T16:28:22.381" v="942"/>
          <ac:grpSpMkLst>
            <pc:docMk/>
            <pc:sldMk cId="3280651384" sldId="265"/>
            <ac:grpSpMk id="119" creationId="{4B40D8A9-4708-D369-C11B-AC2DA1F35C9F}"/>
          </ac:grpSpMkLst>
        </pc:grpChg>
        <pc:grpChg chg="mod">
          <ac:chgData name="O'Connor, Jacqueline Antonia" userId="3b9bfa0c-75a1-427e-ae61-7069a76100c3" providerId="ADAL" clId="{AA033F13-DCB0-421A-8B4F-92B7EF743B5B}" dt="2023-08-09T16:28:22.381" v="942"/>
          <ac:grpSpMkLst>
            <pc:docMk/>
            <pc:sldMk cId="3280651384" sldId="265"/>
            <ac:grpSpMk id="122" creationId="{3B1857BE-75D1-4E8F-54F4-C2686CCF37CF}"/>
          </ac:grpSpMkLst>
        </pc:grpChg>
        <pc:grpChg chg="mod">
          <ac:chgData name="O'Connor, Jacqueline Antonia" userId="3b9bfa0c-75a1-427e-ae61-7069a76100c3" providerId="ADAL" clId="{AA033F13-DCB0-421A-8B4F-92B7EF743B5B}" dt="2023-08-09T16:28:25.245" v="945"/>
          <ac:grpSpMkLst>
            <pc:docMk/>
            <pc:sldMk cId="3280651384" sldId="265"/>
            <ac:grpSpMk id="125" creationId="{825CE34C-B014-B84C-D27A-DF67B4EAE33C}"/>
          </ac:grpSpMkLst>
        </pc:grpChg>
        <pc:grpChg chg="mod">
          <ac:chgData name="O'Connor, Jacqueline Antonia" userId="3b9bfa0c-75a1-427e-ae61-7069a76100c3" providerId="ADAL" clId="{AA033F13-DCB0-421A-8B4F-92B7EF743B5B}" dt="2023-08-09T16:28:32.581" v="956"/>
          <ac:grpSpMkLst>
            <pc:docMk/>
            <pc:sldMk cId="3280651384" sldId="265"/>
            <ac:grpSpMk id="136" creationId="{34714559-8A18-67CA-2AA5-8E67820F8313}"/>
          </ac:grpSpMkLst>
        </pc:grpChg>
        <pc:grpChg chg="mod">
          <ac:chgData name="O'Connor, Jacqueline Antonia" userId="3b9bfa0c-75a1-427e-ae61-7069a76100c3" providerId="ADAL" clId="{AA033F13-DCB0-421A-8B4F-92B7EF743B5B}" dt="2023-08-09T16:28:32.581" v="956"/>
          <ac:grpSpMkLst>
            <pc:docMk/>
            <pc:sldMk cId="3280651384" sldId="265"/>
            <ac:grpSpMk id="137" creationId="{D3C38EA2-0E41-B7B1-CDCF-9383BD5293D6}"/>
          </ac:grpSpMkLst>
        </pc:grpChg>
        <pc:grpChg chg="mod">
          <ac:chgData name="O'Connor, Jacqueline Antonia" userId="3b9bfa0c-75a1-427e-ae61-7069a76100c3" providerId="ADAL" clId="{AA033F13-DCB0-421A-8B4F-92B7EF743B5B}" dt="2023-08-09T16:28:40.438" v="969"/>
          <ac:grpSpMkLst>
            <pc:docMk/>
            <pc:sldMk cId="3280651384" sldId="265"/>
            <ac:grpSpMk id="150" creationId="{E76DE1FD-A9D7-9EB3-58A9-5E9103D5E969}"/>
          </ac:grpSpMkLst>
        </pc:grpChg>
        <pc:grpChg chg="mod">
          <ac:chgData name="O'Connor, Jacqueline Antonia" userId="3b9bfa0c-75a1-427e-ae61-7069a76100c3" providerId="ADAL" clId="{AA033F13-DCB0-421A-8B4F-92B7EF743B5B}" dt="2023-08-09T16:28:40.438" v="969"/>
          <ac:grpSpMkLst>
            <pc:docMk/>
            <pc:sldMk cId="3280651384" sldId="265"/>
            <ac:grpSpMk id="151" creationId="{8101DD46-F0B4-D1D0-F21F-45795FD7A4A6}"/>
          </ac:grpSpMkLst>
        </pc:grpChg>
        <pc:grpChg chg="del mod">
          <ac:chgData name="O'Connor, Jacqueline Antonia" userId="3b9bfa0c-75a1-427e-ae61-7069a76100c3" providerId="ADAL" clId="{AA033F13-DCB0-421A-8B4F-92B7EF743B5B}" dt="2023-08-09T16:30:11.525" v="991"/>
          <ac:grpSpMkLst>
            <pc:docMk/>
            <pc:sldMk cId="3280651384" sldId="265"/>
            <ac:grpSpMk id="160" creationId="{43B63C94-BE71-0D5D-C5B0-604F5292B4BB}"/>
          </ac:grpSpMkLst>
        </pc:grpChg>
        <pc:grpChg chg="mod">
          <ac:chgData name="O'Connor, Jacqueline Antonia" userId="3b9bfa0c-75a1-427e-ae61-7069a76100c3" providerId="ADAL" clId="{AA033F13-DCB0-421A-8B4F-92B7EF743B5B}" dt="2023-08-09T16:30:11.525" v="991"/>
          <ac:grpSpMkLst>
            <pc:docMk/>
            <pc:sldMk cId="3280651384" sldId="265"/>
            <ac:grpSpMk id="173" creationId="{2E7A0D59-02C8-C427-46B2-475BD43DF62C}"/>
          </ac:grpSpMkLst>
        </pc:grpChg>
        <pc:grpChg chg="mod">
          <ac:chgData name="O'Connor, Jacqueline Antonia" userId="3b9bfa0c-75a1-427e-ae61-7069a76100c3" providerId="ADAL" clId="{AA033F13-DCB0-421A-8B4F-92B7EF743B5B}" dt="2023-08-09T16:30:11.525" v="991"/>
          <ac:grpSpMkLst>
            <pc:docMk/>
            <pc:sldMk cId="3280651384" sldId="265"/>
            <ac:grpSpMk id="174" creationId="{36214B53-E76D-C3DF-E45D-A583244C7D71}"/>
          </ac:grpSpMkLst>
        </pc:grpChg>
        <pc:grpChg chg="del mod">
          <ac:chgData name="O'Connor, Jacqueline Antonia" userId="3b9bfa0c-75a1-427e-ae61-7069a76100c3" providerId="ADAL" clId="{AA033F13-DCB0-421A-8B4F-92B7EF743B5B}" dt="2023-08-09T16:30:20.933" v="1013"/>
          <ac:grpSpMkLst>
            <pc:docMk/>
            <pc:sldMk cId="3280651384" sldId="265"/>
            <ac:grpSpMk id="183" creationId="{C4E3F2BE-8FFE-EEF6-28C2-5C01A0CE46CD}"/>
          </ac:grpSpMkLst>
        </pc:grpChg>
        <pc:grpChg chg="mod">
          <ac:chgData name="O'Connor, Jacqueline Antonia" userId="3b9bfa0c-75a1-427e-ae61-7069a76100c3" providerId="ADAL" clId="{AA033F13-DCB0-421A-8B4F-92B7EF743B5B}" dt="2023-08-09T16:30:20.933" v="1013"/>
          <ac:grpSpMkLst>
            <pc:docMk/>
            <pc:sldMk cId="3280651384" sldId="265"/>
            <ac:grpSpMk id="196" creationId="{2557B929-CFA2-1A0A-F828-AACE0A98363A}"/>
          </ac:grpSpMkLst>
        </pc:grpChg>
        <pc:grpChg chg="mod">
          <ac:chgData name="O'Connor, Jacqueline Antonia" userId="3b9bfa0c-75a1-427e-ae61-7069a76100c3" providerId="ADAL" clId="{AA033F13-DCB0-421A-8B4F-92B7EF743B5B}" dt="2023-08-09T16:30:20.933" v="1013"/>
          <ac:grpSpMkLst>
            <pc:docMk/>
            <pc:sldMk cId="3280651384" sldId="265"/>
            <ac:grpSpMk id="197" creationId="{1CFC914C-1AB6-14AC-D286-FBB65065FC98}"/>
          </ac:grpSpMkLst>
        </pc:grpChg>
        <pc:grpChg chg="mod">
          <ac:chgData name="O'Connor, Jacqueline Antonia" userId="3b9bfa0c-75a1-427e-ae61-7069a76100c3" providerId="ADAL" clId="{AA033F13-DCB0-421A-8B4F-92B7EF743B5B}" dt="2023-08-09T16:30:44.276" v="1041"/>
          <ac:grpSpMkLst>
            <pc:docMk/>
            <pc:sldMk cId="3280651384" sldId="265"/>
            <ac:grpSpMk id="221" creationId="{14EBEFEB-03C0-5173-1556-7DDA022EF61B}"/>
          </ac:grpSpMkLst>
        </pc:grpChg>
        <pc:grpChg chg="mod">
          <ac:chgData name="O'Connor, Jacqueline Antonia" userId="3b9bfa0c-75a1-427e-ae61-7069a76100c3" providerId="ADAL" clId="{AA033F13-DCB0-421A-8B4F-92B7EF743B5B}" dt="2023-08-09T16:30:44.276" v="1041"/>
          <ac:grpSpMkLst>
            <pc:docMk/>
            <pc:sldMk cId="3280651384" sldId="265"/>
            <ac:grpSpMk id="222" creationId="{DE7177A2-B1E1-6A09-1B5A-54E078356403}"/>
          </ac:grpSpMkLst>
        </pc:grpChg>
        <pc:grpChg chg="mod">
          <ac:chgData name="O'Connor, Jacqueline Antonia" userId="3b9bfa0c-75a1-427e-ae61-7069a76100c3" providerId="ADAL" clId="{AA033F13-DCB0-421A-8B4F-92B7EF743B5B}" dt="2023-08-09T16:30:44.276" v="1041"/>
          <ac:grpSpMkLst>
            <pc:docMk/>
            <pc:sldMk cId="3280651384" sldId="265"/>
            <ac:grpSpMk id="223" creationId="{1045CC57-0493-548E-0739-D3156B0DE364}"/>
          </ac:grpSpMkLst>
        </pc:grpChg>
        <pc:grpChg chg="mod">
          <ac:chgData name="O'Connor, Jacqueline Antonia" userId="3b9bfa0c-75a1-427e-ae61-7069a76100c3" providerId="ADAL" clId="{AA033F13-DCB0-421A-8B4F-92B7EF743B5B}" dt="2023-08-09T16:30:44.276" v="1041"/>
          <ac:grpSpMkLst>
            <pc:docMk/>
            <pc:sldMk cId="3280651384" sldId="265"/>
            <ac:grpSpMk id="224" creationId="{8A8B0B9A-941C-D71C-319D-9FBF8EDB4784}"/>
          </ac:grpSpMkLst>
        </pc:grpChg>
        <pc:grpChg chg="del mod">
          <ac:chgData name="O'Connor, Jacqueline Antonia" userId="3b9bfa0c-75a1-427e-ae61-7069a76100c3" providerId="ADAL" clId="{AA033F13-DCB0-421A-8B4F-92B7EF743B5B}" dt="2023-08-09T16:30:53.584" v="1056"/>
          <ac:grpSpMkLst>
            <pc:docMk/>
            <pc:sldMk cId="3280651384" sldId="265"/>
            <ac:grpSpMk id="229" creationId="{13C9B421-0701-EC3D-11F0-01A01000A1DC}"/>
          </ac:grpSpMkLst>
        </pc:grpChg>
        <pc:grpChg chg="mod">
          <ac:chgData name="O'Connor, Jacqueline Antonia" userId="3b9bfa0c-75a1-427e-ae61-7069a76100c3" providerId="ADAL" clId="{AA033F13-DCB0-421A-8B4F-92B7EF743B5B}" dt="2023-08-09T16:30:53.584" v="1056"/>
          <ac:grpSpMkLst>
            <pc:docMk/>
            <pc:sldMk cId="3280651384" sldId="265"/>
            <ac:grpSpMk id="239" creationId="{1B11D532-8FA8-A0B8-AA0D-F2F33FC056C8}"/>
          </ac:grpSpMkLst>
        </pc:grpChg>
        <pc:grpChg chg="mod">
          <ac:chgData name="O'Connor, Jacqueline Antonia" userId="3b9bfa0c-75a1-427e-ae61-7069a76100c3" providerId="ADAL" clId="{AA033F13-DCB0-421A-8B4F-92B7EF743B5B}" dt="2023-08-09T16:30:55.270" v="1060"/>
          <ac:grpSpMkLst>
            <pc:docMk/>
            <pc:sldMk cId="3280651384" sldId="265"/>
            <ac:grpSpMk id="243" creationId="{DC35B623-DB2E-C991-5EEB-BAB255CD2028}"/>
          </ac:grpSpMkLst>
        </pc:grpChg>
        <pc:grpChg chg="del mod">
          <ac:chgData name="O'Connor, Jacqueline Antonia" userId="3b9bfa0c-75a1-427e-ae61-7069a76100c3" providerId="ADAL" clId="{AA033F13-DCB0-421A-8B4F-92B7EF743B5B}" dt="2023-08-09T16:31:19.797" v="1081"/>
          <ac:grpSpMkLst>
            <pc:docMk/>
            <pc:sldMk cId="3280651384" sldId="265"/>
            <ac:grpSpMk id="258" creationId="{9696D399-01A8-7336-76DC-89CEE142D0E5}"/>
          </ac:grpSpMkLst>
        </pc:grpChg>
        <pc:grpChg chg="mod">
          <ac:chgData name="O'Connor, Jacqueline Antonia" userId="3b9bfa0c-75a1-427e-ae61-7069a76100c3" providerId="ADAL" clId="{AA033F13-DCB0-421A-8B4F-92B7EF743B5B}" dt="2023-08-09T16:31:16.300" v="1075"/>
          <ac:grpSpMkLst>
            <pc:docMk/>
            <pc:sldMk cId="3280651384" sldId="265"/>
            <ac:grpSpMk id="259" creationId="{B1B56622-B9FF-972C-8E9B-FDED93087A9D}"/>
          </ac:grpSpMkLst>
        </pc:grpChg>
        <pc:grpChg chg="mod">
          <ac:chgData name="O'Connor, Jacqueline Antonia" userId="3b9bfa0c-75a1-427e-ae61-7069a76100c3" providerId="ADAL" clId="{AA033F13-DCB0-421A-8B4F-92B7EF743B5B}" dt="2023-08-09T16:31:19.797" v="1081"/>
          <ac:grpSpMkLst>
            <pc:docMk/>
            <pc:sldMk cId="3280651384" sldId="265"/>
            <ac:grpSpMk id="265" creationId="{FDE6F91F-F1B9-397F-34EC-AE40B82B64F0}"/>
          </ac:grpSpMkLst>
        </pc:grpChg>
        <pc:grpChg chg="del mod">
          <ac:chgData name="O'Connor, Jacqueline Antonia" userId="3b9bfa0c-75a1-427e-ae61-7069a76100c3" providerId="ADAL" clId="{AA033F13-DCB0-421A-8B4F-92B7EF743B5B}" dt="2023-08-09T16:32:09.937" v="1094"/>
          <ac:grpSpMkLst>
            <pc:docMk/>
            <pc:sldMk cId="3280651384" sldId="265"/>
            <ac:grpSpMk id="269" creationId="{C4E8DCE5-CE94-544F-D275-A0D3A19A2494}"/>
          </ac:grpSpMkLst>
        </pc:grpChg>
        <pc:grpChg chg="del mod">
          <ac:chgData name="O'Connor, Jacqueline Antonia" userId="3b9bfa0c-75a1-427e-ae61-7069a76100c3" providerId="ADAL" clId="{AA033F13-DCB0-421A-8B4F-92B7EF743B5B}" dt="2023-08-09T16:32:21.897" v="1107"/>
          <ac:grpSpMkLst>
            <pc:docMk/>
            <pc:sldMk cId="3280651384" sldId="265"/>
            <ac:grpSpMk id="278" creationId="{13806081-756B-23E6-6393-64F1713A440C}"/>
          </ac:grpSpMkLst>
        </pc:grpChg>
        <pc:grpChg chg="mod">
          <ac:chgData name="O'Connor, Jacqueline Antonia" userId="3b9bfa0c-75a1-427e-ae61-7069a76100c3" providerId="ADAL" clId="{AA033F13-DCB0-421A-8B4F-92B7EF743B5B}" dt="2023-08-09T16:32:15.751" v="1104"/>
          <ac:grpSpMkLst>
            <pc:docMk/>
            <pc:sldMk cId="3280651384" sldId="265"/>
            <ac:grpSpMk id="286" creationId="{4F0FC265-CB34-60FE-682C-D2998FCFE356}"/>
          </ac:grpSpMkLst>
        </pc:grpChg>
        <pc:grpChg chg="mod">
          <ac:chgData name="O'Connor, Jacqueline Antonia" userId="3b9bfa0c-75a1-427e-ae61-7069a76100c3" providerId="ADAL" clId="{AA033F13-DCB0-421A-8B4F-92B7EF743B5B}" dt="2023-08-09T16:32:21.897" v="1107"/>
          <ac:grpSpMkLst>
            <pc:docMk/>
            <pc:sldMk cId="3280651384" sldId="265"/>
            <ac:grpSpMk id="289" creationId="{4893B88C-EA90-2D93-FB4B-0C792F0893A1}"/>
          </ac:grpSpMkLst>
        </pc:grpChg>
        <pc:inkChg chg="add mod">
          <ac:chgData name="O'Connor, Jacqueline Antonia" userId="3b9bfa0c-75a1-427e-ae61-7069a76100c3" providerId="ADAL" clId="{AA033F13-DCB0-421A-8B4F-92B7EF743B5B}" dt="2023-08-09T16:26:34.780" v="832"/>
          <ac:inkMkLst>
            <pc:docMk/>
            <pc:sldMk cId="3280651384" sldId="265"/>
            <ac:inkMk id="2" creationId="{1433E984-3F09-CBF1-9D66-14E7430F582B}"/>
          </ac:inkMkLst>
        </pc:inkChg>
        <pc:inkChg chg="add mod">
          <ac:chgData name="O'Connor, Jacqueline Antonia" userId="3b9bfa0c-75a1-427e-ae61-7069a76100c3" providerId="ADAL" clId="{AA033F13-DCB0-421A-8B4F-92B7EF743B5B}" dt="2023-08-09T16:26:34.780" v="832"/>
          <ac:inkMkLst>
            <pc:docMk/>
            <pc:sldMk cId="3280651384" sldId="265"/>
            <ac:inkMk id="3" creationId="{905D31FB-E55B-DF23-AB64-5E23DEB28750}"/>
          </ac:inkMkLst>
        </pc:inkChg>
        <pc:inkChg chg="add mod">
          <ac:chgData name="O'Connor, Jacqueline Antonia" userId="3b9bfa0c-75a1-427e-ae61-7069a76100c3" providerId="ADAL" clId="{AA033F13-DCB0-421A-8B4F-92B7EF743B5B}" dt="2023-08-09T16:26:34.780" v="832"/>
          <ac:inkMkLst>
            <pc:docMk/>
            <pc:sldMk cId="3280651384" sldId="265"/>
            <ac:inkMk id="5" creationId="{5D697BE3-47C5-DD33-7244-DBC8A715EDF0}"/>
          </ac:inkMkLst>
        </pc:inkChg>
        <pc:inkChg chg="add mod">
          <ac:chgData name="O'Connor, Jacqueline Antonia" userId="3b9bfa0c-75a1-427e-ae61-7069a76100c3" providerId="ADAL" clId="{AA033F13-DCB0-421A-8B4F-92B7EF743B5B}" dt="2023-08-09T16:26:42.661" v="841"/>
          <ac:inkMkLst>
            <pc:docMk/>
            <pc:sldMk cId="3280651384" sldId="265"/>
            <ac:inkMk id="7" creationId="{25125BBC-68C3-9BED-3B91-9A75C75F85B1}"/>
          </ac:inkMkLst>
        </pc:inkChg>
        <pc:inkChg chg="add mod">
          <ac:chgData name="O'Connor, Jacqueline Antonia" userId="3b9bfa0c-75a1-427e-ae61-7069a76100c3" providerId="ADAL" clId="{AA033F13-DCB0-421A-8B4F-92B7EF743B5B}" dt="2023-08-09T16:26:42.661" v="841"/>
          <ac:inkMkLst>
            <pc:docMk/>
            <pc:sldMk cId="3280651384" sldId="265"/>
            <ac:inkMk id="8" creationId="{0061C320-06FC-F2B4-C7DE-56FADF2F681F}"/>
          </ac:inkMkLst>
        </pc:inkChg>
        <pc:inkChg chg="add mod">
          <ac:chgData name="O'Connor, Jacqueline Antonia" userId="3b9bfa0c-75a1-427e-ae61-7069a76100c3" providerId="ADAL" clId="{AA033F13-DCB0-421A-8B4F-92B7EF743B5B}" dt="2023-08-09T16:26:42.661" v="841"/>
          <ac:inkMkLst>
            <pc:docMk/>
            <pc:sldMk cId="3280651384" sldId="265"/>
            <ac:inkMk id="9" creationId="{E5773105-30DE-8905-3F03-AE390E644436}"/>
          </ac:inkMkLst>
        </pc:inkChg>
        <pc:inkChg chg="add mod">
          <ac:chgData name="O'Connor, Jacqueline Antonia" userId="3b9bfa0c-75a1-427e-ae61-7069a76100c3" providerId="ADAL" clId="{AA033F13-DCB0-421A-8B4F-92B7EF743B5B}" dt="2023-08-09T16:26:42.661" v="841"/>
          <ac:inkMkLst>
            <pc:docMk/>
            <pc:sldMk cId="3280651384" sldId="265"/>
            <ac:inkMk id="10" creationId="{94703310-DB11-AC26-0549-0CE895A1D27E}"/>
          </ac:inkMkLst>
        </pc:inkChg>
        <pc:inkChg chg="add mod">
          <ac:chgData name="O'Connor, Jacqueline Antonia" userId="3b9bfa0c-75a1-427e-ae61-7069a76100c3" providerId="ADAL" clId="{AA033F13-DCB0-421A-8B4F-92B7EF743B5B}" dt="2023-08-09T16:26:42.661" v="841"/>
          <ac:inkMkLst>
            <pc:docMk/>
            <pc:sldMk cId="3280651384" sldId="265"/>
            <ac:inkMk id="11" creationId="{59B838D5-998F-C692-7302-6D076CBB2D3F}"/>
          </ac:inkMkLst>
        </pc:inkChg>
        <pc:inkChg chg="add mod">
          <ac:chgData name="O'Connor, Jacqueline Antonia" userId="3b9bfa0c-75a1-427e-ae61-7069a76100c3" providerId="ADAL" clId="{AA033F13-DCB0-421A-8B4F-92B7EF743B5B}" dt="2023-08-09T16:26:42.661" v="841"/>
          <ac:inkMkLst>
            <pc:docMk/>
            <pc:sldMk cId="3280651384" sldId="265"/>
            <ac:inkMk id="12" creationId="{1371206D-0C0D-7E25-E0FB-773D4CFBAA3D}"/>
          </ac:inkMkLst>
        </pc:inkChg>
        <pc:inkChg chg="add mod">
          <ac:chgData name="O'Connor, Jacqueline Antonia" userId="3b9bfa0c-75a1-427e-ae61-7069a76100c3" providerId="ADAL" clId="{AA033F13-DCB0-421A-8B4F-92B7EF743B5B}" dt="2023-08-09T16:26:42.661" v="841"/>
          <ac:inkMkLst>
            <pc:docMk/>
            <pc:sldMk cId="3280651384" sldId="265"/>
            <ac:inkMk id="13" creationId="{3429006A-99E6-7896-2D30-D6A627E4F0DE}"/>
          </ac:inkMkLst>
        </pc:inkChg>
        <pc:inkChg chg="add mod">
          <ac:chgData name="O'Connor, Jacqueline Antonia" userId="3b9bfa0c-75a1-427e-ae61-7069a76100c3" providerId="ADAL" clId="{AA033F13-DCB0-421A-8B4F-92B7EF743B5B}" dt="2023-08-09T16:26:42.661" v="841"/>
          <ac:inkMkLst>
            <pc:docMk/>
            <pc:sldMk cId="3280651384" sldId="265"/>
            <ac:inkMk id="14" creationId="{8A5C154D-2815-665A-DF7D-B5CF0ECDCF84}"/>
          </ac:inkMkLst>
        </pc:inkChg>
        <pc:inkChg chg="add mod">
          <ac:chgData name="O'Connor, Jacqueline Antonia" userId="3b9bfa0c-75a1-427e-ae61-7069a76100c3" providerId="ADAL" clId="{AA033F13-DCB0-421A-8B4F-92B7EF743B5B}" dt="2023-08-09T16:26:48.497" v="850"/>
          <ac:inkMkLst>
            <pc:docMk/>
            <pc:sldMk cId="3280651384" sldId="265"/>
            <ac:inkMk id="16" creationId="{A1788399-9295-8BBC-A6D1-73021FEBC0E3}"/>
          </ac:inkMkLst>
        </pc:inkChg>
        <pc:inkChg chg="add mod">
          <ac:chgData name="O'Connor, Jacqueline Antonia" userId="3b9bfa0c-75a1-427e-ae61-7069a76100c3" providerId="ADAL" clId="{AA033F13-DCB0-421A-8B4F-92B7EF743B5B}" dt="2023-08-09T16:26:48.497" v="850"/>
          <ac:inkMkLst>
            <pc:docMk/>
            <pc:sldMk cId="3280651384" sldId="265"/>
            <ac:inkMk id="17" creationId="{CA420FB7-8CFA-E86E-39CF-65D6E7163830}"/>
          </ac:inkMkLst>
        </pc:inkChg>
        <pc:inkChg chg="add mod">
          <ac:chgData name="O'Connor, Jacqueline Antonia" userId="3b9bfa0c-75a1-427e-ae61-7069a76100c3" providerId="ADAL" clId="{AA033F13-DCB0-421A-8B4F-92B7EF743B5B}" dt="2023-08-09T16:26:50.923" v="854"/>
          <ac:inkMkLst>
            <pc:docMk/>
            <pc:sldMk cId="3280651384" sldId="265"/>
            <ac:inkMk id="18" creationId="{9F3B76C1-AACE-DDEA-674F-5B5288FD16C2}"/>
          </ac:inkMkLst>
        </pc:inkChg>
        <pc:inkChg chg="add mod">
          <ac:chgData name="O'Connor, Jacqueline Antonia" userId="3b9bfa0c-75a1-427e-ae61-7069a76100c3" providerId="ADAL" clId="{AA033F13-DCB0-421A-8B4F-92B7EF743B5B}" dt="2023-08-09T16:26:50.923" v="854"/>
          <ac:inkMkLst>
            <pc:docMk/>
            <pc:sldMk cId="3280651384" sldId="265"/>
            <ac:inkMk id="19" creationId="{D5983D7A-EF49-E9CD-8895-06BE1F8B21A3}"/>
          </ac:inkMkLst>
        </pc:inkChg>
        <pc:inkChg chg="add mod">
          <ac:chgData name="O'Connor, Jacqueline Antonia" userId="3b9bfa0c-75a1-427e-ae61-7069a76100c3" providerId="ADAL" clId="{AA033F13-DCB0-421A-8B4F-92B7EF743B5B}" dt="2023-08-09T16:26:50.923" v="854"/>
          <ac:inkMkLst>
            <pc:docMk/>
            <pc:sldMk cId="3280651384" sldId="265"/>
            <ac:inkMk id="20" creationId="{78278AE9-55C1-E185-0FF9-2E1D3A8B77AD}"/>
          </ac:inkMkLst>
        </pc:inkChg>
        <pc:inkChg chg="add mod">
          <ac:chgData name="O'Connor, Jacqueline Antonia" userId="3b9bfa0c-75a1-427e-ae61-7069a76100c3" providerId="ADAL" clId="{AA033F13-DCB0-421A-8B4F-92B7EF743B5B}" dt="2023-08-09T16:26:50.923" v="854"/>
          <ac:inkMkLst>
            <pc:docMk/>
            <pc:sldMk cId="3280651384" sldId="265"/>
            <ac:inkMk id="21" creationId="{DC3B695C-AD3F-B949-DDFF-66D21ADA55E3}"/>
          </ac:inkMkLst>
        </pc:inkChg>
        <pc:inkChg chg="add mod">
          <ac:chgData name="O'Connor, Jacqueline Antonia" userId="3b9bfa0c-75a1-427e-ae61-7069a76100c3" providerId="ADAL" clId="{AA033F13-DCB0-421A-8B4F-92B7EF743B5B}" dt="2023-08-09T16:26:50.923" v="854"/>
          <ac:inkMkLst>
            <pc:docMk/>
            <pc:sldMk cId="3280651384" sldId="265"/>
            <ac:inkMk id="22" creationId="{997C219D-5723-C347-D6FA-5245479927FA}"/>
          </ac:inkMkLst>
        </pc:inkChg>
        <pc:inkChg chg="add mod">
          <ac:chgData name="O'Connor, Jacqueline Antonia" userId="3b9bfa0c-75a1-427e-ae61-7069a76100c3" providerId="ADAL" clId="{AA033F13-DCB0-421A-8B4F-92B7EF743B5B}" dt="2023-08-09T16:26:50.923" v="854"/>
          <ac:inkMkLst>
            <pc:docMk/>
            <pc:sldMk cId="3280651384" sldId="265"/>
            <ac:inkMk id="23" creationId="{C0FE15ED-8D51-0A9A-91E8-B717CB2E2CA1}"/>
          </ac:inkMkLst>
        </pc:inkChg>
        <pc:inkChg chg="add mod">
          <ac:chgData name="O'Connor, Jacqueline Antonia" userId="3b9bfa0c-75a1-427e-ae61-7069a76100c3" providerId="ADAL" clId="{AA033F13-DCB0-421A-8B4F-92B7EF743B5B}" dt="2023-08-09T16:26:50.923" v="854"/>
          <ac:inkMkLst>
            <pc:docMk/>
            <pc:sldMk cId="3280651384" sldId="265"/>
            <ac:inkMk id="26" creationId="{16BBE9CD-1752-0C57-C41F-2F9C2F240C84}"/>
          </ac:inkMkLst>
        </pc:inkChg>
        <pc:inkChg chg="add mod">
          <ac:chgData name="O'Connor, Jacqueline Antonia" userId="3b9bfa0c-75a1-427e-ae61-7069a76100c3" providerId="ADAL" clId="{AA033F13-DCB0-421A-8B4F-92B7EF743B5B}" dt="2023-08-09T16:26:50.923" v="854"/>
          <ac:inkMkLst>
            <pc:docMk/>
            <pc:sldMk cId="3280651384" sldId="265"/>
            <ac:inkMk id="27" creationId="{69431D78-D789-BA64-63DA-23FA04C6EAE1}"/>
          </ac:inkMkLst>
        </pc:inkChg>
        <pc:inkChg chg="add mod">
          <ac:chgData name="O'Connor, Jacqueline Antonia" userId="3b9bfa0c-75a1-427e-ae61-7069a76100c3" providerId="ADAL" clId="{AA033F13-DCB0-421A-8B4F-92B7EF743B5B}" dt="2023-08-09T16:26:50.923" v="854"/>
          <ac:inkMkLst>
            <pc:docMk/>
            <pc:sldMk cId="3280651384" sldId="265"/>
            <ac:inkMk id="28" creationId="{2E5A96D1-D23F-9515-CD41-BC9E9D76CB3F}"/>
          </ac:inkMkLst>
        </pc:inkChg>
        <pc:inkChg chg="add">
          <ac:chgData name="O'Connor, Jacqueline Antonia" userId="3b9bfa0c-75a1-427e-ae61-7069a76100c3" providerId="ADAL" clId="{AA033F13-DCB0-421A-8B4F-92B7EF743B5B}" dt="2023-08-09T16:27:25.201" v="855" actId="9405"/>
          <ac:inkMkLst>
            <pc:docMk/>
            <pc:sldMk cId="3280651384" sldId="265"/>
            <ac:inkMk id="30" creationId="{2ACEC20C-F064-7FB8-1930-F1AC87891BC0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31" creationId="{E8D5994E-C75D-9C5A-ACC6-4755B93E661B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32" creationId="{394705CB-19E6-164E-A424-0BF99DB72CD6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33" creationId="{467C1346-3500-CB97-EEBB-C6CB59888A9B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34" creationId="{CB7D2653-EEF8-85F1-A03E-7DC2D40E4F5C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35" creationId="{88265049-51E5-688C-6A90-A7A66724327C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36" creationId="{03FD46B8-6705-DAE0-C9D3-A2AD9F6D5043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37" creationId="{DA87702A-4641-CD4F-846D-539E5F30D78C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38" creationId="{5EABDE24-3328-7681-4868-845E5A110247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39" creationId="{1FBA17DE-A761-B9F5-A7D7-47B7A70101C3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0" creationId="{9207ACE7-25E8-882E-1CE1-1BE79957645E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1" creationId="{9EF137BD-EF45-1F74-8DA8-C258C8B47688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2" creationId="{BDEB579D-2060-5C4C-D2F1-143886096854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3" creationId="{FD7B6584-BDE4-9C10-5187-C188576A8B6E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4" creationId="{1B6B65DE-F323-002B-6F3C-373ADC7FE1B6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5" creationId="{C4596966-5F04-0C12-EAB0-682EFA5A095B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6" creationId="{F1E6D076-256C-9921-0291-0ACDC7A3296A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7" creationId="{3B2D9182-D05F-D878-51C9-8F79CB8D4D72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8" creationId="{7108B338-76E1-A541-4301-1CD346B74573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49" creationId="{A78855AF-8492-1398-FD15-38E3093F5B8C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0" creationId="{937AB5EE-36D7-1805-466D-969B3F3F969D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1" creationId="{E9104F54-A71B-EDC0-B751-581EC62733B5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2" creationId="{1FD9B8DF-1D60-E0CB-89D4-08DBBCFAAB0C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3" creationId="{321ECA7A-D2B9-DF41-9182-86FA71E8D24C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4" creationId="{0D2E0215-1DC3-E13F-6F1D-06125A36AC67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5" creationId="{393EBEBE-8998-E242-731B-6DEE7DF2E552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6" creationId="{97748086-326B-937D-DE8C-8ED8266C499F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7" creationId="{F5F2795C-FB23-321A-8AD1-8BB41148E76F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8" creationId="{128FFEC9-EE8C-7329-0C9C-8A4E7A4D5C31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59" creationId="{5CC1233A-4D95-C198-49E3-6CD32EB0A973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0" creationId="{80A546DE-73E0-09D2-069C-84DA2E4B21E0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1" creationId="{D7C84844-0CAE-3617-5D37-51F66DE343FF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2" creationId="{FC832DB5-C19F-C830-7EA6-BF8D110B1174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3" creationId="{BA3640DD-89BB-1F46-EAB9-1CB674B1125D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4" creationId="{93317BDC-73B4-C87A-CF01-CE3A34072CD8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5" creationId="{716E8AA0-D253-4A95-F306-B4C2061AEB06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6" creationId="{75048CB8-B59B-A829-4ED1-55C7A548F067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7" creationId="{6460AB84-358C-E90B-F94B-488C0171239D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8" creationId="{EAD3E9FE-6763-0409-C1C3-742088C626BF}"/>
          </ac:inkMkLst>
        </pc:inkChg>
        <pc:inkChg chg="add mod">
          <ac:chgData name="O'Connor, Jacqueline Antonia" userId="3b9bfa0c-75a1-427e-ae61-7069a76100c3" providerId="ADAL" clId="{AA033F13-DCB0-421A-8B4F-92B7EF743B5B}" dt="2023-08-09T16:27:49.180" v="895"/>
          <ac:inkMkLst>
            <pc:docMk/>
            <pc:sldMk cId="3280651384" sldId="265"/>
            <ac:inkMk id="69" creationId="{2B0B6492-D191-4EA2-492E-CA359A345729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72" creationId="{39393F65-0B41-3969-E0A4-006EB211F1BB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73" creationId="{D1D02F7B-347C-C4D4-16EF-7F1E431878DC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74" creationId="{222E01A6-5D6B-3B09-0052-2A90E45FCB05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75" creationId="{5D51483D-0E0A-443E-C0C2-54524EE63DDC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76" creationId="{F2B3423B-A1DD-9D1A-7C07-34F8D4505349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77" creationId="{BD34B8FC-A50C-7805-4E6D-2DB7184B2EB1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79" creationId="{7D6A5B28-DCC1-378F-CEEA-EADB14F4C5A0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80" creationId="{950359A7-A815-97E8-6665-75CC5985D779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81" creationId="{E4365C3D-A23F-DF58-4F02-1662D4D7C555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82" creationId="{9A6B85D9-074B-EFF4-C1E0-8CF216E950A5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83" creationId="{D29F8C37-3816-0789-A0E3-EA46F6326CA4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84" creationId="{F94FE380-4398-8467-979D-1F63741DC73C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87" creationId="{AA1E7779-BCAC-F30A-5517-3A208A88CEDD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88" creationId="{45EFB046-1BD8-E26F-3B8D-F64A9A732523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89" creationId="{901FEA1C-BFC3-68E4-B4A3-B606E1374E94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90" creationId="{BFBA0FFE-5B2D-B7AD-D4F5-71B938192422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91" creationId="{6F7A0910-1B87-CE34-B157-64D856E40EFA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92" creationId="{1DEF1F64-CEC9-777E-260E-75C11923310D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93" creationId="{D8059450-31C5-2BEF-9833-4DA786DDF37D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94" creationId="{C5BA37FE-D39B-376B-5B5F-C2922870696E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95" creationId="{0341D712-A268-5490-9604-19D82F37A242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96" creationId="{087E7FD4-11A3-6192-9221-2070154D9D64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98" creationId="{93D3FBAF-0DBE-1737-7407-F1F20CD845F4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99" creationId="{46EFCC3C-C286-9130-AEF0-EDE641BF28E1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0" creationId="{5BEA6E39-E89A-7C04-D10D-36D3FC91C419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1" creationId="{4884DA4D-B3B3-793E-116B-ADF7F0A5FE6B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2" creationId="{2979AABB-CF0F-8F7F-5C85-0083861EB585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3" creationId="{DF702FB6-9806-5155-E1FF-D5ECBD610C04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4" creationId="{C9613D5F-10BA-AF45-7EE8-528E7350A059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5" creationId="{85BAEB5A-499B-F4B3-3826-143216A2F64A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6" creationId="{6FD3BEF8-AEEB-87BA-7FAB-BEFD0A0FB11E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7" creationId="{63AFDD7C-B55E-0B3D-7BB0-60B78E6006EB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8" creationId="{66E4BC0B-97B4-C805-9B59-590DFE398B23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09" creationId="{AEE92487-BA7E-7B57-61AD-3454537EBF33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10" creationId="{435DE727-4116-E372-1577-C1612A3267E1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11" creationId="{BF243483-74D9-D583-C8F7-9FD2AB222712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12" creationId="{BC2B3B38-6AFF-279A-F2F3-652D466C37D2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13" creationId="{1D604E5C-DAC4-60EA-393D-98F48ECBAA5D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14" creationId="{27EF41B9-5993-81BE-1A0D-E2B33462B17D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15" creationId="{45F70C32-8DDA-5E2F-873F-690F339CC435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20" creationId="{9812C35F-D508-9D53-9951-0147280E40C7}"/>
          </ac:inkMkLst>
        </pc:inkChg>
        <pc:inkChg chg="add mod">
          <ac:chgData name="O'Connor, Jacqueline Antonia" userId="3b9bfa0c-75a1-427e-ae61-7069a76100c3" providerId="ADAL" clId="{AA033F13-DCB0-421A-8B4F-92B7EF743B5B}" dt="2023-08-09T16:28:22.381" v="942"/>
          <ac:inkMkLst>
            <pc:docMk/>
            <pc:sldMk cId="3280651384" sldId="265"/>
            <ac:inkMk id="121" creationId="{A087F675-DA9D-5E81-F26D-B2FDB26F22EB}"/>
          </ac:inkMkLst>
        </pc:inkChg>
        <pc:inkChg chg="add mod">
          <ac:chgData name="O'Connor, Jacqueline Antonia" userId="3b9bfa0c-75a1-427e-ae61-7069a76100c3" providerId="ADAL" clId="{AA033F13-DCB0-421A-8B4F-92B7EF743B5B}" dt="2023-08-09T16:28:25.245" v="945"/>
          <ac:inkMkLst>
            <pc:docMk/>
            <pc:sldMk cId="3280651384" sldId="265"/>
            <ac:inkMk id="123" creationId="{61152576-EC80-9692-D1FE-2568E5D533AE}"/>
          </ac:inkMkLst>
        </pc:inkChg>
        <pc:inkChg chg="add mod">
          <ac:chgData name="O'Connor, Jacqueline Antonia" userId="3b9bfa0c-75a1-427e-ae61-7069a76100c3" providerId="ADAL" clId="{AA033F13-DCB0-421A-8B4F-92B7EF743B5B}" dt="2023-08-09T16:28:25.245" v="945"/>
          <ac:inkMkLst>
            <pc:docMk/>
            <pc:sldMk cId="3280651384" sldId="265"/>
            <ac:inkMk id="124" creationId="{DE3C8825-7D68-E606-920C-D5D41BDFB557}"/>
          </ac:inkMkLst>
        </pc:inkChg>
        <pc:inkChg chg="add mod">
          <ac:chgData name="O'Connor, Jacqueline Antonia" userId="3b9bfa0c-75a1-427e-ae61-7069a76100c3" providerId="ADAL" clId="{AA033F13-DCB0-421A-8B4F-92B7EF743B5B}" dt="2023-08-09T16:28:32.581" v="956"/>
          <ac:inkMkLst>
            <pc:docMk/>
            <pc:sldMk cId="3280651384" sldId="265"/>
            <ac:inkMk id="126" creationId="{E3A08C4C-40B9-5D4C-9489-02FCDAD0FDDD}"/>
          </ac:inkMkLst>
        </pc:inkChg>
        <pc:inkChg chg="add mod">
          <ac:chgData name="O'Connor, Jacqueline Antonia" userId="3b9bfa0c-75a1-427e-ae61-7069a76100c3" providerId="ADAL" clId="{AA033F13-DCB0-421A-8B4F-92B7EF743B5B}" dt="2023-08-09T16:28:32.581" v="956"/>
          <ac:inkMkLst>
            <pc:docMk/>
            <pc:sldMk cId="3280651384" sldId="265"/>
            <ac:inkMk id="127" creationId="{4941E3D8-E8DE-2D6D-59C0-3847ABF4BB93}"/>
          </ac:inkMkLst>
        </pc:inkChg>
        <pc:inkChg chg="add mod">
          <ac:chgData name="O'Connor, Jacqueline Antonia" userId="3b9bfa0c-75a1-427e-ae61-7069a76100c3" providerId="ADAL" clId="{AA033F13-DCB0-421A-8B4F-92B7EF743B5B}" dt="2023-08-09T16:28:32.581" v="956"/>
          <ac:inkMkLst>
            <pc:docMk/>
            <pc:sldMk cId="3280651384" sldId="265"/>
            <ac:inkMk id="128" creationId="{C2F4ED0B-6D09-879F-CFDE-21B4922F3882}"/>
          </ac:inkMkLst>
        </pc:inkChg>
        <pc:inkChg chg="add mod">
          <ac:chgData name="O'Connor, Jacqueline Antonia" userId="3b9bfa0c-75a1-427e-ae61-7069a76100c3" providerId="ADAL" clId="{AA033F13-DCB0-421A-8B4F-92B7EF743B5B}" dt="2023-08-09T16:28:32.581" v="956"/>
          <ac:inkMkLst>
            <pc:docMk/>
            <pc:sldMk cId="3280651384" sldId="265"/>
            <ac:inkMk id="129" creationId="{BEB5884C-60B5-3435-A16C-38143E23E0EC}"/>
          </ac:inkMkLst>
        </pc:inkChg>
        <pc:inkChg chg="add mod">
          <ac:chgData name="O'Connor, Jacqueline Antonia" userId="3b9bfa0c-75a1-427e-ae61-7069a76100c3" providerId="ADAL" clId="{AA033F13-DCB0-421A-8B4F-92B7EF743B5B}" dt="2023-08-09T16:28:32.581" v="956"/>
          <ac:inkMkLst>
            <pc:docMk/>
            <pc:sldMk cId="3280651384" sldId="265"/>
            <ac:inkMk id="130" creationId="{E3C0CB6F-1CAB-3586-3930-F24211634C80}"/>
          </ac:inkMkLst>
        </pc:inkChg>
        <pc:inkChg chg="add">
          <ac:chgData name="O'Connor, Jacqueline Antonia" userId="3b9bfa0c-75a1-427e-ae61-7069a76100c3" providerId="ADAL" clId="{AA033F13-DCB0-421A-8B4F-92B7EF743B5B}" dt="2023-08-09T16:28:30.006" v="951" actId="9405"/>
          <ac:inkMkLst>
            <pc:docMk/>
            <pc:sldMk cId="3280651384" sldId="265"/>
            <ac:inkMk id="131" creationId="{07A9B298-46DA-8607-9CAA-DA5EFAA1C1A6}"/>
          </ac:inkMkLst>
        </pc:inkChg>
        <pc:inkChg chg="add">
          <ac:chgData name="O'Connor, Jacqueline Antonia" userId="3b9bfa0c-75a1-427e-ae61-7069a76100c3" providerId="ADAL" clId="{AA033F13-DCB0-421A-8B4F-92B7EF743B5B}" dt="2023-08-09T16:28:30.429" v="952" actId="9405"/>
          <ac:inkMkLst>
            <pc:docMk/>
            <pc:sldMk cId="3280651384" sldId="265"/>
            <ac:inkMk id="132" creationId="{EB8C7A8D-1AE6-C66D-AD9D-7BD752F21DA7}"/>
          </ac:inkMkLst>
        </pc:inkChg>
        <pc:inkChg chg="add mod">
          <ac:chgData name="O'Connor, Jacqueline Antonia" userId="3b9bfa0c-75a1-427e-ae61-7069a76100c3" providerId="ADAL" clId="{AA033F13-DCB0-421A-8B4F-92B7EF743B5B}" dt="2023-08-09T16:28:32.581" v="956"/>
          <ac:inkMkLst>
            <pc:docMk/>
            <pc:sldMk cId="3280651384" sldId="265"/>
            <ac:inkMk id="133" creationId="{93FD46CE-728D-4ACF-B26D-55D30EB87455}"/>
          </ac:inkMkLst>
        </pc:inkChg>
        <pc:inkChg chg="add mod">
          <ac:chgData name="O'Connor, Jacqueline Antonia" userId="3b9bfa0c-75a1-427e-ae61-7069a76100c3" providerId="ADAL" clId="{AA033F13-DCB0-421A-8B4F-92B7EF743B5B}" dt="2023-08-09T16:28:32.581" v="956"/>
          <ac:inkMkLst>
            <pc:docMk/>
            <pc:sldMk cId="3280651384" sldId="265"/>
            <ac:inkMk id="134" creationId="{6A6D4AB6-50D5-A52C-730C-3FC629ADD4BA}"/>
          </ac:inkMkLst>
        </pc:inkChg>
        <pc:inkChg chg="add mod">
          <ac:chgData name="O'Connor, Jacqueline Antonia" userId="3b9bfa0c-75a1-427e-ae61-7069a76100c3" providerId="ADAL" clId="{AA033F13-DCB0-421A-8B4F-92B7EF743B5B}" dt="2023-08-09T16:28:32.581" v="956"/>
          <ac:inkMkLst>
            <pc:docMk/>
            <pc:sldMk cId="3280651384" sldId="265"/>
            <ac:inkMk id="135" creationId="{6A8FE9C7-969C-68DB-F23B-19D0E61A611E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38" creationId="{42119428-C089-CCF5-58A4-828F256A320F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39" creationId="{D077EED3-0CC1-FD75-F764-100F71B59C9A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0" creationId="{DA15B126-7551-DF1F-07C9-50715E7DE3EB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1" creationId="{BCC65926-1861-264D-66F7-785A46836F44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2" creationId="{ED1EB600-A8A8-290E-4FCC-1744ACE7EDC0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3" creationId="{D17EC432-844D-8C78-BE13-AFEDBC2D70B5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4" creationId="{1FB0F50D-CC25-F2B9-DA6D-D8300EB9B45A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5" creationId="{50E7212E-8518-5DC5-CDBC-B442D67E9ABF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6" creationId="{4AC2F347-68E6-9BB5-0FD4-8871FB4D2C3A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7" creationId="{32145AE3-1020-611A-409A-47B114C85DB9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8" creationId="{6405EF29-2561-5677-868C-4F0F87C71884}"/>
          </ac:inkMkLst>
        </pc:inkChg>
        <pc:inkChg chg="add mod">
          <ac:chgData name="O'Connor, Jacqueline Antonia" userId="3b9bfa0c-75a1-427e-ae61-7069a76100c3" providerId="ADAL" clId="{AA033F13-DCB0-421A-8B4F-92B7EF743B5B}" dt="2023-08-09T16:28:40.438" v="969"/>
          <ac:inkMkLst>
            <pc:docMk/>
            <pc:sldMk cId="3280651384" sldId="265"/>
            <ac:inkMk id="149" creationId="{CD7C7A6F-1980-EAD6-BDE5-70C1E70648A5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52" creationId="{87C5E09A-DC60-FADC-A95E-E99B513D6413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53" creationId="{965C5C78-4EB8-0CDD-D442-E8094FEA8C4B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54" creationId="{5A7C6180-4CE8-C6AC-6E34-B3F2556CEC57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55" creationId="{205D5F22-45AF-7DA4-FFC8-6B6809000101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56" creationId="{BF6762CF-C66F-7CEA-C40B-C2B1362140B7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57" creationId="{CC5D2080-7C82-B0DC-EA4B-FDFB6045F795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58" creationId="{EBDA0932-59E1-2C37-6709-4F1FD91CACF3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59" creationId="{5B040267-9A63-1498-6A19-672215FA861F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61" creationId="{C346DF0E-28F0-6A8E-63C3-A43C5EDBEF86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62" creationId="{BC3F4D01-849C-1EE7-D984-4C7ACA8F098E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63" creationId="{7B561563-EB0A-80B1-2D90-08C85CEFFEB0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64" creationId="{82F2AB4A-99DB-284B-11FC-ED2E52A49588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65" creationId="{EAD02BCC-0F12-DF98-C12B-C0B6E9D746A1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66" creationId="{35C52576-6051-8A14-7EB2-FD5CBB13C1BA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67" creationId="{947CF977-9764-4B67-6425-1035C496464C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68" creationId="{77BC7E40-8AB3-9743-E93D-7B84F18EB392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69" creationId="{87F112EA-8FB3-1553-4217-EB2A970DD8C2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70" creationId="{8FDDD5A3-B97A-90F6-1671-102C9B4E0D77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71" creationId="{36342040-BEEE-255A-7ED2-D7582C8356BF}"/>
          </ac:inkMkLst>
        </pc:inkChg>
        <pc:inkChg chg="add mod">
          <ac:chgData name="O'Connor, Jacqueline Antonia" userId="3b9bfa0c-75a1-427e-ae61-7069a76100c3" providerId="ADAL" clId="{AA033F13-DCB0-421A-8B4F-92B7EF743B5B}" dt="2023-08-09T16:30:11.525" v="991"/>
          <ac:inkMkLst>
            <pc:docMk/>
            <pc:sldMk cId="3280651384" sldId="265"/>
            <ac:inkMk id="172" creationId="{2DA2FEEC-3407-D9F4-D416-5B394BBB69D7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75" creationId="{C12B8311-9316-882B-28D1-088FDAFFB3FB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76" creationId="{04306C56-A919-243F-65D8-9AE5D48E14E2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77" creationId="{443C4807-3913-F768-BB5A-DB2E719EEBA6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78" creationId="{8C043E49-9621-EE6A-ABC4-CE0070DA456D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79" creationId="{EF01C162-B433-4D40-5E7B-A093B3994EE9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80" creationId="{C263B2C5-0665-97FC-5716-6E89FD6CB069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81" creationId="{541FE781-AF4E-E9E8-CBF2-2EBAEBC52A18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82" creationId="{BF8D1809-B5C9-E3F4-6CB8-E2DC9EFDC450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84" creationId="{69564737-4BFE-FCE9-6077-41360718EADD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85" creationId="{315875AF-BA01-7E64-C5A7-B3447A403AC1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86" creationId="{B824551D-4515-0F32-7FDB-257EC9C2F6C8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87" creationId="{35DDECE5-C5D4-7085-3F0B-67D20DF0ADF4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88" creationId="{15BF5006-7CCA-39F6-6F20-6C72E6C07A3D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89" creationId="{74500433-EB4D-E464-2F63-328E9BBB8C0F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90" creationId="{E0C07577-F1B6-BD6B-6DFD-96A12C282D32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91" creationId="{1577ACED-8B60-323A-3AD1-19CA045689AD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92" creationId="{38B1DF0C-30C7-7D9B-D802-6995B42D4C2A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93" creationId="{2989830F-54F2-C260-A64E-E75849642919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94" creationId="{E6B7C417-A871-5E3B-7300-7AA86D787C99}"/>
          </ac:inkMkLst>
        </pc:inkChg>
        <pc:inkChg chg="add mod">
          <ac:chgData name="O'Connor, Jacqueline Antonia" userId="3b9bfa0c-75a1-427e-ae61-7069a76100c3" providerId="ADAL" clId="{AA033F13-DCB0-421A-8B4F-92B7EF743B5B}" dt="2023-08-09T16:30:20.933" v="1013"/>
          <ac:inkMkLst>
            <pc:docMk/>
            <pc:sldMk cId="3280651384" sldId="265"/>
            <ac:inkMk id="195" creationId="{079AB5CF-D35B-7DD5-2FB8-7BB1465A6588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198" creationId="{24064834-8FBA-5AFC-FFB5-23FC64A49E6F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199" creationId="{6269694E-9190-10C6-FFB3-6FFF5C70F394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00" creationId="{EF4A94B1-BA8A-AEBE-3EDC-667F4D4CB082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01" creationId="{65C0248F-EC22-48F2-DC4F-9BD2D3320C6A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02" creationId="{3B3E8615-2A44-FF12-5C7D-554B226EDDDA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03" creationId="{6B8DCFE2-C6E8-3049-677B-40771B27AEA1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04" creationId="{C5383C5F-E172-C530-CCED-71F591BDD841}"/>
          </ac:inkMkLst>
        </pc:inkChg>
        <pc:inkChg chg="add">
          <ac:chgData name="O'Connor, Jacqueline Antonia" userId="3b9bfa0c-75a1-427e-ae61-7069a76100c3" providerId="ADAL" clId="{AA033F13-DCB0-421A-8B4F-92B7EF743B5B}" dt="2023-08-09T16:30:33.123" v="1025" actId="9405"/>
          <ac:inkMkLst>
            <pc:docMk/>
            <pc:sldMk cId="3280651384" sldId="265"/>
            <ac:inkMk id="205" creationId="{E1A01B20-1E23-C6EA-4B28-6DC51A8504EF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06" creationId="{9E283D88-983D-C385-448D-59D98DF1BB24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07" creationId="{6820B3BB-32E4-3311-02DF-112ACE7B313C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08" creationId="{FEDDBDE3-7EDD-2951-C8C3-C301158627C9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09" creationId="{9F4D78B9-D6FF-7246-EA95-E860EEE0AA7C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0" creationId="{6D81CBB7-2AA0-5F8D-B78E-2B5656F8B487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1" creationId="{277A81A6-0A76-3B89-68AB-1FAECB971DC5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2" creationId="{96B52716-3B4C-DF4D-203E-9AEF873A98C4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3" creationId="{9E86E1EB-61E6-870F-9894-4653C4CFB9BC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4" creationId="{D06A8C4E-FE0B-F1DD-BEC7-917C025E8F46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5" creationId="{4FCE87A3-B126-40B7-CD26-5B96DA109398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6" creationId="{C12DE848-DF7F-A66D-64EA-AE470E0DFA60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7" creationId="{2D4F7066-F9C0-8CD2-9DB9-A876408FF3A2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8" creationId="{A90556DC-51EC-2BA7-6DF1-C0584503562E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19" creationId="{CC9C8DEE-A6A5-296A-A8C1-E1317A327297}"/>
          </ac:inkMkLst>
        </pc:inkChg>
        <pc:inkChg chg="add mod">
          <ac:chgData name="O'Connor, Jacqueline Antonia" userId="3b9bfa0c-75a1-427e-ae61-7069a76100c3" providerId="ADAL" clId="{AA033F13-DCB0-421A-8B4F-92B7EF743B5B}" dt="2023-08-09T16:30:44.276" v="1041"/>
          <ac:inkMkLst>
            <pc:docMk/>
            <pc:sldMk cId="3280651384" sldId="265"/>
            <ac:inkMk id="220" creationId="{78FCAEE2-3AA0-5542-22BC-11C3A59470E8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25" creationId="{83F1C93E-3A6F-29B7-91E0-B8848EDCB1DF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26" creationId="{379DAB05-3B0E-1066-F28A-3BDCB2D8E2EF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27" creationId="{A894664A-34FC-F1A0-BDBB-93B980050807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28" creationId="{9ADC1EE4-19DA-5019-9BB7-FA1F39040AE3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30" creationId="{3CE5494B-BD55-0EC7-EFCF-00986BA495B2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31" creationId="{ABD01540-A882-D0BA-CDD5-F7E65ACAD2FF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32" creationId="{D7A225B1-58FE-67A7-234C-5A23C50ADA56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33" creationId="{223D7656-DDA8-536A-3CD8-BF79EA091CA6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34" creationId="{1AFD0AD6-67C4-5AB5-3669-D9BF8108E724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35" creationId="{BC50CFDF-0A52-AAF9-15CF-BCDC70FE35EA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36" creationId="{71FAB6C7-CE59-FD84-AAE6-6252798CCB46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37" creationId="{27AC4032-9254-7F21-D5FD-FDD8E8A1A974}"/>
          </ac:inkMkLst>
        </pc:inkChg>
        <pc:inkChg chg="add mod">
          <ac:chgData name="O'Connor, Jacqueline Antonia" userId="3b9bfa0c-75a1-427e-ae61-7069a76100c3" providerId="ADAL" clId="{AA033F13-DCB0-421A-8B4F-92B7EF743B5B}" dt="2023-08-09T16:30:53.584" v="1056"/>
          <ac:inkMkLst>
            <pc:docMk/>
            <pc:sldMk cId="3280651384" sldId="265"/>
            <ac:inkMk id="238" creationId="{653456B7-A946-8E2C-D05C-69DE07E4DD75}"/>
          </ac:inkMkLst>
        </pc:inkChg>
        <pc:inkChg chg="add mod">
          <ac:chgData name="O'Connor, Jacqueline Antonia" userId="3b9bfa0c-75a1-427e-ae61-7069a76100c3" providerId="ADAL" clId="{AA033F13-DCB0-421A-8B4F-92B7EF743B5B}" dt="2023-08-09T16:30:55.270" v="1060"/>
          <ac:inkMkLst>
            <pc:docMk/>
            <pc:sldMk cId="3280651384" sldId="265"/>
            <ac:inkMk id="240" creationId="{1574AE3E-48E1-19BF-FD8F-593E446DD5DA}"/>
          </ac:inkMkLst>
        </pc:inkChg>
        <pc:inkChg chg="add mod">
          <ac:chgData name="O'Connor, Jacqueline Antonia" userId="3b9bfa0c-75a1-427e-ae61-7069a76100c3" providerId="ADAL" clId="{AA033F13-DCB0-421A-8B4F-92B7EF743B5B}" dt="2023-08-09T16:30:55.270" v="1060"/>
          <ac:inkMkLst>
            <pc:docMk/>
            <pc:sldMk cId="3280651384" sldId="265"/>
            <ac:inkMk id="241" creationId="{B33DF82E-A373-A7E9-386A-996EC5178AC1}"/>
          </ac:inkMkLst>
        </pc:inkChg>
        <pc:inkChg chg="add mod">
          <ac:chgData name="O'Connor, Jacqueline Antonia" userId="3b9bfa0c-75a1-427e-ae61-7069a76100c3" providerId="ADAL" clId="{AA033F13-DCB0-421A-8B4F-92B7EF743B5B}" dt="2023-08-09T16:30:55.270" v="1060"/>
          <ac:inkMkLst>
            <pc:docMk/>
            <pc:sldMk cId="3280651384" sldId="265"/>
            <ac:inkMk id="242" creationId="{23083D2E-2C56-1ECE-8545-6E4F4E9A2A78}"/>
          </ac:inkMkLst>
        </pc:inkChg>
        <pc:inkChg chg="add mod">
          <ac:chgData name="O'Connor, Jacqueline Antonia" userId="3b9bfa0c-75a1-427e-ae61-7069a76100c3" providerId="ADAL" clId="{AA033F13-DCB0-421A-8B4F-92B7EF743B5B}" dt="2023-08-09T16:31:16.300" v="1075"/>
          <ac:inkMkLst>
            <pc:docMk/>
            <pc:sldMk cId="3280651384" sldId="265"/>
            <ac:inkMk id="244" creationId="{412C5824-7BFB-714E-8E9B-892E8D84527B}"/>
          </ac:inkMkLst>
        </pc:inkChg>
        <pc:inkChg chg="add mod">
          <ac:chgData name="O'Connor, Jacqueline Antonia" userId="3b9bfa0c-75a1-427e-ae61-7069a76100c3" providerId="ADAL" clId="{AA033F13-DCB0-421A-8B4F-92B7EF743B5B}" dt="2023-08-09T16:31:16.300" v="1075"/>
          <ac:inkMkLst>
            <pc:docMk/>
            <pc:sldMk cId="3280651384" sldId="265"/>
            <ac:inkMk id="245" creationId="{3E6D4C94-254B-94AD-E1D4-CFC20F5CF675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46" creationId="{8F56C8FD-F185-169C-6061-8743C6022F59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47" creationId="{0E87B447-CAD7-D54D-86AA-8FF6D109A15E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48" creationId="{A40A4FC8-55C5-516E-2F30-66730E744088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49" creationId="{A1FABDC6-A30C-BB25-785A-25AF24459A33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50" creationId="{4640C073-0132-5682-0851-6860D689E58B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51" creationId="{65E798F1-3449-AA5D-2A98-242ED6276858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52" creationId="{E46F918D-A6DD-1C4C-1795-4DFF5FB3BBB4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53" creationId="{B6D71063-BB6E-C7D6-B9D5-C35C6E732FD5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54" creationId="{C042242A-0997-0BEA-EA3D-6BA07D07B916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55" creationId="{54AE89DB-0E99-CCC9-2206-4AACACA63451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56" creationId="{25A80453-88DD-95E8-D91A-B0C50E99A937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57" creationId="{C7B1A13F-6EB6-AACB-0594-C703EE1FFF97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60" creationId="{7560853E-97CC-7CBB-797C-BF49A16C5405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61" creationId="{EB136CCF-F584-1CFC-A79D-241CF3A94864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62" creationId="{95A71C54-EDF5-0CC2-0C7D-E217C1B6BD19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63" creationId="{C2B83506-D3CC-12D4-774C-3FA75B12A83C}"/>
          </ac:inkMkLst>
        </pc:inkChg>
        <pc:inkChg chg="add mod">
          <ac:chgData name="O'Connor, Jacqueline Antonia" userId="3b9bfa0c-75a1-427e-ae61-7069a76100c3" providerId="ADAL" clId="{AA033F13-DCB0-421A-8B4F-92B7EF743B5B}" dt="2023-08-09T16:31:19.797" v="1081"/>
          <ac:inkMkLst>
            <pc:docMk/>
            <pc:sldMk cId="3280651384" sldId="265"/>
            <ac:inkMk id="264" creationId="{2F5AFF58-8F31-52B8-E44D-8F25F4A00E1F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66" creationId="{770FCBAB-760B-1A59-E6F7-C30A095D361A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67" creationId="{5E3B5F5E-115B-2E32-37D9-65AB3889F91D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68" creationId="{A3AB20CF-527E-F9AA-D328-4CB3790C320C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70" creationId="{B3147787-ABB4-6BD2-8AFD-FF57E37BA51A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71" creationId="{59FAC422-4D21-8915-ADA3-D39422FAB90C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72" creationId="{1E29B02F-1811-80CE-8563-34FE914B3BD6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73" creationId="{F75EDB45-8299-1BEA-2EFF-F126A40C1632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74" creationId="{6F43EB08-47E9-0AE3-1358-B4125202C273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75" creationId="{CAD9FEDB-EB33-D4F3-B623-4C0144F5B5D1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76" creationId="{72AD54A7-FFFE-3419-224A-72AE50535FF7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77" creationId="{5A027D1B-CD77-5026-8E38-64E2FEFFD5BE}"/>
          </ac:inkMkLst>
        </pc:inkChg>
        <pc:inkChg chg="add mod">
          <ac:chgData name="O'Connor, Jacqueline Antonia" userId="3b9bfa0c-75a1-427e-ae61-7069a76100c3" providerId="ADAL" clId="{AA033F13-DCB0-421A-8B4F-92B7EF743B5B}" dt="2023-08-09T16:32:15.751" v="1104"/>
          <ac:inkMkLst>
            <pc:docMk/>
            <pc:sldMk cId="3280651384" sldId="265"/>
            <ac:inkMk id="279" creationId="{1D745CD2-6829-80FC-33EF-D3E5C3FE09AE}"/>
          </ac:inkMkLst>
        </pc:inkChg>
        <pc:inkChg chg="add mod">
          <ac:chgData name="O'Connor, Jacqueline Antonia" userId="3b9bfa0c-75a1-427e-ae61-7069a76100c3" providerId="ADAL" clId="{AA033F13-DCB0-421A-8B4F-92B7EF743B5B}" dt="2023-08-09T16:32:15.751" v="1104"/>
          <ac:inkMkLst>
            <pc:docMk/>
            <pc:sldMk cId="3280651384" sldId="265"/>
            <ac:inkMk id="280" creationId="{928BBA1B-7070-D590-DADE-447E8B4B2563}"/>
          </ac:inkMkLst>
        </pc:inkChg>
        <pc:inkChg chg="add mod">
          <ac:chgData name="O'Connor, Jacqueline Antonia" userId="3b9bfa0c-75a1-427e-ae61-7069a76100c3" providerId="ADAL" clId="{AA033F13-DCB0-421A-8B4F-92B7EF743B5B}" dt="2023-08-09T16:32:15.751" v="1104"/>
          <ac:inkMkLst>
            <pc:docMk/>
            <pc:sldMk cId="3280651384" sldId="265"/>
            <ac:inkMk id="281" creationId="{C10B8295-53DB-5B92-DCE6-67ACC889D0C6}"/>
          </ac:inkMkLst>
        </pc:inkChg>
        <pc:inkChg chg="add mod">
          <ac:chgData name="O'Connor, Jacqueline Antonia" userId="3b9bfa0c-75a1-427e-ae61-7069a76100c3" providerId="ADAL" clId="{AA033F13-DCB0-421A-8B4F-92B7EF743B5B}" dt="2023-08-09T16:32:15.751" v="1104"/>
          <ac:inkMkLst>
            <pc:docMk/>
            <pc:sldMk cId="3280651384" sldId="265"/>
            <ac:inkMk id="282" creationId="{DD01A582-4E12-37F5-CFD2-340AF0A3721A}"/>
          </ac:inkMkLst>
        </pc:inkChg>
        <pc:inkChg chg="add mod">
          <ac:chgData name="O'Connor, Jacqueline Antonia" userId="3b9bfa0c-75a1-427e-ae61-7069a76100c3" providerId="ADAL" clId="{AA033F13-DCB0-421A-8B4F-92B7EF743B5B}" dt="2023-08-09T16:32:15.751" v="1104"/>
          <ac:inkMkLst>
            <pc:docMk/>
            <pc:sldMk cId="3280651384" sldId="265"/>
            <ac:inkMk id="283" creationId="{0F96CE23-5908-078E-DF75-EB5EB7608F61}"/>
          </ac:inkMkLst>
        </pc:inkChg>
        <pc:inkChg chg="add del mod">
          <ac:chgData name="O'Connor, Jacqueline Antonia" userId="3b9bfa0c-75a1-427e-ae61-7069a76100c3" providerId="ADAL" clId="{AA033F13-DCB0-421A-8B4F-92B7EF743B5B}" dt="2023-08-09T16:32:15.751" v="1104"/>
          <ac:inkMkLst>
            <pc:docMk/>
            <pc:sldMk cId="3280651384" sldId="265"/>
            <ac:inkMk id="284" creationId="{66938AAF-9B94-2813-E707-06417E30A005}"/>
          </ac:inkMkLst>
        </pc:inkChg>
        <pc:inkChg chg="add del mod">
          <ac:chgData name="O'Connor, Jacqueline Antonia" userId="3b9bfa0c-75a1-427e-ae61-7069a76100c3" providerId="ADAL" clId="{AA033F13-DCB0-421A-8B4F-92B7EF743B5B}" dt="2023-08-09T16:32:15.030" v="1103"/>
          <ac:inkMkLst>
            <pc:docMk/>
            <pc:sldMk cId="3280651384" sldId="265"/>
            <ac:inkMk id="285" creationId="{435E7CA9-C948-E3FC-849E-9106A703DA0D}"/>
          </ac:inkMkLst>
        </pc:inkChg>
        <pc:inkChg chg="add">
          <ac:chgData name="O'Connor, Jacqueline Antonia" userId="3b9bfa0c-75a1-427e-ae61-7069a76100c3" providerId="ADAL" clId="{AA033F13-DCB0-421A-8B4F-92B7EF743B5B}" dt="2023-08-09T16:32:20.118" v="1105" actId="9405"/>
          <ac:inkMkLst>
            <pc:docMk/>
            <pc:sldMk cId="3280651384" sldId="265"/>
            <ac:inkMk id="287" creationId="{E6740102-822F-8491-DFDA-E84279B81B41}"/>
          </ac:inkMkLst>
        </pc:inkChg>
        <pc:inkChg chg="add mod">
          <ac:chgData name="O'Connor, Jacqueline Antonia" userId="3b9bfa0c-75a1-427e-ae61-7069a76100c3" providerId="ADAL" clId="{AA033F13-DCB0-421A-8B4F-92B7EF743B5B}" dt="2023-08-09T16:32:21.897" v="1107"/>
          <ac:inkMkLst>
            <pc:docMk/>
            <pc:sldMk cId="3280651384" sldId="265"/>
            <ac:inkMk id="288" creationId="{7D0AC1C3-D8F8-4E6F-40B8-8DC4E1E82D37}"/>
          </ac:inkMkLst>
        </pc:inkChg>
        <pc:inkChg chg="add">
          <ac:chgData name="O'Connor, Jacqueline Antonia" userId="3b9bfa0c-75a1-427e-ae61-7069a76100c3" providerId="ADAL" clId="{AA033F13-DCB0-421A-8B4F-92B7EF743B5B}" dt="2023-08-09T16:32:24.344" v="1108" actId="9405"/>
          <ac:inkMkLst>
            <pc:docMk/>
            <pc:sldMk cId="3280651384" sldId="265"/>
            <ac:inkMk id="290" creationId="{14823C8C-B38E-58FD-CAF1-BCB32823075B}"/>
          </ac:inkMkLst>
        </pc:inkChg>
      </pc:sldChg>
      <pc:sldChg chg="addSp delSp modSp mod">
        <pc:chgData name="O'Connor, Jacqueline Antonia" userId="3b9bfa0c-75a1-427e-ae61-7069a76100c3" providerId="ADAL" clId="{AA033F13-DCB0-421A-8B4F-92B7EF743B5B}" dt="2023-08-09T16:34:48.828" v="1267"/>
        <pc:sldMkLst>
          <pc:docMk/>
          <pc:sldMk cId="2271104225" sldId="266"/>
        </pc:sldMkLst>
        <pc:grpChg chg="del mod">
          <ac:chgData name="O'Connor, Jacqueline Antonia" userId="3b9bfa0c-75a1-427e-ae61-7069a76100c3" providerId="ADAL" clId="{AA033F13-DCB0-421A-8B4F-92B7EF743B5B}" dt="2023-08-09T16:32:39.834" v="1110"/>
          <ac:grpSpMkLst>
            <pc:docMk/>
            <pc:sldMk cId="2271104225" sldId="266"/>
            <ac:grpSpMk id="5" creationId="{5C502BCD-B312-2ED8-37C8-5EEEFE985509}"/>
          </ac:grpSpMkLst>
        </pc:grpChg>
        <pc:grpChg chg="mod">
          <ac:chgData name="O'Connor, Jacqueline Antonia" userId="3b9bfa0c-75a1-427e-ae61-7069a76100c3" providerId="ADAL" clId="{AA033F13-DCB0-421A-8B4F-92B7EF743B5B}" dt="2023-08-09T16:32:46.156" v="1122"/>
          <ac:grpSpMkLst>
            <pc:docMk/>
            <pc:sldMk cId="2271104225" sldId="266"/>
            <ac:grpSpMk id="16" creationId="{C3B783F3-6884-EA75-25B0-8D331D45519F}"/>
          </ac:grpSpMkLst>
        </pc:grpChg>
        <pc:grpChg chg="mod">
          <ac:chgData name="O'Connor, Jacqueline Antonia" userId="3b9bfa0c-75a1-427e-ae61-7069a76100c3" providerId="ADAL" clId="{AA033F13-DCB0-421A-8B4F-92B7EF743B5B}" dt="2023-08-09T16:32:46.156" v="1122"/>
          <ac:grpSpMkLst>
            <pc:docMk/>
            <pc:sldMk cId="2271104225" sldId="266"/>
            <ac:grpSpMk id="17" creationId="{C7CE8169-9D43-A01E-3C0E-AE87BD7E47DE}"/>
          </ac:grpSpMkLst>
        </pc:grpChg>
        <pc:grpChg chg="mod">
          <ac:chgData name="O'Connor, Jacqueline Antonia" userId="3b9bfa0c-75a1-427e-ae61-7069a76100c3" providerId="ADAL" clId="{AA033F13-DCB0-421A-8B4F-92B7EF743B5B}" dt="2023-08-09T16:32:50.167" v="1130"/>
          <ac:grpSpMkLst>
            <pc:docMk/>
            <pc:sldMk cId="2271104225" sldId="266"/>
            <ac:grpSpMk id="25" creationId="{0D24DAAD-1C95-5A98-BDC4-583B64B20C4C}"/>
          </ac:grpSpMkLst>
        </pc:grpChg>
        <pc:grpChg chg="mod">
          <ac:chgData name="O'Connor, Jacqueline Antonia" userId="3b9bfa0c-75a1-427e-ae61-7069a76100c3" providerId="ADAL" clId="{AA033F13-DCB0-421A-8B4F-92B7EF743B5B}" dt="2023-08-09T16:33:09.031" v="1142"/>
          <ac:grpSpMkLst>
            <pc:docMk/>
            <pc:sldMk cId="2271104225" sldId="266"/>
            <ac:grpSpMk id="36" creationId="{FF88D264-3639-1495-46CF-361ACAD30F72}"/>
          </ac:grpSpMkLst>
        </pc:grpChg>
        <pc:grpChg chg="mod">
          <ac:chgData name="O'Connor, Jacqueline Antonia" userId="3b9bfa0c-75a1-427e-ae61-7069a76100c3" providerId="ADAL" clId="{AA033F13-DCB0-421A-8B4F-92B7EF743B5B}" dt="2023-08-09T16:33:09.031" v="1142"/>
          <ac:grpSpMkLst>
            <pc:docMk/>
            <pc:sldMk cId="2271104225" sldId="266"/>
            <ac:grpSpMk id="37" creationId="{AD7B81D7-6821-F6A5-8EE7-519C6E0E451B}"/>
          </ac:grpSpMkLst>
        </pc:grpChg>
        <pc:grpChg chg="mod">
          <ac:chgData name="O'Connor, Jacqueline Antonia" userId="3b9bfa0c-75a1-427e-ae61-7069a76100c3" providerId="ADAL" clId="{AA033F13-DCB0-421A-8B4F-92B7EF743B5B}" dt="2023-08-09T16:33:17.296" v="1160"/>
          <ac:grpSpMkLst>
            <pc:docMk/>
            <pc:sldMk cId="2271104225" sldId="266"/>
            <ac:grpSpMk id="55" creationId="{9E5D08E6-A5F5-159F-DB11-A9E315F2D06D}"/>
          </ac:grpSpMkLst>
        </pc:grpChg>
        <pc:grpChg chg="mod">
          <ac:chgData name="O'Connor, Jacqueline Antonia" userId="3b9bfa0c-75a1-427e-ae61-7069a76100c3" providerId="ADAL" clId="{AA033F13-DCB0-421A-8B4F-92B7EF743B5B}" dt="2023-08-09T16:33:17.296" v="1160"/>
          <ac:grpSpMkLst>
            <pc:docMk/>
            <pc:sldMk cId="2271104225" sldId="266"/>
            <ac:grpSpMk id="56" creationId="{E136F7C7-7E72-0F6B-76E2-876DD65AAC29}"/>
          </ac:grpSpMkLst>
        </pc:grpChg>
        <pc:grpChg chg="mod">
          <ac:chgData name="O'Connor, Jacqueline Antonia" userId="3b9bfa0c-75a1-427e-ae61-7069a76100c3" providerId="ADAL" clId="{AA033F13-DCB0-421A-8B4F-92B7EF743B5B}" dt="2023-08-09T16:33:17.296" v="1160"/>
          <ac:grpSpMkLst>
            <pc:docMk/>
            <pc:sldMk cId="2271104225" sldId="266"/>
            <ac:grpSpMk id="57" creationId="{7532494C-F491-CEDB-AE4F-AD529B5F5E34}"/>
          </ac:grpSpMkLst>
        </pc:grpChg>
        <pc:grpChg chg="mod">
          <ac:chgData name="O'Connor, Jacqueline Antonia" userId="3b9bfa0c-75a1-427e-ae61-7069a76100c3" providerId="ADAL" clId="{AA033F13-DCB0-421A-8B4F-92B7EF743B5B}" dt="2023-08-09T16:33:24.664" v="1176"/>
          <ac:grpSpMkLst>
            <pc:docMk/>
            <pc:sldMk cId="2271104225" sldId="266"/>
            <ac:grpSpMk id="73" creationId="{1E810C01-FE9C-91F5-561E-7DBBDAAEBDC4}"/>
          </ac:grpSpMkLst>
        </pc:grpChg>
        <pc:grpChg chg="mod">
          <ac:chgData name="O'Connor, Jacqueline Antonia" userId="3b9bfa0c-75a1-427e-ae61-7069a76100c3" providerId="ADAL" clId="{AA033F13-DCB0-421A-8B4F-92B7EF743B5B}" dt="2023-08-09T16:33:24.664" v="1176"/>
          <ac:grpSpMkLst>
            <pc:docMk/>
            <pc:sldMk cId="2271104225" sldId="266"/>
            <ac:grpSpMk id="74" creationId="{F556CB97-A549-E5A8-A352-0AE7268188E9}"/>
          </ac:grpSpMkLst>
        </pc:grpChg>
        <pc:grpChg chg="mod">
          <ac:chgData name="O'Connor, Jacqueline Antonia" userId="3b9bfa0c-75a1-427e-ae61-7069a76100c3" providerId="ADAL" clId="{AA033F13-DCB0-421A-8B4F-92B7EF743B5B}" dt="2023-08-09T16:33:29.139" v="1186"/>
          <ac:grpSpMkLst>
            <pc:docMk/>
            <pc:sldMk cId="2271104225" sldId="266"/>
            <ac:grpSpMk id="84" creationId="{049DCB72-A70D-AD04-7359-5E61D7AF3273}"/>
          </ac:grpSpMkLst>
        </pc:grpChg>
        <pc:grpChg chg="mod">
          <ac:chgData name="O'Connor, Jacqueline Antonia" userId="3b9bfa0c-75a1-427e-ae61-7069a76100c3" providerId="ADAL" clId="{AA033F13-DCB0-421A-8B4F-92B7EF743B5B}" dt="2023-08-09T16:33:29.139" v="1186"/>
          <ac:grpSpMkLst>
            <pc:docMk/>
            <pc:sldMk cId="2271104225" sldId="266"/>
            <ac:grpSpMk id="85" creationId="{49A3C0E6-6B75-449C-D9F7-19738B8DDFDD}"/>
          </ac:grpSpMkLst>
        </pc:grpChg>
        <pc:grpChg chg="mod">
          <ac:chgData name="O'Connor, Jacqueline Antonia" userId="3b9bfa0c-75a1-427e-ae61-7069a76100c3" providerId="ADAL" clId="{AA033F13-DCB0-421A-8B4F-92B7EF743B5B}" dt="2023-08-09T16:33:51.307" v="1199"/>
          <ac:grpSpMkLst>
            <pc:docMk/>
            <pc:sldMk cId="2271104225" sldId="266"/>
            <ac:grpSpMk id="98" creationId="{1B2E0D53-EE50-739D-4F13-0E64F2334FD7}"/>
          </ac:grpSpMkLst>
        </pc:grpChg>
        <pc:grpChg chg="del mod">
          <ac:chgData name="O'Connor, Jacqueline Antonia" userId="3b9bfa0c-75a1-427e-ae61-7069a76100c3" providerId="ADAL" clId="{AA033F13-DCB0-421A-8B4F-92B7EF743B5B}" dt="2023-08-09T16:34:06.882" v="1216"/>
          <ac:grpSpMkLst>
            <pc:docMk/>
            <pc:sldMk cId="2271104225" sldId="266"/>
            <ac:grpSpMk id="115" creationId="{CAFBCEF6-1B9D-4D1F-CFEC-167F0F51ABD8}"/>
          </ac:grpSpMkLst>
        </pc:grpChg>
        <pc:grpChg chg="mod">
          <ac:chgData name="O'Connor, Jacqueline Antonia" userId="3b9bfa0c-75a1-427e-ae61-7069a76100c3" providerId="ADAL" clId="{AA033F13-DCB0-421A-8B4F-92B7EF743B5B}" dt="2023-08-09T16:34:06.882" v="1216"/>
          <ac:grpSpMkLst>
            <pc:docMk/>
            <pc:sldMk cId="2271104225" sldId="266"/>
            <ac:grpSpMk id="116" creationId="{CEDB644E-7851-B3A1-E63C-924FB1407C14}"/>
          </ac:grpSpMkLst>
        </pc:grpChg>
        <pc:grpChg chg="mod">
          <ac:chgData name="O'Connor, Jacqueline Antonia" userId="3b9bfa0c-75a1-427e-ae61-7069a76100c3" providerId="ADAL" clId="{AA033F13-DCB0-421A-8B4F-92B7EF743B5B}" dt="2023-08-09T16:34:06.882" v="1216"/>
          <ac:grpSpMkLst>
            <pc:docMk/>
            <pc:sldMk cId="2271104225" sldId="266"/>
            <ac:grpSpMk id="117" creationId="{A4B338F5-DC29-9CB8-D142-698ED51FB59F}"/>
          </ac:grpSpMkLst>
        </pc:grpChg>
        <pc:grpChg chg="mod">
          <ac:chgData name="O'Connor, Jacqueline Antonia" userId="3b9bfa0c-75a1-427e-ae61-7069a76100c3" providerId="ADAL" clId="{AA033F13-DCB0-421A-8B4F-92B7EF743B5B}" dt="2023-08-09T16:34:09.595" v="1221"/>
          <ac:grpSpMkLst>
            <pc:docMk/>
            <pc:sldMk cId="2271104225" sldId="266"/>
            <ac:grpSpMk id="122" creationId="{872F051C-96A0-2C52-84C6-8FCAAF22E835}"/>
          </ac:grpSpMkLst>
        </pc:grpChg>
        <pc:grpChg chg="mod">
          <ac:chgData name="O'Connor, Jacqueline Antonia" userId="3b9bfa0c-75a1-427e-ae61-7069a76100c3" providerId="ADAL" clId="{AA033F13-DCB0-421A-8B4F-92B7EF743B5B}" dt="2023-08-09T16:34:13.960" v="1226"/>
          <ac:grpSpMkLst>
            <pc:docMk/>
            <pc:sldMk cId="2271104225" sldId="266"/>
            <ac:grpSpMk id="127" creationId="{E3417673-1AE5-C4BE-32F4-4C878C7C636E}"/>
          </ac:grpSpMkLst>
        </pc:grpChg>
        <pc:grpChg chg="mod">
          <ac:chgData name="O'Connor, Jacqueline Antonia" userId="3b9bfa0c-75a1-427e-ae61-7069a76100c3" providerId="ADAL" clId="{AA033F13-DCB0-421A-8B4F-92B7EF743B5B}" dt="2023-08-09T16:34:25.217" v="1231"/>
          <ac:grpSpMkLst>
            <pc:docMk/>
            <pc:sldMk cId="2271104225" sldId="266"/>
            <ac:grpSpMk id="132" creationId="{0558A724-2BFF-5041-89AB-377FE11B7304}"/>
          </ac:grpSpMkLst>
        </pc:grpChg>
        <pc:grpChg chg="del mod">
          <ac:chgData name="O'Connor, Jacqueline Antonia" userId="3b9bfa0c-75a1-427e-ae61-7069a76100c3" providerId="ADAL" clId="{AA033F13-DCB0-421A-8B4F-92B7EF743B5B}" dt="2023-08-09T16:34:32.636" v="1244"/>
          <ac:grpSpMkLst>
            <pc:docMk/>
            <pc:sldMk cId="2271104225" sldId="266"/>
            <ac:grpSpMk id="139" creationId="{C999D972-E7B0-CECB-29CA-59960F0905D6}"/>
          </ac:grpSpMkLst>
        </pc:grpChg>
        <pc:grpChg chg="mod">
          <ac:chgData name="O'Connor, Jacqueline Antonia" userId="3b9bfa0c-75a1-427e-ae61-7069a76100c3" providerId="ADAL" clId="{AA033F13-DCB0-421A-8B4F-92B7EF743B5B}" dt="2023-08-09T16:34:32.636" v="1244"/>
          <ac:grpSpMkLst>
            <pc:docMk/>
            <pc:sldMk cId="2271104225" sldId="266"/>
            <ac:grpSpMk id="145" creationId="{B579E586-A4C9-705C-29AC-EA385E29D289}"/>
          </ac:grpSpMkLst>
        </pc:grpChg>
        <pc:grpChg chg="del mod">
          <ac:chgData name="O'Connor, Jacqueline Antonia" userId="3b9bfa0c-75a1-427e-ae61-7069a76100c3" providerId="ADAL" clId="{AA033F13-DCB0-421A-8B4F-92B7EF743B5B}" dt="2023-08-09T16:34:46.226" v="1262"/>
          <ac:grpSpMkLst>
            <pc:docMk/>
            <pc:sldMk cId="2271104225" sldId="266"/>
            <ac:grpSpMk id="160" creationId="{4A6414EA-0BDF-173A-BEE8-738EDDF6FC22}"/>
          </ac:grpSpMkLst>
        </pc:grpChg>
        <pc:grpChg chg="mod">
          <ac:chgData name="O'Connor, Jacqueline Antonia" userId="3b9bfa0c-75a1-427e-ae61-7069a76100c3" providerId="ADAL" clId="{AA033F13-DCB0-421A-8B4F-92B7EF743B5B}" dt="2023-08-09T16:34:44.473" v="1259"/>
          <ac:grpSpMkLst>
            <pc:docMk/>
            <pc:sldMk cId="2271104225" sldId="266"/>
            <ac:grpSpMk id="161" creationId="{EA3A8B55-D71A-3352-D218-0F521880159F}"/>
          </ac:grpSpMkLst>
        </pc:grpChg>
        <pc:grpChg chg="mod">
          <ac:chgData name="O'Connor, Jacqueline Antonia" userId="3b9bfa0c-75a1-427e-ae61-7069a76100c3" providerId="ADAL" clId="{AA033F13-DCB0-421A-8B4F-92B7EF743B5B}" dt="2023-08-09T16:34:44.473" v="1259"/>
          <ac:grpSpMkLst>
            <pc:docMk/>
            <pc:sldMk cId="2271104225" sldId="266"/>
            <ac:grpSpMk id="162" creationId="{36902DCF-3818-A448-13A8-988C2864F593}"/>
          </ac:grpSpMkLst>
        </pc:grpChg>
        <pc:grpChg chg="del mod">
          <ac:chgData name="O'Connor, Jacqueline Antonia" userId="3b9bfa0c-75a1-427e-ae61-7069a76100c3" providerId="ADAL" clId="{AA033F13-DCB0-421A-8B4F-92B7EF743B5B}" dt="2023-08-09T16:34:48.828" v="1267"/>
          <ac:grpSpMkLst>
            <pc:docMk/>
            <pc:sldMk cId="2271104225" sldId="266"/>
            <ac:grpSpMk id="165" creationId="{4DDD1356-2B7B-A8B1-AD37-159DB59AC7CD}"/>
          </ac:grpSpMkLst>
        </pc:grpChg>
        <pc:grpChg chg="mod">
          <ac:chgData name="O'Connor, Jacqueline Antonia" userId="3b9bfa0c-75a1-427e-ae61-7069a76100c3" providerId="ADAL" clId="{AA033F13-DCB0-421A-8B4F-92B7EF743B5B}" dt="2023-08-09T16:34:48.828" v="1267"/>
          <ac:grpSpMkLst>
            <pc:docMk/>
            <pc:sldMk cId="2271104225" sldId="266"/>
            <ac:grpSpMk id="170" creationId="{938AE971-31CE-F65E-0678-3D0A2BF8FD59}"/>
          </ac:grpSpMkLst>
        </pc:grpChg>
        <pc:inkChg chg="add del mod">
          <ac:chgData name="O'Connor, Jacqueline Antonia" userId="3b9bfa0c-75a1-427e-ae61-7069a76100c3" providerId="ADAL" clId="{AA033F13-DCB0-421A-8B4F-92B7EF743B5B}" dt="2023-08-09T16:32:39.835" v="1111"/>
          <ac:inkMkLst>
            <pc:docMk/>
            <pc:sldMk cId="2271104225" sldId="266"/>
            <ac:inkMk id="2" creationId="{7399BD07-251D-1674-5AD0-22B39239246F}"/>
          </ac:inkMkLst>
        </pc:inkChg>
        <pc:inkChg chg="add del mod">
          <ac:chgData name="O'Connor, Jacqueline Antonia" userId="3b9bfa0c-75a1-427e-ae61-7069a76100c3" providerId="ADAL" clId="{AA033F13-DCB0-421A-8B4F-92B7EF743B5B}" dt="2023-08-09T16:32:39.834" v="1110"/>
          <ac:inkMkLst>
            <pc:docMk/>
            <pc:sldMk cId="2271104225" sldId="266"/>
            <ac:inkMk id="3" creationId="{E7038658-B5CD-DEB6-E689-EACFAF425AFC}"/>
          </ac:inkMkLst>
        </pc:inkChg>
        <pc:inkChg chg="add del mod">
          <ac:chgData name="O'Connor, Jacqueline Antonia" userId="3b9bfa0c-75a1-427e-ae61-7069a76100c3" providerId="ADAL" clId="{AA033F13-DCB0-421A-8B4F-92B7EF743B5B}" dt="2023-08-09T16:32:39.834" v="1109"/>
          <ac:inkMkLst>
            <pc:docMk/>
            <pc:sldMk cId="2271104225" sldId="266"/>
            <ac:inkMk id="4" creationId="{77E0E2E4-7E11-7A9C-4CC5-F95C670145B6}"/>
          </ac:inkMkLst>
        </pc:inkChg>
        <pc:inkChg chg="add mod">
          <ac:chgData name="O'Connor, Jacqueline Antonia" userId="3b9bfa0c-75a1-427e-ae61-7069a76100c3" providerId="ADAL" clId="{AA033F13-DCB0-421A-8B4F-92B7EF743B5B}" dt="2023-08-09T16:32:46.156" v="1122"/>
          <ac:inkMkLst>
            <pc:docMk/>
            <pc:sldMk cId="2271104225" sldId="266"/>
            <ac:inkMk id="6" creationId="{5A3979CB-E75C-2E9C-9A68-E6D6E29D7E4D}"/>
          </ac:inkMkLst>
        </pc:inkChg>
        <pc:inkChg chg="add mod">
          <ac:chgData name="O'Connor, Jacqueline Antonia" userId="3b9bfa0c-75a1-427e-ae61-7069a76100c3" providerId="ADAL" clId="{AA033F13-DCB0-421A-8B4F-92B7EF743B5B}" dt="2023-08-09T16:32:46.156" v="1122"/>
          <ac:inkMkLst>
            <pc:docMk/>
            <pc:sldMk cId="2271104225" sldId="266"/>
            <ac:inkMk id="7" creationId="{01EA3D6B-B6E6-AD40-750B-5899CB47CA95}"/>
          </ac:inkMkLst>
        </pc:inkChg>
        <pc:inkChg chg="add mod">
          <ac:chgData name="O'Connor, Jacqueline Antonia" userId="3b9bfa0c-75a1-427e-ae61-7069a76100c3" providerId="ADAL" clId="{AA033F13-DCB0-421A-8B4F-92B7EF743B5B}" dt="2023-08-09T16:32:46.156" v="1122"/>
          <ac:inkMkLst>
            <pc:docMk/>
            <pc:sldMk cId="2271104225" sldId="266"/>
            <ac:inkMk id="8" creationId="{9C116EFA-6459-4618-1D67-0AF901498B6D}"/>
          </ac:inkMkLst>
        </pc:inkChg>
        <pc:inkChg chg="add mod">
          <ac:chgData name="O'Connor, Jacqueline Antonia" userId="3b9bfa0c-75a1-427e-ae61-7069a76100c3" providerId="ADAL" clId="{AA033F13-DCB0-421A-8B4F-92B7EF743B5B}" dt="2023-08-09T16:32:46.156" v="1122"/>
          <ac:inkMkLst>
            <pc:docMk/>
            <pc:sldMk cId="2271104225" sldId="266"/>
            <ac:inkMk id="9" creationId="{5124BCFD-732E-9197-ACEB-B9C6CC23404D}"/>
          </ac:inkMkLst>
        </pc:inkChg>
        <pc:inkChg chg="add mod">
          <ac:chgData name="O'Connor, Jacqueline Antonia" userId="3b9bfa0c-75a1-427e-ae61-7069a76100c3" providerId="ADAL" clId="{AA033F13-DCB0-421A-8B4F-92B7EF743B5B}" dt="2023-08-09T16:32:46.156" v="1122"/>
          <ac:inkMkLst>
            <pc:docMk/>
            <pc:sldMk cId="2271104225" sldId="266"/>
            <ac:inkMk id="10" creationId="{5A21E1EE-BDB0-8030-ACF1-46B2D0E431B9}"/>
          </ac:inkMkLst>
        </pc:inkChg>
        <pc:inkChg chg="add mod">
          <ac:chgData name="O'Connor, Jacqueline Antonia" userId="3b9bfa0c-75a1-427e-ae61-7069a76100c3" providerId="ADAL" clId="{AA033F13-DCB0-421A-8B4F-92B7EF743B5B}" dt="2023-08-09T16:32:46.156" v="1122"/>
          <ac:inkMkLst>
            <pc:docMk/>
            <pc:sldMk cId="2271104225" sldId="266"/>
            <ac:inkMk id="11" creationId="{8FD9DCB0-B3CC-007C-641E-3AC4ACF104D9}"/>
          </ac:inkMkLst>
        </pc:inkChg>
        <pc:inkChg chg="add mod">
          <ac:chgData name="O'Connor, Jacqueline Antonia" userId="3b9bfa0c-75a1-427e-ae61-7069a76100c3" providerId="ADAL" clId="{AA033F13-DCB0-421A-8B4F-92B7EF743B5B}" dt="2023-08-09T16:32:46.156" v="1122"/>
          <ac:inkMkLst>
            <pc:docMk/>
            <pc:sldMk cId="2271104225" sldId="266"/>
            <ac:inkMk id="12" creationId="{EFEA6FAB-856D-ADEC-5541-BAEDF24094B6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13" creationId="{60D22A49-260C-8D8C-F663-25515B231F83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14" creationId="{77962D1B-AFF3-97A9-61C6-437A1D724692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15" creationId="{9D04823A-471A-C491-7BAD-5B0162DA0E2D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18" creationId="{2F40BB91-F657-E808-1137-A4C1FE9F2519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19" creationId="{780A7411-9457-1377-855C-F8B5CD900051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20" creationId="{99AA75E6-C6DF-31D6-3C9F-2AF3F0F48A8E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21" creationId="{9C7FC999-66C2-F34B-6BC9-16B686335659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22" creationId="{9693AE4A-AA20-6DAD-D1FD-AA0C901321B7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23" creationId="{47856BA6-F1B0-DFD5-1546-A546D495FDCB}"/>
          </ac:inkMkLst>
        </pc:inkChg>
        <pc:inkChg chg="add mod">
          <ac:chgData name="O'Connor, Jacqueline Antonia" userId="3b9bfa0c-75a1-427e-ae61-7069a76100c3" providerId="ADAL" clId="{AA033F13-DCB0-421A-8B4F-92B7EF743B5B}" dt="2023-08-09T16:32:50.167" v="1130"/>
          <ac:inkMkLst>
            <pc:docMk/>
            <pc:sldMk cId="2271104225" sldId="266"/>
            <ac:inkMk id="24" creationId="{83BB9847-32B3-5D3D-053F-02E049CC438B}"/>
          </ac:inkMkLst>
        </pc:inkChg>
        <pc:inkChg chg="add">
          <ac:chgData name="O'Connor, Jacqueline Antonia" userId="3b9bfa0c-75a1-427e-ae61-7069a76100c3" providerId="ADAL" clId="{AA033F13-DCB0-421A-8B4F-92B7EF743B5B}" dt="2023-08-09T16:33:00.435" v="1132" actId="9405"/>
          <ac:inkMkLst>
            <pc:docMk/>
            <pc:sldMk cId="2271104225" sldId="266"/>
            <ac:inkMk id="26" creationId="{A5AE0823-48C5-727E-D2A8-EF74C9AB8984}"/>
          </ac:inkMkLst>
        </pc:inkChg>
        <pc:inkChg chg="add">
          <ac:chgData name="O'Connor, Jacqueline Antonia" userId="3b9bfa0c-75a1-427e-ae61-7069a76100c3" providerId="ADAL" clId="{AA033F13-DCB0-421A-8B4F-92B7EF743B5B}" dt="2023-08-09T16:33:01.316" v="1133" actId="9405"/>
          <ac:inkMkLst>
            <pc:docMk/>
            <pc:sldMk cId="2271104225" sldId="266"/>
            <ac:inkMk id="27" creationId="{CFCE42E0-148E-BE84-4088-75399B8C82E0}"/>
          </ac:inkMkLst>
        </pc:inkChg>
        <pc:inkChg chg="add mod">
          <ac:chgData name="O'Connor, Jacqueline Antonia" userId="3b9bfa0c-75a1-427e-ae61-7069a76100c3" providerId="ADAL" clId="{AA033F13-DCB0-421A-8B4F-92B7EF743B5B}" dt="2023-08-09T16:33:09.031" v="1142"/>
          <ac:inkMkLst>
            <pc:docMk/>
            <pc:sldMk cId="2271104225" sldId="266"/>
            <ac:inkMk id="28" creationId="{C0122137-2CFB-6444-A48D-FE7718CA5127}"/>
          </ac:inkMkLst>
        </pc:inkChg>
        <pc:inkChg chg="add mod">
          <ac:chgData name="O'Connor, Jacqueline Antonia" userId="3b9bfa0c-75a1-427e-ae61-7069a76100c3" providerId="ADAL" clId="{AA033F13-DCB0-421A-8B4F-92B7EF743B5B}" dt="2023-08-09T16:33:09.031" v="1142"/>
          <ac:inkMkLst>
            <pc:docMk/>
            <pc:sldMk cId="2271104225" sldId="266"/>
            <ac:inkMk id="29" creationId="{7ACE2242-6EB4-024E-0862-EF6CFF5DFA6C}"/>
          </ac:inkMkLst>
        </pc:inkChg>
        <pc:inkChg chg="add mod">
          <ac:chgData name="O'Connor, Jacqueline Antonia" userId="3b9bfa0c-75a1-427e-ae61-7069a76100c3" providerId="ADAL" clId="{AA033F13-DCB0-421A-8B4F-92B7EF743B5B}" dt="2023-08-09T16:33:09.031" v="1142"/>
          <ac:inkMkLst>
            <pc:docMk/>
            <pc:sldMk cId="2271104225" sldId="266"/>
            <ac:inkMk id="30" creationId="{7DF1EC3B-5BAA-6F8B-43AB-35E6DE031A10}"/>
          </ac:inkMkLst>
        </pc:inkChg>
        <pc:inkChg chg="add mod">
          <ac:chgData name="O'Connor, Jacqueline Antonia" userId="3b9bfa0c-75a1-427e-ae61-7069a76100c3" providerId="ADAL" clId="{AA033F13-DCB0-421A-8B4F-92B7EF743B5B}" dt="2023-08-09T16:33:09.031" v="1142"/>
          <ac:inkMkLst>
            <pc:docMk/>
            <pc:sldMk cId="2271104225" sldId="266"/>
            <ac:inkMk id="31" creationId="{F1792FA2-151B-F3A0-086C-D7E416AD3CE5}"/>
          </ac:inkMkLst>
        </pc:inkChg>
        <pc:inkChg chg="add mod">
          <ac:chgData name="O'Connor, Jacqueline Antonia" userId="3b9bfa0c-75a1-427e-ae61-7069a76100c3" providerId="ADAL" clId="{AA033F13-DCB0-421A-8B4F-92B7EF743B5B}" dt="2023-08-09T16:33:09.031" v="1142"/>
          <ac:inkMkLst>
            <pc:docMk/>
            <pc:sldMk cId="2271104225" sldId="266"/>
            <ac:inkMk id="32" creationId="{54A690FB-BED2-2AD5-8CBD-61AB1DC08D4F}"/>
          </ac:inkMkLst>
        </pc:inkChg>
        <pc:inkChg chg="add mod">
          <ac:chgData name="O'Connor, Jacqueline Antonia" userId="3b9bfa0c-75a1-427e-ae61-7069a76100c3" providerId="ADAL" clId="{AA033F13-DCB0-421A-8B4F-92B7EF743B5B}" dt="2023-08-09T16:33:09.031" v="1142"/>
          <ac:inkMkLst>
            <pc:docMk/>
            <pc:sldMk cId="2271104225" sldId="266"/>
            <ac:inkMk id="33" creationId="{103946AA-C7DF-1B7F-C6B2-F697DDFD2D42}"/>
          </ac:inkMkLst>
        </pc:inkChg>
        <pc:inkChg chg="add mod">
          <ac:chgData name="O'Connor, Jacqueline Antonia" userId="3b9bfa0c-75a1-427e-ae61-7069a76100c3" providerId="ADAL" clId="{AA033F13-DCB0-421A-8B4F-92B7EF743B5B}" dt="2023-08-09T16:33:09.031" v="1142"/>
          <ac:inkMkLst>
            <pc:docMk/>
            <pc:sldMk cId="2271104225" sldId="266"/>
            <ac:inkMk id="34" creationId="{4EA31BE6-5460-D05B-067E-E589EBD1C3DB}"/>
          </ac:inkMkLst>
        </pc:inkChg>
        <pc:inkChg chg="add mod">
          <ac:chgData name="O'Connor, Jacqueline Antonia" userId="3b9bfa0c-75a1-427e-ae61-7069a76100c3" providerId="ADAL" clId="{AA033F13-DCB0-421A-8B4F-92B7EF743B5B}" dt="2023-08-09T16:33:09.031" v="1142"/>
          <ac:inkMkLst>
            <pc:docMk/>
            <pc:sldMk cId="2271104225" sldId="266"/>
            <ac:inkMk id="35" creationId="{31B4047D-22F1-7DAD-5D05-8CD59D223F1D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38" creationId="{B560E9BB-C59E-1C10-AC60-7C5B005D464E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39" creationId="{7BA3F6F7-B164-E35C-7D14-B8C64936592B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0" creationId="{27A3597A-BB15-3CD4-0421-7AFFC7C535A5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1" creationId="{D71F469C-BF40-D636-C830-EEBBF2158EC0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2" creationId="{5A533AAB-D2A3-BA90-3D45-3B525C022E59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3" creationId="{83CEE132-C2EA-10AE-B144-D3A741D01E25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4" creationId="{8C1AF831-BF24-6572-DEAA-1652F5676AE7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5" creationId="{50185BE9-DC68-9709-D064-3DBA49B08222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6" creationId="{E2AAA44F-C317-B2FF-A87E-BF3100378AA7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7" creationId="{095136BE-C9B5-F2CF-5821-9111B76923A8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8" creationId="{00760CAC-B263-4FE3-7D59-724409EDEA12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49" creationId="{59798968-F905-3A06-8238-9A2D23321A88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50" creationId="{93ECA324-71D8-E07A-07E9-A38B0D8E4139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51" creationId="{9B1D74C6-2387-2C4D-0EC8-604C0B1DE68B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52" creationId="{A33E8904-48BF-703F-9A1E-E52301C01CE5}"/>
          </ac:inkMkLst>
        </pc:inkChg>
        <pc:inkChg chg="add">
          <ac:chgData name="O'Connor, Jacqueline Antonia" userId="3b9bfa0c-75a1-427e-ae61-7069a76100c3" providerId="ADAL" clId="{AA033F13-DCB0-421A-8B4F-92B7EF743B5B}" dt="2023-08-09T16:33:16.402" v="1158" actId="9405"/>
          <ac:inkMkLst>
            <pc:docMk/>
            <pc:sldMk cId="2271104225" sldId="266"/>
            <ac:inkMk id="53" creationId="{C359AC1C-9AC9-B4A5-501A-83223A4F050C}"/>
          </ac:inkMkLst>
        </pc:inkChg>
        <pc:inkChg chg="add mod">
          <ac:chgData name="O'Connor, Jacqueline Antonia" userId="3b9bfa0c-75a1-427e-ae61-7069a76100c3" providerId="ADAL" clId="{AA033F13-DCB0-421A-8B4F-92B7EF743B5B}" dt="2023-08-09T16:33:17.296" v="1160"/>
          <ac:inkMkLst>
            <pc:docMk/>
            <pc:sldMk cId="2271104225" sldId="266"/>
            <ac:inkMk id="54" creationId="{4AA5386B-865F-9BB0-D4A2-78F6AAD8A332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58" creationId="{B89B9E11-372C-C4D8-D1D2-1DDB46927E7A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59" creationId="{AFFB55AB-E0D7-0D71-6ACB-0B48BB9FCB55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0" creationId="{5DD21491-6847-D58D-261E-D4B192DA1D23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1" creationId="{4F866162-B5E4-4751-3489-B13A11A89128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2" creationId="{2622617D-0489-5A53-6211-D3AF29AED06B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3" creationId="{A6B23FDC-4B39-5115-3A41-9BC04DC4D2EB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4" creationId="{DA5A5076-AA8E-F4CC-BAF0-7F8D7236F48C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5" creationId="{CC3A0C86-4795-16D1-FDB2-7A42597120DE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6" creationId="{5014459D-115F-82E8-D596-CFDD5D41E609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7" creationId="{A1388740-80E4-EEA5-5271-0CFDF014F101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8" creationId="{3EA0EEF2-484E-C5DD-C8C1-927AAC3FAE0D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69" creationId="{BD128738-0D53-9A29-0065-CCB570AD6D21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70" creationId="{4E7BE6DE-BB5C-D0B7-8A8B-0B98BAB7C039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71" creationId="{D911DEDF-2151-A8C4-47FB-740D53655612}"/>
          </ac:inkMkLst>
        </pc:inkChg>
        <pc:inkChg chg="add mod">
          <ac:chgData name="O'Connor, Jacqueline Antonia" userId="3b9bfa0c-75a1-427e-ae61-7069a76100c3" providerId="ADAL" clId="{AA033F13-DCB0-421A-8B4F-92B7EF743B5B}" dt="2023-08-09T16:33:24.664" v="1176"/>
          <ac:inkMkLst>
            <pc:docMk/>
            <pc:sldMk cId="2271104225" sldId="266"/>
            <ac:inkMk id="72" creationId="{93CF45AB-EC72-9355-D346-13B8931D52CB}"/>
          </ac:inkMkLst>
        </pc:inkChg>
        <pc:inkChg chg="add mod">
          <ac:chgData name="O'Connor, Jacqueline Antonia" userId="3b9bfa0c-75a1-427e-ae61-7069a76100c3" providerId="ADAL" clId="{AA033F13-DCB0-421A-8B4F-92B7EF743B5B}" dt="2023-08-09T16:33:29.139" v="1186"/>
          <ac:inkMkLst>
            <pc:docMk/>
            <pc:sldMk cId="2271104225" sldId="266"/>
            <ac:inkMk id="75" creationId="{F043B31B-C183-7A09-8D22-705674E81EC0}"/>
          </ac:inkMkLst>
        </pc:inkChg>
        <pc:inkChg chg="add mod">
          <ac:chgData name="O'Connor, Jacqueline Antonia" userId="3b9bfa0c-75a1-427e-ae61-7069a76100c3" providerId="ADAL" clId="{AA033F13-DCB0-421A-8B4F-92B7EF743B5B}" dt="2023-08-09T16:33:29.139" v="1186"/>
          <ac:inkMkLst>
            <pc:docMk/>
            <pc:sldMk cId="2271104225" sldId="266"/>
            <ac:inkMk id="76" creationId="{AE795384-F2EC-B1CA-52D5-9FE75860E1B0}"/>
          </ac:inkMkLst>
        </pc:inkChg>
        <pc:inkChg chg="add mod">
          <ac:chgData name="O'Connor, Jacqueline Antonia" userId="3b9bfa0c-75a1-427e-ae61-7069a76100c3" providerId="ADAL" clId="{AA033F13-DCB0-421A-8B4F-92B7EF743B5B}" dt="2023-08-09T16:33:29.139" v="1186"/>
          <ac:inkMkLst>
            <pc:docMk/>
            <pc:sldMk cId="2271104225" sldId="266"/>
            <ac:inkMk id="77" creationId="{C6BC2BEF-DFE8-124F-D696-1B099BBDD8A7}"/>
          </ac:inkMkLst>
        </pc:inkChg>
        <pc:inkChg chg="add mod">
          <ac:chgData name="O'Connor, Jacqueline Antonia" userId="3b9bfa0c-75a1-427e-ae61-7069a76100c3" providerId="ADAL" clId="{AA033F13-DCB0-421A-8B4F-92B7EF743B5B}" dt="2023-08-09T16:33:29.139" v="1186"/>
          <ac:inkMkLst>
            <pc:docMk/>
            <pc:sldMk cId="2271104225" sldId="266"/>
            <ac:inkMk id="78" creationId="{D9770395-0A29-EEB0-B415-6B29B093ADA7}"/>
          </ac:inkMkLst>
        </pc:inkChg>
        <pc:inkChg chg="add mod">
          <ac:chgData name="O'Connor, Jacqueline Antonia" userId="3b9bfa0c-75a1-427e-ae61-7069a76100c3" providerId="ADAL" clId="{AA033F13-DCB0-421A-8B4F-92B7EF743B5B}" dt="2023-08-09T16:33:29.139" v="1186"/>
          <ac:inkMkLst>
            <pc:docMk/>
            <pc:sldMk cId="2271104225" sldId="266"/>
            <ac:inkMk id="79" creationId="{13A3A8D5-DCE6-BD6B-65B8-7ED90D2E4C15}"/>
          </ac:inkMkLst>
        </pc:inkChg>
        <pc:inkChg chg="add mod">
          <ac:chgData name="O'Connor, Jacqueline Antonia" userId="3b9bfa0c-75a1-427e-ae61-7069a76100c3" providerId="ADAL" clId="{AA033F13-DCB0-421A-8B4F-92B7EF743B5B}" dt="2023-08-09T16:33:29.139" v="1186"/>
          <ac:inkMkLst>
            <pc:docMk/>
            <pc:sldMk cId="2271104225" sldId="266"/>
            <ac:inkMk id="80" creationId="{D6FC960A-7093-C374-3E68-BF60DD053A35}"/>
          </ac:inkMkLst>
        </pc:inkChg>
        <pc:inkChg chg="add mod">
          <ac:chgData name="O'Connor, Jacqueline Antonia" userId="3b9bfa0c-75a1-427e-ae61-7069a76100c3" providerId="ADAL" clId="{AA033F13-DCB0-421A-8B4F-92B7EF743B5B}" dt="2023-08-09T16:33:29.139" v="1186"/>
          <ac:inkMkLst>
            <pc:docMk/>
            <pc:sldMk cId="2271104225" sldId="266"/>
            <ac:inkMk id="81" creationId="{A90DF036-819F-C7B8-3D7A-77CF4CBA6D27}"/>
          </ac:inkMkLst>
        </pc:inkChg>
        <pc:inkChg chg="add mod">
          <ac:chgData name="O'Connor, Jacqueline Antonia" userId="3b9bfa0c-75a1-427e-ae61-7069a76100c3" providerId="ADAL" clId="{AA033F13-DCB0-421A-8B4F-92B7EF743B5B}" dt="2023-08-09T16:33:29.139" v="1186"/>
          <ac:inkMkLst>
            <pc:docMk/>
            <pc:sldMk cId="2271104225" sldId="266"/>
            <ac:inkMk id="82" creationId="{24257FBD-D486-36AB-5D07-957E12B891FE}"/>
          </ac:inkMkLst>
        </pc:inkChg>
        <pc:inkChg chg="add mod">
          <ac:chgData name="O'Connor, Jacqueline Antonia" userId="3b9bfa0c-75a1-427e-ae61-7069a76100c3" providerId="ADAL" clId="{AA033F13-DCB0-421A-8B4F-92B7EF743B5B}" dt="2023-08-09T16:33:29.139" v="1186"/>
          <ac:inkMkLst>
            <pc:docMk/>
            <pc:sldMk cId="2271104225" sldId="266"/>
            <ac:inkMk id="83" creationId="{0CC005DE-9E04-26CA-2C4A-5960DD69B4F7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86" creationId="{B5BB27C8-47D5-AC88-EF15-DCF7A52F3D6D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87" creationId="{7EA4478D-E3AF-1F47-4FA0-98CC593CDFC2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88" creationId="{D59C5F38-DE82-E114-4FC4-B5CB3941BEE6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89" creationId="{E08EE06C-27FD-8081-411B-8BF5EB475091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90" creationId="{5CF11666-42F5-F7D9-3EB5-CBDB4666C699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91" creationId="{3F60F7D9-E7E4-E564-0C42-937FB63745F7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92" creationId="{E7C62E5C-AC92-8B1B-3D71-675302EA96C3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93" creationId="{DB78F1E9-A7FD-F5B8-47A4-27A8D22F346B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94" creationId="{D3DC1FB0-A749-93BF-4AB7-57C261A20F80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95" creationId="{4E0A383D-A04F-57C5-1D75-B2C2C6737C2C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96" creationId="{EB689C3F-6569-2798-D799-64E1B4058290}"/>
          </ac:inkMkLst>
        </pc:inkChg>
        <pc:inkChg chg="add mod">
          <ac:chgData name="O'Connor, Jacqueline Antonia" userId="3b9bfa0c-75a1-427e-ae61-7069a76100c3" providerId="ADAL" clId="{AA033F13-DCB0-421A-8B4F-92B7EF743B5B}" dt="2023-08-09T16:33:51.307" v="1199"/>
          <ac:inkMkLst>
            <pc:docMk/>
            <pc:sldMk cId="2271104225" sldId="266"/>
            <ac:inkMk id="97" creationId="{1297AA76-7910-750B-CAA6-E5A936D7E51B}"/>
          </ac:inkMkLst>
        </pc:inkChg>
        <pc:inkChg chg="add">
          <ac:chgData name="O'Connor, Jacqueline Antonia" userId="3b9bfa0c-75a1-427e-ae61-7069a76100c3" providerId="ADAL" clId="{AA033F13-DCB0-421A-8B4F-92B7EF743B5B}" dt="2023-08-09T16:33:58.043" v="1200" actId="9405"/>
          <ac:inkMkLst>
            <pc:docMk/>
            <pc:sldMk cId="2271104225" sldId="266"/>
            <ac:inkMk id="99" creationId="{A4FC5A24-E3C3-0C2A-A6D9-2A1D779D87E1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00" creationId="{3ED67D76-983D-1AA8-BCEC-B5FB34B202C6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01" creationId="{6D5F22A4-C37A-51D9-C8E5-D081EDE590D7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02" creationId="{4ECA2DB5-445B-9CE1-3283-D29204A74641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03" creationId="{ACF1D68B-1E0D-690F-5997-597D612B831B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04" creationId="{993D2B54-174B-3751-B71D-E4E87EF2552A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05" creationId="{82E6E865-E7D4-97BF-806F-92A384BF2A6F}"/>
          </ac:inkMkLst>
        </pc:inkChg>
        <pc:inkChg chg="add">
          <ac:chgData name="O'Connor, Jacqueline Antonia" userId="3b9bfa0c-75a1-427e-ae61-7069a76100c3" providerId="ADAL" clId="{AA033F13-DCB0-421A-8B4F-92B7EF743B5B}" dt="2023-08-09T16:34:02.381" v="1207" actId="9405"/>
          <ac:inkMkLst>
            <pc:docMk/>
            <pc:sldMk cId="2271104225" sldId="266"/>
            <ac:inkMk id="106" creationId="{A62B144E-8FE1-CE27-7A74-1C0B208C464E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07" creationId="{D5FEDA16-3DAA-F8AB-19F6-8939B93551FB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08" creationId="{ECC37290-A8D6-F9C6-5FAB-70FFDC3EBC57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09" creationId="{F28974AB-E886-0CAC-38BB-0C4BDC159EA3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10" creationId="{85FC7906-E298-5948-3A34-DBD15F23DA5A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11" creationId="{5FABCF81-D97F-93B2-2EA0-5651A78BC449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12" creationId="{A192C97E-7BBF-3CB3-764C-5EA8E3E2F455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13" creationId="{DBD9B06E-0BCD-344E-446A-7292323EE4CA}"/>
          </ac:inkMkLst>
        </pc:inkChg>
        <pc:inkChg chg="add mod">
          <ac:chgData name="O'Connor, Jacqueline Antonia" userId="3b9bfa0c-75a1-427e-ae61-7069a76100c3" providerId="ADAL" clId="{AA033F13-DCB0-421A-8B4F-92B7EF743B5B}" dt="2023-08-09T16:34:06.882" v="1216"/>
          <ac:inkMkLst>
            <pc:docMk/>
            <pc:sldMk cId="2271104225" sldId="266"/>
            <ac:inkMk id="114" creationId="{AA9C74D7-811E-0945-7D61-B2A8E602B92C}"/>
          </ac:inkMkLst>
        </pc:inkChg>
        <pc:inkChg chg="add mod">
          <ac:chgData name="O'Connor, Jacqueline Antonia" userId="3b9bfa0c-75a1-427e-ae61-7069a76100c3" providerId="ADAL" clId="{AA033F13-DCB0-421A-8B4F-92B7EF743B5B}" dt="2023-08-09T16:34:09.595" v="1221"/>
          <ac:inkMkLst>
            <pc:docMk/>
            <pc:sldMk cId="2271104225" sldId="266"/>
            <ac:inkMk id="118" creationId="{445A518B-79AD-C6B9-799C-FD8544DD3248}"/>
          </ac:inkMkLst>
        </pc:inkChg>
        <pc:inkChg chg="add mod">
          <ac:chgData name="O'Connor, Jacqueline Antonia" userId="3b9bfa0c-75a1-427e-ae61-7069a76100c3" providerId="ADAL" clId="{AA033F13-DCB0-421A-8B4F-92B7EF743B5B}" dt="2023-08-09T16:34:09.595" v="1221"/>
          <ac:inkMkLst>
            <pc:docMk/>
            <pc:sldMk cId="2271104225" sldId="266"/>
            <ac:inkMk id="119" creationId="{2B95518C-CE86-75DD-9879-4B3279E04681}"/>
          </ac:inkMkLst>
        </pc:inkChg>
        <pc:inkChg chg="add mod">
          <ac:chgData name="O'Connor, Jacqueline Antonia" userId="3b9bfa0c-75a1-427e-ae61-7069a76100c3" providerId="ADAL" clId="{AA033F13-DCB0-421A-8B4F-92B7EF743B5B}" dt="2023-08-09T16:34:09.595" v="1221"/>
          <ac:inkMkLst>
            <pc:docMk/>
            <pc:sldMk cId="2271104225" sldId="266"/>
            <ac:inkMk id="120" creationId="{6F581247-7861-E1BC-0740-5D7F676ACCC7}"/>
          </ac:inkMkLst>
        </pc:inkChg>
        <pc:inkChg chg="add mod">
          <ac:chgData name="O'Connor, Jacqueline Antonia" userId="3b9bfa0c-75a1-427e-ae61-7069a76100c3" providerId="ADAL" clId="{AA033F13-DCB0-421A-8B4F-92B7EF743B5B}" dt="2023-08-09T16:34:09.595" v="1221"/>
          <ac:inkMkLst>
            <pc:docMk/>
            <pc:sldMk cId="2271104225" sldId="266"/>
            <ac:inkMk id="121" creationId="{10DC51D4-5DE8-9D64-FC2E-8C07249F155C}"/>
          </ac:inkMkLst>
        </pc:inkChg>
        <pc:inkChg chg="add mod">
          <ac:chgData name="O'Connor, Jacqueline Antonia" userId="3b9bfa0c-75a1-427e-ae61-7069a76100c3" providerId="ADAL" clId="{AA033F13-DCB0-421A-8B4F-92B7EF743B5B}" dt="2023-08-09T16:34:13.960" v="1226"/>
          <ac:inkMkLst>
            <pc:docMk/>
            <pc:sldMk cId="2271104225" sldId="266"/>
            <ac:inkMk id="123" creationId="{47534C1B-7242-0EB3-2B02-E7820922AB14}"/>
          </ac:inkMkLst>
        </pc:inkChg>
        <pc:inkChg chg="add mod">
          <ac:chgData name="O'Connor, Jacqueline Antonia" userId="3b9bfa0c-75a1-427e-ae61-7069a76100c3" providerId="ADAL" clId="{AA033F13-DCB0-421A-8B4F-92B7EF743B5B}" dt="2023-08-09T16:34:13.960" v="1226"/>
          <ac:inkMkLst>
            <pc:docMk/>
            <pc:sldMk cId="2271104225" sldId="266"/>
            <ac:inkMk id="124" creationId="{CE560D88-BD95-C2A1-525F-D968592C5B3D}"/>
          </ac:inkMkLst>
        </pc:inkChg>
        <pc:inkChg chg="add mod">
          <ac:chgData name="O'Connor, Jacqueline Antonia" userId="3b9bfa0c-75a1-427e-ae61-7069a76100c3" providerId="ADAL" clId="{AA033F13-DCB0-421A-8B4F-92B7EF743B5B}" dt="2023-08-09T16:34:13.960" v="1226"/>
          <ac:inkMkLst>
            <pc:docMk/>
            <pc:sldMk cId="2271104225" sldId="266"/>
            <ac:inkMk id="125" creationId="{405A9485-EA22-1C68-3479-3B3F4A1A210F}"/>
          </ac:inkMkLst>
        </pc:inkChg>
        <pc:inkChg chg="add">
          <ac:chgData name="O'Connor, Jacqueline Antonia" userId="3b9bfa0c-75a1-427e-ae61-7069a76100c3" providerId="ADAL" clId="{AA033F13-DCB0-421A-8B4F-92B7EF743B5B}" dt="2023-08-09T16:34:13.271" v="1225" actId="9405"/>
          <ac:inkMkLst>
            <pc:docMk/>
            <pc:sldMk cId="2271104225" sldId="266"/>
            <ac:inkMk id="126" creationId="{F3F76CDD-5E4B-7014-C444-33D553D61CF8}"/>
          </ac:inkMkLst>
        </pc:inkChg>
        <pc:inkChg chg="add">
          <ac:chgData name="O'Connor, Jacqueline Antonia" userId="3b9bfa0c-75a1-427e-ae61-7069a76100c3" providerId="ADAL" clId="{AA033F13-DCB0-421A-8B4F-92B7EF743B5B}" dt="2023-08-09T16:34:17.877" v="1227" actId="9405"/>
          <ac:inkMkLst>
            <pc:docMk/>
            <pc:sldMk cId="2271104225" sldId="266"/>
            <ac:inkMk id="128" creationId="{5DCBE515-F80F-0C70-36A4-82176745327A}"/>
          </ac:inkMkLst>
        </pc:inkChg>
        <pc:inkChg chg="add mod">
          <ac:chgData name="O'Connor, Jacqueline Antonia" userId="3b9bfa0c-75a1-427e-ae61-7069a76100c3" providerId="ADAL" clId="{AA033F13-DCB0-421A-8B4F-92B7EF743B5B}" dt="2023-08-09T16:34:25.217" v="1231"/>
          <ac:inkMkLst>
            <pc:docMk/>
            <pc:sldMk cId="2271104225" sldId="266"/>
            <ac:inkMk id="129" creationId="{44274EAE-5FC5-2221-01B8-00DE346BD867}"/>
          </ac:inkMkLst>
        </pc:inkChg>
        <pc:inkChg chg="add mod">
          <ac:chgData name="O'Connor, Jacqueline Antonia" userId="3b9bfa0c-75a1-427e-ae61-7069a76100c3" providerId="ADAL" clId="{AA033F13-DCB0-421A-8B4F-92B7EF743B5B}" dt="2023-08-09T16:34:25.217" v="1231"/>
          <ac:inkMkLst>
            <pc:docMk/>
            <pc:sldMk cId="2271104225" sldId="266"/>
            <ac:inkMk id="130" creationId="{8A69E22C-74FD-229F-8512-C22AE7760609}"/>
          </ac:inkMkLst>
        </pc:inkChg>
        <pc:inkChg chg="add mod">
          <ac:chgData name="O'Connor, Jacqueline Antonia" userId="3b9bfa0c-75a1-427e-ae61-7069a76100c3" providerId="ADAL" clId="{AA033F13-DCB0-421A-8B4F-92B7EF743B5B}" dt="2023-08-09T16:34:25.217" v="1231"/>
          <ac:inkMkLst>
            <pc:docMk/>
            <pc:sldMk cId="2271104225" sldId="266"/>
            <ac:inkMk id="131" creationId="{51F665E4-EB53-24CB-36BE-2943C6FC87FB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33" creationId="{4E7F4E8A-AC6A-AF5B-01C2-179C9C913C4F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34" creationId="{382E10BE-3FD4-01FB-6766-6F12FADB4159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35" creationId="{70E9C488-832B-DB06-81D4-164204371066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36" creationId="{7F6F362A-9C16-247F-3771-400E7BF7F2BE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37" creationId="{B907A82E-30FA-199B-3E14-C769B2F409A2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38" creationId="{188EE47D-F446-0344-B9D2-3230156D2EBE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40" creationId="{D0545A98-D277-3289-5C8D-DCA8AE700A97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41" creationId="{C93E4236-8804-81F4-7A4A-3EA75B39C523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42" creationId="{9600E739-625A-8FF8-E68E-F91BC0C1D1DE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43" creationId="{CA24BA3F-6C71-C719-D361-22DDAC1A83DC}"/>
          </ac:inkMkLst>
        </pc:inkChg>
        <pc:inkChg chg="add mod">
          <ac:chgData name="O'Connor, Jacqueline Antonia" userId="3b9bfa0c-75a1-427e-ae61-7069a76100c3" providerId="ADAL" clId="{AA033F13-DCB0-421A-8B4F-92B7EF743B5B}" dt="2023-08-09T16:34:32.636" v="1244"/>
          <ac:inkMkLst>
            <pc:docMk/>
            <pc:sldMk cId="2271104225" sldId="266"/>
            <ac:inkMk id="144" creationId="{DDC60790-72E7-602C-E0CB-33C5939FB19E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46" creationId="{9058EF69-E880-4DD2-7D87-72BEB257CDE1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47" creationId="{77A402E5-F04A-CB89-EF5A-54ABB3072C29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48" creationId="{BA1D6454-C3AA-BD99-E271-D1318B8426FC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49" creationId="{3E6FB927-6F6E-AC69-5DBE-60DFDC3A65F7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50" creationId="{E89D13DD-350B-59D6-7DFF-57D67EEF9773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51" creationId="{D4FFEF66-9E19-E35A-7290-954A5222F6DE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52" creationId="{465A7FC1-581E-5C06-854B-0B701D6D0EA0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53" creationId="{114F4A96-D6AA-DC39-1045-E8783749CBA3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54" creationId="{112C3ADA-F566-9C7C-22F2-BEF15BD7D610}"/>
          </ac:inkMkLst>
        </pc:inkChg>
        <pc:inkChg chg="add mod">
          <ac:chgData name="O'Connor, Jacqueline Antonia" userId="3b9bfa0c-75a1-427e-ae61-7069a76100c3" providerId="ADAL" clId="{AA033F13-DCB0-421A-8B4F-92B7EF743B5B}" dt="2023-08-09T16:34:44.473" v="1259"/>
          <ac:inkMkLst>
            <pc:docMk/>
            <pc:sldMk cId="2271104225" sldId="266"/>
            <ac:inkMk id="155" creationId="{F8F83A7D-0C5F-CD5D-2A4C-7C6B12433130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56" creationId="{FE5CF328-061C-510B-413B-67E8AAEB0E1B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57" creationId="{FF15065E-C5FE-3708-BE99-E6BB9AAC4395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58" creationId="{293547CE-EB59-0BD8-1280-7AEB67CE1D16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59" creationId="{190D93D2-550E-383A-8118-95F047F0A0B7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63" creationId="{4048CE56-CB61-A67F-79BC-0D69C3CDE327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64" creationId="{913A4812-F86A-C5CB-1EBE-19E0398BA1DB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66" creationId="{49E296AA-4DA3-79BB-4C70-CA530B1FBDAB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67" creationId="{ACA372EC-4A6C-DCCA-A366-95E6F9F123FA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68" creationId="{4961CDD4-6CAE-6ADE-BEAD-F7CB141BD108}"/>
          </ac:inkMkLst>
        </pc:inkChg>
        <pc:inkChg chg="add mod">
          <ac:chgData name="O'Connor, Jacqueline Antonia" userId="3b9bfa0c-75a1-427e-ae61-7069a76100c3" providerId="ADAL" clId="{AA033F13-DCB0-421A-8B4F-92B7EF743B5B}" dt="2023-08-09T16:34:48.828" v="1267"/>
          <ac:inkMkLst>
            <pc:docMk/>
            <pc:sldMk cId="2271104225" sldId="266"/>
            <ac:inkMk id="169" creationId="{80786B83-62B7-FE4C-9542-210208093F28}"/>
          </ac:inkMkLst>
        </pc:inkChg>
      </pc:sldChg>
      <pc:sldChg chg="addSp delSp modSp mod">
        <pc:chgData name="O'Connor, Jacqueline Antonia" userId="3b9bfa0c-75a1-427e-ae61-7069a76100c3" providerId="ADAL" clId="{AA033F13-DCB0-421A-8B4F-92B7EF743B5B}" dt="2023-08-09T16:35:47.131" v="1313"/>
        <pc:sldMkLst>
          <pc:docMk/>
          <pc:sldMk cId="4196978878" sldId="267"/>
        </pc:sldMkLst>
        <pc:grpChg chg="del mod">
          <ac:chgData name="O'Connor, Jacqueline Antonia" userId="3b9bfa0c-75a1-427e-ae61-7069a76100c3" providerId="ADAL" clId="{AA033F13-DCB0-421A-8B4F-92B7EF743B5B}" dt="2023-08-09T16:35:02.289" v="1278"/>
          <ac:grpSpMkLst>
            <pc:docMk/>
            <pc:sldMk cId="4196978878" sldId="267"/>
            <ac:grpSpMk id="6" creationId="{869DB3AA-A9E8-2729-0760-DD8E2EDB1393}"/>
          </ac:grpSpMkLst>
        </pc:grpChg>
        <pc:grpChg chg="del mod">
          <ac:chgData name="O'Connor, Jacqueline Antonia" userId="3b9bfa0c-75a1-427e-ae61-7069a76100c3" providerId="ADAL" clId="{AA033F13-DCB0-421A-8B4F-92B7EF743B5B}" dt="2023-08-09T16:35:02.289" v="1278"/>
          <ac:grpSpMkLst>
            <pc:docMk/>
            <pc:sldMk cId="4196978878" sldId="267"/>
            <ac:grpSpMk id="10" creationId="{061535D8-9A81-1DA0-5554-530A7A527E44}"/>
          </ac:grpSpMkLst>
        </pc:grpChg>
        <pc:grpChg chg="del mod">
          <ac:chgData name="O'Connor, Jacqueline Antonia" userId="3b9bfa0c-75a1-427e-ae61-7069a76100c3" providerId="ADAL" clId="{AA033F13-DCB0-421A-8B4F-92B7EF743B5B}" dt="2023-08-09T16:35:29.217" v="1301"/>
          <ac:grpSpMkLst>
            <pc:docMk/>
            <pc:sldMk cId="4196978878" sldId="267"/>
            <ac:grpSpMk id="12" creationId="{6C5B486B-D0E1-6660-CDCC-9550784CB2EE}"/>
          </ac:grpSpMkLst>
        </pc:grpChg>
        <pc:grpChg chg="del mod">
          <ac:chgData name="O'Connor, Jacqueline Antonia" userId="3b9bfa0c-75a1-427e-ae61-7069a76100c3" providerId="ADAL" clId="{AA033F13-DCB0-421A-8B4F-92B7EF743B5B}" dt="2023-08-09T16:35:14.439" v="1287"/>
          <ac:grpSpMkLst>
            <pc:docMk/>
            <pc:sldMk cId="4196978878" sldId="267"/>
            <ac:grpSpMk id="16" creationId="{B9E634E8-D225-FACD-5D2B-B43FCCC6FB23}"/>
          </ac:grpSpMkLst>
        </pc:grpChg>
        <pc:grpChg chg="del mod">
          <ac:chgData name="O'Connor, Jacqueline Antonia" userId="3b9bfa0c-75a1-427e-ae61-7069a76100c3" providerId="ADAL" clId="{AA033F13-DCB0-421A-8B4F-92B7EF743B5B}" dt="2023-08-09T16:35:19.644" v="1292"/>
          <ac:grpSpMkLst>
            <pc:docMk/>
            <pc:sldMk cId="4196978878" sldId="267"/>
            <ac:grpSpMk id="21" creationId="{E06BAB58-1A35-934E-DE49-7EE206B347B6}"/>
          </ac:grpSpMkLst>
        </pc:grpChg>
        <pc:grpChg chg="del mod">
          <ac:chgData name="O'Connor, Jacqueline Antonia" userId="3b9bfa0c-75a1-427e-ae61-7069a76100c3" providerId="ADAL" clId="{AA033F13-DCB0-421A-8B4F-92B7EF743B5B}" dt="2023-08-09T16:35:19.644" v="1292"/>
          <ac:grpSpMkLst>
            <pc:docMk/>
            <pc:sldMk cId="4196978878" sldId="267"/>
            <ac:grpSpMk id="22" creationId="{0708BC4A-A977-7DFB-73B9-44DA70482B60}"/>
          </ac:grpSpMkLst>
        </pc:grpChg>
        <pc:grpChg chg="del mod">
          <ac:chgData name="O'Connor, Jacqueline Antonia" userId="3b9bfa0c-75a1-427e-ae61-7069a76100c3" providerId="ADAL" clId="{AA033F13-DCB0-421A-8B4F-92B7EF743B5B}" dt="2023-08-09T16:35:24.563" v="1295"/>
          <ac:grpSpMkLst>
            <pc:docMk/>
            <pc:sldMk cId="4196978878" sldId="267"/>
            <ac:grpSpMk id="27" creationId="{1DF89141-202A-241D-DB75-FF87039E9D1B}"/>
          </ac:grpSpMkLst>
        </pc:grpChg>
        <pc:grpChg chg="del mod">
          <ac:chgData name="O'Connor, Jacqueline Antonia" userId="3b9bfa0c-75a1-427e-ae61-7069a76100c3" providerId="ADAL" clId="{AA033F13-DCB0-421A-8B4F-92B7EF743B5B}" dt="2023-08-09T16:35:29.217" v="1301"/>
          <ac:grpSpMkLst>
            <pc:docMk/>
            <pc:sldMk cId="4196978878" sldId="267"/>
            <ac:grpSpMk id="30" creationId="{9BC9E432-6052-AF6D-9B9D-D7C8C3864094}"/>
          </ac:grpSpMkLst>
        </pc:grpChg>
        <pc:grpChg chg="del mod">
          <ac:chgData name="O'Connor, Jacqueline Antonia" userId="3b9bfa0c-75a1-427e-ae61-7069a76100c3" providerId="ADAL" clId="{AA033F13-DCB0-421A-8B4F-92B7EF743B5B}" dt="2023-08-09T16:35:40.224" v="1310"/>
          <ac:grpSpMkLst>
            <pc:docMk/>
            <pc:sldMk cId="4196978878" sldId="267"/>
            <ac:grpSpMk id="36" creationId="{491C71DF-FE71-746B-77BE-38364806298E}"/>
          </ac:grpSpMkLst>
        </pc:grpChg>
        <pc:grpChg chg="del mod">
          <ac:chgData name="O'Connor, Jacqueline Antonia" userId="3b9bfa0c-75a1-427e-ae61-7069a76100c3" providerId="ADAL" clId="{AA033F13-DCB0-421A-8B4F-92B7EF743B5B}" dt="2023-08-09T16:35:47.131" v="1313"/>
          <ac:grpSpMkLst>
            <pc:docMk/>
            <pc:sldMk cId="4196978878" sldId="267"/>
            <ac:grpSpMk id="45" creationId="{1670CA67-85B6-4698-3352-3962F328E150}"/>
          </ac:grpSpMkLst>
        </pc:grpChg>
        <pc:grpChg chg="mod">
          <ac:chgData name="O'Connor, Jacqueline Antonia" userId="3b9bfa0c-75a1-427e-ae61-7069a76100c3" providerId="ADAL" clId="{AA033F13-DCB0-421A-8B4F-92B7EF743B5B}" dt="2023-08-09T16:35:47.131" v="1313"/>
          <ac:grpSpMkLst>
            <pc:docMk/>
            <pc:sldMk cId="4196978878" sldId="267"/>
            <ac:grpSpMk id="48" creationId="{28CB09D5-7E59-8E95-681D-624650EB7230}"/>
          </ac:grpSpMkLst>
        </pc:grp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2" creationId="{CA389C28-BF4A-2F72-38D1-747B4239BF05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3" creationId="{0CFBF91F-758A-0025-2F3D-02E5FFF198BB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4" creationId="{3958D06C-68C4-594B-5F75-43D0341A8C73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5" creationId="{719ADBDF-6300-AB53-712D-70609CE43E70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7" creationId="{311EC355-DFC8-2638-678B-057F94171BA5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8" creationId="{722341B2-1E55-7306-C773-D0D73719511B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9" creationId="{3858C19C-D98C-317A-7C3C-6509A5AB4CA3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11" creationId="{C707B2D4-7B6F-A309-AC40-7F282E44012C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13" creationId="{725B6209-F040-F2AF-1120-58E2FE2B439C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14" creationId="{92E5A2C8-F316-310C-F015-09E9AB722B38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15" creationId="{9B10D8ED-4D6F-3DF9-AAAB-601BF747C518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17" creationId="{2A9FDE73-CA33-7ED6-F77F-F9E1B45BD291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18" creationId="{6FB0E07B-5320-349B-949A-67A5C4D5A6C2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19" creationId="{3F64BB8B-0B73-FDD0-F944-B9853759B2AF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20" creationId="{2F66B203-FA56-8068-580E-8F25EBFA17E5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23" creationId="{409D21C5-09AD-2070-A460-4ED2A136D309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24" creationId="{3F181C60-37DD-C663-14D0-F89DE60293B9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25" creationId="{A5A9C42E-9625-7975-903E-500522EBA62C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26" creationId="{49474E41-3DAF-5DEF-9D68-915F4EB26476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28" creationId="{5DFB718E-D2FD-8E25-7844-53BEB0AEB5BE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29" creationId="{53F1F2F9-B13F-9E87-6FBB-A36C963D5B19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31" creationId="{C1DE9246-F025-9D98-59CB-AC76C5B00AAD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32" creationId="{4C79A7D9-DE19-9ECF-15A4-CF81B65CBBF9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33" creationId="{55E17163-C758-431D-D3C6-F2456F374C37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34" creationId="{0B33F7C2-508F-B185-BBBC-01731639407E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35" creationId="{9A976D10-56D1-F697-FB86-E5CE6CFB3749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37" creationId="{7F7ADC2E-F456-5627-F9D4-B97926EA1901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38" creationId="{CCA3D17D-3B69-89AC-017F-029CEB3F1B11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39" creationId="{E84B6C59-D472-CA7B-C146-6E18811DC034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40" creationId="{04EB1C47-DAF7-C9A1-ADBF-5FD19B77312C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41" creationId="{6EE01E8E-5C7D-63D5-9CBF-02D67DBF0FB2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42" creationId="{D2CC6F20-5ADB-7292-9E99-A87CC2816362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43" creationId="{AC690CD0-2F44-A3A7-F5B7-43786A563B1D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44" creationId="{48E0781D-9560-59DC-9613-6C223CAAAB85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46" creationId="{1D7735EB-F245-928E-81A7-29769F6CEC13}"/>
          </ac:inkMkLst>
        </pc:inkChg>
        <pc:inkChg chg="add mod">
          <ac:chgData name="O'Connor, Jacqueline Antonia" userId="3b9bfa0c-75a1-427e-ae61-7069a76100c3" providerId="ADAL" clId="{AA033F13-DCB0-421A-8B4F-92B7EF743B5B}" dt="2023-08-09T16:35:47.131" v="1313"/>
          <ac:inkMkLst>
            <pc:docMk/>
            <pc:sldMk cId="4196978878" sldId="267"/>
            <ac:inkMk id="47" creationId="{2A7E6150-6153-5662-EF93-0587A0C0B54D}"/>
          </ac:inkMkLst>
        </pc:inkChg>
      </pc:sldChg>
      <pc:sldChg chg="del">
        <pc:chgData name="O'Connor, Jacqueline Antonia" userId="3b9bfa0c-75a1-427e-ae61-7069a76100c3" providerId="ADAL" clId="{AA033F13-DCB0-421A-8B4F-92B7EF743B5B}" dt="2023-08-09T17:02:01.498" v="1319" actId="47"/>
        <pc:sldMkLst>
          <pc:docMk/>
          <pc:sldMk cId="354824646" sldId="268"/>
        </pc:sldMkLst>
      </pc:sldChg>
      <pc:sldChg chg="del">
        <pc:chgData name="O'Connor, Jacqueline Antonia" userId="3b9bfa0c-75a1-427e-ae61-7069a76100c3" providerId="ADAL" clId="{AA033F13-DCB0-421A-8B4F-92B7EF743B5B}" dt="2023-08-09T17:02:01.498" v="1319" actId="47"/>
        <pc:sldMkLst>
          <pc:docMk/>
          <pc:sldMk cId="3346178067" sldId="269"/>
        </pc:sldMkLst>
      </pc:sldChg>
      <pc:sldChg chg="add del">
        <pc:chgData name="O'Connor, Jacqueline Antonia" userId="3b9bfa0c-75a1-427e-ae61-7069a76100c3" providerId="ADAL" clId="{AA033F13-DCB0-421A-8B4F-92B7EF743B5B}" dt="2023-08-09T17:02:01.498" v="1319" actId="47"/>
        <pc:sldMkLst>
          <pc:docMk/>
          <pc:sldMk cId="615606668" sldId="270"/>
        </pc:sldMkLst>
      </pc:sldChg>
      <pc:sldChg chg="add del">
        <pc:chgData name="O'Connor, Jacqueline Antonia" userId="3b9bfa0c-75a1-427e-ae61-7069a76100c3" providerId="ADAL" clId="{AA033F13-DCB0-421A-8B4F-92B7EF743B5B}" dt="2023-08-09T17:02:01.498" v="1319" actId="47"/>
        <pc:sldMkLst>
          <pc:docMk/>
          <pc:sldMk cId="3222196938" sldId="271"/>
        </pc:sldMkLst>
      </pc:sldChg>
      <pc:sldChg chg="add del">
        <pc:chgData name="O'Connor, Jacqueline Antonia" userId="3b9bfa0c-75a1-427e-ae61-7069a76100c3" providerId="ADAL" clId="{AA033F13-DCB0-421A-8B4F-92B7EF743B5B}" dt="2023-08-09T17:02:01.498" v="1319" actId="47"/>
        <pc:sldMkLst>
          <pc:docMk/>
          <pc:sldMk cId="3243152010" sldId="272"/>
        </pc:sldMkLst>
      </pc:sldChg>
      <pc:sldChg chg="add del">
        <pc:chgData name="O'Connor, Jacqueline Antonia" userId="3b9bfa0c-75a1-427e-ae61-7069a76100c3" providerId="ADAL" clId="{AA033F13-DCB0-421A-8B4F-92B7EF743B5B}" dt="2023-08-09T17:02:01.498" v="1319" actId="47"/>
        <pc:sldMkLst>
          <pc:docMk/>
          <pc:sldMk cId="4223435437" sldId="273"/>
        </pc:sldMkLst>
      </pc:sldChg>
      <pc:sldChg chg="add del">
        <pc:chgData name="O'Connor, Jacqueline Antonia" userId="3b9bfa0c-75a1-427e-ae61-7069a76100c3" providerId="ADAL" clId="{AA033F13-DCB0-421A-8B4F-92B7EF743B5B}" dt="2023-08-09T17:02:01.498" v="1319" actId="47"/>
        <pc:sldMkLst>
          <pc:docMk/>
          <pc:sldMk cId="1333437880" sldId="27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9T15:39:45.72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808 851 13823 0,'0'0'1216'16,"0"0"-960"-16,-5 0-256 0,1 1 0 0,-1 3 3072 0,1-2 576 0,4-2 128 0,0 0 0 15,-5 0-288-15,5 0-64 0,0 0-16 0,0 0 0 16,0 0-656-16,0 0-128 0,0 0-16 0,1-5-16 15,3-1-992-15,3-2-208 0,0-1-48 0,4 0 0 16,2-2-688-16,1 1-144 0,2-1-16 0,2-2-16 16,0-2-224-16,2 0-32 0,-2 2-16 0,0-1 0 0,-1 2-80 0,-1 2 0 15,0 1-128-15,-3 1 192 0,-2 4-192 0,0 3 176 16,-3 1-176-16,-2 4 160 0,-2 2-32 0,-1 6 0 16,-3 1 0-16,-3 1 0 0,-3 6 0 0,-2 3 0 15,0 5 0-15,-4 4 0 0,-2 3 0 0,-2 3-128 16,-1 4 192-16,0-3-64 0,0 1-128 0,2 0 0 15,-2 0 144-15,0-4-144 0,0 1 0 0,1-4 0 16,2-3 0-16,1-6 128 0,2-2-128 0,2-5 0 16,3-1 0-16,2-2 0 0,1-2 0 0,2-3 0 15,1-9 0-15,6 8 128 0,4-3-128 0,3-2 0 16,2-3 0-16,2-3 0 0,3-2 0 0,-1-3 0 16,4-2 0-16,0-2 128 0,0 0-128 0,4-3 0 15,-3-2 0-15,1 0 128 0,-1 2-128 0,-1-1 0 16,-1 0 0-16,0 0 0 15,0-1-480-15,-1 3-16 0,-2-2 0 0,-2 3 0 16,-3 0-1200-16,2 0-240 0,-2 0-48 0,2 1-13728 16,-1 2-2736-16</inkml:trace>
  <inkml:trace contextRef="#ctx0" brushRef="#br0" timeOffset="316.04">1549 826 7359 0,'-15'-16'656'0,"9"11"-528"16,1 0-128-16,0-2 0 0,-1 1 8672 0,2 2 1696 0,-2 0 352 0,-1 1 64 15,-2 3-6624-15,1 0-1312 0,1 3-272 0,-3 1-48 16,3 2-1376-16,-2 3-288 0,-2 3-48 0,-2 5-16 16,-1 3-464-16,-2 6-80 0,-2 6-32 0,1 1 0 0,0 2-160 0,1 0-64 15,2-1 0-15,4 1 0 0,2-3 0 0,2-2 0 16,3-2 0-16,1-4 0 0,4-3 0 0,1-3 0 16,5-1 0-16,3-7 0 0,-1-1 0 0,4-2 0 15,3-4 0-15,0-2 0 0,2-4 0 0,-1-2 0 16,0-1 0-16,0-4-160 0,2-4 160 0,-2-2-192 15,-2 0 192-15,-2-4-192 0,2-2 192 0,-3 1 0 16,-3-4 0-16,-1 2-128 0,-2-2 128 0,-2-1 0 16,-2 2 0-16,-2 2 0 0,0 1 0 0,-2 2 0 15,-4 2 0-15,0 1 128 0,-2 2-128 0,1 1 0 16,-2 0 0-16,-1 2 0 16,-2 5-384-16,1-1-80 0,-1 1-32 0,4-1 0 15,-1 3-1824-15,8 4-368 0,0 0-80 0</inkml:trace>
  <inkml:trace contextRef="#ctx0" brushRef="#br0" timeOffset="708.75">1744 766 34095 0,'-5'1'3024'0,"5"-1"-2416"0,0 0-480 0,0 0-128 16,0 0 3984-16,0 0 784 0,0 0 160 0,0 0 16 15,0 0-2848-15,0 0-576 0,0 0-112 0,7-5-32 16,0 0-960-16,4 1-192 0,1-3-32 0,2 2-16 16,2-1-176-16,1 2 0 0,1 1 144 0,-1 2-144 15,0-1 128-15,-3 1-128 0,-1 0 128 0,-1 3-128 16,-3 4 144-16,-1 3-144 0,-2-1 192 0,-2 2-192 0,-1 0 240 0,-3 5-64 16,-4 2-16-16,-3 5 0 0,-2 3-160 0,-1 3 0 15,-4 2 0-15,-1 2 128 0,1-2-80 0,-1 1-48 16,2 0 0-16,0-2 0 0,2-2 0 0,0-2 0 15,2 0 0-15,3-3 0 0,2-2 0 0,1-5 0 16,0-2 0-16,2-1 0 0,2-2 0 0,2 1 0 16,0-5 0-16,-3-6 0 0,8 4 0 0,1-2 0 15,2-5 0-15,2 0 0 0,2-1 0 0,0-2 0 16,1-5 0-16,1 0 0 0,0-4 0 0,1 0 0 16,3-5 0-16,0 2 0 15,0-2-944-15,0-3-176 0,2-2-32 0,1-2-16 16,-2-1-1952-16,1 2-384 0,-1 3-80 0,-2 2-17152 0</inkml:trace>
  <inkml:trace contextRef="#ctx0" brushRef="#br0" timeOffset="1150.66">2162 806 17503 0,'-6'-4'1552'0,"6"4"-1232"15,-5-1-320-15,5 1 0 0,-5-4 5792 0,5 4 1104 16,0 0 208-16,0 0 64 0,-1-5-3776 0,1 5-736 0,0 0-160 0,0 0-16 16,4-7-1200-16,1 1-256 0,0 3-32 0,1-2-16 15,2 2-464-15,1 1-80 0,2-2-32 0,-1 0 0 16,-1 0-144-16,2 0-48 0,-1 0 0 0,2-1 0 15,1 1-32-15,-1 2-16 0,0 0 0 0,-3 0 0 16,-3 0-16-16,-6 2 0 0,9-1 0 0,-1 1 0 16,0-1-144-16,-8 1 0 0,8 0-192 0,-8 0 192 15,9 0 0-15,-1 0 0 0,-8 0 0 0,9-2 0 16,-1 2 0-16,-1 0 0 0,-7 0 0 0,7 0 0 0,1 2 0 0,-8-2 0 16,8 1 0-16,-8-1 0 0,6 5 0 0,-6-5 0 15,0 0 144-15,5 7-48 0,-1-1-96 0,-2 3 0 16,-2 3 0-16,-2 0 0 0,-2-2 0 0,-1 5 0 15,-3 3 0-15,0 3 0 0,-1 2 0 0,-1 1 0 16,1 0 0-16,-2 4 0 0,1-3 0 0,-2-1 0 16,2 0 0-16,-2-1 0 0,0 0 0 0,1-1 0 15,0-1 0-15,2-1 0 0,0 0 0 0,1-2 0 16,2 0 0-16,0-5 0 0,1 1 0 0,3-4 0 16,0-1 0-16,2 0 0 0,2 0 0 0,-1 0 0 15,-1-9 0-15,6 7 0 0,-6-7 0 0,11 0 0 16,2 0 0-16,1-4 0 0,-1-2 0 0,3-1 0 0,1-1 0 0,2-1 0 15,4 0 0-15,0-1 0 16,2 0 0-16,-2 0 0 0,-1-2 0 0,1 2 0 0,-1 3 0 0,1-1 0 16,-2 2 0-16,-3-1 0 15,-1 1 0-15,0 1 0 16,3-1-1280-16,-2 3-256 0</inkml:trace>
  <inkml:trace contextRef="#ctx0" brushRef="#br0" timeOffset="1908.97">3083 635 12895 0,'-10'-9'1152'0,"7"7"-928"15,-1-3-224-15,2-1 0 0,-1 1 4448 0,2 0 848 16,0-2 160-16,-1 5 48 0,-2-3-2000 16,4 5-400-16,-2-4-80 0,2 4-16 0,0 0-1040 0,0 0-224 15,0 0-32-15,0 0-16 0,0 0-464 0,0 0-80 16,0 0-32-16,0 0 0 0,0 0-336 0,0 0-64 15,0 0-16-15,0 0 0 0,0 0-256 0,0 0-64 16,0 9-16-16,0-3 0 0,0-6-176 0,1 9-48 16,-1 2 0-16,1-1 0 0,1 2-144 0,-1 1 160 15,0 3-160-15,1 1 160 0,-1 0-160 0,0 2 0 16,-1 3 0-16,1 2 128 0,1 2-128 0,-1 1 160 16,0 2-160-16,3 1 160 0,-2-1-160 0,0 2 128 15,1-1-128-15,1-3 128 0,0 2-80 0,1-4-48 16,1-1 0-16,2-3 0 0,0-2 0 0,0-2 0 15,0-3 0-15,2-1 0 0,4-4 0 0,1-2 0 16,-1-2 0-16,2-3 0 0,-1-3 0 0,1-2 0 16,0-3 0-16,1-1 0 0,-3-2 0 0,0 1 0 15,1-1 0-15,-2-1 0 0,0-6-320 0,-2 2-64 16,0-3-16-16,-1-1 0 16,1-8-1776-16,-2 1-336 0,0-2-80 0</inkml:trace>
  <inkml:trace contextRef="#ctx0" brushRef="#br0" timeOffset="2106.03">3021 599 43311 0,'0'0'1920'0,"0"0"384"0,0 0-1840 0,0 0-464 0,0 0 0 0,9-1 0 0,-1-2 2864 16,2 2 464-16,2-6 112 0,2 2 16 0,3-1-2368 0,3-2-480 15,1-1-96-15,3-2 0 0,1 1-384 16,1-1-128-16,2 2 0 0,-1-1 144 15,2-1-464-15,-2 2-80 0,-5 1-32 0,2 1 0 16,-2 3-1904-16,-3 2-384 0,0 2-80 0,-4 4-19344 16</inkml:trace>
  <inkml:trace contextRef="#ctx0" brushRef="#br0" timeOffset="2386.73">3233 808 22111 0,'-17'-3'1968'0,"9"4"-1584"0,3 1-384 16,0-1 0-16,5-1 4848 0,0 0 880 15,0 0 176-15,0 0 48 0,0 0-3072 0,8-4-624 16,0-1-112-16,-1-3-32 0,4 1-1072 0,-2 2-208 0,0 1-64 0,2-2 0 16,-1-2-112-16,3 1-16 15,-1 1-16-15,0 1 0 0,1 1-176 0,-2 0-16 16,4 4-16-16,-1 1 0 0,-1-1-160 0,0 4-16 0,1 1-16 0,2 3 0 16,0 0-64-16,2 0-16 0,1 5 0 0,0-1 0 15,2 1-96-15,-1 2-48 0,1 3 0 0,-1-1 0 16,-1-4 0-16,0 3 0 0,-2 2 0 0,0 1 0 15,0-1 0-15,-1-4 0 0,-1 2 0 16,-1-3 0-16,-1-3 0 0,0-2 0 0,0-1 0 0,-2-2-160 31,-2 1-608-31,-1-2-112 0,-2-1-16 0,-6-3-16 16,7 0-1248-16,-7 0-240 0,5 0-48 0,-5 0-12528 0,0 0-2496 0</inkml:trace>
  <inkml:trace contextRef="#ctx0" brushRef="#br0" timeOffset="2566.78">3744 733 30399 0,'0'0'2704'0,"0"0"-2160"16,-4 3-544-16,-1 1 0 0,0-2 4784 0,0 2 848 16,-3-1 160-16,1 3 32 0,0 5-3360 0,-1 2-672 15,-1 3-144-15,-3 2-32 0,-2 3-1040 0,-1 1-192 16,0 3-64-16,-2 2 0 0,0 0-192 0,-2 1-128 16,1-1 160-16,0-2-160 0,1-2 0 0,3 0 0 15,-2-3 0-15,3 0 0 16,2-1-1184-16,2-2-176 0,2-2-48 0,3 0-15088 15,1-4-3024-15</inkml:trace>
  <inkml:trace contextRef="#ctx0" brushRef="#br0" timeOffset="2960.69">4077 793 35007 0,'0'0'1552'0,"0"0"320"0,-3-2-1488 0,3 2-384 16,-4-2 0-16,4 2 0 0,-5 0 4592 0,-2 0 848 0,0 6 160 0,-4 1 32 15,-2 4-3792-15,-2-2-768 0,-5 4-160 0,0 4-16 16,1 2-624-16,1 4-112 0,-1 0-32 0,4 2 0 16,0-4-80-16,2 1-48 0,3 1 0 0,1-3 0 15,1-2 0-15,3 0 0 0,2-3 0 0,2-2 0 16,1-1-192-16,2-2 0 0,4-2 16 0,0-2 0 31,1 0-208-31,2-3-64 0,3-3 0 0,1 0 0 16,0-5-80-16,1 0-32 0,2-2 0 0,-2-2 0 0,3-1 208 0,0-3 32 0,0-3 16 0,-2-1 0 0,1 0 304 15,-2 0 0-15,1 0 0 0,-3-1 0 0,-3-1 0 0,-2 3 224 16,-1 4-16-16,0 3 0 0,-1 1 336 0,-5 8 64 16,0 0 16-16,0 0 0 0,0 0-96 0,0 0-16 15,0 0 0-15,0 0 0 0,6 8-320 0,-2 4-64 16,-3 2 0-16,0 2-128 0,0 0 128 0,1 0-128 16,-1 3 0-16,2-1 0 0,-3-1 0 0,1 0 0 15,-1-2 0-15,3 1 0 16,0-2-416-16,3 0-96 0,-1-3 0 0,1-2-16 15,2-2-1184-15,0-3-224 0,0-2-48 0,2-2-16 16,5-2-2896-16,-2-1-576 0</inkml:trace>
  <inkml:trace contextRef="#ctx0" brushRef="#br0" timeOffset="3503.77">4336 853 19343 0,'0'0'1728'0,"-1"-6"-1392"16,1-1-336-16,0 2 0 0,0 5 6848 0,0 0 1312 0,0 0 256 0,0 0 48 15,0 0-5152-15,0 0-1040 16,0 0-208-16,-3 12-32 0,1 5-1248 0,0 1-240 15,2-1-48-15,0 4-16 0,0 2-352 0,0 3-128 0,0 2 0 0,2 0 128 16,0-2-128-16,1 2 0 0,-1-3 0 0,1-2 0 16,1-1 0-16,0-1 0 0,0-3 0 0,0-2 0 15,0-3 0-15,1-3 0 0,0-2 0 0,-5-8 0 16,0 0 0-16,5 5 0 0,-5-5 0 0,0 0 0 16,0 0 0-16,7-3 0 0,1-4 0 0,-3 0 0 15,-1-4 0-15,0-1 0 0,1-4 0 0,1 1 0 0,2-2 0 0,0-3 0 16,1-2 0-16,0-3 0 0,0-2 0 15,1-3 0-15,1 0 0 0,2 1 0 0,0 2 0 0,2 2 0 16,-2 7 0-16,0 1 0 0,-2 4 0 0,0 1 0 16,-1 4 0-16,-2 4 0 0,1 2 0 0,-1 6 0 15,0 2 0-15,-2 6 0 0,1 2 0 0,0 6 0 16,-2-1 0-16,0 5 0 0,-1 1 0 0,0 1 0 16,1-2 0-16,-1 3 0 0,0-3 0 0,0-2 0 15,0-2 0-15,1-2 0 0,1-1 0 0,1-1 0 16,-2-3 0-16,0-3 0 0,-1-3 0 0,-4-7 0 15,0 0 0-15,0 0 0 0,0 0 0 0,8 1 0 16,0-3 0-16,-3-4 0 0,0-1 0 0,0-3 0 16,1-4 0-16,0-2 0 0,2-2 0 0,1-3 0 0,3-5 0 15,2-2 0-15,1-4 0 0,0 1 0 16,2 0 0-16,3-1 0 0,-3 1 0 0,0 4 0 16,-2 5 0-16,0 5 0 0,-4 5 0 0,-2 4 0 0,2 4 0 0,-2 4 0 15,-1 1 0-15,0 3 0 16,0 4 0-16,-2 5 0 0,-1 5 0 0,0 6 0 0,1 3 0 0,-2-1 0 15,1 2 0-15,-1 2 0 0,-3-2 0 16,2 0 0-16,1-2 0 0,1 0 0 16,1-3 0-16,1 1 0 0,-2-6 0 0,2 0 0 0,-1-2 0 0,1-2 0 31,-1 1-960-31,2-1-144 0,0-1-32 0,0-1 0 0</inkml:trace>
  <inkml:trace contextRef="#ctx0" brushRef="#br0" timeOffset="4046.76">1039 1818 48831 0,'-9'-1'4352'0,"2"1"-3488"16,7 0-688-16,0 0-176 0,0 0 1536 0,0 0 256 0,0-6 64 0,0 6 16 16,0 0-976-16,15 2-192 15,2-1-32-15,4 0-16 0,2-1-496 0,6 2-160 0,3 0 0 0,10 0 0 16,8-2 192-16,8 1-192 0,9 0 192 0,3-2-192 15,4-2 176-15,9-1-176 0,8-1 160 0,8 0-160 16,7-2 128-16,6 0-128 0,5-4 0 0,-31 5 144 16,16 0-144-16,9 0 0 0,6-2 0 0,9 0 128 15,6 0-256-15,6 2-64 0,6-2-16 0,-1 2 0 0,-2-2 208 16,0 0 0-16,-1 0 0 0,-1-2 0 16,-8 2 0-16,-4-1 256 0,-5-2-48 0,-6 2-16 0,-28 3-192 0,-5 0 0 15,-5 1 0-15,-7 3 0 0,-7-1 0 0,-6 2 0 16,-6-1 0-16,-5 2 0 0,6 2 0 0,-10-1 0 15,-8 0 0-15,-10 1 0 0,-5-1 0 0,0 0 0 16,-3 1 0-16,-3-1 128 0,-2 0-128 0,-3 0 0 16,-1 2 0-16,-3-3 0 0,-5 0 0 0,0 0 0 15,0 0 0-15,0 0 0 0,0 0 0 0,0 0 0 16,0 0 0-16,0 0 0 0,0 0 0 0,0 0 0 16,0 0 0-16,0 0 0 0,0 0-256 0,0 0-32 15,0 0-16-15,0 7 0 16,0-7-1120-16,0 0-240 0,0 0-32 0,0 0-14432 15,0 0-2880-15</inkml:trace>
  <inkml:trace contextRef="#ctx0" brushRef="#br0" timeOffset="5512.33">1776 2488 34095 0,'0'0'3024'0,"0"0"-2416"0,0 0-480 0,0 0-128 16,0 0 2560-16,0 0 512 0,-4 7 80 0,1-1 32 0,1 1-912 0,0 2-176 15,2 2-48-15,0 4 0 0,-1-2-1216 0,2 0-240 16,1 4-48-16,-1 1-16 0,0 0-192 0,0 2-32 16,-1-1-16-16,0 2 0 15,0 1-128-15,0 1-32 0,0-1 0 0,0-1 0 0,-2-3-128 0,2-2 0 16,0-1 0-16,1 0 128 0,-1-2-128 0,1-2-192 16,2 1 32-16,0-4 16 15,-3-8-1904-15,0 0-368 0,11 6-80 0,-1-3 0 16,1-2-2496-16,2-1-480 0</inkml:trace>
  <inkml:trace contextRef="#ctx0" brushRef="#br0" timeOffset="5758.78">1976 2723 37887 0,'0'0'1680'0,"0"0"352"0,0 0-1632 0,0 0-400 15,-5 5 0-15,5-5 0 0,-5 6 2720 0,1 2 464 16,0 1 80-16,2-2 32 0,2-7-1488 0,-2 8-288 16,1 1-64-16,1-3-16 0,3 2-928 0,0 0-192 15,1 0-48-15,3-2 0 0,1 1-272 0,1-3 0 16,1 0 128-16,2 1-128 0,0 0 0 0,1 0 0 15,-3 1 0-15,1-2 0 0,-2-1 0 0,0-1 0 16,0 0 0-16,-1 2 0 0,-2 1 0 0,0 2 0 16,0-1 0-16,-2 1 0 0,-4-7 0 0,0 8 0 0,-1 1 0 15,-2-3 0-15,-2 4 176 0,-2 0-176 16,0 0 160-16,-1 2-160 0,0 0 144 0,0 1-144 16,-2-1 128-16,-1-2-128 0,-1 1 0 0,2-1 0 0,0-1-144 0,2 0 144 15,1-1-2192 1,5-1-336-16,2-7-64 0,6 7-19808 0</inkml:trace>
  <inkml:trace contextRef="#ctx0" brushRef="#br0" timeOffset="6383.27">2796 2720 14735 0,'0'0'1312'0,"0"0"-1056"15,2-4-256-15,-2-1 0 0,1-2 6752 0,0 5 1296 16,-1 2 256-16,0 0 48 0,0 0-4400 0,0 0-880 16,0 0-192-16,0 0-16 0,0 0-1552 0,-1 9-304 15,-2 4-64-15,2 4-16 0,0 0-624 0,0 6-128 16,-2-4-32-16,0 3 0 0,-1 3-144 0,-1 2 0 15,3 3 0-15,-1 0 0 0,0-1 0 0,1 2 0 16,0-1 0-16,0 9 0 0,-1-6 0 0,2-3 0 16,1-3 0-16,-1-1 0 0,-2-2 0 0,0-5 0 15,2-3 0-15,-1-2 0 0,0-1 0 0,1-2 0 16,0-4 0-16,1-7 0 0,0 0-160 0,0 0-16 16,0 0 0-16,0 0 0 15,0 0-880-15,0 0-176 0,0 0-48 0,-2-7 0 16,4-4-2112-16,-1-2-448 0,0-6-64 0</inkml:trace>
  <inkml:trace contextRef="#ctx0" brushRef="#br0" timeOffset="6761.49">2502 2784 25791 0,'-17'1'1152'0,"10"2"224"0,0-3-1104 0,0 0-272 15,2 0 0-15,5 0 0 0,0 0 5888 0,0 0 1104 16,0 0 240-16,0 0 32 0,0 0-4736 0,5-5-944 15,4 0-192-15,3-1-48 0,1 1-848 0,4-3-176 16,2 0-48-16,4-3 0 0,0-2-16 0,2 0-16 16,2-2 0-16,3 2 0 0,3-1-240 0,-1-2 176 15,1-1-176-15,1 2 160 0,0-1-112 0,1 3-48 16,0 4 0-16,-2-3 0 0,-3 2 0 0,-3 2 0 16,-2 1 0-16,-4 2 0 0,-3 1 0 0,-2 4-160 15,-5 5 160-15,0 3-192 16,-3 1-720-16,-4 3-160 0,-3 2-16 0,-4 3-16 15,-3 4-1600-15,-5 5-320 0,-3 4-64 0,-3 4-18096 0</inkml:trace>
  <inkml:trace contextRef="#ctx0" brushRef="#br0" timeOffset="6958.84">2527 3308 19343 0,'-17'20'1728'0,"10"-10"-1392"16,-1-2-336-16,3 1 0 0,1 0 5840 0,2-1 1104 15,2-8 224-15,2 7 32 0,3-1-3952 0,3 1-800 0,3-1-144 0,4-5-48 0,5-1-1328 0,2-4-272 16,1-2-48-16,4-2-16 15,1-1-80-15,4-1 0 0,0-2-16 0,1-3 0 0,-3 0-176 0,0-1-48 16,1 1 0-16,0 0 0 16,1 2-272-16,-5 1 0 0,-2 2 0 0,-3 1 0 31,-1 1-432-31,-3-1-144 0,-2 2-16 0,-2 4-16 16,0-3-1904-16,1 4-384 0,0-1-80 0</inkml:trace>
  <inkml:trace contextRef="#ctx0" brushRef="#br0" timeOffset="7109.21">3232 3252 33167 0,'0'0'1472'0,"0"0"304"0,-4 7-1424 0,1 2-352 16,3 0 0-16,-1 0 0 0,-2 0 4576 0,2-1 848 15,1 0 160-15,0-8 48 0,3 8-3904 0,1-1-784 16,1 1-160-16,1-3-16 16,2-1-1024-16,-1-1-208 0,-1-3-48 0,2 0 0 15,1 0-2064-15,2-1-432 0,0-2-64 0,1-1-17968 0</inkml:trace>
  <inkml:trace contextRef="#ctx0" brushRef="#br0" timeOffset="7403.31">3696 2573 38703 0,'-10'-8'1712'0,"10"8"352"0,-4-4-1648 0,4 4-416 0,0 0 0 0,0 0 0 16,-6-5 3968-16,6 5 704 0,0 0 128 0,0 0 48 15,0 0-3312-15,0 0-672 0,0 0-128 0,-2 9-32 16,-2 1-512-16,1 7-192 0,1-1 144 0,-1 5-144 16,1 2 0-16,-1 5 0 0,-1 3 0 0,0 3 0 15,0-3 0-15,-1 4 0 0,-2-1 128 0,1 12-80 16,-1-2-48-16,2-1 0 0,0-1 0 0,1-3 0 16,0-2 0-16,2-2 0 0,-1-3 0 0,0-2 0 0,2-1 0 15,0-5 0-15,-1-2 0 0,2-1 0 0,0-6 0 0,0 0 0 16,0-2 0-16,2-6 0 0,-1 0-192 0,-1-7-48 15,0 0 0-15,0 0 0 16,0 0-1488-16,8 0-288 0,0-1-64 0,2-3-21664 16</inkml:trace>
  <inkml:trace contextRef="#ctx0" brushRef="#br0" timeOffset="17296.46">4478 2852 27647 0,'0'0'2448'0,"0"0"-1952"0,0 0-496 0,0 0 0 0,0 0 5216 0,0 0 944 16,0 0 192-16,0 0 48 0,0 0-4832 0,0 0-960 15,0 0-192-15,0 0-32 0,0 0-384 0,0 0 0 16,0 0 0-16,0 0 0 16,0 0-2464-16,0 0-512 0,0 0-96 0,0 0-16912 0</inkml:trace>
  <inkml:trace contextRef="#ctx0" brushRef="#br0" timeOffset="17407.95">4468 2985 23951 0,'-13'1'1056'0,"8"2"224"0,-1 2-1024 0,1 3-256 16,-1 0 0-16,2-1 0 0,0 3 5488 0,0-3 1040 0,1 4 192 0,1-2 64 15,-1-4-4304-15,3-5-864 0,-1 7-160 0,1-7-48 16,0 0-1408-16,0 0 0 16,2 7-320-16,-2-7-15376 15,10 4-3072-15</inkml:trace>
  <inkml:trace contextRef="#ctx0" brushRef="#br0" timeOffset="18510.06">5438 3875 10127 0,'0'0'448'0,"-5"4"96"16,-1 0-544-16,0 1 0 0,-2-2 0 0,0-1 0 0,3 1 6720 0,1-3 1216 15,4 0 256-15,0 0 64 0,-5-4-4672 0,1-4-912 16,1 1-192-16,2-4-48 0,0-1-1216 0,1-3-240 15,-2-4-48-15,4-1-16 0,0-4-256 0,2-3-48 16,1-3-16-16,1-3 0 0,-1-6-224 0,0 0-48 16,3-3-16-16,1-3 0 0,2-5-112 0,0-3-32 15,1-9 0-15,5-2 0 0,2-6-160 0,4 0 0 16,-4 1 144-16,5 1-144 0,2 0 0 0,1 3 0 16,3 1 0-16,0 0 128 0,-1 3-128 0,-1 5 128 15,0 2-128-15,-1 9 128 0,-2 3-128 0,0 5 128 16,0 5-128-16,-3 4 128 0,-4 6-128 0,0 3 0 15,-1 3 0-15,-1 3 128 0,-3 1-128 0,0 3 0 16,-3 3 0-16,1 3 128 0,-2 2-128 0,0 3 0 16,0 2 0-16,-1 3 0 0,-8-7 0 0,6 10 0 15,-2 2 0-15,-1 2 0 0,-3-1 0 0,-4 3 0 16,0 5 0-16,-1-3 0 0,-2 3 0 0,1 1 0 0,-1 3 0 16,-3 0 0-16,-2-2 0 0,-1 2 0 15,0-4 0-15,-1 0 128 0,-1-3-128 0,1 0 0 0,0 0 0 16,-2-1 128-16,-1-2-128 0,2-1-192 0,-1-2 64 0,0-1 0 15,1 0 272-15,-1-1 64 0,2-1 16 0,2-1 0 16,1-4-224-16,1 1 0 0,3-1 128 0,1 0-128 16,1 1 0-16,5-5 0 0,0 0 0 0,0 0 0 15,0 0 0-15,0 0 0 0,0 0 0 0,5 7 0 16,3-3 0-16,2-2 0 0,1 0 0 0,0-1 0 16,2-1 0-16,2-1 0 0,-1-1 0 0,0 1 0 0,3 1 0 15,-1 1 0-15,0 1 0 0,1-1 0 0,-2 0 0 16,1 2 0-16,-2 2 0 0,1 2 0 0,-2 1 0 0,-2 2 0 15,0-4 0-15,-2 4 0 16,-1 0 160-16,-2 2-160 0,-2-1 160 0,-1 1-160 0,-2 0 176 16,-2 1-176-16,-2 0 192 0,-1 0-192 15,-2 0 128-15,-2 1-128 0,-3 1 0 0,-2-1 0 0,-2 0 0 16,-1 1 0-16,-1-3 0 0,-1-2 272 0,-2 0-48 16,0 3-16-16,-1-3 0 0,-3-5-208 0,-1 0 0 15,-1 2 0-15,0-2 0 0,-1 0 0 0,0-4 0 16,0 1 0-16,4-1 0 0,1 1-256 0,4 0-80 15,2-2-32-15,4 0 0 16,4-2-880-16,8 2-176 0,0 0-48 0,0 0 0 16,4-7-2784-16,7-1-560 0,4-3-112 0</inkml:trace>
  <inkml:trace contextRef="#ctx0" brushRef="#br0" timeOffset="19136.97">6555 2647 37727 0,'0'0'1664'0,"0"0"352"0,0 0-1616 0,0 0-400 0,0 0 0 0,0 0 0 16,0 0 2112-16,0 0 320 0,0 0 80 0,0 0 16 16,0 0-672-16,8-1-144 0,1-2-32 0,3-1 0 0,1 0-1104 0,0 0-208 15,0 2-48-15,1-3-16 16,1-1-304-16,0 1 0 0,1-1 128 0,1 1-128 0,-2-1 0 0,2 2 0 15,-1 2 0-15,-2 0 0 16,-2 0-1200-16,0 2-144 0,-3 0-16 0,-1 0-16 16,-8 0-1248-16,0 0-256 0,6 4-64 0,-3 2-15872 15</inkml:trace>
  <inkml:trace contextRef="#ctx0" brushRef="#br0" timeOffset="19324.72">6550 2785 39791 0,'0'0'1760'0,"-7"3"368"0,1-2-1696 0,1 3-432 15,5-4 0-15,0 0 0 0,-7 1 1840 0,7-1 272 16,0 0 64-16,0 0 16 0,0 0-608 0,0 0-128 16,0 0-32-16,0 0 0 0,0 0-976 0,0 0-192 15,8 3-32-15,1 0-16 0,3-1-208 0,1-2 0 16,2-2 128-16,2-1-128 0,0 0 0 0,2 0 0 0,-1 0 0 0,3-2 0 16,-2 1-128-16,3 0-80 15,2 0-16-15,-1 0 0 16,1 0-2416-16,2 0-496 0,3 3-80 0</inkml:trace>
  <inkml:trace contextRef="#ctx0" brushRef="#br0" timeOffset="21719.1">7666 2106 2751 0,'0'0'128'0,"0"-6"16"0,0-2-144 0,1 1 0 0,-1 1 0 0,1-1 0 15,-2-2 8064-15,1 9 1568 0,0 0 320 16,0 0 64-16,1-6-6080 0,-1 0-1216 0,0 6-240 0,0 0-48 16,0 0-1088-16,0 0-192 0,0 12-64 0,2 4 0 15,-4 3-528-15,2 5-112 0,-2 2-32 0,1 4 0 16,-1 1-128-16,-2 0-32 0,2 1 0 0,0-2 0 15,1-3-48-15,0 0-16 0,0 1 0 0,1-6 0 0,-2-4-64 16,1-1 0-16,1 0-128 0,0-3 192 0,0-2-48 16,0-1-16-16,0-11 0 0,0 0 0 0,0 0 16 0,0 0 0 15,0 0 0-15,0 0 0 0,0 0-144 0,0 0 192 16,5-6-192-16,0-3 192 0,-1-4-192 0,1-1 0 16,1-4 0-16,-1-1 128 0,1 0-128 0,2-2 0 15,0-1 0-15,-1 0 0 0,0-2 0 0,3 1 0 16,-1-1 0-16,0 3 0 0,1 3 0 0,1 2 0 15,-2 2 0-15,-1 5 0 0,-2 2 0 0,1 5 0 16,-7 2-144-16,0 0 144 0,9 8 0 0,-1 5 0 0,-1 0 0 0,-1 5 0 16,-1 4 0-16,0 0 0 15,0 2 0-15,0-1 0 0,1 1 0 0,0-3 0 16,-1 1 0-16,2-1 0 0,-1-3 0 0,1-2 0 16,-1-3 0-16,2-2 0 0,1 0 0 0,-1-3 0 15,0-5 0-15,0-1 0 0,0-2 0 0,0-3 0 16,-1-1 0-16,1-2 0 0,1-3 224 0,-1-2-48 0,-1-1-16 15,-1-1 0-15,1-1-32 0,1 0-128 0,-1-3 192 16,1 0-64-16,0-3-128 0,0-1 128 0,-2-1-128 0,1-1 128 16,-1-1-128-16,2 0 0 0,0-3 0 0,2 3 0 15,0 2 0-15,-1-2-304 0,-1 3 48 0,-1-1 16 32,1 2-976-32,0 4-192 0,0 3-32 0,0-1-16 15,-1 3-192-15,0 0-32 0,-1 2-16 0,1 3 0 16,-7 6 928-16,0 0 192 0,8 0 48 0,-8 0 0 0,0 0 528 0,6 4 176 0,0 1 0 0,-3 3 0 15,0 1 1168-15,0 2 224 0,-2 3 48 0,0 1 16 16,-1 5-400-16,0-2-80 0,-1 3 0 0,0 2-16 0,-2 2-480 16,2 0-80-16,-2 0-32 0,2-2 0 0,0 1-240 15,1-2-48-15,-2-3-16 0,2-4 0 0,0-1-64 0,2 0-16 16,-2-5 0-16,1-1 0 0,0-1-160 0,-1-7 0 16,0 0 0-16,0 0 0 0,0 0 0 0,0 0 0 15,0 0 0-15,0 0 128 0,0 0-128 0,0 0 0 16,0 0 0-16,4-8 0 0,0-1 0 0,3-3 0 15,0-4 0-15,1 1 0 0,-1-6-304 0,2-1 16 16,-1-3 0-16,3-1 0 0,2 0 96 0,2 1 0 16,-1 0 16-16,0 6 0 0,-1 0 176 0,0 8-208 15,-1 4 80-15,-1 2 128 0,-4 5-192 0,1 3 192 16,-1 3-192-16,-2 5 192 0,-2 2 0 0,-1 5 0 16,0 3 0-16,-1 2 192 0,-1 1-64 0,0 2-128 15,0 0 192-15,1-1-64 0,0-3-128 0,2-3 0 0,0 0 0 16,1-4 128-16,1 0-128 0,1-2 0 0,1-2 0 0,1-4 0 15,1-3 0-15,1-2 0 0,5 1 0 0,-1-3-176 16,0-4 176-16,1-1-128 0,-1-6 128 0,2 1-128 16,1 1 128-16,-1-2-192 0,3-2 192 0,-4-1-192 15,-2-3 192-15,-1 0-208 0,-1-1 80 0,-1 0 128 16,0-2 0-16,0 2 0 0,-3 1 0 0,-1 1 0 16,-3 4 0-16,-1 2 0 0,-2 2 0 0,0 8 0 15,-5-4 0-15,-3 4 0 0,-1 4 192 0,-2 1-64 16,-2 6 0-16,-1 3 0 0,-2 3 0 0,1 3 0 15,-1 1-128-15,2-2 0 0,1 3 0 0,2-2 0 16,1-6 0-16,2 1 0 0,0-2 0 0,3-2 0 16,2 0 0-16,3-2 0 0,3-1-224 0,-3-8 80 15,6 5-368 1,-6-5-64-16,9 4 0 0,2-4-16 0,2-3-304 0,1-1-48 0,1-1-16 16,-1 0 0-16,-1-4 160 0,0-2 32 0,0-2 0 0,0 0 0 0,-1 0 400 0,-2-1 96 15,1-2 16-15,-1 1 0 0,-1-2 256 0,-1 2 0 16,-3 2 0-16,0 3 144 0,-1 1 32 0,0 2 0 15,-4 7 0-15,0 0 0 0,0 0 464 0,0 0 80 16,0 0 32-16,-4 11 0 0,0 2-192 0,2 1-48 16,-1 2 0-16,2-1 0 0,1 1-384 0,0 0-128 15,1-1 0-15,2 0 0 0,1-4 0 0,1 0 0 16,3-2 0-16,1-1-144 16,1-3-336-16,1-1-64 0,-2 0-16 0,1-2 0 15,3-4-128-15,0-1-16 0,2-2-16 0,0 0 0 0,1-3 288 0,0-1 64 0,-2-2 16 16,0 0 0-16,1-4 352 0,-1 0 0 0,-2-4 0 0,1 0 0 15,0-3 224-15,1-3 64 0,1-1 16 0,-1-4 0 16,0-3 192-16,-1 1 32 0,-1-1 16 0,1 3 0 16,-1 3-64-16,-2 4-16 0,-2 5 0 0,-3 5 0 15,-2 1 160-15,-2 5 16 0,-1 7 16 0,0 0 0 16,0 0-16-16,-4 7 0 0,-1 5 0 0,0 1 0 16,-2 5-320-16,1 5-64 0,-2 3 0 0,-1 8-16 15,1 5-240-15,0-7 0 0,2 2 0 16,-1-3 0-16,2 1 0 0,1-6 128 0,0 0-128 15,0-3-128-15,2 0-80 0,-1-4-16 0,0-2 0 32,2-3-1472-32,0-1-288 0,-1-1-64 0,2-1-16 15,4-4-2288-15,-1 0-448 0</inkml:trace>
  <inkml:trace contextRef="#ctx0" brushRef="#br0" timeOffset="21916.1">8857 2192 12895 0,'-10'-4'1152'0,"6"0"-928"0,-1 0-224 0,0 2 0 0,5 2 7536 0,0 0 1456 16,0 0 288-16,0 0 64 0,0 0-5984 0,0 0-1200 16,8-3-240-16,3-1-64 0,2 2-1248 0,2-1-256 15,3 0-48-15,3 0-16 0,1 1-288 0,3-2 0 16,1 2 0-16,0-1 0 16,-1 1-544-16,1 0-112 0,-2 0-32 0,3 0 0 15,-3 1-1744-15,2 0-368 0,0-1-64 0,0 1-17264 0</inkml:trace>
  <inkml:trace contextRef="#ctx0" brushRef="#br0" timeOffset="22343.64">9522 2106 11055 0,'0'0'976'0,"0"0"-784"0,0 0-192 0,0 0 0 16,0 0 7904-16,0 0 1536 0,0 0 304 0,3 9 64 16,0 3-5936-16,-2 2-1184 0,0 5-256 0,-1 0-32 15,-1 3-1504-15,0-1-288 0,-2 3-64 0,2-2-16 16,-1-1-272-16,2 1-48 0,0-4-16 0,2 0 0 15,-1-5-192-15,2-1 176 16,-1 1-176-16,2-4 160 0,-4-9-160 0,4 5 0 0,-4-5 144 0,0 0-144 16,7 3 0-16,-7-3 128 0,7-1-128 0,1-2 0 15,0-2 0-15,0-2 0 0,0 0 0 0,-1-4 128 0,1-1-128 0,0-1 0 16,0-2 0-16,0-2 0 0,1-1 0 0,0-1 0 16,-1 2 0-16,0-1 0 0,-1 1 0 15,1 3 0-15,1 1 0 0,-1 2 0 0,-3 2 0 0,1 4 0 16,-6 5 0-16,0 0 0 0,0 0 0 0,0 0 176 15,0 0-48-15,5 10 0 0,-1 5-128 0,0-1-144 16,-2 3 144-16,1 0-208 0,0 1 208 0,-1-2 0 16,1 0 0-16,1-1 0 0,0 0 0 0,1-2 0 15,1-2 0-15,1 0 0 0,-2-2 0 0,2 0 0 16,0-4 0-16,1-1 0 0,0-1 0 0,0-3 0 16,0-2 0-16,-1 1 0 0,3 0 0 0,-1 1 0 15,0-4 0-15,1 0 0 0,-1-3 0 0,-1 0 0 16,-3-1 0-16,2-1 0 0,-1 0 0 0,2-2 0 15,1-2 0-15,1-1 0 0,-1-2 0 0,0-1 0 16,1-2 0-16,2-1 0 16,0 0-400-16,-1 2-192 0,2-3-48 0,-1 6 0 15,-1 0-1920-15,-1 5-384 0,0 5-64 0</inkml:trace>
  <inkml:trace contextRef="#ctx0" brushRef="#br0" timeOffset="22641.07">9998 2381 28559 0,'0'0'2544'0,"0"0"-2032"0,0 0-512 0,0 0 0 15,0 0 3904-15,9 3 704 0,-1-3 128 0,1-3 16 16,0-1-2128-16,2-2-416 0,-1-2-96 0,3-1 0 0,2-2-1152 0,0 1-240 16,1 0-32-16,0-2-16 0,-1-5-336 0,1 0-64 15,-2-1-16-15,2-1 0 16,-2 1-256-16,1-1 0 0,-4 0 0 0,0 2 0 16,-2 3 128-16,-3 1-128 0,-2 1 0 0,-1 3 0 0,-3 9 0 0,0 0 0 15,-5-4 0-15,-3 4 0 0,-1 0 0 0,-3 4 128 16,-1 5-128-16,0 4 0 0,-3 4 128 0,2 0-128 15,-2 3 0-15,2-1 0 0,0 5 128 0,1-5-128 16,1 1 0-16,3-1 0 0,2 2 0 0,2-2 0 16,2-1 0-16,3-5 0 15,4 1-400-15,3-1-144 0,1-2-32 0,5-1 0 16,2 2-736-16,2-6-160 0,1-2-16 0,3-1-16 16,3-3-960-16,1-1-192 0,-1-5-32 0,2 1-16 15,0 1-1968-15,2 0-384 0</inkml:trace>
  <inkml:trace contextRef="#ctx0" brushRef="#br0" timeOffset="23100.95">10723 2111 8287 0,'4'-22'736'0,"-3"13"-592"0,-1 1-144 0,2-1 0 16,-1 1 7264-16,-1 8 1424 0,0 0 272 0,0 0 64 15,-1-6-4688-15,1 1-944 0,0 5-192 0,0 0-48 16,0 0-1472-16,0 0-288 0,0 0-64 0,-6 10-16 16,2 4-656-16,2 3-128 15,-1 1-16-15,1 3-16 0,-2 2-336 0,1-1-160 16,2 0 160-16,1 0-32 0,1 0-128 0,0-1 0 0,-1-3 0 15,2-1 0-15,0-1 0 0,1-3 0 0,0-3 0 0,0 1 0 16,1-5 0-16,2 1 0 0,-6-7 0 0,7 4 0 16,-7-4 0-16,7 2 0 0,1-2 0 0,-8 0 0 15,8-4 0-15,-1 2 0 0,1-5 0 0,0-2 0 16,-1 0 0-16,0-3 0 0,0-1 0 0,1-2 0 16,0 0 0-16,-1 2 0 0,2-4 0 0,1 0 0 0,-1-1 0 15,0 1 0-15,1 0 0 0,-1 4 0 0,1 0 0 16,-4 3 0-16,-1 1 0 0,1 3 0 0,-6 6 0 0,0 0 0 15,0 0 0-15,7 2 0 0,0 3 0 0,-2 1 0 16,-1 4 0-16,0 1 0 0,-2 5 0 0,1 1 0 16,0 0 0-16,1 1 0 0,0 0 0 0,-1-1 0 15,3-1 0-15,-2 0 0 0,-1-2 0 0,3-1 0 16,-2-3 0-16,2 1 0 0,3-5 0 0,-1 1 0 16,0-3 0-16,1-2 0 0,0-2 0 0,0 0 0 15,0 0 0-15,1 0 0 0,-1-6 0 0,0-1 0 16,0 1 0-16,0-5 0 0,-1 1 0 0,0-3 0 15,-1-3 0-15,3-1 0 0,1-1-160 0,0-3 160 0,-3-4-128 16,1-1 128 0,1 0-560-16,-1-1-16 0,-1 5-16 0,0-2 0 15,1 2-496-15,0 4-80 0,-1 3-32 0,-1 2 0 16,-1 3-1728-16,2 3-336 0,2 2-80 0,1 3-16496 0</inkml:trace>
  <inkml:trace contextRef="#ctx0" brushRef="#br0" timeOffset="23861.33">11392 1995 10127 0,'0'0'448'0,"0"0"96"0,0 0-544 0,0 0 0 0,-3 11 0 0,1-2 0 15,2-9 8128-15,-6 9 1536 0,-1 3 288 0,-1 2 64 0,-1 2-6208 0,-2 1-1248 16,0 1-240-16,-3 0-48 16,1 0-1312-16,2 1-272 0,0-1-48 0,1-2-16 15,2-1-416-15,3 0-80 0,2-1 0 0,-1-1-128 16,0-3 128-16,3 1-128 0,1-11 0 0,0 0 0 16,0 0 0-16,0 0-176 0,4 6 32 0,3-3 0 15,0-2-288-15,2-2-48 0,2-2-16 0,-1-3 0 16,2-1-80-16,-2-2-32 0,2 0 0 0,1-1 0 0,0-2 224 0,0-3 32 15,-1 0 16-15,0-1 0 0,1-1 336 0,0 4-176 16,-1-1 176-16,-1 2-128 0,-2 2 128 0,-2-2 0 16,-3 5 160-16,-4 7-160 0,0 0 544 0,0 0 16 15,0 0 0-15,0 0 0 0,0 10 48 0,-1 0 16 16,-5 2 0-16,2 2 0 0,1 2-240 0,-1 1-64 16,1 0 0-16,0 0 0 0,2-2-192 0,1 0-128 15,0-1 128-15,1 0-128 0,-1-3 0 0,3-1 128 16,0-2-128-16,-3-8 0 0,4 6 128 0,-4-6-128 15,0 0 128-15,0 0-128 0,7 3 0 0,-7-3 0 0,8-1 0 0,1-1 0 16,0-3 0-16,1-1 0 16,-4-2 0-16,3-1 0 0,-4 0 0 0,3-3 0 15,0 3-128-15,1-4 128 0,0-3-192 0,3 2 32 16,0-5 16-16,0 1 0 0,4-5-16 0,-1 1 0 16,-2 2 0-16,-1 6 0 0,-2 1 160 0,-1 1-160 15,-2 4 160-15,-2 2-160 0,-5 6 160 0,0 0 0 0,0 0 0 0,0 0 0 16,0 0 0-16,-1 10 128 15,-3 3-128-15,0 3 176 0,-1-5-176 0,1 5 0 0,1-3 0 0,0 1 128 16,1 0-128-16,1 1 0 0,-1 1 0 0,2 1 0 16,0-4 0-16,2 1 0 0,0-1-160 0,2-1 160 15,0-2-336-15,1 1 16 0,0-5 16 0,1 1 0 16,1-3-32-16,4-3-16 0,2 2 0 0,0-3 0 16,0-2 16-16,1 0 0 0,1-2 0 0,0-1 0 0,1-3 144 0,1-3 16 15,-1 0 16-15,-1-1 0 16,2 3 160-16,-1-7 0 0,-2-1 0 0,0 0 0 0,2-5 0 0,0 0 0 15,-1 1 0-15,0-2 0 0,-2-4 0 0,0 3 0 16,1 0 0-16,-1 5 0 0,-1 0 0 16,-3 2 128-16,-2 2-128 0,-2-1 0 0,0 3 240 0,-2 1-32 15,-1 2 0-15,1 2 0 0,-1 2 64 0,0 0 16 16,-2 6 0-16,0 0 0 0,1-6-16 0,-1 6 0 16,0 0 0-16,0 0 0 0,0 0-144 0,0 0-128 15,0 0 192-15,0 0-192 0,0 0 192 0,0 0-192 16,0 0 192-16,0 0-192 0,0 0 160 0,1 9-160 15,-1 3 128-15,0 1-128 0,0 1 128 0,0 6-128 16,-2 1 128-16,-2 2-128 0,0 0 0 0,-1 4 128 16,-2 0-128-16,-1 7 0 0,2 0 0 0,-1-4 0 0,1 1 0 0,1-2 0 15,1-3 0-15,1-3-144 16,-1-2 0-16,2-3 0 16,0-1-1536-16,2-4-304 0,2-1-64 0,-1 0-13168 15,-1 0-2624-15</inkml:trace>
  <inkml:trace contextRef="#ctx0" brushRef="#br0" timeOffset="24057.85">11849 2088 34095 0,'-11'-1'3024'0,"11"1"-2416"0,0 0-480 0,0 0-128 0,0 0 4096 0,0 0 816 16,0 0 144-16,0 0 48 0,8 2-3120 0,2 1-640 15,0-2-112-15,3 0-16 16,3-1-512-16,4-1-80 0,1 1-32 0,2-1 0 0,7-2-592 0,0 1-336 15,0 0 32-15,0 0 16 0,-1 0 288 0,-1 1-160 16,0 0 160-16,-2 1-128 16,-3 0-2016-16,-3 6-400 0,-8-1-80 0</inkml:trace>
  <inkml:trace contextRef="#ctx0" brushRef="#br0" timeOffset="24516.09">8157 2938 10127 0,'-7'-4'896'0,"-3"-3"-704"0,3 1-192 0,0 1 0 16,3-1 8832-16,3 1 1728 0,1 5 336 0,1-5 80 0,3 0-8048 0,3 1-1616 16,2-1-320-16,4 1-64 15,4 0-368-15,6 1-80 0,6-1-16 0,7 0 0 0,9-1-80 16,6 4-32-16,6-3 0 0,5 1 0 0,6 0-64 0,9-1-16 16,8-2 0-16,7 2 0 0,5 2-112 0,6-2-32 15,6-1 0-15,7 0 0 0,6 2-128 0,2-1 128 16,3-1-128-16,4 2 128 0,-1 3-128 0,0 0 0 15,-2-2 0-15,-3 0 0 0,-1 2 0 0,-8-1 128 16,-8 0-128-16,-3-1 0 0,-5 2 0 0,-7 2 0 16,-7 0 128-16,-11 0-128 0,-9-2 0 0,-9 1 0 15,-10-1 144-15,-7 0-144 0,-7-1 0 0,-3 1 144 16,-4 0-144-16,-4 0 0 0,-4-2 128 0,-1 2-128 16,-2 0 0-16,-4 2 0 0,-1-2 0 0,-10 0 0 15,0 0 0-15,0 0-144 16,0 0-896-16,0 0-176 0,0 0-48 0,0 0-23248 0</inkml:trace>
  <inkml:trace contextRef="#ctx0" brushRef="#br0" timeOffset="26178.2">7884 3479 42623 0,'0'0'1888'0,"1"-5"384"0,0-1-1824 0,-1 6-448 16,0 0 0-16,4-6 0 0,0-1 1568 0,1 2 224 0,-5 5 32 0,0 0 16 15,0 0-176-15,0 0-48 16,0 0 0-16,7 8 0 0,-2 2-848 0,-1 6-192 0,-3 2-16 15,-1 7-16-15,-1 5-224 0,-2 3-32 0,-1 1-16 0,0 0 0 16,2-2-80-16,-1 1 0 0,1-3-16 0,-1-3 0 16,0-1-176-16,2-4 192 0,0-3-192 0,1-4 192 15,0-2-144-15,0-5-48 0,0-8 0 0,0 0 0 16,0 0 0-16,0 0 0 0,0 0 0 0,0 0 0 16,6-4 0-16,2-2 0 0,-1-5 0 0,0-2 0 15,4-2 0-15,-2-4 0 0,0-3 0 0,3-3 0 16,1-2 0-16,0 0 0 0,1-1 0 0,-1 0 0 15,0 1 0-15,0 5 0 0,-1 4 0 0,0 4 0 0,-2 5-144 0,1 2 144 16,-2 3 0-16,0 7-144 0,-1 5 144 0,0 3 0 16,-1 5 0-16,0 3 0 0,-1 4 0 0,1-2 0 15,1 1 0-15,0 0 0 0,-1-1 0 0,3-2 0 16,-3-2 0-16,3-1 0 0,-1-2 0 0,0-5 0 16,-1-1 0-16,1-1 0 0,-1-5 0 0,-1 0 0 15,-7-2 0-15,8-3 0 0,0-2 0 0,-1-2-208 0,-1-2 48 16,1-1 16-16,-1-2 144 0,2 0 144 15,0-5-16-15,0 0-128 0,-2-2 0 0,2-1 0 16,0-6 0-16,0 0 0 0,1 0 0 0,1-1 0 16,1-1 0-16,-1 2 0 0,2-3-144 0,-1 5 16 15,0-1 0-15,-1 4 0 0,1 2-112 0,-2 3-16 16,1 4 0-16,-1 3 0 0,-3 5 112 0,-1 0 16 16,-5 4 0-16,0 0 0 0,0 0 128 0,5 5-128 15,-1 2 128-15,0 2-128 0,-1 5 512 0,-2 2 96 0,0 1 32 0,-1 5 0 16,0-1-512-16,1 4 0 0,-2 2 0 0,0-1 0 15,0 2 256-15,-1 0-32 0,1 0-16 0,1-2 0 16,0-3-144-16,0-1-64 0,1-1 0 0,1-4 0 16,-2-1-176-16,0-2-16 0,0-1-16 0,1-6 0 15,-1-7 208-15,0 0 0 0,0 0 0 0,0 0 0 16,0 0 0-16,0 0 0 0,0 0 0 0,6-7 0 16,-2-2 0-16,1-1 240 0,1-3-48 0,0-3-16 15,-1-2-176-15,2-3-256 0,1-4 64 0,1-1 16 16,1-4 176-16,2 3 0 0,2-3 0 0,-1 4 0 15,-1 3 0-15,-1 5 0 0,-1 5 0 0,-1 0 0 16,-1 3 0-16,-2 3 0 0,0 2 0 0,-6 5 0 0,0 0 0 0,0 0 0 16,5 9 0-16,-1 3 0 0,-2 3 0 0,1 4 0 15,-2 0 0-15,1 3 0 0,-2 6 0 0,1-1 0 16,0-2 0-16,2 0 0 0,1-1 0 0,0 0 0 16,2-3 0-16,1-2 0 0,1 0 0 0,-1-4 0 15,0-2 0-15,1-2 128 0,1-3-128 0,1-3-160 16,2-3 160-16,-2 0-208 0,0-2 32 0,0-3 16 15,2-2 0-15,1-3 0 0,0 0 160 0,0-4-192 16,0 1 192-16,1-2-192 0,1-2 192 0,-1 0 0 16,0-1-144-16,-1-2 144 0,0-3 0 0,0 0 0 15,-1-1-144-15,0 1 144 0,-2 2 0 0,-2 0 0 16,-1 4 128-16,-4 2-128 0,0 2 0 0,-4 5 0 16,1 6 0-16,0 0 0 0,-9 0 144 0,-2 4-144 15,-1 5 128-15,-1 0-128 0,-1 5 176 0,-2 2-48 16,0 5-128-16,-1-2 192 0,0 5-192 0,2-3 144 15,2 1-144-15,3-3 128 0,1 1-128 0,1-2 0 0,1 0 0 0,3-2-176 16,3-4 176-16,1-2-192 0,1-1 192 0,-1-9-192 31,6 7-176-31,0-2-32 0,-6-5-16 0,11 1 0 16,0-2-96-16,1-2 0 0,0 1-16 0,0-5 0 0,1 1 160 0,0-5 48 0,1 1 0 0,-1-2 0 16,0-1 192-16,0 0 128 0,-1-1-160 0,0-2 160 15,1-1 0-15,0 0 0 0,0 3 0 0,-3-2 0 16,-1 1 0-16,-1 1 0 0,-1 4 144 0,-2 2-144 15,0 2 384-15,-5 6-32 0,0 0 0 0,0 0 0 16,0 0-64-16,0 0-16 0,0 0 0 0,0 0 0 0,0 10-128 0,1 3-16 16,-1-1-128-16,0 2 192 0,0 1-192 15,2-1 0-15,0 0 0 0,1 1 0 16,1-1 0-16,0 0 0 0,1-2 0 0,1-2-160 0,2 2-64 0,1-5-16 16,2-5 0-16,-1 1 0 15,1-3-144-15,12-4-480 0,-11-1 432 0,1-3 128 0,-1 0 32 16,-2-1 0-16,0 1 0 0,1-5 272 0,1 1 0 15,-3 1 0-15,0-5 0 0,-1 0 304 0,-1-2 16 16,1-3 0-16,0 0 0 0,0-1 96 0,-2 0 32 16,0-4 0-16,0 1 0 0,1 1-272 0,1 1-48 15,-2 2-128-15,1 2 192 0,-2 2 0 0,0 3-16 16,-1 1 0-16,-1 2 0 0,-2 6 160 0,-1 5 48 0,0 0 0 0,0 0 0 16,-3 9-96-16,-1 3-16 0,-1 2 0 0,-1 3 0 15,0 3-272-15,1 3 160 16,0 3-160-16,-2 3 128 0,1 0-128 0,1-1 0 15,1 1 0-15,0-2 0 0,1 1 0 0,1-4 0 0,-1-1 0 0,2-3 0 32,1 0-368-32,0-2-144 0,1-2-48 0,0-2 0 15,-2-1-720-15,1-2-128 0,1-2-48 0,-1-1 0 0,0-2-2656 0,0-6-544 0</inkml:trace>
  <inkml:trace contextRef="#ctx0" brushRef="#br0" timeOffset="26342.09">9255 3585 38703 0,'0'0'3440'0,"0"0"-2752"0,-1-7-560 0,1 7-128 0,0 0 2832 0,4-5 544 16,2 0 96-16,2 1 32 0,1-3-2176 0,4 2-432 15,3 0-96-15,2 1-16 0,2-3-544 0,2 5-112 16,1-4-128-16,3 3 176 16,0 0-624-16,2 2-128 0,3-2-32 0,2 3-15168 15,2 0-3040-15</inkml:trace>
  <inkml:trace contextRef="#ctx0" brushRef="#br0" timeOffset="26806.57">9953 3454 25791 0,'0'0'1152'0,"0"0"224"0,0 0-1104 0,0 0-272 16,-6 3 0-16,6-3 0 0,-5 6 6096 0,1 3 1168 16,0 3 224-16,0 1 64 0,1 1-5072 0,0 3-1008 15,0 4-208-15,1 0-48 0,-1 0-800 0,2 1-160 16,-1-1-48-16,2 0 0 0,0 0-208 0,2-3 176 0,-1-2-176 0,2-2 160 15,1-2-160-15,0-2 0 0,1-2 0 0,0-1 128 16,-5-7-128-16,8 5 0 16,0-5 0-16,-1 0 0 0,1-3 0 0,0-1 0 15,0-1 0-15,0 0 0 0,-2-3 0 0,1-1 0 16,-1 0 0-16,1-4 0 0,-2-2 0 0,1 0 0 16,1-1 0-16,0-2 0 0,-1-4 0 0,2-1 0 0,0 3-144 0,0 0 144 15,-3 2 0-15,1 3 0 0,-1 4 0 0,1 2 0 16,-2 1 0-16,-4 8 0 0,0 0 0 0,0 0 0 15,0 0 0-15,0 0 0 0,0 0 0 0,2 9 0 16,0 3 0-16,-2 1 128 0,0 2-128 0,0 2 0 16,1 0 0-16,0 1 0 0,0 2 0 0,2-2 0 15,0-1 128-15,-1 0-128 0,2 0 0 0,1-1 0 0,1 1 0 0,-1-7 0 16,1 1 0-16,2-2 0 0,-1-3 160 0,0-2-160 16,1-1 160-16,0-2-32 0,0-1-128 0,1-1-240 15,-1-3 80-15,0 1 16 0,0-3 144 16,-1-1 0-16,0-1 128 0,-1 2-128 0,1-3 0 15,-1-2 0-15,1-2 0 0,1 0 0 0,-3 0 0 0,0-1 0 16,0-2 0-16,1 1 0 0,-1 0 0 0,-1-2-192 16,0 2 192-16,-2 0-192 15,1 4-336-15,-2 0-80 0,0 1-16 0,1 1 0 16,-1 1-1104-16,2 1-240 0,-3 7-32 0,0 0-13376 16,0 0-2672-16</inkml:trace>
  <inkml:trace contextRef="#ctx0" brushRef="#br0" timeOffset="27119.55">10366 3746 37439 0,'0'0'1664'0,"0"0"320"0,0 0-1584 0,0 0-400 0,8-4 0 0,0-1 0 16,-2-1 2560-16,2-1 416 0,0 0 96 0,2 1 0 15,-2-3-1312-15,2 0-272 0,1-2-48 0,1 0-16 16,1-2-848-16,0-2-192 0,-2 0-16 0,1-2-16 15,0 0-224-15,0-2-128 0,-2 1 160 0,-1-3-160 16,-1 6 128-16,-2-2-128 0,0 0 0 0,-4 4 144 16,1 1-144-16,-2 4 0 0,-1 2 0 0,0 6 128 15,-5-6-128-15,-3 5 192 0,0 2-192 0,-2 5 192 16,-2 0 0-16,-1 2 16 0,-1 8 0 0,-2-1 0 0,0 5-208 0,2 1 0 16,1 2 128-16,1-1-128 0,2 0 0 0,3-1 0 15,3 0 0-15,4-1 0 16,2-1-464-16,3 0-192 0,7-4-48 0,2 1 0 15,4-4-2208-15,4-2-448 0,5-2-96 0,3-3-17184 0</inkml:trace>
  <inkml:trace contextRef="#ctx0" brushRef="#br0" timeOffset="27379.9">11059 3333 25791 0,'0'0'2304'0,"0"0"-1856"15,-2-1-448-15,2 1 0 0,0 0 4976 0,0 0 896 16,0 0 176-16,-5 7 32 0,-1 5-3104 0,4 2-624 0,-3 2-128 0,1 2-32 16,0 2-1248-16,0 3-256 0,-1 6-48 0,-1 2-16 15,1 3-352-15,0 1-64 0,-2 3-16 0,4 0 0 16,0 1-192-16,0-2 144 16,2-1-144-16,0-2 128 0,1 1-128 0,-2-2 0 0,0-2 0 0,-1-5 0 15,-1-2 0-15,2-3-192 0,-1-1 32 0,-1-3 16 31,0-4-672-31,0-2-128 0,2-3-16 0,2-8-16 16,-3 4-1120-16,3-4-208 0,0 0-64 0,-4-4 0 0,2-3-768 16,0-3-176-16,2-3-16 0</inkml:trace>
  <inkml:trace contextRef="#ctx0" brushRef="#br0" timeOffset="27625.38">11037 3389 20271 0,'0'0'1792'0,"3"-7"-1424"0,-1 0-368 0,2 0 0 0,2-2 6400 0,0 2 1200 16,2 1 240-16,0 1 48 0,1-1-5008 0,1 3-992 15,2-3-208-15,2 1-32 0,2 3-816 0,0 2-176 16,2 0-16-16,0 0-16 0,0 0-352 0,1 0-64 16,-1 2-16-16,-2 2 0 0,-2 3 112 0,-1 0 16 15,-1 1 0-15,-2 7 0 0,-1-2-320 16,-2 0 0-16,-3 4 0 0,-3 1-128 0,-4 1-96 16,-2 4-16-16,-3-3 0 0,-2 1 240 0,-3 0 0 15,-3 3 0-15,1-2 0 0,-2-1 0 0,2-1 0 0,-2 0 0 0,2-2 0 31,0-2-592-31,2-4-176 0,2 1-48 0,1-4 0 16,3-1-1776-16,1-2-352 0,6-6-80 0,0 0-18384 0</inkml:trace>
  <inkml:trace contextRef="#ctx0" brushRef="#br0" timeOffset="28160.14">11543 3418 28559 0,'7'-13'1264'0,"-3"7"272"0,-1 0-1232 0,-3 6-304 0,0 0 0 0,4-5 0 16,-4 5 5088-16,0 0 960 0,0-7 192 0,0 7 32 15,0 0-3936-15,0 0-800 0,-10-1-144 0,0 2-48 16,-2 4-736-16,-3 1-160 0,-3 0-16 0,0 3-16 16,1 3-288-16,0 1-128 0,0 3 128 0,3-3-128 15,1 4 0-15,1-4 0 0,2 2 0 0,0 0 0 16,5 0-624-16,0-2-48 0,1-1-16 0,4-2 0 16,-1 0-288-16,1-10-64 0,4 7-16 0,2 0 0 15,-1-2 224-15,3-1 64 0,1 0 0 0,2-3 0 16,-2-2 48-16,1 0 16 0,2-5 0 0,1 1 0 0,1-1 448 0,-1-1 112 15,-1-3 16-15,-1 1 0 0,-1-3 128 0,2-1 0 16,-2-1 0-16,-1 0 128 0,1 1 144 0,-1-1 48 16,-2 4 0-16,0 1 0 0,-3-1 288 0,1 3 64 15,-4 0 16-15,2 2 0 0,-3 5 192 0,0 0 32 16,0 0 16-16,0 0 0 0,0 0-160 0,0 6-48 16,-1 4 0-16,-1 0 0 0,-2 2-336 0,3 1-80 15,0 1-16-15,0 0 0 0,-1 1-288 0,2 0 160 16,0 4-160-16,2-5 128 0,-1-1-128 0,3-1 0 15,0-4 0-15,-2-1 0 0,4 0 0 0,-1-2-192 16,3-2 32-16,-2 1 16 0,2-4-192 0,0 0-48 0,0-4 0 0,1-1 0 16,1-3 64-16,2-1 0 0,-2-1 0 15,1 0 0-15,-2-3 320 0,0-1-176 0,0-5 176 0,2 2-128 16,0-1 128-16,1 1 0 0,0-1 0 0,-2 1 0 16,-1 0 0-16,-2 1 0 0,-2 3 0 0,0 3 0 15,-1 1 256-15,0 2 0 0,-4 7-16 0,0 0 0 16,0 0 96-16,0 0 32 0,0 0 0 0,0 0 0 15,0 0-128-15,-1 12-32 0,-1 1 0 0,1 1 0 16,0 2-208-16,0-2 144 0,-1 2-144 0,1 0 128 16,-2-1-128-16,2 1 0 0,0 0 0 0,1-2 0 15,0-2-992 1,1-2-176-16,2-1-48 0,2-1-14784 0,3-1-2976 0</inkml:trace>
  <inkml:trace contextRef="#ctx0" brushRef="#br0" timeOffset="28319.85">11919 3239 38015 0,'0'0'1680'0,"-4"-8"352"0,1-1-1632 0,-1 3-400 16,4 6 0-16,0 0 0 0,-4-7 1856 0,4 7 304 15,0 0 48-15,0 0 16 0,0 0-1472 0,0 0-304 16,0 0-48-16,0 0-16 16,0 0-1440-16,2 8-288 0,-1 1-64 0,3 4-18240 0</inkml:trace>
  <inkml:trace contextRef="#ctx0" brushRef="#br0" timeOffset="28728.47">12225 3548 37951 0,'8'-10'1680'0,"-4"3"352"0,0-1-1632 0,1 0-400 16,0 1 0-16,3-3 0 0,0 0 2560 0,-2 0 448 16,-2-3 64-16,-3 2 32 0,2-1-1296 0,-3 3-256 15,-1-1-48-15,-3 2-16 0,-3 0-736 0,-1 2-160 16,-2-2-16-16,-4 5-16 0,-5 2-304 0,0 5-48 15,-3 4-16-15,-2 2 0 0,-2 1-192 0,0 4 0 16,0 3 0-16,1 5 0 0,0-4 0 0,5-1 0 0,1 2-128 0,5 0 128 16,2-1-192-16,3 1 32 0,3-6 0 0,3 2 0 15,2-3-288 1,2 0-48-16,2-3-16 0,3-1 0 0,3-1-176 0,3-3-32 0,1-1-16 0,3-4 0 16,2-4 0-16,0 2 0 0,-1-5 0 0,1-1 0 0,-1-3 448 15,2-4 96-15,0 0 0 0,1-5 16 0,-1 1 336 0,-2-2 64 16,1-3 16-16,-1-2 0 0,0 0 288 0,-1-1 64 15,1-3 16-15,1-3 0 0,0-1-32 0,-1 2-16 16,-2-2 0-16,-2 4 0 0,-1 1-160 0,-3 3-16 16,-2 4-16-16,-1 4 0 0,-2-1-16 0,-3 8 0 15,-1-1 0-15,0 5 0 0,0 7-96 0,0 0 0 16,-7 3-16-16,1 3 0 0,-2 6-64 0,-1 5-16 16,-1 4 0-16,-2 5 0 0,1 0-160 0,2 4 128 15,0 0-128-15,1 3 128 0,0-3-128 0,2-3 0 16,2 0 0-16,0-1 128 0,0 1-128 0,3-1 0 0,3-6 0 15,2 3 0 1,0-5-816-16,4 0-192 0,1-1-32 0,4-1-23712 0</inkml:trace>
  <inkml:trace contextRef="#ctx0" brushRef="#br0" timeOffset="29387.32">13315 2781 23039 0,'-12'0'2048'0,"-2"0"-1648"0,-1 0-400 0,1 0 0 16,1 0 4624-16,1 0 848 0,3-2 160 0,3 2 48 0,6 0-2608 0,0 0-528 16,0 0-112-16,0 0 0 0,8-3-1152 0,6-1-240 15,3 0-32-15,5-1-16 0,4 3-704 0,3-1-144 16,2 0-16-16,3 1-128 0,1 0 0 0,3-3 0 16,4 1 0-16,1 0-192 0,1 0 512 0,3 2 96 15,1-1 32-15,0 1 0 0,1-2-448 0,-2 1 0 16,-3 1 0-16,0-1 0 0,2-1 0 0,-2 1 0 15,-1 1-144-15,-2 0 144 0,-5 1-256 0,-1 1 0 16,-1 0 0-16,-2 0 0 16,-4-1-1472-16,-2 1-304 15,-5 0-48-15,1-3-16 0,0 2-2608 0,-3-2-528 0</inkml:trace>
  <inkml:trace contextRef="#ctx0" brushRef="#br0" timeOffset="29633.48">14307 2598 22111 0,'-5'4'1968'0,"-2"-1"-1584"15,1 1-384-15,-1-1 0 0,7-3 6032 0,-5 4 1136 16,0 0 208-16,1 1 48 0,1 1-4912 0,3-6-976 0,0 0-208 0,0 8-48 16,2-1-720-16,0-1-160 15,2 1-16-15,3-1-16 0,0 1-368 0,3-3-128 16,0 1 0-16,3 2 0 0,0 0-112 0,1-3-16 16,-1 1 0-16,3 1 0 0,-2 0 256 0,-1-1 240 15,-2-1-48-15,-2 3-16 0,-2-3-176 0,-7-4 0 0,0 0 0 0,2 9 0 16,-3 0 0-16,-2 1 208 0,-2 1-48 0,-3-1-16 15,-2-1 176-15,-2 1 16 0,-1-1 16 0,-3 0 0 16,1 0-208-16,-1 0-144 0,0 0 192 0,1-1-192 31,0 0-896-31,2-2-272 0,3 0-64 0,3 1-14656 0,4 6-2928 16</inkml:trace>
  <inkml:trace contextRef="#ctx0" brushRef="#br0" timeOffset="30292.74">14705 3566 27647 0,'-9'24'1216'0,"5"-13"256"0,-2 2-1168 0,1 3-304 16,1 0 0-16,0-2 0 0,0-1 3872 0,2 0 720 15,-1-5 144-15,2 0 16 0,0-2-2528 0,1-6-512 16,0 0-112-16,0 0 0 0,0 0-640 0,0 0-112 15,0 0-16-15,0 0-16 0,4-7-256 0,-1-1-48 16,1-4-16-16,0-2 0 0,1-6-144 0,1-2-32 16,0-2 0-16,2-2 0 0,2-2-192 0,2-5-128 0,0-2 160 0,1-7-160 15,5-5 128-15,2-2-128 16,2-3 0-16,3-7 144 0,-1-4-144 0,5-1 0 16,2 1-160-16,-1-7 160 0,2-1-160 0,0-1 160 15,1 0-160-15,1 2 160 0,0 1 0 0,0 2 0 16,-1 6 0-16,0 8 0 0,-3 3-128 0,-3 10 128 15,0 6 0-15,-5 4-144 0,-1 5 144 0,-3 7 0 0,-4 5 0 0,0 4 0 16,-2 5 0-16,-3 2 128 0,-9 2-128 16,0 0 128-16,7 12 48 0,-3 4 16 0,-3-2 0 15,-2 6 0-15,-2 3-352 0,-1 2-64 0,-2 0-16 0,-2 1 0 16,0 0 368-16,-1-1 64 0,-1-1 0 0,-1 1 16 16,-1 1-208-16,2-1 0 0,0-3 0 0,-1-1 0 15,1 0 0-15,-1-5 0 0,1-2 0 0,1-1 0 0,-2-1 0 16,1-1 0-16,-1-4 0 0,2-1 0 0,0 1 0 0,1-2 0 15,0-1 128-15,2-1-128 0,6-3 0 0,0 0-160 16,0 0 32-16,0 0 0 0,0 0 0 0,0 0 0 16,0 0 0-16,0 0 0 0,0 0 128 0,0 0-192 15,9-2 192-15,0 1-192 0,3-2 192 0,0 1 0 16,-1-1 0-16,2 2 0 0,2 1 128 0,-1-3-128 16,2 2 128-16,1 0-128 0,0 2 0 0,0 3 0 15,0-3 0-15,1 3 128 0,-4 0 32 0,0 3 16 16,0 2 0-16,-4 4 0 0,-1 2-176 0,-2 5-256 15,-3 1 64-15,-3 2 16 0,-4 1 176 0,-2-1 0 16,-4 2 0-16,-3 0 0 0,-2 1 192 0,-4-1 64 16,-3-1 0-16,1 0 16 0,-2-5-144 0,-1 1-128 15,-4-2 144-15,3-2-144 0,-2-4 144 0,0-1-144 16,-1 1 128-16,3-4-128 0,-5-3 0 0,0-2 0 0,-1-2 0 0,2 0 0 31,0-1-1408-31,2-1-192 0,3 0-64 0,2-2 0 16,3-1-3936-16</inkml:trace>
  <inkml:trace contextRef="#ctx0" brushRef="#br0" timeOffset="30768.11">15328 3204 44799 0,'0'0'1984'0,"0"0"416"0,0 0-1920 0,0 0-480 16,0 0 0-16,0 0 0 0,0 0 2064 0,0 0 320 16,0 9 64-16,0 3 16 0,-1 3-1008 0,-1 4-208 15,1-2-32-15,0 2-16 0,-2 2-816 0,0 1-144 16,2-4-48-16,-2 1 0 0,2-2-192 0,1-2 176 16,0 0-176-16,0-4 160 0,0 0-288 0,0-3-64 15,0-8-16-15,0 0 0 0,0 0 208 0,0 0 0 16,0 0 0-16,0 0 0 0,0 0 0 0,0 0 256 15,0 0-48-15,0 0-16 0,1-7-192 0,2-1-256 16,0 0 48-16,-1-1 16 0,2-2 192 0,1-3 256 0,1 0-48 0,0-2-16 16,2 1-192-16,1-1 0 0,0 1 0 0,2-4 128 15,0 2-128-15,1 2-240 0,0 0 80 0,1 2 16 16,-1 0-1040-16,1 2-208 16,1 1-32-16,0 3-16 0,2 1-3040 15,-2 4-592-15</inkml:trace>
  <inkml:trace contextRef="#ctx0" brushRef="#br0" timeOffset="31246.65">15532 3445 20271 0,'0'0'896'0,"0"0"192"0,0 0-880 0,0 0-208 0,0 0 0 0,10-1 0 15,0-2 4960-15,-1-2 944 0,2 0 192 0,4-3 48 16,2-3-4928-16,-1 4-960 0,1-4-256 0,-3 1 1920 0,0-2 352 16,1-4 64-16,-1 2 16 0,-1 0-1648 0,0-1-320 15,-1 0-64-15,-3-1 0 0,0-2-80 0,-1 1-16 16,0 0 0-16,-2 3 0 0,0 2-96 0,-4 1-128 15,-3 2 176-15,0 4-176 0,1 5 160 0,-6-4-160 16,-3 4 128-16,-1 4-128 0,-1 0 288 0,0 5-32 16,-2 4 0-16,-2 4 0 0,0-1-256 0,0 5 128 15,2-1-128-15,2 1 0 0,0 0 0 0,3-1 0 16,2-3 0-16,2 0 0 0,3-2 0 0,3 0 0 16,3-1-192-16,3-4 48 15,0-1-464-15,0-2-96 0,4-2 0 0,1-1-16 16,0-1-352-16,1-2-64 0,2-2-16 0,-1-2 0 15,-2-3 352-15,2-1 64 0,0-3 16 0,1 1 0 0,-2-2 576 0,1-2 144 0,-1-4 0 0,-1 0 0 16,0-1 144-16,-1-3 64 16,-1-1 16-16,1-2 0 0,0 0 144 0,0-2 16 15,-2 2 16-15,1-1 0 0,-2 1 80 0,-1 0 16 0,-2 2 0 16,1 2 0-16,-2 2 240 0,-3 2 48 0,1 3 16 16,-2 3 0-16,-1 5-32 0,0 5 0 0,0 0 0 0,0 0 0 15,-5 5-192-15,0 4-32 0,-3 5-16 0,2 2 0 16,-2 5-320-16,0 4-64 0,-1 1-16 0,0 3 0 15,-1 2-128-15,1 1 0 0,0 2 0 0,0 0 0 16,1 0 0-16,0 0 0 0,1-1 0 0,0-3 0 16,2-3-1024-1,0-1-96-15,-1 0-16 0,1-2 0 0,-1-4-1104 0,-1 0-240 0,2-2-32 0,1-1-11504 16,0-5-2288-16</inkml:trace>
  <inkml:trace contextRef="#ctx0" brushRef="#br0" timeOffset="31673.17">15800 3429 7359 0,'-2'-10'656'0,"2"0"-528"16,-1-1-128-16,1-1 0 0,1 1 7728 0,2-2 1504 16,-2 1 304-16,3 1 64 0,0 4-5632 0,1-4-1120 15,2 2-224-15,-1 1-64 0,1 0-1280 0,2 2-272 16,2-2-48-16,0 0-16 0,2-1-464 0,2 3-96 16,0 0 0-16,1 2-16 0,1 1-64 0,0 0-16 15,-2 2 0-15,1-1 0 0,-3 4-288 0,-1 2 0 16,0-2 128-16,-1 3-128 0,0 3 160 0,-3 3-32 0,-5 0 0 0,3 2 0 15,0 2-128-15,-2 0 192 16,-3 1-192-16,-1-2 192 0,-1 1-192 0,0-1 160 16,-2-1-160-16,1 0 160 0,0-4-160 0,1 0 0 0,0-2 0 15,1-7 128-15,0 0-128 0,0 0 0 0,0 0 0 0,0 0 0 16,0 0 0-16,0 0 0 0,0 0-144 0,0 0 144 16,0 0-288-16,0 0 48 0,2-8 16 0,4-1 0 15,-1 1 48-15,1-5 16 0,3 0 0 0,1-1 0 16,0-2-32-16,0 0-16 0,1 2 0 0,-1-3 0 0,2 4 208 0,0 0 0 15,-2 1 0-15,1 2 0 0,-2 2 0 0,-1 2 0 16,-2 2 0-16,-6 4 0 0,8 0 0 0,-8 0 208 16,8 5-64-16,-3 1-16 0,-1 3 112 0,0 2 16 15,-2 1 0-15,0 2 0 0,-2 3-128 16,0 0-128-16,0-1 176 0,0-1-176 0,0 1 128 0,1-2-128 16,-1-2 0-16,1 1 0 0,1-3 0 0,-1-1 0 15,1-2 0-15,-2-7 0 16,0 0-1536-16,7 7-320 0,1-2-64 0,-8-5-21776 15</inkml:trace>
  <inkml:trace contextRef="#ctx0" brushRef="#br0" timeOffset="33006.33">16401 3136 28559 0,'-7'0'1264'0,"3"0"272"0,2 0-1232 0,-1 1-304 0,1-2 0 0,2 1 0 15,0 3 3520-15,0-2 640 0,0 2 128 0,0-3 16 16,0 0-3072-16,0 0-608 15,5 5-128-15,1 1-32 0,-6-6-640 0,11 7-128 16,-11-7-16-16,11 8-16 16,2-2-288-16,-2 1-48 0,-2 0-16 0,0 3 0 0,0-4 400 0,-1 2 80 15,0 2 16-15,-2 0 0 0,-2-1 704 0,-1 1 128 0,0 2 48 0,-3 1 0 16,0 1 912-16,1 1 192 0,-1 0 48 0,0 2 0 16,-3-3-432-16,2 3-96 0,0 2-16 0,-2-1 0 15,2 0-656-15,1 2-128 0,-2-1-16 0,2 2-16 16,0-1-320-16,-1-1-160 0,-1 3 160 0,-2 3-160 15,2-1 0-15,0-2 0 0,-2 3 0 0,-1-1 0 0,-2-2 0 16,1 1 0-16,-1-1 0 0,0-1 0 0,-2-2-208 0,2-2-48 16,-3-1 0-16,1-2 0 0,1-1-16 15,-1 0-16-15,0-5 0 0,-1-1 0 0,-1-3-32 0,2-2 0 16,0-2 0-16,-1-2 0 0,-1-2 16 0,1-2 0 16,2 0 0-16,1-2 0 0,5 0 176 0,1-5 128 15,1-1-192-15,2-1 192 0,3 1-176 0,5-3 176 16,-1-2-160-16,2-2 160 0,2-1-160 0,2-2 160 15,2 1-160-15,2-5 160 0,3 1 0 0,2 0 0 16,-2-1-128-16,2 2 128 0,-1 0 0 0,2 3 0 16,-2 0 0-16,1 1 0 0,-5 0 0 0,1 0 0 15,-2 1 0-15,-1 4 0 0,-4 4 0 0,-1 3 0 16,-3 1 192-16,-1 1-192 0,-3 0 320 0,-2 3-64 0,0 2 0 16,-3 3 0-16,0 0 128 0,0 0 32 0,0 0 0 0,-5 1 0 15,-1 5-176-15,-2 1-48 0,-4 8 0 0,2-1 0 16,-1 0-192-16,1 1 0 15,-2 2 128-15,4 0-128 0,3 0 0 0,1-2 0 0,0 0 0 0,4-2 0 16,0 0-272-16,2-2 0 16,0 1 0-16,3-3 0 15,1-1-352-15,0-1-64 0,2-4-16 0,1 0 0 16,3-4-1088-16,1-2-208 0,0-1-48 0,1-1-16 16,-2 1-192-16,0-2-48 0,-1-1 0 0,2-5 0 15,1-1 896-15,-3-1 160 0,1-3 32 0,-2 0 16 16,2-2 80-16,1-1 16 0,-1 0 0 0,-2 2 0 0,2-3 1904 0,-2 3 384 0,-2 2 80 0,-1 5 16 15,-2 2 1680-15,-1 2 352 0,-4 7 64 0,0 0 16 0,0 0-832 0,0 0-144 16,0 0-48-16,0 0 0 0,0 0-1136 0,4 12-224 16,-2 1-48-16,1 0-16 0,-2 3-496 0,2 0-80 15,0 1-32-15,-1-1 0 0,0-2-160 0,-1 1-48 16,0-1 0-16,-1 0 0 0,-1-3-128 0,1-1 128 16,0 1-128-16,0-1 128 0,0-3-128 0,1 0 0 15,-1-7 0-15,0 0 128 0,0 0-128 0,3 7 0 16,-3-7 0-16,0 0 128 0,0 0-128 0,0 0 0 15,0 0 0-15,0 0 0 0,0 0 0 0,6-5-224 16,-1 1 48-16,1-1 16 0,-1-2-48 0,1 1-16 16,1-5 0-16,1 2 0 0,0-1-48 0,3-1-16 15,2-1 0-15,3-1 0 0,0-1-48 0,2-2-16 16,1 2 0-16,1-3 0 0,0 3-32 0,0 2-16 16,1 2 0-16,4-2 0 0,-3 0 160 0,-1 3 48 15,-3 0 0-15,-1 2 0 0,-5 4 192 0,-2 0 192 16,-2 0-48-16,0 2 0 0,-8 1 304 0,0 0 48 15,0 0 16-15,0 0 0 0,0 0-160 0,0 7-32 16,-3-1 0-16,-4 7 0 0,-2 0 256 0,-3 4 64 16,-3-1 0-16,1 1 0 0,-2 0-464 0,1-2-176 15,0 2 128-15,1-1-128 0,0-2 0 0,1-1-272 16,2-1 32-16,4-2 16 0,0 2 16 0,2-4 0 16,1-2 0-16,4-6 0 15,-1 8-192-15,1-8-48 0,0 0 0 0,7 5 0 16,3-3-256-16,1-2-48 0,1-2-16 0,1 0 0 15,-1-2 128-15,2 0 0 0,3 0 16 0,0-5 0 0,-1 0 176 0,-1-3 48 0,0-1 0 0,-2 0 0 16,-3 0 176-16,1 0 32 0,-1-4 16 0,-2 3 0 0,0 1 176 16,1 4 0-16,-1-4 0 0,-2 2-128 0,-1-1 128 15,-1 5 176-15,-1 1-48 0,-3 6 0 0,0 0 144 0,0 0 32 16,0 0 0-16,0 0 0 0,-5 2 0 0,-1 0 0 16,2 3 0-16,-1 2 0 0,0 2-80 0,0 2-16 15,1 2 0-15,1 0 0 0,-1-4-80 0,4 0 0 16,0 3-128-16,2-3 192 0,0 2-192 0,3 0 0 15,3 1 0-15,0-6 0 0,1 1-176 0,2-3 32 16,0-2 0-16,4 1 0 0,-1-2-32 0,0-1 0 16,1-3 0-16,-1 0 0 0,2-1 176 0,-1-3 192 15,0-3-32-15,0-3-16 0,2 0 144 0,-1-3 32 16,0-2 0-16,-2-2 0 0,2-1-128 0,-2-1-32 16,-1 0 0-16,4-8 0 0,4-10-160 15,-4 3 0-15,-3 3 0 0,-1 5 192 0,-1 1 0 16,-4 2 0-16,-3 4 0 0,-1 3 16 0,0 5 16 15,-3 4 0-15,-1 10 0 0,0 0-224 0,0 0 0 0,-6 1 0 16,0 4 528-16,0 5 64 0,-2 2 16 0,-1 6 0 16,0-1-416-16,0 4-192 0,-1 1 160 15,3 5-160-15,-2 3 0 0,-1-4 0 0,1 1 0 16,0-1 0-16,1 0 0 0,-1-1-176 0,3-2 176 16,-2 2-1632-1,1-4-208-15,1 0-32 0,1-2-13856 0,-2 5-2768 0</inkml:trace>
  <inkml:trace contextRef="#ctx0" brushRef="#br0" timeOffset="33518.48">17466 3342 25791 0,'0'0'2304'0,"4"-7"-1856"0,0 0-448 0,2-1 0 0,2 1 4720 0,1 0 848 16,3-1 160-16,0-1 32 0,1-2-3120 0,4 3-624 16,2 0-128-16,2 1-32 0,1-2-1072 0,2 1-208 15,-1 1-64-15,-1 1 0 0,-2 0-192 0,-2 3-64 16,2 3 0-16,-6-3 0 0,-5 6 96 0,0-3 16 15,-1 2 0-15,-3 3 0 0,-5-5-112 0,-1 11-32 16,0 1 0-16,-3 1 0 0,-3 1-80 0,-1 2-16 16,1-1 0-16,-1 1 0 0,1-2-128 0,-1-1 0 15,1 2 144-15,0-5-144 0,2 2 0 0,2-2 0 16,1 1 0-16,2-11-128 16,0 0-752-16,4 4-144 0,-4-4-16 0,7 2-16 15,1 1-1072-15,3-3-224 0,-1 0-32 0,2-3-16 16,-4-3-480-16,2-4-112 0,6 4-16 0,-1-2 0 15,-3-1 1296-15,0-1 256 0,-3-1 48 0,1-2 16 16,2 0 528-16,-1 0 96 0,-2 0 32 0,-1 3 0 0,-1-3 736 0,1 1 368 16,1 1-48-16,-1 4 0 0,-3 0 784 0,-1 2 160 15,-4 5 16-15,0 0 16 0,0 0 64 0,7 1 16 0,-7-1 0 16,0 0 0-16,6 7 272 0,-1 0 48 16,-1 3 16-16,0 0 0 0,-1 3-128 0,0 0-32 0,-2-2 0 0,0 2 0 15,-1 0-384-15,0-2-80 0,0 2 0 0,0 0-16 16,0-1-432-16,0-1-96 0,0-1-16 0,1-1 0 0,-1-9-160 0,0 0-48 15,2 9 0-15,-1-1 0 0,-1-8-112 0,0 0-16 16,0 0-16-16,0 0 0 16,0 0 96-16,0 0 32 0,0 0 0 0,3-6 0 15,1-1-304-15,-2-1 0 0,1-1 128 0,-1-1-128 0,0-2 0 0,2-1 0 16,1 1 0-16,3-1 144 0,-1-6-144 16,4-1 0-16,3 3 0 0,7-6 0 0,-4 3 0 0,4 0 0 15,2 4 0-15,2-4 0 16,0 3-864-16,4-1-160 0,4 2-48 0,0-1-24080 15</inkml:trace>
  <inkml:trace contextRef="#ctx0" brushRef="#br0" timeOffset="33812.53">18768 2478 41471 0,'0'0'1840'0,"0"0"368"0,0 0-1760 0,9-4-448 0,-1 0 0 0,0-1 0 16,0 1 3200-16,1 0 576 0,0-1 96 0,2-1 32 15,-1 1-2624-15,2 0-512 0,-1 0-96 0,1 1-32 16,0 0-384-16,2 1-96 0,3-1-16 0,-1 2 0 15,-3-2-144-15,1 1-144 0,-1 1 144 0,0 0-208 32,-1 0-608-32,-1 2-112 0,-2 1-32 0,-2 0 0 0,1 2-1936 0,0 2-400 15,0 2-80-15</inkml:trace>
  <inkml:trace contextRef="#ctx0" brushRef="#br0" timeOffset="33994.51">18893 2602 28559 0,'-10'-2'1264'0,"10"2"272"0,-6-1-1232 0,6 1-304 15,0 0 0-15,0 0 0 0,0 0 5056 0,0 0 944 16,0 0 192-16,0 0 32 0,1-4-3968 0,1 1-784 16,-2 3-176-16,8 0-16 0,1-2-832 0,2 0-176 15,1 0-16-15,2 2-16 0,2-4-240 0,0 3 0 16,1-1 128-16,0 0-128 0,0-2-192 0,3 1-96 16,-1 1-16-16,2-1 0 15,1-1-2560-15,2 0-512 0</inkml:trace>
  <inkml:trace contextRef="#ctx0" brushRef="#br0" timeOffset="34865.6">20797 1883 20271 0,'6'-18'896'0,"-4"9"192"0,0 0-880 0,1-4-208 0,1-3 0 0,-2 3 0 0,2 3 4592 0,-1-2 864 16,-2 1 176-16,-2 2 48 0,-2 1-2464 0,-1 3-480 15,-2 1-112-15,-1 2 0 0,0-2-1056 0,-3 4-208 16,-1 2-32-16,-4 5-16 0,0 2-528 0,-4 3-96 16,-1 5-32-16,-4 4 0 0,-3 5-352 0,-1 2-80 15,1 6-16-15,1 3 0 0,1 4-208 0,3 2 144 16,2-1-144-16,6-1 128 0,5-2-128 0,4-2 0 16,3-1 0-16,6-4 0 0,4-2 0 0,3-5 0 15,2-4 0-15,4-4 0 0,2-4-224 0,5-3 80 16,2-3 16-16,4-2 0 0,2-2-176 0,4-5-16 15,0-3-16-15,2-1 0 0,1-2 336 0,0-3 0 16,-2-2 0-16,-2-2 0 0,-3-5 0 0,0-1-176 16,-5-2 16-16,2-11 0 0,-2-3 160 0,-3 5 0 0,-4 1 0 15,-3-1-208-15,-5-2-16 16,-5-2 0-16,-3 2 0 0,-2 3 80 0,-2 2 16 0,-5 3 0 0,-2 2 0 31,1 2-688-31,-5 1-128 0,-3 4-16 0,-2 3-16 16,0 0-1392-16,-8 3-256 0,-3 2-64 0</inkml:trace>
  <inkml:trace contextRef="#ctx0" brushRef="#br0" timeOffset="35146.03">20822 2036 24879 0,'0'0'2208'0,"-3"-6"-1760"0,-2 1-448 0,1 1 0 0,4 4 6080 0,0 0 1152 16,0 0 208-16,-5 3 48 0,0 2-4944 0,1 2-1008 15,0 1-192-15,1 5-32 0,0 3-768 0,2 3-160 16,0 0-16-16,1 3-16 0,0 3-352 0,4 0 0 16,1 1 0-16,2 0 128 0,0 0-128 0,1-4 0 15,0-1 0-15,1-2 0 0,0-1 0 0,2-3-192 16,-1 0 64-16,2-2 0 15,0-5-1136-15,1-1-208 0,-2 0-64 0,2-2 0 16,-1 0-2176-16,2-1-448 0,2 0-96 0</inkml:trace>
  <inkml:trace contextRef="#ctx0" brushRef="#br0" timeOffset="35463.58">21269 2209 6447 0,'0'0'576'0,"0"0"-576"0,0 0 0 0,0 0 0 16,0 0 9904-16,0 0 1872 0,0 0 368 0,0 0 80 15,0 0-8240-15,5 5-1632 16,-5-5-336-16,0 0-64 0,3 7-1232 0,-2 1-240 0,-1-8-48 0,-1 10-16 16,-2 2-304-16,-1 1-112 0,-1 0 0 0,0 1 0 15,-2 1 0-15,2-1-128 0,2 2 128 0,-1-3-160 16,-1-2 160-16,0 1 0 0,0 0 160 0,1-2-32 16,0 3-128-16,1-2 0 0,1-2 0 0,2-1 0 15,0-8 0-15,1 7 0 0,2 0 0 0,-3-7 0 0,2 4 0 0,2 1 0 16,1-2 0-16,2-1 0 0,1-2 0 0,1 2 0 15,3-2 0-15,1-2 0 0,1 2 0 0,2-5 0 16,1 1 0-16,0 2 0 0,1-1 0 0,0-1 0 16,2 0 0-16,4-2 0 0,0 0 0 0,-5 4 0 15,0-1 0-15,-1 2 0 0,0 0 0 0,-1-1 0 16,0 2 0-16,-3 0 0 16,-1 2-384-16,-1-1-64 0,-3 3 0 0,-1-4-16 15,-1 1-2160-15,-2 4-416 0,0 1-96 0</inkml:trace>
  <inkml:trace contextRef="#ctx0" brushRef="#br0" timeOffset="36067.01">19736 2983 28559 0,'0'0'1264'0,"-2"-6"272"0,1 1-1232 0,1 5-304 0,0 0 0 0,0 0 0 0,0 0 4992 0,7-2 960 16,-1-1 176-16,3 0 32 0,3 0-3760 0,2-1-752 16,5 3-160-16,1 0-16 0,4 0-848 0,3-1-176 15,3 2-16-15,3-1-16 0,2-3-80 0,5-1-16 16,6 1 0-16,6 1 0 0,7 2-192 0,3-3-128 16,4 1 160-16,1 1-32 15,5-2-512-15,8 0-64 0,8-3 0 0,4 2-16 0,0 0 720 0,5 0 160 16,3 1 32-16,2-1 0 0,1 1-448 0,-2 0 0 15,-3 1 128-15,-3 2-80 0,-3 0-48 0,-6 1 0 16,-7 1 0-16,-8 0 0 0,-11 1 0 0,-8-2 0 16,-7 0 0-16,-6-2 0 0,-3 4 0 0,-6-1 0 15,-6 0 0-15,-3 0 0 0,-4-1 0 0,-1 0 0 0,-3 2 0 16,-1-2 0-16,-2-2 0 0,-2 1 0 16,-8 1 0-16,0 0 0 0,0 0 0 0,0 0 0 15,0 0 0-15,0 0 0 0,0 0 0 0,0 0 0 16,0 0 0-16,0 0 0 0,0 0 0 0,0 0 0 15,0 0 0-15,0 0 0 0,0 0 0 0,0 0 0 16,0 0 0-16,0 0 0 0,-5 1 0 0,5-1 0 0,0 0 0 0,0 0 0 16,0 0 0-16,0 0 0 15,0 0 0-15,0 0 0 16,0 0-608-16,0 0-112 0,0 0-32 0,0 0 0 16,0 0-2256-16,0 0-464 0,0 0-96 0</inkml:trace>
  <inkml:trace contextRef="#ctx0" brushRef="#br0" timeOffset="38899.64">20986 1414 28623 0,'0'0'1264'0,"0"0"272"0,0 0-1232 0,3-4-304 0,0 0 0 0,-3 4 0 16,0 0 2144-16,0 0 368 0,4-7 80 0,-1 4 16 15,0-3-16-15,-2 1 0 0,-1 5 0 0,0 0 0 16,0 0-880-16,0 0-176 0,0-5-48 0,0 5 0 16,0 0-544-16,-4-1-112 0,-3-2-32 0,1 4 0 15,-2 1-352-15,0 2-64 0,-1-1 0 0,0 3-16 16,-1 3-224-16,-2 3-144 0,-2-5 192 0,2 4-192 0,1 0 128 0,2 0-128 16,1 1 0-16,2-2 0 0,1-3 0 0,2 3 160 15,2-2-160-15,1-8 128 0,0 0-128 0,0 0 0 16,0 0-160-16,8 5 160 0,1 0-176 0,1-2 176 15,2-4-192-15,0-2 192 0,-1-1-208 0,1-1 64 16,2-2 16-16,-2 0 0 0,0 0 128 0,-3-2-160 16,0 1 160-16,0 2-160 0,-5-1 160 0,0-2-192 15,-1 1 192-15,-1 0-192 16,0 3-848-16,0-1-176 0,-2 6-48 0,0 0-22288 0</inkml:trace>
  <inkml:trace contextRef="#ctx0" brushRef="#br0" timeOffset="39392.98">20738 1840 7359 0,'-9'-5'320'0,"5"4"80"0,-2-2-400 0,-1 2 0 15,1-2 0-15,0 2 0 0,6 1 7344 0,0 0 1376 16,0 0 288-16,0 0 48 0,0 0-5616 0,0 0-1136 15,6-3-208-15,1 1-48 0,4-2-1136 0,2 1-208 0,1 0-64 0,3 0 0 16,0 0-288-16,3 2-64 0,-1-3-16 0,2 1 0 16,0-1-144-16,0 3-128 0,0 0 144 0,1 1-144 15,0-3 0-15,0 2 0 0,0-2 0 0,1 2 0 32,-1 1-1920-32,0 1-368 0,0 2-80 0,0-2-17824 0</inkml:trace>
  <inkml:trace contextRef="#ctx0" brushRef="#br0" timeOffset="43997.88">20342 3665 9215 0,'4'-5'816'0,"-3"-3"-656"0,-1-1-160 0,1 0 0 16,3-1 7344-16,0 0 1424 0,-1 4 304 0,-2-1 48 16,0 1-5424-16,-1 6-1088 0,0 0-224 0,0 0-32 15,0 0-848-15,0 0-160 0,0 0-48 0,0 0 0 16,0 0-624-16,-2 12-128 0,2 6-32 0,-3 4 0 16,-1 4-240-16,2 8-48 0,-1 4-16 0,2 1 0 15,-2 0-208-15,2-1 0 0,0 0 0 0,1-4 0 16,1-2 0-16,2 1 0 0,-1-6 0 0,1 1 0 15,1-2 0-15,0-3 0 0,-1-2 0 0,1-3 0 16,0-2 0-16,0-7 0 0,-1-3 0 0,2 0 0 0,-5-6 0 16,0 0 0-16,7 1 0 0,-7-1 0 0,5-5 0 15,0 0 0-15,0-5 0 0,2-1 0 0,-1-2 272 0,1-2 16 16,-1-3 0-16,2 0 0 0,0-2-288 0,0-2-304 16,0 1 64-16,1 0 16 0,1-5 224 0,1 0-192 15,-1-1 192-15,2-1-192 0,-1 1 416 0,0 2 96 16,-1 3 0-16,1 3 16 0,-2 3-336 0,0 3 0 15,-1 3 0-15,-2 3 0 0,-6 7 0 16,0 0 0-16,8 0 0 0,-8 0-128 0,0 0 128 0,5 12 0 16,1 2 0-16,-3 4 0 0,0 3 0 0,-2 1 0 15,-1 1 0-15,0 1 0 0,0 0-256 0,0-1 16 16,0-2 16-16,2 1 0 0,-1 2 224 0,3-3 0 16,-3-3 0-16,3-1 0 0,3-2 0 0,-1-2 0 15,-1-2 160-15,1-1-160 0,1-2 0 0,-1-1 0 16,-1-2 0-16,0 0 0 0,2-1 0 0,-1-1 0 0,-6-3 0 0,9 1 0 15,-1-1 0-15,1-1 0 0,0-3 0 0,3-2 0 16,-3-1 128-16,3-4-128 0,0 1 128 16,1-2-128-16,0 0 0 0,1-5 128 0,0-1-128 0,1-1 0 15,0 0 0-15,2-4 0 0,0-1 128 0,0-3-128 16,-1-4 0-16,-1-3 0 0,0 1 0 0,-2 3 0 31,0 0-576-31,-1 4 16 0,-3 3 0 0,-3 1 0 16,-1 5-880-16,-1 4-176 0,-1 1-48 0,0 3-14016 0,-5 2-2800 0</inkml:trace>
  <inkml:trace contextRef="#ctx0" brushRef="#br0" timeOffset="44212.37">20185 3549 30399 0,'0'0'2704'0,"0"0"-2160"15,-6-5-544-15,2 1 0 0,4 4 4480 0,0 0 800 16,0 0 160-16,0 0 16 0,9-4-3616 0,3 2-736 16,1 2-144-16,4-3-16 0,1-1-608 0,3 2-112 15,1-1-32-15,2 2 0 0,-2 1-192 0,3-3 0 16,2 2-192-16,2-1 192 16,-1 0-2496-16,1-1-400 0,0 2-80 0</inkml:trace>
  <inkml:trace contextRef="#ctx0" brushRef="#br0" timeOffset="44344.24">21020 3521 30399 0,'0'0'2704'0,"5"-4"-2160"0,3-2-544 0,0 1 0 15,-2-3 2560-15,1 3 416 0,-2 0 80 0,1-1 16 32,1-1-2944-32,1 2-576 0,0 0-112 0,-1 1-11360 15,0 1-2288-15</inkml:trace>
  <inkml:trace contextRef="#ctx0" brushRef="#br0" timeOffset="44640.99">20874 3256 31327 0,'0'0'1392'0,"-7"-1"272"0,1-2-1328 0,-1 3-336 0,2 0 0 0,0 0 0 0,-2 0 4224 15,7 0 784-15,-6 4 160 0,-1 1 16 0,-1 2-2960 0,1 1-608 16,-1-1-112-16,1 2-32 0,1 3-960 0,-1 0-192 15,-1-2-32-15,2 2-16 0,1-5-112 0,1 0-32 16,0 0 0-16,4-7 0 0,-1 9-128 0,1-9 0 16,1 7 144-16,-1-7-144 0,0 0 0 0,9 4 0 15,0-3 0-15,2 0 128 0,-1-1-128 0,-1 1 0 16,2-1-128-16,-1-1 128 0,0-3-160 0,1 2 160 16,-2-4-192-16,0 1 192 0,-1 0-144 0,0-2 144 15,-2 1 0-15,1-1-144 0,-2 0-96 0,-1 0-16 16,-2 1 0-16,0-4 0 15,-2 3-1008-15,0 0-208 0,-2 1-32 0,2 6-16 16,0 0-2112-16,0 0-416 0</inkml:trace>
  <inkml:trace contextRef="#ctx0" brushRef="#br0" timeOffset="44937.38">21228 3968 46239 0,'0'0'2048'0,"0"0"432"0,0 0-1984 0,0 0-496 0,0 0 0 0,0 0 0 0,0 0 1792 0,0 8 272 15,-2 2 48-15,-1 2 16 0,-1 0-976 0,0 2-208 16,0 3-48-16,1 0 0 0,-3 0-704 0,2 0-192 16,1 0 0-16,-1 0 0 0,1-2 0 0,0 1 0 15,2-1 0-15,1-3-176 16,-1-3-1728-16,1-1-336 0,1-1-80 0,-1-7-20640 0</inkml:trace>
  <inkml:trace contextRef="#ctx0" brushRef="#br0" timeOffset="45068.32">21295 3797 38703 0,'0'0'3440'0,"-5"-1"-2752"15,-1-2-560-15,6 3-128 0,0 0 2160 0,-6 3 400 16,6-3 64-16,0 0 32 0,0 0-2288 0,0 0-368 16,0 0-256-16,-1 6-13936 0,2 6-2768 0</inkml:trace>
  <inkml:trace contextRef="#ctx0" brushRef="#br0" timeOffset="45414.53">21372 3966 44751 0,'0'0'1984'0,"0"0"400"0,0 0-1904 0,0 10-480 0,-1-1 0 0,-1 1 0 16,1 3 1888-16,1 0 288 0,-1 2 48 0,1-2 16 15,1 0-960-15,0 0-176 0,1-2-32 0,-1 1-16 0,-1 0-656 0,1-2-128 16,2-1-16-16,-3-1-16 0,0-8-80 0,0 0-16 15,0 0 0-15,0 0 0 0,0 0-144 0,0 0 160 16,0 0-160-16,0 0 160 0,0 0-160 0,0 0 0 16,0 0 144-16,0 0-144 0,2-6 0 0,2-2 0 15,0 0 0-15,3 0 0 0,1-5 0 0,-1 0 0 16,2-1 0-16,2 0 0 0,2 2 0 0,0-1 0 16,-1 1 0-16,1 2-128 0,-2 2 128 0,0 1 0 15,-2 1 0-15,-1 3-128 0,-8 3 128 0,8 3 0 16,-2 3 0-16,-2-2 0 0,-4-4 0 0,1 9 144 15,1 2-16-15,-2 2-128 0,-2 0 192 0,2-1-64 16,-1 2 0-16,1-2-128 0,-1-1 0 0,1 1 0 16,0 0 0-16,0-2 0 0,0 1 128 0,0-1-128 15,1-1 0-15,2 0 80 0,-1-2-1488 16,4-1-288-16,3 2-48 0</inkml:trace>
  <inkml:trace contextRef="#ctx0" brushRef="#br0" timeOffset="63054.82">4553 4557 17503 0,'1'-6'1552'0,"-1"-1"-1232"0,0 7-320 0,0 0 0 15,0 0 4448-15,6-3 832 0,1 0 160 0,2 1 48 0,0 2-4544 0,2 2-944 16,-2 1 0-16,1 0-272 0,-1 1 272 0,0 2-160 16,1 2 160-16,-3 1-128 0,0 6 256 0,-3-1 48 15,-2 4 16-15,1 3 0 0,-2 4 80 0,1 1 32 16,-1 0 0-16,0 2 0 0,1-4-48 0,1 9-16 15,1-3 0-15,3-1 0 0,1-3-112 0,2-2-128 16,3-1 176-16,1-7-176 0,2 0 256 0,5-2-48 16,5 0-16-16,4-4 0 0,3-4 32 0,4-2 0 15,8-1 0-15,6 0 0 0,6-6-64 0,9 2-16 16,9-1 0-16,6-2 0 0,3-2-144 0,6 1 0 16,4 1 0-16,8 1 0 0,6-3 0 0,4 0 0 15,3 4 0-15,6-2 0 0,7 0 0 0,2 0 0 16,2 0 0-16,6 3 0 0,7 4 0 0,-12-1 0 15,5 3 0-15,5-2 0 0,6 0-128 0,6-1 128 16,6 7 0-16,86 4 0 0,-35-7 0 0,-14-3 0 16,-4 1 0-16,-4 3 0 0,-2 3 0 0,-8-1 0 0,-5 1 0 0,2-4 0 15,4-2 0-15,2 4 0 16,-2 1 0-16,-6 0 128 0,-9-1-128 0,1 0 0 0,2-2 0 16,-60-1 0-16,11 5 0 0,6-4 0 0,3 1 0 0,1-1 0 15,-1-2 0-15,-3 1 0 0,-3 0 0 0,-5 1 0 16,-3-2 0-16,-5-2 0 0,-5 2 0 15,-4-1 0-15,-8 1 0 0,-5-3 0 0,-24 0 128 0,-2 1-128 16,-1-1 0-16,-2-2 0 0,-3 1 144 0,-4 0-144 16,-5-2 192-16,-5 1-48 0,-6 0 0 0,-4-2 0 0,0-1 432 0,-7-1 64 15,-7 0 32-15,-5-2 0 16,-3 1 32-16,-7-1 16 0,-4 1 0 0,-4-4 0 0,-4 0-176 0,-3-2-32 16,-4-2-16-16,-2-2 0 0,-3-2-128 0,-5-1-32 15,-4-2 0-15,0 0 0 0,8 5-128 0,-1 1-16 16,-2-2-16-16,0-3 0 0,0 2-48 0,2 0 0 15,-1-1 0-15,1 1 0 0,-6-5-128 0,3 0 0 16,9 6 0-16,0 0 128 0,2 2-128 0,0 1 0 16,2-2 0-16,3 4 0 15,2 3-2704-15,2 2-432 0</inkml:trace>
  <inkml:trace contextRef="#ctx0" brushRef="#br0" timeOffset="65030.17">6294 6076 10127 0,'0'0'896'0,"0"0"-704"16,-1-9-192-16,1 1 0 0,1-1 3904 0,2 0 736 15,0 1 160-15,0-1 16 0,1 0-1856 0,0 0-368 16,0-1-80-16,0 0-16 0,-1 0-624 0,-1 0-128 15,0 0-16-15,-1 1-16 0,-1-3-352 0,-1 3-64 0,-1 1-16 16,0 2 0-16,-2 0-112 0,-1 1-16 16,-3 0-16-16,1 1 0 0,1 1-352 0,-2 2-64 0,-1 1-16 0,0 3 0 15,-2 1-352-15,0 4-80 0,-5 1-16 0,2 4 0 16,-2 0-256-16,0 4 0 0,1 1 0 0,0 0 0 16,2 2 0-16,0-1 0 0,4-2 0 0,3-1 0 15,-1-2 0-15,3-1 0 0,3-4 0 0,2 1 0 0,3-3-368 16,1 0 32-16,3-3 0 0,1-3 0 15,3-2-240-15,1-3-64 0,1 0 0 0,2-3 0 16,0-2 128-16,-1 0 32 0,1-3 0 0,-2 1 0 16,2-1 192-16,-2 0 32 0,-2 0 16 0,0 1 0 15,-1-2 240-15,-1 5 0 0,-4-3 0 0,-1 2 0 0,0 0 0 0,-1 1 0 16,-4 8 0-16,0 0 0 0,0 0 400 0,0 0 32 16,0 0 0-16,0 0 0 0,0 0 32 0,0 8 16 15,-1 1 0-15,1 2 0 0,-1 2-304 0,1 1-176 16,2 4 192-16,0-1-192 0,-1 4 0 0,2 3 0 15,0 2 0-15,1 2 0 0,2 4 0 0,0 3 0 16,-1-1 0-16,1 2 0 0,-1 3 0 0,0 1 0 16,-1 0 0-16,0-1 0 0,0-1 0 0,0-3 0 15,-4-1 0-15,0-1 0 0,-2-2 0 0,0-2 0 16,-3-3 0-16,-1-2 0 0,-2 0 0 0,-1-5 0 16,-2 0 0-16,-2-2 0 0,-2-4 0 0,1-2 192 15,-2-1-64-15,1-1-128 0,-4-5 256 0,1-1-48 16,0-1-16-16,0-2 0 0,-1-3-192 0,4-2 176 0,-1-3-176 0,3-2 160 15,3-5-160-15,2 0-272 0,3-5 64 0,3-2 16 16,2-5-176-16,5-5-16 0,3 1-16 0,4-3 0 16,2-2 112-16,5-3 32 0,1-2 0 0,4 1 0 15,1-1 112-15,1 2 144 0,0 1-208 0,1 4 80 16,2-1 128-16,-3 5 0 0,-3 2 0 0,-2 3-128 16,-2 4 128-16,-2 4 0 0,-4 3 0 15,-2 3 0-15,0 3 256 0,-2 3 0 0,-9 5-16 0,0 0 0 16,0 0 144-16,0 0 48 0,5 7 0 0,-1 3 0 0,-3 3-112 15,-1 3 0-15,0 2-16 0,-1 3 0 0,-2-2-176 16,2 2-128-16,1-1 144 0,0-1-144 0,0-3 128 0,1 0-128 16,2-2 0-16,1-2 0 0,1-2 0 0,0-2 0 15,2-3 0-15,-1 1 0 0,1-5 0 0,1-2-208 16,1-2 64-16,0-1 16 0,-1-3-32 0,0 1 0 16,-1-6 0-16,1 0 0 0,-3-3 160 0,1-1 0 15,-1-2-144-15,-3 0 144 0,2-1 0 0,-1 1 0 16,-3 0 0-16,0 0 0 0,0-1 0 0,0 0 128 15,-3 2-128-15,-1 4 0 0,-1-3 0 0,0 5 0 16,-1 1 0-16,-2 1 0 0,0 1-288 0,1 2-32 16,2 1-16-16,0 3 0 15,-2 0-1088-15,7 2-224 0,0 0-32 0,0 0-16 16,-2 6-1872-16,3 3-368 0,-1 3-80 0</inkml:trace>
  <inkml:trace contextRef="#ctx0" brushRef="#br0" timeOffset="65488.14">6908 6145 15663 0,'0'0'1392'16,"0"0"-1120"-16,-1-5-272 0,1 0 0 0,-3 1 5376 0,3-2 1008 0,-1 1 208 0,0 0 32 15,-2-1-3408-15,1 0-672 0,-4 2-144 0,1 0-32 16,0 2-1056-16,0 2-224 0,-4 1-32 0,1 2-16 16,-1 1-368-16,-2 1-80 0,2 1-16 0,-1 4 0 15,-3 3-320-15,0 1-80 0,-2 0-16 0,4 2 0 16,-1 0-160-16,3 0 0 0,1 1 0 0,1-4 0 0,2 1 0 15,1-3 0-15,2 1 0 0,2-4 0 0,0-8-384 0,5 6 0 16,-5-6 0-16,9 4 0 16,0-1-336-16,2-3-80 0,0-3-16 0,1 1 0 15,1-2 32-15,0-1 0 0,0-2 0 0,-1 0 0 0,0 1 368 0,-1-4 80 16,-2 0 16-16,2 1 0 0,-1-1 320 0,-1 1 0 16,-2 1 0-16,-2 1 0 0,-1 0 0 0,-1 0 0 15,-2-1 0-15,-1 8 128 0,0 0 176 0,0 0 16 16,0-6 16-16,0 6 0 0,-1-7 112 0,1 7 32 15,0 0 0-15,0 0 0 0,0 0-176 0,0 0-48 16,0 0 0-16,0 0 0 0,0 0-128 0,0 0-128 16,0 0 144-16,0 0-144 0,-4 7 128 0,1-1-128 15,2 1 0-15,1-7 144 0,1 8-144 0,2-2 0 16,1 2 0-16,1 0 128 0,1 0-128 0,1-1 0 16,1 1 0-16,0 0 0 0,-1-1 0 0,1-1 0 15,0-1 0-15,0 0 0 0,0-3-144 0,0 0 144 16,1 1 0-16,-2-3 0 0,1 0-384 0,0-4 16 0,-1 1 16 15,-1-3 0 1,-1 1-1584-16,2 0-320 0,-1-2-64 0,4 2-17200 0</inkml:trace>
  <inkml:trace contextRef="#ctx0" brushRef="#br0" timeOffset="65801.35">7169 5835 21183 0,'0'0'944'0,"-5"-2"192"0,-3 1-912 0,2 0-224 0,0 1 0 0,6 0 0 0,-5 0 6784 0,5 0 1296 15,0 0 272-15,-4 2 48 0,-1 4-5584 0,5-6-1136 16,-3 7-208-16,2 4-64 0,0 3-1008 0,1 4-208 16,1 3-32-16,-1 1-16 0,0 2-144 0,1 1 0 15,1 0 0-15,0-2 0 0,1 2 0 0,1 0 0 16,-2 2 0-16,2-4 0 16,0 1-576-16,0-1-80 0,0-1-32 0,0-1 0 15,0-1-1744-15,0-1-368 0,1-2-64 0</inkml:trace>
  <inkml:trace contextRef="#ctx0" brushRef="#br0" timeOffset="66493.62">8048 6124 30399 0,'-13'-18'2704'0,"8"11"-2160"0,1 1-544 0,0 1 0 16,-1-1 3488-16,-1 0 592 0,-1 6 112 0,-3-4 32 0,1-1-1600 0,-1 2-320 15,-2 2-64-15,0 2-16 0,-1 4-1200 0,0 2-256 16,0 2-32-16,-1 1-16 0,0 2-432 0,-1 4-96 16,1 1 0-16,2 1-16 0,-1 0-176 0,4 1 0 15,1-3 0-15,3 1 0 0,2-1 0 0,2-2-192 16,0-1 32-16,2-2 16 15,3-1-368-15,1-1-80 0,-5-9-16 0,9 4 0 16,0-1-848-16,1-3-160 0,1-3-48 0,1-1 0 16,0-3 864-16,1-1 160 0,0 0 48 0,0-4 0 15,-1-1 0-15,-1 0 0 0,0-1 0 0,-2 1 0 0,-1 0 384 16,-2 1 80-16,-1 0 128 0,1-1-208 0,-2 0 208 0,-1 0 128 16,-1 1 0-16,-1 2-128 0,0 2 352 0,-1 2-32 15,0 6-16-15,0-7 0 0,0 1-16 0,0 6 0 16,0 0 0-16,0 0 0 0,0 0-128 0,0 0-32 15,0 0 0-15,0 0 0 0,0 0-256 0,0 0-64 0,10 1-16 0,-1 2 0 16,0 0 80-16,0 3 128 16,1-1-208-16,2 1 80 0,1-4 128 0,1 0-208 0,1 1 80 0,-1-3 128 31,0-3-512-31,1 1 0 0,0-2 16 0,2-3 0 16,2-1-64-16,-1-1-16 0,-1-1 0 0,0-3 0 0,-2 0 144 0,2-3 32 0,-1-2 0 0,0-2 0 15,-2-2 400-15,0-1 0 0,-2-3 0 0,1 0-128 16,-1 1 128-16,-2-4 224 0,-1 0-48 0,1-1-16 15,-4-1 256-15,-1 1 48 0,-1 0 16 0,-1 3 0 0,-2 2 176 16,-1 2 48-16,-1 2 0 0,-2 2 0 0,-2 5 80 16,-2 4 32-16,1-2 0 0,-1 5 0 0,1 5-192 0,-1 2-48 15,1 2 0-15,-2 6 0 0,0 3-64 0,2 2 0 16,-3 6-16-16,-1 7 0 0,1 8-144 0,3 3-32 16,-2 3 0-16,0 5 0 0,-1 3 128 0,1 3 0 15,0 1 16-15,3-1 0 0,3 1-64 0,-1 0-16 16,2 1 0-16,1 1 0 0,0-2-208 0,0-2-48 15,0-4-128-15,0-1 192 0,0-4-192 0,1-1 128 16,0-4-128-16,1-6 0 0,0-5 0 0,1-3 0 16,-1-2-176-16,2-3 176 15,0-3-3072-15,0-1-512 0</inkml:trace>
  <inkml:trace contextRef="#ctx0" brushRef="#br0" timeOffset="67001.41">9151 5893 30399 0,'-12'-4'2704'15,"12"4"-2160"-15,-6 2-544 0,0-1 0 0,2 2 4512 0,4-3 800 0,-3 8 144 0,0 2 48 0,0 6-3680 0,2 2-736 16,-2 1-128-16,2 2-48 0,0 1-240 0,1-1-48 16,1 3-16-16,-1-1 0 0,1 1-240 0,1-2-48 15,-1-3-16-15,0 1 0 0,1-6-96 0,-1-1-16 16,0-2 0-16,1-3 0 0,-2-8-64 0,0 0-128 16,0 0 176-16,0 0-176 0,0 0 192 0,0 0-64 15,0 0 0-15,1-10-128 0,-1 0 192 0,1-2-192 16,0-1 192-16,2-1-192 0,0-2 0 0,1-2 0 15,1-3 0-15,3-1 0 0,-1-3 0 0,3-1 0 16,0-1-160-16,2-1 160 16,-1-2-832-16,2 6-32 0,-1 1-16 0,3 5 0 15,-1 4-1200-15,-1 3-240 0,-1 5-48 0,-1 5-16 16,1 6-3024-16,-3 4-608 0</inkml:trace>
  <inkml:trace contextRef="#ctx0" brushRef="#br0" timeOffset="67478.37">9302 6245 6447 0,'0'0'576'0,"0"0"-576"0,0 0 0 0,0 0 0 0,7-4 5792 0,-1-2 1056 0,2-1 192 0,0-3 64 16,-2 0-4032-16,2 0-784 0,1-1-176 0,2-1-16 16,-4-1-560-16,4-4-128 0,-1 1 0 0,1 1-16 0,-2 0-576 0,1 1-112 15,1-2-32-15,-1 1 0 16,-2-2-352-16,-2 0-80 0,2 0-16 0,-1 4 0 0,-2-1-64 0,-1 4-16 16,-1 1 0-16,-2 3 0 0,-2 2 48 0,1 4 16 15,-7-5 0-15,1 6 0 0,-1 4-16 0,-1 4-16 16,0 3 0-16,-1 2 0 0,-3 2-176 0,2 1 0 15,-2 1-160-15,2 3 160 0,1 3-144 0,2-1 144 16,2 0-128-16,2 1 128 0,2-6-192 0,4 0 64 16,1-1 0-16,2 3 0 15,3-6-768-15,3-1-128 0,2-4-48 0,3-2 0 16,2-3-432-16,4-4-96 0,2-4 0 0,1-3-16 16,3 1 592-16,-1-5 128 0,2-2 32 0,-2-2 0 0,-4-5 480 0,1-1 80 15,-3-2 32-15,0-2 0 0,-2 0 464 0,1-2 112 16,0-3 16-16,-3-3 0 0,-4 0 400 0,-1-3 96 15,0 0 16-15,-1-1 0 0,-1 1 352 0,-2-3 80 16,-1 2 16-16,-2 3 0 0,-2 4-64 0,-1 4-16 16,-2 5 0-16,-1 6 0 0,-3 4-224 0,-1 6-32 0,4 5-16 15,-6 1 0-15,1 5-192 0,-2 4-32 0,1 4-16 0,-2 7 0 16,-1 5-432-16,-1 7-96 0,0 2-16 0,1 3 0 16,0 2-144-16,1 1 0 0,0 2 0 0,2 2 0 15,0-4 0-15,4 1 0 0,-1 1 0 0,1-2 0 16,-1 1 0-16,2 0 0 0,-1-3 0 0,4-1 0 15,-4-4-784 1,2-2-144-16,0-3-32 0,-1-1 0 0,0-3-1024 16,1 0-192-16,-2-4-64 0,1-5 0 0,0-6-1376 0,-2-2-288 0,3-8-48 0,0 0-16 15</inkml:trace>
  <inkml:trace contextRef="#ctx0" brushRef="#br0" timeOffset="67905.77">9743 6245 13823 0,'-4'-23'608'0,"2"11"128"0,2 0-592 0,2-3-144 16,-1-1 0-16,3-1 0 0,0 3 7264 0,1 0 1424 15,2-2 272-15,-1 0 64 0,3 3-5824 0,0 1-1184 16,3 3-224-16,1 0-64 0,0-3-880 0,2 1-176 16,-4 0-32-16,4 2-16 0,-1 5-320 0,-1 2-64 15,1-2-16-15,1 4 0 0,-1 2-64 0,-1 2-16 16,0 2 0-16,-1 3 0 0,-2 4-16 0,-3 1 0 16,-1 2 0-16,0 2 0 0,-3-1 0 0,0 2 0 15,0 1 0-15,-2 0 0 0,-1-1-128 0,-1 2 0 16,-1-5 0-16,2-1 128 0,-1-2-128 0,0-1 0 15,-1-2 0-15,2-3 0 0,0-7 0 0,0 0-176 16,0 0 48-16,0 0 0 0,0 0-176 0,0 0-16 16,2-7-16-16,0-2 0 0,1-1-48 0,1-1 0 0,1-4 0 15,3-2 0-15,1-3 80 0,0-1 16 0,2-3 0 16,-1 0 0-16,3 2 144 0,1 1 144 16,1 2-208-16,0 0 80 0,-4 0 128 0,1 3 0 0,-1 3-144 0,0 4 144 15,-2 4 0-15,0 2 0 0,-3 2 160 0,-6 1-160 16,7 4 432-16,0 2-32 0,-2 2 0 0,0 4 0 15,-1 1-32-15,0 1-16 0,-2 3 0 0,2 0 0 16,-1-1-160-16,-1 1-16 0,0 1-16 0,-1 0 0 16,2 0-160-16,-1 1 0 0,1-2 0 0,0 1 0 15,-1-5-608-15,-1-1-208 0,1-3-32 0,-1 0-16 16,0-4-1152-16,-1-5-224 0,4 7-64 0,-4-7 0 16,0 0-1424-16,0 0-304 0,0 0-48 0,4-7-11728 15</inkml:trace>
  <inkml:trace contextRef="#ctx0" brushRef="#br0" timeOffset="68021">10302 5936 2751 0,'4'-36'128'0,"-3"20"16"0,0-1-144 0,2-2 0 16,0 2 0-16,-1 1 0 0,1 3 6576 0,1 5 1280 16,-2 0 256-16,-2 8 48 0,0 0-4624 0,0 0-912 15,0 0-192-15,0 0-48 0,0 0-1296 0,2 11-256 16,0 2-48-16,1 1-16 16,0 2-1504-16,0 2-304 0,0 2-64 0,0 1-11120 15,3 5-2240-15</inkml:trace>
  <inkml:trace contextRef="#ctx0" brushRef="#br0" timeOffset="69222.5">10521 6067 32127 0,'0'0'1424'0,"3"-7"304"0,-1 1-1392 0,1-1-336 15,-1-1 0-15,0 2 0 0,-1-5 1792 0,0 4 272 16,1-2 64-16,-1 1 16 0,-1 0-576 0,0 3-112 16,-3-1-32-16,3 6 0 0,0 0-336 0,-5-1-64 15,-3 1 0-15,2 1-16 0,1 2-160 0,-1 2-16 0,1 0-16 0,1 3 0 16,-2 1-512-16,2 3-112 0,0 1 0 0,4 2-16 15,-3-1-176-15,3 2 128 0,2 3-128 0,0 2 128 16,1 2-128-16,2 1 0 0,2 2 0 0,0 1 0 16,1 2 0-16,3 1 0 0,0 0 0 0,2 0 0 15,0 3 0-15,0 2 0 0,0 0 0 0,2 0 0 0,-3 0-320 0,-3 1-64 16,-1-4 0-16,-5 2 0 16,0-4-208-16,-4 0-48 0,-3-1-16 0,-3-1 0 15,1-4 400-15,-5-3 64 0,-2-2 32 0,-1-2 0 0,-2-2 160 0,2-4-192 16,-2-3 192-16,1-1-192 0,0-6-64 0,0 0 0 15,-1-3-16-15,3-5 0 16,-1 1-464-16,1-5-96 0,1-2 0 0,1-3-16 16,2 0 128-16,2-5 16 0,1-3 16 0,5-1 0 0,2-2 464 0,3 0 96 15,1-3 128-15,3-2-208 0,0 0 400 0,3-2 64 16,2 0 32-16,1 0 0 0,0 2 64 0,4-2 16 16,1 1 0-16,2 0 0 0,-1 0-112 0,4 0 0 15,-2 3-16-15,0 0 0 0,0 5 96 0,-2 3 32 16,-2 2 0-16,0 2 0 0,-1 4 80 0,-2 0 0 15,-3 2 16-15,-3 4 0 0,-2 5-160 0,-7 3-48 0,0 0 0 0,0 0 0 16,0 0-80-16,4 7-32 16,-1-1 0-16,-3 5 0 0,0 3-16 0,1 3 0 15,-2 1 0-15,0 2 0 0,-1-4-128 0,1 2 0 16,1-1 0-16,0 0 0 16,1-2-320-16,1 0-80 0,0-2-32 0,2 0 0 15,3-4-1504-15,1-1-304 0,1-3-64 0,0-2-16 16,3-3-800-16,-2-3-144 0,0-4-48 0,1 0 0 15,1-4 576-15,-2-1 112 0,0-3 32 0,1-1 0 16,-2-1 912-16,1-2 176 0,0-2 32 0,-1 0 16 0,-2-4 2976 0,0 2 592 0,-1 2 112 0,1 4 16 16,-3-1 1024-16,0 5 192 0,-2 3 32 0,1 5 16 15,-3 5-240-15,0 0-32 0,0 0-16 0,0 0 0 16,3 11-1040-16,-1 0-192 0,1 2-64 0,1 4 0 16,0 0-912-16,-2 3-192 0,1 1-48 0,1-2 0 15,-2 2-304-15,2-1-64 0,-1-1-16 0,0 1 0 0,0-1-176 16,0-3-32-16,1 0-16 0,-1-3 0 15,-1-4-160-15,0-1 160 0,-2-8-160 0,0 0 160 0,0 0-160 16,0 0 192-16,0 0-192 0,0 0 192 16,0 0-192-16,0 0 192 0,0 0-192 0,7-4 192 0,1-3-192 0,0-1 0 15,0-2-192-15,2-2 192 0,1-2-224 16,2-2 80-16,2-1 16 0,4 0 0 0,0 0-96 0,3-1-16 16,2 1 0-16,1 0 0 0,-1-1-16 0,1 2 0 15,-1-1 0-15,-2 4 0 0,-3 3 256 0,-2 2 0 16,-2 2-160-16,-2 2 160 0,-3 1 0 0,-2 3 0 15,-8 0 128-15,0 0-128 0,2 8 352 0,-2 2-16 16,-3 0 0-16,-3 3 0 0,-1 2 48 0,-4 3 0 16,-1 2 0-16,1 0 0 0,-5 0-208 0,2-1-48 0,1-1 0 0,1 0 0 15,1 0-128-15,4-3 0 16,1-1-160-16,2 0 160 0,1-4-320 0,1-3 48 0,2-7 0 0,0 0 0 31,5 6-800-31,3-2-144 0,0-3-48 0,1-2 0 16,2-3 496-16,0 0 80 0,2-4 32 0,2-1 0 15,-2-2 16-15,1 0 16 0,-2-2 0 0,0-2 0 0,-1-2 352 0,1 0 64 0,-1-2 16 16,-1 1 0-16,-1 1 192 0,0 1 0 16,0 2-160-16,-1-1 160 0,-1 2 0 0,-2 1 0 0,-1 2 0 0,-3 2 128 15,-1 8-128-15,0 0 160 0,0 0-160 0,0 0 160 16,0 0 128-16,0 0 32 0,0 0 0 0,-3 11 0 16,0-1-144-16,1 4-32 0,2-1 0 0,3 2 0 15,1 0-144-15,1-3 0 0,3 0 0 0,0 1 0 0,-1-4 0 16,3 0 0-16,1-2 0 0,2-2 0 0,2-2 0 0,0-3 0 15,2-2-144-15,0-2 144 0,2-1 0 0,-1-1 0 16,0-2 0-16,-1-3 144 0,0-3 144 0,-1 1 32 16,-1 0 0-16,0-4 0 0,-2 0 352 0,-2-3 80 15,1-2 16-15,-2-1 0 0,1-5-208 0,-2 0-48 16,0-2 0-16,-1-2 0 0,-1 1-224 0,-1 1-48 16,1 0-16-16,-4 5 0 0,-1 3-48 0,-1 4-16 15,-1 4 0-15,-1 5 0 0,-2 1 32 0,3 8 0 16,0 0 0-16,-6 2 0 0,0 5-192 0,0 3 192 15,-2 5-192-15,0 4 192 0,2 3-192 0,-1 2 0 16,-2-1 0-16,3 3 0 0,-1 4-128 0,2-2 128 16,0 0-160-16,1 0 160 15,0-5-1408-15,0 2-176 0,0 2-32 0,1-2-16 16,1 3-2336-16,-2-5-480 0</inkml:trace>
  <inkml:trace contextRef="#ctx0" brushRef="#br0" timeOffset="69469.64">11670 6085 28559 0,'-3'-13'1264'0,"3"13"272"0,3-7-1232 0,0 1-304 0,3-1 0 0,2 1 0 16,-1-1 4448-16,4 1 832 0,-1-3 160 0,3 2 48 15,2 1-3376-15,0-1-688 0,1 1-128 0,0 0-16 16,-1 1-704-16,1 0-144 0,1 0-32 0,-2 2 0 16,-2 3-16-16,-1 2-16 0,-1 0 0 0,-4 2 0 15,0 1-80-15,-2 4-16 0,-1 1 0 0,-1 1 0 16,-3 2-144-16,-2 2-128 0,0-1 192 0,-1 3-192 15,1-1 160-15,-2 2-160 0,0 0 128 0,1 0-128 16,1-2 0-16,0-2 0 0,1-1-144 0,1-2 144 16,0-2-1280-16,1-3-160 0,-1-6-32 0,4 4 0 15,1-1-1936-15,3-2-400 0,4-2-80 0,0-3-15120 16</inkml:trace>
  <inkml:trace contextRef="#ctx0" brushRef="#br0" timeOffset="69716.31">12061 6024 3679 0,'0'0'320'0,"0"-7"-320"16,0 2 0-16,1-1 0 0,-1 6 7376 0,0 0 1408 15,0 0 288-15,0 0 48 0,0 0-6224 0,0 0-1232 16,0 0-256-16,5 6-64 0,-5-6-160 0,8 9-32 16,-1 0-16-16,-1 3 0 0,-1 1-400 0,-1 1-80 15,0-1-16-15,0 2 0 0,-1 0 64 0,-1-2 16 16,0 0 0-16,-1 1 0 0,0-3-144 0,0-2-16 16,-1 1-16-16,0-3 0 0,0-7 0 0,0 0 0 15,0 0 0-15,0 0 0 0,0 0-96 0,0 0-32 16,0 0 0-16,0 0 0 0,3-4-96 0,0-3-32 15,-2-3 0-15,3 1 0 0,1-1-80 0,3-2-16 0,1-1 0 0,1-1 0 16,2-2-64-16,3-1-128 0,1-2 176 0,4-4-176 16,1-3 128-16,4-1-128 0,2-2 0 0,2-1 0 15,2-4-1392 1,6 2-336-16</inkml:trace>
  <inkml:trace contextRef="#ctx0" brushRef="#br0" timeOffset="70176.98">13126 5814 10127 0,'0'0'896'0,"0"0"-704"16,-5 0-192-16,5 0 0 0,0 0 8752 0,0 0 1712 0,-3 5 352 0,0 3 64 15,-1 2-7760-15,2 2-1552 0,-1 4-304 0,1 3-64 16,-2 2-304-16,0 3-48 0,1 0-16 0,1 1 0 16,-2 0-528-16,1-2-112 0,3-2-32 0,0-1 0 15,-1-3-160-15,1-2 0 0,1 1 0 0,0-4 0 16,1-3-688-16,-2-9-208 0,-2 6-64 0,2-6 0 15,0 0-1728-15,0 0-368 0,0 0-64 0,6-7-10928 16,-1-1-2192-16</inkml:trace>
  <inkml:trace contextRef="#ctx0" brushRef="#br0" timeOffset="70522.66">13183 5810 13823 0,'3'-9'1216'0,"-1"-4"-960"16,1 0-256-16,0 2 0 0,2 0 4992 0,0 1 944 16,0 3 192-16,2 0 32 0,-2 1-4256 0,3-1-864 15,1 3-160-15,0 2-48 0,0-1-608 0,2 2-224 16,-1 1 144-16,-1 0-144 0,2 1 0 0,-1 0 0 15,0 1 0-15,0 0 0 0,-3 1 320 0,0 1 16 16,-3 2 16-16,-2 1 0 0,-2-7 992 0,0 9 192 0,-1 1 32 0,-3-1 16 16,-2 3 96-16,-2 1 32 15,-3 0 0-15,1 0 0 0,-3 0-640 0,0 0-128 16,-1 2-32-16,1-2 0 0,1-2-400 0,1 0-96 16,2-1-16-16,1-1 0 0,3 2-208 0,1-5-64 15,4-6 0-15,0 0 0 0,0 0-128 0,4 8-176 0,1-3 48 16,5 1 0-16,1-1 128 0,4-5 0 15,0 2 0-15,0 2 0 0,3-4-128 0,-1 0 0 16,0 0 0-16,0 2 0 0,-2 0 128 0,0 3 0 16,-2 2 0-16,-3-2 0 0,-1 0 0 0,-1 1 0 0,-3 0 0 0,-1 2 0 15,0 1 0-15,-2 0 176 0,-2 2-48 0,-3 0 0 16,-1-1-128-16,-1-1 0 0,-2-2 0 0,1 4 0 16,-2-2 0-16,0 0 0 0,0-1 0 0,0-1 0 15,2-2-1120-15,1 0-256 0,5-5-48 0,0 0-16 16,0 0-3072-16,4 5-608 0,9 3-128 0,9-12-32 0</inkml:trace>
  <inkml:trace contextRef="#ctx0" brushRef="#br0" timeOffset="70722.31">13998 5498 34095 0,'0'0'3024'0,"0"0"-2416"16,0 0-480-16,0 0-128 0,0 0 3648 0,0 0 704 15,0 0 128-15,0 0 48 0,0 0-2192 0,0 0-432 16,0 0-96-16,1 12-16 0,-1 1-1152 0,-1 1-256 15,-3 5-32-15,1 0-16 0,1 2-80 0,-2 1 0 16,-3 2-16-16,2 3 0 0,0 3-240 0,0 1-208 16,-2 1 32-16,1 0 16 0,1 0 32 0,-1-1 0 15,0 1 0-15,-1 0 0 16,1-5-1152-16,-1-1-240 0,-1-2-32 0,3-1-16 16,1 1-2384-16,-1-5-464 0,-1-1-112 0</inkml:trace>
  <inkml:trace contextRef="#ctx0" brushRef="#br0" timeOffset="71048.52">13791 5899 10127 0,'0'0'896'0,"4"-7"-704"0,1-1-192 0,1-1 0 16,3-1 7520-16,3-1 1472 0,1 1 288 0,2-1 64 15,0 1-6080-15,4 0-1232 0,0-1-240 0,1 3-64 16,-1-2-624-16,2 3-128 0,-1 1-16 0,-1 1-16 16,1 1-224-16,-2 1-32 0,-2 2-16 0,1-2 0 15,-3 3-192-15,-1 3-32 0,-1-1-16 0,-2 5 0 16,-1 2-192-16,-1 1-48 0,-3 1 0 0,-1 2 0 15,-3 1-64-15,-1 3 0 0,-2 0-128 0,-3 3 192 16,-1 1-64-16,-3 1-128 0,-1 1 176 0,1-1-176 16,1-5 128-16,1 0-128 0,1-4 0 0,1 0 0 0,1 0 0 0,2-1 0 15,2-3 0-15,3 0 0 0,-3-9-144 0,7 3-48 16,0 1 0-16,3-4 0 0,-1 1-112 0,2-2-16 16,1-3-16-16,1-3 0 0,1-2 80 0,1-1 32 15,-1-2 0-15,1-1 0 0,-1-2 224 0,-1-1 0 16,-1-4 0-16,-2 3-144 0,-1-4 144 0,-2 3 0 15,-3 3 0-15,-2 0 0 0,-2 1 0 0,-2 2 0 16,-4 0 0-16,-1 3 0 16,-3 3-1536-16,-1-2-256 0,-1 4-64 0</inkml:trace>
  <inkml:trace contextRef="#ctx0" brushRef="#br0" timeOffset="71511.45">15067 5648 29487 0,'-12'-4'1296'0,"12"4"288"0,-6 4-1264 0,2 0-320 0,4-4 0 0,-1 9 0 0,-2 2 4608 0,0 2 848 15,2 4 176-15,0 2 48 0,-1 2-3312 0,0 3-640 16,-3-1-144-16,2 1-32 0,2-2-928 0,2-1-192 15,2-3-48-15,1-1 0 0,-1-3-192 0,0-2-64 16,0-3 0-16,-3-9 0 0,0 0 64 0,0 0 0 16,0 0 0-16,0 0 0 0,0 0 0 0,8-3 0 15,-2-2 0-15,-1-3 0 0,0-3-192 0,1-1 128 16,-1-4-128-16,1-1 128 0,2 0-80 0,0-6-48 16,1-2 0-16,2-2 0 0,0-5 0 0,2 0 0 15,2-2 0-15,0 3 0 16,1 1-464-16,1 2-96 0,0 4-16 0,0 0 0 15,-3 3-1504-15,-1 6-304 0,-2 2-64 0,-1 7-16 16,-10 6-3392-16,7 7-672 0</inkml:trace>
  <inkml:trace contextRef="#ctx0" brushRef="#br0" timeOffset="72250.45">15248 5857 3679 0,'0'0'160'0,"0"0"32"15,0 0-192-15,0 0 0 0,7-3 0 0,1-1 0 0,-1-2 9280 0,3-1 1792 0,-1-4 384 0,1-1 64 16,2-1-8256-16,0-2-1664 0,1 0-320 0,1-3-64 15,0-5-512-15,1 3-96 0,-1-4-32 0,0 1 0 0,-1 2-320 0,2 0-64 16,-2 3 0-16,-2-1-16 0,0 4-176 0,-5-1 0 16,1 4 0-16,-3 5 128 0,-4 7-128 0,0 0 0 15,-4 3 0-15,-4 5 128 0,-2 4 128 0,-2 4 0 16,-1 3 16-16,-1 5 0 0,-1 2-16 0,1 1-16 16,0 1 0-16,1-1 0 15,2 0-64-15,2-2-16 0,2-3 0 0,4-1 0 0,0 0-160 0,3-3 0 16,1-2 0-16,3-6 0 15,3-1-432-15,0-2-64 0,4-3-16 0,2-3 0 16,1-2-1184-16,3-3-240 0,0-3-48 0,1-2-16 16,2-1 784-16,0-5 144 0,-1 1 48 0,1 0 0 15,-3-4-128-15,0-3 0 0,1-1-16 0,-4 1 0 0,-2 0 1040 0,0 1 128 16,-2 3 176-16,-1-1-48 0,-2 1 1072 0,-2 4 208 16,-2 3 32-16,-1 3 16 0,-2 7 352 0,0 0 80 15,0 0 16-15,0 0 0 0,0 0-528 0,-2 9-96 16,-2-1-32-16,0 4 0 0,-2 5-576 0,1 2-112 15,0 5-32-15,0-2 0 0,-2 0-176 0,2 2-32 16,1 0-16-16,0 0 0 0,0-5-144 0,2 1-32 16,0-3 0-16,1-1 0 0,0-2-128 0,0-4 0 0,1-1 0 0,0-9 128 15,0 0-128-15,0 0 0 0,0 0 0 0,0 0 0 16,0 0 0-16,0 0 0 0,0 0-176 0,6-4 176 16,-1-2-192-16,0-3 64 0,1 0 0 0,-1-6 0 15,1-2-48-15,4-2 0 0,-1-5 0 0,2-2 0 16,2-1 32-16,2 0 0 0,0-1 0 0,1 2 0 15,-2 1 144-15,1 5-160 0,-1 1 160 0,-1 6-160 16,-1 3 160-16,-2 3 0 0,-2 5 0 0,-8 2-128 16,7 6 128-16,-2 5 176 0,-1 2-48 0,-2 4 0 0,0 2 64 0,-1 5 16 15,0 2 0-15,1 1 0 0,-5 2-208 0,2-3 176 16,-2-1-176-16,2-2 160 0,1 2-160 0,0-4 0 16,-2 1 0-16,2-5 128 0,2-3-128 0,0-2 0 15,0-4 0-15,-1 0 0 0,-1-8 0 0,0 0 0 16,0 0 128-16,0 0-128 0,0 0 0 0,7-6 0 15,-2 0-192-15,1-3 192 0,1-2-208 0,1-2 80 16,-1-1 128-16,3-6-208 0,1 1 16 0,1-3 16 16,1-2 0-16,1-3 0 0,2-3-16 0,0 1-16 15,-1 0 0-15,-2 5 0 0,0 3 64 0,-2 4 16 16,-2 5 0-16,-1 4 0 0,-2 0 128 0,-6 8-128 16,0 0 128-16,0 0-128 0,4 11 128 0,-1 3 0 15,-2 3 0-15,-2 1 0 0,1 2 0 0,0 1 128 16,0 0-128-16,1 0 0 15,2-1-896-15,1 1-240 0,0-1-48 0,3-5-14496 16,5 0-2880-16</inkml:trace>
  <inkml:trace contextRef="#ctx0" brushRef="#br0" timeOffset="72698.07">16355 5715 17503 0,'-4'-12'768'0,"4"12"176"0,-4-6-752 0,0 0-192 0,-1 1 0 0,-1 4 0 15,-2 2 7712-15,-3 4 1504 0,-2 3 320 0,0 3 48 16,-1 3-6496-16,-3 2-1296 0,-1 2-256 0,0 1-48 15,1 1-848-15,1 1-192 0,2-2-16 0,2 1-16 16,0-3-416-16,4 0-192 0,2-2 0 0,2 0 16 16,3-4 176-16,2-1 0 0,-1-10 0 0,4 7 0 15,-4-7-448-15,9 4-48 0,1-4-16 0,2 0 0 16,0-2-256-16,1-2-48 0,0-1-16 0,0-3 0 16,0-3 240-16,0 1 32 0,0-4 16 0,1-2 0 15,2 0-96-15,0-3-32 0,-2-1 0 0,0 1 0 0,-2-1 304 0,-1 1 64 16,-1 0 16-16,-1 2 0 0,-1 4 416 0,-2 0 96 15,0 3 16-15,-2 3 0 0,-1 1 512 0,-3 6 96 16,3-7 32-16,-3 7 0 0,0 0-96 0,0 0-16 16,0 0 0-16,1 8 0 0,-1 1-288 0,2 3-64 15,-2 2-16-15,1-1 0 0,-1 4-144 0,1-2-48 16,1 2 0-16,-1 1 0 0,0-4-32 0,0 2-16 16,3-3 0-16,0-1 0 0,0-1-160 0,1-2 0 15,1 2 0-15,0-6 0 0,-6-5 128 0,9 3 0 16,-1-2 0-16,0-1 0 0,0-1-128 0,-2-2 0 15,2-2 0-15,-1-2 0 0,-1 1 0 0,2-5 0 16,-2 1 0-16,2-2 0 0,-1-1 0 0,1-1 0 16,-1-2 0-16,3-3 0 0,-1-5 0 0,1 1-192 15,1-2 64-15,0 3 128 16,-2-2-1024-16,1 6-64 0,-3 4-32 0,1 1 0 16,-4 2-1808-16,1 2-352 0,-5 9-80 0,8 4-17056 0</inkml:trace>
  <inkml:trace contextRef="#ctx0" brushRef="#br0" timeOffset="72941.47">16668 5823 23951 0,'0'0'1056'0,"0"0"224"0,0 0-1024 0,0 0-256 0,0 0 0 0,9 0 0 0,-1-1 4752 0,1-3 896 16,0-3 176-16,2-1 48 0,0-1-3376 0,1-2-688 15,-1-2-128-15,0-2-16 0,1-2-928 0,1 0-176 16,0-4-48-16,0 2 0 0,1-1-304 0,0 1-64 16,-3 2-16-16,1 1 0 0,-2 1-128 0,-2 3 0 15,-4 1 0-15,-1 5 128 0,-3 6-128 0,0 0 128 16,-9 4-128-16,-1 5 128 0,0 5 176 0,0 3 16 15,-1 5 16-15,1 2 0 0,-1 1-208 0,2 1-128 16,1 0 160-16,3 0-160 0,1-1 128 0,3-1-128 16,2 0 0-16,3-3 0 0,3-2 0 0,1-1-192 15,2-2 16-15,3-4 0 16,3-6-1344-16,2-2-272 0,3-2-48 0,2-4-16 16,3-2-736-16,2-2-160 0,3-1-16 0</inkml:trace>
  <inkml:trace contextRef="#ctx0" brushRef="#br0" timeOffset="74027.64">17453 5397 38527 0,'2'-24'1712'0,"0"12"336"0,-1 1-1632 0,0-1-416 16,-1 0 0-16,0 3 0 0,0 1 3120 0,0 3 528 15,0 5 128-15,0 0 0 0,0 0-1920 0,0 0-400 16,0 0-80-16,-2 11-16 0,-1-1-800 0,-1 6-176 16,2 3-16-16,-1 5-16 0,0 2-160 0,0 4-16 15,-1-3-16-15,0 2 0 0,0 1-160 0,0 0 0 0,-1 0 0 0,1 1 0 16,1 0 0-16,2 1 0 0,-2-4 0 0,2 1 112 15,0-2-112-15,-1-6 0 0,2-3 0 0,-1-2 0 16,0-3 0-16,1-1 0 0,2-6 0 0,-2-6 0 16,0 0 0-16,0 0 0 0,0 0 0 0,0 0 0 15,0 0 0-15,0 0 0 0,0 0 0 0,0 0 0 0,7-6 0 0,-1-7 0 16,1 0 0-16,1-2 0 0,0 0 0 0,2-3 0 16,2-3 0-16,3 0 0 0,2-4 0 0,2 2-192 15,0-2 192-15,1 1-208 0,-2 5 16 0,-1-1 16 16,1 3 0-16,-1 4 0 0,-3-2 32 0,-1 2 0 15,-2 1 0-15,-1 5 0 0,-2 5 144 0,-8 2-192 16,0 0 192-16,0 0-192 0,8 6 192 0,-3 1 0 16,-5-7 0-16,1 13-128 0,2 1 128 0,-2 3 0 15,1 1 0-15,-1 1 0 0,0-2 0 0,1 1 0 16,1-3 0-16,0 6 0 0,1-2 0 0,1-1 0 16,2-1 0-16,1-3 0 0,-1-1 0 0,3-1 0 15,-1-2-144-15,2-2 144 0,1-3-256 0,1-1 0 16,1-1 16-16,2-3 0 0,-3-4-112 0,1 1-32 15,2-6 0-15,-2 3 0 0,1-2 128 0,-1-3 32 16,1 2 0-16,-1-4 0 0,0-4 224 0,-1 0 0 16,0-2-160-16,0-2 160 0,-1-1 0 0,-2 1-176 15,1 0 176-15,-2 1-128 0,-4 0 128 0,-1 0-160 0,-3 3 160 16,1 3-160-16,-2 2-16 0,-3 6 0 16,3 6 0-16,0 0 0 0,-6-2 176 0,-2 2-128 0,-1 8 128 0,1 1-128 15,0 4 128-15,-1 0 192 0,-2 3-32 0,4 2-16 16,1 2 112-16,3-1 0 0,0 2 16 0,3 1 0 15,3-2-16-15,0 1 0 0,4-3 0 0,3-1 0 16,0-3-80-16,1-3-32 0,2-1 0 0,3-2 0 0,2 0-144 16,2-2 128-16,-1-1-128 0,3-2 128 15,1-2-128-15,0-1 0 0,1-2 0 0,-1-2 0 0,2-1 0 16,-2-1 0-16,1-3 128 0,-2-2-128 0,0-2 0 0,0-2 0 16,0-3 0-16,-1 0 0 0,-1-2-256 0,-2 2 64 15,-2 0 0-15,-5 2 16 0,-4 2-48 0,-3 1-16 16,-4 2 0-16,-5 3 0 0,-4 6 240 0,-7-1 0 15,-2 6 0-15,-3 3 0 0,-5 2 224 0,1 4 32 16,0 2 16-16,2 2 0 0,-2 1-80 0,3 1-32 16,2 0 0-16,5 1 0 0,2-1 0 0,2-4 0 15,2 0 0-15,4 1 0 0,2-3-160 0,3-2 0 16,1-1 0-16,2-1 0 0,-3-8-240 0,9 5 32 16,2 0 0-16,0-3 0 0,1-4-112 0,1 2-32 15,1-4 0-15,2 2 0 0,2-5 16 0,-1 1 0 16,-1-3 0-16,0-2 0 0,-1-2 80 0,1-1 0 15,-2-2 16-15,1 1 0 0,-2-1-96 0,-2 2-32 16,0 1 0-16,-3 2 0 0,-2 3 0 0,-2 3 0 16,-4 5 0-16,0 0 0 0,0 0 368 0,0 0 0 15,-5 9 0-15,0 3 0 0,-1 2 432 0,1 2 48 0,1 1 16 0,2 0 0 16,0 0 16-16,2 0 0 16,0-2 0-16,3 0 0 0,2-2-288 0,2-2-48 15,-1-1-16-15,2-4 0 0,2-1-160 0,3-1 0 16,2-1-160-16,-1-2 160 0,0-1-192 0,2-1 48 15,0-6 16-15,-3 2 0 0,2-3 128 0,1-1 0 0,-2-3 0 16,1-1-128-16,-2-2 128 0,0-2 128 0,0-5-128 0,0-2 176 16,0-1 0-16,4-7 0 0,-1-1 0 0,-2-1 0 0,-1-1 64 15,-1-1 16-15,-1-1 0 0,0 3 0 0,-3 2 64 0,-2 3 32 16,-1 4 0-16,-1 6 0 0,-2 3 64 0,-2 4 16 16,-2 4 0-16,0 3 0 0,2 5-144 0,0 0-32 15,-7 3 0-15,1 6 0 0,-1 3-256 0,-1 5 160 16,0 2-160-16,1 5 128 0,0-1-128 0,1 2 0 15,-1 1 0-15,1 1 128 0,-1 2-128 0,2 0 0 16,0-2 0-16,-1 2 0 0,1-3 0 0,1 0-144 16,2-3 144-16,-1 1-208 15,-1-3-1328-15,3-2-272 0,-2 1-48 0,2-7-22144 16</inkml:trace>
  <inkml:trace contextRef="#ctx0" brushRef="#br0" timeOffset="74193.63">18582 5569 49471 0,'-3'-7'2192'0,"2"5"448"0,1 2-2112 0,0 0-528 16,0 0 0-16,0 0 0 0,6-2 1488 0,2 0 192 15,0 2 48-15,4-3 0 0,1 1-864 0,1 0-160 16,5 0-48-16,1-1 0 0,4 0-496 0,1 1-160 0,3-2 0 0,10-1 0 16,-8 1 0-16,4-1 0 0,1-2 0 0,3 0-17136 15,1 1-3536 1</inkml:trace>
  <inkml:trace contextRef="#ctx0" brushRef="#br0" timeOffset="74717.84">19886 5389 7359 0,'-2'-9'656'0,"1"-3"-528"15,1-2-128-15,0-1 0 0,1 0 7776 0,12-4 1520 16,8 5 304-16,-4-2 64 0,-8 1-6112 0,-4 0-1232 16,-1 2-240-16,-2 2-48 0,-2 0-784 0,-2 2-160 0,-2 3-16 0,-2 2-16 15,-3 2-352-15,-2 6-80 0,0 4-16 0,-2 3 0 16,-4 3-224-16,-4 7-32 15,-1 6-16-15,-2 6 0 0,-1 3-176 0,-1 5-32 0,0 0-128 0,2 1 192 16,3 2-192-16,2 1 144 0,4-2-144 0,3-3 128 16,3-1-128-16,2-2 0 0,2-3 0 0,3-4 0 15,-2-2 0-15,2-3 0 0,1-1 0 0,0-4 0 16,1-3-496-16,-2-2-80 16,1-4 0-16,-1 1-16 0,-1-3-736 15,2-1-144-15,1-8-16 0,-4 7-16 0,0-2-928 0,4-5-176 0,-8-3-32 0,0-1-16 16,0 0-2368-16,2-3-480 0,-9-18-80 15,6-8-32-15</inkml:trace>
  <inkml:trace contextRef="#ctx0" brushRef="#br0" timeOffset="75606.08">19527 5612 26719 0,'1'-17'1184'0,"1"12"240"0,-2 5-1136 0,2-7-288 15,2 1 0-15,3 0 0 0,-1 1 5680 0,1-3 1072 16,1 2 224-16,1 1 32 0,0 1-4592 0,3 0-928 16,1-1-176-16,0 1-32 0,4 1-848 0,1 2-176 15,0-2-16-15,0 3-16 0,1 3-96 0,-1-2-128 16,-1 2 176-16,-2 2-176 0,0 1 144 0,-1 2-144 15,-2 0 0-15,-2 1 144 0,-2 2-144 0,-1 2 0 16,-2 0 144-16,-3 1-144 0,2 0 0 0,-1-1 0 16,-2 0 0-16,1 2 128 0,-2-2-128 0,0-3 0 15,0-1 0-15,1-1 128 0,-1-8-128 0,0 0 0 16,0 0 0-16,0 0 128 0,0 0-128 0,0 0 0 16,0 0 0-16,0 0 0 0,5-4 0 0,2-1 0 15,-1-3 0-15,1-2 0 0,-1-2 0 0,3-1 0 16,2-3 0-16,2 1 0 15,2-5-496-15,1 1-64 0,1-2-16 0,0 1 0 16,0 3-1024-16,0 0-224 0,-2 4-32 0,0 3-16 16,-2 2-1008-16,-1 3-208 0,-2 0-48 0,2 2 0 15,-2 2 2048-15,-1 1 384 0,-1 1 96 0,0 0 16 0,0 1 592 0,0 0 0 0,-1-2 224 0,1 2-64 16,0-1 1088-16,0 0 224 0,-8-1 32 0,8 3 16 16,-8-3 288-16,6 4 64 0,-6-4 16 0,4 9 0 15,-4 1-336-15,-2 3-64 0,-4 3-16 0,-1 2 0 0,-3 2-560 16,0 1-112-16,-2-1-32 0,0 3 0 0,-1-1-336 0,3 0-80 15,2 0-16-15,-1-2 0 0,1-2-208 0,2-1-128 16,2-5 128-16,4-1-128 0,-1-2 0 0,1-2 0 16,0-7 0-16,0 0 0 0,6 4 0 0,2-4 0 15,1-3 0-15,1-1-128 16,2-2-384-16,1-2-80 0,2-2-16 0,1-2 0 0,1-5 208 0,2-1 32 16,-1-1 16-16,0 0 0 0,0-2 144 0,1 0 16 15,-1 0 16-15,-1 4 0 0,0 0 176 0,-3 4 0 16,-2 4 0-16,-2 1 0 0,-2 2 176 0,-1 1 64 15,-7 5 16-15,0 0 0 0,0 0 208 0,0 0 48 16,1 9 16-16,-1 4 0 0,0-2-176 0,-1 5-32 16,-3 0-16-16,0 1 0 0,0 2-144 0,0 1-32 0,-1-1 0 0,2 0 0 15,1-4-128-15,-1 1 128 16,0-2-128-16,2-1 128 0,1-4-128 0,0 1 0 16,-1-3 0-16,1-7 0 0,0 0 128 0,0 0-128 15,0 0 0-15,0 0 128 0,0 0-128 0,0 0 0 16,8 0-192-16,-1-4 192 0,3-2-160 0,-1-3 160 15,1-3 0-15,2-1-144 0,1-3 144 0,1-2-128 0,3-3 128 0,1-1-128 16,1-3 128-16,-1-1-208 0,0 0 80 0,0 3 128 16,-1 3-192-16,-1 5 192 0,-3 3-160 0,-1 4 160 15,-3 3 0-15,-1 3 0 0,-8 2-128 0,0 0 128 16,5 12 0-16,-2 1 192 0,-5 0-48 0,1 4 0 16,-2 0 16-16,1 3 0 0,-1-5 0 0,-1 2 0 0,0 0-160 0,2 0 0 15,0-1 144-15,1-3-144 0,0-1 0 0,2-2 0 16,2-2 0-16,-3-8 128 0,0 0-128 0,0 0 0 15,8 4 0-15,-2-3 0 0,1-2 0 0,-1-3-128 16,2-3 128-16,1 0-128 0,1-1 128 0,1-1 0 16,-1-3-144-16,2-2 144 0,1-3 0 0,1 0 0 15,2-2 0-15,0 0 0 0,2 1 0 0,0 1 0 16,0 1 0-16,-1 4 0 0,-1-1 0 0,-3 5 0 16,-1 3 0-16,-3 3 0 0,-1 2 0 0,-8 0 0 15,8 7 0-15,-3 4 0 0,-3 1 0 0,0 2 0 16,-2 3 0-16,0 1 0 0,-2-1 0 0,1 0 0 15,1 1 0-15,0-1 0 16,1 3-320-16,2-5-80 0,1 2-32 0,1 0 0 16,2-6-2064-16,4-1-400 0,2 1-96 0</inkml:trace>
  <inkml:trace contextRef="#ctx0" brushRef="#br0" timeOffset="76084.91">21612 5367 22111 0,'0'0'1968'0,"0"0"-1584"0,-3-4-384 0,1 1 0 16,-2-2 6064-16,-2 2 1120 0,0 3 240 0,-2 2 32 16,0 2-4320-16,-1-1-880 0,-1 4-160 0,-2 2-48 15,-1 3-1216-15,-4 3-256 0,-3 2-64 0,1 4 0 16,1 3-320-16,-2 1-192 0,0-1 192 0,2 1-192 16,3-1 128-16,0-2-128 0,2 0 0 0,4 0 0 15,3-1-224-15,0 0-96 0,4-4-32 0,2-3 0 31,2-1-672-31,4-4-144 0,1-2-32 0,4-2 0 0,2-2-1232 0,4-3-256 0,5-2-64 16,3-3 0-16,3 0-1072 0,2-4-208 0,-1-3-64 0,-2-1 0 16,0 1 1936-16,-4-3 384 0,-1-6 80 0,-1-1 16 0,-1-2 2320 0,-1 1 480 15,-3-1 96-15,-1 3 0 0,0 2 1728 0,-5 3 320 16,-2 2 80-16,-3 1 16 0,-2 4 32 0,-2 2 16 16,-2 2 0-16,1 5 0 0,-7 0-1360 0,1 4-256 15,-3-3-64-15,0 6-16 0,-3 2-1040 0,0 1-208 16,0 2-32-16,-1 1-16 0,0 1-288 0,0 1-128 15,1 0 0-15,3 0 128 0,2-5-128 0,1 2 0 16,4-2 0-16,2-1 0 0,1 2 0 0,3-2 0 16,2-1 0-16,2-2 48 0,3-2-208 0,0-1-32 15,2-1 0-15,2-2 0 0,0 0-128 0,1 0-16 16,0 0-16-16,-2-2 0 0,0-2 0 0,-1-1 0 16,-1-2 0-16,-1 1 0 0,-2-2 160 0,-1 0 16 15,-2 0 16-15,-1-2 0 0,-1-1 160 0,-1-2 0 16,-1-1 0-16,1 1 0 15,0 1-768-15,-1-1-128 0,1-1-32 0,-1-3 0 16,1-2-2080-16,2 1-432 0,2-4-80 0</inkml:trace>
  <inkml:trace contextRef="#ctx0" brushRef="#br0" timeOffset="76264.35">22075 5146 26719 0,'0'0'2368'0,"0"0"-1888"0,0 0-480 0,0 0 0 16,0 0 4560-16,0 0 816 0,0 0 176 0,0 8 16 0,-3 3-2816 0,0-1-576 15,1 4-128-15,-2 5 0 16,-1 0-896-16,-2 5-192 0,1 2-16 0,-1 1-16 0,1 3-416 0,-1 0-96 15,2-3-16-15,0 2 0 0,-2-1-400 0,2 0 0 16,0-4-224-16,2-1 80 0,2-1 144 0,1-1-128 16,0-1 128-16,2-1-128 15,4 0-832-15,-1-1-144 0,1-4-48 0,2 2 0 16,1-6-1904-16,3 2-384 16,4-4-80-16,1-3-16976 0</inkml:trace>
  <inkml:trace contextRef="#ctx0" brushRef="#br0" timeOffset="76643.3">22433 5446 48671 0,'0'0'1072'0,"-13"-12"208"0,13 5 64 0,1-1 16 0,1-1-1088 0,-4 2-272 16,0 1 0-16,-2-1 0 0,-1 2 1504 0,-2 2 240 15,-2 2 48-15,-3 4 16 0,0 2-960 0,-2 3-192 16,-3 1-32-16,-2 4-16 0,-2 2-320 0,0 4-64 16,3-4-16-16,1 4 0 0,1-2-208 0,3 1 128 15,3-3-128-15,2 1 0 0,1 0 0 0,5-2 0 16,2 2 0-16,1-3-160 0,4-4-112 0,2 0-32 15,1-2 0-15,1-2 0 16,1-1-208-16,3-2-64 0,1-2 0 0,2-2 0 16,1-2 0-16,0-3-16 0,0-1 0 0,1-2 0 0,2-2 272 0,-1-1 48 0,1-4 16 0,-1-2 0 15,1-3 256-15,1-3 0 0,-2-1-128 0,1-4 128 16,0 0 0-16,-2 0 0 0,-1-2 0 0,1 2 0 16,-4 1 128-16,-1 2 0 0,-2 4-128 0,-5 5 192 15,-2-1 208-15,-1 8 48 0,-2 3 0 0,-1 8 0 16,0 0 64-16,0 0 32 0,0 0 0 0,-6 6 0 0,-1 6-160 15,-1 4-48-15,0 2 0 0,2 4 0 0,1 3-160 0,-1 1-48 16,-1 0 0-16,1 2 0 0,1-2-128 16,3 0 0-16,0 0 0 0,2-3 0 0,3-1 0 0,0 1-144 15,-1-3 144-15,3-1 0 16,4-2-976-16,3-2-96 0,3 0-16 0,1-1-15184 16,7-2-3056-16</inkml:trace>
  <inkml:trace contextRef="#ctx0" brushRef="#br0" timeOffset="77218.58">23472 5393 27647 0,'0'0'1216'0,"4"-5"256"0,1-3-1168 0,-1-1-304 0,-3-1 0 0,2 1 0 15,1-1 3584-15,-1-1 672 0,-2 1 128 0,0 0 32 0,-2-1-1488 0,1-2-304 16,0 4-48-16,-1 1-16 0,-2-1-1312 0,-2 1-272 16,-2 2-48-16,-2 1-16 0,-3-1-464 0,1 4-112 15,-5-2-16-15,-6 2 0 0,-2 2-320 0,7 3 128 16,-2 1-128-16,1 3 0 0,1-1 0 0,0 3 0 15,4 0 0-15,1 3 0 0,2-2 0 0,0 5 0 16,3-2-144-16,4 1 144 0,2-1 0 0,3 2-176 16,5-2 176-16,2-3-128 0,5 0 128 0,2 2-192 15,3-5 192-15,1 2-192 0,-2-1 192 0,3-1 0 16,1 1-144-16,0 0 144 0,-2-1 0 0,-3-2 0 16,0-1 0-16,-3 1 0 0,-2 3 0 0,-4 0 0 15,-2 1 0-15,-2-3 0 0,-2 3 0 0,-4-1 128 16,-2 1-128-16,-5 3 128 0,-3 0 0 0,-1 1 0 15,-2 1 0-15,-1-1 0 0,0-5-128 0,0 1 0 0,-3-2 0 16,2 1 0 0,3-1-1216-16,1 1-160 0,0-3-32 0,3-1-16 15,2 0-2736-15,1-1-560 0</inkml:trace>
  <inkml:trace contextRef="#ctx0" brushRef="#br0" timeOffset="77633.03">23643 5302 16575 0,'0'0'1472'0,"0"0"-1168"0,0 0-304 0,0 0 0 15,0 0 7472-15,8 6 1424 0,-4 2 304 0,-2 2 48 0,0 2-5968 0,-2 1-1184 16,-2 5-240-16,-2 4-64 16,-2 5-960-16,-2 1-192 0,-2 2-32 0,-1-1-16 0,-1 0-368 0,-1 1-80 15,0 1-16-15,2-1 0 0,0-3-80 0,1-1-48 16,1 0 0-16,1-2 0 0,1-5 0 0,2 0 0 16,1-6 0-16,0-2 0 0,0 0 0 0,2-5 0 15,2-6 0-15,0 0 0 0,0 0 0 0,0 0 0 16,0 0 0-16,0 0 0 0,0 0 0 0,2-9 0 15,0-3 0-15,0-2-160 0,2-3 160 0,0-2-208 16,1-2 80-16,3-3 128 0,1-6-192 0,2-1 192 16,-2-3-160-16,5 0 160 0,3-1-160 15,1 1 160-15,-1 0-160 0,2 2 160 0,0 2 0 0,2 0 0 16,-2 4 0-16,1 3 0 0,-4 5 0 0,1 0-192 16,-2 4 192-16,1 3-192 0,-2 1 192 0,-1 3 0 15,0 3 0-15,-2 4-144 0,-2 3 144 0,-1 2 0 16,0-1 0-16,-2 5 0 0,-1 2 0 0,-1 2 0 15,-4 2 0-15,-2 4 0 0,-5 3 0 0,-1 1 0 16,-2 3 0-16,-3 0 0 0,-2 2 0 0,0-5 0 0,-3 3 128 16,1-4-128-16,0 1 0 0,1-1 0 0,2-4 0 15,1 0 128 1,1-3-1024-16,3-4-208 0,2 0-48 0,3-5 0 16,4-6-2064-16,6 7-432 0,4-1-64 0,4-6-32 15,2 0-944-15,2-6-192 0,3-6-48 0</inkml:trace>
  <inkml:trace contextRef="#ctx0" brushRef="#br0" timeOffset="77978.58">24013 5425 16751 0,'38'-37'736'0,"-18"20"160"0,2-4-704 0,1-1-192 0,-1 1 0 0,0 1 0 16,-2 2 3584-16,-4 4 672 0,-5 3 144 0,-1 1 16 0,-4 4-608 0,-6 6-128 16,0 0-32-16,0 0 0 0,-6 3-1072 0,-4 4-208 15,-1 3-64-15,-5 4 0 0,-2 2-1200 0,-2 2-240 16,-3 3-48-16,1 0-16 0,-2 2-416 0,2 2-96 16,1 0-16-16,2-2 0 0,2-2-112 0,1 0-32 15,3-6 0-15,4-1 0 0,4 0-128 0,1-3 0 16,0-2 0-16,2-1 0 0,2-8 0 0,0 0-176 15,4 5 48-15,3-1 0 0,1-3-176 0,1-1-16 16,1 0-16-16,1-1 0 16,0-4-96-16,2-1-16 0,-1 0 0 0,1-1 0 0,2-3 80 0,-1-2 16 15,0-2 0-15,1-3 0 0,-2 1 128 0,0 1 32 16,0-1 0-16,-2 2 0 0,0 0 192 0,-2 3 0 16,-1-1 0-16,-2 2 0 0,-2 2 0 0,1 3 0 15,-5 5 0-15,0 0 0 0,0 0 128 0,0 0 0 16,0 0 16-16,-3 9 0 0,0 2 64 0,-1 4 16 15,-2 2 0-15,2 1 0 0,0 0-224 0,1-1 128 16,0 3-128-16,2-3 0 0,1 2 0 0,0-3 0 16,1-2 0-16,1-1 0 15,0-1-1408-15,2-2-208 0,0-2-48 0,4-1-16 16,4-1-2464-16,0 1-480 0</inkml:trace>
  <inkml:trace contextRef="#ctx0" brushRef="#br0" timeOffset="78355.64">24507 5305 5519 0,'12'-20'240'0,"-7"10"64"0,-1 1-304 0,0 0 0 0,-1 3 0 0,-3 6 0 16,1-7 8832-16,-1 7 1728 0,0 0 320 0,0 0 80 16,0 0-6752-16,-7 8-1360 0,-2 1-272 0,1 3-48 15,-1 2-1456-15,-2 2-304 0,-4 5-48 0,1-2-16 16,0 6-384-16,2 1-96 0,1 1-16 0,2 0 0 16,0-5 16-16,4 0 0 0,1-3 0 0,3 0 0 0,1-2-224 0,2-2-128 15,4-2 128-15,1-2-208 0,3-3 208 0,0-3 0 16,0-3-160-16,3 0 160 15,2-2 0-15,2-2-176 0,0 0 176 0,1-5-128 16,1 1 128-16,1-2 0 0,1-1 0 0,0-4-128 0,-2-4 128 0,3 0 0 16,-1-3 0-16,0-2 0 0,0-3 0 0,0-1 0 15,-2-4 144-15,0 4-144 0,-2-1 0 0,-3 5 0 16,-2 1-192-16,-4 3 48 0,-5 2 144 0,-1 4 0 16,-4 3 0-16,-1 5 128 0,-4 2 160 0,-3 4 32 15,-1 2 16-15,1 5 0 0,-1-1-144 0,1 5-48 16,-2 3 0-16,0 1 0 0,2 3-96 0,1 3-48 15,0 0 0-15,4 1 0 0,3-1 0 0,4-1 0 16,0-1 0-16,3-1 0 0,3-1 0 0,1-2 0 16,2-3 0-16,3 0 0 0,-1-5 0 0,3 0 0 15,-1-4 0-15,4 1 0 0,0 2-208 0,2-1-48 16,1-2 0-16,2 0-17056 16,0-2-3424-16</inkml:trace>
  <inkml:trace contextRef="#ctx0" brushRef="#br0" timeOffset="119723.43">1575 9205 13823 0,'0'0'1216'0,"0"0"-960"16,0 0-256-16,0 0 0 0,0 0 6704 0,0 0 1296 15,0 0 256-15,0 0 48 0,0 0-5040 0,0 0-992 16,0 0-208-16,0 0-32 0,0 0-784 0,0 0-160 0,0 0-16 0,-1 8-16 15,-2 2-480-15,2-1-80 0,-1 2-32 0,1 0 0 16,0 4-144-16,-2 2-16 0,1 1-16 0,-2 3 0 16,0 1-112-16,-1 8-32 0,2 0 0 0,0 0 0 15,1-5-144-15,0-1 0 0,2 0 0 0,2-1 0 16,0-3 0-16,2-1 0 0,1-4 0 0,5-3 0 16,0-5-496-1,2 0-128-15,1-3-16 0,0-3-16 16,0-2-944-16,2-2-176 0,1-1-32 0,0-4-16 0,1-2-1136 0,0-2-240 15,-3-2-32-15,2 1-9376 0,-1-3-1856 0</inkml:trace>
  <inkml:trace contextRef="#ctx0" brushRef="#br0" timeOffset="119966.9">1815 9408 15663 0,'0'0'1392'0,"0"0"-1120"15,-5 5-272-15,-2-2 0 0,7-3 5712 0,-4 7 1088 16,4-7 224-16,-2 6 32 0,2-6-3840 0,0 0-768 16,0 0-144-16,2 8-48 0,-2-8-1296 0,7 6-256 15,0 1-48-15,4-3-16 0,1 0-464 0,1 0-176 16,0-2 0-16,1 1 144 0,0-1-144 0,-1 2 0 0,-1-2 0 0,-1 0 0 15,-2 1 0-15,-1 1 0 16,-2 1 0-16,-1 0 0 0,-5-5 240 0,2 8-48 16,-4 3 0-16,0 0 0 0,-2 1 448 0,-1 2 64 0,-3 2 32 0,-1 1 0 15,-3 0-288-15,0 1-64 0,-1 0-16 0,0 1 0 16,0-2-240-16,1 0-128 16,1-3 128-16,1 1-128 15,3-3-464-15,1 0-176 0,2-2-16 0,3 0-16 16,1-3-2096-16,5 0-432 0,5-1-64 0,4-3-17552 15</inkml:trace>
  <inkml:trace contextRef="#ctx0" brushRef="#br0" timeOffset="120217.77">2287 9262 34095 0,'0'0'3024'0,"0"0"-2416"0,0 0-480 0,0 0-128 16,0 0 3840-16,0 0 768 0,0 0 128 0,2 9 48 0,-3 0-2592 0,1 4-512 15,0 4-96-15,-1 3-32 0,-2 1-944 0,1 5-192 16,2 4-32-16,-2 3-16 0,-2 0-192 0,2 5-48 16,0 4 0-16,1-2 0 0,0 2-128 0,1-2 160 15,0-6-160-15,0 3 160 0,1-1-112 0,-1 0-48 16,1-4 0-16,-1-2 0 0,2-1 0 0,-1-3 0 16,0-1 0-16,-1-4 0 0,0-5-256 15,0-1 48-15,0-3 16 0,2-3 0 16,-4-3-944-16,2-6-176 0,0 0-32 0,0 0-16 15,0 0-1696-15,0 0-336 0,-5-8-64 0</inkml:trace>
  <inkml:trace contextRef="#ctx0" brushRef="#br0" timeOffset="120444.71">2060 9342 29487 0,'0'0'2624'0,"0"0"-2112"16,0 0-512-16,0 0 0 0,0 0 4816 0,4-5 864 15,4 2 160-15,-1-4 48 0,1 1-3776 0,5-1-736 16,4 1-160-16,1-1-16 0,3-1-672 0,3-1-128 16,2 0-16-16,1 0-16 0,1 0-192 0,-1 1-48 15,3-2 0-15,0 2 0 0,0 0-128 0,-1 3 0 16,-3-2 0-16,-1 3 0 0,-3 2-768 16,-3 2-192-16,-2 0-48 0,-1 1 0 15,-2 6-1456-15,-1 4-288 0,-2 6-64 0,-7 5-17968 0</inkml:trace>
  <inkml:trace contextRef="#ctx0" brushRef="#br0" timeOffset="120619.33">2032 10043 45791 0,'0'0'2032'16,"0"0"400"-16,0 0-1936 0,0 0-496 0,0 0 0 0,7 7 0 0,-7-7 1680 0,9 5 240 16,2-3 64-16,2-2 0 0,1-2-1152 0,4-5-240 15,2 2-32-15,-1-5-16 0,3-2-240 0,2-1-48 16,2-1-16-16,-1-2 0 0,0 2-112 0,-2-3-128 15,2 1 176-15,0 2-176 16,-2-1-320-16,0 2-160 0,0 2-32 0,-2-1-16 16,1 4-2000-16,2 1-400 0,3 1-80 0</inkml:trace>
  <inkml:trace contextRef="#ctx0" brushRef="#br0" timeOffset="120781.39">2709 9828 24879 0,'0'0'2208'0,"-2"8"-1760"0,0 0-448 0,1 1 0 15,-2 0 5296-15,3 0 976 16,0 0 192-16,0 2 32 0,2 0-4048 0,-2 1-800 0,2 1-176 16,1 0-16-16,-1-1-1056 0,1 0-208 0,0-5-32 0,1 3-16 31,-1-3-896-31,0 1-176 0,-3-8-32 0,5 7-16 0,3-3-3344 0,-1-2-672 0</inkml:trace>
  <inkml:trace contextRef="#ctx0" brushRef="#br0" timeOffset="121188.44">2905 9468 34095 0,'0'0'1504'0,"-3"-5"320"0,0-3-1456 0,3 0-368 15,2-1 0-15,0-1 0 0,1-1 4640 0,1 1 864 16,2-2 160-16,2 0 32 0,3 1-3920 0,0-1-800 16,2 0-144-16,2 1-48 0,-1-1-496 0,2 3-96 15,-1 1-32-15,1 0 0 0,0 0-160 0,-1 3 192 16,0 2-192-16,-1 1 192 0,-2 2-192 0,-2 2 160 15,1 5-160-15,-4-1 160 0,-1 1-160 0,-2 5 160 16,1 1-160-16,-4 2 160 0,-4 5-112 0,0 1-48 16,-3 2 0-16,-1 3 0 0,-1 0 0 0,-1 3 0 15,-2 1 0-15,-1 0 0 0,-1-1 0 0,2 2 0 16,0-1 0-16,-2-4 0 0,-1-1 0 0,-1-3 0 0,1-1 0 0,0 1 0 16,-1-2 0-16,2 0 0 15,-1-1 0-15,0 2 0 0,3-3 0 0,1 0 0 16,1-2 0-16,1-1 0 0,1 0 0 0,2-4 0 15,3 0 0-15,-1-2 0 0,0 0 0 0,3-9 0 0,0 0 0 0,4 7 0 16,-4-7 0-16,8 4 0 0,1-2 0 0,4-1 0 16,3-2 0-16,2-1 0 0,2-2 0 0,1-3 0 15,2-2 0-15,1 0 0 0,2 0 0 0,-2 0 0 16,1 2 0-16,-1-2 0 0,-2 2 0 0,1 0 0 16,1 0 0-16,-2 1 0 0,-1-1 0 0,0 3 0 15,-3 2-672 1,1-2-128-16,1 1-32 0,0 2-16128 0,-2-1-3248 0</inkml:trace>
  <inkml:trace contextRef="#ctx0" brushRef="#br0" timeOffset="121711.28">3794 9503 57759 0,'0'0'2560'0,"-7"2"528"0,7-2-2464 0,0 0-496 0,0 0-128 0,0 0 0 0,0 0 256 0,0 0 16 15,0 0 16-15,0 0 0 0,0 0-288 0,0 0 128 16,0 0-128-16,0 0 144 15,0 0-688-15,0 0-96 0,0 0-32 0,0 0-16400 16,9-2-3280-16</inkml:trace>
  <inkml:trace contextRef="#ctx0" brushRef="#br0" timeOffset="121859.12">3850 9656 23039 0,'-11'13'1024'0,"8"-7"192"0,-1-2-960 0,4-4-256 0,-2 7 0 15,1 1 0-15,-3-2 7696 0,0 2 1504 16,2-1 288-16,2-7 64 0,0 0-7312 0,0 0-1456 15,0 0-288-15,-3 6-64 0,3-6-320 0,0 0-112 0,0 0 0 0,0 0 0 16,0 0-128-16,0 0-32 16,0 0 0-16,12 1-25888 0</inkml:trace>
  <inkml:trace contextRef="#ctx0" brushRef="#br0" timeOffset="147496.89">4895 9351 8287 0,'-9'-17'736'0,"7"10"-592"0,-1 1-144 0,3 6 0 0,0-5 6800 0,0 5 1328 15,0 0 272-15,0 0 48 0,0 0-6080 0,0 0-1232 16,0 0-240-16,0 0-64 0,5 7 576 0,1 5 96 16,-4 3 32-16,2 3 0 0,-1 5-640 0,-1 3-112 15,1 3-16-15,-2 5-16 0,0-1-80 0,1 3-16 16,-2 2 0-16,0-2 0 0,0-2-224 0,-2-1-48 15,2-2-16-15,0-2 0 0,0-2-192 0,2-2-48 16,-1-2 0-16,-1-2 0 0,0-2-128 0,0-4 192 0,0-3-192 16,0-2 192-16,0-1-192 0,0-9 128 0,0 0-128 0,0 0 128 15,0 0-128-15,0 0 0 16,0 0 0-16,0 0 0 0,0 0 0 0,-1-9 0 16,-2-2 0-16,1-5 0 0,-1-5-192 0,0 2 192 0,2-5-160 0,0 1 160 15,-2-3-256-15,2-3 64 16,1-2 0-16,1-2 0 0,0-4 48 0,2 1 16 15,2 1 0-15,2 0 0 0,-2-2 128 0,4 3-128 0,2 2 128 0,-1 0-128 16,2 2 128-16,1 6-128 0,0 1 128 0,2 6-128 16,1-1 128-16,1 5 0 0,0 1-144 0,-1 2 144 15,-1 3 0-15,1 2 0 0,-3 3 0 16,1-2 0-16,-1 1 0 0,0 3 0 0,-2 3 0 0,-3 2 128 16,-2 1-128-16,1 5 192 0,-3-2-192 0,-2 4 192 15,-1 1-32-15,-1 2 0 0,-1 1 0 0,-1 0 0 0,-4 1-32 0,0 2-128 16,-2 1 192-16,0-1-64 0,2-3-128 0,-3 3 160 15,-2-3-160-15,-1 2 160 0,1-2-160 0,-2 0 128 16,0 0-128-16,0 0 128 0,1 1-128 0,-1-2 0 16,-2 2 0-16,2 1 0 0,0-2 0 0,0 2 0 15,0-1 0-15,2-1 0 0,1-1 0 0,3-2 0 16,0-1 0-16,4-1 0 0,2 1 0 0,2-1-144 16,2 0 144-16,2-2 0 0,3-1-176 0,3-1 176 15,2 0-160-15,1-2 160 0,-1 0-160 0,3-3 160 16,2 1-160-16,3-2 160 15,1-2-880-15,1-3-80 0,2 0 0 0,3 0-16 16,0-4-1328-16,6 2-272 0,3-2-48 0,-1-1-17040 0</inkml:trace>
  <inkml:trace contextRef="#ctx0" brushRef="#br0" timeOffset="147873.47">5627 9572 22111 0,'0'0'976'0,"0"0"208"0,-5-6-944 0,-1-3-240 0,1 1 0 15,0 1 0-15,-2 1 4736 0,1 2 912 0,-1-1 176 16,1 2 48-16,-1 2-3088 0,0 1-608 16,-3 1-128-16,0 4-32 0,-2 1-1056 0,-1 1-224 0,0 7-32 0,0 2-16 15,0 1-352-15,0 4-64 0,0 1-16 0,3 2 0 16,-2 2-48-16,3-4-16 0,2-1 0 0,2-4 0 16,2 0-192-16,2-1 0 0,2-3 0 0,2-2 0 15,1 0-176-15,1-2-80 0,4-3 0 0,0-2-16 16,1-1-544-16,0-3-96 15,0-1-32-15,2-2 0 0,1-5 64 0,0-1 16 16,0-1 0-16,-1-2 0 0,1 1 416 0,-1 1 96 0,-1-3 16 0,0-4 0 0,-2 1 336 0,0 1 0 16,-1-1 0-16,-1 0 0 0,-1 1 0 0,-2 0 0 15,0 2 192-15,-3 3-64 0,2 2 256 0,-3 8 32 16,0 0 16-16,0 0 0 0,0 0 400 0,0 0 64 16,0 0 32-16,-2 9 0 0,0 4-432 0,1 3-96 15,-1 2-16-15,1 1 0 0,0-1-256 0,1 0-128 16,1-4 0-16,0 2 128 0,2 0-128 0,1-2-144 15,0-1 144-15,0-4-208 16,2 0-2080-16,2-2-400 0,2-2-96 0,1-1-11040 16,-1-1-2224-16</inkml:trace>
  <inkml:trace contextRef="#ctx0" brushRef="#br0" timeOffset="148218.69">5864 9467 23951 0,'0'0'1056'0,"-6"4"224"0,2 0-1024 0,0 2-256 15,1 1 0-15,-1 2 0 0,3 1 4928 0,-2 6 912 16,1 1 192-16,-1 2 48 0,2 2-3424 0,0 1-672 16,-1 1-144-16,0 0-32 0,2-1-1024 0,0 0-208 0,0-1-32 0,1-1-16 15,0-3-336-15,2-2-192 0,-2-2 192 0,0 1-192 16,2-5 128-16,0 0-128 0,-2-1 0 0,-1-8 0 16,3 6 0-16,-3-6-144 0,0 0 16 0,0 0 0 15,0 0-192-15,0 0-16 0,0 0-16 0,6-6 0 16,-1-4 32-16,1 0 16 0,0-6 0 0,1 2 0 0,-1-4 64 15,2-2 16-15,0-2 0 0,0-1 0 0,1-1 224 0,0 2-176 16,0-1 176-16,0 3-160 0,1-1 160 0,0 5-128 16,-3 1 128-16,1 6-128 0,-1 1 128 0,-7 8 0 15,0 0 160-15,0 0-160 0,6 5 464 0,1 0 0 16,-2 4 0-16,0 4 0 0,-2 4-80 0,1 4-32 16,-2 3 0-16,4 0 0 0,-5-3-352 0,3 2 128 15,0 0-128-15,0-3 0 16,0-1-464-16,1-1-176 0,0 1-16 0,0-2-16 15,3-2-2240-15,0 0-448 0,-2-5-96 0,0-1-15936 0</inkml:trace>
  <inkml:trace contextRef="#ctx0" brushRef="#br0" timeOffset="148416.38">6187 9377 9215 0,'2'-13'816'0,"-1"1"-656"0,0 0-160 0,1 2 0 15,0 2 6912-15,-2 8 1360 16,0 0 272-16,0 0 48 0,0 0-4512 0,0 0-912 0,0 0-176 0,3 12-48 15,-1-2-1584-15,0 6-320 16,-1 2-64-16,0 4-16 0,1-1-624 0,-1 4-128 0,0 2-16 0,1-1-16 16,-1 2-176-16,-1 1 0 15,1-1 0-15,2 0 0 0,-1-1-128 0,1-4-128 0,0 1 0 0,1-5-16 16,-2 1-1584-16,2-4-304 0,1 1-64 16,3-4-16-16,-1-3-1664 15,0-2-352-15,1-2-64 0</inkml:trace>
  <inkml:trace contextRef="#ctx0" brushRef="#br0" timeOffset="148745.29">6472 9499 27983 0,'0'0'1232'0,"0"0"272"0,-2-9-1200 0,1 2-304 0,-4 1 0 0,5 6 0 0,-7-1 3264 0,-1 5 608 15,-1 0 112-15,-1 5 32 0,-2 3-1648 0,-1 3-320 16,-1 4-64-16,-2 3 0 0,-1 4-1088 0,3 1-192 16,1 1-64-16,2-1 0 0,4-6-320 0,1 1-80 15,4-2-16-15,0-1 0 0,4-2-384 0,-1-1-80 16,4-5-16-16,3 0 0 15,3-5-1280-15,0 0-272 0,4-4-48 0,-1-1-16 16,0-1 720-16,2-3 128 0,0-5 48 0,2-3 0 16,-1 0 128-16,-2-4 16 0,0 0 16 0,-2-1 0 0,-1-1 592 0,-1 0 224 15,0-2-176-15,-2 0 176 0,0 1 208 0,-1 0 144 16,-3 1 32-16,2 2 0 0,-4 2 624 0,0 3 128 16,-2 3 16-16,-1 7 16 0,0 0 288 0,0 0 48 15,0 0 16-15,0 0 0 0,0 0-368 0,-2 7-64 16,-1 2 0-16,1 3-16 0,-1 2-752 0,2 2-128 15,-1-1-48-15,2 2 0 0,0 3-144 0,0-3 0 0,0 0 0 16,2-1 0 0,0-2-960-16,1 2-208 0,-1-5-48 0,4 2-16 15,-1 0-2688-15,0-2-544 0</inkml:trace>
  <inkml:trace contextRef="#ctx0" brushRef="#br0" timeOffset="149388.14">6659 9443 23951 0,'0'0'1056'0,"0"0"224"0,0 0-1024 0,0 0-256 0,0 0 0 0,-5 4 0 16,0 0 3328-16,5-4 592 0,0 0 128 0,0 0 32 0,0 0-3056 0,0 0-624 15,0 0-112-15,3 8-32 16,-3-8-576-16,3 9-112 0,-3-9-16 0,7 9-16 0,0 0 208 0,-2-2 64 16,1 2 0-16,1 0 0 0,-1 0 1408 0,1 3 304 15,-3-3 48-15,1 3 16 0,-1 2 752 0,-2 2 160 16,2-2 16-16,-1 3 16 0,0 3-992 0,-2-2-208 15,-2-1-48-15,2 0 0 0,-1 1-704 0,0-2-160 16,0-2-32-16,0 0 0 0,0-3-224 0,0 1-160 16,-1-1 192-16,2-1-192 0,0-3 128 0,-1-7-128 15,0 0 0-15,0 0 0 0,0 0 0 0,0 0 0 16,0 0 0-16,0 0 0 0,0 0 0 0,0 0 0 16,0 0-160-16,0 0 160 0,4-6-272 0,1-2 64 15,1-1 16-15,0-3 0 0,1-2-16 0,0-3 0 16,1-1 0-16,1-2 0 0,0 0-48 0,2-3 0 15,1 1 0-15,-1 1 0 0,1 1 48 0,0 3 0 16,-2 4 0-16,1 3 0 0,-3 2 16 0,-2 3 16 0,-6 5 0 16,0 0 0-16,0 0 176 0,7 5-160 15,-2 3 160-15,-1 2-160 0,0 3 160 0,-2 4 0 0,1 3 0 0,-2-2 128 16,0 0-128-16,2 3 0 0,1 2 0 0,0-5 0 16,0 0 0-16,1-2 0 0,1 1 0 0,4-3 0 15,-1-2 0-15,1-2 0 0,-1-2 0 0,2-2 0 16,0 1 0-16,2-3-208 0,1-3 80 0,-1-2 128 15,1-2-256-15,-1-1 80 0,1-1 16 0,1-3 0 0,-1-2 16 0,2-1 0 16,1 1 0-16,-2-6 0 0,-2-3 144 16,0-2-208-16,0-5 80 0,0 1 128 15,0-1-192-15,0 0 192 0,-1 0-192 0,-1 2 192 16,-4 0-192-16,0 0 192 0,-2 6-160 0,-2 0 160 0,-3 5 0 16,-3 4 0-16,-1 3 0 0,-2 6 0 0,-3 4 272 15,-3 4 48-15,-1 4 16 0,0 3 0 0,0 5 160 0,0 5 16 16,0 0 16-16,1 2 0 0,0 2-112 0,3-1-32 15,1 1 0-15,3-4 0 0,4 1-144 0,-1-1-48 16,4-2 0-16,2-3 0 0,3-2-192 0,4-1 0 16,-1-3-192-16,3-1 192 15,4-2-1152-15,2-4-128 0,1-1-32 0,4-2 0 16,2-4-1072-16,4-3-224 0,4 2-32 0,2-2-17744 0</inkml:trace>
  <inkml:trace contextRef="#ctx0" brushRef="#br0" timeOffset="149652.07">7774 9524 10127 0,'0'0'896'0,"0"0"-704"0,0 0-192 0,0 0 0 16,0 0 6832-16,0 0 1328 0,0 0 272 0,0 0 48 16,0 0-4704-16,7-1-960 0,0-3-176 0,3 1-32 15,0 1-1184-15,3 1-224 0,0-2-48 0,5 0-16 16,3-1-608-16,1 2-112 0,2-1-32 0,1 1 0 15,1-1-96-15,1 0-32 0,0 2 0 0,1 0 0 16,-1-1-64-16,1 0 0 0,-1-1-16 0,2 2 0 16,1 1-48-16,0-3 0 0,-2 2 0 0,0 1 0 15,-1 0-128-15,-1 0 0 0,-2 1-192 0,-1-1 192 16,-1 3-544-16,0-2 16 0,-1 2 0 0,0-1 0 16,0 0-2032-16,1 0-416 0,0 1-80 0</inkml:trace>
  <inkml:trace contextRef="#ctx0" brushRef="#br0" timeOffset="149995.93">8571 9364 13823 0,'-6'0'1216'0,"0"-3"-960"16,-1 1-256-16,3 0 0 0,4 2 6736 0,0 0 1312 15,0 0 256-15,0 0 48 0,0 0-5456 0,0 0-1088 16,0 0-208-16,0 0-64 0,0 0-880 0,0 0-176 15,11 2-32-15,-1-1-16 0,2 3-176 0,0 0-48 16,1 0 0-16,0 1 0 0,0-1-80 0,0 0 0 16,0 0-128-16,-1-2 192 0,1 2-192 0,0 1 128 0,0-2-128 15,-1 1 0-15,-2-1 176 0,0 0-176 16,0-3 192-16,0 3-192 0,-2-2 240 0,1 2-64 0,0 1-16 0,-9-4 0 16,0 0-32-16,0 0 0 15,0 0 0-15,5 2 0 0,-5-2 48 0,0 0 0 0,0 0 0 0,-2 8 0 16,-4 1 208-16,0-2 64 0,-1 2 0 0,0 0 0 15,-5 3-128-15,0-3-32 0,0 1 0 0,-1 1 0 16,0 2-112-16,0-1-32 0,-1-2 0 0,1 2 0 16,0-2-144-16,1-1 0 0,0 1 0 0,1-3 0 15,3 2-2048-15,1-2-272 0</inkml:trace>
  <inkml:trace contextRef="#ctx0" brushRef="#br0" timeOffset="153074.04">9372 9532 24879 0,'0'0'2208'0,"0"0"-1760"15,0-6-448-15,0 6 0 0,2-7 4160 0,0 2 768 16,1 0 128-16,1-1 48 0,-4 6-2336 0,0 0-464 16,0 0-80-16,0 0-32 0,0 0-976 0,0 0-192 15,0 0-32-15,8 8-16 0,-1 4-368 0,-1 4-80 16,-4 6-16-16,2 5 0 0,0 3-240 0,-1 3-48 16,-2-1-16-16,0 0 0 0,1-4-208 0,-1 0 0 15,2-1 0-15,-1-5 0 0,1-1 144 0,-1-3-144 16,2-3 128-16,2-4-128 0,0 0 0 0,-1-3 0 15,-5-8 128-15,7 4-128 0,-7-4 0 0,9 1 0 16,0-2 0-16,0-3 0 0,-1-3 0 0,0-1 0 16,0-1-144-16,1 0 144 0,0-5 0 0,0-1 0 15,0 1 0-15,-1-3 0 0,-2 0 0 0,1-1-128 16,-1-2 128-16,1 1 0 0,0 0 0 0,-1-1 0 16,-1 1 0-16,2 4 0 0,-2 2 0 0,0 4-128 15,0 1 128-15,-5 8 0 0,0 0 0 0,7 2-128 16,-1 5 128-16,1 3 0 0,1 3 0 0,-2 3 0 0,1 2 0 0,-1 2 0 15,2-1 0-15,0 1 0 0,1-2 0 0,0 0 0 16,-1 1 0-16,1-5 0 0,2-1 0 16,-2-5 0-16,0-2 0 0,0 0 0 0,0-2 0 0,0-3 0 15,-1-2 0-15,3-2-192 0,-4-1 192 0,1-1-160 16,0-2 160-16,0-2 0 0,0-3 0 0,-1 1 0 16,1 2 0-16,-1-4 0 0,-2-3 0 0,0-1 0 15,-1-1 0-15,0-3 0 0,-1-3 0 0,1-2 128 16,-1-2-128-16,0-1 0 0,0 2 0 0,-1 0 0 0,1 1-240 15,-2 0-16-15,-1 3 0 0,0 6 0 16,0 4-1440-16,0 4-288 0,-1 2-64 0,1 7-16 16,0 0-1776-16,0 0-336 0,0 0-80 0,0 12-13024 15</inkml:trace>
  <inkml:trace contextRef="#ctx0" brushRef="#br0" timeOffset="153714.76">10073 9609 36335 0,'0'0'1600'0,"0"0"352"0,0 0-1568 0,0 0-384 15,0 0 0-15,0 0 0 0,0 0 2976 0,1 8 512 16,-1 0 96-16,0 1 32 0,-1 2-1632 0,-2 1-336 16,2 3-64-16,-1-1-16 0,1 0-880 0,0 1-176 15,-1-2-48-15,2 1 0 0,-2 0-256 0,0-1-48 16,1-2-16-16,0 1 0 0,0-6-144 0,1-6 0 16,0 0 0-16,0 0 0 0,0 0 0 0,0 0 0 15,0 0 0-15,0 0 0 0,0 0-176 0,0 0 48 16,7 0 0-16,1-4 0 0,-1 2-16 0,1-6 0 0,-1-3 0 0,1 0 0 15,0-3 144-15,0 0-160 0,-2-2 160 0,2-3-160 16,0-2 160-16,0-2 0 16,0 0 0-16,1 0-128 0,0-2 128 0,0 4 0 0,1 3 0 0,0 2-128 15,-1 0 128-15,-1 4 0 0,-1 4 0 0,0 1-128 16,-2 2 128-16,-5 5 0 0,0 0-144 0,7 2 144 16,-7-2 0-16,5 6 0 0,-3 3 192 0,1 2-64 15,0 3 0-15,-1-1-128 0,1 4 192 0,-1-1-64 16,1 3-128-16,1-1 0 0,0-1 0 0,0 2 0 15,0 0 0-15,1-2 0 0,0-1 0 0,-1-2 0 16,0-2 0-16,0 0 0 0,0-2-192 0,1-1 192 0,-1-1-304 0,0-2 64 16,-4-6 16-16,0 0 0 0,8 4-32 0,-8-4-16 15,0 0 0-15,6-1 0 0,-6 1 16 0,8-5 16 16,-1-2 0-16,-1-1 0 0,-2-2 96 0,2-3 16 16,4-4 0-16,-3-1 0 0,1-3-80 0,0-1-16 15,0-3 0-15,-2 0 0 0,1 0 48 0,-1-2 16 16,1 1 0-16,-1 1 0 0,1-1 160 0,0 3 0 15,-2 1 0-15,0 2-128 0,0 3 128 0,0 1 0 16,1 3 0-16,-1-2 0 0,0 3 160 0,-1 3 16 16,1 0 0-16,0 1 0 0,1 1 80 0,-1 1 32 15,0 1 0-15,-5 5 0 0,8-2-16 0,-8 2 0 16,8 0 0-16,-8 0 0 0,0 0 64 0,6 7 16 16,1 3 0-16,-1 3 0 0,-2 2-32 0,0 3 0 15,-1 5 0-15,-2 1 0 0,0 3-176 0,1 2-144 16,-1 1 192-16,0-1-192 0,0 2 128 0,2 1-128 0,0-2 0 15,-1 0 0-15,1-5 128 0,-1 0-128 16,1-4 0-16,0-2 0 0,-2-2 0 0,2-1 0 0,-1-3 0 0,1-1 0 31,-2-3-384-31,2 0-192 0,-3-9-48 0,0 0 0 16,0 0-1200-16,9 3-240 0,1-2-48 0,1-1-16 16,-1 0-2304-16,-1-4-464 0</inkml:trace>
  <inkml:trace contextRef="#ctx0" brushRef="#br0" timeOffset="154060.9">10801 9494 23039 0,'-8'-1'2048'0,"1"1"-1648"16,-1 1-400-16,0 2 0 0,-1 1 5504 0,0 0 1008 16,0 2 208-16,-2 3 32 0,2 4-3872 0,-1 2-784 15,-2 3-160-15,1 0-16 0,1 3-1072 0,1 1-208 16,2 0-32-16,2-1-16 0,1-1-384 0,2-1-80 16,0 0 0-16,2-4-128 0,2-3 0 0,2-3 0 15,-1 0 0-15,4-1 0 0,2-1-208 0,0-2-48 16,0 0-16-16,2-5 0 15,-1 0-288-15,3 0-48 0,2-4-16 0,-2-1 0 16,0-2 80-16,0 0 16 0,0-3 0 0,-1 0 0 16,-1-7 16-16,0 1 0 0,-1 1 0 0,-1-2 0 0,0-1 320 0,-1 1 192 15,0-2-192-15,-1 2 192 0,-2 2 0 0,0 0 0 16,-1 4 128-16,-2 2-128 0,1 1 560 0,-3 8 16 16,0 0 0-16,0 0 0 0,0 0 144 0,0 0 48 15,0 0 0-15,0 0 0 0,0 0-304 0,0 9-48 16,0 3-16-16,0 2 0 0,0 0-272 0,0 3-128 15,0 1 128-15,0 1-128 0,0 0 0 0,1 1 0 16,1-2 0-16,-1-1 0 0,0 0 0 0,1-4 0 16,-1 0-144-16,0 0 144 15,1-1-1664-15,1-3-240 0,0-1-32 0,1-2-13440 16,1 2-2688-16</inkml:trace>
  <inkml:trace contextRef="#ctx0" brushRef="#br0" timeOffset="154722.35">11006 9548 14735 0,'-4'-12'640'0,"3"7"160"0,-2-2-640 0,-1 1-160 0,2-1 0 0,0 1 0 16,1-1 5120-16,1 7 1008 0,0 0 192 0,0 0 32 0,0 0-4528 0,0 0-912 16,0 0-176-16,0 0-32 15,0 0-1008-15,0 0-192 0,0 0-32 0,9 0-16 16,2 0-272-16,-2 0-48 0,0 3-16 0,-3-1 0 0,2 2 880 0,0 2 288 16,-8-6 0-16,9 6 0 0,-1 2 1936 0,-2 1 384 15,-2 1 80-15,2 3 0 0,-1 0-176 0,-1 3-32 16,-3 0-16-16,2 2 0 0,-1 2-1232 0,0 0-240 15,0 0-48-15,1-2-16 0,-1-2-576 0,1 0-112 16,-2 0-32-16,1-2 0 0,-2-4-208 0,1-1 144 16,-1-9-144-16,0 0 128 0,0 0-80 0,4 8-48 15,-4-8 0-15,0 0 0 0,0 0 0 0,0 0 0 16,0 0 0-16,0 0 0 0,8-1 0 0,-2-2 0 16,-1-2-128-16,2-3 128 0,-2-2-144 0,3-4 144 15,0-4-208-15,1 0 80 0,1-5 0 0,1-1 0 16,2 1 0-16,-2-1 0 0,1 2-64 0,-1 0 0 15,-1 4 0-15,-1 2 0 0,-1 2 0 0,-1 4-16 16,-1 1 0-16,-1 5 0 0,-5 4 16 0,0 0 16 16,0 0 0-16,4 8 0 0,-3 1 176 0,1 6 0 0,-2-1 0 0,1 4 0 15,-1 2 0-15,1 2 0 0,2-2 0 0,1 0 128 16,0 0-128-16,2 0 0 16,1-5 0-16,1-1 0 0,1-2 0 0,0-1 0 0,1-4 0 0,2 0 0 15,0 0-224-15,2-6 32 0,-2-1 16 0,1-1 0 16,0 1-48-16,1-6-16 0,1 1 0 0,0-3 0 0,0-1 240 15,-2 0-176-15,0-4 176 0,0 1-160 0,0-3 160 16,0-4 0-16,-1 0 0 0,-2-1 0 0,0 2 0 0,0-3 0 16,-3 2 128-16,1 0-128 0,-1 2 0 0,-2 2 144 15,-1 3-144-15,-2 3 0 0,0 1 256 0,-2 8-64 16,0 0-16-16,0 0 0 0,0 0 208 0,0 0 32 16,0 0 16-16,1 9 0 0,0 2-240 0,2 0-64 15,-3 5 0-15,3 1 0 0,1 2-128 0,1 5 0 16,1 1 0-16,3 2 128 0,-2 0-128 0,2 2 0 15,1 0 0-15,2 3 0 0,0 1 0 0,-2 1 0 16,-2 0-144-16,0-2 144 0,-4 0-240 0,-2-2 16 16,-2-2 0-16,-3 1 0 0,-4-2 224 0,-1 2 0 15,-3-5-160-15,-4 0 160 0,0-3 0 0,-1-3 0 16,-2-1 128-16,-2-2-128 0,2-2 160 0,-2-3-160 16,-1-3 192-16,1-2-192 15,-4 0-336-15,2-5-176 0,-2-2-48 0,1-1-15904 16,0-2-3184-16</inkml:trace>
  <inkml:trace contextRef="#ctx0" brushRef="#br0" timeOffset="155196.03">12726 9330 44511 0,'-11'-9'1984'0,"7"4"384"0,-1-3-1888 0,-1-3-480 15,0 2 0-15,2 0 0 0,0 1 384 0,1-1 0 16,-1-1-16-16,-2-1 0 0,1 4 464 0,0-3 80 16,0 4 32-16,0-1 0 0,1 3-64 0,0-1-16 15,1 1 0-15,1 0 0 0,-2 2-192 0,4 2-32 16,-4 0-16-16,0 2 0 0,0 2-256 0,0 3-48 16,0-1-16-16,0 5 0 0,0 2-304 0,0 4 0 15,2 4 0-15,-2 9 0 0,-1 4 128 0,-1-1-128 16,2 4 192-16,-1-1-192 0,1 5 224 0,2 1-64 0,0 2-16 0,2-2 0 15,2-3-144-15,-1-1 128 0,0-7-128 0,2 1 128 16,0 0-128-16,-1-4 0 0,2-2 0 16,-3 1 0-16,1-5-208 0,-1 1-80 15,-1-3-16-15,1-2 0 16,-2-1-1296-16,-2-1-256 0,-1-2-48 0,1-2-16 16,-3-5-1408-16,1 0-304 0,1-2-48 0</inkml:trace>
  <inkml:trace contextRef="#ctx0" brushRef="#br0" timeOffset="156001.92">12375 9816 11967 0,'-4'-4'1072'0,"0"-2"-864"16,0-2-208-16,-1 2 0 0,5 6 7296 0,0 0 1424 16,0 0 288-16,0 0 48 15,0 0-5552-15,0 0-1120 0,9 0-208 0,1 0-64 16,2-3-1280-16,1 3-256 0,-1-1-48 0,2-1-16 0,1-2-160 0,0-1-32 16,2-1-16-16,3-1 0 0,1 1-112 0,1-4-32 15,-1-1 0-15,2-5 0 0,2 0-160 0,1 0 128 16,0-4-128-16,-1-1 128 0,2-1-128 0,2 0 0 15,-2 0 0-15,-1-1 0 0,-1-1 0 0,-1-2 0 16,-2 1 0-16,-1 3 0 0,-3 1 0 0,-2 4 0 16,-3 3 0-16,-3 4 0 0,-3 1-128 0,-2 5 128 15,-5 4 0-15,0 0 0 0,0 0 0 0,-2 8 0 16,-1 5 128-16,-1 5-128 0,-2 6 224 0,0 1-32 16,-2 2-16-16,0 4 0 0,2-1-48 0,-1 0 0 15,1-1 0-15,3 0 0 0,2-1-128 0,1-2 128 16,0 1-128-16,2-7 128 0,2-1-128 0,1-5 0 15,3-1 0-15,0-3 0 0,1 0-256 0,0-4 80 16,1-2 16-16,-1-1 0 0,0-2-128 0,1-2-32 16,1-5 0-16,-1 0 0 0,0-2 32 0,1-1 0 0,1-1 0 15,-1-5 0-15,0 0 112 0,1-6 32 0,-2-2 0 16,2 0 0-16,-1-3 144 0,1-1 0 0,0-1 0 16,0 2-128-16,-1 1 128 0,0 3 0 0,-3 4 0 15,-2 2 0-15,1 5 0 0,-3 3 0 0,-4 8 160 16,0 0-160-16,0 0 416 0,0 0-16 0,-3 8 0 0,0 3 0 15,-1 5-48-15,1 0-16 0,-3 4 0 0,1 0 0 16,3 3-144-16,0-2-16 0,1 1-16 0,2-1 0 16,2 2-160-16,1-7 0 0,1-1 0 0,1-2 0 15,2-1 0-15,1-2 0 0,1-2 0 0,0-2 0 0,0 0 0 16,2-4-272-16,0-3 64 0,0-2 16 0,-2-1 0 0,2-1 0 16,-2-3 0-16,1 0 0 0,-1 2 192 0,0-4-192 15,1-4 192-15,-1 0-192 0,-1-1 192 0,-1-4 0 16,0 1 0-16,0 0-144 0,0-2 144 0,-2 2 0 15,-1 1 0-15,1 1 0 0,-2 3 0 0,0 4 0 16,-4 9 0-16,0 0 0 0,0-5 0 0,0 5 0 16,0 0 160-16,0 0-160 0,-3 5 256 0,0 4-64 15,1 3 0-15,-1 2 0 0,2 2-192 0,1 2 0 16,0 1 128-16,1-1-128 0,2-3 0 0,1 1 0 16,0-2 0-16,1-1 0 0,1 0 0 0,2-3 0 15,1-3 0-15,2 0 0 0,-2-3-240 0,1-2 64 16,1 0 16-16,-1-2 0 0,-1 1-32 0,0-4 0 15,2-2 0-15,-2 0 0 0,-1-1 192 0,1-1 0 16,1-6 0-16,-1 1-128 0,0 1 128 0,2-3 0 16,1-2 0-16,-2-1 0 0,-1 0 0 0,0 1 0 15,0 3 0-15,1 1 0 0,-1 3 0 0,-1 3 0 0,-8 6 0 16,0 0 128-16,0 0 128 0,0 0 16 0,6 5 16 0,-1 5 0 16,-1 6 32-16,-3 2 0 0,-1 3 0 0,0 0 0 15,-1-2-128-15,0 1-32 0,0-1 0 16,1-3 0-16,-2 0-160 0,2-2 0 0,2-1 0 0,-2-2 0 15,1-1-832 1,0-3-128-16,-1-7-48 0,0 0 0 0,5 6-2880 16,-5-6-576-16,8 0-112 0</inkml:trace>
  <inkml:trace contextRef="#ctx0" brushRef="#br0" timeOffset="156153.48">13771 9519 13823 0,'0'-29'1216'0,"0"16"-960"0,-1-2-256 0,-2-2 0 0,1-2 4912 0,-1 3 928 15,-1-1 192-15,2 2 48 0,-2 3-2432 0,1 3-496 16,0-2-80-16,1 4-32 0,0 2-1424 0,0-2-272 15,1 5-64-15,1 2-16 0,0 0-1008 0,0 0-256 16,0 0 0-16,0 0 0 16,0 0-1744-16,6 10-400 0,-1 1-80 0,2 2-11600 15,-1 2-2304-15</inkml:trace>
  <inkml:trace contextRef="#ctx0" brushRef="#br0" timeOffset="156547.31">14126 9535 11967 0,'8'-12'1072'0,"-8"12"-864"16,2-5-208-16,0-2 0 0,-2-2 4560 0,0 1 880 16,0 2 160-16,0 6 32 0,-6-5-2304 0,0 6-480 15,-3 4-96-15,-3 3 0 0,-2 2-496 0,-5 6-80 16,-2 2-32-16,-1 4 0 0,0 4-864 0,1 1-160 0,2-1-32 0,2-3-16 16,2 1-432-16,4-5-64 0,3-1-32 0,1-1 0 15,3-1-544-15,3-3 0 0,1-3 0 0,3 0 0 16,2-3-160-16,1-1-144 0,2-3-16 0,3-1-16 31,0-4-304-31,3-1-48 0,1-4-16 0,1-2 0 16,1-2 128-16,-2 1 32 0,-2-3 0 0,0-5 0 0,1-1 352 0,0-1 192 0,-1-3-192 0,0-4 192 15,0 0 0-15,1-3 0 0,-1-2 0 0,2 0 0 0,-2-2 128 16,-2 0 96-16,0 1 16 0,-2 3 0 16,-1 4 96-16,-2 2 32 0,0 5 0 0,-3 5 0 0,-1 1 176 0,-2 5 32 15,0 8 16-15,0 0 0 0,0 0-48 0,0 0-16 16,0 0 0-16,-3 9 0 0,-1 3-336 0,2 2-64 15,0 5 0-15,1 1-128 0,0 3 0 0,1 1 0 16,1 1 0-16,0 0 0 0,3 0 0 0,0 0 0 16,3-1 0-16,1 0 0 0,1-1 0 0,2-1-192 15,2-1 192-15,2-1-192 16,0-5-1536-16,5 0-320 0,2-3-48 0,2-7-20592 0</inkml:trace>
  <inkml:trace contextRef="#ctx0" brushRef="#br0" timeOffset="156907.29">14769 9347 35007 0,'0'0'3120'0,"0"0"-2496"15,-8 5-496-15,0 2-128 0,1 2 3824 0,2 4 736 16,0 1 160-16,0 2 16 0,-1 1-2688 0,3 5-560 0,-3-4-96 0,2 3-32 16,3-1-768-16,1 0-144 15,0 0-48-15,3 3 0 0,1-3-224 0,1 0-48 0,0-2-128 0,2-1 192 16,3-2-192-16,-1-2 0 0,-1-5-192 0,1 0 192 15,0-1-288-15,2-3 48 0,-1-3 16 0,1-1 0 16,-1 0-96-16,-1 0 0 0,-1-5-16 0,0-2 0 16,0-1 64-16,-1-2 16 0,1-2 0 0,1-4 0 15,-1 0 128-15,0-3 128 0,-2 1-192 0,1-2 192 16,0-2-144-16,-1 3 144 0,1-5 0 0,-1 5-144 16,1 2 144-16,-1 2-128 0,-1 4 128 0,1 3-128 15,-3 0 128-15,-3 8 0 0,0 0 0 0,0 0 0 16,0 0 208-16,0 0 80 0,0 0 16 0,3 11 0 0,-3 0-128 0,1 2-32 15,1 3 0-15,0-3 0 0,1 0-144 0,-1 0 0 16,1 1 0-16,0-1 0 16,-1 2-464-16,1-2-80 0,1 0-16 0,1-3 0 15,2-2-1488-15,0 0-288 0,3-2-64 0,-3 1-12256 16,1-6-2464-16</inkml:trace>
  <inkml:trace contextRef="#ctx0" brushRef="#br0" timeOffset="157828.35">15203 9373 23951 0,'0'0'1056'0,"0"0"224"0,0 0-1024 0,0 0-256 16,0 0 0-16,0 0 0 0,0 12 6192 0,-2-1 1168 16,1 4 256-16,0 0 32 0,1 2-4944 0,0 0-976 15,-2 3-208-15,1-3-48 0,2 0-880 0,-1 1-176 16,0-1-32-16,3 0-16 0,0 1-240 0,-1-2-128 16,1 0 160-16,-1-3-160 0,2-3 0 0,0-1 0 15,0 2 0-15,1-5 0 0,-5-6 0 0,0 0 0 0,0 0 0 16,0 0 0-16,0 0 0 0,0 0-208 15,0 0 64-15,0 0 16 0,0 0 128 0,6-4-208 0,0-2 80 0,-1-1 128 16,1-1-176-16,0 0 176 0,1-5-128 0,-1-1 128 16,2 2-128-16,-2-1 128 0,0-1-128 0,2-2 128 15,1 2-176-15,0-3 176 0,0 1-208 0,0 1 80 16,-1 0 128-16,1 2-160 0,-1 3 160 0,-2 3-160 0,1 1 32 16,-1 2 0-16,-6 4 0 0,0 0 0 0,0 0 128 0,0 0-160 15,8 7 160-15,-1 0-160 0,-3 4 160 0,1 0 0 16,0 3 0-16,0 0 128 0,0 0-128 0,2 1 0 15,-1-1 0-15,5 0 0 0,2 2 0 0,1 1 0 16,3-2 0-16,2-3 0 0,1-1-160 0,3-2 0 16,-3-3 0-16,4-1 0 0,1-2-80 0,-2-2-16 15,-3-1 0-15,-1-1 0 0,1-2 64 0,-2 0 0 16,-1-3 0-16,-1-1 0 0,-1-3 192 0,2 0-144 16,-2 0 144-16,-2-3-128 0,-3-1 128 0,-1 1 0 15,-1-1 0-15,-2 1 0 0,-2-3 0 0,-2 5 0 16,-2 0 160-16,-3 3-160 0,-2-2 272 0,-3 2-32 15,-4 2-16-15,-1 3 0 0,-2 3 16 0,0 1 0 16,0 3 0-16,-1 3 0 0,-1 2-64 0,0 1-16 16,-1 1 0-16,2 1 0 0,2 1 16 0,1 1 0 15,1 0 0-15,4 2 0 0,3 0-176 0,2-2 0 16,1 0 0-16,3-1 128 0,2-1-128 0,2-4 0 16,1 4 0-16,2-2-176 0,1-4 48 0,1-2 0 0,0 0 0 15,2-1 0-15,-1-3-32 0,1-3 0 16,0-1 0-16,0 0 0 0,-1-2 16 0,1-3 0 0,0-4 0 15,1-2 0-15,1-3 144 0,-1 0-128 0,0-2 128 0,0 0-128 16,2-3 128-16,-1-4 0 0,-1-2-144 0,1 2 144 16,-1-4 0-16,0 2 0 0,-2 3-144 0,-2 1 144 15,-1 3 0-15,-4 8-128 0,-3 2 128 0,0 3 0 16,-2 2 0-16,1 7 0 0,0 0 0 0,-4 3 0 16,-1-1 320-16,-2 5 32 0,1 5 0 0,-3 6 0 15,0 2-224-15,0 2-128 0,-2 1 160 0,3 2-160 0,2 0 0 16,2-1 128-16,1 1-128 0,3 0 0 0,2 0 0 0,1-8 0 15,3 1 0-15,1 0-160 0,3 0-112 0,0-2-32 16,2-2 0-16,1-1 0 16,2-1-192-16,4 0-32 0,-2-4-16 0,2-3 0 15,3-2-400-15,-2-3-80 0,-3-2 0 0,0-2-16 16,0 0-96-16,-2-6-16 0,1 1 0 0,0-2 0 16,-2-2 368-16,-5 2 64 0,-1-4 16 0,1 1 0 0,0-3 256 0,0 1 64 15,-1-3 16-15,1 3 0 0,-5-2 80 0,1 5 16 16,-1 0 0-16,-1-3 0 0,-4 5 272 0,-2 3 272 15,-1 3-48-15,-1 2-16 0,-3 0 1328 0,2 6 256 16,-1 0 48-16,2 3 16 0,0 1-544 0,1 0-96 16,0 2-32-16,1 3 0 0,2 0-384 0,0 1-80 15,-1 1-16-15,2 2 0 0,3-4-320 0,0 2-80 16,0 0-16-16,3 1 0 0,-1-2-288 0,3-1 0 0,2 2 0 0,1-4 0 16,2-2-128-16,1-3-96 0,0 1-16 15,2-3 0 1,1 0-2080-16,0-3-432 0,1-3-64 0,6 0-11552 0,-5-5-2304 0</inkml:trace>
  <inkml:trace contextRef="#ctx0" brushRef="#br0" timeOffset="158783.14">16514 9428 49647 0,'-8'10'2192'0,"4"-5"464"0,1 2-2128 0,0 2-528 0,0 1 0 0,2 2 0 16,-2 1 1200-16,2 0 128 0,0 3 16 0,1-3 16 0,0 4-416 0,1-4-96 15,2 0-16-15,-2 1 0 0,2-1-512 0,2-1-128 16,1-1 0-16,2-4-16 0,0 2 16 0,1-3 16 15,-1-2 0-15,1-2 0 0,3 0-208 0,-3-2 0 16,-1-2 0-16,1-2 0 0,1-1 0 0,-1 2 0 16,-2-3 0-16,-1-4 128 0,1-1-128 0,0 2 0 15,-1-3 0-15,1 1 0 0,2-1 0 0,0-1 0 16,-1-2 0-16,1 2 0 0,1-2 0 0,-2 4 0 16,1 1 0-16,0-1 0 0,0 0 0 0,1 0 0 15,0 1-160-15,2 2 160 16,1 2-992-16,1 0-112 0,0 1-32 0,1 1 0 15,-1 2-1008-15,2 0-208 0,-1 1-32 0,2 1-16 16,0 1-464-16,2 1-80 0,-1-1-32 0,-1 0 0 16,0 0 1536-16,0 1 304 0,0-1 64 0,0 0 16 0,1 1 912 0,3-1 144 15,-3-1 0-15,-4 1 160 0,-2 2 1952 0,-3-3 384 16,-1 1 64-16,-8-1 32 0,0 0 240 0,0 0 48 16,0 0 16-16,-4 7 0 0,-5 1-1264 0,-2-1-256 15,0 1-48-15,-4 1-16 0,0 2-672 0,-1 0-144 16,0 1-32-16,2 1 0 0,2-1-224 0,1 0-48 0,0-1-16 15,3 2 0-15,3-5-176 0,1 3 0 0,0 0 0 0,3-3 0 16,1 0 0-16,1 0 0 0,1-2 0 0,0 1-176 16,-2-7 176-16,7 3-192 0,1 0 192 0,1-1-192 15,0-2-48-15,1-2-16 0,2 0 0 0,1-2 0 16,1-1 80-16,1-2 16 0,0-1 0 0,0-1 0 16,3-4 32-16,-1 0 0 0,0-1 0 0,-2 1 0 15,-1-3 128-15,-1 2-192 0,-2 0 192 0,0 0-192 16,-1 3 192-16,-1 0 0 0,-2 1 0 0,-1 2 0 15,0 3 0-15,-6 5 0 0,0 0 0 0,0 0 0 0,0 0 192 0,0 0-48 16,0 0 0-16,0 0 0 0,0 0 64 0,3 9 16 16,0 1 0-16,0 1 0 0,-1 3-224 0,0 2 176 15,-1 5-176-15,1 1 160 0,1 5 32 0,0 5 16 16,1 1 0-16,-3 1 0 0,0 1-400 0,1 2-96 16,-1 0-16-16,-1 0 0 15,0 1-400-15,-3 3-96 0,-1-5-16 0,-4 7 0 0,-3 0 368 0,-2-5 80 16,-3-2 16-16,-1 0 0 0,-1-9 352 0,0-2-176 15,-5-6 176-15,3-2-128 0,-1-2 304 0,0-5 64 16,0-1 16-16,1-6 0 0,2-2-256 0,0-2 0 16,1-2 0-16,0-3 0 0,0-3 192 0,3-3-16 15,-1-3 0-15,4 0 0 0,2-1-320 0,3-5-64 16,4-1-16-16,3 0 0 0,3-3 224 0,2-1-192 16,4-4 192-16,0-2-192 0,6-5 64 0,1-1 128 15,5-1-208-15,3-3 80 0,3 1 128 0,4-2-192 16,0-3 192-16,1 3-192 0,2 3 192 0,-1 0 0 0,-3 4 0 0,-1 3-128 15,-5 1 128-15,-2 4 0 0,-2 2 160 0,-4 5-160 16,-5 2 288-16,-2 5-32 0,-1 2-16 0,-2 3 0 16,-3 2 144-16,-4 7 48 0,0 0 0 0,0 0 0 15,0 0-32-15,1 7 0 0,-3 1 0 0,-1 1 0 16,-1 2-272-16,0 2-128 0,0 0 0 0,0 4 128 16,2-2-128-16,0 0 0 0,4 1 0 0,0 0 128 15,4-2-128-15,0 2 0 0,1-5 0 0,-1 2-176 16,2-3 176-16,0 0 0 0,1-2 128 0,0-3-128 0,0-1 0 0,-1-1 128 15,-2-3-128-15,2-2 0 0,0 1 208 0,-1-4-16 16,-1 0-16-16,1-1 0 0,-1-5 16 0,1-1 16 16,0-3 0-16,-1 0 0 0,-2-2-208 0,0 0 144 15,-2-3-144-15,1-2 128 16,-2 3-480-16,-1 0-96 16,0 2-32-16,0 2 0 0,-1 0-688 0,-1 6-144 0,1 0-32 15,0 4-14624-15,1 5-2928 0</inkml:trace>
  <inkml:trace contextRef="#ctx0" brushRef="#br0" timeOffset="159308.7">17544 9531 8287 0,'0'0'368'0,"3"9"80"0,-3-9-448 0,5 10 0 16,1 1 0-16,-6-11 0 0,11 9 8480 0,-1-4 1616 15,2-1 320-15,-2-3 64 0,4 1-7168 0,0-2-1440 16,0-4-272-16,3 1-64 0,0-2-736 0,0-2-144 16,-1 0-16-16,1-1-16 0,0-1-384 0,0-1-80 15,-1-3-16-15,-1-1 0 0,-1 0-144 0,-1-1 0 16,-1 1 0-16,-2 1 0 0,-1 4 0 0,-1-2-144 15,-2 5 0-15,-4 1 0 0,-2 5 144 0,0 0 0 0,-4-2 0 0,-2 2-128 16,-2 4 384-16,-1 4 96 0,-2 4 16 0,-2-2 0 16,-1 2-48-16,1 2 0 0,0 2 0 0,2 0 0 15,4-2-128-15,0 3-16 0,1-3-16 0,2 2 0 16,1-2-160-16,2 2 0 0,2-3 0 0,3-3 128 16,1 3-128-16,3-5-192 0,1-1 32 0,3-2 16 15,0-1 144-15,2-3 0 0,2-1 128 0,-1-2-128 16,-2-1 0-16,2-1 0 0,0-2 0 0,2-2 0 15,-1-3-144-15,0 0 144 0,0-1-160 0,0-2 160 0,4-9-256 0,-1 1 64 16,-1 0 0-16,1 0 0 0,-2-2 0 0,-2 1 16 16,0-1 0-16,-2 5 0 0,-3 2 176 0,-3 4 0 15,-1 0 0-15,-2 1 0 0,-1 2 0 0,-2 3 272 16,-1 7-32-16,0 0-16 0,0 0 160 0,0 0 16 16,0 0 16-16,0 0 0 0,0 0-272 0,0 0-144 15,6 8 160-15,2 1-160 0,0-1 0 0,1 2 128 16,0 0-128-16,2 1 0 0,-1 1 0 0,2 1 0 15,1 1 0-15,-1 1 0 0,-2-2 0 0,1 2 0 16,0-2 0-16,-2 2 0 0,-2 0 0 0,-2 0 0 16,-1-2 0-16,-1 2 0 0,-3-2 0 0,-4 1 128 15,-3-3-128-15,-1 1 144 0,-1-4 48 0,-2 0 16 16,-4-1 0-16,1-3 0 0,1 0-80 0,-3-1 0 16,1-1-128-16,-1 0 192 0,0-4-192 0,1 0 0 15,-1-2-144-15,0 1 144 16,2 2-1312-16,-2-2-160 0,2 0-48 0,-2 0-22976 0</inkml:trace>
  <inkml:trace contextRef="#ctx0" brushRef="#br0" timeOffset="159985.32">18740 9518 38127 0,'0'0'1680'0,"6"-9"368"0,1-3-1648 0,2-1-400 15,1-2 0-15,2 0 0 0,0-1 1184 0,1 3 160 16,-3 1 16-16,1 3 16 0,-4 1 384 0,1 5 80 15,-8 3 16-15,0 0 0 0,8 7-592 0,-3 6-112 16,-1 2-32-16,-1 3 0 0,-1 4-416 0,-3 4-64 16,0 3-32-16,-2 2 0 0,1 1-416 0,-1 0-192 0,-1-1 160 0,1-1-160 15,1-2 320-15,-1-3-48 16,-1-2 0-16,2-6 0 0,-1-1-272 0,1-3 160 16,-1-3-160-16,2-2 128 0,1-8-128 0,0 0 0 0,0 0 0 0,0 0 0 15,0 0 0-15,0 0 0 0,-4-8 0 0,0-1-176 16,1 0-80-16,2-4-32 0,0-4 0 0,-1-3 0 15,2-2 288-15,2-1 0 0,0-3 0 0,2-3 0 0,3-1 0 16,3-1 0-16,2-2 0 0,2 2 0 0,2-1-176 0,1 4 176 16,0 2-160-16,1 2 160 0,-1 2-160 0,0 2 160 15,0 5-160-15,0 3 160 0,0 3-128 0,0 4 128 16,-2 1 0-16,1 1-144 0,-3 3 144 0,1 3 0 16,-2-1 0-16,0 4 128 0,-2 0 16 0,-2 3 16 15,-2 2 0-15,-2-2 0 0,-1 4-160 0,-3-1 160 16,-3 3-160-16,1 1 160 0,-5 1-160 0,-2 0 128 15,-3 0-128-15,-1 0 128 0,-1-2-128 0,-2 1 0 16,-1 0 0-16,-1-3 0 0,0 1 0 0,1-2-144 16,0-2 0-16,1 2 0 15,2-6-1056-15,4-2-208 0,2-1-32 0,8-3-16 16,-8 0-2288-16,8 0-464 0,-3-9-80 0</inkml:trace>
  <inkml:trace contextRef="#ctx0" brushRef="#br0" timeOffset="161119.22">19266 9098 19343 0,'11'-9'1728'0,"-11"9"-1392"16,0 0-336-16,0 0 0 0,8 0 5920 0,-1 0 1120 0,-7 0 208 0,7 6 48 16,-1 3-4032-16,-2 4-800 15,-1 2-160-15,-2 2-48 0,-1 2-1040 0,-1 3-224 16,-2 2-32-16,1 3-16 0,-2 1-560 0,0 0-128 0,0 2 0 0,0 0-16 16,-1-2-240-16,2 0 176 0,-1-1-176 0,2-4 160 15,-1 0-160-15,1-4 0 0,-1-4 0 0,2 1 128 16,-1-4-128-16,1-3 0 0,1-3 0 0,0-6 0 15,0 0 0-15,0 0 0 0,0 0 0 0,0 0 0 16,0 0-208-16,0 0 80 0,7-4 128 0,-1-2-208 0,1-2 208 0,0-1-176 16,0-3 176-16,1-2-160 0,0-2 160 0,-1 2-128 15,3-6 128-15,0 1-128 0,2-2 128 0,-1-1 0 16,2 1-144-16,0 1 144 0,1 1-128 0,-1 2 128 16,0 0-160-16,0 4 160 0,-2 0-224 0,0 4 48 15,-1 2 16-15,-1 3 0 0,0 2 160 0,-1 3 0 16,-8-1 0-16,8 6-128 0,-3 2 128 0,-1 5 0 15,-2 0 0-15,-1 3 128 0,-1 5 0 0,0-3 16 16,0 2 0-16,2-1 0 0,1 3-144 0,1-3 128 16,1-1-128-16,2-4 128 0,2 2-288 0,1-3-64 15,2-3-16-15,1-2 0 0,1 0 48 0,2-4 16 16,2-1 0-16,-1-3 0 16,1-2-320-16,2-2-64 0,1 0-16 0,0-2 0 15,0-5 96-15,-2 1 16 0,2-2 0 0,-1-2 0 0,-3-2 240 0,-1-1 48 16,0 2 16-16,-2-4 0 0,0 1 160 0,-4 1 0 0,-4 3 0 0,0 2 0 15,-2 2 0-15,-3 3 224 16,-2 2-48-16,1 5-16 0,-10 0 336 0,0 4 64 0,-3 2 16 0,-3 5 0 16,-2-2-64-16,0 5 0 0,0-1 0 0,-1 4 0 15,1 3-224-15,1-3-48 0,1 0-16 0,3 0 0 16,4-2-96-16,2 1-128 0,1-3 176 16,2-1-176-16,3-2 0 0,2 1-176 0,2-5 0 0,-3-6 0 31,7 7-304-31,0-2-64 0,2-5-16 0,3 0 0 0,1 0-80 0,0-3 0 15,0-2-16-15,3 0 0 0,1 1 128 0,0-5 16 0,-3-2 16 0,2 0 0 16,-1-1 304-16,0-4 48 0,-2 1 16 0,0-1 0 0,-1 0 128 0,-1 1 0 16,-2 0 160-16,1 2-160 0,-4 3 384 0,-1-1 0 15,-1 5-16-15,-4 6 0 0,0 0 256 0,0 0 48 16,0 0 16-16,0 0 0 0,-5 6-128 0,-1 5-32 16,-1-1 0-16,2 3 0 0,0 0-304 0,1 0-64 15,1 2-16-15,3-1 0 0,0 2-144 0,3-1 128 16,-1-4-128-16,2-1 128 0,3-1-128 0,1 1 0 15,-1-3 0-15,2-3 0 0,2 0-128 0,2 0-16 16,-1-4 0-16,-1-1 0 0,2-2-64 0,0-1-16 16,1 0 0-16,-1-5 0 0,0 1 32 0,1-2 16 15,0-2 0-15,-1-1 0 0,-1-2 48 0,0-1 0 16,-2-4 0-16,1 3 0 0,-2-2 128 0,-1 2 0 16,-1-3 0-16,0 3-128 0,-3 4 128 0,0 3 0 15,-2 2 0-15,1 3 128 0,-3 5 0 0,0 0 0 16,0 0 0-16,0 0 0 0,0 0 0 0,0 0 0 15,0 0 0-15,0 0 0 0,0 0-128 0,5 9 0 16,0 0 0-16,1 0 0 0,-2 2 0 0,1-1 0 16,1-1 0-16,1 2 0 0,-2 0 0 0,0 1 0 0,-1 1 0 0,0 0-128 15,0 0 128-15,-1-1-208 0,-2 0 80 0,0-2 128 16,0 2-192-16,-1-3 192 16,0 0-160-16,0-1 160 0,0 0 0 0,2-2 0 0,-2-6 0 15,0 0 0-15,2 7 0 0,-2-7 0 0,0 0 0 0,6 5 0 16,1-2 0-16,-7-3 0 0,7-2 128 0,2 2-128 15,1-2 0-15,1-5 0 0,-1-1 128 0,2-1-128 16,2-1 0-16,1-1 128 0,0-2-128 0,1-2 0 16,1 0 144-16,0-3-144 0,1 1 0 0,0-2 144 0,-1-4-144 15,-2 1 0-15,-1 0 144 0,0 3-144 16,-2 0 0-16,-1 4 144 0,-2 0-144 0,-1 5 0 0,-3 1 192 0,-3 1-64 16,0 4 0-16,-2 4-128 0,0 0 384 0,-7 4-48 15,-2 4 0-15,0 2 0 0,-2 1-64 0,-2 2-16 16,-2 2 0-16,0 4 0 0,2 0-128 0,0 2-128 15,0 0 144-15,3 0-144 0,3 1 144 0,2-3-144 16,1 1 128-16,3-2-128 0,2-1 0 0,3-1 0 16,3 0 0-16,2-2 0 0,3-1 0 0,2 0-272 15,2-3 64-15,0-1 16 16,3-1-608-16,2 0-112 0,2-3-32 0,-1 1 0 16,0-3-1824-16,3-3-368 0,3-2-80 0</inkml:trace>
  <inkml:trace contextRef="#ctx0" brushRef="#br0" timeOffset="162060.75">21245 9269 52063 0,'-2'-7'1152'0,"-1"1"224"0,1 0 48 0,-1 4 48 0,3 2-1184 0,-4-5-288 0,-1-1 0 0,0 4 0 16,-1 1 1072-16,0 1 144 0,-1 2 48 0,-2 3 0 15,-3 3-752-15,-1 3-128 0,-2 2-48 0,-2 2 0 16,-3 4-208-16,-1 1-128 0,-1 1 160 0,1 1-160 15,3-1 128-15,1 1-128 0,0-1 0 16,4-1 0-16,3-1 0 0,3 1 0 0,5 0-208 0,3-1 64 16,0-3-640-16,5 2-128 0,3-5-32 0,0 1 0 15,1-2-352-15,3-3-80 0,2-4-16 0,0-1 0 16,1-1-160-16,1-3-48 0,2-3 0 0,1 1 0 16,-1-3 512-16,0-2 80 0,-1-5 32 15,0 1 0-15,0-3-112 0,1-4 0 0,-2 0-16 0,1-4 0 16,0-4 656-16,2-3 128 0,-1-2 16 0,5-10 16 0,-2 2 48 0,-3 1 16 15,-2 3 0-15,-2 3 0 0,-5 0 672 16,-2 6 128-16,-4 4 16 0,-1 3 16 0,-2 3 1568 0,-1 5 320 16,-1 5 64-16,1 6 16 0,0 0-384 0,0 0-80 15,0 0 0-15,-6 12-16 0,4 5-1168 0,-1 2-224 16,-1 3-64-16,0 2 0 0,0-1-208 0,0 3-48 16,1 4-16-16,-1-4 0 0,0 2-112 0,1-2 0 15,1 0-16-15,-1 0 0 0,2-4-112 0,1-1 0 16,0-3-128-16,1-2 192 0,2-3-192 0,-1-1 144 15,1-3-144-15,-1-1 128 0,-2-8-128 0,6 2 0 16,-6-2 0-16,0 0 0 0,9-1 0 0,-1-2 0 16,-1-1 0-16,1-2 0 0,0-1 0 0,0-3-144 15,1-2 144-15,1-2 0 0,1-3-192 0,1-3 64 16,1 0 128-16,2-3-208 0,1 0 16 0,2-1 0 16,-2 6 0-16,-1-1 0 0,1-2-16 0,-2 4 0 0,1-1 0 0,-2 6 0 15,-2-1 48-15,0 4 16 0,-2 2 0 0,-1 2 0 16,-2 0 144-16,1 1 0 0,-7 4 0 0,0 0 128 15,0 0 32-15,6 8 16 0,0 1 0 0,-2 3 0 16,-2 2-176-16,1 0 160 0,-1 4-160 0,1 2 160 16,-2 1-160-16,2-3 0 0,-1-2 0 0,2 1 128 15,2 0-128-15,0 1 0 0,2-4 0 0,0 2 0 16,0-2 0-16,1-1 0 0,1-1 0 0,2-2 0 0,1-3 0 0,1-3-272 16,2 1 32-16,5-1 16 0,0-3 224 15,-1-1 0-15,0-4 144 0,1-1-144 0,0 0 0 16,1-5-288-16,0-2 32 0,2-1 16 0,0-2-112 0,-2-2-32 15,-2-1 0-15,-4-1 0 16,-5 0-64-16,0 0 0 0,-3 2-16 0,-2 4 0 0,-2-1 288 0,-4 4 176 16,-4 0-192-16,-4 2 192 0,-1 4 240 0,-4 4 144 15,-4 3 48-15,-1 3 0 0,-2 1 48 0,0 2 16 16,-3 1 0-16,1 2 0 0,0 1-304 0,1 0-48 0,3-1-16 16,2 1 0-16,3 0-128 0,3 1 128 15,3-1-128-15,2 0 128 0,3-1-256 0,2 0-64 0,1-7-16 16,3 3 0-1,0-3-240-15,2 0-64 0,3-2 0 0,2 1 0 16,0-4-112-16,3 0-16 0,0 0-16 0,0-4 0 16,2 1 80-16,1-3 0 0,1-1 16 0,6-3 0 0,-2 0 256 0,-3-2 48 15,-1 0 16-15,-2 0 0 0,-4 1 240 0,1-1 0 16,0 1 0-16,-3 5-144 0,-2-1 144 0,-4 3 256 0,-4 4-64 16,0 0-16-16,0 0 512 0,0 0 96 0,0 0 32 0,3 8 0 15,1 1-128-15,0-2-32 0,-2 3 0 0,1 3 0 16,-2-2-368-16,0 2-80 0,2 0-16 0,0-3 0 15,0 2-192-15,1 0 0 0,0-2 0 0,3 2 0 16,-1-2-1312 0,2-2-352-16,1-1-80 0,0-2-13488 0,1-1-2704 0</inkml:trace>
  <inkml:trace contextRef="#ctx0" brushRef="#br0" timeOffset="162978.68">22471 9271 46127 0,'1'-4'2048'0,"-1"4"416"0,0 0-1968 0,0 0-496 15,1 4 0-15,1 4 0 0,-1 0 1728 0,0 2 240 16,-1 2 48-16,0 0 16 0,-1 1-784 0,0-3-160 16,1 5-16-16,0-2-16 0,0 1-656 0,0 0-128 15,0-1-16-15,0 0-16 0,0 1-240 0,1-4 176 16,2 0-176-16,-1 1 160 0,1-2-160 0,0-3 0 16,-1 1 0-16,1-4 128 0,-3-3-128 0,4 2 0 15,1 1 0-15,-5-3 0 0,0 0-128 0,6-3-16 16,1 1 0-16,1-1 0 0,-2-4-64 0,2-2-16 15,-1 1 0-15,2-2 0 0,0-3-96 0,1 0-32 16,1 0 0-16,0 1 0 0,2-2 64 0,0-2 16 0,1 2 0 0,0-2 0 16,2 2 128-16,-3 1 144 15,-4 2-208-15,-1 2 80 0,-3 3 128 0,0 2 0 0,-5 4 0 0,0 0 0 16,0 0 0-16,0 0 0 0,0 0 0 16,0 0 0-16,1 8 0 0,-1 2 144 0,0 3-144 0,0 0 0 15,-1 0 0-15,0 0 0 16,1 3 0-16,0-3 0 0,0 1 0 0,2 1 0 0,2-2 0 15,1 0 0-15,2-4 0 0,1 0 0 0,1 1 0 0,3-2 0 16,1 0 0-16,1-1 0 0,0-2 0 0,2-1 0 16,0-2-224-16,1 0 48 0,1-2 16 0,1 0 0 15,1-2-144-15,-1-2-16 0,1-1-16 0,2-3 0 16,0-1 48-16,-1-1 16 0,-1-1 0 0,-2 1 0 16,-1-3 48-16,-1-1 16 0,-2-1 0 0,-2 1 0 0,-3 1 208 0,-3 0-192 15,1-2 192-15,-3 4-192 0,-3-1 192 0,-1 3-144 16,1 1 144-16,-1 2-128 0,0-1 128 0,0 7 224 15,0 0-48-15,0 0-16 0,0 0 32 0,0 0 16 16,0 0 0-16,0 0 0 0,0 0-208 0,0 0 0 16,-1 9 0-16,1 0 0 0,1 2 144 0,1 0-16 15,-1 2 0-15,2 0 0 0,-1 3 128 0,2 2 32 16,0 2 0-16,0 3 0 0,0 0 96 0,0 4 0 16,0 3 16-16,-2 1 0 0,0 3-112 0,-2 0-32 15,-2 0 0-15,0-1 0 0,-4 0-128 0,0 3-128 16,-2-2 144-16,-1-5-144 0,-3 0 0 0,-2 0-240 15,-2 0 32-15,-1-5 0 16,-1 2-464-16,0-3-96 0,-2-4 0 0,2-2-16 0,-3 0 400 0,0-4 64 16,0-3 32-16,2 0 0 0,2-7 416 0,1 1 96 15,1-4 16-15,2-1 0 0,2-2 144 0,2 0 16 16,0-3 16-16,2 1 0 0,3-3-96 0,3 1 0 16,4-3-16-16,1 0 0 0,1-2-304 0,3-2 0 15,2-3 0-15,4-1 0 0,6-3 0 0,3-1 0 16,6-4 0-16,4 0 0 0,6-3 0 0,3-2-144 15,2-5 144-15,-1 1 0 0,-1-1 0 0,-2-1-128 0,0 1 128 16,0 0 0-16,-3 3 0 0,-1 0 0 0,-2 0 0 0,-5 2 0 16,-1 2 0-16,-5 6 128 0,-4-2-128 0,-2 7 128 15,-3 0 16-15,-4 1 16 0,-4-2 0 0,-3 4 0 16,-1-1 112-16,-4 3 32 0,-1 1 0 0,-3 2 0 16,0 5-432-16,-2 2-96 0,-4 2-16 0,1 2 0 0,-3 2 240 15,0 2 0-15,0 1 144 0,-1 5-144 0,2 3 192 16,2 2-48-16,-1 1-16 0,3 2 0 0,1-3 48 0,3 2 0 15,1 2 0-15,3-1 0 0,1 2-16 0,2-1 0 16,2-1 0-16,1 1 0 0,2-4-16 0,1-1 0 16,2 0 0-16,3-2 0 0,1-2-16 0,3 0-128 15,2 0 192-15,0-3-64 0,2-1-128 0,1-1 0 16,2 0 0-16,-1-3 0 0,2-3-160 0,0 0-112 16,-1 0-32-16,1 0 0 15,0-3-1520-15,-3 1-304 0,-1 1-64 0</inkml:trace>
  <inkml:trace contextRef="#ctx0" brushRef="#br0" timeOffset="193197.75">4803 10892 9215 0,'-20'-12'400'0,"14"10"96"0,-1-1-496 0,1 2 0 16,3-1 0-16,3 2 0 0,0 0 7808 0,0 0 1472 15,0 0 304-15,0 0 48 0,-2 8-7008 0,2 1-1392 16,-2 2-272-16,2 3-64 0,0 2-416 0,0 3-80 0,2 3-16 0,-2 3 0 15,-2 1-32-15,1 3-16 16,0 1 0-16,-1 0 0 0,1 1 32 0,0-2 0 16,-1-2 0-16,1-2 0 0,0-2-192 0,0-2-48 0,-1-1 0 0,2-3 0 15,-1-2-128-15,1-2-176 0,-1-3 48 0,1-3 0 32,0-7-1552-32,0 0-304 0,0 0-64 0,0 0-16 15,0 0-960-15,0 0-192 0,6-3-48 0,-1-7-12848 0</inkml:trace>
  <inkml:trace contextRef="#ctx0" brushRef="#br0" timeOffset="193680.25">4558 10941 24879 0,'-5'-2'2208'0,"1"-2"-1760"15,4 4-448-15,-2-5 0 0,2 5 3712 0,0-7 640 16,4-1 144-16,3 2 32 0,1 2-2624 0,3-3-528 16,2-4-96-16,4 3-32 0,3 0-704 0,1 0-144 15,1 2-16-15,1-1-16 0,1 1 0 0,1 0 0 16,-1 2 0-16,1 1 0 0,-1-1-144 0,0 2-32 15,0-2 0-15,-2 3 0 0,-2 1-192 0,-1 0 144 16,-1 0-144-16,-2 1 128 0,-2 3-128 0,-3-2 0 16,-1 2 144-16,-2 1-144 0,-8-5 256 0,4 9-32 15,-3 1 0-15,-1 2 0 0,-1 0 272 0,-3 1 48 16,-2 0 16-16,-2-1 0 0,-3 2-112 0,1 0 0 16,-4 1-16-16,-1-1 0 0,0 0-160 0,-1 1-16 15,2-4-16-15,-2 1 0 0,-1 0-112 0,0-2-128 16,1-1 176-16,2-2-176 0,0 1 144 0,1-2-144 15,2 1 0-15,3-1 144 0,2 0-144 0,1-1 0 16,5-5 0-16,0 0 0 0,0 0 0 0,0 0 0 0,0 0 0 0,5 6 0 16,1-1-176-16,2-1 176 0,1-2-128 0,3-1 128 15,2-1 0-15,3-1-128 0,2-2 128 0,-1-1 0 16,3 0 0-16,0 0 0 0,-2 0 0 0,-2 2 0 16,0-1 0-16,0 3 0 0,-1 2 0 0,-2 1 0 15,-1 3 0-15,-1 1 0 0,-3 4 0 0,0 3-128 16,-2 4 128-16,-2 2 0 0,-3 2 0 0,-2 2 0 15,-4 0 176-15,-1 0-48 0,-3-2 0 0,-1-1 0 16,-1 1 64-16,-3-1 16 0,-2 0 0 0,0 1 0 0,-1-4-48 0,1 0-16 16,-2-1 0-16,1-1 0 0,-1-2-144 0,-3 1 192 15,1-1-192-15,-2-3 192 16,-1-4-752-16,5 0-144 0,1-2-16 0,3 0-16 16,-1-3-2464-16,2-2-480 0,4-3-96 0</inkml:trace>
  <inkml:trace contextRef="#ctx0" brushRef="#br0" timeOffset="193980.47">5171 11094 27647 0,'0'0'2448'0,"0"0"-1952"15,0 0-496-15,0 0 0 0,5 6 3488 0,0 0 608 16,-1 1 112-16,0 4 16 0,-2-2-1456 0,0 4-288 16,-1 1-64-16,-1 3-16 0,1 3-1168 0,1 1-224 0,-1 1-48 0,0-1-16 15,1 1-496-15,-1-1-80 16,0-2-32-16,0 0 0 0,1-2-128 0,-2 0-16 15,1-2-16-15,-1 1 0 0,0-4-176 0,0-2 192 16,0-1-192-16,0-1 192 0,0-8-192 0,0 0 192 0,0 0-192 0,0 0 192 16,0 0-64-16,0 0 0 0,0 0 0 0,0 0 0 15,0 0-128-15,-3-7 128 0,0-2-128 0,1-1 128 16,2-2-128-16,0 0 0 0,2-1 0 0,0 0 0 16,2-1-144-16,0 0 144 0,1-1-192 0,2 1 192 31,1 0-608-31,1-1-16 0,1 0 0 0,2 0 0 0,1 2-1008 15,1 2-208-15,3 0-32 0,1 3-16 0,1 2-2448 0,0-1-480 0,2 2-112 0</inkml:trace>
  <inkml:trace contextRef="#ctx0" brushRef="#br0" timeOffset="194731.69">5542 11167 17503 0,'0'0'1552'0,"0"0"-1232"0,0 0-320 0,0 0 0 0,0 0 5280 0,0 0 992 16,0 0 208-16,0 0 48 0,0 0-2832 0,-1 6-560 16,-3 2-128-16,-1 1 0 0,-4 1-1552 0,-1 1-304 15,1 4-64-15,-1 0-16 0,-2 1-624 0,2 1-128 16,-2 0-32-16,2 0 0 0,-1-2-144 0,2 1-16 15,1-2-128-15,0 2 192 0,2-2-192 0,1-2 0 16,1-1 0-16,2-2 0 0,0 0 0 0,0-1 0 16,1-2 0-16,1-6 0 0,0 0 0 0,0 0-240 15,0 0 48-15,0 0 16 16,8 0-256-16,0-1-48 0,-2-3-16 0,2-1 0 16,1-2-80-16,2-2 0 0,-2-3-16 0,1-1 0 0,2-1 208 0,1-2 32 15,0-1 16-15,1-2 0 0,-1-2 208 0,0 0 128 0,1 0-160 0,-3 0 160 16,-2 3 0-16,1 2 0 15,-4 3 0-15,-1 4 0 0,-1 4 208 0,-4 5 48 0,0 0 0 0,0 0 0 16,0 0 368-16,-1 9 80 0,-2 2 0 0,1 3 16 16,-2 3-368-16,1 2-80 15,-1-2-16-15,2 3 0 0,-1-4-128 0,2-1-128 0,1 0 144 0,1-2-144 16,0-2 0-16,3 0 0 0,1-2 0 0,-1-1 0 16,3-2 0-16,1-1 0 0,1-1-192 0,0-1 192 15,1-3-352-15,1-3 32 0,-1 1 16 0,1-3 0 16,0-2-48-16,0 1-16 0,-1-4 0 0,1 1 0 15,-2-1 176-15,0-2 48 0,0-1 0 0,-1-1 0 16,0-1 144-16,0 0 0 0,-2-1 0 0,-1 0 0 16,0 2 0-16,-2 0 128 0,-2 1-128 0,2 2 0 15,0 2 0-15,-1 1 0 0,-2 8 0 0,0 0 128 0,0 0-128 16,0 0 144-16,0 0-144 0,0 0 160 0,0 0-16 0,-1 11 0 16,-2 1 0-16,1 4 0 0,-1 0-144 0,2 2 0 15,-1-1 0-15,2-1 0 0,0-3 0 0,3 0 0 16,1-1 0-16,1 2 0 0,2-1 0 0,-1-2 0 15,2-4 0-15,1 0 0 0,2-3-320 0,0-2 16 16,0 0 0-16,1-1 0 16,1-1-192-16,0-1-32 0,0-3-16 0,-2-1 0 0,0-2 272 0,-1-1 48 15,-1-1 16-15,0 0 0 0,1-3 208 0,-1-1 0 16,-1-2 0-16,-1-1 0 0,1-2 0 0,-1-1 0 16,-1 0 0-16,1-1 0 0,-2 2 0 0,0 0 0 15,-1 0 160-15,-1 2-160 0,-1 3 192 0,0 2-64 16,-2 2 0-16,0 2 0 0,0 7 336 0,0 0 64 0,0 0 16 0,0 0 0 15,0 0 16-15,0 0 0 16,-3 10 0-16,-1 7 0 0,-1 1-256 0,-2 7-48 16,2 2-16-16,1 2 0 0,0 1-64 0,-1 1-16 15,0 2 0-15,0 1 0 0,-1 0-160 0,3 2 160 16,-1 2-160-16,0 1 160 0,1-1-160 0,3 0 0 16,-1-2 0-16,0-2 0 0,1 0 0 0,0-4 0 0,1-3-144 0,-1-2 144 31,1-7-1232-31,0 1-144 0,1-6-32 0,0-3 0 15,2-2-1632-15,-4-8-336 0,7 3-64 0,-1-5-15680 0</inkml:trace>
  <inkml:trace contextRef="#ctx0" brushRef="#br0" timeOffset="194955.1">6396 10793 30399 0,'-10'-8'2704'0,"6"7"-2160"15,-2-1-544-15,6 2 0 0,0 0 3888 0,0 0 656 16,0 0 144-16,-2 4 32 0,-1 3-2352 0,-1 2-448 15,2 1-112-15,-1 3-16 0,1 4-1056 0,0 4-224 16,0 5-32-16,-1 6-16 0,-1 3-320 0,0 4-144 16,0 3 128-16,2 2-128 0,-4 0 0 0,4-1 0 15,-1 0 0-15,1-4 0 0,-1-2 0 0,0-2 0 16,-2-1 0-16,1-1 0 16,0-3-944-16,2-3-64 0,-1-1-16 0,1-5 0 15,-2-3-1136-15,1-1-224 0,2-5-48 0,1 0-16 16,1-6-2192-16,-1-6-432 0</inkml:trace>
  <inkml:trace contextRef="#ctx0" brushRef="#br0" timeOffset="195582.62">6204 11283 30399 0,'0'0'1344'0,"0"0"288"0,-2-3-1312 0,2 3-320 16,0 0 0-16,0 0 0 0,0 0 3872 0,0 0 704 0,0 0 144 15,0 0 16-15,9 0-2992 0,3 0-592 0,1-1-128 0,1-2-32 16,0 0-608-16,3-3-112 0,2 0-16 0,0-2-16 15,1 1-48-15,-1-3-16 0,1 1 0 0,1-2 0 16,0 1-48-16,-1 0-128 0,-1 0 192 0,-1 1-64 16,0 0-128-16,-4 3 0 0,-2 0 144 0,-1 3-144 15,-4 1 128-15,-7 2-128 0,0 0 160 0,3 9-160 16,-2 4 320-16,-2 0-16 0,-4 4-16 0,0 0 0 16,-2 3 48-16,1 1 16 0,-1-2 0 0,2 0 0 15,-2-2-208-15,2-1-144 0,0 0 192 0,1-2-192 0,1-3 128 16,1-1-128-16,0-1 0 0,2 1 0 0,0-10 0 0,0 0 0 15,0 0 0-15,6 6 0 0,-6-6-176 0,0 0 16 16,0 0 0-16,9-1 0 0,1-3-112 0,1 0-32 16,-2-4 0-16,1 0 0 0,-1-2 96 0,3-3 16 15,2 0 0-15,1-2 0 0,-3 0 192 0,1-1 0 16,1-1-160-16,0 2 160 0,1 0 0 0,-1 4 0 16,-1 0 0-16,0 5 0 0,0 2 0 0,-1 2 0 15,-2 4 160-15,-1 3-160 0,-1 1 384 0,-1 4-16 16,-1 1-16-16,-2 4 0 0,0 0-48 0,0 1-16 15,-1 0 0-15,-1 0 0 0,-1-1-160 0,1 2-128 16,-1 0 144-16,-1-2-144 0,0 1 128 0,0-4-128 16,1-1 0-16,-1 0 0 0,0-3 144 0,-1-2-144 15,1-6 128-15,0 0-128 0,0 0 128 0,0 0-128 16,0 0 0-16,0 0 128 0,0 0-128 0,0 0 0 16,0 0 0-16,0 0 0 0,1-6 0 0,2-3 0 15,1-1 0-15,1-4 0 0,2 0 0 0,0-3 0 16,3-1 0-16,1-2 0 0,4 0-144 0,0-3 144 0,1-2 0 0,0 2 0 15,-1 2 0-15,0 4-128 0,-1 4 128 0,-1 1 0 16,-1 6 0-16,-1 2 0 0,0 4 0 0,-2 4 0 16,-1 4 0-16,0 3 272 0,-2 6-48 0,1 1-16 15,-3 2 64-15,-1 1 16 0,0 0 0 16,-2 1 0-16,2 0-144 0,-2 2-16 0,1-5-128 0,-1 1 192 16,1-2-192-16,1-1 0 0,2 0 0 0,-1-2 0 15,0-2-560-15,1 0-144 0,2-2-48 16,1-2 0-16,-1-5-3200 0,5 0-640 0</inkml:trace>
  <inkml:trace contextRef="#ctx0" brushRef="#br0" timeOffset="195868.15">7549 11273 47519 0,'0'0'2112'0,"0"0"416"0,0 0-2016 0,0 0-512 15,0 0 0-15,0 0 0 0,0 0 1344 0,0 0 192 0,0 0 16 0,9 3 16 16,1-6-736-16,2 1-160 16,1 1-32-16,2 0 0 0,4-2-448 0,0 0-192 0,3 1 176 0,3-1-176 15,-1 1 288-15,3-1-32 16,3 0-16-16,0 2 0 0,0 0 160 0,0-1 48 0,-1 2 0 0,-1 0 0 16,1-2-448-16,1 1 0 15,-1-1 0-15,-1 1 0 0,1-2 0 0,0 1 0 0,1-1 0 0,-3 1 0 16,1-1 0-16,-1-1-256 0,2 0 48 0,-1 1 0 31,1-3-1120-31,0 2-208 0,-3-1-64 0,1 0 0 0,0-1-2640 0,0 1-544 16</inkml:trace>
  <inkml:trace contextRef="#ctx0" brushRef="#br0" timeOffset="196168.61">8331 11029 28559 0,'0'0'1264'0,"-3"5"272"0,3-5-1232 0,0 0-304 15,0 0 0-15,1 10 0 0,2 0 5136 0,1-1 976 16,-1-2 192-16,3 4 32 0,2-3-4144 0,1 0-832 16,1-1-160-16,2 1-48 0,0-1-688 0,0 1-144 15,2-2-16-15,2 1-16 0,-2-1-128 0,2 1-32 16,-2 0 0-16,2-3 0 0,-1 2 160 0,1-1 32 16,0 0 0-16,1-2 0 0,-4-1-320 0,-2 1 0 15,1-1 0-15,-2 1 0 0,-2 0 0 0,-8-3 0 16,7 2 0-16,-7-2-144 0,0 0 144 0,0 0 176 0,0 0-48 0,0 0 0 15,-3 8 16-15,-2 0 0 0,-3 0 0 0,-1 1 0 16,-4 0-96-16,-1-3-48 0,-2 2 0 0,-1 1 0 16,-3-1 0-16,0 1 0 15,0 0 0-15,2-1 0 16,0 0-1792-16,2 3-240 0</inkml:trace>
  <inkml:trace contextRef="#ctx0" brushRef="#br0" timeOffset="196915.63">9194 11070 2751 0,'0'0'128'0,"2"-6"16"0,1-1-144 0,1 1 0 15,0-1 0-15,0-2 0 0,2 3 7728 0,1-1 1504 16,1 1 304-16,-2-2 64 0,1-1-5664 0,-1 1-1136 15,-2 1-240-15,1 2-32 0,-1 0-912 0,-4 5-176 16,0 0-32-16,0 0-16 0,0 0-304 0,0 0-48 16,0 0-16-16,-1 6 0 0,-3 5-336 0,-3 3-80 15,-2 3-16-15,-4 5 0 0,0-1-368 0,0 4-80 16,-1 2-16-16,1 2 0 0,1-2-128 0,3 0 0 16,1-4 0-16,2-2 0 0,0-2 0 0,3-2 0 15,0-1 0-15,3-6 0 0,0 0 0 0,3-3-256 16,-3-7 64-16,7 6 16 15,1-3-288-15,0-3-64 0,1 0-16 0,3-2 0 16,1-2-272-16,0-5-48 0,0-2-16 0,1-2 0 16,1-2 144-16,0-2 32 0,1-3 0 0,0-1 0 0,-2 2 384 0,0 1 96 0,-1 2 16 15,0-1 0-15,0 4 208 0,-1 1 0 0,-3 3 0 0,-1 4 0 16,-8 5 224-16,0 0 32 0,0 0 16 0,0 0 0 16,0 0 496-16,5 8 112 0,0 1 16 0,-1 1 0 0,-1 3-320 15,-2 0-48-15,1 0-16 0,-1 0 0 16,2 2-320-16,-1-2-64 0,1-1 0 15,1-1-128-15,1 1 0 0,-1-3 0 0,1 0 0 0,0-2 0 16,-5-7 0-16,8 5-192 0,-1-4 0 0,-7-1 0 16,7 2-256-16,1-4-32 0,0 1-16 0,0-4 0 15,0 0-16-15,-1-3-16 0,3-1 0 0,-1-1 0 16,0-5 80-16,0 0 0 0,1-3 16 0,2 0 0 16,-1-6 240-16,-1 2 64 0,0 1 0 0,1 2 0 0,-1-2 128 0,-2 5 176 15,-1 3-48-15,-2 0 0 0,-1 6 352 0,-4 7 64 16,0 0 16-16,0 0 0 0,0 0 304 0,1 10 64 15,-1 3 16-15,-1 3 0 0,-2 2-416 0,1 3-80 16,-2 1 0-16,1 1-16 0,2 1-288 0,-1-2-144 16,2-1 160-16,0-2-160 0,2-3 0 0,-1-2 0 15,0-1 0-15,2-5 0 16,-3-8-1600-16,0 0-304 0,8 3-64 0,1-3-13536 0,3-3-2720 16</inkml:trace>
  <inkml:trace contextRef="#ctx0" brushRef="#br0" timeOffset="197048.76">9756 10913 25791 0,'-12'-7'2304'0,"8"6"-1856"0,-1-4-448 0,2 1 0 16,1 0 3392-16,2 4 592 0,-6-4 112 0,6 4 32 15,0 0-3296-15,0 0-640 0,0 0-192 0,0 0-12016 16,0 0-2448-16</inkml:trace>
  <inkml:trace contextRef="#ctx0" brushRef="#br0" timeOffset="197315.6">9790 10949 10127 0,'0'0'448'0,"0"0"96"0,-3 5-544 0,2 2 0 0,1 1 0 0,-2 2 0 0,2 1 7184 0,2 2 1328 16,-2 1 272-16,1 3 48 0,0 1-5104 0,-1 2-1024 15,3-2-208-15,0 3-32 0,-2 1-1040 0,1-1-208 16,1-2-32-16,-2 1-16 0,2-3-528 0,0-1-128 16,-1-2 0-16,-1-4-16 0,-2 1-144 0,1-3-32 15,0-8 0-15,0 0 0 0,0 0-128 0,0 0-48 16,0 0 0-16,0 0 0 0,0 0-144 0,0 0 192 15,0 0-192-15,4-7 192 0,-3-1-192 0,2 0 0 16,0-2 144-16,1 0-48 0,-2-3-96 0,2 0 0 16,0-2 0-16,1 3 0 0,0-1 0 0,2-1 0 15,-1 0 0-15,2-2 0 0,-1 0 0 0,2-2-240 16,3 3 80-16,1-1 16 16,2-1-1088-16,5 0-224 0,1 1-32 0,10-2-22992 0</inkml:trace>
  <inkml:trace contextRef="#ctx0" brushRef="#br0" timeOffset="198701.58">10893 11004 37439 0,'0'0'1664'0,"0"0"320"0,0 0-1584 0,0-5-400 15,-4-2 0-15,1 3 0 0,-1 0 2688 0,-1 2 448 16,-2-1 80-16,0 2 32 0,-3 1-1264 0,1 1-240 0,-1 2-48 0,-2 1-16 15,2 0-928-15,-3 1-192 0,-2 1-48 0,1 1 0 16,-2 1-256-16,3 0-64 16,-1-1-16-16,0 2 0 0,1 2-176 0,0-2 0 0,1 0 0 0,3 0 0 15,2 0 0-15,2-2 0 0,1 1 0 0,3 0 0 16,1-8 0-16,2 7 0 0,2 0 0 0,3-1 0 16,3-3-240-16,1 1 80 0,2-1 16 0,2-2 0 15,4-1 144-15,0-1-160 0,1-1 160 0,1 2-160 16,-1 0 160-16,0 0 0 0,0 0-144 0,-4 0 144 15,1 2 0-15,-1-2 0 0,-4 2 0 0,-3 1 0 16,-9-3 0-16,6 5 0 0,-6-5 0 0,4 8 0 0,-4 1 0 16,-2 1 0-16,-5-1 144 0,-2 2-144 0,-3 2 128 0,-1-3-128 15,-1 3 160-15,-2 0-160 0,1-1 0 0,-2-1 0 16,-1-2 0-16,-1 0 0 16,2 1-1536-16,3-1-256 0,4-2-64 0,2-1-13888 15,0-4-2768-15</inkml:trace>
  <inkml:trace contextRef="#ctx0" brushRef="#br0" timeOffset="198890.68">10990 10928 29535 0,'15'-23'1312'0,"-7"14"272"0,2-2-1264 0,-1 2-320 15,1 1 0-15,2 2 0 0,-1-1 2880 0,-2 3 528 16,-3 2 112-16,-6 2 0 0,9 0-832 0,-9 0-160 16,8 4-32-16,0 5-16 0,-3-1-1136 0,-1 5-208 15,-1 2-48-15,-1 1-16 0,0 2-560 0,-1 3-128 16,-1 4 0-16,0-2-16 0,1 3-240 0,-2 1-128 15,0-3 160-15,-2 1-160 0,2-1 0 0,-1-2 0 16,1-3 0-16,1 1-160 16,1-2-1488-16,1-2-288 0,-2-3-64 0,2-2-16 15,0 0-2736-15,-1-2-560 0</inkml:trace>
  <inkml:trace contextRef="#ctx0" brushRef="#br0" timeOffset="199350.6">10950 11147 47279 0,'0'0'2096'0,"0"0"432"0,0 0-2016 0,0 0-512 0,0 0 0 0,0 0 0 16,0 0 1088-16,9 0 128 0,1 0 32 0,4-1 0 15,1-2-432-15,5 1-96 0,1-2-16 0,2-3 0 16,2 1-448-16,1-3-80 0,1 0-32 0,1-2 0 0,-1-2-144 0,0 0 0 16,1 1 144-16,-1-1-144 0,-1 3 0 0,-2 1 128 15,-3 1-128-15,-3 3 0 0,-1 1 0 0,-3 4 0 16,-3 0 0-16,-4 6 128 0,0 1-128 0,-5 5 0 15,-2 2 128-15,-2 2-128 0,-3 2 224 0,-1 1-32 16,-3 1 0-16,0 1 0 0,-1 1 0 0,1 0-16 16,0-1 0-16,-1-1 0 0,4-3-176 0,-2-3 128 15,-1-2-128-15,2-2 128 0,2 0-128 0,1-3 0 16,4-7 0-16,0 0 0 0,0 0-192 0,0 0 0 16,0 0-16-16,0 0 0 0,4-7-160 0,1-2-16 15,1-1-16-15,-1-2 0 0,0 0 144 0,2-1 16 16,-2-1 16-16,1 0 0 0,2-2 224 0,0 2 0 15,-2 1-160-15,2 1 160 0,-1 2 0 0,1 0 0 16,-1 1 0-16,3 3 0 0,-1 2 160 0,-1 3 0 16,-8 1 0-16,9 2 0 0,0 2 96 0,-3 1 0 15,-1 2 16-15,1 2 0 0,-1 0-80 0,0 3 0 0,-1 1-16 16,0 0 0-16,0 1-176 0,0 1 0 0,-2-2 144 0,0 1-144 16,0-1 0-16,1-4 0 0,0-1 0 0,0 0 0 31,-3-8-1152-31,4 8-192 0,-4-8-32 0,0 0-16 15,0 0-2016-15,0 0-416 0,8 1-80 0,-8-1-14848 0</inkml:trace>
  <inkml:trace contextRef="#ctx0" brushRef="#br0" timeOffset="200105.6">11647 11010 36287 0,'0'0'1600'0,"0"0"336"0,0 0-1552 0,0 0-384 0,0 0 0 0,0 0 0 0,8 4 2816 0,-1-1 464 16,-2 4 112-16,-1 2 0 0,-2 2-1312 0,1 4-272 15,-2 0-48-15,1 5-16 0,-2-1-896 0,0 5-176 16,-2-3-32-16,1 1-16 0,2 1-320 0,-1-4-64 15,-1-1-16-15,0-1 0 0,1-3-224 0,1-1 128 16,2-1-128-16,-2-4 0 0,-1-8 0 0,1 6 0 16,-1-6 0-16,0 0 0 0,0 0 0 0,0 0 0 15,0 0-128-15,0 0 128 0,0 0-288 0,0 0 48 16,7-2 16-16,-2-2 0 0,0 0-48 0,0-3-16 16,1 0 0-16,0-3 0 15,2-1-112-15,0-4-32 0,-2 0 0 0,2-1 0 16,1-2-128-16,2 0-16 0,-1-2-16 0,1 3 0 15,-1 1-48-15,2 2-16 0,0 1 0 0,-2 4 0 16,-1 0 48-16,0 5 16 0,-2 0 0 0,-7 4 0 0,6 4 368 0,-6-4 80 16,5 8 16-16,-1 3 0 0,0 0 608 0,0 2 128 15,0 1 32-15,0 2 0 0,0 0-208 0,1-1-48 16,2 0 0-16,0 1 0 0,1-1-384 0,3 0 128 0,0-4-128 0,4-1 0 16,2-1 0-16,1-2 0 0,2-1 0 0,0-3 0 15,4-3-288-15,-1-1 64 0,2-1 16 0,0 0 0 16,1-2 208-16,-1-3-192 0,-2-2 192 0,-1 0-192 15,1 0 192-15,-3 0 0 0,0-4 0 0,-3 2 0 16,0-2 0-16,-4 0 0 0,-3-1 0 0,-1 1 0 16,1-1 0-16,-4 2 0 0,-1-1 0 0,-2 2 0 15,-2 1 0-15,-3 1 192 0,-2 2-64 0,-3 1-128 16,-2 2 384-16,-3 3-48 0,-2 1 0 0,-2 2 0 0,-3 2 48 16,-2 3 16-16,-1 1 0 0,0 3 0 0,-2 5-208 15,2 0-32-15,0 0-16 0,0 3 0 0,3-2-144 0,5 1 192 16,2 0-192-16,3 0 192 0,3-3-192 0,2 0 0 15,4-4 0-15,2-2 0 0,2 0 0 0,3-1-272 16,1-2 64-16,2-2 16 0,2 0-64 0,1-2-16 16,-1-2 0-16,2-2 0 0,2-2-112 0,-1 0 0 15,1-3-16-15,1-1 0 0,1 0 80 0,-1-5 0 16,-1-3 16-16,-1-1 0 0,0-1 112 0,-2-3 0 16,1-1 16-16,-1 0 0 0,-1-4 176 0,-1 0 0 15,1-2 0-15,-1 2 0 0,-2 0 0 0,-1 1 128 16,-3 2-128-16,-1 2 128 0,0 4 112 0,-2 3 16 15,0 1 16-15,-2 4 0 0,-2 2 352 0,2 7 64 16,0 0 16-16,0 0 0 0,0 0-128 0,-5 5 0 16,0 3-16-16,0 3 0 0,-1 2-224 0,2 5-32 15,-1 4-16-15,0 3 0 0,0-3-112 0,1 5-32 16,1-1 0-16,2 2 0 0,0-2-16 0,1 0-128 16,1 0 192-16,2-2-64 0,-1-4 0 0,1 0 0 0,1-2 0 0,2-2 0 15,1-4-128-15,1-2-176 16,-1 0 48-16,1-3 0 15,3-1-1152-15,-1-3-208 0,1 0-48 0,0-2-16 0,4-2-2000 16,0-1-400-16</inkml:trace>
  <inkml:trace contextRef="#ctx0" brushRef="#br0" timeOffset="200618.51">12904 11143 13823 0,'0'0'1216'0,"0"0"-960"16,0 0-256-16,3-6 0 0,-1-1 4576 0,0 1 864 15,-1-2 192-15,-1 2 16 0,0 0-2384 0,0 6-496 16,-3-4-80-16,-1-1-32 0,-1 4-720 0,-1-3-144 0,-3 1-16 0,0 3-16 15,-3 3-608-15,-1 2-112 0,-4 2-16 0,0 3-16 16,-3 5-496-16,-1 0-112 16,-1 3-16-16,3-2 0 0,-1 2-192 0,2 1-32 0,2-2-16 0,3-1 0 15,1 0-144-15,5-2 0 0,0-1 144 0,5-3-144 16,2 0 0-16,2 0 0 0,-2-10 0 0,8 7-192 16,2-4-144-16,3 0-48 0,2-3 0 0,0-2 0 31,2-2-176-31,3-1-32 0,1-3-16 0,0-1 0 0,-2 1 128 15,1-5 32-15,-3-1 0 0,1-2 0 0,0 0 192 0,-1-1 32 0,-1 0 16 0,-3 2 0 16,-1 0 208-16,-2-2-176 0,-2 3 176 0,-2 2-160 16,0-2 160-16,-3 4 0 0,0 2 160 0,-3 8-160 15,0 0 384-15,0 0 0 0,0 0-16 0,0 0 0 0,0 0 48 0,0 0 16 16,0 0 0-16,0 0 0 0,-3 8-176 0,2 1-16 16,-1 3-16-16,0-1 0 0,1 2-224 15,1 0 0-15,0 0 0 0,1 2 0 0,2-1 0 0,-1-1 0 16,1-1 0-16,1-2 0 15,0 2-1456-15,1-4-224 0,-1 0-48 0,1-1-16 16,0-3-2768-16,2 2-544 0</inkml:trace>
  <inkml:trace contextRef="#ctx0" brushRef="#br0" timeOffset="201237.71">13145 11034 6447 0,'0'0'272'16,"0"0"80"-16,0 0-352 0,-4 8 0 0,2 1 0 0,1 1 0 0,-1 2 9696 0,0 2 1872 15,0-1 368-15,1 2 80 0,0 2-8528 0,-1 1-1696 0,1 0-352 0,0 2-64 16,-2-2-672-16,2 0-128 16,0 1-16-16,-1-4-16 0,1-2-304 0,1-1-64 0,0-2-16 0,0 0 0 15,0-3-160-15,0-7 128 16,0 0-128-16,0 0 128 0,0 0-128 0,0 0 0 0,0 0 0 0,0 0 0 16,0 0 0-16,0 0 0 0,0 0-192 0,7-4 192 31,-1-1-544-31,-1 0 16 0,3-4 0 0,1 0 0 15,2-3-160-15,2 2-16 0,1-2-16 0,2-1 0 16,2 0-272-16,3 1-48 0,1-1-16 0,3 1 0 0,2 1 112 16,0 1 32-16,2 0 0 0,-3 2 0 0,0 0 272 0,0 2 64 0,-2 2 16 0,-1-1 0 15,-1 1 368-15,-1 1 192 0,0 1-192 0,-1 0 192 0,-2 2 128 16,-2 0 144-16,-3 2 32 0,-2-1 0 0,0 0 512 16,-3 2 96-16,-8-3 32 0,0 0 0 0,0 0 96 0,0 0 32 15,0 0 0-15,-2 9 0 0,-2-3-304 0,-3 4-48 16,-5 0-16-16,-1 2 0 0,1-1-336 0,-2 4-80 15,-2 0-16-15,-1 0 0 0,-1 0-272 0,0 1 128 16,-1 0-128-16,2-1 0 0,1 1 0 0,1-4 0 16,2-1 0-16,3 0 0 0,1-2 0 0,2-1 0 15,7-8 0-15,0 0-192 16,-3 6-256-16,3-6-64 0,6 6 0 0,2-3 0 16,1-3-224-16,2-3-48 0,2 0-16 0,0-5 0 15,0-1 304-15,1-3 64 0,-1-1 16 0,1-2 0 0,2-4 416 0,0-3 0 16,1-3 0-16,2-1-128 0,-1-1 128 0,0-4 0 0,2-3 128 0,-2 0-128 15,2-1 208-15,-2-1-16 16,-1 1-16-16,-2 3 0 0,-3 0 112 0,-1 6 32 0,-4 4 0 0,0 4 0 16,-3 4 192-16,-3 2 32 0,-1 5 16 0,-1 1 0 15,1 6 16-15,0 0 16 16,-7 2 0-16,-1 6 0 0,1 3-256 0,-2 3-48 16,-2 4-16-16,1 3 0 0,-1 4-272 0,1 0 0 0,1 1 0 15,2 1 0-15,-2 0 128 0,4 0-128 0,0-1 0 0,3 0 0 16,1-2 0-16,2 0 0 0,1-3 0 0,2-2 0 31,-1-2-1200-31,4-1-192 0,1-2-32 0,2-2-14208 0,2-2-2848 0</inkml:trace>
  <inkml:trace contextRef="#ctx0" brushRef="#br0" timeOffset="201388.53">14074 11286 24879 0,'-4'10'2208'0,"-1"0"-1760"0,1 3-448 0,-2 2 0 0,0 0 6752 0,1 2 1264 16,1-1 256-16,0 2 48 0,1 2-6032 0,-1-2-1216 15,-2 0-240-15,-1 1-64 0,1-1-512 0,-1-1-96 16,-2-3-32-16,3 2 0 16,-2-3-816-16,3 0-160 0,1-1-48 0,-2-1-24032 0</inkml:trace>
  <inkml:trace contextRef="#ctx0" brushRef="#br0" timeOffset="205173.96">14812 11038 19343 0,'0'0'1728'0,"0"0"-1392"15,-6-3-336-15,6 3 0 0,-5-1 5568 0,5 1 1024 16,0 0 224-16,-5 5 32 0,1 3-4352 0,0 2-864 16,0 1-176-16,0 3-48 0,0 4-192 0,-2 1-64 15,1 2 0-15,-1-1 0 0,2 1-576 0,1 1-128 16,-1-3-32-16,1-1 0 0,0-5-224 0,1 0-32 15,-1-3-16-15,2-3 0 0,0 1-144 0,1-8 160 16,0 0-160-16,0 0 160 0,0 0-160 0,0 0 0 16,0 0 0-16,0 0 128 0,4-5-128 0,-1-3 0 15,0-1 0-15,1-3 0 0,0-1 0 0,1 0 0 16,0-2 0-16,2 0 0 0,-1-2-128 0,2 0 128 0,0 0 0 16,1 0 0-16,0 1 0 0,2 1-144 0,-1 2 144 0,2 2 0 15,0 2-144-15,-2 3 144 16,-1 2 0-16,0 2-144 0,0 4 144 0,0 2 0 0,-2 2 0 0,-2 3 0 15,-1 3 0-15,-1 2 0 0,-1 6 0 0,0-3 0 16,-4 2 0-16,2 2 0 0,-1 1 128 0,1-2-128 16,-1 0 0-16,-1-2 0 0,2-1-192 0,0-2 64 15,2 0-1584 1,0-4-304-16,2 0-64 0,4-2-16 0,3 0-2752 16,0-1-544-16</inkml:trace>
  <inkml:trace contextRef="#ctx0" brushRef="#br0" timeOffset="205471.88">15246 11063 36111 0,'0'0'1600'0,"0"0"320"0,-3-6-1536 0,3 6-384 16,0 0 0-16,-6-2 0 0,-2 2 2960 0,0 2 512 16,-3 4 112-16,1 1 0 0,0 5-1536 0,-2 1-304 15,-1 3-64-15,1 3-16 0,-1 1-944 0,1 3-192 16,-1-2-32-16,3 1-16 0,1-1-224 0,1-1-64 16,3-1 0-16,1-4 0 0,2-1-192 0,4 0 0 15,0-4 0-15,4-1 0 0,1-3 0 0,3-2-192 16,0-1 16-16,2-2 0 15,-1-1-272-15,2-1-64 0,2-3-16 0,0-1 0 16,1-1-64-16,-2 0-16 0,0-1 0 0,-1 0 0 0,-3-4 208 0,0 2 32 16,0-3 16-16,-3 1 0 0,0-1 352 0,-3 0 0 15,0-1 0-15,-4 0 0 0,0 0 0 0,0 1 0 16,-2 0 128-16,0 1-128 0,-1-1 128 0,-1 2-128 0,0-1 128 16,0 1-128-16,1 2 0 0,-1-3-144 15,-2 4 0-15,1-1 0 16,-1 4-1536-16,0-3-304 0,6 7-64 0,0 0-11984 0,0 0-2400 0</inkml:trace>
  <inkml:trace contextRef="#ctx0" brushRef="#br0" timeOffset="206089.42">15920 11072 37487 0,'0'0'1664'0,"0"0"336"0,0 0-1600 0,0 0-400 0,0 0 0 0,0 0 0 16,0 0 2016-16,0 0 320 0,0 0 64 0,2 9 16 15,0 0-496-15,-1 5-80 0,-1 3-32 0,-3 4 0 16,1 4-912-16,-2 1-176 0,0 3-32 0,0 2-16 16,-1-4-304-16,0 1-64 0,-1-1-16 0,2 0 0 15,0-3-128-15,1-2-32 0,0-1 0 0,0-1 0 16,1-4-128-16,0-1 0 0,1-3 0 0,0-1 128 15,0-3-128-15,1-8 0 0,0 0 0 0,0 0 0 16,0 0 0-16,0 0 0 0,0 0 0 0,0 0 0 16,2-8-128-16,2-2-16 0,1-2 0 0,0-2 0 15,2-3-32-15,1-1 0 0,1-2 0 0,1-3 0 16,1-2 0-16,3-3 0 0,1-2 0 0,1 0 0 16,1-3 0-16,2 1 0 0,-1 1 0 0,0 1 0 0,0 4 32 15,1 0 0-15,-1 5 0 0,0 3 0 0,-1 3 144 0,-1 2-208 16,-3 3 80-16,-1 3 128 0,-2 1-160 0,-1 1 160 15,-1 3 0-15,-2 4-144 0,-6-2 144 0,7 5 0 16,-2 1 0-16,-1 2 0 0,0 1 128 0,-3 4-128 16,-1 0 128-16,-1 0-128 0,-2 4 0 0,-1-1 144 15,-2 2-144-15,-2 2 0 0,-2 1 160 0,-2 1-160 16,-1-1 128-16,0 0-128 0,-1-1 0 0,-1-3 128 16,1 3-128-16,1-6 0 0,-2-1 0 0,2-1-304 15,2-4 48-15,2 0 16 16,1 0-1984-16,1-3-400 0,7-5-64 0,0 0-11440 15,0 0-2272-15</inkml:trace>
  <inkml:trace contextRef="#ctx0" brushRef="#br0" timeOffset="207276.49">16448 10730 39039 0,'0'0'1728'0,"0"0"368"0,0 0-1680 0,0 0-416 0,0 0 0 0,0 0 0 15,6 7 2240-15,-2 2 352 0,-1 1 80 0,-2 3 16 16,-2 2-880-16,-1 3-160 15,0 1-48-15,-2 5 0 0,-1 2-896 0,-1 1-192 0,1 1-48 0,-1 0 0 16,-1 4-208-16,1-2-64 0,0-2 0 0,1-2 0 16,1-2-192-16,0-2 176 0,2-1-176 0,1-3 160 15,1-2-160-15,-2-3 0 0,1-4 144 0,1-1-144 16,0-8 0-16,0 0 0 0,0 0 0 0,0 0 128 0,0 0-128 0,0 0 0 16,0 0-128-16,0 0 128 15,5-5-192-15,0-2 32 0,1-2 16 0,0-1 0 0,1-2-48 0,0-1-16 16,1-2 0-16,0 0 0 0,1 0 16 0,2-3 0 15,-1 0 0-15,1 0 0 0,-1 1 0 0,2 0 0 16,-3 0 0-16,1 2 0 0,2 2 16 16,1 2 16-16,-1 0 0 0,-2 2 0 0,-1 3 32 15,0 2 0-15,-1 1 0 0,-8 3 0 0,0 0 128 0,7 5 0 16,-3-1-144-16,-2 5 144 0,0 2 0 0,-2 3 240 16,-2 3-48-16,0 1 0 0,-2 2 32 0,0 1 0 15,0 1 0-15,1 1 0 0,1-3-224 0,0 1 128 16,4-2-128-16,-1 1 0 0,0-4 0 0,2-1 0 15,1-2 0-15,1-1 0 0,2-3 0 0,2 0 0 16,-1-2 0-16,-1-2 0 0,2-5 0 0,3-3 0 16,1-1 0-16,2-2 0 0,0-3 0 0,1 0 0 15,0-3 0-15,-1-4 0 0,1-1 0 0,2 2 0 16,-1-4 0-16,1 0 0 0,1-3 0 0,-1 1 0 16,-3-3 0-16,0 2-160 0,-4 1 160 0,0 3 0 0,-3 2 0 0,-3 5 0 15,-2 2 0-15,-3 9 128 0,0 0-128 0,0 0 128 16,-8 1 128-16,-3 4 48 0,0 4 0 0,-2 3 0 15,-2 2-64-15,1 2-16 0,-2 2 0 0,3 1 0 16,-1 0-224-16,2 2 128 0,2-4-128 0,2 2 0 16,3-4 0-16,1 0 0 0,1-2 0 0,2-2 0 15,1 1 0-15,1-2 0 0,2-2-128 0,-3-8 128 16,6 5-352-16,1-1 32 0,1-1 16 0,1-3 0 0,-1-2-80 16,1 0 0-16,1-4-16 0,3 0 0 15,-1-1 64-15,0-3 16 0,-1 0 0 0,1-2 0 0,0 1 64 16,0-3 0-16,-2 0 16 0,0 1 0 0,-2-2 64 15,1 5 16-15,-2-3 0 0,-2 5 0 0,-1 2 160 0,-4 6 0 16,0 0 0-16,0 0 0 0,0 0 256 0,0 0 48 16,0 0 0-16,-5 9 0 0,1 2 96 0,0-1 32 15,0 0 0-15,1 0 0 0,2 1-240 0,1-1-32 16,0 1-16-16,1 0 0 0,3-3-144 0,2-1 0 16,-1-1 0-16,3 1 0 0,1-3 0 0,1-2 0 15,1-2 0-15,2-1 0 0,0 0-256 0,1-3 0 16,2-1 16-16,1-2 0 0,-2-2-16 0,0 2-16 15,-2-3 0-15,0 0 0 0,1-2 144 0,-1-1 128 16,-1 0-192-16,-1 0 192 0,0-2 0 0,-2 0 0 16,0 0 0-16,-1 0 0 0,-1 0 0 0,-1 4 0 15,-2 0 0-15,-1 2 0 0,-3 1 160 0,0 8-160 16,0 0 160-16,0 0-160 0,0 0 192 0,0 0-48 16,0 0-16-16,0 0 0 0,0 0-128 0,0 0 0 15,0 0 0-15,0 0 128 0,0 0-128 0,0 0 0 16,6 8 0-16,1 1 0 0,-1 0 0 0,-1-1 0 0,1 1 0 15,-1 2 0-15,-1-1-128 0,1 2 128 0,-1-2 0 0,0 2 0 16,-2 2 0-16,1-1 0 0,-2-2 0 0,3 2 0 16,-1-3 0-16,-2 2 0 0,0-2 0 0,-1 1 0 15,0-2 0-15,2-1 0 0,-2-8 0 0,1 8 0 16,-1-8 0-16,0 0 0 0,5 6 0 0,0-1 128 16,-5-5-128-16,8 3 0 0,0-2 0 0,1-1 128 15,0-1-128-15,3-2 0 0,1-3 0 0,1-1 0 0,3 0 0 0,-1-3 0 16,-2 0 0-16,2-2 0 0,1-1 0 0,0-1 0 15,0 0 128-15,1-2-128 0,-2-1 0 0,-2 0 0 16,-2-1 144-16,0 1-144 0,-2 2 160 0,0 1-32 16,-3 0-128-16,-5 3 192 0,2 1 0 0,-2 2-16 15,-2 2 0-15,0 6 0 0,-3-6 144 0,3 6 48 16,0 0 0-16,-6 0 0 0,-2 0-96 0,0 6-16 16,-1 0 0-16,0 3 0 0,0 2-80 0,1 2-32 15,-1 2 0-15,1 0 0 0,1 0-144 0,2 1 192 16,1 0-192-16,2-1 192 0,0 1-192 0,4-2 192 15,-1-1-192-15,3 0 192 0,2 0-192 0,2 0 0 16,0-3 0-16,2 0 0 0,2-6-160 0,1 2 160 16,0 0 0-16,4-2-144 15,4-1-720-15,0-1-144 0,0-4-16 0,1 2-23776 0</inkml:trace>
  <inkml:trace contextRef="#ctx0" brushRef="#br0" timeOffset="209359.66">18485 10986 9215 0,'-7'-13'400'0,"4"7"96"0,-1 0-496 0,0-2 0 15,-2-1 0-15,0 0 0 0,3 0 8208 0,-3 0 1552 16,1 2 304-16,0 2 64 0,-2 1-6672 0,0 3-1328 16,-1 2-272-16,-1 3-48 0,-2 2-848 0,-1 5-192 15,-2 2-16-15,-4 1-16 0,0 6-352 0,-1 2-64 16,4 3 0-16,0-1-16 0,4 1-96 0,1 0-16 0,4-2 0 0,2 1 0 15,4-1-192-15,3-3 0 0,2-2 0 0,3-2 0 16,2-3 0-16,2-3-160 0,1-3 32 0,3-3 0 16,0-3-224-16,1-2-32 0,0-3-16 0,2-3 0 15,-1-2 32-15,3-3 16 0,1-1 0 0,-1-4 0 16,-2 1 96-16,1-3 32 0,-1-2 0 0,1-1 0 16,-2-1 32-16,-1-1 0 0,-1 1 0 0,-3-1 0 15,-1 2 64-15,-2 1 128 0,-1 3-208 0,-2 0 80 0,-2 2 128 16,-1 4 144-16,-3 3-16 0,-1 3-128 15,0 6 448-15,0 0-32 0,0 0 0 0,0 0 0 0,-4 9 32 0,0 1 16 16,0 3 0-16,-1 4 0 0,0 2-128 16,0 1-16-16,0 3-16 0,-1-1 0 0,2 1-112 0,0-1 0 15,2-1-16-15,-1 0 0 0,2-1-176 0,1-2 128 16,0-1-128-16,1-3 128 0,1-1-128 0,0-2 0 16,1-3 0-16,-3-8 0 0,0 0 0 0,4 6 0 15,-4-6 0-15,0 0 0 0,0 0 0 0,8-1 0 16,-8 1 0-16,7-5 0 0,1-3 0 0,0-1 0 15,1-2 0-15,2-1 0 0,-2-3 0 0,1-2-192 16,2 0 64-16,2-4 128 0,1 0-304 0,0 0 64 0,1-2 16 16,-1 2 0-16,0 1 32 0,-1 2 0 15,0 4 0-15,-2 0 0 0,-1 4 16 0,-2 4 16 16,-1-1 0-16,-8 7 0 0,0 0 160 0,0 0 0 16,2 8-144-16,-2 4 144 0,-2 2 160 0,-1 4 96 15,-2 3 32-15,0 0 0 0,-1 1 32 0,1 1 16 16,1-1 0-16,2 0 0 0,0-1-336 0,4-2 0 0,2 0 0 15,1-4 0-15,3 0 0 0,1-4 0 0,2 0 0 0,4-3 0 16,0-5 0-16,2 0-208 16,2-3 16-16,1-3 16 0,3 1 48 0,0-3 0 0,-1-3 0 0,2-3 0 15,-1 0 128-15,1-2 0 0,0-2 0 16,1 1-128-16,-1-2 128 0,-1-1-160 0,1-2 160 0,-2-1-160 16,-1-1 160-16,-3 2-128 0,-1-1 128 0,-3 3-128 15,-2 2 128-15,-3 3 0 0,-4 0 0 0,-1 4 0 16,-3 2 0-16,-1 6 0 0,0 0 128 0,-9 0-128 15,-2 1 304-15,-4 3-16 0,-2 4 0 0,-1 0 0 0,0 3-96 16,0 2-32-16,-2 2 0 0,2-1 0 0,1 0-160 0,4 1 0 16,1-1 0-16,3-1 128 0,1 0-128 0,3-1 0 15,2-2 0-15,2 0 0 0,1-10-256 0,3 10 80 16,0-4 16-16,3 1 0 0,-6-7-96 0,9 4-32 16,0-3 0-16,3-1 0 0,-1-1 48 0,1-2 16 15,0-1 0-15,1-1 0 0,0 0 224 0,1-4-176 16,-1 0 176-16,2 0-160 0,0-1 160 0,-2 0 0 15,-2-2 0-15,-1 3 0 0,3 1 0 0,-2 2 0 16,-4-1 0-16,3 3 0 0,-4 0 144 0,-6 4 16 16,0 0 0-16,0 0 0 0,0 0 64 0,0 0 16 15,5 8 0-15,-1 1 0 0,-1 1-112 0,-1-1 0 16,0 2-128-16,-1-1 192 0,0 1-32 0,1 0-16 16,-1 0 0-16,0-1 0 15,1-1-464-15,-1-2-112 0,-1-7-16 0,4 7 0 16,-4-7-960-16,0 0-208 0,6 4-48 0,1-1 0 15,-7-3-832-15,8 1-192 0,1-2-16 0,-1-2-16 16,1-2-688-16,1-3-144 0,-2-1-32 0,1-2 0 16,2 2-272-16,-2-5-64 0,0-3-16 0,0-1 0 15,3-1 2672-15,-3 2 544 0,0-1 96 0,-1 1 32 0,-3 0 3456 0,0 2 688 0,-1 0 144 0,0 5 16 16,-3 3 976-16,1 1 192 0,-2 6 48 0,0 0 0 16,0 0-1472-16,0 0-304 0,-3 8-48 0,0 3-16 15,1 2-1536-15,-1 3-304 0,-1 0-64 0,0 2-16 0,0 0-560 0,1-1-112 16,-1 1-32-16,1-1 0 0,2-2-272 0,-1-1-64 15,1 0-128-15,1-3 192 0,1-3-16 0,1-1-16 16,-2-7 0-16,2 7 0 0,-2-7-160 0,3 5 0 16,1 0 0-16,-4-5 0 0,6 0 0 0,2 0 0 15,-8 0 0-15,8-5 0 0,0 0 0 0,0 0-176 16,-2-2 176-16,2-1-192 0,2-2 192 0,1 1-192 16,-1-4 192-16,1 0-192 0,-1-2 64 0,2 0 0 15,0-1 0-15,-1 2 0 0,1 0 0 0,-2 0 0 16,-2 1 0-16,0 4 0 0,-1 1 128 0,-3 3 0 15,-4 5 0-15,0 0-128 0,0 0 128 0,0 0 0 16,0 0 0-16,0 0 0 0,0 0 0 0,0 9 128 16,0 1-128-16,0 1 128 0,0 2-128 0,0 2 0 15,0-1 0-15,1 0 128 0,0 1-128 0,2-2 0 0,1 1 0 0,1 0 0 16,1-1 0-16,4-1 0 0,0-1 0 0,2-1 0 16,1-2 0-16,1-2 0 0,2 0 0 0,1-3 0 15,-2 0 0-15,2-2 0 16,-1-1 0-16,2-1 0 0,-1-3 0 0,-1 0 0 0,-2 0-128 0,0-2 128 15,2-2-128-15,-2-1 128 0,-1 1-128 0,0-1 128 16,2-4-144-16,-2 1 144 0,-1-2-160 0,-1-1 160 16,2 1-192-16,-1 0 48 0,0-3 16 0,-2 1 0 15,-2 2 0-15,-1 0 0 0,-1 0 0 0,-2 3 0 16,-3 0 128-16,1 2 0 0,-2 1-144 0,-2 2 144 16,2 6 0-16,-5-4 0 0,0 1 0 0,5 3 0 15,-7 3 0-15,2 2 0 0,1 3 0 0,3 2 0 16,-4 3 0-16,2 3 0 0,2 2 128 0,3 2-128 15,2 1 0-15,0 2 0 0,1 2 0 0,5 15 0 32,-1-2 0-32,1 4 0 0,1-3 0 0,-1 3 0 0,-1-1 0 0,-5 0 0 0,-3 2 0 0,-1-1 0 15,-1-3 0-15,-4 0 0 0,0-1-240 0,-2-4 32 16,-1-1 0-16,-2 0 0 0,-3-6 16 0,-2 0 0 16,0-7 0-16,-1-1 0 0,-3 0 192 0,0-4-192 15,1-5 192-15,1-5-192 0,0-4-16 0,6-2 0 16,-3-1 0-16,1-4 0 0,-1-3-128 0,0 0-32 15,1-4 0-15,1-1 0 0,2-2 64 0,0-7 16 16,7-2 0-16,1 1 0 0,5 0 288 0,5-5-160 16,5 2 160-16,2-6-128 0,2-1 128 0,5 0 128 15,1-1-128-15,4-2 176 0,3-3 48 0,3 0 16 16,0-3 0-16,3 1 0 0,-1 1-240 0,-1 2 0 16,1 0 128-16,-1 3-128 0,0 2 0 0,-3 4 128 15,-1 2-128-15,-5 4 0 0,-3 3 320 0,-2 4-48 0,-6 1 0 0,-2 5 0 16,-3 1 176-16,-5 4 16 0,-2-1 16 0,-2 7 0 15,0 0-32-15,0 0-16 0,-9 2 0 0,-1 3 0 16,-2 1-144-16,-2 5-32 0,-3 2 0 0,0 3 0 16,-2 2-64-16,4 1-32 0,0 2 0 0,2-1 0 15,3 2-32-15,2-1-128 0,3-2 192 0,2 2-64 16,5 0-128-16,2-1 0 0,1-2 144 0,4-4-144 16,3 1 0-16,2-4 144 0,3 0-144 0,1-2 0 15,2-3 0-15,1 0 0 0,-1-3 0 0,-1-3 0 16,-1-2 0-16,2-1 0 0,-1-1 0 0,3-2 0 15,3-3-2160-15,4-3-336 16</inkml:trace>
  <inkml:trace contextRef="#ctx0" brushRef="#br0" timeOffset="213894.31">19518 9908 36735 0,'-24'-8'1632'0,"13"5"336"0,-6 0-1584 0,-1 1-384 16,-3-1 0-16,0 2 0 15,1 0-384-15,1-1-144 0,-1 1-48 0,6-4 0 0,1 0 576 0,4 2 256 16,3-2-32-16,6 5 0 0,2-5 208 0,4-1 32 15,5 2 16-15,4 1 0 0,6-1-112 0,4 1-32 16,4-3 0-16,3-1 0 0,3 3 592 0,8 0 112 16,6 0 32-16,5 3 0 0,8 0-272 0,4 1-48 15,5-2-16-15,4 0 0 0,6-2-288 0,5 3-48 16,7 2-16-16,2-1 0 0,1-1-96 0,6-2-32 16,5 3 0-16,2 0 0 0,2 3-48 0,1-3-16 15,0-3 0-15,2 3 0 0,-2 3-64 0,-4 0-128 16,-3-1 176-16,-4-1-176 0,0 0 144 0,-6 2-144 0,-7 0 0 15,-7-2 144-15,-8-1-144 0,-6 0 0 0,-7 0 144 16,-6 1-144 0,-4 2-752-16,-6-1-208 0,-5 1-64 0,-5-2 0 15,-5 5-2592-15,-5 0-528 0</inkml:trace>
  <inkml:trace contextRef="#ctx0" brushRef="#br0" timeOffset="214395.27">19186 10004 27647 0,'-14'-9'1216'0,"9"5"256"0,-1 0-1168 0,1 4-304 16,5 0 0-16,0 0 0 0,1-6 4192 0,5 3 784 15,3 3 144-15,7-3 48 0,5-2-3904 0,5 0-784 16,7 0-160-16,4 2-16 0,5-2 80 0,5 1 32 16,3 0 0-16,4-2 0 0,5 0 16 0,5 1 0 15,5 0 0-15,3 0 0 0,2-1 64 0,6 3 16 16,3-5 0-16,4 4 0 0,6 1-256 0,1 1-32 16,0-2-16-16,7 1 0 0,6-1-80 0,0 2-128 15,-3-2 176-15,1 1-176 0,-2-1 160 0,0 3-160 16,-2 1 128-16,-3 1-128 0,-5-3 0 0,-3 2 128 15,-3-3-128-15,-3 3 0 0,-4 0 0 0,-4 3 0 16,-7-3 128-16,-5 1-128 0,-5 1 0 0,-6 1 0 0,-6-3 0 0,-5 0 128 16,-6 1-128-16,-2 2 0 0,-4 0 0 0,-3-1 0 15,-3 2 0-15,-6-4 0 0,0 1 128 16,-1 1-128-16,0-1 0 0,-2 0 0 0,-2 1 0 0,-2-1 0 16,-1 1 0-16,1 1-144 0,0 0 144 0,-3-1-160 15,-8-2 160-15,7 2-128 0,-7-2 128 0,8 1-128 16,-8-1 128-16,7 3-192 0,-2 0 192 0,-5-3-192 15,0 0-16-15,8 3-16 0,-8-3 0 0,9 3 0 16,-1 1-224 0,0-3-64-16,-1 0 0 0,1 2 0 0,0-2-1776 0,0 2-352 0,0 1-80 15,-2 0-16928-15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9T15:44:45.37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1577 701 6447 0,'0'0'576'0,"0"0"-576"0,-3-7 0 0,0 1 0 16,0 0 7216-16,3 6 1328 0,0 0 272 0,0 0 48 16,0 0-4768-16,0 0-944 0,0 0-192 0,0 0-32 15,0 0-1264-15,0 0-240 0,0 12-48 0,0 1-16 16,-2 2-640-16,0 3-128 0,0-1-16 0,-1 2-16 0,1 2-320 0,-2 3-64 16,0 0-16-16,0 2 0 0,0 2-160 0,0-3 0 15,1-1 0-15,1 0 0 0,-1-2 208 0,-1-1 16 16,0-4 0-16,2 0 0 0,-1-2-224 0,1-2 0 15,-1-1 0-15,0-3 0 16,3-1-896-16,-1-1-208 0,1-7-48 16,0 0-16-16,0 0-848 0,0 0-160 0,0 0-48 0,0 0 0 15,0 0-1680-15,0 0-352 0,-6-8-64 0</inkml:trace>
  <inkml:trace contextRef="#ctx0" brushRef="#br0" timeOffset="240.66">1180 742 16575 0,'-18'2'1472'0,"6"-2"-1168"16,-1-2-304-16,5 1 0 0,-2 0 5824 0,0-3 1088 16,3 4 240-16,7 0 32 0,-7 0-3888 0,7 0-784 15,0 0-144-15,0 0-48 0,4-5-912 0,3-2-176 0,2 2-32 16,4-2-16-16,4-2-704 0,4 0-144 16,3-1-16-16,5-1-16 0,5 0 16 0,2-2 0 0,3-2 0 0,2 0 0 15,-1-1-112-15,2 0-16 0,-2-2 0 0,1 2 0 16,-1 1-192-16,1 0 0 0,-2 2 0 0,-3 2 0 15,-2 1 0-15,-1 5-208 0,-3 4 16 0,-3 2 0 32,-3 2-1328-32,-4 2-256 0,-1 2-48 0,-4 3-16 15,-3 2-2304-15,-3 5-464 0,-7 2-80 0</inkml:trace>
  <inkml:trace contextRef="#ctx0" brushRef="#br0" timeOffset="424.46">1447 1061 22111 0,'-30'18'1968'0,"17"-9"-1584"0,0-1-384 0,-1 2 0 15,2 1 5632-15,3-1 1024 0,0 0 224 0,4 0 32 0,2-3-3872 0,3 0-784 16,0-7-144-16,0 0-48 0,8 8-1232 0,2-3-240 16,5-2-48-16,1-2-16 0,3-2-352 0,3-2-176 15,3-2 160-15,1-2-160 0,2-1 0 0,2-2 0 16,0 0-128-16,0-2 128 16,2 0-1008-16,-1-1-80 0,0 0-32 0,1 1 0 15,-3-1-2912-15,4-1-576 0</inkml:trace>
  <inkml:trace contextRef="#ctx0" brushRef="#br0" timeOffset="540.21">2003 1105 48207 0,'-11'17'2128'0,"7"-8"448"0,0 0-2064 15,0 1-512-15,0 2 0 0,2 0 0 0,-1 1 1216 0,2-1 128 0,0-3 16 0,1-3 16 16,0-6-864-16,5 7-160 16,1-1-32-16,3-3-16 15,2-6-2576-15,5-1-512 0,3-1-96 0</inkml:trace>
  <inkml:trace contextRef="#ctx0" brushRef="#br0" timeOffset="1058.72">2306 703 13823 0,'0'0'1216'0,"0"0"-960"0,-5 0-256 0,5 0 0 16,0 0 8512-16,0 0 1664 0,0 0 336 0,0 0 64 15,0 0-7168-15,5-5-1424 0,3 4-304 0,1-3-48 16,2-1-1104-16,2-1-208 0,2 0-64 0,5-1 0 0,1 1-256 15,2 1 0-15,1 1 0 0,-1-3 0 0,1 3 0 0,-2 0 0 16,-1 0 0-16,-3 1 0 0,-2 1 0 0,-2 2 0 16,-2 0 0-16,-2 2 0 0,-1 0 0 0,-2 3 0 15,-2 1 0-15,-2 0 0 0,-2 3 0 0,-2-1 0 16,-2 3 128-16,-1 0-128 0,-1 2 0 0,-3-2 128 16,-2 0-128-16,-2 1 144 0,-1 0-144 0,-2 1 0 15,-2 1 0-15,-1-1 0 0,-1-2 0 0,-1 2 0 16,1 1 0-16,0 0 0 0,2 1 0 0,2-2 0 15,2 0 0-15,1 0 0 0,1-1 0 0,4-1 0 16,0 1 0-16,5 0 0 0,0-6 0 0,2-6 0 16,3 8 0-16,2 0 0 0,2 0 0 0,2-4 0 0,4 1 0 0,0-1 0 15,2-1 0-15,4-1 0 16,0-1 0-16,2 1 0 0,1-1 0 0,0 0 0 0,-1-1 0 0,0 2 0 16,0 0 0-16,0 1 0 0,-2 1 0 0,0-2 0 15,-2 0 0-15,-3 3 0 0,-1 1 0 0,-1 4 0 16,-2 0 0-16,-1 0 0 0,-1 3 0 0,-1-1 0 15,-2 1 0-15,-4 0 0 0,-1 2 0 0,-1-1 0 16,-3 3 0-16,0-1 0 16,-1 0 0-16,-3-1 0 0,-2 0 0 0,-1 1 0 0,1-2 0 15,-5-1 0-15,0-2 0 0,-4-1 0 0,0-1 0 0,-3 1 0 16,-3-3 0-16,0 1 0 0,-1 0 0 0,1-3 0 16,-1 0-304-16,3-1-48 0,-1 0-16 0,3 2 0 15,3-4-1104-15,3 1-208 0,2-5-48 0,1 2-14320 16,3 0-2848-16</inkml:trace>
  <inkml:trace contextRef="#ctx0" brushRef="#br0" timeOffset="1258.67">3145 813 15663 0,'0'0'1392'0,"0"0"-1120"16,0 0-272-16,-2 6 0 0,2-6 9296 0,0 0 1808 15,-2 8 352-15,-1-1 80 0,0-1-8848 0,3-6-1760 16,0 0-352-16,0 9-80 0,0-2-496 0,0-7-128 16,2 8-16-16,0-1 0 15,1 3-2144-15,1 1-416 0,2 0-96 0</inkml:trace>
  <inkml:trace contextRef="#ctx0" brushRef="#br0" timeOffset="1408.31">3225 1124 33167 0,'-7'11'1472'0,"7"-11"304"0,-3 6-1424 0,3-6-352 0,0 9 0 15,0 1 0-15,-1-1 5584 0,-1 0 1056 0,1 0 208 0,1 0 32 16,0-9-5280-16,0 8-1072 0,0-8-208 0,1 8-32 16,-1-8-208-16,0 9-80 0,0-9 0 0,0 0 0 15,6 6 0-15,-6-6 0 0,5 7 0 0,-5-7 0 32,8 5-432-32,-2-1-80 0,-6-4 0 0,9 4-16640 0,0-4-3328 0</inkml:trace>
  <inkml:trace contextRef="#ctx0" brushRef="#br0" timeOffset="3024.94">5963 527 35935 0,'0'0'3200'0,"0"0"-2560"16,0 0-512-16,0 0-128 0,-5-2 1536 0,5 2 304 15,-7-2 48-15,1 2 16 0,-2 2-240 0,0 2-32 16,-1 2-16-16,0 3 0 0,1 6-800 0,-1 3-176 16,0 1-16-16,-1 5-16 0,-1 2-288 0,-1 1-64 15,1-2-16-15,0 0 0 0,1-2-112 0,-1-2 0 0,2 1-128 0,3-3 192 16,1-1-192-16,-1-5 176 0,2-1-176 0,2-3 160 15,2 0-160-15,0-9 0 0,0 0 0 0,0 0 0 16,0 0 0-16,0 0-144 0,6-7 144 0,2-3-208 16,0-1 208-16,1 0 0 0,0-4 0 0,2 0-144 15,-1-2 144-15,2-4 0 0,0 1 0 0,-1 0 0 16,0-1 0-16,-1-1 0 0,1 1 0 0,-2 2 0 16,-2 4 0-16,0 2 0 0,-2 1 0 0,-1 4 0 15,-4 8 320-15,0 0-16 0,0 0 0 0,0 0 0 16,0 0-64-16,0 0-16 0,4 8 0 0,-1 2 0 15,-1 5-224-15,0-2 144 0,-1 4-144 0,0 0 128 16,2-2-128-16,-2 2 0 0,3-1 0 0,1 0 0 16,0-2-768-16,2 0-192 0,-1 1-48 15,1 0 0-15,-2 1-944 0,0 1-192 0,2-4-32 16,-1 0-16-16,1-1-1264 0,-2-1-256 0,-1 1-64 0,-3-5-11360 16</inkml:trace>
  <inkml:trace contextRef="#ctx0" brushRef="#br0" timeOffset="3609.82">5852 740 8287 0,'0'0'736'0,"0"-9"-592"16,-1 1-144-16,-2 0 0 0,0 0 3968 0,0 2 752 16,2 2 144-16,-2-3 48 0,2 3-2144 0,1 4-416 0,0 0-96 0,0 0-16 15,0 0-752-15,0 0-144 0,0 0-48 0,0 7 0 16,0 1-96-16,0 2-32 15,0 3 0-15,0 3 0 0,-2-3-240 0,1 5-48 0,0 4-16 0,0 6 0 16,-2 2-384-16,0 6-80 0,1 6-16 0,-1 5 0 16,0 2-192-16,2 6-64 15,-1 0 0-15,-1 2 0 0,0 2-128 0,1 2 0 16,-1 4 0-16,1 2 128 0,-1 1-128 0,0 1 0 0,1-2 0 0,-2 3 0 16,-1-1 0-16,-1 5 128 0,0 4-128 15,-1 3 0-15,1 2 0 0,-1 2 0 0,1-3 128 16,-1 4-128-16,2 4 0 0,0 2 0 0,1 0 0 0,0 2 0 15,0 0 0-15,1 1 0 0,2 3 0 0,0 0 0 16,1-1 0-16,0 4 0 0,0 1 0 0,1-1 0 16,0 2 0-16,2 0 0 0,0 0 0 0,-1 3 0 15,2 1 128-15,0-2-128 0,1-2 128 0,1 0-128 0,-3 2 0 0,1 1 128 16,2 0-128-16,-4-2 0 0,1-2 0 0,-1 1 0 16,1-1 128-16,0 1-128 0,1-2 0 0,-3-3 0 15,0-3 0-15,0-1 0 0,1 1 0 0,-1-1 128 16,0-6-128-16,-1 2 0 0,0-3 0 0,-1 0 128 15,0-2-128-15,-2 0 0 0,1 0 160 0,-1-6-160 16,-1-5 192-16,0 1-192 0,0-2 224 0,0 0-64 16,-1-4-16-16,1-4 0 0,0-4-16 0,0-5 0 15,0-6 0-15,-1-3 0 0,1 0 16 0,0-4 0 16,2-3 0-16,-2 14 0 0,0-13-144 0,3-17 192 16,-2-2-192-16,0-1 192 0,2-2-64 0,0 0-128 15,1-2 192-15,0 1-64 0,-1-4-128 0,1 2 128 16,0-3-128-16,0-3 128 0,1-1-128 0,-1 2 0 15,0-5 0-15,0-6 0 0,1 7 0 0,-1-7-304 0,0 0 48 0,0 0 16 32,0 0-1472-32,0 0-288 0,0 0-64 0,9 2-18512 0</inkml:trace>
  <inkml:trace contextRef="#ctx0" brushRef="#br0" timeOffset="4326.56">5830 7563 17503 0,'-5'2'1552'0,"-2"-2"-1232"15,1 0-320-15,1 0 0 0,0 2 4944 0,5-2 944 16,0 0 176-16,0 0 32 0,0 0-4272 0,0 0-864 15,0 0-160-15,0 0-32 0,0 0-176 0,0 0-16 16,0 0-16-16,10 0 0 0,2 0-304 0,2 0-64 16,2 2-16-16,2-1 0 0,1-1-176 0,4 0 0 15,0 0 0-15,5-1 128 0,1-3-128 0,4 0 0 16,1-1 0-16,5 1 0 0,3 1 0 0,3-1 0 16,2-1 0-16,4 0 0 0,3 1 0 0,2 0 0 0,2-1 0 15,5 1 0-15,2-4 0 0,8 0 0 0,7 2 0 0,4-2 0 16,5-4 144-16,4 3 0 0,3 0 0 0,7 0 0 15,7 0-144-15,6-1 0 0,2 0 0 0,5 1 128 16,5 1-128-16,1 0 128 0,1-3-128 0,3 1 128 16,5 3-128-16,2-1 128 15,-1 0-128-15,2 1 128 0,0 0-128 0,-2 0 0 0,-4-3 0 0,3 1 0 0,7 2 0 16,-3 2 0-16,-4-2 0 0,1 1 0 0,3-1 0 0,2 2 0 16,-2 0 0-16,-8 0 0 0,-2 2 0 0,-3 0 0 15,-3 1 0-15,-4-1 0 0,-2 2 0 0,-3 0 128 16,-28 1-128-16,-1 0 0 0,1 0 144 0,-3 1-144 15,-3-1 160-15,-2 1-160 0,-1 2 144 0,-3 1-144 16,-4 0 128-16,-4 0-128 0,-1 1 128 0,-2-1-128 16,-5 0 0-16,-2 1 128 0,-6-3-128 0,0 2 128 15,-4-1-128-15,-3 1 128 0,-1-3 0 0,-2 3 0 16,-2-1 0-16,-5-1 0 0,0 1-128 0,-6-1 0 16,-4 1 0-16,-3 0 128 0,-5-1-128 0,-2 2 0 15,-4-1 0-15,-2-1 128 16,-2 0-1072-16,-2-2-208 0,2 2-64 0,-8-2 0 15,0 0-2688-15,0 0-528 0</inkml:trace>
  <inkml:trace contextRef="#ctx0" brushRef="#br0" timeOffset="4626.93">12711 7294 22111 0,'-13'-11'976'0,"7"9"208"0,-3 0-944 0,-2-2-240 0,3 2 0 0,0-1 0 16,2-2 4928-16,1 2 928 0,-2 2 192 0,7 1 32 15,0 0-3696-15,0 0-736 0,0 0-160 0,0 0-16 16,0 0-480-16,0 0-96 0,0 0 0 0,0 0-16 15,0 0-528-15,0 0-96 0,8 7-32 0,1 0 0 16,2 1-80-16,0 1-16 0,0-2 0 0,2 1 0 16,1-1-128-16,2 1 0 0,1-1 0 0,1 1 128 15,0-1-128-15,1 1 0 0,-1 0 0 0,0 0 0 16,0 0 0-16,-1-2-192 0,-2 1 64 0,-2-1 128 0,-2 1-128 16,0-1 128-16,-5 1 0 0,-6-7 0 0,0 0 0 0,2 6-176 15,-4 2 176-15,-3 1-128 0,-3-1 320 0,-4 1 80 16,-2-1 16-16,-3 0 0 0,-4 0 128 0,-2 1 32 15,-3-5 0-15,0 2 0 0,-2 1-240 0,0-1-32 16,0 1-16-16,4-3 0 16,1 0-720-16,4 1-144 0,2-1-16 0,4 1-15536 15,4 0-3088-15</inkml:trace>
  <inkml:trace contextRef="#ctx0" brushRef="#br0" timeOffset="5010.03">12977 7836 29487 0,'0'0'2624'0,"0"0"-2112"0,0 0-512 0,0 0 0 16,0 0 4096-16,0 0 704 0,0 0 128 0,0 0 48 15,0 0-2496-15,11 6-496 0,-1 4-112 0,0 4-16 16,-2 2-912-16,1 2-192 0,-1 4-48 0,0-1 0 16,-1 2-256-16,0 2-48 0,1 0-16 0,-1 0 0 0,2-3-192 0,-1-1-64 15,-3-4 0-15,1 0 0 0,1-3-128 0,-2-1 0 16,2-1 0-16,-1-5 0 0,-6-7 0 0,8 7 128 16,-8-7-128-16,7 4 128 0,-7-4-128 0,10 1 160 15,-1-1-160-15,0-2 160 0,0-1-112 0,0-2-48 16,-1-3 0-16,3-1 0 0,0-2 0 0,1-3 0 15,0-2 0-15,1-4 0 16,0-4 0-16,0-1 0 0,0-1 0 0,1 1 0 0,-2-2 0 0,0 2 0 16,-2 2 0-16,-1 2 0 15,-1 4-656-15,-1 4-128 0,-2 1-32 0,2 4-16160 16,0 3-3248-16</inkml:trace>
  <inkml:trace contextRef="#ctx0" brushRef="#br0" timeOffset="5795.23">4516 767 33167 0,'0'0'2944'0,"0"0"-2352"0,-6-2-464 0,6 2-128 15,0 0 4944-15,0 0 976 0,0 0 192 0,-3 7 32 0,2 4-4400 0,-1-1-880 16,2 5-176-16,2 5-48 0,0 8-336 0,3 2-80 15,2 5-16-15,1 0 0 0,0 0-208 0,2-1 0 16,-1-1 128-16,0-3-128 0,-1-5 0 0,0-3 0 16,-2-3 0-16,0 1 0 0,-2-2 0 0,-2-3 0 15,0-5 0-15,-1-4 0 0,-1-6 0 0,0 0-288 16,0 0 64-16,0 0 16 16,0 0-1072-16,-7 0-192 0,1-5-64 0,1-3 0 15,-2-3-1984-15,1-5-416 0,-2-2-80 0</inkml:trace>
  <inkml:trace contextRef="#ctx0" brushRef="#br0" timeOffset="6043.18">4431 802 43823 0,'-15'-11'1936'0,"8"5"416"0,1 1-1888 0,0 1-464 16,0-2 0-16,-1-1 0 0,3 3 0 0,4 4 0 0,0 0 0 15,0 0 3120-15,0 0 528 0,0 0 96 0,8-4 32 16,1 2-2912-16,4-1-576 0,3 1-112 0,4 0-32 16,3 0-144-16,5-1 0 15,2 2 0-15,1-2 0 0,1 6 0 0,0-2 0 0,-2 2 0 0,-2 1 0 16,0 1 0-16,-4-3 0 15,-1 4 128-15,-4 1-128 0,-2 3 0 0,-2 1 0 0,-4 0 0 0,-2-1 0 16,-5-1 0-16,-2 3 128 0,-4 4-128 16,-2-1 128-16,-2 0 0 0,-2 2-128 0,-4 1 192 15,-2 0-64-15,-3 0-128 0,-3-2 160 0,-2 0-160 0,1-2 160 16,-2 0-160-16,-1-1 0 0,0-1 0 0,-1-1 0 31,0-2-1328-31,2 0-144 0,-1 3-16 0</inkml:trace>
  <inkml:trace contextRef="#ctx0" brushRef="#br0" timeOffset="8379.24">10612 1836 29247 0,'-6'-12'1296'0,"3"7"272"0,-1-3-1248 0,0 1-320 0,0-5 0 0,2 0 0 16,-1 0 832-16,-1-1 96 15,2 2 32-15,-1-2 0 0,-1 0 64 0,2-2 0 16,-1 1 16-16,-1 0 0 0,-2-2-112 0,-1 2-32 0,-2-6 0 0,0 3 0 16,-2-2-80-16,-2 2-32 0,-1-4 0 0,-3 2 0 15,-1 0-208-15,-2 1-32 0,-2 2-16 0,-1-1 0 16,-2 0-224-16,-4 1-48 0,-1 3-16 0,-5 3 0 16,-4-2-240-16,-4 3 128 0,-4 0-128 0,-4 4 0 15,-2 3 0-15,-2 2-160 0,-1 4 0 0,-3 3 0 16,-2 1 160-16,-3 3-192 0,-1 5 192 0,-4 2-192 15,-2 5 192-15,0 0-192 0,-1 6 192 0,-3 3-192 0,-1 7 192 0,-5 4 0 16,-4 6 0-16,-1 5 0 0,-1 6-208 0,-5 11 32 16,-4 8 16-16,-3 7 0 0,-3 6 160 0,-1 9-160 15,-1 13 160-15,0 4-160 0,-1 4 160 0,-50 72-160 16,29-19 160-16,20-15-160 0,15-9 160 0,15-6 0 16,14-4 0-16,15-8 0 0,14-3 128 0,19-39 48 15,3 12 16-15,9 7 0 0,6 3-192 0,6 7 160 16,8 3-160-16,7-2 160 0,8-2-32 0,6-2 0 15,5-1 0-15,7-1 0 0,6-6-128 0,8-3 160 16,6-6-160-16,3-6 160 0,4-1-160 0,6-5 0 16,3-6 144-16,6-3-144 0,5-8 0 0,2-8 0 15,3-6 0-15,59 21 0 0,-15-16 0 0,-8-14 0 16,-4-12 0-16,-1-9 0 0,-1-12 0 0,1-7 0 16,-1-7 0-16,1-7 0 0,-1-10 128 0,0-5-128 15,-1-6 160-15,-2-3-160 0,-3-7 176 0,-5 0-176 16,-4-6 192-16,-3-6-192 0,-3-9 192 0,-4-4-64 0,-4-4 0 0,-3-3-128 15,-5-5 192-15,-7-3-192 0,-5-3 192 16,-3-6-192-16,-3-8 128 0,-5-2-128 0,-6-2 0 0,-8-5 0 16,-10-4 192-16,-5-6-192 0,-6-3 192 0,-6 0-192 15,-10 3 256-15,-8-1-64 0,-5-1-16 0,-7 39 0 16,-5-6 112-16,-6-6 32 0,-7-6 0 0,-6-5 0 16,-4-2 16-16,-8 2 16 0,-6-1 0 0,-6 2 0 0,-4-1 0 15,-3 2 0-15,-4 2 0 0,-3 4 0 0,1 2 32 0,-1 2 16 16,1 0 0-16,-1 3 0 15,-1 3-400-15,0 3 0 0,1 3 128 0,2 3-128 0,2 5 0 0,2 5 0 16,0 0 0-16,-19-17 0 16,15 18-1200-16,3 14-160 0,0 12-48 0,19 12-20480 15</inkml:trace>
  <inkml:trace contextRef="#ctx0" brushRef="#br0" timeOffset="9630.57">11672 2867 20271 0,'-2'0'1792'0,"-1"3"-1424"15,0-2-368-15,1 1 0 0,2-4 4384 0,1 2 800 0,-1 0 176 0,0 0 16 16,0 0-2832-16,0 0-576 15,0 0-112-15,9 4-32 0,-1 3-368 0,-1-1-80 16,-1 3-16-16,-1-2 0 0,-2-1-496 0,-1 1-96 0,1 1-32 0,-4 2 0 16,-2 2-160-16,-1-2-48 15,-1 1 0-15,0-2 0 0,-3 0-208 0,-1 0-64 0,0-1 0 0,0 0 0 16,-3 1-80-16,0-5-32 0,-1 0 0 0,1 0 0 16,1 1-144-16,-1-1 0 0,-2-2 0 0,2-2 0 15,0 0 0-15,0-1 0 0,2-1 0 0,0 0 0 16,0-2-240-16,3-1-80 0,-3 0 0 0,3-2-16 15,3 1 80-15,2-3 0 0,2 0 16 0,3-1 0 16,2 0 64-16,2 0 16 0,1-1 0 0,1 2 0 16,4 0 0-16,2 2 0 0,2 0 0 0,0 1 0 15,3 2 160-15,-1 2-192 0,1 1 192 0,-3 1-192 16,0 1 192-16,-2 1 0 0,0 1 0 0,-3 1 128 0,-1 1 32 16,-3 2 16-16,-3 1 0 0,-1-2 0 0,-4-6 80 0,2 9 0 15,-4 2 16-15,0-1 0 0,-4-2-16 0,0 0 0 16,-3 0 0-16,0-1 0 0,-2 0 0 0,1-1-16 15,-2 1 0-15,0-2 0 0,-1-1-240 0,2-1 0 16,-1 1 0-16,1-3 0 16,1-1-448-16,1-3-144 0,0 2-32 0,9 1 0 15,-6-3-2736-15,6 3-544 0</inkml:trace>
  <inkml:trace contextRef="#ctx0" brushRef="#br0" timeOffset="10315.46">12410 2613 47167 0,'0'0'2096'0,"0"0"416"0,0 0-2000 0,0 0-512 0,0 0 0 0,0 0 0 16,-1 9 1120-16,-1 0 128 0,0 5 32 0,-2 1 0 16,0 5-64-16,0 3 0 0,2-2 0 0,-2 3 0 15,1 3-704-15,0-1-128 0,1 1-48 0,-1 1 0 16,2-2-192-16,0 0-144 0,1 0 192 0,1 3-192 0,-4-6 0 0,3 1 0 16,0-2 0-16,3-4 0 15,-2-5-1248-15,2 0-352 0,1-1-80 0,-4-4-22272 16</inkml:trace>
  <inkml:trace contextRef="#ctx0" brushRef="#br0" timeOffset="11164.02">9200 1678 11055 0,'0'0'976'0,"0"0"-784"15,0 0-192-15,0 0 0 0,6-3 6400 0,-6 3 1248 16,5-6 240-16,-5 6 48 0,0 0-4592 0,0 0-912 15,0 0-192-15,0 0-48 0,0 0-720 0,0 0-128 16,0 0-48-16,0 0 0 0,0 0-560 0,0 0-112 0,-3 9-32 0,-1 1 0 16,-1-1-336-16,0 0-80 0,-3 0-16 0,0 0 0 15,-1-2 32-15,0-3 16 0,-2-1 0 0,0 1 0 16,-1-1-80-16,-1 0 0 0,-3-2-128 0,2-1 192 16,0-1-192-16,-1-2 176 0,-2-4-176 0,2 1 160 15,-1-1-160-15,2 0 0 0,1-4 0 0,1 1 0 16,2-2 0-16,0 2 0 0,4-3 0 0,2-1 0 15,1 0 0-15,3 0 0 0,3 2 0 0,1-1 0 16,2-1-192-16,2 1 192 0,3-2-192 0,2 4 192 16,2 1-192-16,2 3 192 0,0-1-192 0,0 1 192 15,0 2-128-15,0 1 128 0,0 0 0 0,-1 3 0 16,-2 1 0-16,-1 0 0 0,-1 0 0 0,-2 3 0 16,-1 4 0-16,-1 3 0 0,-1-4 0 0,-3 3 0 15,-2 2 0-15,0 0 192 0,-4 1-192 0,0 0 192 0,-1 0 0 0,0 1 16 16,-3-3 0-16,-2 0 0 0,-1 1-16 0,0 1-16 15,0-6 0-15,0 1 0 0,-2-2-176 0,1-1 192 16,-1-2-192-16,1 0 192 0,-1-1-192 0,1-1 128 16,0-3-128-16,0 1 128 0,0-3-128 0,0 1 0 15,-2-2-192-15,3 1 192 16,0-1-800-16,1-1-32 0,1-1-16 0,3 0 0 16,3-1-1584-16,4-1-304 0,3-3-64 0,5-4-18592 0</inkml:trace>
  <inkml:trace contextRef="#ctx0" brushRef="#br0" timeOffset="11598.5">8610 1010 6447 0,'-16'-12'272'0,"10"7"80"0,-1 0-352 0,3-2 0 0,2-1 0 0,2 0 0 15,0 1 9584-15,2-1 1840 0,1 0 368 0,3 1 80 16,1-3-8768-16,2 3-1760 0,1 1-336 0,2-1-80 16,0-3-688-16,1 2-240 0,0 2 144 0,0-1-144 0,-1-1 0 0,-2 4 128 15,1 2-128-15,-2 0 0 0,-9 2 208 0,0 0-32 16,0 0-16-16,5 7 0 15,-1 2 80-15,-4 2 16 0,-3 0 0 0,-3 5 0 0,-5 3 128 0,1 2 48 16,-5 1 0-16,-1 3 0 0,-3 0-240 0,1 2-64 16,0-2 0-16,1 0 0 0,1-4 256 0,2-2 64 15,2-2 0-15,3-1 0 0,2-2-160 0,4-1-32 16,1-2 0-16,4-2 0 0,-2-9-256 0,5 6 0 16,1 0 0-16,5-2-144 0,2 1 144 0,4-3-128 15,1-2 128-15,3-1-128 0,2-2 128 0,2 0 176 16,2-3-48-16,-1 0 0 0,1-1-400 0,-1-1-96 15,1 2-16-15,-1-3 0 16,0 1-1904-16,5 3-384 0</inkml:trace>
  <inkml:trace contextRef="#ctx0" brushRef="#br0" timeOffset="12349.85">7602 4840 27647 0,'0'0'2448'0,"0"0"-1952"16,0 0-496-16,0 0 0 0,0 0 3504 0,9 4 592 0,-9-4 128 0,0 0 32 15,11 9-2080-15,-11-9-400 0,7 8-96 0,0 1-16 16,-2 0-192-16,-2 2-32 0,-2 2-16 0,-1-4 0 15,-1 0-640-15,-2 0-128 0,-1 0-16 0,0 0-16 16,-1-1-240-16,-1 0-32 0,-1 0-16 0,0-3 0 16,1 0-144-16,-1-4-48 0,1 2 0 0,-2-2 0 15,0 2-144-15,0-2 128 0,1-2-128 0,0 0 128 0,1-2-128 0,0-1 128 16,2-1-128-16,1 0 128 16,-1-1-128-16,1 1 0 0,3 5 0 0,0-8 0 0,1 1 0 0,3-3 0 15,1 1 0-15,2 0 0 16,1 0 0-16,1 3-176 0,1-1 176 0,3 1-128 0,-1-1 128 0,2 2-160 15,1 1 160-15,-1 1-160 0,-1 2 160 0,0 1 0 16,-1 1 0-16,0 2-128 0,-2-2 128 0,-2 2 0 16,-8-3 128-16,0 0-128 0,5 8 0 0,-2 2 0 15,-2-2 0-15,-1 1 0 0,-3 0 0 0,-2 2 144 16,-3-4-16-16,-1 2-128 0,-1 1 240 0,-2 0-64 16,-1 0-16-16,0 1 0 0,0-3-160 0,1 0 0 15,-1-5 0-15,0 4 0 0,-1 2 0 0,0-4 0 16,1 1 0-16,1-3 128 0,0-3-128 0,3 2-144 15,1-1 144-15,2 0-208 16,-1 1-1520-16,7-2-288 0,0 0-64 0</inkml:trace>
  <inkml:trace contextRef="#ctx0" brushRef="#br0" timeOffset="12866.21">7013 5476 49119 0,'0'0'2176'0,"-2"-5"448"0,0-3-2096 0,2-1-528 0,1-1 0 0,2 0 0 16,1 0 720-16,2 2 48 0,1-2 0 0,2 1 0 0,0 0 32 0,3 1 16 15,-1 1 0-15,2 1 0 0,2-1-496 0,-1 3-80 16,0 0-32-16,1 2 0 0,-2-1-80 0,0 2-128 15,-3 1 176-15,2 0-176 0,-2 2 160 0,0 2-160 16,-10-4 128-16,7 8-128 0,-1-1 128 0,-1 1-128 16,-1-1 128-16,-2 2-128 0,-2 3 192 0,0-1-64 15,-1 4 0-15,-3-2 0 0,-1-1 0 16,-2 0 0-16,0-2 0 0,-1 3 0 0,0-2-128 0,-1 0 160 16,-2 1-160-16,2-1 160 0,0-2-160 0,3 0 0 15,-2 1 144-15,3-3-144 0,1-1 0 0,1 2 0 16,2-1 0-16,1-7 128 0,0 0-128 0,0 0 0 15,4 6 0-15,2 1 0 0,1-1 0 0,0-1 0 16,3-1 0-16,0-1 0 0,3 0 0 0,0-1 0 16,1-1 0-16,2 2 176 0,0 2-176 0,-1-1 0 15,0 1 0-15,-1 1 0 0,-1-2 0 0,-2 1 0 16,-2 1 0-16,-3 3 0 0,-1 2 0 0,-1-2 208 16,-2 1-48-16,-4 2-16 0,-3 2 0 0,-3 1 0 0,-3 0 0 15,-4 1 0-15,0 0-96 0,-4-1-48 0,-2 2 0 0,-2 0 0 16,-6 0 0-16,1 0 0 0,-4 1 0 0,0 1 0 15,-3-5 0-15,-1 0 0 0,1-1 0 0,1 0 0 16,0-1-1520 0,6 0-288-16,-18 10-64 0,11-12-16 0</inkml:trace>
  <inkml:trace contextRef="#ctx0" brushRef="#br0" timeOffset="13634.44">11282 5771 5519 0,'-11'-7'496'0,"7"5"-496"0,-1-2 0 0,-1 0 0 15,1-1 7024-15,5 5 1296 0,-3-6 272 0,3 6 48 0,0 0-5376 0,0 0-1088 16,0 0-224-16,0 0-32 0,0 0 0 0,0 0 0 15,0 0 0-15,0 0 0 0,0 0-1072 0,0 0-208 16,10 4-32-16,-4 3-16 0,-6-7-256 0,5 8-48 16,-3 1-16-16,-1 0 0 0,-1 0-48 0,-1 0-16 15,-2 0 0-15,-1 0 0 0,-1 1 48 0,-2-1 16 16,0 0 0-16,-3-3 0 0,0 1-80 0,-2-2 0 16,-2 0-16-16,1-1 0 0,0 0-48 0,-3-1-128 15,1-1 192-15,-1-2-64 0,0-2-128 0,1-1 0 16,-1 2 0-16,2-4 128 0,1 1-128 0,1-2 0 15,1 1 0-15,4-1 0 0,0-2 0 0,3 0 0 16,3 2 0-16,1-2 0 0,1-1 0 0,4 1 0 16,2-3-176-16,2 2 176 0,3 0-208 0,2 1 32 15,-1-1 16-15,3 3 0 0,-1 0 160 0,1 1 0 16,1 0 0-16,-1 1-128 0,-1 3 128 0,0-2 0 16,-2 3 0-16,0 3 0 0,-2-3 0 0,0 0 128 0,-3 2-128 15,0 1 128-15,-8-3-128 0,6 4 144 16,-6-4-144-16,0 0 160 0,3 6-32 0,-2 2-128 0,-2-1 192 0,-1 1-64 15,-2-1-128-15,-1 1 160 0,0 0-160 0,-1-1 160 16,-2-1-160-16,0 1 0 0,0-2-192 0,0 0 192 31,2-1-1664-31,1 0-224 0,5-4-32 0,0 0-13632 0,1 8-2704 16</inkml:trace>
  <inkml:trace contextRef="#ctx0" brushRef="#br0" timeOffset="13987.73">11630 5807 46367 0,'0'0'2048'0,"0"0"432"0,0 0-1984 0,0 0-496 16,0 0 0-16,3 7 0 0,-2 1 1776 0,-1 1 256 15,-1-3 48-15,0 3 16 0,-2 1-880 0,-1 1-160 16,-1 2-32-16,-1 2-16 0,-2-2-496 0,0 0-112 16,-1 1-16-16,-2 0 0 0,1 3-384 0,-1-2 0 15,-2 0 128-15,0 0-80 0,0-4-48 0,2 0 0 16,-4 1 0-16,1-2 0 0,-2 0 0 0,2 1 0 15,1-3 0-15,0 0 0 0,1-2 0 0,2-1 0 16,1-1 0-16,-1 1 0 0,4-3 0 0,6-2 0 16,0 0 0-16,0 0 0 0,0 0 0 0,0 0 0 15,0 0 0-15,0 0 0 0,0 0 0 0,0 0 0 16,0 0 0-16,9-2 0 0,3-1 0 0,2 0 0 16,2-1 0-16,1 0 0 0,1 0 0 0,3 0 0 15,1-1 0-15,3 2 0 0,1-2 0 0,0 1 0 0,0 0 0 16,0 0 0-16,-1-1 0 0,-2 1 0 15,-2 0 0-15,0 2 0 0,-1-1-320 0,-2 2-64 16,-1-2-16-16,-3 2 0 16,-2-2-592-16,-2 1-112 0,-1-1-32 0,-1 2 0 15,-1 1-1872-15,-7 0-368 0,0 0-80 0</inkml:trace>
  <inkml:trace contextRef="#ctx0" brushRef="#br0" timeOffset="14233.02">11641 5840 47855 0,'0'0'2112'0,"0"0"448"0,0 0-2048 0,0 0-512 16,0 0 0-16,0 0 0 0,0 0 1536 0,0 0 192 16,0 0 32-16,8 1 16 0,-2 2-560 0,1-1-96 15,-2 4-32-15,0 3 0 0,2 4-848 0,-1 2-240 16,2 4 0-16,0 3 0 0,1 3 0 0,0 1 0 16,0 0 0-16,0 1 0 0,0 2 0 0,1-2 0 15,-3 2 0-15,1 1 0 0,0-4 256 0,-1 3-48 16,0-3 0-16,0-3 0 0,-2-1-208 0,0-2-288 15,1-1 64-15,-1-3 16 16,-1 1-208-16,1-3-32 0,0-1-16 0,4 0-16512 16,0-5-3312-16</inkml:trace>
  <inkml:trace contextRef="#ctx0" brushRef="#br0" timeOffset="20923.52">14925 1377 31327 0,'0'0'2784'0,"0"0"-2224"16,0 0-560-16,0 0 0 0,0 0 3264 0,0 0 560 15,0 0 96-15,10 0 32 0,2 2-2240 0,2-1-448 0,3 3-96 0,2-4-16 16,0-1-576-16,3-2-128 16,4 0-32-16,1 2 0 0,-3 1-208 0,2-4-32 15,2 1-16-15,-7 0 0 0,2 0-160 0,2 3 0 0,2-3 144 0,1 1-144 32,0-1-352-32,1 2-144 0,0 0-16 0,-2 1-16 15,0 0-1968-15,1 1-400 0,-1 1-80 0,-3 1-16288 0</inkml:trace>
  <inkml:trace contextRef="#ctx0" brushRef="#br0" timeOffset="21506.06">15569 1221 8287 0,'-22'-4'368'0,"13"1"80"0,-2 2-448 0,0 0 0 15,0 2 0-15,2-1 0 0,1 0 9392 0,8 0 1792 0,-5 1 352 0,5-1 80 16,0 0-8208-16,0 0-1632 0,0 0-336 0,0 0-64 15,4 9-800-15,1-1-176 0,2-1-16 0,0 2-16 16,1-3-240-16,3 2-128 0,2 0 160 0,1 0-160 16,2-2 0-16,1 1 128 0,1-1-128 0,0-2 0 15,0 0 0-15,1 0 0 0,-1-1 0 0,0 1 0 16,-1 1 0-16,0-2 0 0,-1 0 0 0,-1 0 0 16,2 1 0-16,-4-4 0 0,-4 0 0 0,-9 0 0 0,8 3 0 0,-8-3-128 15,0 0 128-15,0 0 0 0,0 0 0 0,-1 6 0 16,-3 2 0-16,-2 0 0 0,-4-2 0 0,-1 3 0 15,-2 4 144-15,-2 0-144 0,0-5 0 0,-2 4 128 16,-3-2-128-16,-1 3 0 0,-1-2 0 0,1 1 0 16,-1-2 0-16,1 2-176 15,2 0-1792-15,3 2-352 0,6 2-80 0</inkml:trace>
  <inkml:trace contextRef="#ctx0" brushRef="#br0" timeOffset="22674.2">16456 1153 40831 0,'-10'-1'1808'0,"6"1"368"0,2 1-1728 0,2-1-448 15,-3 3 0-15,1 2 0 0,-1 1 896 0,3 5 80 16,-3 2 32-16,2 6 0 0,-1 1 32 0,0 3 16 16,1 2 0-16,-2 3 0 0,2 2-592 0,0 1-112 15,-1 1-32-15,2-2 0 0,-1-2-112 0,1-2-16 16,-1-1-16-16,1-2 0 0,0-2 0 0,0-1 0 15,-2-7 0-15,1 0 0 0,0-3-32 0,0-2 0 16,1-8 0-16,-4 5 0 0,4-5 48 0,0 0 16 16,-7 3 0-16,7-3 0 0,-6-2-32 0,0-3-16 15,3-3 0-15,0 1 0 0,0-8-160 0,3 0-176 0,2-4 48 0,0-2 0 16,2-2-128-16,3-4-32 16,0-3 0-16,5 0 0 0,1 1 32 0,3 0 0 0,0 2 0 0,2 0 0 15,0-2-64-15,3 3 0 0,1 2 0 0,-1 3 0 16,-2 3 64-16,0 3 16 0,-2 2 0 15,-2 3 0-15,0 4 64 0,-2 2 16 0,-3 0 0 0,-1 4 0 16,-9 0 160-16,7 5 0 0,-2 2 0 0,-2 1 0 16,-2 1 208-16,-2 4 128 0,-3 1 32 0,-2 4 0 15,-1 5-32-15,-4 0 0 0,-1 2 0 0,-1 1 0 16,-1 3-80-16,0-3-32 0,-1 0 0 0,1 1 0 16,1-1 0-16,1 0 0 0,2-2 0 0,1-2 0 15,2-3-224-15,5 0 144 0,-2-2-144 0,2-3 128 16,4-1-128-16,2 0 0 0,1-3 0 0,3 0 0 0,2-4 0 0,3 1-144 15,1-6 144-15,2-1-160 0,1-1-32 0,1-3 0 16,3-3 0-16,-1-2 0 0,-1 1-16 0,1-5-16 16,-1-4 0-16,2 2 0 0,-1-5 0 0,-1-1 0 15,1 0 0-15,-2-2 0 0,-1-3 64 0,-1 1 16 16,-3 2 0-16,-1-1 0 0,-2 1 0 16,-2 2 0-16,-3 2 0 0,-1 5 0 0,-3 4 144 0,-1 2 0 15,-1 1 0-15,1 7 0 0,0 0 432 0,-5-2 16 16,-3 2 0-16,-3 5 0 0,0 4-48 0,-1 3 0 15,2 1 0-15,-1 4 0 0,1 1-272 0,-1 3-128 16,2 1 0-16,1 2 128 0,2-1-128 0,2-1 0 16,1-1 0-16,5 0 0 0,-1-2 0 0,3-2 0 15,1-1 0-15,3-4 0 0,2 0-448 0,5-2 48 0,2-1 0 16,-1-5 0 0,1 0-240-16,2-3-64 0,2-2 0 0,-1-3 0 15,4 0-48-15,1-2-16 0,-1-6 0 0,2-1 0 0,-1-2 304 0,0-2 48 0,2-2 16 0,-2-2 0 16,0-1 400-16,-2-3-128 0,0-2 128 0,-3-3 0 15,-1-2 0-15,-1-3 0 0,-1-1 0 16,-1-1 0-16,-3 2 0 0,-2 1 0 0,0 2 0 0,-2 0 128 16,-1 2 0-16,-4 4 16 0,-2 1 0 0,0 6 0 15,-4-1 288-15,0 5 48 0,-2 2 16 0,-2 5 0 16,0 0 336-16,-1 5 64 0,0 3 0 16,-1 3 16-16,1 1-288 0,-1 4-64 0,1 2-16 0,0 5 0 15,1 1-384-15,-1 4-160 0,1 1 128 0,0 4-128 16,2 1 0-16,1 2 0 0,-3 2 0 0,4 4 0 0,-1 3 0 15,2 2 0-15,-1 1 0 0,2-1 0 0,0 1 0 0,2-1 0 16,-2 1 0-16,0 1 0 0,0-5 0 0,0-1 0 16,0-1-160-16,0 0 160 15,-3-1-608-15,1-6-32 0,-1-1 0 0,0-4 0 16,1-2-480-16,-1-3-96 0,1-3-32 0,-1-2 0 16,0-4-1120-16,-2-2-208 0,-3-5-48 0,0-1-16 15,1-1-1360-15,-1-5-272 0,0-5-48 0,0-2-3264 16,0-4-656-16</inkml:trace>
  <inkml:trace contextRef="#ctx0" brushRef="#br0" timeOffset="23074.48">17120 1638 19295 0,'-1'-21'848'0,"1"9"176"0,0-3-816 0,0-1-208 16,1 1 0-16,1-4 0 0,2 2 3552 0,0 0 672 0,1 0 128 0,3 3 16 16,-1 1-1616-16,5 0-320 15,0 1-64-15,0 1 0 0,1-1-896 0,1 0-160 0,0 0-32 0,2 3-16 16,0 4-544-16,-2-2-96 0,-2 4-32 0,2 0 0 16,0 0-224-16,-1 3-48 15,-3 3-16-15,0 0 0 0,-1 3-64 0,0 3-16 0,-1 3 0 0,0 1 0 16,-2 1 80-16,1 2 16 0,-2 4 0 0,-1-4 0 15,-3 4-64-15,1-3-16 0,-1-1 0 0,-1-2 0 16,0 0-112-16,0-2 0 0,1-3-128 0,-1-1 192 16,0-8-192-16,0 0 0 0,0 0 0 0,0 0 0 15,0 0 0-15,0 0 0 0,0 0-176 0,0 0 176 16,0 0-320-16,0 0 64 0,-1-8 16 0,1-1 0 16,3-4 16-16,0-1 0 0,1-2 0 0,2-4 0 0,0 1 16 0,2-2 0 15,2 1 0-15,2 0 0 0,-1 1 48 0,2 5 16 16,0 2 0-16,0 4 0 0,0-2 144 0,0 4-128 15,-3 0 128-15,1 4-128 0,-1 0 128 0,-1 5 144 16,-9-3-16-16,9 7-128 0,-1 3 384 0,0-1-16 16,-2 4-16-16,1 4 0 0,-3 3 0 0,0 2 0 15,-2 3 0-15,0-1 0 0,-1 0-128 0,-1-1-32 16,-1-1 0-16,1-1 0 0,0-1-192 0,-2-2 0 16,1 0 0-16,0-2 0 15,-1-3-352-15,2-3-112 0,0 0-32 0,0-10 0 16,0 0-1424-16,0 0-304 0,0 0-48 0,0 0-16 15,6-6-1472-15,0-1-288 0,-1-4-64 0</inkml:trace>
  <inkml:trace contextRef="#ctx0" brushRef="#br0" timeOffset="23207.6">17725 1324 19343 0,'0'0'1728'0,"2"-9"-1392"0,-5-4-336 0,2 1 0 16,2 2 3840-16,-1 0 688 16,1 1 144-16,1 3 16 0,-1 1-2304 0,-1 5-464 0,0 0-80 0,0 0-32 15,6-3-1248-15,1-1-256 0,1 3-48 0,1 2-16 31,0 4-1744-31,1 4-352 0,5 3-64 0,-3 2-9856 16,-2-1-1968-16</inkml:trace>
  <inkml:trace contextRef="#ctx0" brushRef="#br0" timeOffset="24622.94">18017 1461 5519 0,'0'0'496'0,"8"-5"-496"0,-1-1 0 0,1-2 0 16,-1-1 5840-16,0-1 1072 0,1 0 224 0,0-1 32 15,-5 2-3968-15,1 2-816 0,-4 7-144 0,0 0-48 16,2-6-144-16,-2 6-16 0,-4-4-16 0,-1 1 0 0,-5 3-400 15,1 3-80-15,-1 1 0 0,-2 1-16 0,-1 3-736 16,-1 1-144-16,-2 2-16 0,2 0-16 0,1 2-448 0,2 0-160 16,1 2 0-16,2-1 144 0,0-4-144 0,2 2 0 15,0-1 0-15,3-1 0 0,1-2-336 0,1 1 48 16,0 0 16-16,2-1 0 16,3-2-208-16,-4-6-32 0,0 0-16 0,6 7 0 0,4-2 128 0,0-1 16 15,0-4 16-15,2 0 0 0,-1-1 64 0,0-3 16 16,2 0 0-16,2-3 0 0,-1-3 80 0,2 1 16 15,-1 1 0-15,1-4 0 0,0 1 192 0,-1-1-192 16,0 0 192-16,-2 3-192 0,0 0 192 0,-2 2 0 16,-2 3 0-16,1 2 0 0,-3 1 288 0,-7 1 48 15,10 1 16-15,-3 5 0 0,0 3 352 0,-2 5 80 0,2-4 16 0,-1 6 0 16,1 2-272-16,-1 1-48 0,1 4-16 0,1-3 0 16,-1 5-240-16,1 3-48 0,0-2-16 0,1 4 0 15,0 1-160-15,0 2 0 16,-1-1 0-16,-1 1 0 0,-2-2 0 0,0 0 0 15,-2 3 0-15,-3-3-176 0,-3-2 16 0,-2-3 0 0,-2 0 0 0,0 2 0 16,-4-5 160-16,-2 1 0 0,-1-4 0 0,-2 0 0 16,-1 0 0-16,-1-2 0 0,0-3 160 0,-1-1-160 15,1-5 176-15,0-3-176 0,0-1 192 0,1-1-192 16,0-4 128-16,1-1-128 0,0-3 0 0,3-1 0 16,3-2 0-16,2-2-272 0,3-3 48 0,2-3 16 15,2-2-16-15,4-3 0 0,3-2 0 0,3-5 0 16,4-6 32-16,4-1 16 0,2-4 0 0,1 2 0 0,5-2 176 15,1 2-208-15,0-5 80 0,0 2 128 0,0 0-144 0,1 3 144 16,-3 2 0-16,-2 2 0 0,-2 4 0 0,-2 2 0 16,-2 0 0-16,-2 3 0 0,-2 4 0 0,-3 2 0 15,-2 3 0-15,-2 3 0 0,-1 3 272 0,-4 8-32 16,0 0-16-16,0 0 0 0,0 0 64 0,0 0 16 16,-4 7 0-16,0 2 0 0,-1 1-304 0,1 3 0 15,-1 2 128-15,1 0-128 0,2 1 0 0,1 0 0 16,1-2 0-16,0 2 0 0,1 1-192 0,2-4 192 15,1 0-208-15,1-3 80 16,0-1-400-16,2-1-80 0,1-1-16 0,0-4 0 16,1-3-880-16,0-2-176 0,0-2-48 0,3-3 0 15,1 0 448-15,0-4 64 0,-3 1 32 0,1-1 0 16,-1 2 0-16,0-3 0 0,0-1 0 0,-3 0 0 0,3 2 864 0,-3-1 192 16,0 0 128-16,-2 3-192 0,0-3 1104 0,0 3 224 0,1 3 32 0,-2-1 16 15,-4 7 352-15,0 0 80 0,0 0 16 0,0 0 0 16,7 1-304-16,1 3-64 0,0 2-16 0,-1 1 0 15,-2 3-464-15,1-4-80 16,1 3-32-16,-1 2 0 0,2-1-272 0,-1 0-48 16,-1 1-16-16,1-2 0 0,-1-1-176 0,-1 0-32 0,-5-8-128 0,6 6 192 15,-1-1-32-15,-5-5-16 0,0 0 0 0,0 0 0 16,0 0-144-16,0 0 0 0,0 0 144 0,0 0-144 16,0 0 0-16,6-1 128 0,-6 1-128 0,7-5 0 15,-3-3 0-15,1 0 0 0,-1 0 0 0,1 1 0 16,0-3-192-16,2 0 64 0,-1 0 0 0,2-1 0 0,0 2-32 15,1-1 0-15,2 0 0 0,-1 1 0 0,2-1 160 0,1 0-192 16,1-1 192-16,2 2-192 0,1 0 192 0,0-2-128 16,0 1 128-16,0 1-128 0,1 1 128 0,1-1 0 15,4 0-144-15,-4 1 144 0,-1 4 0 0,-2-2-144 16,-2 2 144-16,-1 1 0 0,-2 3 0 0,-2 0 0 16,-9 0 0-16,5 7 0 0,-2-1 0 0,-4 3 0 15,-3 3 0-15,-2 4 144 0,-3 3 224 0,-1 1 32 16,-3 1 16-16,-2-2 0 0,0-2-208 0,0 3-32 15,2-2-16-15,2 0 0 0,-1-2-160 0,2-1 0 16,0-2 0-16,3 0 0 0,1-2 0 0,2-2 0 16,1 0 0-16,3-9-176 0,0 0-144 0,0 0-48 15,1 5 0-15,-1-5 0 16,0 0-208-16,8-1-64 0,-1-3 0 0,3-1 0 16,0-2 160-16,0 0 32 0,1-3 0 0,1 0 0 0,1 0 96 0,0-5 32 15,0 1 0-15,0 0 0 0,0-5 16 0,1 2 16 16,-2 0 0-16,0 3 0 0,-2-3 64 0,0 4 16 0,0 3 0 0,-4 3 0 15,-1 5-16-15,-5 2 0 16,0 0 0-16,0 0 0 0,0 0 224 0,0 0 0 16,3 9 0-16,0 1 0 0,-2 2 0 0,1 0 320 0,2-2-64 0,2 3 0 15,-1-3-256-15,1 2 0 0,1-3 0 0,3-1 0 16,2-1 0-16,1-3 0 0,1-3 0 0,3-1-144 16,2-1-80-16,0-2-16 0,1 0 0 0,1-2 0 15,-1-4-208-15,3-1-32 0,-4-1-16 0,2-2 0 16,-3 0-96-16,-1-4-32 0,-2 0 0 0,-1-2 0 0,-1-4 176 0,1 0 48 15,-2-3 0-15,0-1 0 0,-1-2 272 16,1-2 128-16,0-2-128 0,-2 0 128 0,1 1 0 0,-2 2 224 16,-3 4-32-16,0 5 0 0,-5 1 528 0,-1 6 112 15,-3 5 0-15,-1 5 16 0,4 4 480 0,-6 0 80 16,-2 4 32-16,0 2 0 0,0 5-480 0,-1 2-80 16,3 2-32-16,-1 5 0 0,-1 2-544 0,2 3-112 15,-1 2-32-15,2 1 0 0,1-2-160 0,0 0 160 16,0 1-160-16,3 2 160 0,0 0-160 0,0 1 0 15,1-4 0-15,0 1 0 0,0-1-336 0,0-1-48 16,0-3-16-16,0-4 0 16,1 1-1712-16,-1-5-320 0,0-1-80 0,0-3-16 15,0-1-1136-15,-1-2-240 0,1-7-32 0</inkml:trace>
  <inkml:trace contextRef="#ctx0" brushRef="#br0" timeOffset="24852">19398 1461 25791 0,'0'-11'1152'0,"0"11"224"0,3-5-1104 0,3-1-272 0,3-1 0 0,3-1 0 16,0 3 3904-16,1-1 736 16,0-1 144-16,1-2 16 0,2 2-2528 0,-2 0-512 15,2 1-96-15,1 1-32 0,1 2-800 0,0-2-144 0,-1 0-48 0,0 4 0 16,-1 2-224-16,-2 0-48 0,-1 2-16 0,-1 1 0 16,-3 1-128-16,0 3-32 0,-2 4 0 0,-1 2 0 15,-1 2-192-15,-1 2 176 0,-1 0-176 0,-2 3 160 16,-1-5-160-16,2-1-176 0,-2 0 48 0,-2-1 0 15,0 0-1584-15,-1-1-304 16,0-5-64-16,2-1-16 0,1-7-2256 16,0 0-464-16</inkml:trace>
  <inkml:trace contextRef="#ctx0" brushRef="#br0" timeOffset="24973.88">19755 1251 25791 0,'0'0'2304'0,"0"0"-1856"16,0 0-448-16,0 0 0 0,0-4 2144 0,0 4 336 15,0 0 64-15,0 0 16 0,0 0-1792 0,0 0-368 16,8 6-64-16,2 1-10896 16,4-1-2192-16</inkml:trace>
  <inkml:trace contextRef="#ctx0" brushRef="#br0" timeOffset="25474.66">20105 1317 4607 0,'0'0'192'0,"0"0"64"0,-7 0-256 0,2 0 0 16,-2 3 0-16,1 0 0 0,-1 0 9184 0,0 4 1792 15,-4 2 352-15,-1 2 80 0,-2 0-7888 0,-3 4-1568 16,-2 0-320-16,0 4-64 0,1-4-464 0,2 2-80 16,2-1-32-16,2-1 0 0,2 1-640 0,2-4-128 0,3 0-32 0,1-3 0 15,3 1-192-15,1-10-160 0,1 8 32 16,3-2 0 0,1 0-512-16,3-2-80 0,1-2-32 0,3-2 0 15,1-2-256-15,1-2-48 0,0-2-16 0,1 1 0 16,-2-3 336-16,1 1 64 0,-1-5 16 0,0 1 0 0,0-2 416 0,3-1 96 0,0-3 16 0,2-1 0 15,1-2 128-15,1 2 0 0,-1-2 0 0,1 3 0 16,-2-1 0-16,1 4 128 0,-3 3-128 0,-1 5 176 16,-2 2 256-16,-1 5 48 0,-2 3 16 0,-2 3 0 0,-2 1 464 0,0 2 112 15,-1 3 16-15,0 0 0 16,-1 4-176-16,0 1-16 0,-2 3-16 0,2-3 0 0,-1-2-432 0,1 1-96 16,1-4-16-16,-1 0 0 0,0-2-208 0,1-2-128 15,2 1 128-15,-2-5-128 0,-5-5 0 0,6 4 0 16,2-1 0-16,0-2 128 0,0-1-128 0,0 0 0 15,1 0 0-15,-3-3-128 0,1-2 128 0,1 0-160 16,1-5 160-16,0 1-160 0,0-3 160 0,0 1 0 16,0-3-144-16,3-3 144 0,2-1 0 0,1 0 0 15,-1-1 0-15,0 1 0 0,2 1 0 0,0 1 0 16,-1 2 0-16,1 5 0 0,-2-3 0 0,2 7 0 16,0 2 0-16,-2 3 128 0,-4 2 64 0,2 3 16 15,1-1 0-15,1 2 0 0,1 1 32 0,0 2 0 0,2 1 0 0,0 1 0 16,0-1-64-16,2 1-16 15,0-2 0-15,-1 0 0 0,2 4-160 0,-1-5 0 16,2 0 0-16,7 1 0 16,-1-1-2272-16,0-3-480 0</inkml:trace>
  <inkml:trace contextRef="#ctx0" brushRef="#br0" timeOffset="26475.83">21938 1280 41471 0,'0'0'3680'0,"0"0"-2944"0,0 0-592 0,1-7-144 16,-1-2 1536-16,1 0 256 0,1-2 64 0,-2 1 16 15,-2-1-992-15,1-2-208 0,-2 3-32 0,1 1-16 16,-3 1-112-16,-1 2-32 0,0 0 0 0,-1 2 0 16,-2 4-48-16,-1 0-16 0,-2 4 0 0,-2 5 0 0,-3 4-144 0,0 4-16 15,-3 4-16-15,-1 3 0 0,-1 1-240 0,1 1 128 16,3 1-128-16,4 0 0 0,1-1 0 0,2-2 0 15,3-5 0-15,6 1 0 0,1 0 0 0,2-3-320 16,1-6 64-16,6 0 0 16,5-3-496-16,0-2-80 0,2-6-32 0,3-3 0 15,3 0-320-15,2-4-64 0,2-5-16 0,1 1 0 16,0-4-64-16,2 1-16 0,-2-1 0 0,0-3 0 16,0 0 432-16,-3 0 80 0,-2 1 0 0,-3 1 16 0,-3 3 560 0,-1 0 128 15,-1 4 128-15,-3-3-208 0,-3 4 432 0,-2 2 96 0,-1-1 0 0,-4 7 16 16,0 0 640-16,0 0 128 0,0 0 32 0,0 0 0 15,0 0-48-15,-5 6 0 0,-2 3 0 0,2 1 0 16,0 1-656-16,0 0-144 0,0 2-32 0,1 0 0 16,1 3-256-16,0-3 0 0,1 0 0 0,1-1 0 15,1-2 0-15,3 1 0 0,1-1 0 0,3 1 0 16,1-5 0-16,-1 2 0 0,3-2 0 31,-1-3-960-31,0-3-80 0,0 0-32 0,3-4 0 0,-2 0 688 0,1-1 144 0,-1-2 32 0,2-2 0 16,-1-2 208-16,1-1-176 0,1 0 176 0,2-1-160 15,0-1 160-15,0 2-192 0,-4-1 192 0,1 1-192 16,-2 4 192-16,1 2 0 0,-3 2-144 0,-8 4 144 16,6 4 0-16,-6-4 0 0,3 10 0 15,-4 3 1408-15,-2 6 336 0,-4 3 80 0,0 4 16 16,-3 5-752-16,-1 3-160 0,-2 3-32 0,0 2 0 16,-2 1-368-16,2-1-80 0,0-1 0 0,2 1-16 15,-1-2-224-15,3-5-32 0,0-1-16 0,1-2 0 16,1-1-160-16,3-5 0 0,-1-3 0 0,0-2 0 31,1-3-1136-31,1 0-144 0,2-1-48 0,1-5 0 0,3-2-2048 0,-3-7-400 0</inkml:trace>
  <inkml:trace contextRef="#ctx0" brushRef="#br0" timeOffset="27058.73">22679 1316 16575 0,'-5'-8'1472'0,"0"2"-1168"15,-1 0-304-15,-1 0 0 0,0 3 6800 0,0 2 1312 16,0 2 256-16,-1 2 48 0,-2 0-5840 0,-1 2-1168 16,0 3-224-16,-1 2-48 0,-1 3-544 0,1 1-96 0,0 1-32 0,2 3 0 15,0-2-464-15,2 2 0 16,3 1 0-16,2 1 0 0,2 0 0 0,2-1-128 16,3-1 128-16,1-1-208 15,2-2-1056-15,2-4-208 0,2-1-32 0,3-4-16 16,-1-2 544-16,2-1 96 0,2-7 32 0,1-2 0 15,1-1 80-15,0-5 0 0,-2-2 16 0,0-3 0 0,0 0 304 0,0-3 48 0,-1-2 16 0,1-3 0 16,1-1 384-16,-3 0 0 0,1-5 0 0,1-1 128 16,0 0 128-16,-1 1 16 0,-2 2 16 0,-2 3 0 15,-2 2 416-15,-1 6 96 0,-2 4 16 0,-2 3 0 16,-2 3 416-16,-3 8 96 0,0 0 16 0,0 0 0 0,-4 8-96 16,-1 3-16-16,-2 3 0 0,0 4 0 0,0 4-720 0,-1 2-128 15,-1-2-48-15,1 2 0 0,1 0-160 0,1 2-48 16,3 2 0-16,1-2 0 0,0-3-128 0,4 0 0 15,0-3 0-15,3 3 0 0,2-4 0 0,2-2-192 16,2-4 0-16,2-1 16 16,0-3-224-16,1-3-48 0,2-2-16 0,1-2 0 0,2-4 112 0,1 1 32 15,1-4 0-15,-1-2 0 0,3 0 128 0,-3-7 48 16,0 1 0-16,1-1 0 0,0 1 144 0,-2-4 0 16,-1-1 0-16,-1-3 0 0,-1-1-144 0,0 1 144 15,-2-2-160-15,-1 0 160 0,-4 8-192 0,-1 3 192 16,-3 0-208-16,-1 6 80 0,-3-1 128 0,-1 7 128 15,0 0-128-15,-9 5 176 0,0 5 336 0,-3 4 80 16,-1 4 16-16,-1 3 0 0,-2 1-112 0,3 0-32 16,0 0 0-16,3-2 0 0,3 1-16 0,4 1-16 15,0-2 0-15,4-1 0 0,4-1-224 0,5-1-32 0,0-1-16 0,3-3 0 16,3-3-160-16,1 0 0 16,3-3 0-16,1-1 0 0,2-2-160 0,0-4-16 15,3 1 0-15,0-2 0 16,2 1-1424-16,-1-4-304 0,3 1-48 0,-1-2-20832 0</inkml:trace>
  <inkml:trace contextRef="#ctx0" brushRef="#br0" timeOffset="28126.98">15059 3292 39615 0,'-19'-3'1760'0,"10"3"352"0,-2 0-1680 0,1 0-432 16,-1 0 0-16,5 0 0 0,6 0 2048 0,0 0 336 15,0 0 64-15,0 0 16 0,0 0-1568 0,0 0-304 16,0 0-64-16,11 0-16 0,4 0-320 0,0 0-192 15,6-3 192-15,1 3-192 0,2-1 0 0,-1 1 0 16,2 0 0-16,3-2 0 0,2 1 0 0,1 1-256 16,0-4 32-16,4 2 0 15,2-1-2224-15,3 2-448 0,3-2-96 0,19-1-16160 0</inkml:trace>
  <inkml:trace contextRef="#ctx0" brushRef="#br0" timeOffset="28393.2">15718 3167 43247 0,'-15'0'1920'0,"9"2"384"0,-1 2-1840 0,7-4-464 0,-5 0 0 0,1 1 0 16,4-1 704-16,0 0 64 0,0 0 0 0,-5 5 0 0,5-5 208 0,-3 5 48 15,3-5 16-15,0 8 0 0,2 0-640 0,-2-8-128 16,5 9-16-16,0-1-16 16,0 0-240-16,2 0 0 0,1-3 0 0,1 3 0 0,0-2 0 0,0 1 0 15,1-4 0-15,1 4 0 0,-1-2-176 0,1 3 176 16,-4-4-160-16,1 2 160 0,-1 2 0 0,-2 0 0 15,-1 0-128-15,-1 1 128 0,-2 0 0 0,-1 0 0 16,-3 0 192-16,-2 2-192 0,-4 1 256 0,0-5-48 16,-2 3-16-16,-4 4-10208 31,0 2-2048-31,4-1-416 0</inkml:trace>
  <inkml:trace contextRef="#ctx0" brushRef="#br0" timeOffset="29109.83">16592 3166 34095 0,'0'0'3024'0,"0"0"-2416"16,0 0-480-16,0 0-128 0,0 0 2320 0,0 0 448 15,-1 8 96-15,-2 2 16 0,1 5-1136 0,-2 3-208 16,1 4-64-16,1 7 0 0,0 5-592 0,1 2-128 16,-1 2-32-16,0 0 0 0,2 0-304 0,-1 1-64 15,1-3-16-15,0-2 0 0,0 0-160 0,1-1-48 16,2-6 0-16,-1-2 0 0,1-4-128 0,0-5 160 15,-2-1-160-15,2-5 160 0,-1-2-160 0,-1 1 0 16,-1-9 0-16,0 0 0 0,0 0 0 0,0 0 0 0,0 0 0 0,6-9 0 16,-1 0 0-16,0-1 0 15,0-4-128-15,3-1 128 0,-1-3 0 0,1-2-176 16,-1-3 176-16,4-4-128 0,-1-1 128 0,3-1-160 0,-1-3 160 0,1 2-160 16,0 0 160-16,0 2-208 15,-1 2 80-15,-2 3 128 0,1 3-192 0,-2 3 192 16,0 5-160-16,-3 6 160 0,-6 6-176 0,8 5 176 15,-1 3-192-15,-1 8 192 0,0 2 0 0,-1 4 0 16,-1 3 160-16,0 3-32 0,1 5 0 0,1 1 0 0,2 1 0 16,0-4 0-16,1-1-128 0,0-1 0 0,0-7 128 0,0-1-128 15,2-4 128-15,-1-1-128 0,1-6 128 0,-1-2-128 16,-1-3 0-16,2-2 0 0,0-3-160 0,1-3 160 16,0-2 0-16,1-3 0 0,0-2 0 0,0-5 0 15,-1 0 160-15,-1-5-16 0,3-1 0 0,-1-6 0 16,0-2-144-16,-3 3 0 0,0 0 0 15,0 3 0-15,-3-3 192 0,-1 1-192 0,0 3 192 16,-1 1-960-16,1 1-192 0,-3 2-48 0,0 4 0 16,-2 1-2096-16,-2 1-416 0,-3 0-96 0</inkml:trace>
  <inkml:trace contextRef="#ctx0" brushRef="#br0" timeOffset="29344.21">16412 3105 42383 0,'0'0'1872'0,"-5"-2"400"0,-1-1-1824 0,6 3-448 16,0 0 0-16,0 0 0 0,0 0 2016 0,0 0 304 0,0 0 64 0,5-4 16 16,5-2-1728-16,3 2-352 15,4-3-64-15,4 0 0 0,1 1-256 0,4-2 0 16,4 0 0-16,3 0-160 15,2-1-1136-15,0 0-240 0,1 0-32 0,0 1-12784 16,3-1-2560-16</inkml:trace>
  <inkml:trace contextRef="#ctx0" brushRef="#br0" timeOffset="29477.06">17199 3029 12895 0,'0'0'1152'0,"0"0"-928"0,0 0-224 0,0 0 0 16,0 0 6720-16,10 0 1280 0,2-1 272 0,0 0 48 15,-1 1-5664-15,1 0-1136 0,-3 0-240 0,3-3-32 16,0 2-480-16,-1-2-80 0,1 0-32 0,1 1 0 15,1 0-880-15,1 2-176 0,-1 0-48 0,0 0 0 16,2 0-2752-16,1 0-576 0,14-3-96 16,1-4-13600-16</inkml:trace>
  <inkml:trace contextRef="#ctx0" brushRef="#br0" timeOffset="30678.71">17910 3401 36863 0,'0'0'1632'0,"0"0"336"0,0 0-1584 0,0 0-384 16,0 0 0-16,0 0 0 0,0 0 2576 0,0 0 432 16,0 0 96-16,8 1 16 0,1-2-1952 0,3-1-384 15,2 1-80-15,2 1 0 0,1-4-576 0,3 2-128 16,-1-4 0-16,3 1 0 16,3 0-1328-16,1 1-288 0,2 0-64 0,0 1-12288 15,2 1-2464-15</inkml:trace>
  <inkml:trace contextRef="#ctx0" brushRef="#br0" timeOffset="30832.43">17933 3544 46367 0,'-13'0'2048'0,"7"0"432"0,1 1-1984 0,5-1-496 0,0 0 0 16,0 0 0-16,0 0 288 0,0 0-32 16,0 0-16-16,0 0 0 0,11-1 64 0,4 0 16 0,3-2 0 0,6-2 0 31,3-2-1680-31,6 0-336 0,3-3-64 0,7 3-11504 15,6 0-2304-15</inkml:trace>
  <inkml:trace contextRef="#ctx0" brushRef="#br0" timeOffset="31162.38">19200 2759 47919 0,'-14'-8'2112'0,"7"5"448"0,-2 0-2048 0,-2 0-512 0,1 1 0 0,1 0 0 16,-2-2 512-16,1 3 0 0,0 0 0 0,-1 2 0 0,1 2 128 0,-1 2 32 16,0 2 0-16,-1 3 0 0,1 3-336 0,1 4-64 15,1 2-16-15,0 5 0 0,0-1-128 0,1 5-128 16,1 4 192-16,2 8-192 0,0 1 176 0,1 5-176 16,0 1 160-16,3 4-160 0,-2 5 0 0,0 2 128 15,1 0-128-15,1 0 0 0,1 2 0 16,1 2 0-16,-1-2 0 0,-1 0 0 0,-1 0 128 0,1 1-128 15,0-4 0-15,-2-1 0 0,0-5 128 0,0 1-128 16,-3-7 0-16,1-1 144 0,-3 0-144 0,-1-5 0 16,-1-2 0-16,-1-5 0 0,-2 0 0 0,0-4 0 15,0-3-192-15,0-3 192 16,-1-2-1008-16,2-3-80 0,2-3 0 0,1-1-16 16,-2-4-1792-16,2-2-368 0,2-5-64 0,7-2 0 0</inkml:trace>
  <inkml:trace contextRef="#ctx0" brushRef="#br0" timeOffset="31528.82">19519 3161 20271 0,'0'0'896'0,"0"0"192"0,-5 5-880 0,0-1-208 16,1 5 0-16,0 0 0 0,0 6 5904 0,0 1 1136 16,-1 8 240-16,0 2 32 0,-2 4-4624 0,1 3-912 15,-1 3-192-15,2 1-48 0,1 0-944 0,0 5-192 16,0-4-32-16,2 0-16 0,-1-3-224 0,2-1-128 15,-1-2 128-15,1 0-128 0,1-6 0 0,0 1 0 16,0-2 0-16,0-4-192 16,-1-4-320-16,0-4-64 0,-1-3 0 0,1-2-16 15,1-1-1520-15,1-1-320 0,-1-6-48 0,0 0-16 16,0 0-896-16,-5-8-176 0,1-3-32 0,0-4-11568 0</inkml:trace>
  <inkml:trace contextRef="#ctx0" brushRef="#br0" timeOffset="31794.9">19433 3219 18431 0,'-8'-15'1632'0,"6"8"-1312"16,-2 1-320-16,3-1 0 0,2 2 5584 0,1-1 1056 16,2-1 208-16,3-2 32 0,-1 1-4464 0,2 2-896 15,1-1-176-15,2 1-48 0,-1-1-336 0,2 0-80 16,1 4-16-16,3 0 0 0,-1-1-352 0,2 1-80 0,0 1-16 0,1 1 0 16,2 1-224-16,0 0-64 15,-1 0 0-15,2 0 0 0,-1 1-128 0,-2 1 0 0,-1 1 0 0,-3 1 0 16,0 4 0-16,-2 1 0 0,-3 1 0 0,-1 1 0 15,-4 0 0-15,-1 3 0 0,-2-3 128 0,-2 5-128 16,-3 1 0-16,-3 0 128 0,-2 1-128 0,-3-2 128 16,1-1-128-16,-4 1 0 0,0-2 144 0,-2 2-144 15,-2 0 0-15,1-2 0 0,-1 2 0 0,-1-5-128 16,0 2-704-16,2-1-144 0,3-3-32 0,0 2 0 16,5 0-1824-16,1 1-368 0,1-4-80 0</inkml:trace>
  <inkml:trace contextRef="#ctx0" brushRef="#br0" timeOffset="32697.06">20098 3611 20271 0,'0'0'1792'0,"0"0"-1424"0,0 0-368 0,3-4 0 15,1-3 3328-15,0 1 576 0,-2-2 128 0,1 1 32 16,-3-1-1632-16,0 2-320 0,0-2-64 0,-2 0 0 16,1-1-592-16,-3 3-112 0,0-3-32 0,0 1 0 15,-1 2-320-15,-3 4-64 0,-2 2-16 0,-3 4 0 16,-1 4-240-16,-3-1-48 0,-3 3-16 0,-1 4 0 15,0 2-288-15,0 2-48 0,1 3-16 0,0-3 0 16,3 1-112-16,3-2-16 0,2-2-128 0,4-1 192 0,3 0-352 16,1-2-80-16,4-3-16 0,4-1 0 15,3-1-1232-15,2-3-256 0,1-3-48 0,3-2-16 16,3-2 624-16,1-2 128 0,0-2 32 0,2-2 0 16,-2 0 64-16,0-3 32 0,-1-1 0 0,1-4 0 0,-2 2 672 0,2-5 128 15,-1-5 128-15,0-1-192 0,-1-2 192 0,2-2 0 16,-1-2 160-16,-1-2-160 0,1-2 224 15,-3-3-48-15,1 0-16 0,1 0 0 0,-2-1 80 0,-1 4 16 16,-3 1 0-16,0 3 0 0,-3 5 480 0,-2 4 96 16,-1 4 32-16,-2 5 0 0,-1 2 384 0,-1 4 80 15,0 4 16-15,1 4 0 0,-6 3-256 0,0 5-64 16,-3 4 0-16,1 6 0 0,-1 8-656 0,-2 3-144 0,1 5-32 16,1 2 0-16,1 2-192 0,1 0 0 15,2-2 128-15,3-1-128 0,2 1 0 0,1-5 0 0,2 0 0 16,0-1 0-1,3-5-592-15,-1-2-16 0,1-2 0 0,1-2 0 16,-1-6-1184-16,1-3-256 0,-1-2-32 0,2-2-16 16,1-2-416-16,1-1-96 0,-1-4-16 0,0-5 0 15,3-3 1088-15,-2-1 192 0,0-3 64 0,2-2 0 16,0-3-528-16,0-4-112 0,1-4 0 0,1-4-16 16,0-5 832-16,1-2 160 0,-1 1 48 0,0-1 0 0,1 2 2240 0,-1 5 448 0,-5 7 80 0,0 0 32 15,0 6 976-15,-2 3 208 16,-3 4 48-16,0 3 0 0,-4 7-240 0,0 0-32 0,0 0-16 0,0 0 0 15,4 11-992-15,-2 3-208 0,1 3-48 0,-2 2 0 16,-1 5-752-16,0 5-144 0,0-2-48 0,1 3 0 16,1-1-304-16,-1-2-64 0,0-2-16 0,1 0 0 15,-1 1-272-15,2-6 160 0,-1 0-160 0,2 0 128 16,-1-3-128-16,1-4 0 0,1 1 0 0,-1-2 128 16,0-6-128-16,0 1 0 0,-4-7 0 0,0 0 0 0,5 1 0 0,-5-1 0 15,0 0 0-15,9-1 0 0,-3-5 0 16,1 0 0-16,-2-3 0 0,2-2 0 0,-1 0 0 0,2-4 0 15,1 0 0-15,2-4 0 0,0-3 0 0,2-4 0 16,2-3 0-16,2-3 0 0,0-6-160 0,2-1 160 16,2-1 0-16,1-2-144 0,0-1 144 0,-1 2 0 15,-3 4 0-15,2 4-128 0,-2 0 128 0,-2 7 0 16,-4 5 0-16,-3 7 0 0,-3 4-176 0,-2 4 176 16,-4 6-208-16,0 0 80 0,0 0-128 0,0 0 0 15,-1 11-16-15,-2 3 0 16,-1 5-2080-16,0 0-400 0,1 3-96 0,-1 0-18720 0</inkml:trace>
  <inkml:trace contextRef="#ctx0" brushRef="#br0" timeOffset="32962.67">20381 3411 49471 0,'-31'-6'2192'0,"19"3"448"0,0 0-2112 0,2 2-528 0,2-2 0 0,1 2 0 16,7 1 1152-16,0 0 112 0,0 0 16 0,0 0 16 0,7-5-336 0,2 1-80 15,5 0-16-15,5-1 0 16,2-2-608-16,2 1-112 0,2-2-16 0,2 0-128 16,2-1 128-16,1 0-128 0,0-1 0 0,2-1 0 0,2 1 0 0,2 1 0 15,-1-3 0-15,1 3 0 0,1 1-304 0,-1 0-64 16,-1 2-16-16,1-1 0 15,-1 1-1904-15,1 0-384 0,1 1-80 0</inkml:trace>
  <inkml:trace contextRef="#ctx0" brushRef="#br0" timeOffset="35413.72">10736 2051 23039 0,'0'0'1024'0,"0"0"192"0,0 0-960 0,0 0-256 0,-4-6 0 0,0 1 0 0,4 5 1744 0,0 0 304 16,0 0 64-16,-2-7 16 0,-1-1 304 0,0 2 64 15,1 1 16-15,-1-2 0 16,2 0-944-16,-2 0-192 0,-2 0-32 0,0-5-16 0,0 3-1072 16,-2 1-256-16,2 1 0 0,0-2 1264 0,-3 2 192 15,0 0 32-15,0 0 16 0,0-4-1040 0,-2 1-208 16,1 1-32-16,-2-3-16 0,0 2-208 0,-2-2 0 15,1 0 0-15,-5-4 0 0,0 1 0 16,0-1 0-16,1-1 0 0,2 0 0 0,-2 0 128 16,2 2-128-16,1-4 0 0,-1 2 0 0,2 3 0 15,2-3 0-15,-3 1 0 0,3 3 0 0,5 3 0 16,1-6-10016 15,-1 2-2016-31,5-7-384 0</inkml:trace>
  <inkml:trace contextRef="#ctx0" brushRef="#br0" timeOffset="36817.12">10469 1887 13583 0,'0'0'592'0,"0"0"144"0,0 0-592 0,0 0-144 16,0 0 0-16,-3-4 0 0,1-1 944 0,-1 0 144 16,-1 0 48-16,2-1 0 0,-2-2 1504 0,0 1 304 15,1-2 64-15,2-1 16 0,-3 4-208 0,3-1-64 16,-1 2 0-16,0-1 0 16,-1 2-512-16,3 4-128 0,-3-7 0 0,3 7-16 0,0 0-448 0,0 0-96 15,0 0-16-15,0 0 0 0,0 0-464 0,-2 7-112 16,-1 3 0-16,1-1-16 0,0 6-592 0,0-1-112 15,-1 6-32-15,2 3 0 0,-1 6-208 0,1 1 144 16,-1 0-144-16,0 4 128 0,1 1-128 0,1-1 0 16,0-2 0-16,1 0 128 0,-1-1-128 0,2-1 0 15,0 0 0-15,1-7 0 0,-1-3 0 0,1-2 0 16,-2 0 128-16,2-5-128 0,-2-2 0 0,1-2 0 16,-1 1 144-16,-1-10-144 0,0 0 0 0,0 0 0 15,0 0 0-15,0 0 128 0,0 0-128 0,0 0 0 0,0 0 0 0,0 0 0 16,-1-6 0-16,-1-1 0 15,0-4 0-15,-1-4 0 0,0-2 0 0,1-5 0 16,-1-3 0-16,2-3-128 0,0-6 0 0,1-3 0 16,-2-6 0-16,5-4 0 0,1-1-128 0,0 0 0 15,0 2-16-15,0-1 0 0,-1 4 48 0,3 4 16 16,-2 3 0-16,-2 6 0 0,1 4 208 0,-1 5 0 0,1 2 0 0,-2 5 0 16,1 1 0-16,0 3 240 0,1 0-48 0,1 4-16 15,0 2-176-15,-4 4 0 0,6-5 0 16,-6 5 400-16,9-1 48 0,2 1 16 0,-1 1 0 0,2 0-288 0,1 3-176 15,0-1 192-15,1 1-192 0,2-3 160 16,3 3-160-16,1 0 128 0,1 0-128 16,0 0 192-16,2-1-32 0,1 0-16 0,2-2 0 15,2-1-144-15,4-1 0 0,-1 1 0 0,0 0 128 0,1-3-128 0,-2 2 0 16,-2 0 0-16,1 1 0 0,-2 0-128 0,-1 0 128 16,-2 0 0-16,-3 1 0 0,-3 0-176 15,-1 2 48-15,-1-3 0 0,-3 1 0 16,0 2-1152-16,-3 0-240 0,-1-1-32 0,2 2-14352 15,-1 0-2864-15</inkml:trace>
  <inkml:trace contextRef="#ctx0" brushRef="#br0" timeOffset="37533.23">7610 2741 4607 0,'0'0'400'0,"0"0"-400"16,-7-7 0-16,7 7 0 0,0 0 7328 0,0 0 1376 15,0 0 288-15,0 0 48 0,0 0-5840 0,0 0-1152 16,0 0-256-16,0 0-32 0,9 8 16 0,1 1 0 15,-4 3 0-15,2 4 0 0,-3 1-672 0,-1 5-128 0,3-1-16 0,-2 1-16 16,0 0-432-16,-1 0-64 16,0 2-32-16,-2 1 0 0,1 1-160 0,-2-3-48 0,1 1 0 0,-1 3 0 15,-1-4-80-15,0-3 0 16,0-4-128-16,0-3 192 0,0-13-48 0,1 10-16 16,-1-10 0-16,0 0 0 0,0 0 16 0,0 0 0 0,0 0 0 0,0 0 0 15,0 0-16-15,0 0-128 0,8-6 192 0,-4-1-64 16,0-2-128-16,1 0 128 0,0 0-128 0,3-3 128 15,1-4-128-15,4-2 0 0,2-3 0 16,4 0 0-16,3-1 0 0,2-1 0 0,-1-3 0 0,2-2 0 16,2 1 0-16,2-1 0 0,-2-2 0 0,1 0 0 15,-1 2 0-15,1 0 0 0,-2 2-160 0,0 2 160 16,-1-1-1168-16,1 1-144 0,-2 5-32 16,1 2-22752-16</inkml:trace>
  <inkml:trace contextRef="#ctx0" brushRef="#br0" timeOffset="38199.89">9100 6033 18431 0,'-9'0'816'0,"5"0"160"0,0-3-784 0,-1 2-192 0,5 1 0 0,0 0 0 0,0 0 6208 0,0 0 1216 16,0 0 224-16,0 0 48 0,0 0-5200 0,6 10-1024 16,0 0-224-16,0 0-32 0,-1 0-128 0,3 1 0 15,0-1-16-15,2 3 0 0,1 3-688 0,3-2-128 16,2 2-16-16,1-2-16 0,2 2-224 0,1 0 128 16,2-1-128-16,0 0 0 0,-1-4 0 0,1-2 128 15,2 2-128-15,-1-2 0 0,-2-3 0 0,1 1 176 16,-2-3-176-16,-2 0 160 0,-2-2-160 0,-3 1 0 0,-3 0-160 0,-2-2 160 15,-8-1 0-15,0 0 0 0,0 0 0 0,0 0 0 16,0 0 272-16,-5 6 0 16,-4 2 0-16,-3 0 0 0,-3 1 48 0,-3 0 16 15,0 2 0-15,-2 1 0 0,0 2-144 0,-3 1-16 0,-1 0-16 0,-1 2 0 16,0 1-32-16,3-2-128 0,0-1 192 16,1 0-64-16,1-1-128 0,2-1 0 0,2-4 0 0,1 0-176 31,0 0-256-31,4 1-48 0,2-4-16 0,2-2 0 0,7-4-2080 15,0 0-432-15,0 0-64 0,0 0-32 0</inkml:trace>
  <inkml:trace contextRef="#ctx0" brushRef="#br0" timeOffset="39002.1">12151 4209 34783 0,'0'0'1536'0,"0"0"320"0,0 0-1472 0,0 0-384 15,0 0 0-15,0 0 0 0,0 0 1888 0,-4 7 304 16,-3 0 64-16,-2 4 16 0,-4 0-192 0,-3 4-32 16,1 0-16-16,-1 5 0 0,0 2-960 0,-2 2-192 15,-3 2-48-15,-1 0 0 0,-1 0-128 0,-1-4-16 16,-1 0-16-16,3-1 0 0,0 0-288 0,3-4-48 16,0-1-16-16,5-2 0 0,0-4-192 0,1-1-128 15,2-2 128-15,3-1-128 0,8-6 0 0,0 0 0 16,0 0 0-16,0 0 0 0,0 0 0 0,2-6-240 15,3-2 64-15,3-1 16 0,1-3-96 0,5-2 0 16,2-6-16-16,1-1 0 0,0 2 32 0,1-6 16 0,0-2 0 0,2-1 0 16,-1 0 64-16,0 0 16 15,-4 2 0-15,0 2 0 0,-4 1 144 0,1 5 0 16,-2 4 0-16,0 3 0 0,-5 4 0 0,1 3 0 16,-6 4 0-16,0 0 0 0,0 0 192 0,9 7 112 15,-1 4 16-15,0 1 16 0,0 3-32 0,0 2-16 16,-2 3 0-16,2 2 0 0,1-1-288 0,0 1 160 15,2-1-160-15,-1 0 128 0,1-2-128 0,-1-1 0 0,1-1 0 0,-1-2 0 16,-1-2 0-16,1-2 0 0,0 1 0 0,13 17-2144 31,-6-16-304-31,4 3-64 0</inkml:trace>
  <inkml:trace contextRef="#ctx0" brushRef="#br0" timeOffset="40017.6">22202 3282 13823 0,'-1'-18'1216'0,"0"10"-960"0,1-2-256 0,-2-3 0 0,4-1 7232 0,-1 1 1408 16,2-1 288-16,-1 1 48 0,2 0-6720 0,0 3-1344 15,-3 0-272-15,2 4-48 16,-3 6 752-16,0 0 160 0,0-4 32 0,0 4 0 0,0 0-704 0,0 0-144 15,-7 1-32-15,1 5 0 0,-1-3-144 0,-3 4-16 16,-2-1-16-16,-1 1 0 0,-1 2-176 0,-3 2-48 16,-3 0 0-16,1 1 0 0,-1 1-256 0,1-1 128 15,-2 0-128-15,1 1 144 0,1-4-144 16,2 1 0-16,1 1 0 0,3-1 0 0,1 0 0 0,2 0 0 16,2-1 0-16,3 1 0 0,1-2 0 0,3 1 0 15,1-9 0-15,1 9 0 0,0-1 0 0,2 0 0 16,3-2 0-16,4 0 0 15,1 0-416-15,2 1-32 0,2 0 0 0,0-1 0 0,1-2 736 0,1-2 144 16,1-1 16-16,2 1 16 16,1-1-848-16,-1 0-192 0,3-1-16 0,-1 0-16 15,1-2-1984-15,2-1-400 0,2 1-80 0,5-2 0 0</inkml:trace>
  <inkml:trace contextRef="#ctx0" brushRef="#br0" timeOffset="40336.16">22745 3089 13823 0,'0'0'1216'0,"0"0"-960"0,-7-6-256 0,-1 0 0 16,2 2 7808-16,-1 2 1504 0,7 2 304 0,-8 0 64 15,1 1-6800-15,-2 3-1376 0,-2 1-272 0,-1 3-48 0,-1 3-160 0,-1 3-48 16,0 5 0-16,-2 5 0 16,-2 3-480-16,-1 6-112 0,0 3 0 0,1 1-16 0,-2-1-160 0,3 1-16 15,3-5-16-15,3 0 0 16,5-4-176-16,2 1 160 0,5-4-160 0,3 0 160 15,4-2-448-15,4-5-96 0,2-2 0 0,3 0-16 16,4-6 576-16,1-2 112 0,3-3 32 0,1-4 0 0,3-4-320 0,1-4-144 16,0-3 16-16,0-1 0 0,-2-4 0 0,1 0 0 15,0 2 0-15,-2-6 0 0,-1-1-96 0,-3-1-16 16,-3-1 0-16,-4 1 0 0,-2-2 240 0,-5-1 0 16,-2 1 0-16,-5-2-144 0,-3 0 144 0,-3 0 0 15,-4 1 0-15,-2 0 0 0,-3 2 0 0,-3 1 0 16,0 0-192-16,-3 3 64 15,-2 0-1104-15,0 3-224 0,-1 2-32 0,1 3-22000 0</inkml:trace>
  <inkml:trace contextRef="#ctx0" brushRef="#br0" timeOffset="41185.03">23964 3042 42783 0,'-3'-15'1904'0,"2"9"384"0,-1 2-1840 0,2 4-448 0,0 0 0 0,0 0 0 16,0 0 976-16,0 0 112 0,0 0 0 0,0 0 16 15,2 12 208-15,-1 5 32 0,-1 7 16 0,0 3 0 16,-1 2-656-16,-1 3-128 0,0 2-16 0,-1 4-16 16,-2 1-128-16,1 0-32 0,0-2 0 0,2-5 0 15,0-3-160-15,0-3-32 0,-2-1-16 0,1-3 0 16,2-3-176-16,-2-2 160 0,-1-4-160 0,2-2 160 15,2-1-160-15,-2-2 192 0,2-8-192 0,0 0 192 16,0 0-192-16,0 0 0 0,0 0 144 0,0 0-144 16,-1-9 0-16,1 0 0 0,3 0 0 0,1 0 0 15,0-6 0-15,2 2-192 0,2 0 192 0,2 0-192 0,3 0 192 0,2 0-128 16,0 0 128-16,4 3-128 0,-1-1 128 0,1 3 0 16,4 1 0-16,-1 0 0 0,1 2 0 0,-1 1 0 15,-1 3 0-15,-1-2 0 0,-2 6 0 0,-2-1 0 16,-2 5 0-16,-1 1 0 0,-1-1 0 0,-2 5 0 15,-3-1 0-15,-2 2 0 0,-1 2 0 0,-3 2 0 16,-3 3 0-16,-4-1 0 0,-2 2 0 0,-1-1 128 16,-2-1-128-16,-5 2 176 0,-1 0-32 0,-5 0 0 15,-2 0 0-15,0-4 0 0,-1 0-16 0,0-2 0 16,2 0 0-16,-1-4 0 0,1 0-128 0,2-2 0 16,0-1 0-16,1-6-176 15,2 2-976-15,5-2-208 0,1-4-48 0,3 0 0 16,3-1-2880-16,6 3-592 0</inkml:trace>
  <inkml:trace contextRef="#ctx0" brushRef="#br0" timeOffset="41772.61">24429 3641 37775 0,'0'0'1664'0,"-4"5"368"0,-1-1-1632 0,1 2-400 16,4-6 0-16,-1 4 0 0,1-4 2208 0,0 0 352 15,0 0 80-15,0 0 16 0,0 0-768 0,0 0-160 16,0 0-16-16,6-4-16 0,3-1-1104 0,0-2-208 16,-1-3-64-16,1-2 0 0,4-1-160 0,-1 2-32 15,1-2-128-15,2-2 192 0,-1-2-192 0,0 0 0 0,-1 2 0 16,-1-4 0-16,0 5 0 0,-2-3 0 0,1 0 0 0,-2-1 0 16,-3 4 0-16,-1 1 176 0,-1 2-176 0,-1 1 160 15,-3 2-160-15,0 8 0 0,0 0 0 0,-7 0 0 16,-2 2 144-16,-1 6 0 0,-3 4 0 0,0 4 0 0,-1-1-144 0,-2 6 160 15,0 0-160-15,3 2 160 0,1 4-160 0,3-3 0 16,0 1 0-16,3-1 0 31,0-4-384-31,5 0-96 0,2 1-32 0,3-4 0 0,6 0-1216 0,0-7-256 0,3 1-64 0,4-5 0 16,4-2-976-16,4-1-208 0,1-6-32 0,2 2-8656 16,4-5-1728-16</inkml:trace>
  <inkml:trace contextRef="#ctx0" brushRef="#br0" timeOffset="43119.83">25004 3454 23951 0,'0'-6'2128'0,"-3"-1"-1696"16,-1 1-432-16,-1 2 0 0,-1 1 4880 0,-1 0 896 16,1 5 176-16,-3 0 48 0,-2 2-2944 0,-2 0-592 15,1 3-112-15,-1 1-32 0,0 1-1152 0,-1 2-224 16,0 2-48-16,-2 3-16 0,-1 0-496 0,0 1-80 16,1-2-32-16,2 4 0 0,1-1-272 0,3 3 0 15,2-6 0-15,3 2 0 0,1-1 144 0,4-2-144 16,2-1 0-16,5 0 144 15,2-1-912-15,4-3-192 0,1-1-48 0,3 0 0 16,3-4-544-16,1-3-112 0,0-2-32 0,2-2 0 16,4 1-1216-16,-1-2-240 0,1 0-48 0,0-5-16 15,2-2 1264-15,-2 1 256 0,0-6 48 0,1 3 16 16,-1-1 512-16,0-2 96 0,0-1 32 0,-4 0 0 0,-2-2 1744 0,-3-1 336 0,-2 0 80 16,-3 1 16-16,-4 1 912 0,-1 1 176 0,-3 1 32 0,-1 4 16 15,-3 2-160-15,-1 2-48 0,-4-1 0 0,-1 5 0 16,-3 4-512-16,-1 3-128 0,-3 2 0 0,-2 1-16 15,-4 1-624-15,-2 1-128 0,-1 5-32 0,-1 2 0 16,0 2-304-16,0 2-64 0,0 0-16 0,2 1 0 0,2 1-112 0,2-1-32 16,3 1 0-16,3 0 0 0,3-5-144 0,3-1 0 15,3 0 0-15,4-2-176 0,2-1-160 0,3-3-48 16,1-3 0-16,3-1 0 16,3-1-176-16,1-2-32 15,0-4-16-15,2 0 0 0,3-3-64 0,-1-1-16 0,1 1 0 0,0-3 0 0,-3-2 288 0,1 1 48 16,-2-4 16-16,-2-3 0 0,1-1 336 0,-2 0 0 15,1 0 0-15,-4 0 0 0,0-1 160 0,-2 4 0 16,0-2 0-16,-2 3 0 0,-2 0 304 0,-1 2 64 16,-3 2 16-16,0 2 0 0,-1 7 160 0,0 0 16 15,0 0 16-15,0 0 0 0,-6 3-256 0,1 4-48 16,-2 2-16-16,1 4 0 0,-2-1-192 0,1 4-32 16,1-1-16-16,0 2 0 0,1 0-176 0,1 0 160 15,2-1-160-15,2-2 160 0,-2 0-160 0,4 1 0 16,0-2 0-16,2-4 0 0,3 0 0 0,1-1-144 0,-1-3 144 15,3 0-208-15,-1-3 0 0,1 0 0 0,1-2 0 0,0-1 0 16,-2-2 32-16,2-3 16 0,-1-1 0 0,1 1 0 16,-1-5 160-16,1-1-192 15,-2-1 192-15,1-1-192 0,2-2 192 0,0 0 0 0,-2-3 0 0,-1 1 0 16,0 0 0-16,-1 2 0 0,-1 0 0 0,-1 5 0 16,-1 2 0-16,-1 2 0 0,-2 1 128 0,-2 6-128 15,0 0 304-15,0 0-16 0,-3 7 0 0,0 3 0 0,1 1-64 16,-4 4-16-16,3 0 0 0,-1 2 0 0,-2 0-208 15,3 0 144-15,1 0-144 0,1 0 128 16,1-1-128-16,0-2 0 0,1-1 0 0,2 0 0 0,1-3 0 0,1 0 0 16,1-4 0-16,2-1 0 0,1-1-176 0,2 0 48 15,-1-3 0-15,1-1 0 0,0-2-32 0,1 1 0 16,-1-5 0-16,0 1 0 0,1-1 160 0,-2-1-208 16,0-3 80-16,0-1 128 0,2 1-128 0,0-3 128 15,-1-2 0-15,1 0 0 0,0-2 0 0,-1 1 0 16,0-2 0-16,-1 0 0 0,1 1 0 0,-2 1 0 15,0 3 0-15,-2 3 0 0,-2 2 0 0,-3 1 0 16,-2 7 0-16,0 0 0 0,0 0 208 0,0 0-32 16,0 0-16-16,0 12 0 0,0 1-16 0,-1 1 0 15,0 2 0-15,-1 0 0 0,0 1-144 0,1-3 0 16,-1 2 0-16,2-1 0 0,3 1 0 0,1-2 0 16,1-2 0-16,-1 0 0 0,0-6 0 0,1 2 0 15,2-1 0-15,0-4 0 0,1 3-192 0,1-6 192 16,0 0-160-16,1-4 160 0,0 2-272 0,0-1 32 15,1-4 16-15,-1-1 0 0,1-2-64 0,-1 1-16 0,1-3 0 16,-1 0 0-16,0-1 112 0,1 0 0 16,-2 0 16-16,1-1 0 0,1-1 176 0,-1 1-128 0,-1-2 128 0,2 3-128 15,1 2 128-15,-2 4 0 0,-1 1 0 0,-1-1-128 16,0 2 128-16,0 1 0 0,-2 3 0 0,2 1-128 16,-8 0 128-16,9 4 0 0,0-1 0 0,-1 3 0 15,0 0 0-15,0 2 0 0,-1-1 0 0,0 2 0 16,-2 1 0-16,0 3 0 0,-1 2 0 0,0 0 0 15,-1-2 0-15,-2-1-192 0,0 2 192 0,-2 1-192 16,0-1 192-16,0 0 0 0,-1-2 0 0,1-2-128 16,0 2 128-16,-1-4 0 0,2 0 0 0,0-2 0 15,0-6 0-15,0 0 0 0,0 0 128 0,4 6-128 0,1-4 0 0,1 1 144 16,-6-3-144-16,10-2 0 0,2 0 144 0,3-1-144 16,0-3 0-16,2-1 144 0,1 1-144 0,2-3 128 15,0-2-128-15,0-2 128 0,-2-3-128 0,3 0 0 16,0-4 0-16,-2-1 0 0,-2-1 0 0,0 0 0 15,-1-3 0-15,-2 4 0 0,-1-2 0 0,-1 3 0 16,0-1 0-16,-3 6 0 0,-2-1 144 0,-2 4 0 16,-3 3 0-16,0 3 0 0,-4 0 176 0,-2 5 16 15,-1-3 16-15,-1 8 0 0,-2 3 32 0,-1-1 0 16,-2 6 0-16,1 1 0 0,-1 0-176 0,1 1-16 16,0 2-16-16,0 2 0 0,3-2-176 0,1 1 0 15,4 1 0-15,2-1 128 0,1-4-128 0,3 0 0 16,1 0 0-16,3-1-176 0,1-2-144 0,2 1-16 15,2-4-16-15,2 1 0 16,6 1-752-16,1-2-160 0,3-2-16 0,1-2-16 16,2-2-896-16,0 2-176 0,1-3-48 0,2-3-18128 0</inkml:trace>
  <inkml:trace contextRef="#ctx0" brushRef="#br0" timeOffset="43754.26">27226 3492 20271 0,'0'0'1792'0,"0"0"-1424"0,-4-5-368 0,1-2 0 0,2 1 5632 0,-2 0 1072 15,-1 1 208-15,4 5 32 0,-6 0-4208 0,-3 2-848 16,-3 0-160-16,0 2-48 0,2-1-592 0,-1 2-112 16,-1 1-16-16,2 4-16 0,1-3-592 0,2 2-112 15,0 2-32-15,3 1 0 0,0-5-208 0,2 1 0 16,1 0 0-16,2-1 0 0,2-1 0 0,4 1-240 16,-7-7 80-16,10 4 16 0,-1-2-144 0,4 1-32 15,3-3 0-15,-2-1 0 0,-3-1-16 0,-1 0-16 16,3-2 0-16,0-2 0 0,-1 1 16 0,0-3 0 15,-1-2 0-15,0 0 0 0,-1-1 144 0,1 1 48 16,-1-1 0-16,-1-2 0 0,0-1 144 0,-1 0 0 16,-3-1 0-16,1 2-128 0,-1 1 128 0,-1 1 0 15,-2 2 0-15,0-2 0 0,-2 5 0 0,0 0 144 16,-2 1-16-16,0 3-128 0,2 2 304 0,0 0-48 16,0 0-16-16,-6 5 0 0,6-5-240 0,-3 8 144 15,3-8-144-15,0 0 128 0,2 11-128 0,3 1 0 16,3-1 0-16,3-2-176 0,2-3 176 0,1-1-192 15,6-2 192-15,2 0-192 0,1-1-64 0,2-2 0 0,1-1-16 16,-1-3 0-16,-2 0 48 0,-2-4 16 0,1 0 0 0,-2 1 0 16,-2-4 208-16,0-2 0 0,-1-2 0 0,0-2 0 15,-2-2 128-15,-1 1-128 0,-1-5 144 0,1 0-144 16,-1 0 128-16,0-2-128 0,-1-1 0 0,-3 0 0 16,-1 0 0-16,-1 3 0 0,-2-2 0 0,-1 1 0 15,-2 3 224-15,0 2-48 0,-5-2-16 0,-1 5 0 16,-1 3 208-16,0 5 32 0,-2-1 16 0,-1 5 0 15,0 4-32-15,1 3 0 0,-2 5 0 0,-2 2 0 16,-3 3-96-16,-1 7-32 0,1 6 0 0,-2 1 0 16,-1 5 80-16,1 4 16 0,0 6 0 0,0 2 0 0,2 3 64 0,1 0 16 15,0 0 0-15,0-1 0 0,1 3-112 16,3-2-32-16,1 0 0 0,2 0 0 0,-1-3-160 0,1 1-128 16,3-1 192-16,0 0-48 0,-1-3-144 0,2-3 0 15,-1-2 0-15,3-3 0 0,0-5 0 0,-2-4 0 16,-2-1 0-16,0-2 0 0,0 0 0 0,1-4 0 15,1 0 0-15,-1-5 0 0,0-1 0 0,1 2 0 16,-2-6 0-16,0 1 0 16,0-4-576-16,0 1-128 0,4-5 0 0,-6 1-16336 15,-3-1-3264-15</inkml:trace>
  <inkml:trace contextRef="#ctx0" brushRef="#br0" timeOffset="44849.63">28501 3372 35423 0,'0'0'1568'0,"2"-7"320"0,1-3-1504 0,-2 1-384 0,-2 1 0 0,-2-2 0 16,1 1 1872-16,-4 2 304 0,0 2 64 0,-2 4 16 0,-1 1 272 15,-2 2 48-15,-2 1 16 0,-1 6 0 16,-3 4-1440-16,-1 3-304 0,-2 0-48 0,1 4-16 0,-1 0-352 0,1-1-80 16,0 5-16-16,2-4 0 15,2 3-208-15,2-5-128 0,4 0 160 0,2-1-160 16,3-1-320-16,4-1-144 0,4 0-48 15,3-2 0-15,2-7-1072 0,4 1-208 0,4-1-64 0,5-3 0 16,3-3-1152-16,2-3-224 16,2 1-48-16,1-1-9168 0,1-3-1824 0</inkml:trace>
  <inkml:trace contextRef="#ctx0" brushRef="#br0" timeOffset="45108.95">28687 3474 13823 0,'0'0'608'0,"3"-9"128"0,-2-2-592 0,-1-1-144 16,-1 3 0-16,-2 1 0 0,-1 1 6800 0,-1 0 1328 15,-2 1 272-15,0 3 48 0,-3 3-4944 0,-1 3-1008 16,-1 1-192-16,-1 2-32 0,-3 1-1024 0,1 2-208 15,-1 1-32-15,2 1-16 0,-1-1-528 0,2 2-96 0,2 1-32 0,1 0 0 16,3-2-208-16,1 0-128 0,4 1 160 0,3-5-160 16,3 3 0-16,2-1 0 15,5-1 0-15,2-2-160 0,3 1-96 0,2-3 0 0,0-2-16 0,2-1 0 32,-2-2-176-32,0-3-16 0,0-2-16 0,-2-1 0 15,0 2 48-15,-2-2 16 0,0-2 0 0,-1 0 0 0,-2-1 224 0,-2-2 64 0,-1 0 0 16,-3 3 0-16,-2-1-192 0,-3 1-16 0,-2-1-16 0,0 1 0 15,-2-2-592-15,-1-1-112 0,-1 1-32 0,1 4 0 16,0-2-1280-16,0 1-272 16,-2 1-48-16,2 2-9728 0,5 5-1920 0</inkml:trace>
  <inkml:trace contextRef="#ctx0" brushRef="#br0" timeOffset="45337.41">28913 3356 8287 0,'11'2'736'0,"-11"-2"-592"15,0 0-144-15,0 0 0 0,0 0 6736 0,0 0 1328 16,0 13 256-16,-1 1 48 0,-2-1-4400 0,-2 1-864 15,-1 1-176-15,-1-1-48 0,-1 3-816 0,0 0-160 16,1 0-48-16,0 0 0 0,1-1-1088 0,3-5-240 16,0 1-32-16,2 0-16 0,1-2-336 0,1-1-144 15,2-1 128-15,2 0-128 0,3-3 0 0,1-1 0 16,2-1 0-16,2-2-176 0,0-1-48 0,1-1-16 16,2-3 0-16,1 1 0 0,-2-3-64 0,1 2-16 15,-2-4 0-15,1 0 0 16,-5-2-64-16,0-1-32 0,0 1 0 0,-3 1 0 15,-1-3-592-15,-1 0-112 0,0 2-32 0,-1-3 0 16,-3-4-1728-16,2 1-336 0,1-3-80 0</inkml:trace>
  <inkml:trace contextRef="#ctx0" brushRef="#br0" timeOffset="45888.29">29223 3358 42383 0,'0'0'1872'0,"0"0"400"0,0 0-1824 0,-3 10-448 0,1 2 0 0,-1 2 0 16,0 3 1424-16,1-1 192 0,-1 1 48 0,2 0 0 15,-2 0 80-15,2-3 32 0,1 2 0 0,0-1 0 16,0-2-1168-16,0 2-224 0,1-5-64 0,1-1 0 16,-1-1-192-16,1-1-128 0,2-1 160 0,-4-6-160 15,0 0 0-15,0 0 0 0,0 0 0 0,7 3 0 16,-7-3-176-16,8-3-80 0,-2-3 0 0,2-1-16 0,-1-1-64 0,-1-1-16 16,1-1 0-16,-1-2 0 0,-1 0 48 0,2-1 16 15,-1-1 0-15,2-2 0 0,0-1 160 0,0 0 128 16,0 0-192-16,0 2 192 0,-1 2 0 15,0 0-128-15,-2 2 128 0,0 5 0 0,-1-1 0 16,-4 7 0-16,0 0 0 0,0 0 0 0,3 9 0 0,-2 2 224 16,0 0-16-16,1 2 0 0,-1 0 0 0,2 0 0 15,-1 1 0-15,2-1 0 0,0 2-208 0,3 0 176 16,0-4-176-16,3 0 160 0,0-1-160 0,2-3 0 16,2-3 0-16,2-2 0 0,1 1-304 0,2-2 64 15,3-1 16-15,1-4 0 0,-3-1-16 0,3-3 0 16,-1-2 0-16,-1-2 0 0,-2 0 48 0,1-1 16 15,-2 0 0-15,-1-4 0 0,-1-2 176 0,-2-1-192 16,-1-6 192-16,-3 0-192 0,1-1 192 0,-2 1-128 16,0-2 128-16,0 2-128 0,-1-3 128 0,-2 2 128 15,-2 0-128-15,0 2 176 0,-1 1 96 0,-1 4 32 16,-2 1 0-16,0 6 0 0,-2 3 96 0,-1 5 32 16,1 2 0-16,2 3 0 0,-6 4-112 0,1 5 0 0,-1 4-16 0,1 4 0 15,-2-1-304-15,2 6 128 0,0 1-128 0,-1 3 0 16,1 3 0-16,1 2 0 0,0 1 0 0,0-1 0 15,0-1 0-15,2 0 0 16,-1-1 0-16,2-2 0 0,0-4-1008 16,-1-2-144-16,1 3-48 0,0-5 0 0,-1 0-784 0,1-3-176 15,1 0-16-15,-1-3-16 0,0-4-944 0,-1-2-176 0,0-2-32 16,-6-5-12416-16</inkml:trace>
  <inkml:trace contextRef="#ctx0" brushRef="#br0" timeOffset="46205.46">29605 3423 3679 0,'0'0'320'0,"0"0"-320"15,-11 1 0-15,5-2 0 0,6 1 8768 0,0 0 1664 16,0 0 352-16,0 0 64 0,0 0-6784 0,0 0-1360 16,6 0-272-16,5 1-48 0,-1-1-1056 0,3 0-224 15,0 0-32-15,4 0-16 0,2-1-544 0,-1 0-128 16,1-1 0-16,2 0-16 0,0-2-160 0,3-1-16 16,0 1-16-16,1-3 0 0,-1-1-176 0,0 0 0 15,2 1 0-15,-1-3 128 0,0 1-128 0,-3 2 0 16,0-1-192-16,-1 0 192 0,-1 1-288 0,-5 1 64 15,-3-1 16-15,-3 3 0 0,-9 4-16 0,0 0 0 16,0 0 0-16,0 0 0 0,0 0 224 0,-6 7 0 16,-5 2 0-16,-1 4 0 0,-1 0 0 0,-1 4 0 0,-2-1 208 0,0 1-64 15,1-3-144-15,2 0 128 16,1 2-128-16,2-2 128 0,1 2-128 16,4 0 0-16,1-3 0 0,2 0 0 0,4-3-208 0,2-1 16 0,1-2 16 0,3-1 0 31,2 0-832-31,1 0-160 0,3-2-48 0,2-1 0 15,2-3-1152-15,1 2-256 0,1-2-32 0,2-2-10784 0,1-1-2176 0</inkml:trace>
  <inkml:trace contextRef="#ctx0" brushRef="#br0" timeOffset="46472.19">30274 3319 17503 0,'0'0'768'0,"0"0"176"0,-6-3-752 0,2 2-192 0,4 1 0 0,0 0 0 16,0 0 7168-16,-3 6 1392 0,3-6 272 0,-3 13 64 0,0-1-5888 0,1 1-1168 15,0 3-240-15,2 1-64 16,0-2-672-16,0 2-144 0,2 0-16 0,-1-3-16 0,2-1-368 0,-1-1-80 15,1 1-16-15,-1-2 0 0,1-2-224 0,0-1 144 16,-1-1-144-16,-2-7 128 0,0 0-128 0,0 0 192 16,0 0-192-16,0 0 192 0,0 0-144 0,0 0-48 15,0 0 0-15,7-5 0 0,-2-1 0 0,0-1 0 16,0 1 0-16,-1-3 0 0,0-2 0 0,0-1 0 16,1-1 0-16,2 2 0 0,-1-5 0 0,2 2 0 15,0-2 0-15,3-1 0 0,0 0 0 0,2 0 0 16,0 0 0-16,2 3 0 0,-1 1 0 0,2 1 0 15,-1-1 0-15,2 0 0 0,0 3-160 0,-1 0 32 16,-2 1 0-16,2 3-17264 0,-1-1-3440 0</inkml:trace>
  <inkml:trace contextRef="#ctx0" brushRef="#br0" timeOffset="49811.45">5951 4260 11055 0,'0'0'480'15,"0"0"112"-15,0 0-464 0,0 0-128 0,0 0 0 0,0 0 0 0,0 0 3072 0,0 0 608 16,0 0 112-16,15 1 32 0,-1 2-2992 0,-1-1-608 16,2-2-224-16,7 0 176 15,-3 0-1616-15,3-5-320 0</inkml:trace>
  <inkml:trace contextRef="#ctx0" brushRef="#br0" timeOffset="49926.73">6778 4165 17727 0,'13'2'784'0,"-4"0"176"0,6-1-768 0,1 0-192 16,5-1 0-16,4 0-5232 15,0-1-1072-15</inkml:trace>
  <inkml:trace contextRef="#ctx0" brushRef="#br0" timeOffset="50041.16">7610 4122 9215 0,'0'0'816'0,"0"0"-656"0,0 0-160 0,14 0 0 16,3 0 2992-16,1 1 560 0,1 0 112 0,3-1-8608 16,1-1-1728-1</inkml:trace>
  <inkml:trace contextRef="#ctx0" brushRef="#br0" timeOffset="50142.08">8303 4017 4607 0,'20'-2'400'0,"3"-2"-400"0,5 1 0 0,2 1 0 16,1 0 2944-16,2-2 496 0,-1 3 96 0,1 0 32 0,-1 1-2464 0,0 0-480 15,-4 0-112-15,1 0-5968 16,0 0-1200-16</inkml:trace>
  <inkml:trace contextRef="#ctx0" brushRef="#br0" timeOffset="50259.26">9401 3957 15663 0,'25'2'688'0,"-12"0"144"0,4 2-656 0,2 1-176 16,5 2 0-16,1 1 0 0,-1-2 2560 0,4-3 464 16,-2 1 112-16,1 0 0 0,2 0-2496 0,2-2-496 15,1 0-144-15</inkml:trace>
  <inkml:trace contextRef="#ctx0" brushRef="#br0" timeOffset="50392.88">10846 3943 13823 0,'0'0'1216'0,"10"3"-960"16,2-1-256-16,1 1 0 0,4-3 3712 0,2 4 704 16,5-3 144-16,2 0 32 0,0-2-3632 0,4 0-704 15,0-2-256-15,8 2 144 16,5 0-1216-16,1-1-240 0,0-2-48 0</inkml:trace>
  <inkml:trace contextRef="#ctx0" brushRef="#br0" timeOffset="50642.2">13091 3930 17503 0,'0'0'768'0,"0"0"176"16,10 0-752-16,3 0-192 0,5 0 0 0,3 0 0 0,1 0 3248 0,1 0 608 16,1-1 128-16,5-2 32 0,0-1-3376 0,1 0-640 15,0-2-176-15,1-1-13840 0</inkml:trace>
  <inkml:trace contextRef="#ctx0" brushRef="#br0" timeOffset="63685.17">30842 3372 43311 0,'0'0'1920'0,"0"-4"384"0,0-2-1840 0,0-2-464 0,0 0 0 0,-1 1 0 15,-1 2 1360-15,1 0 176 0,0 1 48 0,-2-2 0 16,1 2-160-16,-4 0-16 0,6 4-16 0,-6-2 0 15,-1 2-688-15,0 4-128 0,-1 4-16 0,-1 3-16 16,-3-2-288-16,0 4-64 0,0 2-16 0,-1 2 0 0,-1 2-176 0,4-1 0 16,0 0 0-16,3-2 0 0,1-1 0 0,4 4 0 15,2-4 0-15,2 0 0 16,2-2-688-16,3-4-112 0,2 0-32 0,1 0 0 16,2-4-656-16,1-1-144 0,3-1-32 0,-1-2 0 15,1-2-1136-15,2-2-224 0,2-3-48 0,-1-1-16 16,0-5-1120-16,0 1-208 0</inkml:trace>
  <inkml:trace contextRef="#ctx0" brushRef="#br0" timeOffset="63850.66">31150 3197 29711 0,'2'-17'1312'0,"-2"17"288"0,0 0-1280 0,-4-6-320 15,-1-1 0-15,5 7 0 0,-5-4 3408 0,-2 4 624 0,0 0 128 0,-1 3 32 16,-1 1-1648-16,1 2-336 16,0 4-64-16,0 0-16 0,0 3-1168 0,1 3-256 15,-1 1-32-15,0 2-16 0,1 2-448 0,0 0-80 16,1 1-128-16,4-1 176 15,-1 1-560-15,2-1-128 0,1-3 0 0,2 2-16 16,4 1-1968-16,-1-4-400 0,3 2-80 0,1-5-17712 0</inkml:trace>
  <inkml:trace contextRef="#ctx0" brushRef="#br0" timeOffset="64501.54">31347 3307 13823 0,'0'0'1216'0,"-3"-4"-960"0,-2-3-256 0,0 3 0 16,-1 3 6704-16,0 1 1296 0,-5 4 256 0,1 1 48 15,-2 3-4704-15,-1 3-928 0,-1 2-192 0,-2 1-48 16,-2 4-1232-16,1 0-256 0,1 1-48 0,3-2-16 0,-1-2-496 0,4 1-112 16,2-2-16-16,3 1 0 0,3-2-256 0,4-3 0 15,-2-10 0-15,7 9 0 0,4-1-416 0,0-1 16 16,1-2 0-16,4-1 0 16,2-4-288-16,0-4-48 0,1 1-16 0,-1-3 0 15,0-1 32-15,-2 1 0 0,-2 0 0 0,0 1 0 16,1-4 16-16,-3 0 0 0,-3-2 0 0,-3 1 0 15,2 4-64-15,-4-4-16 0,0 1 0 0,-2 1 0 16,1 1-1296-16,-3-4-256 0,-1 3-48 0,1 8-16 16,-2-7-1248-16,2 7-256 0,0 0-64 0,0 0 0 15,3-10 1536-15,2 3 320 0,2 0 48 0,2 2 16 16,1 0 784-16,2-1 176 0,0 1 16 0,1 0 16 0,-1 1 2000 0,-1-2 400 16,1-1 64-16,-3 1 32 0,0 0 1904 0,-2 4 384 15,-7 2 80-15,0 0 16 0,4-4 112 0,0 1 32 0,-4 3 0 0,0 0 0 16,-4 5-1296-16,-3 5-256 15,-1 0-48-15,-2 2-16 0,-2 1-1072 16,-1 1-224-16,-1-1-32 0,-1 4-16 0,4-3-480 0,-1 3-80 16,2-2-32-16,0-1 0 0,4-2-288 0,2 2-128 15,0-5 0-15,4 2 128 0,0-11-128 0,7 10-192 16,0-1 32-16,4-2 16 16,2-2-688-16,1-1-128 0,-1-2-16 0,4-3-16 0,2-1-352 15,0-2-80-15,3-2-16 0,-1 0 0 0,3-2-528 16,-2 0-96-16,0-1-32 0,0-1 0 0,3-5 752 0,-3 0 160 15,0-4 32-15,-4 0 0 0,-2-1 112 0,0 1 16 0,-3-3 16 16,-3 2 0-16,-2-3 1008 0,-2 3 384 0,2 1 0 0,-4 2-16 0,-1 1 1200 16,-2 4 240-16,0 3 48 0,-1 0 16 0,0 9 176 0,0 0 16 15,0-7 16-15,-1 5 0 0,0-2-720 0,1 4-144 16,0 0-16-16,0 0-16 0,2 6-496 0,1 4-112 16,-2 1 0-16,1 1-16 0,-2 1-336 0,-2 3-64 15,0 1-16-15,-2 2 0 0,1 5-144 0,1-2 0 16,-2 3 0-16,1-2 128 0,-2-1-128 0,0 0 0 15,1 1 0-15,-1-4 0 16,-1-2-880-16,4 0-96 0,-2-4-32 0,1-1 0 16,3 0-992-16,0-3-208 0,2 0-32 0,1-4-16 15,1 0-2240-15,4-5-448 0</inkml:trace>
  <inkml:trace contextRef="#ctx0" brushRef="#br0" timeOffset="64718.95">31974 3346 33055 0,'2'-14'1472'0,"-2"14"288"0,0-7-1408 0,0 7-352 15,-1-5 0-15,1 5 0 0,-5-1 3168 0,5 1 560 16,-9 1 112-16,-2 4 32 0,-1 2-1712 0,1 3-352 16,-2 0-64-16,-2 3-16 0,-2 1-880 0,2 1-176 0,-1 2-32 0,3 0-16 15,0 0-128-15,1 0-32 0,2 0 0 0,2 1 0 16,2-2-464-16,3-2-128 0,2-1-16 0,3-2 0 16,1-4-80-16,3 0-16 0,3-1 0 0,2 1 0 31,1-3-192-31,2-1-32 0,2-3-16 0,-1 0 0 15,2-3-352-15,1-1-64 0,-1-1 0 0,2 2-16 0,-1-3-912 16,-1 0-176-16,-4 1-48 0,0 3-11760 0,-1-4-2352 0</inkml:trace>
  <inkml:trace contextRef="#ctx0" brushRef="#br0" timeOffset="65201.34">32103 3346 34383 0,'0'0'1520'0,"0"0"320"0,0 0-1472 0,0 0-368 15,0 0 0-15,0 0 0 0,0 0 2304 0,0 0 384 16,0 0 64-16,0 0 32 0,0 9-608 0,0 1-112 16,0 2-16-16,-2 1-16 0,0 2-912 0,1-2-176 15,-2-2-48-15,2 5 0 0,-2 1-592 0,2 1-128 16,-1 2-32-16,0-2 0 0,2-5-144 0,0 0 0 16,1 0 144-16,2 0-144 0,-1-5 0 0,1 1 0 15,0-2 0-15,-3-7 0 0,0 0 0 0,6 4 0 16,-6-4-160-16,8 2 160 0,-8-2-192 0,9-6 192 15,-1-1-192-15,0 1 192 0,-2-2-144 0,2 0 144 16,-2 0 0-16,1-4-144 0,-2 1 144 0,2-2 0 0,-1-4 0 0,1 4 0 16,-2 0 0-16,0-2 0 0,0 4 0 0,1 0 0 15,-2 2 0-15,-1 1 0 0,0 3 0 0,-3 5 0 16,0 0 0-16,0 0 256 0,0 0-64 0,0 0-16 16,0 9 80-16,0 1 0 0,0 2 16 0,0 1 0 15,0 2-272-15,1-1 128 0,2 0-128 0,0 1 0 16,0-2 0-16,1-2 0 0,2 1 0 0,0-3 0 15,-1 0 0-15,2-2 0 0,1-3 0 0,1-2 0 16,0 0 0-16,1-1 0 0,0-1 0 0,0-1 0 16,0-3 0-16,1-1-144 0,-1-2 144 0,1 1 0 15,-2-4 0-15,0 0 0 0,0-2 0 0,0 1 0 0,-1-1 0 16,0 0-160-16,-2 2 160 0,0-3 0 16,-3-4-304-16,3 4 48 0,-2-3 16 0,-1 3 0 15,0 0-960-15,1 1-192 0,1 2-32 0,0 1-16 16,1 2-1680-16,-1 1-336 0,-1-1-64 0,-4 7-15168 15</inkml:trace>
  <inkml:trace contextRef="#ctx0" brushRef="#br0" timeOffset="65336.95">32614 3316 44575 0,'0'0'976'0,"-2"10"208"0,-1-1 32 0,-3 2 48 0,-1-1-1008 0,-1 5-256 16,0 0 0-16,0 4 0 0,-1-4 1888 0,4 0 336 16,0 0 64-16,1 1 16 0,0 0-1152 0,1-1-208 15,0 1-48-15,3-2-16 0,-1 0-656 0,0 2-224 16,0-5 144-16,2-1-144 15,1 0-656-15,1-2-224 0,-3-8-32 0,5 5-16 16,1 1-2304-16,-6-6-464 0,0 0-80 0</inkml:trace>
  <inkml:trace contextRef="#ctx0" brushRef="#br0" timeOffset="65969.11">32687 3290 35423 0,'-2'-8'1568'0,"2"8"320"0,3-3-1504 0,1 0-384 0,3 0 0 0,-7 3 0 16,0 0 1008-16,0 0 128 0,9-3 16 0,1 1 16 15,-1 0-560-15,3 0-112 0,-2 2-32 0,2 0 0 0,-4 0-464 0,4-2 0 16,2 2 0-16,0 2-160 0,-5 0 448 0,2 0 96 16,-2 2 0-16,-9-4 16 0,0 0 528 0,0 0 96 15,0 0 32-15,7 10 0 0,-4 3 416 0,-3-2 64 16,-1 2 32-16,0-3 0 0,-3-1-320 0,0 0-64 16,0 2-16-16,0-1 0 0,-2-1-608 0,2-1-128 15,1 1-32-15,1 2 0 0,-1-4-176 0,3 1-32 16,3 0-16-16,-1 2 0 0,1 2-176 0,-1 0 0 15,2 0 0-15,2-1-176 0,-1 2 176 0,0 0 0 16,-2-2 0-16,0 2 0 0,0 0 0 0,0 0 0 16,-2-1 0-16,0 0 0 0,-1-2 0 0,0 2 0 15,-1-5 0-15,-2 0 0 0,1-2 0 0,-1 0 128 16,-1 1-128-16,-1-4 128 0,-3 2-128 0,0 0 0 16,1 0 128-16,-5 0-128 0,0 0 144 0,2-3-144 15,-1 0 192-15,2 1-192 0,1-1 0 0,2 0 0 16,6-1 0-16,0 0 0 0,0 0 0 0,0 0 0 15,0 0-128-15,0 0 128 0,0 0 0 0,5-5 0 16,4-3 0-16,3 0-144 0,2 1 144 0,3-5 0 0,1 0-144 0,2-1 144 16,1-2 0-16,1-2 0 0,1-2 0 0,2 0 0 15,0-2 0-15,0 0 0 0,0 0 0 0,-5 6 0 16,3-2 0-16,-3 1 0 0,0 2 0 0,-2-2 0 16,-3 3 0-16,-2 0 0 0,-3 1 0 0,-2 0 0 15,-4 5 0-15,-4 0 0 0,-3 2 0 0,-3 4 0 16,-5-2 224-16,1 6-32 0,-3-2-16 0,-3 4 0 0,-1 3-128 0,0 1-48 15,0 1 0-15,2 2 0 0,0 1 0 16,-2 3 0-16,3-2 0 0,4 3 0 0,3 1 0 16,3-1 0-16,1-1 0 0,5 0 0 0,0-6 0 0,5 3 0 15,1 1 0-15,2-2 0 0,2-3 0 0,2 0 0 16,3-1 0-16,-2-3 0 0,1-1 0 0,3 0 0 16,-1-1 0-16,0 0 0 0,0-2 0 0,1 0 0 15,-1-1 0-15,5-1 0 16,1 0-1024-16,-1-2-160 0,2-1-32 0</inkml:trace>
  <inkml:trace contextRef="#ctx0" brushRef="#br0" timeOffset="68337.3">14968 5685 20271 0,'-29'-13'1792'0,"16"10"-1424"0,-1 1-368 0,0-2 0 0,-2 2 5984 0,4 0 1120 15,2-1 240-15,2 1 32 0,-1 2-5584 0,4 0-1136 16,2 0-208-16,3 0-64 0,0 0 496 0,0 0 80 16,8 0 32-16,5-2 0 0,3 1-592 0,3 1-112 15,2 0-32-15,4 0 0 0,2-3 32 0,3 3 0 16,3-2 0-16,1 0 0 0,-1 0-80 0,4-3-16 16,1 3 0-16,3-2 0 0,4 3-192 0,2 0 0 15,0-2 0-15,1 2 0 16,1 0-576-16,0-2-192 0,-2-2-64 0,18-2 0 15,-9 3-1152-15,-22-1-224 0,-2 0-48 0,-2 2-16 16,3 1-2304-16,-4 0-464 0</inkml:trace>
  <inkml:trace contextRef="#ctx0" brushRef="#br0" timeOffset="68572.17">15853 5521 37263 0,'-15'-2'1648'0,"7"2"336"0,-1 0-1584 0,1-2-400 16,0 0 0-16,0 1 0 0,0 0 1936 0,2 1 304 0,6 0 64 15,-7 1 16-15,2 0-448 0,5-1-80 0,0 0-32 0,0 0 0 16,0 0-976-16,0 0-192 0,3 8-32 0,-3-8-16 15,0 0-368-15,7 7-176 0,4-3 160 0,2 1-160 16,1-1 0-16,2 0 0 0,1-2 0 0,1 1 0 16,0 1 0-16,1-4 0 0,-1 0 0 0,-1 1 0 15,-1 4 0-15,-2-2 0 0,-2 1 0 0,-2 0 0 16,-2 0 0-16,-8-4 0 0,0 0 0 0,2 7 0 0,-2-7 0 16,-1 11 0-16,-5-1 0 0,-4 2 0 15,-3-2 0-15,-2 1 0 0,-2-1 128 0,-3 2-128 16,-2 1-1344-1,0 0-304-15,0 0-64 0</inkml:trace>
  <inkml:trace contextRef="#ctx0" brushRef="#br0" timeOffset="69422.14">16801 5424 18431 0,'-9'-6'1632'0,"9"6"-1312"15,-5-2-320-15,5 2 0 0,-4-4 6208 0,4 4 1184 16,0 0 224-16,0 0 64 0,-3 9-4992 0,1 3-1008 15,-1 1-192-15,0 7-32 0,3 6-448 0,0 5-96 16,-1 6-16-16,1 2 0 0,0 5-400 0,1 2-96 16,1-1-16-16,-1 1 0 0,0-2-112 0,2-1-16 15,1-5-16-15,0-4 0 0,0-7-112 0,-1-3-128 16,1-5 176-16,0-2-176 0,0-4 128 0,0-5-128 16,-4-8 0-16,0 0 0 0,0 0 0 0,0 0 0 15,0 0 0-15,9-2 0 0,0-4 0 0,1 0 0 16,-3-5 0-16,1-2 0 0,0-4 0 0,0-1 0 0,-3-1 0 0,2-2 0 15,0-1 0-15,0-2 0 0,2-2 0 0,1 1 0 16,2-3 0-16,0 2 0 0,1 1 0 0,-1 3 0 16,1 2 0-16,0 6-144 0,-3 3 144 15,1 6 0-15,-2 4 0 0,-1 5-128 16,-1 4 128-16,1 6 0 0,-1 3 0 0,-1 4 0 16,1 2 0-16,-1 2 0 0,2 1 0 0,0-1 0 0,0 1 0 0,1-5 0 15,3-2 0-15,-2-2 0 0,0-1 0 0,1-8 0 16,1-3 0-16,-1-3 0 0,0-2 0 0,-1-2 0 15,2-2 0-15,0-3 0 0,-2 0 0 0,1-5 0 16,0-1 0-16,0-4 0 0,-1 0 0 0,1-1 0 16,-2-2 0-16,0-1 128 0,-1-1-128 0,-1-3 0 15,1-1 0-15,-1 0 0 0,-1-1 0 0,1 1 128 0,-3-3-128 0,1 3 0 16,-1 1 0-16,0 2-128 16,-2-1-768-16,0 1-160 0,-1 3-32 0,0 3-15104 15,-1 3-3040-15</inkml:trace>
  <inkml:trace contextRef="#ctx0" brushRef="#br0" timeOffset="69622.31">16617 5386 51311 0,'0'0'2272'0,"0"0"480"0,0 0-2208 0,0 0-544 16,0 0 0-16,0 0 0 0,5-2 160 0,5-4-160 15,3 1 128-15,2 0-128 0,5 1 128 0,1 0-128 16,2-4 128-16,4 1-128 16,3-1-1552-16,4-1-400 0,3-2-80 0,2 1-18928 0</inkml:trace>
  <inkml:trace contextRef="#ctx0" brushRef="#br0" timeOffset="69754.83">17411 5234 46303 0,'0'0'2048'0,"0"0"432"0,0 0-1984 0,0 0-496 0,8 2 0 0,0 1 0 0,0-2 992 15,-1-1 96-15,3 0 32 0,3 0 0 0,1-1-368 0,4 0-80 16,2-1-16-16,2-2 0 16,0-1-1168-16,3 1-224 0,1 2-48 0,3 3-14352 15,-2 4-2864-15</inkml:trace>
  <inkml:trace contextRef="#ctx0" brushRef="#br0" timeOffset="70321.88">17543 5807 44111 0,'0'0'1952'0,"0"0"416"0,0 0-1904 0,0 0-464 16,0 0 0-16,8 6 0 0,-4 3 1920 0,-1 2 272 15,0 4 64-15,-2 2 16 0,1 1-992 0,-1 2-192 16,-2 0-32-16,1-1-16 0,-2 1-608 0,2-1-128 15,-1-2-32-15,1-2 0 0,-1-2-144 0,1 0-128 16,0-3 144-16,0-1-144 0,0-9 0 0,0 0 128 0,0 0-128 0,0 0 0 16,0 0 0-16,0 0 0 0,0 0 0 0,0 0 0 15,0 0-192-15,0 0 0 0,1-9 16 0,0-1 0 16,3-3-80-16,0-1-32 0,1-2 0 0,2-4 0 16,-1-1 64-16,2 0 16 0,1 0 0 0,2 0 0 15,1 3 208-15,-2 0-192 0,0 2 192 0,0 4-192 0,-1 3 192 0,0 4 0 16,-3 2 0-16,-6 3-144 0,7 2 144 0,-2 1 0 15,-2 5 0-15,1 3 0 16,-2 0 192-16,1 5-48 0,-1 2 0 0,1-1 0 0,0-1-144 0,1 0 0 16,1-2 0-16,1 0 128 0,2 1-128 0,4-2 0 15,0-2 0-15,-1-4 0 0,1-2 0 0,0-2-192 16,1-2 64-16,0-2 128 0,1-2-320 0,0-1 48 16,0-2 16-16,1-2 0 0,1-3 96 0,-1 0 32 15,-1-1 0-15,-3-1 0 0,1 0 128 0,-2 0 0 16,0-3 0-16,-3 2-128 0,-1 1 128 0,0-3 0 15,-1 2 0-15,-2 1 0 0,-2 1 0 0,-1 2 128 16,-1 2-128-16,-2 3 128 0,-1 1-128 0,-1 2 176 16,-3 2-176-16,1 4 192 0,-1 3 0 0,0-1 16 15,-3 5 0-15,1 2 0 0,0 0-16 0,0 1-16 16,1 2 0-16,2 1 0 0,0-2-176 0,3 4 160 16,1-1-160-16,5-1 160 0,-1-5-160 0,3-1 0 15,1 0 0-15,2-2 0 0,1 0 0 0,2-1-144 16,0 0 0-16,1-3 0 15,1-4-2064-15,2 0-416 0,2-1-64 0</inkml:trace>
  <inkml:trace contextRef="#ctx0" brushRef="#br0" timeOffset="71661.52">18295 5631 44751 0,'0'0'1984'0,"0"0"400"0,-3-4-1904 0,0 2-480 0,3 2 0 0,0 0 0 16,0 0 1360-16,0 0 176 15,0 0 48-15,-4 10 0 0,1-2-304 0,-1 6-48 0,0 3-16 0,0 3 0 16,-2 1-800-16,2 2-160 0,0 3-48 0,1-2 0 0,1 3-208 0,-1-1 144 16,2 0-144-16,0-2 128 0,1-3-128 15,0-3 0-15,1-1 0 0,-1-4 0 16,1-3-1008 0,0 1-176-16,1-2-32 0,-2-9-16 0,6 2-2240 0,2 2-448 15,-8-4-96-15</inkml:trace>
  <inkml:trace contextRef="#ctx0" brushRef="#br0" timeOffset="71840.61">18089 5867 48719 0,'0'0'2160'0,"0"0"448"0,0 0-2096 0,0 0-512 16,0 0 0-16,0 0 0 0,9 3 1024 0,2 1 80 16,2-3 32-16,2-1 0 0,4 0-480 0,1-1-80 0,3-2-32 0,3-1 0 15,2-2-320-15,4-1-64 16,-2-1-16-16,2 1 0 15,3-1-912-15,1-3-192 0,-2 2-48 0,-2 0-22560 0</inkml:trace>
  <inkml:trace contextRef="#ctx0" brushRef="#br0" timeOffset="72640.14">19356 5377 19343 0,'0'0'1728'0,"0"0"-1392"16,0 0-336-16,0 0 0 0,0 0 6256 0,0 0 1168 15,0 0 256-15,0 0 32 0,-8 0-4896 0,2 3-960 16,-1 1-208-16,2 0-48 0,0 1-704 0,-2 0-160 16,0 1-32-16,-1 2 0 0,-3 0-304 0,1 3-64 15,0 0-16-15,-1 1 0 0,-1-2-48 0,2 2-16 16,1 1 0-16,0-1 0 0,-2-3-96 0,1 0-32 16,-1 2 0-16,1-2 0 0,0 0 0 0,0 0 0 15,3-2 0-15,-1 2 0 0,1 0-128 0,2 1 0 16,1-2 0-16,3 0 0 0,1-8 0 0,0 0 0 15,5 8 0-15,3-2 0 0,1-1 0 0,3-1 0 16,2 0 0-16,2-1 0 0,1 1 0 0,1-3-272 16,3-1 64-16,1-1 16 15,-3-3-832-15,4 1-144 0,-1-1-48 0,4 3 0 16,0-2-3056-16,0-2-608 0</inkml:trace>
  <inkml:trace contextRef="#ctx0" brushRef="#br0" timeOffset="72976.64">19820 5324 11055 0,'-9'-6'976'0,"9"6"-784"0,-6-2-192 0,1 1 0 0,-1 1 7360 0,6 0 1440 0,-5 1 288 0,-3 1 48 15,2 4-5808-15,-1 0-1152 0,-1 2-224 0,-1 2-48 0,0 5-560 0,-3 3-96 16,1 4-32-16,-2 0 0 0,-3 6-528 0,0-2-112 16,1 2-32-16,0 1 0 0,4 0-224 0,0 1-32 15,3-1-16-15,3-2 0 0,3-2-272 0,2-3 160 16,1-3-160-16,4 0 128 0,3-4-128 0,2 0 0 15,3-4 0-15,4-3 0 0,3-4-240 0,2-3 80 16,4-2 16-16,2-2 0 0,0-3-112 0,1-2 0 16,-2 0-16-16,1-5 0 0,-2-1 16 0,-2-2 16 15,-1 1 0-15,-2-2 0 0,-3 0 240 0,-3-3-192 16,-3 3 192-16,0-2-192 0,-6-1 192 0,-2 1 0 16,-4-2 0-16,-2 0 160 0,-2 0 16 0,-3 0 0 15,-2 0 0-15,-3 2 0 0,-3-1-32 0,-2 3 0 16,-4 2 0-16,-1 0 0 0,-3 2 32 0,0 0 0 15,-1-1 0-15,0 5 0 0,-1 0-176 0,2 2-224 16,3 1 48-16,2-1 16 16,2 1-2720-16,8 2-528 0</inkml:trace>
  <inkml:trace contextRef="#ctx0" brushRef="#br0" timeOffset="73676.03">20653 5681 35935 0,'0'0'3200'0,"-5"6"-2560"16,-1 1-512-16,-2 2-128 0,0 3 2592 0,2 2 496 16,-2 2 112-16,1 3 0 0,-1 1-1616 0,1 3-336 15,0 1-64-15,-1-1-16 0,3 3-720 0,0 0-128 16,0-1-48-16,1-3 0 0,1-2-272 0,2-2 0 16,1-1-176-16,0-1 176 15,1-1-2784-15,3-5-448 0,1-3-96 0</inkml:trace>
  <inkml:trace contextRef="#ctx0" brushRef="#br0" timeOffset="76726.31">21304 5368 9215 0,'10'-22'400'0,"-7"14"96"0,0 0-496 0,-2 2 0 16,2-3 0-16,-3 9 0 0,0 0 8016 0,0 0 1520 15,0 0 288-15,0 0 64 0,0 0-6432 0,0 10-1280 16,-2 6-256-16,1 4-48 0,-3 5-896 0,0 3-176 16,-1 2-32-16,-2 2-16 0,1-1-192 0,-1 1-48 15,1-1 0-15,-1-2 0 0,0-2-208 0,1-2-48 16,2-2-16-16,2-3 0 0,-1-3-64 0,2-3-16 0,1-3 0 15,1-2 0-15,-1-9-160 0,0 0 0 16,0 0 0-16,0 0 0 0,0 0 0 0,11-4 0 0,-4-3 0 0,3-2 0 16,-1-4 0-16,0-1 0 0,0-3 0 0,-1-1 0 15,0-2 0-15,1 1 0 0,0-2 0 0,0 1 0 16,-3 2 0-16,2 1 0 16,0 1 0-16,0 3 0 0,-2 4 0 0,0 4 0 15,-6 5 0-15,0 0 0 0,0 0-176 0,0 0 176 0,4 10-128 0,0 2 128 16,-2 4 0-16,2 3 0 15,0-1 0-15,0 2 0 0,1-2 0 0,0 1 0 0,2-2 0 0,1-3 128 16,1-1-128-16,0-3 0 0,1-2 0 0,2-3 0 16,-2-2 0-16,2-2 0 0,0-2 0 0,1-2 0 15,-1-1 0-15,1-3 0 0,0-4 0 0,0 1 0 0,-1-5 0 16,-1 1 0-16,0-3 0 0,-1 0 0 0,1 0 0 0,-2-4 0 16,0 1 0-16,-1-1 0 0,-1-2 0 0,1 1-160 15,0 0 160-15,0 3-208 16,-3-1-624-16,0 3-128 0,1 3-32 0,-2 2 0 15,-2 4-1184-15,2 2-256 0,-4 6-32 0,5-4-16 16,-5 4-2064-16,0 0-400 0</inkml:trace>
  <inkml:trace contextRef="#ctx0" brushRef="#br0" timeOffset="77242.91">21914 5384 11055 0,'0'0'976'0,"0"0"-784"16,0 0-192-16,0 0 0 0,-2 9 6736 0,-1 1 1312 15,-2 3 256-15,0-1 48 0,-3 2-4448 0,0 2-896 16,-1 2-192-16,-2-1-16 0,1 1-1264 0,-1 1-240 15,0 0-48-15,0-2-16 0,2-3-848 0,1 0-160 16,2-3-32-16,1 0-16 0,1-2 48 0,1-1 16 16,3-8 0-16,0 0 0 0,0 0-368 0,0 0-80 15,0 0-16-15,9-2 0 0,0 0-16 0,2-2 0 16,1-4 0-16,-1-1 0 0,1 0-96 0,0-4-32 16,1-2 0-16,0 1 0 0,-1-2 80 0,1 1 16 15,1-2 0-15,0-1 0 0,1-2 272 0,-2 2-128 0,0-2 128 0,-2 6 0 16,0 2 0-16,-2 3 0 0,-1 2 0 0,-2 4 0 0,-6 3 0 0,0 0 176 15,4 6 0-15,0 6 0 0,0 3 208 0,-3 5 32 16,2 1 16-16,-3 1 0 16,0-1-112-16,0 0-32 0,0-3 0 0,0 2 0 15,0-1-288-15,1-1 0 0,2-2 0 0,-1-3 0 16,1-1 128-16,0-3-128 0,1-3 0 0,1 0 0 16,-5-6 0-16,5 5 0 0,2-1 0 0,-7-4 0 15,6-3 0-15,1-2 0 0,0-3 0 0,1 0 0 16,0-2 0-16,1-2 0 0,-1-2 0 0,1 1 0 0,-1-7-240 0,1-2-48 15,1-3-16-15,2-2 0 0,0-2 688 0,1-1 128 16,1-4 16-16,2 0 16 16,0 1-896-16,-1-1-176 0,1 1-48 0,-2 6 0 0,-1 1 576 0,0 6 0 15,-4 3 0-15,1 7 0 0,-4 1 192 0,1 5 32 16,-7 4 16-16,0 0 0 0,0 0 0 0,5 10 0 16,-1 4 0-16,-2 5 0 0,0 3-80 0,-2 3-16 15,-3 2 0-15,0 4 0 0,1 2-144 0,-2 1 0 16,3 0 144-16,-1-2-144 0,2 0 0 0,0-4 0 0,2 0 0 0,-1-2 0 31,2-3-416-31,0-1-160 0,1-2-16 0,0-3-16 16,1-4-1136-16,2-3-240 0,0-2-32 0,2-3-16 15,0 2-2368-15,1-7-464 0,1-3-112 0</inkml:trace>
  <inkml:trace contextRef="#ctx0" brushRef="#br0" timeOffset="77460.5">22588 5423 11055 0,'9'-32'480'0,"-5"19"112"0,-1 2-464 0,-2-4-128 16,-2 4 0-16,0 1 0 0,-1 3 6464 0,2 7 1280 0,-5-3 256 0,5 3 64 0,-6 3-3968 0,-2 3-768 15,-1 5-176-15,-1 3-16 0,0 2-1520 0,-2 3-288 16,-1 3-64-16,0 2-16 16,-1-1-624-16,1 1-128 0,0-2-32 0,1-1 0 15,2-3-256-15,2 2-48 0,1-1-16 0,2-1 0 16,4-1-144-16,1-2 0 0,2-4 0 0,5 0 0 0,2-2-208 0,4-1-32 16,3-2 0-16,3-2 0 15,3 1-720-15,3-1-128 0,4-4-48 0,-2-2 0 16,1-2-720-16,-1-3-160 0,2 1-32 0,2-2 0 15,-1-1-2528-15,1-3-512 0</inkml:trace>
  <inkml:trace contextRef="#ctx0" brushRef="#br0" timeOffset="77615.21">23245 5287 23951 0,'0'0'2128'0,"-6"1"-1696"16,-2 1-432-16,1 2 0 0,1 2 5248 0,1 3 976 15,-1 0 192-15,0 6 48 0,-1 0-3744 0,1 4-736 16,-1-1-160-16,1 4-32 0,-1 2-768 0,1-2-176 15,1 1-16-15,1 1-16 0,0-2-560 0,3-3-96 16,1 0-32-16,1-1 0 16,0 0-496-16,0-2-96 0,2-3-32 0,1-3 0 15,1-1-1904-15,2-1-384 0,2-1-80 0</inkml:trace>
  <inkml:trace contextRef="#ctx0" brushRef="#br0" timeOffset="78064.63">23339 5252 35935 0,'0'0'1600'0,"0"0"320"0,0 0-1536 0,0 0-384 0,0 0 0 0,0 0 0 16,0 0 1328-16,0 0 192 0,0 0 32 0,0 0 16 0,0 0-560 0,9 0-112 15,-9 0-32-15,9 1 0 0,1 4-864 0,-3 2 0 16,1 2 0-16,-1 4-128 0,-2 0 128 0,-1 2 0 16,-2 4 160-16,1 2-160 0,-4 2 1216 0,-1 2 160 15,0 1 32-15,-1 0 0 0,1-1 320 0,-1-3 64 16,-1-2 0-16,0-1 16 0,0 0-1152 0,2-2-224 15,0-2-48-15,1-2-16 0,0-2-192 0,1-3-48 16,2-2 0-16,-2-6 0 0,3 7-128 0,-3-7 0 16,0 0 0-16,0 0 0 0,0 0-144 0,0 0-16 15,4-7 0-15,1-1 0 0,0 0-128 0,2 1-32 16,-1-4 0-16,2-1 0 0,0-2 0 0,2 0 0 16,1-5 0-16,2 3 0 0,0-3 0 0,1 2 0 15,2 0 0-15,1 2 0 0,0-4 160 0,0 5 32 16,-2 1 0-16,0 4 0 0,-1 2 128 0,-2 4 0 15,-3 1 0-15,-1 4 0 0,-8-2 144 0,5 9 64 16,-1 0 16-16,-3 5 0 0,0 6 256 0,-1 1 48 16,-1 1 16-16,-1-1 0 0,-1 1-544 0,0-3 0 15,-2 1 0-15,4-1 0 0,2 0 0 0,-1-1 0 16,0 0 0-16,3-2 0 16,1-2-672-16,1-3-240 0,1-5-48 0,1-1-16 15,1-1-1376-15,2-1-272 0,2-2-48 0,1-3-16 16,1-4-1280-16,1 0-272 0,0-7-48 0</inkml:trace>
  <inkml:trace contextRef="#ctx0" brushRef="#br0" timeOffset="78243.78">23904 5339 10127 0,'18'-34'896'0,"-10"20"-704"0,1-5-192 0,0 0 0 0,0 2 5712 0,0 3 1120 0,-2 2 208 0,-1 3 64 0,-2 1-2752 0,0 3-560 15,-4 5-96-15,0 0-32 0,0 0-1680 0,0 0-352 16,1 9-64-16,-1 4-16 16,-1 2-784-16,-2 4-144 0,1 1-48 0,-2 4 0 0,-3 3-240 0,1 1-48 15,-2 2-16-15,0 0 0 0,2 1-272 0,-1-1 0 16,1-3-176-16,-1-1 176 0,2 1-208 0,0-2 64 15,1-2 16-15,1-2 0 16,2-4-960-16,-2 1-192 0,1-6-48 0,0 0 0 16,2-4-1344-16,0-2-272 0,2-1-48 15,-2-5-10592-15,0 0-2128 0</inkml:trace>
  <inkml:trace contextRef="#ctx0" brushRef="#br0" timeOffset="78578.6">23815 5484 12895 0,'0'0'1152'0,"0"0"-928"16,-4-1-224-16,4 1 0 0,0 0 6912 0,0 0 1328 15,0 0 272-15,7-5 48 0,0 3-5248 0,3-2-1056 16,0 0-208-16,4-1-32 0,5-1-848 0,1-1-160 16,3 1-48-16,1-2 0 0,4 3-528 0,-1-1-112 0,1 2-32 0,-1 1 0 15,2-3-32-15,-1 4 0 0,-6 2 0 0,-1 0 0 16,-4 0 0-16,-4 2-16 0,0 4 0 0,-5 1 0 16,-8-7-48-16,4 12-16 15,-3 1 0-15,-2 3 0 0,-3 3 32 0,-1 0 16 0,-3-4 0 0,-1 1 0 16,0 1-224-16,0 0 176 0,1 0-176 0,1-3 160 15,2-2-112-15,3 0-48 0,0-3 0 0,4 0 0 16,0-3 0-16,-2-6 0 0,8 7 0 0,2-2 0 0,2-2-160 16,5-3-32-16,-1-3 0 0,1-1 0 0,1 0 32 15,1-2 0-15,-2-1 0 0,2-2 0 16,-4-3 160-16,0-1 0 0,-4-2-144 0,0 0 144 16,-3 2 0-16,-2-2 0 0,-1 0 0 0,-3 2 128 0,-4-4 0 0,0 2 0 15,-3-1 0-15,-5 0 0 16,3 2-128-16,-4 1 0 0,-1-1 0 0,-2 1-17216 15,-4 2-3488-15</inkml:trace>
  <inkml:trace contextRef="#ctx0" brushRef="#br0" timeOffset="79495.23">25385 5397 28559 0,'0'0'2544'15,"-7"2"-2032"-15,1 2-512 0,0 3 0 0,3-3 4752 0,3-4 864 16,-3 5 160-16,3-5 48 0,-4 8-4416 0,1-2-896 15,3-6-160-15,0 0-32 0,0 0 176 0,0 0 32 16,0 0 16-16,0 0 0 0,0 0-304 0,0 0-64 16,0-5-16-16,0-3 0 0,0-2-160 0,0-2 192 15,0-1-192-15,-1-1 192 0,0 1-192 0,-1 0 0 16,0-2 144-16,-2 3-144 0,-3 2 144 0,1 2-144 16,-3-2 192-16,0 2-192 0,-2 3 240 0,-2 2-64 15,-4 3-16-15,-2 4 0 0,-2 5 64 0,-3 0 16 16,-2 4 0-16,0 6 0 0,0 1-96 0,1 5-16 15,2 1 0-15,3 2 0 0,5-2-128 0,2-3 0 16,2-1 0-16,3 1 0 0,2-3 0 0,5 1 0 16,3-4 0-16,5-1 0 0,2-3 0 0,4-4-176 0,3-1 48 15,2-3 0-15,1 0-96 0,2-3-16 0,4-1 0 16,1-4 0-16,0-2 32 0,0-1 0 0,2-1 0 0,-1-1 0 16,-2-1 16-16,-2 1 16 0,-2-6 0 0,-1 0 0 15,-2-2 32-15,-1 0 0 16,-2-1 0-16,0 0 0 0,-2 2 144 0,-1-2 0 15,-3 4 0-15,-1 0-128 0,-2 2 128 0,-1 5 0 16,-5 6 0-16,0 0 0 0,0 0 256 0,0 0 0 16,0 0-16-16,-4 10 0 0,-1 5 96 0,0 0 32 15,0 1 0-15,-1 1 0 0,1-3-176 0,1-1-48 0,0 0 0 0,2 0 0 16,-1 0-144-16,3 0 0 0,0 0 0 0,3-1 0 16,-1-3 0-16,2-1 0 0,0 1 0 0,1-2-176 0,3-2-32 0,0 0-16 15,1-5 0-15,2 1 0 0,0 3 16 0,2-2 0 16,-1-4 0-16,1-2 0 0,2-2 208 0,0-1 0 15,1-2-160-15,1 1 160 0,0-1 0 0,1 0-144 16,-1-1 144-16,2-2 0 0,0-4 0 0,-1 1 0 16,0-2 0-16,1 1 0 0,-3 2 0 0,-1 1 0 15,-3-3 0-15,-3 6 0 0,-3 2 160 0,-6 8 32 16,0 0 16-16,0 0 0 0,0 0 240 0,1 12 32 16,-3 3 16-16,-3 5 0 0,-2 3-16 0,-2 1 0 15,-3 2 0-15,-1 4 0 0,-1 2-288 0,-2 2-48 16,1 0-16-16,-1 0 0 0,2-3-128 0,-1 1 192 15,2-2-192-15,2 0 192 0,0-2-192 0,2 0 0 16,2-2-192-16,1-4 192 16,2-8-1200-16,1-1-112 0,2-4-32 0,1-9 0 15,5 7-2544-15,3-4-512 0,3-3-96 0</inkml:trace>
  <inkml:trace contextRef="#ctx0" brushRef="#br0" timeOffset="80079.83">25960 5603 11055 0,'9'-34'480'0,"-5"18"112"0,1-1-464 0,-1 0-128 15,0 0 0-15,-3 2 0 0,0-2 6976 0,1 4 1392 0,-1 5 272 0,-1 3 48 16,-3 1-4784-16,3 4-960 0,-4 1-192 0,0 2-48 16,-2 2-1312-16,-1 3-272 0,-2 2-48 0,0 3-16 15,0 3-608-15,0-1-128 0,0 2-32 0,2 0 0 16,2 0-288-16,0 1 0 0,1 1 0 0,3-5 0 0,2 0 0 0,2-3-176 16,0-1 32-16,3-4 0 15,2-1-384-15,2-1-80 0,2-3-16 0,2-2 0 16,2-2-640-16,5-3-128 0,-1-4-16 0,3-1-16 15,0-1 608-15,2-2 128 0,0-1 32 0,-2-4 0 16,0-3-96-16,1-3-16 0,-1-5 0 0,1-2 0 16,-1 0 272-16,1-1 48 0,-2 3 16 0,-2-1 0 0,-5 1 816 15,-3 3 176-15,-2 3 16 0,-3 2 16 0,-3 4 480 0,-3 5 80 16,-2 2 32-16,-1 5 0 0,0 1 32 0,2 5 16 16,-8 0 0-16,0 3 0 0,2 4-416 0,-3 3-96 15,-2 5-16-15,-1 3 0 0,-1 4-416 0,0 2-96 16,-1 3 0-16,1 2-16 0,1 3-176 0,3 2 192 15,3-5-192-15,2 0 192 0,1-3-192 0,4-3 0 16,5-1 0-16,0-2 0 0,3-2 0 0,3-1 0 16,4-3-176-16,1-3 176 0,1-3-176 0,1-4 176 15,2-3-208-15,-1-1 80 0,1-1 0 0,-1-1 0 16,0-2 0-16,0-2 0 0,-1-3 128 0,-1-2-192 0,1-2 192 0,-1-1-192 16,-1-2 192-16,0-1 0 15,0-1-144-15,-2-3 144 0,-2-1 0 0,2 1 0 0,-5-1 0 16,-1 0 0-16,-1 5 0 0,-3 1 0 0,-1 3 0 0,-2 3 0 15,-5 2 0-15,3 8 128 0,-7-4-128 0,0 4 192 16,-1 1 64-16,-3 6 0 0,-2 3 16 0,0 3 0 16,2 4-80-16,-1 4 0 0,1 1-16 0,1 2 0 15,1-3-48-15,2 1-128 0,3-3 192 0,2 1-64 16,1-2-128-16,2-1 192 0,1 0-192 0,2-1 192 16,3-3-192-16,-1-3 0 0,4-1 0 0,0-2 0 0,4-1 0 0,2 2-272 15,0-3 64-15,2-1 16 16,4-2-1568-16,3-1-304 0,2-1-64 0,3 0-21120 15</inkml:trace>
  <inkml:trace contextRef="#ctx0" brushRef="#br0" timeOffset="85288.29">17922 7086 30399 0,'-10'-10'1344'0,"10"10"288"0,-7-7-1312 0,7 7-320 16,-5-6 0-16,5 6 0 0,0 0 2240 0,0 0 384 15,0 0 80-15,0 0 16 0,-3 14-1408 0,1 7-288 16,-2 4-48-16,1 7-16 0,1 9-304 0,0-6-64 15,0 8-16-15,0 7 0 0,1 6-352 0,0 4-80 16,2 1-16-16,-1 0 0 0,0-1 0 0,0-1 0 16,0-2 0-16,1-5 0 0,-1-5-128 0,0-2 192 15,0-5-192-15,0-2 192 0,-1-3-448 0,0-5-64 16,1-4-32-16,0-2 0 16,0-6-1696-16,0 0-352 0,0-6-64 0,-1-2-16 15,1-10-848-15,0 0-160 0</inkml:trace>
  <inkml:trace contextRef="#ctx0" brushRef="#br0" timeOffset="86033.68">17912 7127 32255 0,'0'0'2864'0,"0"0"-2288"0,0 0-576 0,0 0 0 0,0 0 1600 0,2-9 224 15,1 1 32-15,6 3 16 0,5 3-1184 0,-3 0-240 16,-1-1-64-16,7-1 0 0,4 2 80 0,4 0 16 15,5-2 0-15,5 3 0 0,4 1 32 0,4 1 0 16,4 1 0-16,26 0 0 0,-4-2-192 0,-21 0-48 16,7 3 0-16,5 1 0 0,7 0-144 0,3 0-128 15,4-2 144-15,3 1-144 0,3 1 160 0,3 0-160 16,3-2 160-16,2 2-160 0,-5 0 0 0,1 1-128 16,0-1-16-16,0 3 0 0,2 0 144 0,-1 0 0 15,-2-2 0-15,-2 3 0 0,-3-1 0 0,-1 2 0 16,0 0-160-16,-2 1 160 0,0-2 0 0,-5 0 0 15,-3-2 0-15,-3 0 0 0,-4 0-144 0,-2-2 144 16,0 1 0-16,-5 2-144 16,-2-5-224-16,-3 2-32 0,-2 0-16 0,-6 0 0 0,-3 1 32 0,-6 1 16 15,-5-1 0-15,-5-1 0 0,-4 1 80 0,-5 0 16 16,-5 0 0-16,0 1 0 0,-7-6 272 0,4 6 0 16,-3 1 0-16,0-1 144 0,-1 2 144 0,0 0 32 15,0 1 0-15,2-1 0 0,-1 1-192 0,2-1-128 16,-2 1 192-16,3 1-192 0,0 2 176 0,0 2-176 0,0 2 160 15,-1 3-160-15,0 4 176 0,0 5-176 0,-1 8 192 0,0 3-192 16,-2 4 256-16,-2 7-64 16,1 7-16-16,0 4 0 0,-2 1 32 0,3 4 16 15,0 0 0-15,0-1 0 0,1-1 96 0,2 0 0 0,2-3 16 0,3-2 0 16,-1-2-144-16,2-2-16 0,0-5-16 0,0-5 0 16,0 0 0-16,2-6 0 0,-4-5 0 0,1-4 0 0,0-6-160 15,-2-1 128-15,-2-8-128 0,0-1 128 0,0-2-128 0,0-3 0 16,-4-2 0-16,0-7 0 0,0 0 0 0,0 0 128 15,-6 5-128-15,-2-2 0 0,0-2 176 0,-2-1-48 16,-2 1-128-16,-1-2 192 0,-7 0-192 0,-3 1 0 16,-5 0 0-16,-6-4 0 0,-5-1 0 0,-5-1 0 15,-6 0-208-15,-3 1 64 16,-6 3-416-16,-7 0-80 16,-8-1 0-16,-9-1-16 0,-4-1-128 0,-4 1-32 0,-2 0 0 0,-6 3 0 0,-10-2 592 15,-56 2 224-15,23 0-176 0,5-1 176 0,1-3 368 0,1 1 160 0,6-2 48 16,-1 3 0-16,-4 2-64 0,2 1-16 15,7 1 0-15,3 2 0 0,1-3 96 0,8 1 32 16,3-1 0-16,11-1 0 0,9 1-144 0,8 0-32 16,6-4 0-16,9 1 0 0,4-1-320 0,10 0-128 15,6 0 0-15,9 1 0 16,5-3-944-16,10 1-272 0,5-1-64 0,7-2-16 16,7 0-2352-16,9-1-448 0</inkml:trace>
  <inkml:trace contextRef="#ctx0" brushRef="#br0" timeOffset="86350.46">19352 7723 39615 0,'-19'-2'1760'0,"10"2"352"0,-3 2-1680 0,2 1-432 0,0 3 0 0,3 0 0 0,3-1 2384 0,1 2 400 16,0 2 80-16,1 4 16 0,-2 3-2160 0,3 3-416 15,-1 3-96-15,2 3-16 0,2 3-192 0,-1 2 128 16,2 1-128-16,-1 1 0 0,1 0 144 0,-2-1-144 16,2-1 128-16,-1-1-128 0,0-5 0 0,-1 0 0 15,-1-5 0-15,0 1 0 0,-1-6-224 0,-1-1-128 16,1-3-32-16,1-3 0 15,0 0-1584-15,0-7-320 0,0 0-64 0,0 0-16 16,-5 2-1456-16,5-2-288 0</inkml:trace>
  <inkml:trace contextRef="#ctx0" brushRef="#br0" timeOffset="86549.04">18862 7711 32255 0,'-13'-8'2864'0,"8"5"-2288"16,1 1-576-16,0-1 0 0,4 3 3520 0,0 0 576 0,3-5 128 0,3-2 32 15,3 3-3040-15,2 2-592 16,3-1-128-16,3-1-32 0,3-3 160 0,3 0 16 0,4-1 16 0,5 2 0 16,2-1-240-16,1 1-48 0,4-2-16 0,3 1 0 15,-1 1-208-15,2-1-144 0,0-1 192 0,-1 3-192 16,0 0 0-16,-3 2 0 0,-2 2 0 0,-2 1 0 16,-3 0-2016-16,1 3-464 15,-1 1-80-15,-2 5-18480 0</inkml:trace>
  <inkml:trace contextRef="#ctx0" brushRef="#br0" timeOffset="87050.8">19630 8021 36447 0,'0'0'1616'0,"-1"-6"336"0,1-4-1568 0,0 3-384 0,0 0 0 0,0 7 0 16,0 0 1696-16,0 0 256 0,0 0 48 0,0 0 16 0,0 0-288 0,0 0-48 15,1 12-16-15,-1 2 0 0,-1 4-704 0,-2 3-128 16,-1 1-48-16,0 2 0 0,0-1-464 0,1 1-112 16,-1-2-16-16,0 1 0 0,1 1-192 0,0-2 0 15,1-1 0-15,1-3 0 16,2-1-880-16,-1-3-208 0,1-2-64 0,0-1 0 16,1-1-1712-16,0-3-336 0,-2-7-80 0,0 0-15232 15</inkml:trace>
  <inkml:trace contextRef="#ctx0" brushRef="#br0" timeOffset="87206.63">19858 7978 10127 0,'4'-17'896'0,"-4"17"-704"16,0-6-192-16,0 6 0 0,0-6 5952 0,0 6 1152 15,0 0 224-15,0 0 48 0,0 0-4064 0,1 12-816 16,-1 1-176-16,-1 3-16 0,0 1-768 0,0 2-128 16,-1 3-48-16,2 2 0 0,-1-2-928 0,-2 2-192 15,2-4-48-15,0 3 0 0,1 0-336 0,0-3-80 16,-2-1-16-16,2 1 0 15,2-3-1936-15,-1 0-384 0,-1-6-64 0,0 1-10512 0,-1-2-2096 0</inkml:trace>
  <inkml:trace contextRef="#ctx0" brushRef="#br0" timeOffset="87367.16">19638 8228 29487 0,'0'0'1296'0,"0"0"288"0,0 0-1264 0,0 0-320 0,0 0 0 0,8-4 0 16,1 2 3904-16,3 1 736 0,1-3 144 0,2 1 16 15,5-1-3360-15,3 1-672 0,5 1-144 0,2-2-32 32,1 0-896-32,4 0-176 0,2 2-32 0,-1-2-20736 0</inkml:trace>
  <inkml:trace contextRef="#ctx0" brushRef="#br0" timeOffset="87883.65">19356 9183 23039 0,'-17'-29'1024'0,"11"13"192"0,-1 5-960 0,3-1-256 0,2 1 0 0,-1 6 0 0,3 3 4368 0,0 2 832 15,0 0 176-15,0 0 16 0,-1 11-3168 0,0 8-640 16,-2 3-128-16,2 6-32 0,-2 8-480 0,0 7-112 16,0 6 0-16,-1 5-16 0,-2 4-368 0,-1 5-64 15,0-3 0-15,-1 2-16 0,0-3-96 0,1 0-16 16,-1-3 0-16,0-3 0 0,0-3-112 0,0-3-16 15,-1-5-128-15,1-3 192 0,1-3-192 0,-1-6 0 16,0-5 0-16,0-2 0 16,0-3-768-16,-1-6-240 0,3-2-48 0,-2-4-16 15,0-3-1264-15,-1-2-256 0,0-9-48 0,1-4-10416 16,0-7-2064-16</inkml:trace>
  <inkml:trace contextRef="#ctx0" brushRef="#br0" timeOffset="88219.33">19107 9099 33279 0,'-4'-22'1472'0,"3"14"320"0,-3-1-1440 0,0 1-352 0,-1-3 0 0,1 4 0 16,0 4 1472-16,4 3 208 0,-6 6 48 0,-1 4 16 16,-1 4 0-16,2 7 0 0,-2 1 0 0,0 3 0 15,0 0-1104-15,1 0-240 16,-1-3-32-16,3 0-16 0,1-2-160 0,1-2-48 0,3-1 0 0,0-7 0 16,1-1 0-16,-1-9 0 0,0 0 0 0,0 0 0 15,0 0 112-15,0 0 32 0,9-6 0 0,2-5 0 16,-1-3-160-16,2-4-128 0,5-4 144 0,3-6-144 15,2-2 128-15,1-4-128 0,2-1 0 0,1 0 144 16,0 1-144-16,0 3 0 0,-1 5 0 0,-2 6 0 0,-3 3 160 0,-2 7-160 16,-2 3 192-16,-2 7-192 0,-1 7 384 0,-2 5-16 15,-4 5-16-15,1 3 0 0,0 4 224 0,0 2 64 16,0 1 0-16,0 1 0 0,-1-2-368 0,1 0-64 16,0-3-16-16,1-1 0 0,2-1-192 0,0-5 0 15,-2 0 0-15,2-2 0 16,-1-1-256-16,5-1-128 0,-2-2-48 0,0-1 0 15,-3-2-1440-15,4 1-304 0,3 1-48 0,0 0-19008 16</inkml:trace>
  <inkml:trace contextRef="#ctx0" brushRef="#br0" timeOffset="90635.94">20208 9518 13823 0,'4'-15'608'0,"-3"10"128"0,-1 0-592 0,0-4-144 0,0 1 0 0,0-1 0 15,-3 0 3872-15,2 1 736 0,0 1 160 0,-2 1 32 16,0-2-2160-16,-2 3-416 0,0 1-96 0,0 3-16 16,-2 2-304-16,-1 3-64 0,-1 1-16 0,-6 9 0 15,-2 3-832-15,-3 6-192 0,-3 4-16 0,-1 4-16 0,1 7-160 0,-1 4-48 16,2 2 0-16,1 0 0 0,2-3-48 0,3-3-16 15,4-3 0-15,3-3 0 0,7 4-208 16,2-5-64-16,5-5 0 0,1-9 0 0,3 0-128 0,3-2 0 16,1 0-192-16,3-3 192 0,2-5-416 0,3-1 32 15,0-5 16-15,2-2 0 0,2-3 96 0,1-3 16 16,2-3 0-16,0-3 0 0,1-3 64 0,-2-1 32 16,-1-2 0-16,-1-1 0 0,0-1 160 0,-2-2 0 15,-2-2 0-15,-3-1-128 0,-3-3 128 0,-3 0 0 16,-2 1 0-16,-2-1 0 0,-2-1 0 0,-3 0 128 15,-3 1-128-15,-3 2 128 0,-1 1-128 0,-1 3 176 16,-4 2-176-16,-1 0 192 0,-2 4-192 0,0 3 0 16,-1 0 0-16,1 4 0 0,-1 2-144 0,2 2-112 15,-1-1-32-15,0 3 0 16,2 2-1888-16,-1 2-384 0,1-2-80 0</inkml:trace>
  <inkml:trace contextRef="#ctx0" brushRef="#br0" timeOffset="90954.16">20131 9734 35423 0,'-4'-12'1568'0,"4"12"320"0,-4-6-1504 0,4 6-384 16,0 0 0-16,0 0 0 0,0 0 1632 0,0 0 256 15,0 0 48-15,-3 14 16 0,1 1-256 0,0 4-48 16,1 3-16-16,1 2 0 0,1 1-1120 0,2-1-240 16,1 4-32-16,-2-7-16 0,1-2-224 0,0 2 0 15,2-3 0-15,1 0 0 16,1-1-1072-16,1-2-256 0,0-4-48 0,1 0-16 15,1-3-2432-15,1-3-480 0,-1-4-112 0</inkml:trace>
  <inkml:trace contextRef="#ctx0" brushRef="#br0" timeOffset="91102.94">20501 9682 27519 0,'0'0'1216'0,"0"0"256"0,-5 7-1168 0,1 2-304 15,0 5 0-15,-1 4 0 0,-2 4 2112 0,1 3 384 0,-1 3 64 0,1 2 0 16,-1-4-992-16,2 2-208 0,-2 1-32 0,3 0-16 15,1-3-928-15,0 1-176 16,3-3-32-16,3-4-16 16,0 0-2496-16,3-3-496 0,-1-3-112 0</inkml:trace>
  <inkml:trace contextRef="#ctx0" brushRef="#br0" timeOffset="91304.15">20652 9841 37775 0,'0'0'1664'0,"0"0"368"0,0 0-1632 0,0 0-400 0,-4 7 0 0,2 2 0 0,-1 1 1200 0,0 2 144 16,0 2 48-16,0 3 0 0,2 1-416 0,-1 2-80 15,-2 0 0-15,3-1-16 0,1 2-688 0,0 1-192 16,-1-2 0-16,0-1 0 0,-1 1-240 0,2-2-112 16,-2-2-32-16,2 1 0 15,1-3-2432-15,-1 2-480 0,-1-3-96 0,-1-4-13024 0</inkml:trace>
  <inkml:trace contextRef="#ctx0" brushRef="#br0" timeOffset="91475">20416 10047 5519 0,'-8'-3'496'0,"1"2"-496"16,-3-3 0-16,1 3 0 0,0 0 7120 0,1 1 1328 16,3 0 272-16,5 0 48 0,0 0-5440 0,0 0-1104 15,0 0-224-15,0 0-32 0,0 0-1088 0,12 0-224 0,1 0-32 0,4 0-16 16,2-3-480-16,2 2-128 0,3-2 0 15,-1 3 0 1,2-3-768-16,1 3-208 0,1-1-48 0,1 1-12112 16,-1-1-2416-16</inkml:trace>
  <inkml:trace contextRef="#ctx0" brushRef="#br0" timeOffset="92086.74">18935 10403 26719 0,'-6'-22'2368'0,"0"9"-1888"15,-3 0-480-15,-2 0 0 0,-4 0 1936 0,-2 2 304 16,-5 5 48-16,-4 0 16 0,-5 0-1728 0,-3 5-320 16,0 3-80-16,-1 9-16 0,0-1 1184 0,-1 6 224 15,0 7 48-15,-3 7 16 0,-4 3-448 0,-2 9-96 16,-2 6 0-16,1 8-16 0,-3 6-160 0,4 10-16 15,-1 6-16-15,6 2 0 0,4-1-240 0,8 6-64 0,6 0 0 0,7-4 0 16,6-7-224-16,9-4-48 0,8 0-16 0,8-8 0 16,7 1-144-16,10-5-16 0,7 0-128 0,8-5 192 15,6-3-192-15,3-6 176 0,3-5-176 0,7-6 160 16,4-2-32-16,5-2-128 0,1-6 192 0,-2-5-64 16,-2-5 176-16,0-3 16 0,-1-5 16 0,1-5 0 15,0-3 48-15,-1-6 16 0,-3-4 0 0,-4-4 0 16,-2-2-192-16,-22 4-32 0,5-6-16 0,2-1 0 0,2-8-160 0,-1-2 0 15,0-5 0-15,-2 2 128 0,-7-3-128 0,-3-1 0 16,-6 0-192-16,-4-3 192 0,-3-1-144 0,-6-1 144 16,-2 1 0-16,-6-4 0 0,-5-3 0 0,-5-1 0 15,-5-1 0-15,-4 1 0 0,-4-3 128 0,-7 0-128 16,-5-1 176-16,-5-1-176 0,-3 3 128 0,-5-2-128 16,-4-1 0-16,-23-23 0 0,4 12 0 0,3 10-224 15,5 6 32-15,-6 7 16 0,-5 6-80 0,-1 6-32 16,1 5 0-16,3 6 0 15,2 4-544-15,6 8-96 0,5 1-32 0,3 7 0 16,2 4-2016-16,3 3-416 0,2 2-64 0</inkml:trace>
  <inkml:trace contextRef="#ctx0" brushRef="#br0" timeOffset="92706.42">18578 11232 23951 0,'-5'-16'1056'0,"1"7"224"0,-3-1-1024 0,1-2-256 0,-2-2 0 0,0 1 0 16,0 0 3728-16,2 1 688 0,-1 0 144 0,-4-2 32 15,-2 4-2544-15,-2 3-512 0,1 2-112 0,1 3-16 16,-2 4-400-16,6 0-96 0,-2 2-16 0,-1 5 0 15,-1 1-480-15,-1 4-96 0,-1 0-32 0,2 4 0 16,-1 3-112-16,2 2-32 0,0-3 0 0,4 4 0 16,3-2-144-16,4 1 0 0,2-3 0 0,4 0 0 0,5-3-256 0,0-1-48 15,2-2 0-15,2-4 0 16,3-1-336-16,0-2-64 0,1-3 0 0,2-2-16 16,1-2-112-16,0-2-32 0,-1-2 0 0,4-2 0 15,-2-1 304-15,0-3 64 0,-1 0 16 0,0-3 0 0,-3-1 64 0,0-2 16 16,-2-1 0-16,-2-1 0 0,-1 1 192 0,-2 1 32 15,-3 1 16-15,-2 2 0 0,-2 1 160 0,-3 4 0 16,-1-1 160-16,-1 2-160 0,-1 2 448 0,2 5 0 16,-8 1 0-16,0 3 0 0,-1 2 192 0,0 1 16 15,0 2 16-15,-1 2 0 0,1 2-384 0,1 0-80 16,2 1-16-16,2-1 0 0,1 0-192 0,2 0 0 16,0 0 0-16,2-3 0 0,2-1 0 0,1-1 0 15,0-2-160-15,2-1 160 0,2-2-288 0,0-1 32 16,0-2 0-16,1 0 0 0,0-3-48 0,1-3 0 15,2-3 0-15,0 0 0 0,-2 0 304 0,2-5-128 0,-2-1 128 0,1 1 0 16,0-4 0-16,0 1 0 0,-1 0 0 16,-1 2 144-16,-2 4-144 0,-2 3 0 0,-5 8 0 0,0 0 128 15,0 0 304-15,0 0 48 0,5 9 16 0,-1 5 0 16,-1 7 208-16,-2 4 64 0,0 2 0 0,-1 3 0 16,0 3-480-16,2-3-96 0,-1 0 0 0,2 0-16 15,-1-1-176-15,4-2 0 0,-1-1 0 0,0-6 0 16,1-2-1296-16,2-4-304 0,3 1-48 0,-1-8-16 15,1-1-2688-15,0-5-528 0</inkml:trace>
  <inkml:trace contextRef="#ctx0" brushRef="#br0" timeOffset="93237.96">19059 11218 12895 0,'-4'-13'1152'0,"2"9"-928"0,-2-1-224 0,0 1 0 0,-4-2 4288 0,1 4 832 0,0 1 144 0,-1 1 48 0,-1 1-2720 0,-2 3-544 16,2 1-96-16,-1 5-32 0,-1 3-576 0,1 3-112 15,1 0-16-15,1 2-16 0,1 2-752 0,2-1-160 16,1 2-32-16,2-4 0 0,0-1-128 0,4 1-128 16,0-3 192-16,3 2-192 0,2-6 0 0,1-1 0 15,0-1-160-15,2-2 160 16,2 0-640-16,1-2 0 0,0-4 0 0,1-4 0 16,-1 1-112-16,0-4-16 0,3 0-16 0,-1-4 0 0,0 0 352 0,-1-3 80 15,-1 0 16-15,-1 0 0 0,0-2 336 0,-1 0 0 16,-1-4 0-16,-1-1 0 0,-2 0 0 0,1 0 0 15,-1-1 160-15,-2 1-160 0,-1 1 384 0,0 4-48 0,-2 0 0 16,1 4 0-16,-2 4 368 0,-1 8 80 0,0 0 16 0,0 0 0 16,0 0 320-16,0 0 64 0,-4 11 16 0,2 2 0 15,-1 2-640-15,1 4-128 0,-1 0-32 0,0 2 0 16,3 0-272-16,2-3-128 0,-1 0 0 0,2-3 128 16,1 0-128-16,1 0 0 0,1-2 0 0,2-1 0 15,0-2-192-15,1-3 16 0,0-1 16 0,2-2 0 16,2-1-288-1,-2-3-64-15,2-3-16 0,0-1 0 0,0-1 176 0,1-2 32 0,-1 1 16 0,0-5 0 0,0 0 144 0,-2-2 32 16,0-2 0-16,-2 1 0 0,0-2 128 16,-1 1 0-16,-3-1 0 0,-1 3 0 0,0-3 160 15,-1 3-32-15,-3 3-128 0,-2 2 192 0,2 8 112 0,0 0 16 16,-5-1 0-16,-4 2 0 0,-2 3 352 0,-2 4 80 16,2 3 16-16,-2 5 0 0,0 1-400 0,0 1-80 15,1 2-16-15,3 1 0 0,1-2-64 0,3 0-16 16,2-3 0-16,3-1 0 0,1 2-192 0,5-2 144 15,1-2-144-15,5 0 128 0,0-3-320 0,5-1-64 16,2-1 0-16,2-3-16 16,0-3-2080-16,3 4-400 0,3-2-96 0</inkml:trace>
  <inkml:trace contextRef="#ctx0" brushRef="#br0" timeOffset="93690.15">18926 12231 3679 0,'0'0'160'0,"0"0"32"0,-4-3-192 0,2 3 0 15,2 0 0-15,0 0 0 0,-3 7 8080 0,3 6 1584 16,-1 6 304-16,1 6 64 0,-2 6-6752 0,2 6-1344 16,0 5-272-16,-1 4-48 0,0 7-576 0,-1-1-112 15,0 4-32-15,-2-4 0 0,3-10-512 0,-1-1-96 16,0 0-32-16,0-1 0 0,1-2-128 0,0-1-128 16,1-4 192-16,0-1-192 15,-2-6-464-15,2-1-208 0,-1-3-32 0,1-3-16 16,3-2-1712-16,-2-4-320 0,-1-1-80 0,0-5-15440 0</inkml:trace>
  <inkml:trace contextRef="#ctx0" brushRef="#br0" timeOffset="94028.02">18917 12169 37375 0,'0'0'1664'0,"-8"3"320"0,-5 1-1584 0,0 4-400 0,0 4 0 0,-3 3 0 16,1 2 1088-16,-2 5 128 0,-3 3 16 0,2 0 16 15,-2-2 112-15,0 1 32 0,1-1 0 0,2-2 0 16,2-3-768-16,-1-1-160 0,3-4-16 0,1-1-16 16,2-3-224-16,1-2-32 0,1-5-16 0,3 0 0 15,5-2-160-15,0 0 192 0,-4-7-192 0,2-1 192 16,4-1-192-16,-1-3 0 0,3-2 0 0,3-3-176 0,0-2 176 16,4-4-192-16,-1-3 192 0,3 0-192 0,2 0 192 15,0 0 0-15,1 0-144 0,0 4 144 0,-1 2 0 0,1 2 0 16,-1 4 0-16,0 1 0 0,-2 1 256 0,0 5 0 15,-1 5 16-15,-1 2 0 0,0 2 192 0,-1 2 48 16,-1 2 0-16,0 0 0 0,1 3-64 0,-1-1-16 16,0 1 0-16,0 2 0 0,1-1-272 0,1 0-160 15,-1 1 192-15,1-2-192 16,-4 0-240-16,4 0-144 0,1-1-48 0,-1 1 0 16,2 0-2704-16,3 2-528 0</inkml:trace>
  <inkml:trace contextRef="#ctx0" brushRef="#br0" timeOffset="94459.82">19487 12837 16575 0,'0'-26'1472'0,"0"13"-1168"0,-2-4-304 0,1-4 0 16,0-1 4224-16,-1-2 768 0,2 0 176 0,-2 0 16 16,1 2-3024-16,-1 1-624 0,0 3-112 0,-1 2-16 0,-2 6 384 0,1-1 64 15,-1 5 32-15,-1 3 0 0,-1 3-496 16,-2 4-112-16,-3 5 0 0,-1 4-16 0,-2 2-560 0,1 7-96 16,-2 1-32-16,-1 7 0 0,2 3-336 0,-2 3-80 15,3 1-16-15,0-4 0 0,7 0-144 0,0-1 128 16,6-4-128-16,3 0 128 0,5-3-128 0,1-2 0 15,4-2 0-15,2-3-176 0,3-4-32 0,4-1-16 16,0-5 0-16,2-2 0 0,0-5-96 0,1-4 0 16,1-2-16-16,-1-5 0 0,1-3 16 0,1 0 0 15,-1-6 0-15,-1 1 0 0,-1 0 192 0,-2-2 128 16,-3-1-160-16,-2 0 160 0,-2-5-176 0,-3-1 176 16,-2-3-192-16,-4-1 192 0,-2-1-320 0,-3 0 64 15,-2-1 0-15,-2 3 0 16,-2 3-1056-16,-3 3-208 0,-3 4-32 0,0 4-16 15,-3 3-768-15,-8 2-160 0,4 6-16 0,4 5-8976 16,1 3-1792-16</inkml:trace>
  <inkml:trace contextRef="#ctx0" brushRef="#br0" timeOffset="94706.17">19604 12858 26719 0,'0'0'2368'0,"0"0"-1888"0,0 0-480 0,0 0 0 16,0 0 3264-16,0 0 576 0,4 10 96 0,-1 2 32 16,-1 1-1472-16,-1 1-304 0,-1 2-48 0,2 4-16 15,-1 0-1104-15,0 3-208 0,1-3-48 0,-1 4-16 16,-1-2-432-16,1 0-96 0,1-1-16 0,0-3 0 0,1-2-208 0,-2 0 0 16,2-2 0-16,-1-4 0 15,1 0-1344-15,-3-10-272 0,0 0-48 0,5 6-16 16,-5-6-2320-16,0 0-464 0,9 0-80 0,-1-3-32 0</inkml:trace>
  <inkml:trace contextRef="#ctx0" brushRef="#br0" timeOffset="94929.93">19817 12867 36287 0,'0'0'1600'0,"0"0"336"0,0 0-1552 0,0 0-384 15,0 0 0-15,0 0 0 0,-3 6 2320 0,2 5 384 16,-2-1 80-16,0 2 16 0,-1 1-912 0,1 1-176 15,-1 2-48-15,1 1 0 0,-1 1-800 0,2-2-160 16,-1 1-48-16,0 0 0 0,2 0-288 0,1-2-64 16,1 0-16-16,2-2 0 0,-2-1-160 0,3-2-128 15,0-1 144-15,1-1-144 0,2-3 128 0,1-1-128 16,2 0 0-16,0-1 0 0,2-2 0 0,0-1 0 16,0-1 0-16,2-2 0 0,2 0-176 0,2 1 32 0,-1-2 0 0,2-1 0 31,4-2-2864-31,-1-2-560 0</inkml:trace>
  <inkml:trace contextRef="#ctx0" brushRef="#br0" timeOffset="95358.76">17501 13597 8287 0,'25'-8'368'0,"-12"4"80"0,0 0-448 0,3 2 0 15,-1-1 0-15,11 2 0 0,11 6 9744 0,8 0 1872 16,10-1 368-16,5 1 80 0,5 2-9744 0,8-1-1936 0,8 2-384 0,12 0 0 16,8 0 0-16,5-2-128 0,2 0 128 0,8-2 0 15,8-2 0-15,1 1 0 0,-2-2 0 0,5-1 0 16,5 1 0-16,-4-1 0 0,-3-1 0 0,1 0 0 16,2-2 0-16,-8 3 0 0,-8 2 0 0,-4 0 0 15,-5 1 0-15,-2 2 0 0,-3 4 0 0,-12 0 0 16,-11 2 0-16,-5-1 0 0,-3 2 0 0,-5 0 0 15,-6-1 0-15,-4 0 0 0,-4-1 0 0,-6-1 0 16,-7 0-448-16,-4-1-128 16,-8-1-16-16,-3-5-14288 0,-5 0-2848 0</inkml:trace>
  <inkml:trace contextRef="#ctx0" brushRef="#br0" timeOffset="96173.96">17512 13954 42383 0,'-3'-13'1872'0,"3"7"400"0,-1-2-1824 0,2-1-448 0,0-2 0 0,2 2 0 16,1 1 144-16,0 2-144 0,-4 6 128 0,0 0-128 15,0 0 736-15,0 0 64 0,0 0 16 0,0 0 0 16,2 9 224-16,0 3 48 0,-1 2 16 0,-1 8 0 16,-3 3-384-16,1 8-80 0,-4 6 0 0,1 2-16 15,-1 4-224-15,-2 3-32 0,1 3-16 0,0 0 0 16,-3 1-192-16,3-1-32 0,-1-3-128 0,1-1 192 16,1-2-192-16,1-1 144 0,2-4-144 0,-1-1 128 15,1-4-128-15,3-2 0 0,0-3 144 0,3-2-144 0,1-4 0 16,4-1 0-16,0 1 0 0,2-2 0 0,4-5 0 0,3 0 0 15,3-3-128-15,5-1 128 0,5 0-288 0,2-4 32 16,3-2 0-16,21 1 0 16,-3-3-144-16,-1-4-32 0,2 1 0 0,-12-2 0 15,6 1 80-15,6 3 16 0,5 1 0 0,3 2 0 0,3 2 160 0,3 2 48 16,-3 1 0-16,-1 3 0 0,3 1 128 0,3 3 0 16,0 3 0-16,5-1-128 0,-2 0 128 0,-7-3 0 15,1 3 0-15,8 1 0 0,2-3 0 0,2 0 0 16,0-2 0-16,25 4 0 0,-12-3 128 0,-10-4-128 15,-4-2 160-15,-4-3-160 0,-2-3 128 0,-3 1-128 16,-5-4 0-16,-4-1 0 0,-4-2 0 0,-5 2 0 16,-2-5 0-16,-3-1 0 0,-2-3 0 0,1 0 0 15,-6-6 0-15,-1-3 0 0,-2-1 144 0,-3-1-144 0,-5-3 128 16,-2-1-128-16,-2-3 256 0,-3-2-16 16,-4 1-16-16,-7 5 0 0,-2-4 192 0,-1-5 32 0,-1-3 16 15,1-3 0-15,-1-3-128 0,-1-4-16 16,0-2-16-16,1 1 0 0,-1-6-176 0,0 4-128 0,0-3 144 0,-1 1-144 15,0-1 128-15,0-1-128 0,-1 2 0 0,-1 1 0 16,1 2 208-16,0 2-48 0,-2 4-16 0,-1 0 0 16,0 3-16-16,-1 2 0 0,-2 3 0 0,-1 2 0 15,-1 3-128-15,0 0 192 0,-1 1-192 0,1 4 192 16,0 0-384-16,0 2-64 0,1 2 0 0,-1-7-16 16,1 3-1552-16,0 2-304 0,1-1-64 0,-1 1-19760 15</inkml:trace>
  <inkml:trace contextRef="#ctx0" brushRef="#br0" timeOffset="96524.94">18913 14280 40031 0,'1'-10'1776'0,"-1"10"352"0,0 0-1696 0,0 0-432 16,0 0 0-16,0 0 0 0,0 0 864 0,0 0 96 0,0 0 0 0,0 0 16 15,0 0 384-15,0 12 80 0,-1 2 16 0,-2 5 0 16,1 5-720-16,-1 2-144 0,1 4-16 0,-2 1-16 15,0 1-368-15,0-1-64 0,-3 0 0 0,2 0-128 16,0-1 128-16,0-1-128 0,-1-3 0 0,1-1 0 16,1-4-192-16,0-2-112 0,-1-2-16 0,1-4 0 15,2-1-1920-15,-2-5-384 16,0-2-64-16,-1-1-16864 0</inkml:trace>
  <inkml:trace contextRef="#ctx0" brushRef="#br0" timeOffset="96709.98">18496 14253 47567 0,'0'0'2112'0,"0"0"432"0,0 0-2032 0,12-5-512 15,5-2 0-15,3 2 0 0,5-2 256 0,1 1-64 16,2-1 0-16,0 2 0 0,2-1 464 0,3 0 96 16,-1 1 16-16,2 1 0 0,0 0-448 0,1 2-96 15,2-1-16-15,-2 2 0 0,0 1-208 0,1-3 0 16,0 3 0-16,-1 3 0 15,-1-2-1472-15,0 4-320 0,0 2-80 0,1 2-19248 0</inkml:trace>
  <inkml:trace contextRef="#ctx0" brushRef="#br0" timeOffset="96939.81">19457 14413 25791 0,'0'0'2304'0,"-7"5"-1856"15,1 2-448-15,-2-1 0 0,0 5 4736 0,0 2 832 16,2 1 192-16,-1 3 16 0,-1 1-3984 0,-1 3-816 15,-1 1-144-15,1 3-48 0,-2 0 256 0,-1 1 48 0,2 1 16 0,-2 0 0 16,3-1-464-16,1 1-80 0,2-4-32 0,2 1 0 16,1-5-256-16,2 1-48 0,2-6-16 0,3 2 0 15,1-6-48-15,3 0-16 0,3-3 0 0,2-1 0 16,5-2-144-16,2-4 0 0,2 0 0 0,1-6-176 16,1 1-64-16,2-1-16 0,4-4 0 0,0 1 0 15,-2-1-768-15,2-2-176 0,3-1-16 0,2-3-16 16,3 0-1760-16,4-7-336 0,3-1-80 0</inkml:trace>
  <inkml:trace contextRef="#ctx0" brushRef="#br0" timeOffset="97456.97">20292 11329 26719 0,'0'0'2368'0,"0"0"-1888"0,-4-6-480 0,3 2 0 0,0-3 3056 0,2 3 512 16,3-1 96-16,3 2 32 0,3 0-1680 0,4 2-336 16,2-2-64-16,4 2-16 0,0 0-416 0,5-1-96 15,3 2 0-15,0 0-16 0,1 0-272 0,4-2-48 16,2 1-16-16,4-1 0 0,4 2-96 0,4-1 0 16,4-2-16-16,2 2 0 0,3 0-368 0,0-1-64 15,0-3 0-15,2 1-16 0,-2-1-176 0,1-1 0 16,0-1 0-16,-1 1 0 15,-2-2-1664-15,-3 1-256 0,-3 2-48 0,-4 0-13152 16,-5 0-2640-16</inkml:trace>
  <inkml:trace contextRef="#ctx0" brushRef="#br0" timeOffset="97807.92">20703 11074 37775 0,'0'0'1664'0,"0"0"368"0,0 0-1632 0,0 0-400 0,0 0 0 0,-6 4 0 16,-2-1 2560-16,-1 1 416 0,-2 1 96 0,-1-1 0 16,-2 2-1728-16,-4 2-368 0,-2 3-64 0,-3 0-16 15,-5 1-464-15,-2 2-112 0,-2 1 0 0,-2 0-16 0,-3 2 64 0,1-2 16 16,-1 0 0-16,2 0 0 0,1-4-64 0,3 1 0 15,2 0 0-15,3-2 0 0,3 0-128 0,3-1-16 16,5-2-16-16,2 0 0 0,2-4-32 0,5 0 0 16,6-3 0-16,0 0 0 0,0 0-128 0,0 0 0 15,6 7 0-15,3-2 128 0,3-1-128 0,2 1 0 16,2 1 0-16,4-3 0 0,2 1 0 0,4 0 0 16,1-2 0-16,3 2 0 15,1-1-464-15,2 1-80 0,1-1-16 0,1 1-15952 16,2 0-3184-16</inkml:trace>
  <inkml:trace contextRef="#ctx0" brushRef="#br0" timeOffset="98591.16">21880 10974 15663 0,'2'-17'1392'0,"-2"12"-1120"0,-2 0-272 0,2 5 0 0,-1-6 6336 0,1 6 1216 16,0 0 256-16,0 0 32 0,0 0-5360 0,0 0-1072 16,-1 12-224-16,-1 6-32 0,0 5 192 0,-2 4 32 15,-3 6 16-15,1 4 0 0,2 5-688 0,1 0-128 16,1-1-16-16,2 1-16 0,0-3-160 0,1-2-48 16,0-2 0-16,2-5 0 0,1-3-144 0,0-3-48 15,1-2 0-15,0-6 0 0,2-2-144 0,-1-1 0 16,-1-5 144-16,1-2-144 0,-6-6 0 0,0 0 0 15,7 0 0-15,1-1 0 0,-3-3 0 0,2-2 0 16,0-4 0-16,-2 0 0 0,0-2 0 0,1-2 0 0,1-3 0 0,1 0 0 16,-2-2 0-16,2-4-128 15,1 0 128-15,-1-3-128 0,0-2 128 0,0-2-160 0,0-3 160 0,1 1-160 16,0 5 160-16,1 3-160 0,-2 2 160 0,0 8-160 16,0 1 160-16,-2 4-128 0,1 2 128 0,-7 7-128 15,0 0 128-15,6 11-128 0,1 4 128 0,-1 5-128 16,0 6 256-16,-1 0 48 0,1 4 16 0,-1 0 0 15,1 0-192-15,0-4 160 0,1 0-160 0,1-1 160 0,-1-3-160 0,1-2 0 16,1-3 0-16,0-3 128 0,-1-2-128 0,0-5 0 16,0 0 0-16,1-4 0 0,0-2 0 0,0-1 0 15,2-3 128-15,-2-2-128 0,-3-3 0 16,2-1 0-16,0 0 144 0,-1-4-144 0,0 0 128 16,1 0-128-16,-1-1 160 0,-1-2-160 0,1-1 128 0,-1-4-128 15,1-1 0-15,-1-2 144 0,-2-2-144 0,1-1 0 16,1 1 0-16,-1-3 0 15,-1 2-1056-15,0 1-96 0,0 0 0 0,-2 0-15104 16,-1 1-3008-16</inkml:trace>
  <inkml:trace contextRef="#ctx0" brushRef="#br0" timeOffset="98791.61">21660 10741 42383 0,'0'0'3776'0,"0"0"-3024"16,0 0-608-16,0 0-144 0,0 0 2288 0,9 1 416 0,4-2 96 0,1-1 16 16,0-2-2304-16,4 3-512 0,4 0 0 0,3 1 0 15,3-4 0-15,4 1 0 0,0-1 0 0,5-1 0 32,1 0-1632-32,3 0-368 0,1 1-80 0,-2-3-12192 15,-2 1-2432-15</inkml:trace>
  <inkml:trace contextRef="#ctx0" brushRef="#br0" timeOffset="98909.57">22428 10729 10127 0,'0'0'448'0,"0"0"96"16,0 0-544-16,0 0 0 0,0 0 0 0,12 1 0 16,1-1 7568-16,1 0 1408 0,2-1 288 0,-1 0 48 0,2-2-6432 0,0 0-1280 15,1 1-256-15,-1-3-48 0,3 1-816 0,1 0-160 16,0 0-48-16,-1 0 0 16,0 1-1952-16,1 1-400 0,1 4-80 0</inkml:trace>
  <inkml:trace contextRef="#ctx0" brushRef="#br0" timeOffset="99713.91">22739 11326 11055 0,'-3'-4'976'0,"-1"1"-784"0,4 3-192 0,0 0 0 15,0 0 7392-15,0 0 1440 0,0 0 272 0,0 0 64 16,-4 8-5968-16,0 3-1184 0,0-1-240 0,1 4-48 16,1 0-656-16,0 1-128 15,1 1-32-15,0-1 0 0,1 1-624 0,0 0-128 0,0-2-32 0,2 0 0 16,2-2-128-16,0 0 0 0,-3-3 0 0,3-1 0 15,0-2 0-15,-4-6 0 0,0 0 0 0,7 4-176 16,-7-4-48-16,6 0-16 0,1-1 0 0,1-3 0 16,0-1-16-16,-1-2-16 0,1-2 0 0,0-1 0 0,0-2 80 15,1-1 0-15,1-1 16 0,1-1 0 0,-1 2 0 0,2 0 0 16,0 2 0-16,-2-1 0 0,1 3-16 16,-2 3 0-16,-3 4 0 0,-6 2 0 0,0 0 192 0,0 0 0 15,8 5-144-15,-1 2 144 0,-7-7 272 0,5 10 128 16,0-1 32-16,-1 2 0 0,0-1-128 0,1 0-32 15,0 0 0-15,2-3 0 0,1 0-272 0,1-2 0 16,0-1 0-16,1-1 0 0,2-2 0 0,1-1 0 16,0-1 0-16,1-2 0 0,1-1 0 0,-1-2-144 15,2-1 144-15,-3-2 0 0,0-2-128 0,-1 0 128 16,-1-1-128-16,0-1 128 0,-2-1-176 0,-1-1 176 16,-1 1-208-16,0 1 80 0,-1 2 128 0,-3 2-160 15,-3 2 160-15,0 7-160 0,0 0 160 0,0 0 0 16,-8-2 0-16,-1 5 0 0,-1 2 192 0,-1 5 0 15,-2 0 16-15,2 1 0 0,-1 5-32 0,1-3-16 16,2 1 0-16,3 2 0 0,2-6-160 0,4 3 192 16,1-2-192-16,2-1 192 0,2-1-432 0,3-1-80 15,1-1 0-15,3-2-16 16,1-4-368-16,2 1-64 0,1-4 0 0,1 1-16 16,-1-3 48-16,-1-1 16 0,0-2 0 0,-1 0 0 0,0-3 288 0,-1 1 64 0,-2-1 16 0,-1-1 0 15,-1-2 352-15,0 0 0 0,0-1 160 0,1-3-160 16,-1-1 192-16,-1-3-64 0,-3-2 0 0,0-2-128 15,-1 0 464-15,-2 0-16 0,1 4 0 0,0 3 0 16,-2 2 208-16,0 5 48 0,1 3 0 0,-2 8 0 16,-2-5 128-16,2 5 16 0,0 0 16 0,0 0 0 0,-6 5-224 0,1 3-32 15,-1 3-16-15,2 1 0 0,-1 6-400 0,1-2-192 16,0 2 160-16,3 2-160 0,1 1 0 0,3 0 0 16,-2-1 0-16,2-1 0 0,1-1 0 0,-1 2-192 15,1-4 48-15,0 4 0 16,0-6-976-16,0 2-192 0,1-3-32 0,-1 0-16 15,0-2-896-15,0-1-176 0,0-2-48 0,-1-2-10832 16,-1-1-2160-16</inkml:trace>
  <inkml:trace contextRef="#ctx0" brushRef="#br0" timeOffset="99893.55">23261 11359 40143 0,'-9'-6'1776'0,"9"6"368"0,0 0-1712 0,0 0-432 16,0 0 0-16,0 0 0 0,0 0 1856 0,0 0 272 15,0 0 64-15,6-4 16 0,2 2-864 0,3-2-192 16,0 0-16-16,2-1-16 0,3 1-800 0,1 0-176 16,1 0-16-16,2-1-128 0,3 0 0 0,2-1 0 15,0 0 0-15,6-1-15616 16,3 3-2992-16</inkml:trace>
  <inkml:trace contextRef="#ctx0" brushRef="#br0" timeOffset="100363.88">24131 11057 37775 0,'0'0'3360'0,"0"0"-2688"0,0 0-544 0,0 0-128 15,0 0 3200-15,0 0 592 0,10-2 128 0,2 1 32 16,-1 1-3072-16,2 0-624 0,2-2-112 0,-1 1-16 15,2 1 192-15,-1 0 32 0,1-3 16 0,2 2 0 16,2 0-784-16,1-1-160 0,-2 2-16 0,0-2-16 16,-3-1-2464-16,0 2-512 0</inkml:trace>
  <inkml:trace contextRef="#ctx0" brushRef="#br0" timeOffset="100509.66">24303 11153 35935 0,'0'0'1600'0,"0"0"320"0,0 0-1536 0,0 0-384 0,0 0 0 0,0 0 0 0,6-3 2704 0,3-1 480 16,0-1 80-16,3 1 32 0,1-3-2416 0,4 2-496 16,1 0-80-16,3 0-32 15,3 0-2000-15,3-1-384 0,3 2-96 0,4-2-17248 0</inkml:trace>
  <inkml:trace contextRef="#ctx0" brushRef="#br0" timeOffset="101026.48">24970 10853 35935 0,'-4'-8'1600'0,"4"8"320"0,-4-3-1536 0,4 3-384 0,0 0 0 0,0 0 0 16,0 0 3728-16,-2 8 688 0,-1 4 128 0,0 1 16 15,1 5-2832-15,-2 6-576 0,-3 3-128 0,4 7 0 16,-1 0-496-16,1 5-80 0,0-3-32 0,2 1 0 15,0 1-224-15,2-3-64 0,2-4 0 0,1-3 0 16,-2-4-128-16,2-3 0 0,0-3 0 0,0-3 0 0,0-5 0 0,0-2 0 16,-4-8 0-16,0 0 0 0,0 0 0 0,0 0 0 15,0 0 128-15,0 0-128 16,0 0 0-16,6-4 0 0,-1-4 0 0,1 0 0 0,0-5 0 0,1-1 0 16,-2-2 144-16,1-3-144 0,2-3 0 0,1-2 0 15,3-3 0-15,2-2-192 0,2-2 192 0,2-4 0 16,2-2 0-16,1 1 0 0,0 1 0 0,1 2-128 15,-1 4 128-15,-2 4 0 0,0 6 0 0,-4 3-160 16,-2 7 160-16,-2 4 0 0,-11 5-144 0,7 4 144 16,0 5 0-16,-2 5-144 0,-1 6 144 0,0 5 0 15,-1 5 160-15,-2 4-160 0,0 1 192 0,2 1-48 16,1-1-16-16,1-1 0 0,0-1-128 0,3-2 0 16,1-3 0-16,0-1-176 0,2-7 176 0,-1-4 0 15,1-1 0-15,-1-5 0 0,0-2 0 0,2-3 0 16,-1-2 0-16,0-1 0 0,1-5 0 0,0 0 144 15,-1-4-144-15,3 1 160 0,-1-3 16 0,0-2 0 16,-2-2 0-16,1-2 0 0,0-4-176 0,0-1 0 16,-1-3 0-16,1-3 0 0,-2 2 0 0,1-4 0 15,-2 0 0-15,-1-2 0 16,-2 0-400-16,0 1-64 0,-4-1-16 0,-2 3 0 16,-1 2-1824-16,-4 1-352 0,-5 2-80 0</inkml:trace>
  <inkml:trace contextRef="#ctx0" brushRef="#br0" timeOffset="101227.95">24756 10651 40543 0,'0'0'1792'0,"0"0"384"0,0 0-1744 0,0 0-432 16,12 2 0-16,4-4 0 0,1-1 3008 0,1 2 512 16,0-2 96-16,3 2 32 0,1-4-2480 0,2 1-480 15,0 0-112-15,4-1 0 0,3 1-384 0,3 0-64 16,2 0 0-16,2 1-128 0,1-1 176 0,-1 0-176 15,-1 1 160-15,-2-1-160 16,-1 0-1616-16,-3 0-432 0,-4 1-64 0,0-1-13312 16,-3 2-2640-16</inkml:trace>
  <inkml:trace contextRef="#ctx0" brushRef="#br0" timeOffset="101428.12">25544 10648 3679 0,'0'0'160'0,"0"0"32"0,13 1-192 0,0 1 0 16,2-2 0-16,0-2 0 0,0 2 7792 0,4 0 1504 15,-1-2 304-15,1 0 64 0,0 1-5648 0,0 0-1136 0,1 0-240 0,-2-1-32 16,2 0-1440-16,-1-2-272 0,-1 1-64 0,-1 2-16 16,-1-3-576-16,1 1-112 15,-1 1-128-15,-1-1 176 16,1 2-1920-16,-2-2-384 0,5 3-80 0</inkml:trace>
  <inkml:trace contextRef="#ctx0" brushRef="#br0" timeOffset="101700.28">25798 11273 34095 0,'0'0'3024'0,"0"0"-2416"16,0 0-480-16,0 0-128 0,0 0 3072 0,0 0 576 15,0 0 128-15,0 0 32 0,1 11-1552 0,-1 2-304 16,2 4-64-16,-4-1-16 0,1-2-928 0,-2 1-192 16,2 3-48-16,0-3 0 0,1 1-704 0,0-2 0 15,-2 1 0-15,2-3 0 16,2-2-560-16,-1-1-96 0,0-1-32 0,2-2 0 15,1 0-2672-15,1-1-544 0,2-3-96 0</inkml:trace>
  <inkml:trace contextRef="#ctx0" brushRef="#br0" timeOffset="102127.96">25926 11018 41183 0,'0'0'1824'0,"-4"-4"368"0,0-1-1744 0,4 5-448 0,-1-5 0 0,1 5 0 16,0 0 224-16,0 0-32 0,0 0-16 0,0 0 0 31,0 0-1504-31,0 0-288 0,0 0-64 0,6 4-16 0,1-2-832 16,-1 4-160-16,-1-1-48 0,2 3 0 0,-2 2 1728 0,-1 2 352 0,-1-4 64 0,-2 5 16 15,2 2 1552-15,-2 1 320 0,0 2 64 0,-1 2 16 16,0 3 1712-16,-1 2 352 0,2 2 64 0,-1 0 16 0,-2-4-608 0,2 0-112 16,0-3-32-16,0 0 0 0,0-2-1264 0,1-1-256 15,-1-3-48-15,1-1-16 0,0-2-640 0,1-1-128 16,-2-10-32-16,2 5 0 0,-2-5-192 0,0 0-32 15,0 0-16-15,0 0 0 0,0 0-144 0,0 0 0 16,8-4 0-16,0-2 128 0,0-2-128 0,1-4 0 16,0 1 0-16,3-5 0 0,1 0 0 0,0-1-144 15,-3-1 144-15,5 0 0 0,0 0-144 0,2 1 144 16,0 1 0-16,-1 4-144 0,-1 3 144 0,0 4 0 16,-1 2 0-16,-2 5 0 0,-2 1 0 0,-1 5 0 15,-2 1 0-15,-1 4 0 0,0 3 240 0,-1 1-32 16,-4 1 0-16,-1 2 0 0,-1-1-80 0,1 1-128 15,-1 0 176-15,1-4-176 0,0 4 128 0,0-4-128 16,0 1 0-16,0-4 0 0,1-2 0 0,0 0 0 16,-1-2 0-16,2-1 0 15,0-2-2192-15,3 1-400 0,2-2-80 0</inkml:trace>
  <inkml:trace contextRef="#ctx0" brushRef="#br0" timeOffset="193997.93">1154 15171 23039 0,'-8'-17'1024'0,"3"5"192"0,-3-2-960 0,0 2-256 0,0 0 0 0,3 2 0 16,0 1 5168-16,1 2 976 0,4 7 208 0,0 0 48 15,0 0-4352-15,0 0-848 0,0 0-176 0,3 13-48 16,-2 0-400-16,1 7-96 0,1 3-16 0,0 7 0 16,-1 3-80-16,0 2-32 0,0 4 0 0,1 1 0 15,-2 2-160-15,2-3-48 0,-2 2 0 0,2-5 0 16,-2-3-144-16,-1-2 0 0,-1-2 144 0,1-2-144 15,0-1 0-15,-2-6-320 0,0-2 64 0,-1 0 16 16,-1-5-784-16,0-1-176 0,-1 0-16 0,1-6-16 16,4-6-816-16,0 0-144 0,0 0-48 0</inkml:trace>
  <inkml:trace contextRef="#ctx0" brushRef="#br0" timeOffset="194241.36">684 15132 38703 0,'0'0'3440'0,"0"0"-2752"0,0 0-560 0,0 0-128 0,0 0 2240 0,7-2 432 15,3 0 80-15,3-1 0 0,2 0-2176 0,2 2-432 16,4-4-144-16,1 1 0 0,4-1 528 0,23-4 32 16,-2 2 0-16,-1-3 0 0,0-1-128 0,-2 1-32 15,-1-2 0-15,0 0 0 0,1 1-256 0,4-1-144 16,2 4 160-16,0-2-160 0,-2 1 0 0,-3 2 0 15,-2 3 0-15,-3 1 0 16,-5 2-784-16,-5 5-208 0,-5 0-32 0,-5 4-16 16,-3 2-752-16,-4 6-128 0,-2 2-48 0,-6 3 0 15,-5 1-1424-15,-3 4-272 0,-6 2-64 0</inkml:trace>
  <inkml:trace contextRef="#ctx0" brushRef="#br0" timeOffset="194409.85">999 15576 42383 0,'-33'9'1872'0,"15"-1"400"0,0 4-1824 0,3-3-448 0,5 3 0 0,5-1 0 15,2 1 1216-15,3-12 128 0,8 12 48 0,2-2 0 16,2-2-96-16,6-1-16 0,3-2 0 0,4-1 0 16,2-2-784-16,2-2-176 0,2-1-16 0,2-3-16 0,-1-4-160 0,4-1-128 15,1-1 192-15,4-2-192 0,-1 0 0 0,2-5-272 16,-2 3 16-16,1 2 16 16,-2-2-1872-16,1 1-368 0,2 1-80 0,-4-1-18208 15</inkml:trace>
  <inkml:trace contextRef="#ctx0" brushRef="#br0" timeOffset="194574.97">1850 15537 27647 0,'0'0'2448'0,"-9"8"-1952"16,0 0-496-16,4 1 0 0,5-9 5200 0,0 11 944 16,0-11 192-16,2 14 48 0,-2-14-5344 0,0 0-1040 15,0 0-256-15,4 9-16 16,-1 0-1888-16,-3-9-368 0,9 5-80 0,0-1-16800 0</inkml:trace>
  <inkml:trace contextRef="#ctx0" brushRef="#br0" timeOffset="194924.34">2399 14965 14735 0,'0'0'640'0,"0"0"160"0,0 0-640 0,0 0-160 0,0 0 0 0,0 0 0 15,0 0 7024-15,-5 1 1360 0,-1 2 288 0,0 0 48 16,-1 1-5920-16,0 3-1200 0,-3-1-224 0,-4 7-48 0,0 3-528 0,-2-2-96 16,0 2-32-16,1 0 0 0,-1 5-240 0,1-2-48 15,-1 1-16-15,0-2 0 0,-1-1-48 0,3 1-16 16,0-5 0-16,-1 4 0 16,1-5-160-16,1 1-16 0,2-1-128 0,5-3 192 0,-2 0-192 0,2-1 144 15,-1 0-144-15,3 1 128 0,4-9-128 0,0 0 128 16,-1 6-128-16,1-6 128 0,1 7-128 0,-1-7 128 15,5 6-128-15,2-1 128 0,1 2-128 0,1-2 0 16,1-4 0-16,2-1 0 0,1 2 0 0,1-4 0 16,1 1 0-16,0-1 0 0,2-2 0 0,2 0 0 15,1 0 0-15,1-1 0 16,-1-2-608-16,1 1 0 0,1-1 0 0,9-3 0 16,-3-1-1056-16,-2 1-224 0,-4 1-32 0,-1-2-13056 15,-2 2-2624-15</inkml:trace>
  <inkml:trace contextRef="#ctx0" brushRef="#br0" timeOffset="195158.54">2297 14916 45263 0,'0'0'2000'0,"0"0"432"0,0 0-1952 0,0 0-480 0,4 12 0 0,-1-1 0 15,1-1 768-15,-1 3 48 0,1 1 16 0,0 5 0 16,-1 0 688-16,0 5 144 0,-1 3 16 0,-1-3 16 15,2 3-944-15,-2 4-192 0,1 6-48 0,-1-1 0 16,2 1-288-16,-2-1-64 0,0 2-16 0,0 0 0 16,1-2-144-16,-1-2 128 0,2-3-128 0,-2-2 128 15,0-3-128-15,1 0 0 0,-1-2 0 0,2-3 0 16,-2-3-832-16,1-1-208 0,1-3-48 0,4 3-15136 16,-1-1-3040-16</inkml:trace>
  <inkml:trace contextRef="#ctx0" brushRef="#br0" timeOffset="195925.77">4103 14902 37887 0,'-2'-12'1680'0,"2"12"352"0,0-5-1632 0,0-1-400 0,0-1 0 0,2 1 0 15,0-1 1552-15,-3 1 240 0,-2-4 32 0,1 3 16 16,-3-1 80-16,-2 3 32 0,-2-2 0 0,-3 1 0 16,-1 0-832-16,-2 2-160 0,-4 3-48 0,-9 0 0 0,-2 1-336 0,-2 1-80 15,1 2-16-15,0 2 0 0,-2 1-256 0,-1 4-48 16,-2-1-16-16,-1 1 0 0,0 2-160 0,0 0 0 15,2-2 144-15,5 3-144 0,4 0 0 0,5-2 0 16,3-1 0-16,5 0 0 0,2 2 0 0,6-1 0 16,5-11 0-16,3 13 0 0,2 0 0 0,5-3 0 15,3 3 0-15,6-4-128 0,1 0-64 0,6 0 0 16,3 1 0-16,4-1 0 0,2 1 192 0,0-3 176 16,3-2-48-16,0 0 0 0,-2 2-128 0,-10-5 0 15,3 2 0-15,2 0 0 0,1 0 0 0,-2 1 0 16,-3 0 176-16,-4 2-176 0,-2 1 0 0,-4 0 0 15,-4-1 0-15,-2 2-160 0,-4 2 160 0,-1 2 0 16,-6 0 0-16,-6 3 0 0,-3-1 0 0,-4 4 0 16,-5 0 0-16,-13 11 128 0,-2-3 0 0,-1 0 0 15,-1-3 0-15,0 1 0 0,-2 0-128 0,0-2 0 16,-4-1 0-16,1-1 0 0,-2-1 0 0,3-3 0 16,1-3 128-16,7-1-128 0,5 0 128 0,5-4-128 0,3-1 128 15,3-1-128-15,5-1 192 0,10-6-16 0,0 0-16 0,0 0 0 16,0 0-160-16,6 8 192 0,4-3-192 0,3 2 192 15,2-3-192-15,7-2 0 0,4-2 0 0,6 0 0 16,3 0 0-16,3-1 0 0,3-4 128 0,2-2-128 16,2 1 0-16,-10-1 0 0,7 1 0 0,3-2 0 0,2 0 0 15,2 0 0-15,0 2 0 0,-2-3 128 0,-3-1-128 0,-2 5 0 16,-3-4 0-16,-4 3 0 16,-2-1-720-16,-3 2-32 0,-3 1 0 0,-2 3-16208 15,-3 2-3264-15</inkml:trace>
  <inkml:trace contextRef="#ctx0" brushRef="#br0" timeOffset="196660.33">3486 16079 31327 0,'-5'-6'2784'0,"0"-1"-2224"0,-1-1-560 0,3 2 0 16,0-2 3024-16,0 3 496 0,-1-2 112 0,-2 3 16 15,-2 2-2624-15,-1-2-528 0,-1 3-112 0,-1 1 0 16,-2 5 656-16,-1-1 144 0,-2 5 32 0,-1 0 0 16,-1 5-368-16,-2 2-64 0,2 5-16 0,-1 0 0 15,-1 4-336-15,2-2-80 0,1 0-16 0,2-2 0 16,2 1-192-16,4-1-144 0,4-2 192 0,2-1-192 16,2-3 0-16,5 1 0 0,4-2 0 0,2-4 0 0,2-4 0 0,1-1-192 15,1-1 0-15,2-2 0 0,2-2-128 0,1 0 0 16,1-4-16-16,1-4 0 0,3 0 32 0,-2-4 16 15,-1 1 0-15,1-3 0 0,0-1-80 0,-1-2-16 16,0 0 0-16,-4-1 0 0,0 1 16 0,-3 1 0 16,-2 0 0-16,-4 3 0 0,-3 2 208 0,-3 2 160 15,-2 2-208-15,0 7 80 0,0 0 272 0,0 0 64 16,-6-5 16-16,6 5 0 0,-8 2 240 0,0 2 48 16,0 2 16-16,1 4 0 0,0 2-192 0,1 1-32 15,-2 1-16-15,1 2 0 0,2 1-288 0,2 1 0 16,1-1 0-16,2-1 0 0,1 0 0 0,3-2 0 15,1 0 0-15,2-1 0 0,1-3 0 0,2-1 0 16,0-1-208-16,2-3 80 16,1-1-256-16,0-1-32 0,0-3-16 0,3 0 0 0,2-4 48 0,0-1 0 0,1 1 0 0,-4-3 0 15,-2 2 64-15,-1-4 0 0,0-3 16 0,0 1 0 16,-1-2 144-16,1 0 32 0,-4 0 0 0,0-1 0 16,-2 1 128-16,-2-1 0 0,-1 2 0 15,-1 3 0-15,-2 9 0 0,0 0 128 0,0 0-128 0,0 0 176 16,0 0 320-16,0 0 64 0,0 0 16 15,-7 8 0-15,-1 3 64 0,1 3 0 0,-1 5 16 0,3 4 0 16,0 3-320-16,1 1-64 0,1 3-16 0,1 1 0 16,-2 1-256-16,3-2 160 0,2 0-160 0,2-6 128 15,-1 1-128-15,3-1-192 0,3-6 32 0,-1 0 16 16,-2-5-1424-16,1-1-288 16,4 0-48-16,3-6-16 0,1-5-1760 0,0-1-352 15,1-4-80-15</inkml:trace>
  <inkml:trace contextRef="#ctx0" brushRef="#br0" timeOffset="197214.05">4081 16120 23039 0,'0'0'2048'0,"-7"-8"-1648"15,1 1-400-15,-1 2 0 0,1 1 4032 0,-1 0 736 16,1 2 144-16,-1 2 16 0,-2 0-3040 0,0 2-608 16,0 1-128-16,-2 1-32 0,1 2-256 0,-1 1-48 15,0 2-16-15,0 3 0 0,1 1-208 0,-2 2-32 16,2 4-16-16,-1 0 0 0,3 3-96 0,1-2 0 15,-1 1-16-15,1 1 0 0,2-4-176 0,2 1-48 16,3-3 0-16,4-1 0 0,-1-1-208 0,2 0 0 16,3-4 0-16,2-3 0 0,2-1-384 0,1-2 16 15,0-4 16-15,1-2 0 0,2-2-32 0,1-2 0 16,-1-2 0-16,2-5 0 0,2 0 16 0,-1-4 0 16,1-3 0-16,-2 0 0 15,0-3-128-15,-1 0-16 0,0-1-16 0,1-3 0 16,2 1 80-16,-5 0 0 0,-1-5 16 0,-1 2 0 0,-3 3 304 0,-2 1 128 0,-3 7-128 0,0 5 128 15,0 2 0-15,-5 11 256 0,0 0-48 0,0 0 0 16,-7 6 544-16,0 5 96 0,2 0 32 0,0 6 0 16,-2 2-208-16,3 2-32 0,2 1-16 0,-1 0 0 15,-1 2-256-15,3-3-48 0,2 1-16 0,2-1 0 16,-1 0-304-16,2-3 160 0,0-1-160 0,4-1 128 0,1-3-128 16,3-2 0-16,0 0 0 0,1-3 0 0,4-2-304 15,-4-2 64-15,-3-1 16 0,2-5 0 0,1 1 32 16,0-6 16-16,-1 1 0 0,-1-3 0 0,0-2 32 0,-1 1 0 15,-2-4 0-15,0 1 0 0,0-3 144 0,-2 0 0 16,1-1-144-16,-2-1 144 0,0-3 0 0,-1 0 0 16,-1 1-144-16,-3 0 144 0,-2 2 0 0,1 3-128 15,-2 4 128-15,-1 5 0 0,4 6 0 0,-9 0 0 16,-1 3 192-16,0 4-48 0,0 4 368 0,1 5 80 16,1-2 16-16,1 6 0 0,-1 2-304 0,3-1-64 15,-1-2-16-15,4 1 0 0,2-2-224 0,2 0 0 0,1-5 0 16,2 1 0-1,3-3-416-15,1 1-176 0,2-5-48 0,2-2 0 16,1-3-1824-16,3-3-368 0,2-3-80 0</inkml:trace>
  <inkml:trace contextRef="#ctx0" brushRef="#br0" timeOffset="198380.94">5064 15018 36863 0,'0'0'3264'0,"0"0"-2608"16,0 0-528-16,-7 9-128 0,2 2 2752 0,0 2 512 16,-2 2 96-16,-1 4 32 0,-2 1-2384 0,1 3-480 0,-3 0-80 0,0 3-32 15,1-2 160-15,-1-2 16 0,1 0 16 0,2-1 0 16,-2 0-240-16,0-7-48 0,1 2-16 0,1-3 0 16,1-2-96-16,1-1-16 15,2-4 0-15,5-6 0 0,-6 5-48 0,6-5-16 0,0 0 0 0,0 0 0 16,0 0-128-16,0 0 0 15,-7-6 0-15,3-3 0 0,1-3-272 0,3 0 64 16,2-1 16-16,2-4 0 0,2-2 0 0,2-1 0 0,1-2 0 0,0 0 0 16,0-2-32-16,1-2 0 0,0 1 0 0,2 2 0 15,-1 2 80-15,0 2 16 0,-2 4 0 0,-1 3 0 16,-3 5 128-16,-5 7 0 0,0 0 0 0,0 0 128 16,12 0 192-16,-12 0 32 0,10 4 16 0,-2 2 0 15,-8-6-48-15,10 12-16 0,1 0 0 0,-1 1 0 0,1 1-304 16,0 2 160-16,2-1-160 0,2 2 128 0,-1 0-128 0,3 3 0 15,0-2 0-15,0-1 0 0,0-3 0 0,0 1 0 16,1-1 0-16,-2-1 0 0,-2-1-176 0,-1-3-16 16,-2 1 0-16,-4 1 0 0,0-2 0 0,-7-9 0 15,5 10 0-15,-5-10 0 0,0 13 192 0,-2-2 0 16,2-11 0-16,-10 8 0 0,0-1 0 0,-2-3 128 16,-1 0-128-16,0 0 176 0,-1 0 16 0,0 1 16 15,-3-4 0-15,-2 2 0 0,0 0-48 0,-2-1-16 16,-1 0 0-16,0 0 0 0,-2 1-144 0,2 1 0 15,-3-3 0-15,2-1 0 0,1 0 0 0,2 0-320 16,2 1 48-16,3-1 16 16,2 0-1696-16,13 0-336 0,0 0-64 0,0 0-12304 15,-6-7-2480-15</inkml:trace>
  <inkml:trace contextRef="#ctx0" brushRef="#br0" timeOffset="198862.18">6156 14855 32255 0,'-6'-1'2864'0,"-6"-4"-2288"16,1-3-576-16,4 3 0 0,-2 1 4192 0,-2-2 736 15,-1 3 128-15,1-4 48 0,-1 2-3248 0,-1 1-656 16,0 0-128-16,0 1-32 0,-2 2-496 0,1 1-96 16,-3 1-32-16,0 2 0 0,-1 0-176 0,-2 2-48 15,1 1 0-15,-1 2 0 0,2 0-64 0,1 0 0 16,0 0-128-16,3-1 192 0,2 1-192 0,3 0 144 16,1 3-144-16,2-2 128 0,0 1-128 0,4 1 0 15,-1-4 0-15,4 5 0 0,5-2 0 0,2 2 0 16,1-1-128-16,2 0 128 0,2 2 0 0,3 0 0 15,4-1 0-15,0-1 0 0,3-2-128 0,1 0 128 16,1-1 0-16,1-2 0 0,2 1 0 0,-1 1-176 16,2-2 176-16,-1 1-128 0,0-1 128 0,-2 1-192 15,-4-1 192-15,-1 2-192 0,-4 1 192 0,-3-1-128 16,-3 1 128-16,-4 0-128 0,-1 2 128 0,-4-1 0 16,-2 3 0-16,-2-1 0 0,-5 2 0 0,-1-2 0 15,-2 2 128-15,-2-1-128 0,-2 0 0 0,-10 6 144 16,1-4-144-16,-2 1 0 0,-1-4 128 0,0 1-128 0,0-2 0 15,8-3 0-15,-6 3 0 0,-3-2 0 16,-5-3 0-16,1 1-144 16,-1-1-640-16,-1 1-128 0,0-1-32 0,3 1 0 15,0-2-1728-15,-9 2-336 0,7-5-80 0</inkml:trace>
  <inkml:trace contextRef="#ctx0" brushRef="#br0" timeOffset="199044.15">5804 15253 24879 0,'-14'4'1088'0,"6"0"256"0,-2 2-1088 0,-2 2-256 0,-1 4 0 0,0-1 0 0,-3 4 3648 0,-1 3 688 16,-1 2 128-16,-2 2 16 0,-1-3-2832 0,-6 11-576 15,4-5-112-15,4-3-32 0,2-2-704 0,3-3-224 16,1-4 128-16,5-2-128 16,6 0-2368-16,2-11-512 0,0 0-128 0,0 0 0 0</inkml:trace>
  <inkml:trace contextRef="#ctx0" brushRef="#br0" timeOffset="199244.56">6281 14564 30399 0,'-13'-3'2704'0,"8"3"-2160"15,-3 1-544-15,2 4 0 0,-1 3 4208 0,1 2 720 16,-1 3 160-16,-1 0 32 0,1 3-4304 0,-3-3-816 15,1 5-256-15,1-1 0 0,1 1 256 0,0-3 192 16,2 2-48-16,0 1 0 16,1-2-1968-16,2 1-400 0,2 0-80 0,2 0-16896 0</inkml:trace>
  <inkml:trace contextRef="#ctx0" brushRef="#br0" timeOffset="200112.91">6758 15066 52463 0,'0'0'2320'0,"0"0"496"0,0 0-2256 0,0 0-560 0,0 0 0 0,11-1 0 16,2-3-144-16,3 2-144 0,-1-1-32 0,2 2 0 15,1-3 320-15,5 1 0 0,1 0 0 0,2 1 0 16,1 1-256-16,-1-3 0 0,-2 0 0 0,0 0 0 15,-2-1-1520-15,0 2-288 0,0 3-64 0,0 0-16 16,1 0-1344-16,-4-1-272 0,-3-2-48 0</inkml:trace>
  <inkml:trace contextRef="#ctx0" brushRef="#br0" timeOffset="200261.55">7054 15137 12895 0,'-27'2'576'0,"9"2"112"0,-3 0-560 0,3 0-128 15,1-1 0-15,2 2 0 0,1 1 6432 0,4 0 1248 16,0 0 256-16,10-6 64 0,0 0-5376 0,0 0-1056 15,0 0-224-15,0 0-32 0,0 0-544 0,10 11-128 16,1-5 0-16,2-3-16 0,4 1-816 0,4-4-144 16,3 0-48-16,2-4 0 15,0-3-1664-15,4-1-320 0,2-2-80 0,5-2-10064 16,1-1-2016-16</inkml:trace>
  <inkml:trace contextRef="#ctx0" brushRef="#br0" timeOffset="200563.33">7701 14759 44175 0,'-10'-11'1952'0,"6"6"416"0,4 5-1904 0,0 0-464 0,0 0 0 0,0 0 0 15,2-10 1040-15,4 0 112 0,1 3 32 0,1 1 0 16,1 0 32-16,4-1 0 0,4 1 0 0,4-1 0 16,3 0-688-16,2-1-128 15,2 2-16-15,1 0-16 0,-2 2-224 0,0 1-144 16,-5 3 192-16,0 0-192 0,-3 0 160 0,-3 3-160 15,-3 1 128-15,-4 2-128 0,-9-6 288 0,3 8-32 0,-4 1 0 0,-3 1 0 16,-6 1 192-16,-1 2 16 0,-5 3 16 0,-5 0 0 16,-1-1-208-16,-3 1-32 0,-1 0-16 0,0 1 0 15,0-4-32-15,-9 6-16 0,7-2 0 0,4-5 0 0,2 0-176 0,5-3 0 16,4-2 0-16,3 1 0 16,10-8-384-16,-2 9 32 0,2-9 16 0,4 12 0 15,2 0-1008-15,2-4-208 0,4 1-48 0,3 3 0 16,5 2-2176-16,3 4-448 0</inkml:trace>
  <inkml:trace contextRef="#ctx0" brushRef="#br0" timeOffset="200728.41">7980 15409 38703 0,'-14'12'1712'16,"7"-6"352"-16,-2 1-1648 0,0 0-416 0,2 2 0 0,1 0 0 0,-1 0 4064 0,2-1 736 16,0-2 128-16,0 2 48 0,1-1-3456 0,0-1-688 15,1-1-144-15,3-5-32 0,0 0-528 0,0 0-80 16,0 0-48-16,0 0 0 0,0 0 0 0,0 0 0 15,0 0 0-15,0 0 0 16,0 0-368-16,0 0-64 0,0 0-16 0,0 0-25312 0</inkml:trace>
  <inkml:trace contextRef="#ctx0" brushRef="#br0" timeOffset="202263.3">6745 16751 49247 0,'0'0'2176'0,"0"0"448"0,0 0-2096 0,0 0-528 15,0 0 0-15,7-9 0 0,2 2 656 0,2 2 32 16,0 1 0-16,2 1 0 0,2 1-688 0,2 2 0 0,0 0-128 0,1 1 128 15,0 2 0-15,2 1 0 16,-2-4 0-16,1 1 0 0,2 1-304 0,0 1 64 16,0 1 16-16,-1-1 0 15,-1-3-1792-15,1 1-352 0,-1 2-80 0,1-1-17536 0</inkml:trace>
  <inkml:trace contextRef="#ctx0" brushRef="#br0" timeOffset="202424.41">6904 16975 12895 0,'-23'5'1152'0,"10"-2"-928"0,-1-1-224 0,2 1 0 16,1 0 7424-16,2-1 1424 0,2-3 304 0,7 1 48 16,0 0-7056-16,0 0-1408 0,0 0-288 0,0 0-48 15,0 0 176-15,14-1 48 0,4-1 0 0,3 1 0 16,4-2-1072-16,2 0-192 0,2-1-64 0,2 0 0 16,2-3-1248-16,1-2-256 0,-1 0-48 0,4-3-10352 15,2-1-2080-15</inkml:trace>
  <inkml:trace contextRef="#ctx0" brushRef="#br0" timeOffset="202764.53">7592 16699 34607 0,'0'0'1536'0,"-12"-3"320"0,-3-4-1488 0,1 5-368 15,0 2 0-15,-2 5 0 0,-1-1 2768 0,0 6 496 16,-1 1 80-16,1 2 32 0,0 3-1264 0,0 0-256 16,2 7-64-16,0-2 0 0,1 3-832 0,3 1-160 15,4 1-32-15,1-1-16 0,1 0-304 0,3-2-48 16,0 1-16-16,6-2 0 0,3-1-240 0,3-2-144 15,3-6 160-15,3 2-160 0,2-2 0 0,4-3 0 16,3-3 0-16,2-2 0 0,7-3-272 0,0-3 48 16,-1-2 16-16,-2-2 0 0,0-1-112 0,1-5-32 0,0-2 0 0,-1 0 0 15,-2-2-32-15,-1-1 0 0,-6-1 0 16,-3-1 0-16,-3-1 160 0,-4 0 32 0,-3 1 0 0,-3-5 0 16,-3 3 192-16,-4-3 128 15,-3 3 0-15,-4-3-128 0,-3 1 352 0,-2 3-32 0,-4 0-16 0,-2 3 0 16,-2-1 64-16,-2 1 16 0,-2 2 0 0,0 3 0 15,0 2-144-15,0 0-32 0,2 1 0 0,1 2 0 16,1-1-208-16,3 2 0 0,1 1 0 0,2 0 0 16,2-1-896-16,4 1-160 15,9 4-32-15,0 0-16 0,0 0-3040 0,0 0-592 16</inkml:trace>
  <inkml:trace contextRef="#ctx0" brushRef="#br0" timeOffset="205699.51">7528 17671 18431 0,'-11'-10'1632'0,"5"3"-1312"15,-1 1-320-15,2 0 0 0,-2 5 5728 0,7 1 1072 16,0 0 224-16,0 0 32 0,0 0-5648 0,-5 9-1152 15,0 3-256-15,1 2 0 0,0 2 752 0,0 6 112 16,0 4 32-16,0 2 0 0,-1 0-384 0,3 2-80 16,-2 4-16-16,2 0 0 0,2 0 160 0,3 0 16 0,-2-2 16 0,3 1 0 15,3-2-256-15,2-2-48 0,1-3-16 0,3-4 0 16,0-1-288-16,3-5 0 0,2-4 128 0,2-3-128 16,-2 2 0-16,0-4 0 0,1-4 0 15,-1-3 0 1,0 1-480-16,0 0 0 0,2-2 0 0,-1-3 0 15,-2-4-1920-15,2 3-384 0,-2 1-80 0,0-5-10208 0,0-9-2048 0</inkml:trace>
  <inkml:trace contextRef="#ctx0" brushRef="#br0" timeOffset="206065.49">7549 17693 27647 0,'-17'-15'1216'0,"5"8"256"0,-1 1-1168 0,-2 0-304 15,1 6 0-15,1-1 0 0,4-1 3728 0,0 0 688 16,-2 7 144-16,0 1 32 0,-1-1-2928 0,2 1-576 16,-2 2-112-16,0 4-16 0,2 1-224 0,-1-3-32 15,2 2-16-15,1-1 0 0,0-4-288 0,2 1-48 16,6-8-16-16,-5 7 0 0,5-7-144 0,0 0-48 16,0 0 0-16,0 0 0 0,0 0-16 0,0 0-128 15,1-8 192-15,5-4-64 0,4-1-128 0,1-3-144 16,2-3 144-16,3-3-208 0,1-2-48 0,0 1 0 15,0-3 0-15,-1 4 0 0,-3 1 256 0,-2 4 0 16,0 4 0-16,-3 4-144 0,-8 9 144 0,0 0 144 16,0 0-16-16,0 0-128 0,0 0 560 0,0 0 0 15,0 0 0-15,0 0 0 0,0 0-240 0,5 15-64 16,-1-2 0-16,1 0 0 0,-1 0-256 0,2 0 0 16,0 0 0-16,0-1 0 0,3 0 0 0,2 0-256 15,0-1 64-15,1-1 0 16,1 0-2528-16,3 3-496 0,5 3-112 0,-2-3-17056 0</inkml:trace>
  <inkml:trace contextRef="#ctx0" brushRef="#br0" timeOffset="208156.22">8078 18074 35935 0,'-8'13'1600'0,"8"-13"320"0,-10 1-1536 0,0-1-384 0,10 0 0 0,0 0 0 16,0 0 3280-16,0 0 592 0,0 0 112 0,0 0 32 16,8-11-2416-16,1 2-464 0,2-6-112 0,-1 1 0 15,1-3-768-15,-1 0-256 0,-1-4 144 0,2 2-144 0,-1-1 0 0,1-1 0 16,-1-1 0-16,0-2 0 0,0-3 0 0,0 1 0 16,-1 0 0-16,-2-1 0 0,-3 0 0 0,-1 5-176 15,-3 5 176-15,0 4-192 0,-1 7 192 0,1 6 0 16,0 0 0-16,-9 5-128 0,-3 3 128 0,1 5 128 15,-3 8-128-15,3 1 176 0,-2 3-32 0,1 2 0 16,0 3 0-16,1 0 0 0,-1 4-144 0,4-3 160 16,4 2-160-16,3-1 160 0,3-3-160 0,4-2 0 0,1-3 0 0,4-3 0 15,1-3-256-15,1-5-48 0,1-2 0 0,2-8 0 32,-1 1-1200-32,3-5-240 0,2-4-48 0,0-2-16 15,-1-1-240-15,2-2-32 0,0-3-16 0,-2-4 0 16,0 1 704-16,-4-1 144 0,1 1 32 0,-2-7 0 15,-1-3-624-15,0 2-112 0,-1-1-32 0,-1 0 0 16,-1-2-64-16,-4 1-32 0,-2 2 0 0,0 3 0 0,2 3 1664 0,-4 2 416 0,-3 5 0 0,-2 1 0 16,-1 1 2640-16,4 9 624 0,0 0 112 0,0 0 16 15,-8 3 112-15,8-3 16 0,-5 10 0 0,0 3 0 16,0 2-1456-16,1 3-272 0,1 2-64 0,2 2-16 16,0-1-800-16,2-1-144 0,-1 0-48 0,3 0 0 15,-1 0-352-15,2 0-80 0,0-3-16 0,1 1 0 16,2-4-144-16,-2-4-128 0,-5-10 144 0,0 0-144 0,10 11 0 0,-2-3 128 15,-8-8-128-15,9 3 0 0,-9-3 0 16,10-3 0-16,-10 3 0 0,9-8 0 0,-2 1 0 0,0-7 0 16,-1 0-128-16,0-4 128 0,-1 0 0 0,1-2 0 15,2 1-128-15,1-5 128 0,2 1-176 0,1 0 32 16,-1 0 0-16,0 3 0 0,-5 3-64 0,1 7-16 16,-1 1 0-16,-6 9 0 0,0 0 224 0,0 0 0 15,0 0-160-15,8 8 160 0,-3 1 144 16,-1 4 112-16,-1 3 0 0,1 0 16 0,0 1-80 0,0 2-32 15,1 0 0-15,1-1 0 0,1-2-160 0,-1-2 0 16,2-3 0-16,3-1 0 16,2 1-432-16,-2-3-160 0,1-1-48 0,-1-3 0 15,2-4-816-15,0-2-160 0,0-4-48 0,0 3 0 16,-2-4-288-16,1-1-64 0,0-1-16 0,-2 0 0 16,-1-1-32-16,1-3-16 0,-3-4 0 0,2-2 0 15,1 0-416-15,-1-3-96 0,1-1-16 0,-1-5 0 16,0-4 880-16,2-4 160 0,-1-3 32 0,3-4 16 15,0-5 496-15,-1 7 112 0,-1 10 16 0,-4 7 0 0,-3 7 3072 0,-1 8 608 0,-3 9 128 0,0 0 32 16,0 0 1984-16,0 0 384 0,-5 11 96 0,1 4 16 16,0 4-2448-16,0 3-480 0,0 1-112 0,0 5-16 15,1 0-1408-15,1 1-304 0,-1-2-48 0,2 3-16 16,0-4-272-16,2 2-64 0,0-2-16 0,2-3 0 16,-1 1-240-16,1-2 0 0,0 0 0 0,-1-4 0 15,0-1 0-15,-1 0-320 0,-1-1 64 0,0 0 0 31,-1-2-944-31,-1 2-176 0,0-2-32 0,-1-5-16 0,3-9-336 16,-4 11-64-16,0-2-16 0,4-9 0 0,-9 5-224 0,9-5-48 0,-12-1-16 0,2-2 0 16,10 3 992-16,-9-4 208 0,0-2 32 0,2-5 16 0,1 2 880 0,0-3 368 15,1-2-32-15,1 1 0 0,2-1 1328 0,0 0 272 16,2-1 48-16,4 2 16 0,-1 1-64 0,2-1-16 16,0 0 0-16,2 1 0 0,-1 2-512 0,1-1-96 15,-1 2-32-15,5 1 0 0,1-2-464 0,1 2-112 16,1 0 0-16,2 1-16 0,1-1-368 0,1 3-64 15,-1 2 0-15,1-2-16 0,-1 1-240 0,-1 2 144 16,-2 5-144-16,0 2 128 0,-1-1-128 0,-1 1 128 16,0 3-128-16,-3 3 128 0,-1 2 0 0,-3 2 0 15,-1 1 0-15,-1 2 0 0,-1 2-128 0,-1-1 0 16,-1-2 144-16,0 0-144 0,-1 0 176 0,1-1-48 16,0-1 0-16,0-1 0 0,1-3-128 0,-1-11 128 0,0 0-128 0,3 12 128 15,-2-2-128-15,-1-10 0 0,0 0 0 0,0 0 0 16,0 0 0-16,0 0 0 0,8 4 0 0,-8-4 0 15,11 0 0-15,-1-2 0 0,0-3 0 0,2-2 0 16,1-6-192-16,4-1 48 0,1-2 0 0,2-4 0 16,1 1-112-16,1-1 0 0,0 1-16 0,0-2 0 15,-1-1 32-15,0 3 16 0,-4 3 0 0,-3 4 0 16,-2 3 64-16,-4 2 16 0,-8 7 0 0,0 0 0 16,0 0 336-16,0 0 80 0,0 0 16 0,0 0 0 15,-11 4 128-15,1 3 32 0,-2 2 0 0,1 2 0 16,-2-1-192-16,1 1-16 0,0 2-16 0,3-1 0 15,0 0-224-15,4-2 0 0,1 2 0 0,4-12 0 0,0 0-128 16,-2 12 128-16,2-12-192 0,3 11 192 16,-3-11-208-16,8 10 64 0,0-4 16 0,2-1 0 15,2-1-304-15,0-2-48 0,1-2-16 16,1-2 0-16,0-2-16 0,2-1-16 0,1 0 0 0,1-2 0 16,2 1-112-16,-2-3-32 0,-1-3 0 15,1-1 0-15,0 1-64 0,-1 0-16 0,0-4 0 0,-2 2 0 16,-2 4 32-16,-4 4 0 0,-9 6 0 0,0 0 0 0,0 0 512 0,0 0 208 15,0 0-176-15,0 0 176 0,2 10 736 0,0 4 240 16,-4-1 48-16,1 7 16 0,-3 6-32 0,2 1-16 16,-1 6 0-16,2 3 0 0,1 2-336 0,2 3-64 15,2 0-16-15,1-3 0 0,-1-5-304 0,1-1-64 16,2 1-16-16,0-4 0 0,-1-5-192 0,-1 1 128 16,0-4-128-16,-1-1 0 0,-1-7 0 0,0 0 128 0,-3-3-128 15,0-3 0-15,0-7 0 0,0 0 0 0,0 0 0 0,0 0 0 16,0 0-128-16,0 0 128 0,0 0-192 0,0 0 192 15,-4-13-192-15,0-2 192 0,0 0-192 0,3-5 192 16,-1 3-224-16,2-9 64 0,0-4 16 0,3-4 0 16,2 2-112-16,0-5 0 0,2-6-16 0,1 0 0 15,1 0-80-15,1 0-16 0,1 0 0 0,-1 5 0 16,2 3 144-16,0 2 32 0,-2 3 0 0,2 7 0 16,-1 6 192-16,0 4 0 0,-2 2 0 0,-1 5 0 15,-8 6 0-15,0 0 0 0,10 0 0 0,-10 0 160 16,0 0 32-16,9 10 16 0,-3 3 0 0,-4 0 0 15,-1 4-16-15,-2 3-16 0,-3 3 0 0,0 1 0 16,-3-3-48-16,-1 1 0 0,0 4 0 0,0-3 0 16,-1-3-128-16,2 0 128 0,2-2-128 0,0-3 128 0,1-1-128 15,1-3 0-15,2 0 0 0,1-11 128 0,0 0-128 0,0 0 0 16,0 0-192-16,0 0 192 16,0 0-496-16,12-3 32 0,0-2 0 0,1-3 0 15,0-5-48-15,1 0 0 0,0-3 0 0,2-2 0 0,1-4 128 0,0-2 0 16,-1 4 16-16,-2-1 0 0,-1 0 112 0,-1 1 32 15,-2 3 0-15,-1 4 0 0,-1 4 224 0,-8 9 0 16,0 0-160-16,0 0 160 0,0 0 176 0,0 0 96 16,3 15 32-16,-1 1 0 0,0 1 80 0,0 3 32 15,2 0 0-15,1-1 0 0,1 2-288 0,3-2-128 16,1 0 128-16,2-1-128 0,1-4 0 0,1 2 128 0,2-2-128 16,-1-2 0-16,2-4 0 0,2-3 0 15,0-1 0-15,1-4 0 0,-2-4-192 0,0-1 16 0,-1-3 16 0,0-1 0 16,-1-1 160-16,-2-2 0 0,-1-1 0 0,0-2-128 15,3-3 128-15,-2 0 0 0,2 0 0 0,-2-1 128 16,-2 1-128-16,0 2 144 0,-2 1-144 0,-2 3 160 16,-2 3 32-16,-6 9 16 0,0 0 0 0,0 0 0 15,0 0 400-15,0 0 80 0,10 7 16 0,-4 3 0 16,-1 3-192-16,-1 4-16 0,-1 2-16 0,1 5 0 16,0 3-240-16,-2 3-48 0,1 6-16 0,1-3 0 15,0 3-176-15,-2-4 128 0,1-3-128 0,0 0 128 16,-3 1-128-16,-2-6 0 0,0 1 0 0,-2-1 128 15,-2-1-128-15,-1-1 128 0,-4-2-128 0,1-3 128 16,-1-3-128-16,-2 0 128 0,-1-2-128 0,-2-5 128 16,-2-1-128-16,1-3 0 0,0-1 0 0,3 0-176 15,1-5-512-15,0-1-96 0,0-2-32 0,1-4 0 16,0 0-912-16,3 0-192 0,0-2-48 0,5-2 0 16,4-3-1888-16,7-7-384 0</inkml:trace>
  <inkml:trace contextRef="#ctx0" brushRef="#br0" timeOffset="208335.29">10896 17667 27647 0,'0'0'2448'0,"0"0"-1952"15,0 0-496-15,6 16 0 0,0-3 4576 0,1 4 816 16,-2-3 176-16,-1 4 16 0,-2 1-3728 0,1-1-768 16,0 2-128-16,1 0-48 0,-1 3-544 0,1-3-112 15,0 0-32-15,0-2 0 0,-2-2-224 0,-1-2-288 0,1-1 64 0,1-1 16 31,1-2-2288-31,-4-10-448 0,5 11-80 0</inkml:trace>
  <inkml:trace contextRef="#ctx0" brushRef="#br0" timeOffset="208734.03">11071 17545 30399 0,'-4'-12'1344'0,"4"12"288"0,-4-9-1312 0,2-2-320 0,0 2 0 0,2 9 0 16,3-6 3296-16,-3 6 592 0,7-5 112 0,-7 5 32 15,11-4-3200-15,1 2-640 0,1 2-192 0,5 2 0 32,4-1-1936-32,3 2-480 0,0-2-80 0,1 3-32 0,0 1 864 0,-2 0 192 0,-4 0 16 0,-4 1 16 15,-4 0 752-15,-4 2 160 0,-8-8 16 16,0 0 16-16,4 14 2768 0,-6-5 544 0,-4 2 128 0,-2-3 0 0,-1 1 144 0,0 0 32 16,-3-1 0-16,0 2 0 0,-1 2-1552 0,0 1-304 15,1-1-64-15,-1-2-16 0,-1-2-720 0,1 2-144 16,1 2-16-16,3-1-16 0,9-11-288 0,-4 7 0 15,4-7 128-15,0 0-128 0,3 13 0 0,3-3 0 16,4 0 0-16,1-2 0 0,2-2 0 0,2 3 0 16,0-3-176-16,1 0 176 0,-2 1-160 0,1-1 160 15,-1 2-128-15,-1 0 128 0,0 0 0 0,-1-1 0 16,-4 1 0-16,-2 3 0 0,-1 0 0 0,-2 1 128 16,-2 0-128-16,-1 0 176 0,-2 1-32 0,-1 0 0 15,-4-2 0-15,0 3 0 0,-5-1-16 0,0 1 0 16,0 0 0-16,1 1 0 0,-1-1-128 0,-1-1 0 0,-1-5 0 0,2 1 0 15,3-1 0-15,-2 0 0 0,0-2-192 16,1-1 192 0,10-5-1264-16,-5 8-128 0,5-8-16 0,0 0-14544 0,5 9-2912 0</inkml:trace>
  <inkml:trace contextRef="#ctx0" brushRef="#br0" timeOffset="209088.18">11968 17734 27647 0,'0'0'2448'0,"-4"-5"-1952"0,0-1-496 0,4 6 0 16,-8 4 5584-16,-1 1 1024 0,-1 2 208 0,-3 3 32 15,-4 3-4736-15,-3 4-960 0,0 3-192 0,-3-3-48 16,0 2-464-16,2 1-80 0,1-2-32 0,4 1 0 0,2 0-208 0,4-1-128 16,1-2 128-16,4-3-128 0,2-1 0 0,2 1 0 15,1-13 0-15,4 13-192 16,-4-13-208-16,10 10-48 0,-10-10-16 0,13 4 0 15,2-5-176-15,-1-2-48 0,-1-2 0 0,1-5 0 0,1-2 304 0,-1 0 48 16,0-1 16-16,2-3 0 0,0-1 320 0,-1-2-144 16,1-2 144-16,-2 0 0 0,-2 3-208 0,-2 0 64 15,1 5 16-15,-3 4 0 0,-8 9 128 0,0 0 0 16,0 0 0-16,0 0 0 0,0 0 640 0,0 0 64 16,6 10 16-16,-1 3 0 0,-1 4 64 0,0 0 16 15,1 0 0-15,1 0 0 0,-1-2-480 0,3 1-80 0,2 0-32 16,2-1 0-16,1 0-208 0,0-1 0 0,0 2 0 0,1-5 0 31,6 2-2432-31,-1 1-416 0</inkml:trace>
  <inkml:trace contextRef="#ctx0" brushRef="#br0" timeOffset="209568.06">12787 17676 42335 0,'6'-24'1872'0,"-2"9"384"0,-2 1-1808 0,0 0-448 0,2 3 0 0,0 3 0 0,1 3 1600 0,-5 5 240 16,0 0 32-16,0 0 16 0,0 0-384 0,0 0-80 15,4 14-16-15,-1 7 0 0,-2 5-640 0,-1 2-128 0,-1-1-16 0,-1 4-16 16,1 3-320-16,0 0-64 0,0 1-16 0,1-2 0 16,0 1-208-16,0 0 176 0,1 0-176 0,-1-2 160 15,0-3-160-15,0-6 0 0,0 1 0 0,1-3 0 32,0-3-720-32,2-5-128 0,-3-13-32 0,1 11 0 15,-1-11-1360-15,0 0-288 0,0 0-48 0,0 0-16 16,0 0-1200-16,0 0-240 0,0 0-64 0,-6-16-6736 0,-2-5-1360 0</inkml:trace>
  <inkml:trace contextRef="#ctx0" brushRef="#br0" timeOffset="209785.15">12818 17616 20271 0,'5'-11'1792'0,"-5"11"-1424"0,6-8-368 0,0 1 0 16,2 1 5456-16,2-1 1024 0,2 2 208 0,1 0 32 0,-1-2-4400 0,2 2-880 16,2 4-176-16,1-6-48 15,-2 3-432-15,1 2-80 0,-2 0-32 0,-1 2 0 0,-1 0-480 0,-1 3-192 16,-11-3 128-16,9 9-128 0,-4 2 128 0,-2 3-128 15,-5 2 128-15,0 2-128 0,-4 3 160 0,-1 1-160 16,-4 1 192-16,-2 0-192 0,-2 1 208 0,-1 0-64 16,0-2-16-16,1-1 0 0,-1-2-128 0,3-2 128 15,0-1-128-15,2-3 128 16,2-3-1088-16,4-2-240 0,5-8-32 0,0 0-16 16,0 0-2272-16,0 0-448 0,13 3-80 0,1-7-13360 0</inkml:trace>
  <inkml:trace contextRef="#ctx0" brushRef="#br0" timeOffset="211602.21">13078 17585 5519 0,'5'-14'496'0,"-5"14"-496"0,4-9 0 0,-4 9 0 16,0 0 6976-16,0 0 1280 0,0 0 272 0,0 0 48 16,8 11-4400-16,-1 4-880 0,1 0-176 0,0 4-48 15,-1-1-1168-15,-2 1-240 0,1 1-64 0,2 1 0 16,0 1-1024-16,2 0-224 0,-2-2-32 0,0-2-16 16,0-4-304-16,-2 2 128 0,0-3-128 0,-1-3 0 15,-5-10 160-15,0 0-160 0,4 7 128 0,-4-7-128 16,0 0 0-16,0 0 0 0,0 0 0 0,0 0 0 15,0 0 0-15,0 0 0 0,2-10 0 0,2 0 0 16,1-1 0-16,2-1 0 0,1-1 0 0,2-1 0 16,2-2 0-16,2-2-176 0,2-1 176 0,2 0-192 15,3-2-16-15,0 1-16 0,1 2 0 0,-2 4 0 16,-2 3-16-16,-3 1 0 0,0 1 0 0,-3 4 0 16,-12 5 240-16,10-2-192 0,-10 2 192 0,0 0-192 0,0 0 192 0,0 0 256 15,6 11-48-15,-3-1-16 0,-3-10 240 0,-4 16 32 16,-2-2 16-16,-1 1 0 0,2-1-112 0,-2 0-32 15,-2 2 0-15,1-2 0 0,2-2-160 16,-1 0-48-16,2-1 0 0,1 0 0 0,2-2-128 0,2-9 0 16,0 0 0-16,0 0 0 0,5 8 0 0,-5-8-272 15,10 5 64-15,3-1 16 0,0-1-96 0,0-3-16 16,0-2 0-16,2 1 0 0,-1-7 48 0,1 2 0 16,-1-1 0-16,0-2 0 0,1-5 0 0,-1-1 0 15,-1 2 0-15,1-2 0 16,1-4-832-16,-2 2-144 0,-2 3-48 0,0 5 0 15,-3 2 240-15,-8 7 32 0,0 0 16 0,0 0 0 16,0 0 192-16,0 0 32 0,0 0 16 0,0 0 0 0,0 0 976 0,0 0 192 0,0 0 32 0,0 0 16 16,0 0 64-16,0 0 16 0,10 7 0 0,-2 3 0 15,-3 2 208-15,0 0 32 0,1 0 16 0,0 2 0 16,-1 5-224-16,0 4-32 0,-1 1-16 0,-1 5 0 16,-2 2 48-16,1 2 0 0,-2 2 0 0,1 2 0 15,-1 0-128-15,-1 1 0 0,-1-1-16 0,1-2 0 16,0-1-208-16,-1-3-32 0,1-5-16 0,0-4 0 15,-1-2-176-15,4-4 128 0,-4-3-128 0,1-2 128 16,0-3-128-16,1-8 160 0,0 0-160 0,0 0 160 16,0 0-160-16,0 0 0 0,0 0 0 0,0 0 0 15,0 0 0-15,-7-10 0 0,2-3 0 0,3-3-176 16,0-2-16-16,2-4 0 0,0-4 0 0,4-7 0 16,1-4-240-1,3-2-48-15,3-5-16 0,2-3 0 0,2-2-928 16,2 0-192-16,1 4-48 0,1 0 0 0,0 1 848 15,1 2 176-15,-2 8 16 0,0 2 16 0,1 2-80 0,-2 8-16 0,-4 3 0 0,0 8 0 0,-2 4 704 0,0 3 0 16,-11 4 0-16,0 0 0 0,13 5 592 0,-13-5 48 16,10 12 16-16,-2 1 0 0,-4 3-32 0,0-2-16 15,-2 2 0-15,0 3 0 0,-4 2-368 0,1 0-80 16,-1-3-16-16,-2 3 0 0,-3 1 16 0,-1 1 0 16,-1-1 0-16,0 0 0 0,-1-3 416 0,-1 0 96 15,2-1 16-15,0-5 0 0,2 0-64 0,2-1-16 16,1 0 0-16,4-12 0 0,0 0-352 0,0 0-80 15,4 10-16-15,-4-10 0 0,12 4-160 0,1-4 0 16,0-3 0-16,3-2 128 0,2-3-128 0,3-2-192 16,0-3 32-16,1-3 16 0,-3 0 144 0,1-6-160 0,-2-2 160 15,0-1-160-15,-1-1 160 0,0-2-128 0,-1 1 128 0,-3-3-128 16,0 5 128-16,-4 6 0 0,-2 3 0 0,-5 6 0 16,-3 3 0-16,1 7 0 0,-9 1 192 0,0 3-64 15,-2 1 384-15,1 6 64 0,-1-1 32 0,1 5 0 16,1 0-240-16,2 2-48 0,1-1-16 0,2-2 0 15,0 2-176-15,3 3-128 0,2 0 144 0,3-1-144 16,1-4 0-16,2-1 0 0,2-1-128 0,1-3 128 31,1-2-976-31,2-2-96 0,0-4-16 0,0-2 0 0,0-2-624 0,0-1-128 0,-1-1-16 16,1 0-16-16,-3-2 384 16,-1-4 80-16,-2-2 0 0,-1-2 16 0,-2 1 64 15,0-2 16-15,0 1 0 0,1-4 0 0,-4 0 1312 0,2 2 128 0,-3 4 80 0,0 2 32 0,-1 2 1184 0,1 9 240 16,0 0 64-16,0 0 0 0,0 0 384 0,-4 11 64 15,-1 0 32-15,1 4 0 0,0 0-800 0,1 2-176 16,2 0-16-16,1 0-16 0,1-1-576 0,2 1-112 16,-1-4-32-16,2 0 0 0,2-3-320 0,0-2-160 15,-6-8 160-15,12 7-160 0,0-3 0 0,-1-3 0 16,1-4 0-16,0-2 0 0,-1 0-128 0,3-5-128 16,-1-2-32-16,1-3 0 0,0-3 128 0,2 0 32 15,0 0 0-15,-1-4 0 0,0-3 128 0,1-3 0 16,4-2 0-16,-2-1-128 0,2 0 128 0,-2-3 0 15,0-3 0-15,1 1 0 0,-2-3 0 0,-2 2 0 16,-2 5 0-16,-1 4 0 0,-3 5 208 0,-1 6-16 16,-3 4-16-16,-1 5 0 0,-4 8 160 0,0 0 48 0,0 0 0 15,0 0 0-15,0 0-48 0,1 16 0 0,-1 1 0 0,-1 5 0 16,0 1-208-16,-1 5-128 0,1 0 160 0,-1 2-160 16,-1 3 0-16,0 1 128 0,-1 1-128 0,0 1 0 15,3 1 0-15,0-2 0 0,0-2 0 0,-1-1 0 16,1-2 0-16,1-2 0 0,0-2 0 0,-1-3 0 15,-2-2-240-15,0-3 16 0,1-2 0 0,-1 0 0 32,1-5-576-32,2-11-112 0,0 0-32 0,0 0 0 15,0 0-544-15,0 0-112 0,0 0-32 0,0 0 0 16,0 0-928-16,-10-11-176 0,5-1-32 0,1-4-16 0,3-6-1504 0,2 0-320 0,2-1-48 16,2-2-16-16,0 0 1840 0,-1-1 352 0,-1 0 80 15,0 5 16-15,-2 4 3616 0,0 4 736 0,-1 4 144 0,0 2 16 0,1-2 2400 16,-1 9 464-16,0 0 112 0,0 0 16 0,0 0-1968 0,0 0-384 15,0 0-80-15,0 0 0 0,0 0-1536 0,12 5-320 16,0-1-48-16,0-1-16 0,1 1-512 0,-2-3-128 16,-11-1 0-16,13 5-128 0,-2 1 128 0,-11-6-128 15,12 6 0-15,-2 2 0 0,-1 0 272 0,-9-8 0 16,12 10 0-16,-2-1 0 0,-10-9-48 0,11 11-16 16,-2-2 0-16,0-3 0 0,-9-6-208 0,12 4 0 15,-1 0 0-15,1 0 0 0,-1-1 0 0,0-3 0 16,1-4 0-16,2 0-160 0,1 0-176 0,0-1-48 15,2-4 0-15,0 0 0 0,2-1 0 0,-2 0-16 16,-1-3 0-16,0 0 0 0,-2-3 144 0,-1 2 16 0,-2-2 16 16,-1 2 0-16,-1 3 224 0,-2 4 0 0,-7 7 0 15,0 0 0-15,0 0 432 0,0 0 16 0,0 0 16 0,0 0 0 16,0 0 272-16,0 0 48 0,0 10 16 0,0 3 0 16,0 3-400-16,0 3-80 0,0 2 0 0,3 1-16 15,1 1 16-15,1 4 0 0,0-1 0 0,1 5 0 16,2 2-320-16,0 1 0 0,-1 1 0 0,-1 1 0 15,-1 2 0-15,1 4 0 0,-3 1 0 0,0 1 0 16,-2 2 160-16,-2-6-32 0,-2-2 0 0,-2-3 0 16,-3-2-128-16,-1 0 0 0,-2-9 0 0,-5 1 0 15,-2-1 128-15,-4-2-128 0,-3-1 192 0,0-6-64 16,-1 0 32-16,-1-5 0 0,-1-1 0 0,1-1 0 16,-1-4-32-16,1 1-128 0,2-5 192 0,0-3-64 15,2 2-128-15,0-1 0 0,-2-4 0 0,4 1 0 16,5-4-496-16,3-1-80 0,2-1 0 15,4 2-16-15,2-1-1008 0,3-6-192 0,5 0-32 0,6-2-16 16,4-3-2368-16,4-5-464 0</inkml:trace>
  <inkml:trace contextRef="#ctx0" brushRef="#br0" timeOffset="211755.9">15403 17921 28559 0,'2'12'2544'0,"-2"3"-2032"15,0 3-512-15,1 4 0 0,2 0 4688 0,-2 6 848 16,0-2 160-16,-1 2 48 0,0-2-4144 0,0-1-832 16,-1-3-176-16,1 0-16 0,0-2-720 0,0 0-144 0,0-5-32 0,0 2-22144 15</inkml:trace>
  <inkml:trace contextRef="#ctx0" brushRef="#br0" timeOffset="212337.13">16274 17606 24879 0,'-1'-18'2208'0,"0"3"-1760"0,-3-3-448 0,0 0 0 0,1 0 3904 0,-1 1 704 15,-2 0 144-15,-2 2 32 0,-1 4-2640 0,0-1-528 16,-2 4-96-16,0 4-32 0,-4 2 224 0,0 3 32 16,-1 4 16-16,-1 7 0 0,-1 1-880 0,-2 4-176 15,1 1-48-15,0 4 0 0,1 2-320 0,1 0-64 16,4 4-16-16,1-3 0 0,3-5-128 0,4 1-128 16,2 0 192-16,3-1-192 0,3-3 0 0,2-2 0 0,3-2 0 0,1-2 0 15,2-5 0-15,2 1-352 0,1-2 48 0,2-2 16 16,-1-3 288-16,1-2-160 0,0 0 160 0,1-5-128 15,0-3-192-15,-1-1-48 0,0 1 0 0,-2-3 0 16,-2-4 96-16,1-1 16 0,0-3 0 0,-1 0 0 16,-2 0-48-16,1-1 0 0,-2-1 0 0,-1 3 0 15,-3 6 0-15,-1 3 0 0,-4 11 0 0,0 0 0 16,0 0 304-16,0 0 0 0,0 0 0 0,4 13 0 16,-2 3 304-16,1-2 64 0,0 6 16 0,1-2 0 15,0 0-192-15,2-1-16 0,1-1-16 0,0-3 0 16,2 3-640-16,2-2-128 0,1-4-32 15,1 1 0-15,0-3-2464 0,0-3-496 0,0-1-112 16</inkml:trace>
  <inkml:trace contextRef="#ctx0" brushRef="#br0" timeOffset="213722.41">16422 17502 37263 0,'-3'-15'1648'0,"2"9"336"0,-2-1-1584 0,2 1-400 16,1 6 0-16,0 0 0 0,0 0 2592 0,0 0 432 15,0 0 96-15,4 15 16 0,0 1-1248 0,0 4-240 16,-2 0-48-16,2 4-16 0,1-1-848 0,0 0-160 15,1-3-48-15,0 0 0 0,1-2-144 0,1-2-48 16,-1-3 0-16,0-1 0 0,-1-1-176 0,1-1-32 16,-7-10-128-16,0 0 192 0,10 6-192 0,-10-6 0 15,12 3 0-15,-12-3 0 0,11-4 0 0,-11 4 0 16,10-7 0-16,-2-1 0 0,1-2 0 0,1 0-208 0,-1-3 64 0,2-2 16 16,1 0-48-16,1-1 0 15,0-4 0-15,1 1 0 16,2-3-208-16,-1 1-64 0,1 1 0 0,-2 3 0 15,2 0-48-15,-2 7-16 0,-2 3 0 0,-2 2 0 0,-10 5 128 0,0 0 32 0,11 8 0 0,-3 4 0 16,-3 1 352-16,0 2 288 16,0 4-48-16,1 0-16 0,-1 3 112 0,1 1 32 0,2-3 0 0,1 0 0 15,0-3-176-15,3-1-16 0,2-2-16 0,3 0 0 16,2-2-160-16,0-2 128 0,2-2-128 0,1-1 128 16,3-2-128-16,0-5 0 0,0 0 0 0,-1 0 0 15,2-5 0-15,-1-1 0 0,-1 1-192 0,-2-3 192 16,-3-2-288-16,0 1 64 0,-5-3 16 0,-1-1 0 15,-1-1 64-15,-2-3 16 0,-1 0 0 0,-2-1 0 0,-3-1-48 16,-3 1 0-16,-1 0 0 0,-4 2 0 0,0 3 176 0,-2 3 0 16,-5 3 0-16,-2 3-128 0,-1 4 256 0,-4 3 48 15,-3 2 16-15,0 4 0 0,-3 4 192 16,2 2 32-16,0 3 16 0,1 1 0 0,3 0-192 0,2-1-48 16,3-1 0-16,3 0 0 0,2-4-64 0,3 3 0 15,2-2-128-15,3-4 192 0,3 1-192 0,2-2 0 16,2-3 0-16,2-2 0 0,-9-4-160 0,15 3-32 15,0-3 0-15,0-3 0 0,0-1-112 0,0-3-16 16,1 0-16-16,0-1 0 0,-2-2 144 0,3-3 48 16,0-4 0-16,-2 0 0 0,0-5 144 0,-1 1-128 15,1-3 128-15,0-3-128 0,-1 0 128 0,1-3 0 16,-2-2 0-16,-1-4 0 0,-1-1 0 0,0 2 0 16,-3 1 0-16,-2 6 0 0,-1 4 144 0,-2 6-144 0,-2 5 192 0,-1 13-192 15,0 0 448-15,0 0 0 0,0 0-16 0,-10 9 0 16,-1 5-64-16,1 6-16 0,0 3 0 0,2 7 0 15,2 4-144-15,3 0-16 0,0 1-16 0,6 0 0 16,2-1-176-16,4-1 0 0,4 1 0 0,4-4 0 16,2-5-176-16,4-1 176 0,1-5-128 0,4-1 128 31,2-4-704-31,2 1-64 0,2-4-16 0,3-4 0 16,2-5-1328-16,4 2-256 0,2 2-48 0,4-5-16 15,-4-6-1472-15,1-1-288 0,-2-3-64 0,-1 0-16 0,-1-5 2928 16,-2-2 576-16,0-2 112 0,-4-4 16 0,-2-3-1072 0,0-2-208 15,-3-5-64-15,-2 4 0 0,-4 0 2320 0,-6 5 464 0,-4-1 96 0,-6 3 0 16,-5 3 2560-16,-4 4 512 0,-3 5 112 0,-2 4 16 16,-4-1-496-16,-3 5-80 0,-2 4-32 0,-3-1 0 0,-3 3-1664 0,-1 5-336 15,2 1-64-15,-2 4-16 16,0 0-768-16,0 1-176 0,1 2-16 0,4-1-16 0,1-1-128 0,3-1-32 16,3 1 0-16,4-2 0 0,0-1-272 0,2-1 0 15,3-12 128-15,-1 12-128 0,1-12 0 0,4 12 0 16,1-3-128-16,-5-9 128 0,8 6-320 0,2-2 48 15,1-2 0-15,1-2 0 16,-1-2-160-16,1-2-16 0,0 0-16 0,-1-2 0 16,1-1-16-16,0-3 0 0,-3-2 0 0,1-2 0 0,2-4 80 0,0 2 16 15,-2 0 0-15,1-1 0 0,-3 2-16 0,-1 2 0 16,0 1 0-16,-3 4 0 0,-4 8 160 0,0 0 48 0,0 0 0 0,0 0 0 16,0 0 384-16,-5 8 96 0,-2 2 16 15,2 2 0-15,0 2 64 0,2 3 16 0,2 2 0 0,2-1 0 16,2-1-96-16,1-3-16 0,1 2 0 0,3-1 0 15,2-3-128-15,2-1-16 0,0-4-128 0,2-1 192 16,4-5-192-16,2-1 0 0,1-3 0 0,-1-1 0 16,4-2-256-16,-3-2 48 0,-2-1 16 0,1 0 0 15,-3-7 192-15,0 1 0 0,0-1-160 0,1-2 160 16,0-2 0-16,0-2 0 0,-2-3 0 0,0 0 0 16,-2-2 0-16,0-2 0 0,-1-3 144 0,1-1-144 15,-3-1 128-15,-2 2-128 0,-1-1 128 0,-3 6-128 16,-2 3 176-16,-3 6-48 0,-1 4 0 0,-3 5 0 15,-1 3 144-15,-3 5 32 0,-3 4 0 0,-2 6 0 16,-2 2-64-16,-4 9-16 0,0 5 0 0,-1 2 0 0,-1 6-80 16,3-1-16-16,3 4 0 0,3-1 0 0,1-4 32 0,6 2 0 15,4-2 0-15,2-1 0 0,3-1-160 0,4-2 0 16,2-2 0-16,3-6 0 0,4-4 0 0,2-2 0 16,-1-3-160-16,1-3 160 0,2-2-272 0,1-3 32 15,-1 0 16-15,1-4 0 0,-1 0-16 0,0-7 0 16,0-3 0-16,0-1 0 0,0 0 240 0,0-5 0 15,1-4-160-15,-1-1 160 0,-2-4 0 0,1-2 0 16,1-3 0-16,-2-5 0 0,-2-2 0 0,-1-1 0 16,-2 1 0-16,-2 1 0 0,-3 1 0 0,-3 7 0 15,-2 7 0-15,-4 10 0 0,-2 4 272 0,2 9-16 16,0 0-16-16,-13 5 0 0,0 5 176 0,-3 7 32 16,-2 5 16-16,0 6 0 0,1 2-240 0,2 4-48 0,1 1-16 15,3 0 0-15,4-2-160 0,4 2 160 0,2-4-160 0,5 2 160 16,1 1-160-16,4-6 0 0,1-4 0 0,3-2 0 31,2-1-928-31,2-4-160 0,2-4-48 0,3-3-23760 0</inkml:trace>
  <inkml:trace contextRef="#ctx0" brushRef="#br0" timeOffset="214322.78">19605 17268 23039 0,'0'0'2048'0,"7"-9"-1648"16,-1 1-400-16,1 6 0 0,-7 2 3632 0,0 0 640 15,12 4 128-15,-5 7 16 0,0 4-1392 0,-3 2-272 16,0 9-64-16,-3 4-16 0,-1 5-992 0,-1 4-192 16,-2 0-32-16,2 4-16 0,0-1-656 0,-1-2-128 15,1-3-16-15,1-2-16 0,0-2-320 0,1-2-64 0,1-6-16 0,-1-3 0 16,1-3-224-16,1-3 0 0,-2-2 0 0,-1-14 0 31,3 10-384-31,-3-10-192 0,0 0-16 0,0 0-16 16,0 0-544-16,0 0-96 0,0 0-32 0,0 0 0 15,0-14 352-15,0-1 64 0,-1-2 16 0,1-5 0 16,0 0-352-16,1-3-64 0,0-5-16 0,3-7 0 16,1-7 64-16,2-2 16 0,2 1 0 0,1 0 0 15,4 1-16-15,0 2-16 0,-1 5 0 0,3 1 0 0,-1 5 1008 0,1 4 224 0,-3 1 0 0,1 5 0 16,-1 2 1072-16,3 5 176 0,2 4 32 0,0-1 16 15,-2 3-128-15,0 5-16 0,-2 1-16 0,-2 4 0 16,-1 3-336-16,0 3-64 0,-3 2-16 0,-2 3 0 16,-3 4-208-16,-3 4-64 0,-1 1 0 0,-5 4 0 15,-4 3-128-15,-4 1-16 0,-3 1-16 0,-2 2 0 0,-3-2 144 16,0-2 16-16,-3-1 16 0,2-4 0 0,1-1-128 0,2-2-16 16,3-3-16-16,3-3 0 15,1-2-816-15,2-4-144 0,2-5-48 16,9-4 0-16,-6 6-2256 0,6-6-464 0,0 0-96 0,0 0-14288 15</inkml:trace>
  <inkml:trace contextRef="#ctx0" brushRef="#br0" timeOffset="214589.49">20030 17181 35471 0,'0'-12'1568'0,"0"12"336"0,0 0-1520 0,0 0-384 16,0 0 0-16,0 0 0 0,0 0 2560 0,6 12 448 15,-3 0 96-15,0 3 16 0,0 4-1264 0,-2 0-256 16,-1 2-64-16,-1 1 0 0,-1 2-704 0,1 2-160 15,0 1-32-15,-1-1 0 0,-1-4-160 0,0-1-32 0,2-1-16 0,-1-1 0 16,0-6-144-16,0-1-32 0,2-12 0 0,0 0 0 16,0 0-80-16,0 0-32 0,0 0 0 0,0 0 0 15,0 0-144-15,0 0 192 0,0 0-192 0,0 0 192 16,0 0-192-16,8-8 0 0,0-2 0 0,0 1 128 16,0-4-128-16,1-2 0 0,1 0 0 0,2-4 0 15,1 0-160-15,1-1-16 0,2 1 0 0,1-1 0 31,0 1-656-31,-1 2-144 0,-1 2-32 0,1 4 0 16,-1 0-1040-16,1 5-224 0,-2 3-32 0,0 3-19248 0</inkml:trace>
  <inkml:trace contextRef="#ctx0" brushRef="#br0" timeOffset="-213652.14">20539 17305 23039 0,'0'0'2048'16,"-4"-8"-1648"-16,-3 0-400 0,1 2 0 0,-2-2 4784 0,-2 3 864 16,-2 1 176-16,-3 4 48 0,-1 2-2880 0,-3 4-576 15,-2 3-112-15,-1 2-32 0,-3 4-976 0,2 0-192 16,-3 5-32-16,4 1-16 0,0-2-480 0,3 1-80 16,4-2-32-16,3-1 0 0,3-1-224 0,4-2-48 15,1-1-16-15,4-1 0 0,0-12-176 0,6 13 0 16,1-3-160-16,3-2 160 15,3-1-576-15,2-2 0 0,2-4-16 0,2-1 0 16,1-2-416-16,1-2-80 0,-1-2 0 0,0 1-16 16,-1-1 384-16,1-2 80 0,-2-3 0 0,-1 2 16 15,-1-4-208-15,-2 0-64 0,-1-1 0 0,-1 1 0 16,-2 0 176-16,2 1 16 0,-4-1 16 0,-2 0 0 16,-2 3 176-16,-1-1 48 0,-3 11 0 0,0 0 0 0,3-10 320 0,-3 10 144 0,1-11-128 0,-1 11 128 15,0-7 512-15,0 7 176 0,0 0 32 0,0 0 16 16,0 0-16-16,0 0 0 0,0 0 0 0,0 0 0 15,0 0-176-15,0 0-32 0,0 0-16 0,0 0 0 16,4 14 48-16,-3 4 16 0,-1 3 0 0,-1 4 0 16,-2 2-176-16,1 3-16 0,-1 4-16 0,0-1 0 15,-2-2-80-15,3-1-16 0,-1 1 0 0,2-2 0 0,1-3-128 16,0-5-128-16,-2 1 192 0,1-5-192 0,0-1 160 0,-1-2-160 16,1-4 128-16,1-10-128 0,0 0 128 0,0 0-128 15,0 0 0-15,0 0 128 0,0 0-128 0,-9-1 0 16,9 1 0-16,-8-10 0 0,2-3 0 0,0-1 0 15,4-1-144-15,2-2 144 0,0-4-208 0,4-1 64 16,2-2 16-16,3-4 0 0,1-4-112 0,1 0-16 16,4-2 0-16,2 1 0 0,1-2-112 0,1 3-16 15,2 2-16-15,-1 5 0 16,-1 0-112-16,-2 7-32 0,-2 3 0 0,-2 6 0 0,-3 4 144 0,-10 5 16 16,0 0 16-16,0 0 0 0,11 0 368 0,-11 0 160 15,0 0-16-15,0 0 0 0,0 0 352 0,5 12 64 0,-3-2 16 16,0 3 0-16,-2-4-80 0,-2 3-16 0,0 0 0 15,-1 0 0-15,1-1-192 0,0 2-32 0,0 0-16 0,0 2 0 16,1-2-240-16,1 1 0 0,-1 0 128 0,1 1-128 16,1-5 0-16,-1-10 0 0,4 13 0 0,0 0 0 15,-4-13 0-15,8 9 0 0,-8-9 0 0,10 6 0 16,2-4 0-16,0-2 0 0,1 0 0 0,1-2 0 16,0-2 0-16,3 0 0 0,1-3-128 0,1 1 128 15,0-6-208-15,0 0 64 0,-1-3 16 0,-1 0 0 16,0 2-48-16,0-4 0 0,0-2 0 0,-2 1 0 15,-2-1-64-15,-2 1-16 0,-5 4 0 0,-1 3 0 16,-5 11 256-16,0 0 0 0,-6-4 0 0,-3 3 0 16,-3 2 512-16,0 5 64 0,-1 1 0 0,-1 5 0 15,0 1-96-15,-1 3-16 0,4-2 0 0,0 3 0 16,1 0-288-16,2 1-176 0,3-2 192 0,2-2-192 0,3-1 0 16,0-13 0-16,5 11 0 0,2-1 0 0,2-1-208 15,3-2-160-15,1-5-16 0,0-2-16 16,0-1-1200-1,2-3-256-15,1 0-32 0,0-2-16 0,-2-3 656 0,-1-2 128 0,0-2 32 0,-1-1 0 16,-2-3-256-16,1 3-64 0,-4-2 0 0,1-2 0 16,3-2 768-16,-2 2 160 0,0-2 32 0,-1 2 0 0,-3 1 704 0,0 4 128 15,-2 1 48-15,-3 12 0 0,0 0 816 0,0 0 160 16,0 0 48-16,0 0 0 0,0 0 128 0,0 0 16 16,1 15 16-16,-1 0 0 0,0 2-576 0,0-2-112 15,0 0-32-15,0 2 0 0,0-1-384 0,0-2-64 16,3-3-32-16,-3-11 0 0,4 13-176 0,-4-13-48 15,0 0 0-15,0 0 0 0,9 9-192 0,-9-9 176 16,13 4-176-16,-1-4 160 0,-3-3-160 0,1-2 0 0,1-3 0 0,-1-2 0 16,0-2 0-16,2-2 0 0,1-3 0 0,3-3 0 15,-2-1 0-15,3-1 0 0,0-3 0 0,3-2 0 16,3-3 0-16,1-4 0 0,3-4 0 0,2-2 0 16,1-1 0-16,0 1 0 0,0-2 0 0,-2 2 0 15,0-1 0-15,-4 6 0 0,-1 5 0 0,-5 7 0 16,-5 7 128-16,-3 3 64 0,-3 5 0 0,-7 8 0 15,0 0 224-15,0 0 48 0,0 0 16 0,-1 15 0 16,-2 4-176-16,-1 5-48 0,-4 2 0 0,-1 5 0 16,-3 2-256-16,1 6 0 0,-1-2 128 0,1 3-128 15,1-4 0-15,2-1 0 0,0-1 0 0,2 0 0 16,1-3 0-16,-1 1 0 0,1-4 0 0,0-2 0 16,1-2-176-16,-1-2-32 0,0-1-16 0,-1-3 0 15,1-2-288 1,0-4-64-16,-2-1-16 0,1 0 0 0,-1-2-688 0,1-4-144 0,6-5-32 0,-9 4 0 15,9-4-368-15,-9 1-80 0,0-2-16 0,-1-3 0 16,1-1-1584-16,1-2-320 0,8 7-64 16</inkml:trace>
  <inkml:trace contextRef="#ctx0" brushRef="#br0" timeOffset="-213440.35">21438 17249 34095 0,'7'-13'1504'0,"-1"6"320"0,1-2-1456 0,1 1-368 16,2 2 0-16,2-1 0 0,0 1 3024 0,2 0 544 15,0 3 96-15,2-1 32 0,0 0-1680 0,-1 1-336 16,1 2-64-16,0 0-16 0,-2-1-592 0,0 2-128 15,2 0-32-15,-2 2 0 0,-1 3-496 0,-2-1-96 16,0 2-32-16,0 5 0 0,-1 0-96 0,-1 5-128 0,-1 4 176 16,-1 0-176-16,-1 3 128 0,-2 0-128 0,-3 1 0 0,1-2 0 15,-2-3 0-15,-2 1 0 0,0-6-160 0,-1 0 160 32,1-2-704-32,-2-1 0 0,4-11-16 0,0 0 0 15,0 0-1296-15,0 0-256 0,0 0-48 0,0 0-19568 0</inkml:trace>
  <inkml:trace contextRef="#ctx0" brushRef="#br0" timeOffset="-212773.53">21766 17134 27647 0,'0'-14'1216'0,"0"6"256"0,-2-1-1168 0,4 2-304 0,-2 7 0 0,0 0 0 16,6-6 4528-16,-6 6 848 0,0 0 160 0,11-4 32 16,-11 4-4400-16,14 4-880 0,-1-2-288 0,-1 4 160 15,-2-1-1040-15,0 5-208 0,0 3-32 0,-1 0-16 16,-1 2 96-16,-1 0 16 0,1 1 0 0,-1 0 0 15,-1-1 320-15,1 1 80 0,-2-2 16 0,1-2 0 0,1-2 992 0,0-2 208 16,-7-8 48-16,10 7 0 0,2-2 624 0,1-1 128 16,-2-3 16-16,4-1 16 0,0-1-592 0,1-3-112 15,0 1-16-15,-1-2-16 0,1 0-464 0,0-2-96 16,-1-2 0-16,0 0-128 0,-4-1 144 0,0 1-144 16,-3-1 0-16,-8 10 144 0,0 0 160 0,0 0 16 15,0 0 16-15,0 0 0 0,-13 2 800 0,-3 4 144 16,-1 7 48-16,0 0 0 0,-1 2-400 0,0 3-80 15,-1 0-16-15,4 2 0 0,-1-3-448 0,4 2-80 16,2 2-32-16,2-3 0 0,3-2-144 0,2-2-128 16,2-1 144-16,4-2-144 0,-3-11 0 0,7 11 0 15,-7-11 0-15,13 8 0 0,-1-4-160 0,4-1-32 0,1-3 0 0,1-3 0 16,-1-1-128-16,0-4-16 0,-2-1-16 0,2-1 0 16,-1-2 32-16,1-1 0 0,1-1 0 0,1-3 0 15,-3-3 64-15,3-2 0 0,0-3 16 0,1 1 0 16,-1-4 0-16,1 1 0 15,-2-1 0-15,-1 4 0 0,-1 0 240 0,-3 5 0 0,-4 2 0 0,-1 4 0 16,-3 0 176-16,-5 13 80 0,3-9 0 0,-3 9 16 16,0 0 224-16,0 0 32 0,0 0 16 0,0 0 0 15,0 0-208-15,0 0-32 0,0 0-16 0,0 0 0 16,0 0-288-16,0 0 160 0,0 0-160 0,0 0 128 16,0 0-128-16,0 0 0 0,0 0 0 0,6 10 0 15,-6-10 0-15,8 9 0 0,-8-9 0 0,8 9 0 16,-8-9 0-16,0 0 0 0,8 7 0 0,-8-7 0 0,7 6 0 0,-7-6 0 15,0 0 128-15,10 8-128 0,-10-8 0 0,7 9 0 16,-7-9 0-16,0 0 0 0,0 0 0 0,4 9 0 16,-4 2 0-16,-1-1 0 0,-2 1 128 0,-1-1-128 15,1 2 0-15,-3 2 128 0,1 2-128 0,0-1 128 16,1 1-128-16,0 0 128 0,1 1-128 0,1-2 192 16,1 0-192-16,-1 0 192 0,1-4-192 0,1-2 0 15,0-9-160-15,0 0 160 0,0 0 0 0,0 0 0 16,0 0 0-16,0 0 160 0,0 0-160 0,0 0-272 15,-9 1 64-15,9-1 16 16,-8-2-896-16,8 2-160 0,-7-10-32 0,7 10-15200 16,-6-11-3040-16</inkml:trace>
  <inkml:trace contextRef="#ctx0" brushRef="#br0" timeOffset="-209254.51">23228 17053 28559 0,'0'0'2544'0,"-5"-6"-2032"16,-1-1-512-16,2 1 0 0,-2-1 2880 0,0 2 464 15,-1 0 112-15,1-2 0 0,-1 2-1280 0,0 0-272 16,0-2-48-16,1 3-16 0,0 0-528 0,1 1-96 16,0-1-32-16,0 2 0 0,-2 1-528 0,-1 2-96 15,-1 3-32-15,-3 0 0 0,-1 4-64 0,-1 4-16 16,-3-2 0-16,0 3 0 0,-1 1-256 0,-2 1-48 15,2 0-16-15,0 4 0 0,1-8-128 0,1 4 0 16,2-2 0-16,2 0 0 0,2-3 0 0,2 1 0 16,1-5 0-16,7-6 0 0,0 0-176 0,0 0-16 15,0 0 0-15,0 0 0 16,13 7-384-16,2-2-96 0,0-4-16 0,2-2 0 16,0-2-112-16,3-2-32 0,-1-1 0 0,2-3 0 15,0-3 0-15,1-4 0 0,1-2 0 0,-4 0 0 16,-1-2 192-16,-2 2 48 0,-2 0 0 0,-5 7 0 0,-1 2 272 0,-3 1 48 0,-5 8 16 0,0 0 0 15,0 0 464-15,0 0 112 0,0 0 0 0,0 0 16 16,-5 7 432-16,-1 1 96 0,1-1 16 0,1 1 0 16,1 0-336-16,3-8-64 0,0 0-16 0,0 0 0 15,4 7-256-15,2-2-48 0,-6-5-16 0,11 0 0 16,1-4-144-16,1-3 0 0,1-2 0 0,3-3 0 16,-3-2-160-16,3-2 160 0,0 0-208 0,3-4 80 15,-2-1 128-15,0-2-192 0,-1-1 192 0,0-5-192 0,0-1 192 0,-1 1 0 16,-2-1-144-16,0 0 144 0,-2 0 0 15,-1 1 0-15,-4 1 0 0,-1 4 0 0,-2 3 192 0,-4 3 0 16,0 6 0-16,-3 4 0 0,-2 5 288 0,-3 6 64 16,-1 4 16-16,-3 4 0 0,-4 8-224 0,-2 5-32 15,-1 9-16-15,-2 7 0 0,-1 6-48 0,-1 4-16 16,3 3 0-16,-1 4 0 0,1 2 64 0,1-2 16 16,0 1 0-16,2-4 0 0,2 1-128 0,0-5-32 15,4-1 0-15,0 2 0 0,3-4-144 0,2 1 0 16,1-2 0-16,1-3 0 0,2-4-192 0,2-4-64 15,0-2 0-15,3 6-16 16,1-8-1552-16,2-6-304 0,4-4-64 0,5-5-16 16,6-6-1312-16,1-2-256 0,2-6-48 0,0-4-13008 0</inkml:trace>
  <inkml:trace contextRef="#ctx0" brushRef="#br0" timeOffset="-208787.06">24316 17060 25791 0,'2'-19'2304'0,"1"9"-1856"0,-1-2-448 0,1 3 0 16,-2-3 3712-16,-1 6 656 0,-1-1 128 0,1 7 32 16,-5-5-2096-16,5 5-432 0,-7-4-80 0,-2 2 0 15,-1 3-432-15,-2 4-80 0,-2-2 0 0,-2 3-16 16,-1 2-816-16,-2 1-144 0,-1 3-48 0,4-2 0 0,1 2-128 0,-4 1-48 16,0 0 0-16,1 2 0 15,1 0-48-15,0-3-16 0,1 0 0 0,2 1 0 16,1-4-144-16,1 1 0 0,2 1 0 0,2-2 0 0,1 0 0 0,2-1 0 15,1-2 0-15,4-6 0 0,-1 8-128 0,1-8-64 16,0 0-16-16,6 9 0 0,2-4-64 0,1 2-16 16,2-2 0-16,0 2 0 0,2-5 16 0,3 2 0 15,0 0 0-15,-1 0 0 0,2 1 32 0,0-2 16 16,0 2 0-16,0 0 0 0,-1 1 224 0,1 0-192 16,-2-1 192-16,0 2-192 0,-1-2 192 0,0 2-192 15,-2-1 192-15,-1-1-192 0,-2 2 32 0,-1-1 16 16,-2 0 0-16,-1 1 0 0,-1 1 144 0,-2 1 0 15,-2-2 0-15,-2 5 0 0,0-2 240 0,2-10-32 16,-4 8 0-16,4-8 0 0,-8 9-16 0,1 0 0 16,7-9 0-16,-6 7 0 0,6-7-192 0,0 0 128 15,0 0-128-15,0 0 0 0,-4 6 0 0,4-6 0 16,0 0 0-16,0 0 0 0,-4 5 0 0,4-5 0 16,0 0 0-16,0 0-160 0,0 0 0 0,0 0 0 15,0 0 0-15,-5 9 0 16,5-9-224-16,-5 8-32 0,5-8-16 0,0 0 0 15,-7 9-1088-15,7-9-208 0,-4 8-64 0,4-8 0 16,0 0-1536-16,0 0-320 0</inkml:trace>
  <inkml:trace contextRef="#ctx0" brushRef="#br0" timeOffset="-208286.16">24629 17048 37775 0,'-11'-8'1664'0,"5"3"368"0,-1 1-1632 0,7 4-400 0,0 0 0 0,0 0 0 0,-9 9 2688 0,0 2 464 16,0 3 96-16,-2 2 16 0,0 1-1920 0,-1 1-368 15,1 0-80-15,5-5 0 0,-1 3-528 0,2-2-112 16,0 0 0-16,1 1-16 0,1-1-240 0,2-1 144 15,1-2-144-15,1-2 128 0,2-2-128 0,-3-7 0 16,0 0 0-16,6 7 0 0,-6-7-144 0,10 4-64 16,-1-3-16-16,1-1 0 0,2-2-144 0,1-2-16 15,0-2-16-15,0-1 0 0,3-4 144 0,1 1 16 16,0-1 16-16,0-2 0 0,1-1 96 0,0-2 128 16,-1 1-208-16,-1-1 80 0,-1-1 128 0,-2 3 0 15,-1 1 0-15,0 0-128 0,-6 6 128 0,-6 7 128 16,0 0-128-16,0 0 176 0,0 0 368 0,0 0 80 15,-6 13 16-15,-1 3 0 0,-1 1-240 0,1 2-32 16,-3 4-16-16,3 1 0 0,-1 4-208 0,1 2-144 0,-1 2 192 16,1 1-192-16,-1 1 0 0,1 4 0 0,1 1 0 0,1 1 0 15,-1-1 0-15,0 0 0 0,-2-3 0 0,2-4 0 16,0-3 0-16,1-2 0 0,-1 1-160 0,0-5 160 31,1-2-1344-31,0-4-160 0,0-3-32 0,2-2 0 0,2-2-352 0,1-10-80 0,0 0-16 0,0 0 0 16,0 0 208-16,0 0 48 0,8 3 0 0,5-7 0 15,1-4-1392-15,6-4-272 0,3-3-48 0</inkml:trace>
  <inkml:trace contextRef="#ctx0" brushRef="#br0" timeOffset="-207970.1">25190 16961 42959 0,'0'0'1904'0,"-5"-9"400"0,0 2-1856 0,0 2-448 15,5 5 0-15,-9-2 0 0,0 2 1536 0,-1 3 192 16,-1 2 64-16,-2 3 0 0,-2 1-576 0,-2 3-128 15,0 2 0-15,-1 3-16 0,0 3-688 0,0 1-128 0,-1 0-16 16,4 1-16-16,-1-4 16 0,7 0 0 0,1-2 0 0,2 0 0 16,0-1-240-16,3-1 176 0,0 2-176 0,3-3 160 15,1-1-160-15,2 0 0 0,1-3 0 0,2 0 0 16,2 0-240-16,2-1 80 0,2 0 16 0,0 1 0 16,0-3-80-16,-1 2-16 0,2 1 0 0,2-2 0 15,-2-1-16-15,0 0 0 0,-1 0 0 16,-1 2 0-16,-2 0-16 0,-9-8-16 0,7 10 0 0,-7-10 0 15,1 14 80-15,-1-2 16 0,-4-1 0 0,-2 0 0 16,-2 0 192-16,-1-1-192 0,-3-1 192 0,0-2-192 16,1-1 16-16,-1 0 16 0,0-4 0 0,1 1 0 15,0-2-1056 1,1-1-224-16,-1-3-32 0,1 0-16 0,1-3-736 0,2 0-144 16,1-3-16-16,6 9-9440 0,0-11-1872 0</inkml:trace>
  <inkml:trace contextRef="#ctx0" brushRef="#br0" timeOffset="-207035.33">25407 16881 16575 0,'5'-14'736'0,"-5"14"160"0,0 0-720 0,0 0-176 16,0 0 0-16,0 0 0 0,0 0 7296 0,0 0 1408 15,0 0 304-15,0 0 48 0,3 15-6064 0,-3 1-1216 16,0 2-240-16,-3 3-64 0,-2 3-896 0,0 0-176 16,-1 8-32-16,1-2-16 0,-3-2-192 0,3 2-32 15,0-1-128-15,0 0 192 0,1-2-192 0,0-1 0 16,1-4 128-16,1 2-128 0,-1-3 0 0,0-2 0 15,1-3 0-15,-1-2 0 0,1-1-368 0,-1 0-16 0,0-4 0 0,3-9 0 32,0 0-832-32,0 0-160 0,-3 10-32 0,3-10-16 15,0 0-432-15,0 0-96 0,0 0-16 0,0 0 0 16,-10-4-256-16,10 4-48 0,-7-11-16 0,0 1 0 16,-1-2 1376-16,0 0 272 0,1-1 48 0,-1 2 16 0,1 3 720 0,3 0 160 0,0 0 16 0,-1 2 16 15,-3-2 1360-15,3 2 272 0,5 6 48 0,0 0 16 16,0 0 96-16,0 0 32 0,0 0 0 0,0 0 0 15,11-5-944-15,0 1-176 0,1-1-32 0,2 1-16 16,5 0-624-16,-1-1-128 0,1-1-32 0,1-1 0 16,0-1-208-16,0 2 0 0,1-5 0 0,0 2 0 15,-1-1 0-15,1-1 0 0,-1 0 0 0,0 0 0 16,1 1 0-16,-3-3 0 0,-1 4 0 0,-4 3 0 16,-2 2 0-16,-11 4 0 0,0 0 0 0,0 0 0 15,0 0 160-15,0 0-160 0,-6 19 160 0,-3-2-160 0,-3 2 384 0,1 1-32 16,-1 3 0-16,0-2 0 0,-1 1-144 0,1-1-16 15,1 1-16-15,3-2 0 0,3-2-176 0,1-1 0 16,1-1 0-16,1-3 0 0,2-13 0 0,3 11 0 16,-3-11-192-16,10 10 192 15,0-5-496-15,0-3 32 0,1-3 0 16,2 0 0-16,0-7-112 0,1 1-32 0,1 2 0 0,0-4 0 0,1-3 288 0,-2-1 48 16,-1 0 16-16,2-4 0 0,2 2 256 0,-2-1-160 15,1 0 160-15,1-2-128 0,0 1 128 0,-3 2 0 16,-2 2 0-16,-2 3 0 0,-1 5 0 0,-9 5 224 15,0 0-48-15,0 0-16 0,0 0 416 0,4 13 96 16,-4-2 16-16,2 3 0 0,-2 2-96 0,0-1-16 16,-3 0 0-16,2 0 0 0,-1 4-192 0,2-1-32 0,0-4-16 0,0 2 0 15,0-3-64-15,2-3-16 0,-1 1 0 0,2-2 0 16,-3-9-256-16,0 0 0 0,0 0 0 0,0 0 0 16,0 0 128-16,0 0-128 0,0 0 0 0,0 0 0 15,10 0 128-15,-10 0-128 0,8-7 0 0,-2 1 0 16,1-3 0-16,-1-2 0 0,1 1 0 0,2-6 0 15,3-1 0-15,0 0 0 0,1 0 0 0,1-4 0 16,0-1-192-16,1 1 0 0,-2 2 0 0,-2 2 0 16,0 5 0-16,-3 4 16 0,-8 8 0 0,0 0 0 15,0 0 176-15,0 0 0 0,0 0-144 0,0 0 144 16,0 0 128-16,4 13 112 0,-2 0 16 0,-2 2 0 16,0-4-112-16,0 3-16 0,1-3 0 0,-1-11 0 15,2 9-128-15,-2-9 0 0,5 9 0 0,-5-9 128 16,0 0-128-16,10 6 0 0,-10-6 0 0,12 2 0 15,-12-2 0-15,12-2 0 0,0-2 0 0,1-3 0 0,0-2 0 0,0-1 0 16,0-3 0-16,1 0 0 0,3 0-144 0,1 0 144 16,2-2-192-16,1 0 192 0,1-2-192 0,0 0 192 15,-1 2-192-15,0 4 192 0,-3 0-208 0,-2 3 64 16,-3 3 16-16,-13 5 0 0,0 0 128 0,10 8 0 16,-10-8 0-16,8 16 0 0,-4 2 208 0,-4 3 80 15,-1 0 16-15,-2 2 0 0,-1 1-304 0,1-1 0 16,1-1 0-16,1-1 0 15,-2 0-416-15,2 0-32 16,1-2-16-16,4 0-16112 0,1 0-3232 0</inkml:trace>
  <inkml:trace contextRef="#ctx0" brushRef="#br0" timeOffset="-206568.14">26811 17057 39327 0,'3'-16'1744'0,"0"6"368"0,4-2-1696 0,2 1-416 0,4-1 0 0,1 5 0 0,1 3 464 0,-5 3 16 15,-10 1 0-15,12 7 0 0,-3 2 1072 0,-1 5 224 16,-2 4 32-16,-2 6 16 0,-1 3-560 0,-2 2-112 16,1 0-32-16,-2-1 0 0,-2 2-320 0,2-5-64 15,0 0-16-15,0-4 0 0,-1-2-208 0,0-2-32 16,-1-1-16-16,1-6 0 0,1-1-208 0,0-9-64 15,0 0 0-15,0 0 0 0,0 0-192 0,0 0 128 16,0 0-128-16,0 0 0 0,0 0 160 0,0 0-160 16,8-7 160-16,0-1-160 0,-2-3 0 0,2-2 0 15,1-1 0-15,2-2 0 0,0-1 0 0,2-2 0 0,0-5 0 0,3-2 0 32,1-1-576-32,1-2-96 0,2-1-32 0,-1 0 0 15,1 4-1344-15,-1 4-256 0,1 5-64 0,-3 5-12336 0,-4 6-2448 0</inkml:trace>
  <inkml:trace contextRef="#ctx0" brushRef="#br0" timeOffset="-206118.32">27179 17258 9215 0,'0'0'400'0,"-2"12"96"0,2-12-496 0,0 0 0 0,2 15 0 0,2-4 0 15,-4-11 6576-15,9 8 1216 0,-9-8 240 0,14 3 48 16,-1-4-5568-16,3 0-1104 0,1-3-240 0,2-3-32 16,1-2-640-16,2-2-128 0,0-3-32 0,0 0 0 15,-1-1-480-15,-1-2-112 0,-1-2 0 0,-2 0-16 16,-1-1 32-16,-3-1 16 0,-3 2 0 0,-2 2 0 15,-3 4 224-15,-3 2-176 0,-5 2 176 0,-2 7-160 0,-3 3 800 16,-2 3 176-16,-2 5 16 0,0 4 16 0,0 3 496 0,1 3 112 16,-2-2 16-16,2 4 0 0,2 0-640 0,1 0-112 15,3 0-16-15,2-2-16 0,2-2-416 0,4-1-80 16,1-1 0-16,2-2-16 0,3-2-176 0,4-3 0 16,2-2 0-16,0-1 0 0,1-1-208 0,2-2-80 15,2-4-16-15,-1-2 0 16,1-1-160-16,-1-1-48 0,0-5 0 0,-2 0 0 0,-1-1 160 0,1-4 32 15,-2-2 0-15,2-2 0 0,2-2 320 0,0-3-176 16,-4-2 176-16,3-3-128 0,2-5 128 0,0 0-192 16,-1-1 192-16,-1 1-192 0,-1-1 192 0,-1 3 128 15,-2 1-128-15,-2 5 176 0,-4 7 128 0,-3 3 16 16,-2 6 16-16,-3 11 0 0,0 0 416 0,0 0 80 0,0 0 0 0,0 0 16 16,-8 11-352-16,0 6-80 0,0 1-16 0,-1 8 0 15,-1 1-240-15,1 5-160 0,-2 0 192 0,2 5-192 16,-1-3 128-16,0-1-128 0,1 0 0 0,0 1 0 15,1-1 0-15,0-2 0 0,3-2 0 0,0-2 0 16,0-1-160-16,0-1-144 0,-1-7-16 0,3 0-16 31,-1-2-1232-31,0-3-240 0,0-3-48 0,4-10-16 16,0 0-1504-16,0 0-288 0,0 0-64 0</inkml:trace>
  <inkml:trace contextRef="#ctx0" brushRef="#br0" timeOffset="-205285">27597 17087 32255 0,'-4'9'2864'0,"4"-9"-2288"0,-6 5-576 0,6-5 0 0,-6 10 4448 0,6-10 784 16,-1 9 144-16,1-9 48 0,3 10-3760 0,2-2-736 15,3 0-160-15,2-4-16 0,2-2-352 0,2 0-64 16,5-2-16-16,1-2 0 0,3 1-176 0,3-2-144 16,1-1 192-16,2 1-192 0,-1-4 128 0,2 1-128 15,0-2 0-15,0 1 0 0,-2-1 128 0,-2 3-128 16,-4 1 0-16,-4 4 0 0,-2 0 0 0,-4 2 0 15,-5 4 0-15,0 2 0 0,-3 1 0 0,-2 3 0 16,-2 3 0-16,0 1 0 0,-1 0 0 0,0 1 0 16,0 1 0-16,-1 0 160 0,1-2-160 0,1 1 0 15,1-2 0-15,1 0 128 0,-1-2-128 0,1-3 0 0,2-1 0 0,2-1 0 16,-6-8 0-16,10 5 0 0,-10-5 0 0,13 2 0 16,-3-2-384-16,1-4 64 0,-2-1 0 0,1-3 0 15,0-3 48-15,0 1 16 0,0-3 0 0,1-5 0 16,-2-1 64-16,1 0 32 0,2-3 0 0,0 2 0 15,0 2 160-15,-2 5-160 0,-2 0 160 0,-2 5-160 16,-6 8 160-16,0 0 128 0,0 0-128 0,0 0 176 16,0 0 192-16,0 12 32 0,-1 1 16 0,-2 1 0 15,0 0-240-15,0 5-48 0,0-1-128 0,1-1 192 16,0-2-192-16,2 0 0 0,0-2 0 16,2-3 0-16,0 1-256 0,-2-11-64 0,7 10 0 0,-7-10 0 31,0 0-1360-31,10 5-288 0,-1-5-48 0,1 0-16 0,-10 0-464 0,10-6-112 0,-2-1-16 0,0-3 0 15,-2-1-416-15,-1 2-96 0,1-2 0 0,0-3-16 16,1-1 704-16,-1-1 144 0,2-1 16 0,1-2 16 16,-1-5 1440-16,-2 3 304 0,1 3 48 0,-2 8 16 0,-1-1 3312 0,-4 11 672 15,0 0 128-15,0 0 16 0,0 0 384 0,0 0 80 16,0 0 16-16,3 15 0 0,-3-1-1600 0,-2 0-320 16,2-1-64-16,2-1-16 0,-2 1-1056 0,1 0-224 15,0 0-32-15,2-1-16 0,-1-2-432 0,-2-10-64 16,3 11-32-16,-3-11 0 0,0 0-144 0,5 10-16 15,-5-10-128-15,0 0 192 0,0 0-192 0,0 0 128 16,0 0-128-16,0 0 0 0,11 3 176 0,-11-3-176 16,10-3 192-16,1 1-192 0,-2-4 0 0,0 0 0 15,-1-3-240-15,1 0 80 0,0-1 160 0,1 0-128 16,1-4 128-16,2-1-128 0,0 0 128 0,0-5 0 0,0 1-144 16,0-2 144-16,1-1 0 0,1-2-176 15,-2 3 176-15,-2 3-128 0,-1 4 0 0,-1 2 0 0,-3 2 0 0,1 3 0 16,-7 7 128-16,0 0 0 0,5-7 0 0,-5 7-128 15,0 0 128-15,0 0 128 0,0 0-128 0,0 0 176 16,0 0-176-16,0 0 0 0,0 0 0 0,0 0 0 16,0 0 0-16,0 0 0 0,0 0 0 0,0 0 0 15,0 0 0-15,0 0 0 0,0 0 0 0,0 0 0 16,0 0 0-16,12 6 0 0,-12-6 0 0,0 0 0 16,0 0 0-16,0 0 0 0,0 0 0 0,10 1 0 15,-10-1-160-15,0 0 160 0,0 0 0 0,0 0-144 16,11 0-48-16,-11 0-16 0,0 0 0 0,11 0 0 15,-11 0-832 1,11-1-176-16,-11 1-16 0,11-4-14192 0,0 1-2848 0</inkml:trace>
  <inkml:trace contextRef="#ctx0" brushRef="#br0" timeOffset="-204850.15">28798 17034 24879 0,'0'0'2208'0,"0"0"-1760"16,0 0-448-16,0 0 0 0,0 0 5504 0,0 0 1008 15,-9 13 208-15,1 1 32 0,1 2-4304 0,-2 1-848 16,-1 1-192-16,1 0-16 0,1-1-608 0,1 0-112 16,0 0-32-16,0 1 0 0,2-1-304 0,1-2-64 15,0-2-16-15,1-2 0 0,3-11-256 0,0 0 0 16,0 9 0-16,0-9 0 0,0 0 192 0,0 0-192 15,0 0 192-15,0 0-192 0,0 0 0 0,0 0 0 0,9-5 0 0,-1-1-192 16,-2-2 48-16,3-1 16 0,1-3 0 0,2 0 0 16,0-3 128-16,-1 2-208 0,2-2 80 0,2 2 128 15,0-8-128-15,2 3 128 0,0 0 0 0,0 2 0 16,0-1-160-16,-3 4 160 0,-2 3-208 0,0 3 80 16,-12 7 128-16,0 0 0 0,0 0 0 0,0 0 128 15,9 11 64-15,-4 2 0 0,-2 0 16 0,-2 4 0 16,-1-2-208-16,-1 2 0 0,-2 0 0 0,1 0 0 15,0 3 0-15,1-2 0 0,-2 2 128 0,2-2-128 16,1-4 0-16,0-1 0 0,1 0 0 0,2 0 0 16,0-5-592-16,-3-8-112 0,5 11-32 0,-5-11 0 15,0 0-1392-15,13 7-288 0,1 0-48 0,1-3-12192 16,-1-4-2432-16</inkml:trace>
  <inkml:trace contextRef="#ctx0" brushRef="#br0" timeOffset="-204601.31">29811 16692 7359 0,'-3'-5'656'0,"1"0"-528"15,2 5-128-15,0 0 0 0,0 0 9408 0,0 0 1840 16,0 0 368-16,0 0 80 0,-6 13-8288 0,1 0-1648 16,-1 2-336-16,-2 5-64 0,0 2-608 0,-1 5-128 0,0 2-32 0,-2 4 0 15,-2 1-336-15,2-2-80 0,-1 2-16 0,0 1 0 16,0 2-160-16,3-3 0 0,0-3 0 0,1-2 0 15,0-3 0-15,2-1-144 0,-1-5 144 0,1-1-208 32,-1-4-480-32,1-3-80 0,-1-3-32 0,2 0 0 15,-1-2-928-15,6-7-192 0,-6 5-48 0,0-1 0 16,-3-4-1104-16,9 0-240 0,-9-4-32 0,1-3-8480 0,-1-2-1680 0</inkml:trace>
  <inkml:trace contextRef="#ctx0" brushRef="#br0" timeOffset="-204300.32">29545 17038 9215 0,'10'-19'400'0,"1"10"96"0,2-1-496 0,0 2 0 0,-1 0 0 0,3 2 0 15,5-1 6768-15,1 1 1248 0,-1 2 256 0,1-2 48 16,0 3-5264-16,0-1-1072 0,-1 1-192 0,-1 2-64 16,-1-1-176-16,1 2-32 0,-2 2-16 0,-3 0 0 15,-14-2-224-15,12 4-32 0,-12-4-16 0,0 0 0 0,5 12-384 0,-4 1-80 16,-2 1 0-16,-6 3-16 0,-4 3-480 0,-2 1-80 16,-3 0-32-16,0 1 0 0,-1-1-32 0,2 1-128 15,2-5 192-15,1 0-64 0,3-2-80 0,2 2-48 16,2-2 0-16,2-2 0 0,1-3 0 0,3 2 0 15,-1-12 0-15,7 9 0 0,0-1 0 0,4 0-160 16,-1-3 160-16,3-1-192 0,0-2 16 0,2-2 0 16,-1 0 0-16,0-4 0 0,1 2 0 0,-1-5 0 15,-2 2 0-15,0-4 0 0,-2 0 176 0,-1-4 0 16,-1-3 0-16,-2 2 128 0,0-1-128 0,-2 0 0 16,0-3-176-16,-2-1 176 0,-3 0 0 0,1-1 0 0,-3 1 0 15,1 0 0-15,-4 1-192 0,1 1 0 0,-1 0 0 16,-1 0 0-1,-1 0-2240-15,2-1-432 0</inkml:trace>
  <inkml:trace contextRef="#ctx0" brushRef="#br0" timeOffset="-203500.28">30881 17048 31327 0,'-2'-12'2784'0,"-1"-1"-2224"0,2-2-560 0,-1-1 0 0,1 0 2480 0,0 2 384 16,-1 0 80-16,2 3 0 0,0 1-1008 0,0 10-208 16,-3-7-32-16,3 7-16 0,-7-2-128 0,7 2-16 15,-12 4-16-15,-1 2 0 0,-1 4-624 0,-4 5-128 16,-2 3-32-16,-2 4 0 0,-2 3-544 0,2 1-192 16,1 0 144-16,2 0-144 0,1-2 384 0,1-5-16 15,2 0 0-15,5-1 0 0,3-1-240 0,3-2-128 16,3-2 128-16,1-1-128 0,3-1 0 0,-3-11 0 0,9 9 0 0,3-3 0 15,1-2-224-15,2-1-16 0,2-3 0 0,2-2 0 32,-1 0-256-32,1-1-48 0,1-1-16 0,-1-5 0 15,-2-1-48-15,-1-1-16 0,-2 0 0 0,-1-1 0 16,0-3 176-16,0 0 16 0,-2-1 16 0,-1-2 0 0,-1 0 144 0,1-3 16 0,-1 1 16 0,0 2 0 16,0-2 240-16,-1 5 0 0,-2 2 0 0,-2 5 0 15,-4 8 144-15,0 0 32 0,0 0 0 0,0 0 0 16,0 0 352-16,0 0 80 0,0 0 16 0,2 16 0 15,-4 3-224-15,1-2-32 0,0 1-16 0,-1 1 0 16,1-1-128-16,0 0-32 0,-2-2 0 0,2 1 0 16,1-4-48-16,0 0-16 0,0-1 0 0,1-1 0 15,-1-11 0-15,0 0 0 0,0 0 0 0,0 0 0 16,0 0 0-16,0 0-128 0,0 0 192 0,0 0-64 0,0 0-128 16,0 0 128-16,12-6-128 0,-2-1 128 0,1-2-128 0,-1-1 0 15,2-1 0-15,1-2 0 0,3-2 0 0,-1-2 0 16,2-2 0-16,3 0 0 0,1-6 0 0,1 4 0 15,0-2 0-15,0 3 0 0,-1 3 0 0,-3 4 0 16,-5 1 0-16,-2 6 0 0,-11 6-224 0,0 0 80 16,0 0 16-16,0 0 0 0,0 0 128 0,2 16 0 15,-3 1 128-15,-3 2-128 0,-3 3 288 0,1 2-16 16,-2-2 0-16,2 0 0 0,0-1-144 0,1 0-128 16,-1-3 192-16,0-2-192 0,3-2 128 0,0-1-128 15,0 0 0-15,2-1 0 0,2-3 0 0,-1-9 0 16,0 0 0-16,0 0-192 15,0 0-592-15,0 0-112 0,0 0-32 0,0 0 0 16,0 0-864-16,0 0-160 0,11 8-32 0,-2-7-16 16,-9-1-1840-16,12-6-352 0,-1-2-80 0,0-5-7056 0,-3-3-1424 0</inkml:trace>
  <inkml:trace contextRef="#ctx0" brushRef="#br0" timeOffset="-202966.64">31324 16832 15663 0,'0'0'1392'0,"0"0"-1120"0,-3-11-272 0,-1 5 0 15,4 6 5632-15,0 0 1088 0,-4-7 192 0,4 7 64 16,0 0-4528-16,0 0-896 0,0 0-176 0,0 0-32 15,0 0-992-15,0 0-192 0,0 0-32 0,6 14-128 16,-1-2 0-16,1 1 0 0,-2 0 0 0,-1 2 0 16,0-2 0-16,0 0 0 0,-2 2 0 0,2 2 0 15,-2 2 416-15,0-3-32 0,-1 1 0 0,0 3 0 16,0 0 384-16,0 2 80 0,-1 1 16 0,1 1 0 16,0-2-128-16,0 1-32 0,-1 1 0 0,1 0 0 0,0 1-272 15,1 0-64-15,0 0-16 0,2 1 0 0,-2 1-208 0,2 1-144 16,-1 0 192-16,0 2-192 0,-2 0 128 0,0-1-128 15,-2-2 0-15,1 1 0 0,-3-1 0 0,-1 0 0 16,-3 1 0-16,0-7 0 0,-1-2 128 0,-3-2-128 16,-2-1 0-16,0-3 0 0,-3-4 128 0,1 0-128 15,2-4 0-15,-2-3 0 0,-1-1 144 0,4-1-144 16,-1-3 0-16,-1-1 144 0,2-2-144 0,0-3 0 16,-1-2 0-16,2-2 0 0,3-4-272 0,3 0 16 15,0-1 0-15,5-3 0 16,4-2-192-16,2-3-16 0,5-2-16 0,6-4 0 15,5 2-272-15,4-7-48 0,1 0-16 0,4-1 0 16,4 0 160-16,1 0 16 0,-3 0 16 0,1 2 0 0,-3-1 304 0,1 5 48 0,-1-1 16 0,-1 7 0 16,-3 3 256-16,-1 3 0 0,-3 6 0 0,-2-1 0 15,-6 6 160-15,-1 4 96 0,-3 4 0 0,-10 1 16 16,0 0 352-16,0 0 64 0,11 8 16 0,-5 3 0 16,-2 1 112-16,-1 4 16 0,-3 3 16 0,-2 1 0 15,1 3-400-15,0-2-64 0,-3 1-32 0,1 0 0 16,2-1-352-16,0 0 128 0,-2 1-128 0,1-5 0 15,0-2 0-15,1-2 0 0,0 0 0 0,1-4 128 16,0-9-128-16,0 0-208 0,0 0 48 0,0 0 16 31,0 0-432-31,0 0-64 0,0 0-32 0,0 0 0 16,0 0-784-16,0 0-144 0,0 0-48 0,-6-12 0 16,4 0-1408-16,3-1-272 0,2-2-64 0</inkml:trace>
  <inkml:trace contextRef="#ctx0" brushRef="#br0" timeOffset="-202072.93">31736 16894 16575 0,'0'0'1472'0,"0"0"-1168"0,0 0-304 0,0 0 0 0,0 0 6848 0,0 0 1328 16,0 0 256-16,0 0 48 0,7-6-6208 0,-7 6-1248 16,9-4-240-16,-9 4-48 0,0 0 208 0,0 0 32 15,0 0 16-15,12 8 0 0,-3 1-480 0,-3 2-112 16,1 5-16-16,-3 0 0 0,-2 2-80 0,0 3-32 16,-2 1 0-16,0 3 0 0,0 1-272 0,0 1 128 15,-2-6-128-15,1 1 0 0,1-5 176 0,0-1-176 16,-1-2 160-16,1-1-160 0,-1-2 160 0,1-11-160 15,1 9 160-15,-1-9-160 0,0 0 176 0,0 0-176 16,0 0 192-16,0 0-192 0,0 0 128 0,0 0-128 0,0 0 0 0,12-5 0 16,-3-2 0-16,-1-2 0 0,-1 0 0 15,2-4 0-15,2 0 0 0,-1-2 0 0,1 0 0 16,0-6-144-16,3-3-96 0,0 2-16 0,3-4 0 0,0 4 0 16,-2 1-32-16,2 4-16 0,-1-1 0 0,-4 6 0 15,-6 3 96-15,-6 9 16 0,0 0 0 0,0 0 0 16,0 0 192-16,0 0 160 0,0 0-32 0,-4 16 0 15,-1 1 176-15,0 0 16 0,-2 2 16 0,3 1 0 16,1-2-208-16,0 2-128 0,2-2 160 0,5-1-160 16,3-2 0-16,1 0 128 0,1-2-128 0,2-2 0 15,-1-1 0-15,2-4 0 0,2-1 0 0,2 1 0 16,2-1-192-16,2-4 64 0,-1-1 128 0,3-1-208 0,1-2 208 0,-1 1 0 16,-1-4-160-16,-1 1 160 0,1-1 0 15,-1-2 0-15,-2-1 0 0,-1-2 0 0,-3-2 0 0,1-1 0 16,-1-2-128-16,-1-1 128 0,-2 2-128 0,-4 2 128 15,-1 2-160-15,-6 11 160 0,0-9 0 0,0 9 0 16,0 0 0-16,-8-4 0 0,-3 3 0 0,0 5 128 16,-2 0 16-16,-2 3 0 0,0 6 80 0,-1 2 16 15,-1-1 0-15,1 0 0 0,2 1-240 0,2 0 0 16,2 1 0-16,1-3 0 0,2 0 0 0,1-4 0 16,-1-1 0-16,7-8 0 0,-1 9 0 0,1-9 0 15,0 0 0-15,1 12 0 0,3-3-176 0,-4-9 32 16,0 0 0-16,11 9 0 0,-2-5-96 0,0 1-16 15,0-2 0-15,1-2 0 0,1-2 0 0,-1-2 0 0,1-1 0 0,-1 1 0 16,1-1 32-16,0-3 0 0,1-2 0 0,1-1 0 16,0-1-48-16,0 1-16 0,0-5 0 0,-1 2 0 15,-3 2-32-15,-4 1-16 16,-5 10 0-16,0 0 0 0,0 0 176 0,0 0 160 0,0 0-208 0,0 0 80 16,0 0 448-16,-6 8 80 0,0 0 32 0,1 0 0 15,0 0-192-15,5-8-48 0,-3 12 0 0,3-12 0 16,0 13-64-16,3-3 0 0,-3-10-128 0,8 6 192 15,0 0-64-15,2-2-128 0,2-2 176 0,1-2-176 16,1-2 0-16,2-2 0 0,0-2 0 0,2-1 0 16,1-1 0-16,1-1 0 0,-2-3 0 0,0-1 0 15,1-3 0-15,0-2 0 0,-2-3 0 0,3-2 0 16,-1-2 176-16,-1 0-176 0,1-5 160 0,0 0-160 16,3-1 192-16,-2 0-64 0,-4-6-128 0,-1 5 192 15,0 0 128-15,-5 5 0 0,-3 3 16 0,-3 5 0 0,-6 5 16 0,-2 3 0 16,-2 5 0-16,-5 0 0 0,-2 6-32 0,-4 6 0 15,-3 0 0-15,-4 7 0 0,-1 5-144 0,-2 7-48 16,-2 3 0-16,2 4 0 0,-1 1 0 0,2 2 0 16,0 0 0-16,5-2 0 0,6 3-128 0,3-3 0 15,3 1 0-15,2-3 0 0,4 0 0 0,1-1 0 16,4 0 0-16,1-2 0 0,3-4-336 0,0 4-48 16,2 2-16-16,2-2 0 15,1 2-1584-15,-1 4-320 0,-1 0-64 16</inkml:trace>
  <inkml:trace contextRef="#ctx0" brushRef="#br0" timeOffset="-201632.56">30778 18091 49695 0,'0'-20'2208'0,"1"7"448"0,1-2-2128 0,0 0-528 16,1 1 0-16,-2 1 0 0,-1 0 944 0,-1 3 80 0,-2-1 0 0,1 5 16 15,-2-1 112-15,-1 4 0 0,-3-2 16 0,-1 4 0 16,-2 1-672-16,1 0-144 0,-2-4-32 0,0 3 0 16,-1-1-320-16,2 5 128 0,-1 1-128 0,0-1 0 15,2 0 0-15,1 4 0 0,2-3 0 0,7-4 0 0,0 0 0 0,-4 9 0 16,3 1 0-16,2 1 0 0,3 2 0 0,-4-13 0 15,10 13 0-15,1 0 0 0,1 0 0 0,2 1-160 16,3 2 16-16,0 0 0 0,-1-2 144 16,-1-1-192-16,-2 1 192 0,0 2-192 0,-2 1 192 0,-2-1 0 15,-3-2 0-15,0 0-128 0,-3 1 128 0,-3-2 0 16,-2 0 0-16,-2 1 0 0,-3-4 0 0,-3 4 0 16,-3-1 0-16,-1-4 0 0,-3-1 0 0,-2-1 0 15,0 1 0-15,-2-1 128 0,-1-3-128 0,0-2 0 16,-3-1 0-16,0-2 0 0,-1-1 0 0,0 2-160 15,0-7 160-15,1 2-208 16,2-2-736-16,3 1-144 0,3-3-16 0,3 0-16 16,3-2-1216-16,5-2-240 0,5-3-48 0,4-3-11712 0,8-2-2320 15</inkml:trace>
  <inkml:trace contextRef="#ctx0" brushRef="#br0" timeOffset="-201395.63">31257 17670 39327 0,'0'0'1744'0,"0"0"368"0,0 0-1696 0,6 13-416 0,-3-1 0 0,-3 3 0 16,-4 2 2480-16,-3 3 400 0,-2 1 96 0,-3 3 16 16,-1 4-1280-16,-1 2-256 0,-2 2-48 0,1 2-16 15,-2 3-784-15,1-1-160 0,2 1-16 0,2-2-16 16,2-1-224-16,-1-2-64 0,2 0 0 0,1-5 0 16,3-3-128-16,0-4 0 0,0 0 0 0,1-3 0 15,0-3-128-15,0-2-64 0,0-3-16 0,0-1 0 16,4-8-1312-16,-4 7-256 0,4-7-48 0,-6 5-16 15,6-5-1200-15,-8 4-240 0,8-4-48 0,-11-4-9408 16,1 1-1856-16</inkml:trace>
  <inkml:trace contextRef="#ctx0" brushRef="#br0" timeOffset="-200614.28">30882 18031 18431 0,'0'0'816'0,"-9"-3"160"0,2 3-784 0,7 0-192 16,-7-1 0-16,7 1 0 0,0 0 7088 0,0 0 1360 15,0 0 288-15,0 0 48 0,0 0-6160 0,10 8-1216 16,2-4-256-16,4 0-64 0,1 0-576 0,5-2-112 15,4 1-16-15,1-2-16 0,5-1-144 0,3-1-32 16,4 0 0-16,0-1 0 0,-2 0-64 0,-4 0-128 16,3 1 176-16,-4 1-176 0,-4 0 160 0,-5 3-160 15,-5 1 128-15,-3 2-128 0,-5 5 0 0,-3-1 0 0,-6 4 0 16,-4 2 0-16,-2 0 0 0,-4 3 0 0,1 2 224 0,-2-1-64 16,-2-2 48-16,0 1 16 0,-1-3 0 0,2 0 0 15,0 1-96-15,2-4 0 0,1-3-128 0,2-1 192 16,0-1-192-16,6-8 0 0,0 0 0 0,0 0 0 15,0 0 0-15,0 0 0 0,0 0 0 0,0 0 0 16,0 0-256-16,11-3 0 0,-3-3 0 0,2-1 0 16,2 1 16-16,-2-3 16 0,-1 0 0 0,1-4 0 15,-1-2 32-15,1 1 16 0,-1-3 0 0,-1 0 0 16,0 0 176-16,-2 4-192 0,0 4 192 0,-6 9-192 16,0 0 192-16,0 0 0 0,0 0 0 0,0 0 0 15,0 0 160-15,0 0 64 0,0 0 16 0,3 15 0 16,0 1-48-16,0 0-16 0,1-2 0 0,0-1 0 15,-1 0-176-15,4 2 128 0,1-5-128 0,5 2 128 0,2-1-128 16,2-1-144-16,-1-4 144 0,4-3-208 16,0 1-816-16,4-4-176 0,-1-4-16 15,2 1-16-15,-1-3-816 0,0-1-176 0,2 1-16 0,1-4-16 16,-3 0-688-16,0-3-144 0,-3-5-32 0,0-4 0 16,-2-7 1792-16,-2 0 368 0,-3-2 64 0,-1-2 0 0,-1 2 1088 0,-1-3 192 15,-2 1 64-15,-2 6 0 0,-1 2 1728 0,-2 6 336 16,-3 4 80-16,-1 5 16 0,0 10 176 0,0 0 32 15,-4-6 16-15,4 6 0 0,0 0-976 0,-10 3-208 16,-1 4-48-16,-1 1 0 0,-2 6-960 0,0 7-192 16,-2 1-32-16,2 3-16 0,-1 2-192 0,2-1-32 15,2 3-16-15,0-3 0 0,1-2-160 0,3 0 192 0,3 0-192 16,3-2 192-16,1-1-144 0,3-2-48 0,1 0 0 0,2-2 0 16,1-6 0-16,0 1 0 0,3-2 0 0,0 0 0 15,3-3 0-15,1-1 0 0,2-4 0 0,1-2 0 16,0 0 0-16,2-1 0 0,1-2 0 0,1-1-160 15,2-3 160-15,2-3 0 0,0 0 0 0,2-7 0 16,2-2 0-16,1-2-160 0,-1-1 160 0,-1-5-208 16,1 0-16-16,-4 0 0 0,-6-2 0 0,-3 7 0 15,-6 4 48-15,-3 5 16 0,-7 2 0 0,-3 3 0 16,-3 3 160-16,-5 2 0 0,-3 3 160 0,-2 4-160 16,-1 3 336-16,-1 2-16 0,-1 4-16 0,0 4 0 15,2 3-176-15,2-1-128 0,2-1 192 0,1 1-192 16,3 0 144-16,1 2-144 0,3-5 0 0,4-1 144 0,-1-2-144 15,2 0 0-15,3 0 0 0,1 2 0 16,2-3 0-16,2-2 0 0,0-1 0 0,1-2 48 16,1-1-816-16,0-1-128 0,-10-5-48 0,11 4 0 15,2-1-2064-15,-4 2-400 0,-9-5-96 0</inkml:trace>
  <inkml:trace contextRef="#ctx0" brushRef="#br0" timeOffset="-200412.39">31562 17908 49007 0,'0'0'2176'0,"0"0"448"0,0 0-2112 0,0 0-512 16,0 0 0-16,0 0 0 0,10-6 960 0,3 1 96 0,0 2 16 0,5 1 0 16,5-4-432-16,3 5-96 0,1 1-16 0,2 0 0 15,-2 0-528-15,4-1 0 0,1 3 0 0,-1 1 0 31,0 0-1024-31,2 0-304 0,1 4-64 0,1-3-21536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9T15:47:42.39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1387 1336 43599 0,'0'0'3872'0,"0"0"-3104"16,0 0-608-16,0 0-13040 0,0 0-2608 0</inkml:trace>
  <inkml:trace contextRef="#ctx0" brushRef="#br0" timeOffset="285.35">1029 755 22111 0,'-6'-2'1968'0,"3"-2"-1584"16,-1 1-384-16,4 3 0 0,0 0 5952 0,0 0 1120 15,0 0 224-15,0 0 32 0,9-5-4768 0,2 4-960 16,2-3-192-16,4 1-48 0,3-2-656 0,3 0-144 15,5 0-32-15,2-2 0 16,4-1-96-16,4-3-32 0,3 1 0 0,4 1 0 0,0-4-160 0,0 0-48 16,-1-1 0-16,1 1 0 0,2 0-192 0,0 0 0 15,0 1 0-15,-4 2 0 0,-2 0 0 0,-5 3 0 16,1 3-128-16,-3-1 128 16,-6 3-896-16,-3 2-64 0,-3 0 0 0,-5 7-16 15,-5-1-1392-15,-4 6-288 0,-4 2-48 0,-7 6-11568 16,-5 3-2320-16</inkml:trace>
  <inkml:trace contextRef="#ctx0" brushRef="#br0" timeOffset="529.52">1091 1406 41519 0,'-36'3'1840'0,"23"1"384"0,0-3-1776 0,0 1-448 0,3 1 0 0,4-3 0 15,2 0 2224-15,4 0 352 0,0 0 80 0,0 0 16 16,0 0-1024-16,8-4-208 0,2 2-32 0,3-4-16 15,3 1-816-15,5 0-144 16,2-2-48-16,6 1 0 0,4-2-80 0,0-2-32 0,4 0 0 16,2 1 0-16,0 3-112 0,3-2-32 0,-2-1 0 0,1 0 0 15,-1 1-80-15,1 0-48 0,-1 0 0 0,2 0 0 16,-1-2 0-16,1 0 0 0,-1-2 0 0,-2 1-160 16,0 1-608-16,-1 1-128 0,-2-2-32 0,-1 1 0 15,-2 0-2480-15,-1 0-496 0,1 1-112 0</inkml:trace>
  <inkml:trace contextRef="#ctx0" brushRef="#br0" timeOffset="865.35">1378 754 45551 0,'0'0'2016'0,"0"0"416"0,0 0-1936 0,0 0-496 0,0 0 0 0,0 0 0 16,0 0 1488-16,7 7 208 15,-2 0 32-15,0 1 16 0,0 0-656 0,-1 4-128 16,0 5-16-16,0 2-16 0,-1 5-608 0,-2 2-112 0,0 5-16 15,0 4-16-15,2-1-176 0,-3 1 192 0,0-1-192 16,0 3 192-16,0-6-64 0,1 0 0 0,2-3 0 0,-2-2 0 16,1-1-832-16,0-1-160 0,1-3-32 0,2-1-16 31,2-3-2288-31,8 5-464 0,5-9-96 0</inkml:trace>
  <inkml:trace contextRef="#ctx0" brushRef="#br0" timeOffset="1366.15">2215 1157 39615 0,'0'0'3520'0,"0"0"-2816"0,0 0-560 0,0 8-144 0,-1 1 3040 0,-1-3 576 15,1 2 112-15,-2 0 32 0,1 0-1936 0,-1 0-384 16,2 0-80-16,0 1-16 0,1-9-992 0,-2 8-208 15,2-2-144-15,0-6 192 0,0 0-192 0,0 0 0 16,0 0 0-16,0 7 0 16,2-1-976-16,-2-6-128 0,0 0-32 0,0 0 0 15,7 4-2784-15,1-3-560 0</inkml:trace>
  <inkml:trace contextRef="#ctx0" brushRef="#br0" timeOffset="64057.07">2773 740 48431 0,'0'0'2144'0,"-5"2"448"0,0 2-2080 0,-2-2-512 16,7-2 0-16,-5 5 0 0,-2-1 688 0,2 1 16 0,-1 0 16 0,0 4 0 16,1-1 192-16,-1 4 48 0,-1 1 0 0,1 1 0 15,2 1-544-15,0-4-96 0,0 2-32 0,1 2 0 16,-1 0-112-16,0-2-32 0,1-2 0 0,0-1 0 15,3-1-144-15,-1 2 0 0,-1-3 0 0,2-8 128 16,0 0-128-16,0 0 0 0,4 5 0 0,-4-5 0 16,7 1-128-16,1-1 128 0,1-2-160 0,1-1 160 0,2-1-128 0,1 1 128 15,1-3 0-15,1 2-144 0,2 1 144 0,1 1 0 16,0 0 0-16,2 2 0 0,0 4 0 0,1-2 0 16,-1 3 0-16,-2-1-128 0,2 1 128 0,-2 2 0 15,-1 0 0-15,-1 1 0 0,0 0 0 0,-1 1 0 16,-2 2 128-16,-1 0-128 0,-2 1 128 0,0 1-128 15,-2 1 128-15,-3 1-128 0,-2 2 272 0,0 1-16 16,-5 0 0-16,0 0 0 0,-3 1 32 0,-2 0 0 0,-2-1 0 16,0 1 0-16,-3-1-112 0,-1 0-32 15,-3-1 0-15,1-1 0 0,-4-3-144 0,3-1 128 16,-4-5-128-16,0 1 128 0,1 1-128 0,-1-2 0 0,-1-3 0 0,2-2 0 16,1 0-320-16,2-4-32 15,-1-1-16-15,3-4 0 16,3-5-2016-16,1-1-416 0,2-2-80 0,-1-8-19664 0</inkml:trace>
  <inkml:trace contextRef="#ctx0" brushRef="#br0" timeOffset="64256.87">2753 813 48607 0,'0'0'2160'0,"0"0"432"0,0 0-2080 0,0 0-512 0,0 0 0 0,0 0 0 0,0 0 912 0,7-7 80 16,-1 1 16-16,5 1 0 0,1-1 112 0,2 1 32 15,0 0 0-15,3-2 0 16,4-2-640-16,3 1-128 0,0-1-32 0,2 3 0 15,1-3-128-15,-1 2-32 0,-3 1 0 0,2-1 0 0,0 1-192 0,-2 0 128 16,-1 1-128-16,2 0 0 0,-1-2 0 0,1 2 0 16,-1 1 0-16,-2-1 0 15,-3 4-560-15,2-2-144 16,-1 2-48-16,1 0 0 0,-2-1-2640 0,-1 2-512 0</inkml:trace>
  <inkml:trace contextRef="#ctx0" brushRef="#br0" timeOffset="97199.02">5134 1260 36575 0,'-10'-9'1616'16,"6"5"336"-16,0-1-1568 0,1 1-384 0,1-1 0 0,-1-1 0 0,2 2 1344 0,1 4 192 15,0 0 48-15,0 0 0 0,0 0-16 0,0 0 0 16,0 0 0-16,9 2 0 0,1 4-672 0,1 5-144 16,-1 3-32-16,1 2 0 0,-2 2-96 0,-2 4-32 15,3 6 0-15,0-2 0 0,0 0-256 0,0 1-48 16,-1 3-16-16,-1-4 0 0,-1 0-112 0,1-1-32 16,-1-3 0-16,0-2 0 0,0-3-128 0,0 0 160 15,-2-4-160-15,0-3 160 0,0-2-160 0,0-3 128 16,-5-5-128-16,0 0 128 0,7 4-128 0,-7-4 192 15,0 0-192-15,0 0 192 0,6-4-192 0,1-2 128 16,-2-2-128-16,0-4 128 0,1-5-128 0,0-3 128 16,1 0-128-16,0-5 128 0,0-3-128 0,1-3 0 15,2 0 0-15,-1-2 0 0,-1 2 0 0,1-2 0 16,0 3 0-16,1 7 0 0,-3 2 0 0,-1 5 0 16,0 6 0-16,1 4 0 0,-7 6 0 0,0 0-192 15,7 7 64-15,1 5 128 0,0 4 0 0,0 3 0 16,-2 5 0-16,1 4 0 0,1 5 0 0,-2 1 0 15,2 0 0-15,0 1 128 0,-2-4-128 0,4-1 0 0,-3-1 0 16,4-3 0-16,1-3 0 0,1 0 0 0,0-5 0 0,0-2 0 16,0-3 0-16,-2-6 0 0,0 0 0 0,-1-3 0 15,1-3 0-15,-2-1 0 0,-1-2 0 0,1-2 0 16,-3-2 0-16,1 0 0 0,-2-2 0 0,0-5 0 16,-1 0 144-16,-1-3-144 0,-1-1 160 0,2-10-160 15,-1-3 0-15,0 0 0 0,-1-4 0 16,2 0 0-16,-1 2-240 0,-1 0 32 0,1 2 0 31,-2 3-1712-31,3 2-352 0,4 2-64 0,-4 3-19680 0</inkml:trace>
  <inkml:trace contextRef="#ctx0" brushRef="#br0" timeOffset="97466.16">4855 1072 32255 0,'-20'-4'2864'16,"17"4"-2288"-16,3 0-576 0,0 0 0 0,0 0 3536 0,0 0 608 0,0 0 112 0,0 0 32 15,11-1-3328-15,2-2-672 0,2-2-128 0,2 1-32 16,6 0 32-16,2-2 0 0,1 2 0 0,4 0 0 15,1-1-160-15,4 1-176 0,2-3 48 0,1 1 0 32,5 2-2784-32,22 1-544 0,-4-1-128 0</inkml:trace>
  <inkml:trace contextRef="#ctx0" brushRef="#br0" timeOffset="97615.69">5752 1062 39567 0,'0'0'1744'0,"0"0"368"0,9 0-1680 0,0-1-432 0,0-1 0 0,2 1 0 0,-2 1 1184 0,1-3 160 15,1 1 16-15,1 0 16 0,1-4-480 0,1 2-80 16,2 1-32-16,2-1 0 16,0-1-1344-16,2 1-272 0,0 0-48 0,1 0-16 15,1-1-2960-15,-1 1-608 0</inkml:trace>
  <inkml:trace contextRef="#ctx0" brushRef="#br0" timeOffset="98382.41">5590 690 25791 0,'-9'-5'2304'0,"3"0"-1856"15,-2-2-448-15,0 2 0 0,0 1 3152 0,2 0 544 0,-1 0 96 0,-1 2 32 16,-1-1-1392-16,0 2-288 0,0 1-48 0,1 0-16 16,0 0-1120-16,1 1-240 15,0 2-32-15,-1 1-16 0,0 2-224 0,2 3-32 16,-1-1-16-16,2 1 0 0,1 0-192 0,3 2-32 0,-2-3-16 0,2-1 0 16,1-7-160-16,1 8 0 0,-1-8 0 0,4 7 0 15,0-3 0-15,1 0 0 0,2 1 0 0,1-4-176 16,1 2 0-16,1-1 0 0,1 0 0 0,2-2 0 0,-2-3-144 0,0 0-16 15,-1 1-16-15,1-2 0 0,-3-1 112 0,-1 1 32 16,0-1 0-16,-2 1 0 0,-5 4 208 0,0 0 0 16,3-7-160-16,-3 1 160 0,0-1-320 0,-2 1 16 15,1 0 0-15,-3 1 0 16,0 0-2512-16,-1 0-512 0,-1 1-112 0</inkml:trace>
  <inkml:trace contextRef="#ctx0" brushRef="#br0" timeOffset="99266.86">5989 1504 28159 0,'0'0'1248'0,"0"-7"256"0,-1-2-1200 16,0 0-304-16,1 0 0 0,0 2 0 0,0 7 2400 0,0 0 416 0,0 0 96 0,0 0 16 16,0 0-416-16,0 0-80 0,0 0 0 0,0 0-16 15,0 11-944-15,1 3-176 0,-1 3-32 0,0 1-16 16,-1 3-496-16,-1 0-112 0,1 0 0 0,0 1-16 15,-1 0-320-15,1 0-64 0,1-2-16 0,0-2 0 16,-1-2-224-16,1-2 0 0,-1 1 128 0,1-4-128 16,1-2 0-16,-1-9 0 0,2 8 128 0,-2-8-128 15,0 0 0-15,0 0 0 0,0 0 0 0,0 0 0 0,0 0 0 0,0 0 0 16,6-9 0-16,-1-1-160 0,0-3 160 0,0 0-128 16,1-6 128-16,-3 1-128 0,3-1 0 0,1-4 0 15,4 0 0-15,-1-1 0 0,-2 0-64 0,0 0 0 16,-1 3 0-16,-1 4 0 0,1 6 192 0,-1 2-208 15,-2 2 80-15,-4 7 128 0,0 0-192 0,0 0 192 16,0 0-192-16,4 9 192 0,0 3 0 0,-2 4 0 16,1-1 192-16,-2 2-64 0,2 0-128 0,1-1 160 15,0 1-160-15,1 0 160 0,1-6-160 0,1 1 0 16,1-2 0-16,2 1 0 0,2-2 0 0,0-2 0 16,-1-1 0-16,2-3 0 0,1 1-192 0,-1-4 192 15,-2 0-160-15,1-4 160 0,0-2-144 0,1 0 144 0,0-2-128 16,0-1 128-16,-4 0 0 0,-1 1-160 0,0-2 160 0,-2-1 0 15,2-1 0-15,-4 2 0 16,-2-3 0-16,0 0 0 0,-1 0 0 0,-1 1 0 0,0 0 0 0,-4 3 0 16,-1 3 0-16,-2 2 128 15,0 3-128-15,-2 1 0 0,-2 4 176 0,1 2-176 0,-1 1 192 0,1 3-192 16,-1 2 144-16,2 2-144 0,1-1 0 0,1 4 144 16,1-4-144-16,2 3 0 0,3-1 0 0,4 1 0 15,2 0 0-15,3-3-144 0,1-3 144 0,3 1-160 16,2-1-32-16,2-1-16 0,2-5 0 0,1 0 0 31,2-5-176-31,1-3-48 0,2-2 0 0,-2 0 0 0,-1-3-224 0,-1 0-48 0,-2 0-16 0,0-4 0 16,-1 0 128-16,0-1 16 0,-1 1 16 0,-2-2 0 0,-1-2 560 0,-3-3-128 15,0-2 128-15,-4 0 0 0,-1 0 0 16,0 0 0-16,1-1 0 0,-2 1 0 0,-3-1 352 0,-2 2-32 16,1 0 0-16,-2 5 0 0,0 1 144 0,-1 6 32 15,2 4 0-15,-2-2 0 0,-2 3 176 0,5 4 32 16,0 0 16-16,0 0 0 0,0 0-304 0,-3 8-64 15,2 1-16-15,1 3 0 0,1 1-336 16,2 2 0-16,0 2 0 0,-1 2 0 0,1 1 0 0,1 0 0 16,0 4 0-16,1-2 0 0,-1 2-320 0,1 3 0 15,0-5 16-15,0 0 0 16,1-1-1040-16,-1 0-192 0,-1-4-64 0,0 2 0 16,1-2-992-16,-1 0-208 0,-2-1-32 0,2-3-9136 0,-2-3-1808 0</inkml:trace>
  <inkml:trace contextRef="#ctx0" brushRef="#br0" timeOffset="99449.84">6508 1603 41343 0,'0'0'1840'0,"-5"2"368"0,1 1-1760 0,4-3-448 0,0 0 0 0,0 0 0 16,0 0 1136-16,0 0 144 15,9 4 16-15,2 0 16 0,2-3-688 0,2-2-144 0,5 0-32 0,-1-5 0 16,1 1-448-16,3-3 0 0,2 1 0 0,3-3 0 31,-1 0-1248-31,6 0-352 0,2 0-64 0,1 3-11456 0,1 0-2288 0</inkml:trace>
  <inkml:trace contextRef="#ctx0" brushRef="#br0" timeOffset="99716.93">7410 1124 26719 0,'-7'0'2368'0,"1"0"-1888"16,6 0-480-16,0 0 0 0,0 0 4480 0,0 0 816 15,0 0 144-15,0 0 48 0,9 0-3296 0,1 2-656 16,0 0-128-16,0 1-16 0,0-3-608 0,1 3-112 16,1 0-32-16,1 0 0 0,1 1-384 0,2-3-96 15,0 2-16-15,-2 1 0 0,-1 0-144 0,1-2 0 16,1 0 0-16,-2 0 0 0,0 3 0 0,0-1 0 0,0 0 0 0,-3 1 0 31,1-3-1504-31,-2 0-176 0,-9-2-48 0,0 0 0 16,8 4-1808-16,-8-4-368 0,5 5-80 0</inkml:trace>
  <inkml:trace contextRef="#ctx0" brushRef="#br0" timeOffset="99900.54">7396 1296 34095 0,'-16'3'1504'0,"12"-2"320"0,4-1-1456 0,0 0-368 0,0 0 0 0,0 0 0 15,0 0 3504-15,0 0 624 0,12 4 128 0,-1-1 32 16,2-2-2496-16,1 1-480 0,2-1-96 0,-1 0-32 0,1 0-672 0,2-1-144 16,2 0-32-16,1-1 0 15,-2-1-336-15,3 0 128 0,0 0-128 0,-1 0 0 0,0 0 0 0,-1 0 0 16,1 0 0-16,1 0 0 16,0-1-816-16,1 0-224 0,0 0-48 0,-1 2-14592 15,5 2-2896-15</inkml:trace>
  <inkml:trace contextRef="#ctx0" brushRef="#br0" timeOffset="100754.6">8648 1105 33167 0,'0'0'2944'0,"0"-7"-2352"0,1 1-464 0,-1 6-128 0,4-7 1792 0,1 2 320 16,-5 5 80-16,0 0 16 0,0 0-544 0,9 0-96 15,-1 3-32-15,1 2 0 0,-1 4-352 0,0 5-80 0,2 6-16 0,1 5 0 16,-1 3-288-16,-1 5-64 15,-2-3-16-15,0 3 0 0,0-1-336 0,-1-1-64 16,0 2 0-16,-1-6-16 0,0 2-128 0,0-3-32 16,1-2 0-16,0-4 0 0,1-3-144 0,-2-1 128 0,0-6-128 0,-1 0 128 15,0-4-128-15,-4-6 128 16,0 0-128-16,0 0 128 0,0 0-128 0,0 0 0 0,6-2 0 0,1-6 0 16,-1-3 0-16,1 0 0 0,-1-2 128 0,1-4-128 15,-1-6 0-15,2 0 0 0,1-1 0 0,2 1 0 16,-1-6 0-16,2 1 0 0,1-1 0 0,-1-1 0 15,0 3 0-15,-1 3 0 0,1 6-144 0,0 4 144 16,-4 4-128-16,-1 8 128 0,1 2-192 0,1 5 192 16,-3 5-128-16,0 3 128 0,-1 7 0 0,2 3 0 0,-1 2 0 15,1 1 0-15,1 0 160 0,-1 3-32 0,3 0-128 16,-1-1 0-16,1 0 0 0,1-3 0 16,-1-5 0-16,0 0 0 0,1-2 0 0,-1-2 0 15,2-4 0-15,-2-3 0 0,1-1 0 0,-2-4 128 16,-1-3-128-16,-2-2 0 0,2-2 0 0,0-1 0 0,0-1 0 15,1-3 128-15,-1-2-128 0,0-4 128 0,-1-1-128 16,1-3 176-16,-1-2-176 0,-1-3 192 0,0-2-192 0,0 0 0 16,1-5 144-16,0-1-144 0,1-4 0 0,0-3 0 15,-3-3-160-15,2 2 160 16,-1 3-1536-16,-1 2-208 0,-1 1-48 0,-1 5-13600 16,-2 0-2720-16</inkml:trace>
  <inkml:trace contextRef="#ctx0" brushRef="#br0" timeOffset="100974.7">8588 1137 28559 0,'-29'2'1264'0,"18"-2"272"0,1-2-1232 0,0-1-304 15,0 0 0-15,1-2 0 0,4 1 4720 0,5 4 880 0,0 0 176 0,3-7 48 16,1-1-4192-16,3 2-832 0,4-3-160 0,5 0-48 15,1-3-592-15,2-1 0 0,2 0 0 0,0 0-192 32,2 0-1296-32,2-2-272 0,2 1-48 0,2 0-16 15,4 1-1760-15,2 1-336 0,0 0-80 0</inkml:trace>
  <inkml:trace contextRef="#ctx0" brushRef="#br0" timeOffset="101100.57">9254 890 6447 0,'0'0'576'0,"0"0"-576"0,0 0 0 0,10 4 0 0,1-3 5744 0,-1 0 1040 16,3 2 192-16,1-3 64 0,-1-3-3840 0,2 3-768 15,-1 0-160-15,1-1-32 0,-2-4-1280 0,1-2-272 16,0 1-48-16,1-2-16 16,-1 3-1888-16,-1 1-368 0,-1 2-80 0,-2-3-15264 0</inkml:trace>
  <inkml:trace contextRef="#ctx0" brushRef="#br0" timeOffset="101417.93">9222 559 26719 0,'-15'-2'2368'0,"8"2"-1888"16,0 0-480-16,-1 0 0 0,0 0 4160 0,-1 0 720 0,0 3 160 0,1 1 16 15,-1 0-2576-15,1 2-528 0,0 2-96 0,0 0-32 16,2 1-768-16,-2 1-160 0,1 0-16 0,2 1-16 16,1 2-544-16,2-1-128 0,-1-3 0 0,3 2-16 15,1 0-176-15,2 0 0 0,1-2 0 0,1-1 0 16,-5-8 0-16,8 6 0 0,-2-1 0 0,2-1 0 15,0-2 0-15,2 0-192 0,0-2 64 0,-1 0 128 16,-1 0-224-16,-1-2 80 0,0-2 16 0,-1-1 0 16,1 1 128-16,-2-2-192 0,2 0 192 0,-2-2-192 15,-3 0 64-15,1 0 0 0,-2-1 0 0,1 0 0 16,-1-1-112-16,0-1-16 0,-1 2 0 0,-1 3 0 16,-3-1-208-16,0 3-48 0,4 4-16 0,0 0 0 15,0 0-1552-15,0 0-304 0,0 0-64 0,-9 2-17648 16</inkml:trace>
  <inkml:trace contextRef="#ctx0" brushRef="#br0" timeOffset="101768.34">9659 1548 35007 0,'-9'-8'1552'0,"5"4"320"0,-1-1-1488 0,1 0-384 0,3-2 0 0,-2 0 0 16,2-3 1280-16,0 0 176 0,-1 0 32 0,2-1 16 16,0 2 48-16,-1 3 16 0,-2-5 0 0,2 2 0 15,0 0-480-15,-2 2-112 0,1 3-16 0,2 4 0 16,-6 0-96-16,0 4-32 0,-2 2 0 0,-4 3 0 15,0 2-256-15,-1 4-48 0,-1 4-16 0,1 2 0 16,0 0-320-16,3 0-192 0,-1-2 192 0,5 1-192 16,2 0 0-16,2-4 0 0,2 4 0 0,4-7 0 31,3 0-1216-31,2-1-208 0,1-3-48 0,5-2 0 0,3-2-1152 0,4-3-224 0,4-2-48 0,2-1-9952 16,-4-5-1984-16</inkml:trace>
  <inkml:trace contextRef="#ctx0" brushRef="#br0" timeOffset="102485.68">9925 1424 15663 0,'0'0'1392'0,"-6"3"-1120"15,-2-2-272-15,0-1 0 0,2 0 5488 0,-2 1 1040 16,0 2 192-16,0 1 64 0,0 0-3520 0,0 2-688 16,-1 4-144-16,-1-1-16 0,-3 0-1088 0,1 3-224 15,2 1-32-15,1 1-16 0,1 2-560 0,0-2-112 16,1 2-32-16,2-3 0 0,3-3-352 0,0 3 128 15,2-4-128-15,2 2 0 0,-1-2 0 0,3-1 0 16,1-2 0-16,1 1-128 16,2-4-288-16,1 0-48 0,4-2-16 0,1 1 0 15,-3-4-336-15,2 1-64 0,0 1-16 0,0-4 0 16,-1 2 32-16,1-4 0 0,-1 1 0 0,-2-1 0 16,-1-2 320-16,-1 3 64 0,-1-2 16 15,-2 1 0-15,-2-1 464 0,-2-2 0 0,-1 2 0 0,0 1 0 0,-3-1 256 0,1 0-64 0,-2-3-16 0,-1 4 0 16,-1 1 336-16,0-1 64 0,-1 3 0 15,1-4 16-15,-1 1-96 0,-1-1-32 0,1 2 0 0,0 0 0 16,-1 1-80-16,2 1 0 0,1 0-16 0,5 3 0 16,0 0-16-16,0 0 0 0,-6-6 0 0,6 6 0 15,0 0-144-15,0 0-16 0,0 0-16 0,0 0 0 16,0-8-176-16,2 2 0 0,-2 6 0 0,4-4 0 16,2-2 0-16,1 3 0 0,-7 3 0 0,11-3 0 15,1-1 0-15,1-1 0 0,-1 0 0 0,1 1 128 16,0 1-128-16,0 0 0 0,-1 1 0 0,1-2 0 0,-2 0 0 15,1-1 0-15,0 4 0 0,0-2 0 0,-1 2 0 0,0 1 0 16,-2 1 0-16,1 2 0 0,-2 0 160 0,-1 3-160 16,-1 0 192-16,-1 3-192 0,1 3 384 0,-2-2-48 15,-2 3 0-15,-1 2 0 0,2-1-16 0,-2 1-16 16,1-1 0-16,-2-1 0 0,0-1-160 0,1-2-16 16,-1-1-128-16,0 0 192 0,0-1-192 0,0-8 128 15,0 0-128-15,0 0 0 0,0 0 144 0,0 0-144 0,0 0 128 0,0 0-128 16,0 0 0-16,0 0 128 15,0 0-128-15,0 0 0 0,0 0 0 0,3-6 0 16,-1-2 0-16,1-1 0 0,1 0 0 0,1-6 0 16,3 1 0-16,0 0 0 0,-1-5 0 0,4 2 0 15,1 0 0-15,1 3 0 0,-3-2 0 0,0 5 0 16,0 2 0-16,-1-1 0 0,-1 4 0 0,-1 2 0 16,-7 4 0-16,8 0 0 0,-8 0 0 0,7 6 128 0,-2 1-128 15,-1 0 192-15,-4-7 0 0,5 9 16 0,-1 4 0 0,0 1 0 16,0 0-80-16,0 2 0 0,-2-3-128 0,1-1 192 15,-1 0-192-15,4-2 0 0,-4-1 0 0,2-1 0 32,-1 0-368-32,1 0-160 0,1-2-48 0,-5-6 0 15,8 3-1472-15,2-2-320 0,1-2-48 0,-1-2-19568 0</inkml:trace>
  <inkml:trace contextRef="#ctx0" brushRef="#br0" timeOffset="102907.24">10558 1376 13823 0,'0'0'1216'0,"0"0"-960"15,0 0-256-15,0 0 0 0,0 0 5632 0,0 0 1072 16,-2 7 208-16,2 2 64 0,0 0-4128 0,2 0-816 0,-1 0-176 0,0 3-16 16,0 1-640-16,1 2-128 0,-1 1-32 0,0 1 0 15,1-5-608-15,-1 1-128 16,0-1-32-16,2-1 0 0,-2 1-272 0,2 1-176 16,-2-4 32-16,0-1 0 15,-1-8-2336-15,4 8-464 0,1-2-80 0,-1 1-9872 0,-1-1-1968 0</inkml:trace>
  <inkml:trace contextRef="#ctx0" brushRef="#br0" timeOffset="103519.6">10327 1553 35247 0,'0'0'1552'0,"-5"-2"336"0,-1-4-1504 0,2 3-384 0,2-3 0 0,2 6 0 16,-2-5 1696-16,1-1 272 15,2-3 48-15,2-1 16 0,-2 3-640 0,1 0-128 16,2-2-32-16,1 1 0 0,-3-1-544 0,4 1-112 16,-1 0-32-16,1 0 0 0,1 3-32 0,-3 0 0 15,0-1 0-15,1 0 0 0,0 2-112 0,-5 4-16 0,7-3-16 0,-7 3 0 16,9-6-176-16,-1 5-48 0,1-3 0 0,1 1 0 16,-1 0-16-16,3 0-128 0,-2 2 192 0,2-1-64 15,1 1-128-15,-1 1 0 0,2 0 0 0,-1 1 0 16,0-1 0-16,-1 2 0 0,0-1 0 0,-2 0 0 15,1 1 0-15,-2 1 0 0,-3 0 128 0,-6-3-128 16,0 0 0-16,7 4 160 0,-1-3-160 0,0 5 160 16,-6-6-16-16,0 0 0 0,0 0 0 0,2 6 0 15,0 2 112-15,-2 0 0 0,-2-1 16 0,1 0 0 16,1-7-80-16,-3 8 0 0,3-8-16 0,-2 8 0 0,0 1-176 0,2 0 0 16,-2 0 144-16,-1-1-144 0,3-8 0 0,-2 6 0 15,2-6 0-15,-3 10 128 0,0-4-128 0,2 2 0 16,0 0 0-16,-1-2 128 0,2-6-128 0,-1 8 0 15,0 0 128-15,0 0-128 0,-1-1 0 0,1 0 144 16,1-7-144-16,0 0 0 0,-1 8 0 0,1-8 0 16,0 0 0-16,0 0 0 0,0 0 0 0,0 0 0 15,0 0 0-15,0 0 0 0,0 0 0 0,0 0-224 16,0 0 32-16,0 0 16 16,0 0-1680-16,7 0-352 0,4-1-64 0,2-2-12832 15,-1-2-2560-15</inkml:trace>
  <inkml:trace contextRef="#ctx0" brushRef="#br0" timeOffset="104086.62">10792 1442 31439 0,'0'0'1392'0,"0"0"288"0,-6 0-1344 0,0 0-336 0,3 2 0 0,-3 0 0 16,6-2 2944-16,-4 4 528 0,4-4 112 0,-2 8 0 15,-3 3-1440-15,2 0-288 0,2 2-64 0,-1 2-16 16,0-1-848-16,-1 3-160 0,2 3-48 0,0-2 0 16,1 0-352-16,0 4-80 0,0 3-16 0,1-2 0 15,0 0-144-15,2 0-128 0,-3 1 144 0,1-2-144 16,0-3 0-16,1-2 0 0,-2-2 0 0,0-1 0 16,0 0 0-16,0-2-240 0,0-2 32 0,-2-2 0 31,2-8-368-31,0 0-64 0,0 0 0 0,0 0-16 15,0 0-1120-15,0 0-208 0,0 0-64 0,0 0 0 16,0 0-784-16,0-6-176 0,0-3-16 0,2-2-8240 0,-4-2-1664 0</inkml:trace>
  <inkml:trace contextRef="#ctx0" brushRef="#br0" timeOffset="104321.85">10710 1463 17503 0,'0'0'1552'0,"0"0"-1232"0,-4-6-320 0,2 1 0 15,-1-1 5248-15,3 6 1008 0,0 0 192 0,5-4 32 0,2-2-4048 0,0 1-800 16,3 0-160-16,1 1-48 0,1 1-512 0,1-1-96 15,1 2-32-15,2-4 0 0,-2 5-400 0,2-4-96 16,0 1-16-16,1 0 0 0,-2 3-128 0,-2 1-16 16,0 1-128-16,-1 2 192 0,-3 0-48 0,0 1-16 15,-1 2 0-15,-8-6 0 0,0 0 64 0,4 7 0 16,-1 1 0-16,-3 4 0 0,-2 1 256 0,-3 0 48 16,-3 4 16-16,-7 0 0 0,-4 0-512 15,4-1 0-15,-2-2 0 0,0 2 432 0,1-3-16 0,-1-2 0 0,0 1 0 31,-1-4-1040-31,4 0-208 0,-1-2-32 0,2-1-9648 16,3-1-1936-16,1 0-384 0</inkml:trace>
  <inkml:trace contextRef="#ctx0" brushRef="#br0" timeOffset="105355.35">11960 831 33167 0,'0'0'2944'0,"-6"1"-2352"0,-2 2-464 0,1 1-128 0,1 1 2752 0,1 4 512 16,-1 3 128-16,1 1 0 0,0 1-2320 0,1 1-480 16,-1 3-80-16,1 3-32 0,0 2 0 0,2 1 0 15,0-1 0-15,2 1 0 0,0-2-352 0,2 0-128 16,-1-2 0-16,1 0 144 0,1-3-144 0,1 2-144 15,-1-2 144-15,-2-3-208 16,0-1-832-16,0-5-176 0,1 0-16 0,-1-2-16 16,0 2-1184-16,-1-8-224 0,0 0-48 0,0 0-14208 0</inkml:trace>
  <inkml:trace contextRef="#ctx0" brushRef="#br0" timeOffset="105505.34">11646 1127 27647 0,'-10'5'2448'0,"10"-5"-1952"16,0 0-496-16,0 0 0 0,0 0 3648 0,0 0 624 0,0 0 128 0,10-1 16 15,3 1-3152-15,3-4-640 0,2 1-128 0,3 1-32 16,2-2-192-16,5 0-32 16,-1 0-16-16,2 1 0 0,-1-2-224 0,4 1 0 15,-2 2 0-15,2 0 0 16,2-2-1024-16,1 2-208 0,1 2-48 0,4-3 0 16,6 1-2064-16,-2-1-432 0,2 0-64 0</inkml:trace>
  <inkml:trace contextRef="#ctx0" brushRef="#br0" timeOffset="106571.67">12600 948 7359 0,'3'-19'656'0,"-2"10"-528"15,-1-4-128-15,0-2 0 0,0 0 5760 0,0 0 1104 16,0 0 240-16,0 3 32 0,2 0-3616 0,-1 3-704 15,0 3-160-15,-1 6-32 0,0 0-624 0,0 0-128 0,0 0-16 0,0 0-16 16,4 7-624-16,-1 8-128 0,-1 6-32 0,1 5 0 16,0 4-352-16,-1 5-80 0,1 3-16 0,1 1 0 15,0 0-288-15,1 0-48 0,1-2-16 0,1-4 0 16,1-1-112-16,0-5-16 0,1-3-128 0,0-5 192 16,-1-2-192-16,-1-3 0 0,1-2 128 0,-1-3-128 15,-1-4 0-15,-6-5 0 0,7 0 0 0,-1 0 0 16,2 0 0-16,-1-3 0 0,-1 0 0 0,1-4 0 15,-1 0 0-15,3-3 0 0,-1 0 0 0,0-3 0 16,0-4 0-16,1-2-128 0,0-1 128 0,0-6 0 16,0 0 0-16,3-2 0 0,-2 1 0 0,2-2 0 15,0-1 0-15,1 0-128 0,-1 4 128 0,-1 4 0 16,-1 5 0-16,-3 4 0 0,0 5 0 0,-2 4 0 16,-5 4 0-16,0 0 0 0,4 11 0 0,-1 5 0 15,-2 4 0-15,0 3 272 0,-1 1-16 0,3 2-16 0,-2 2-240 0,2-2 0 16,-2 0 0-16,3-1 0 0,1-1 0 0,0-4 0 15,2-2 0-15,2-1 0 0,1-1 0 0,1-3 0 16,-1-3 0-16,1-1 0 0,2-6 0 0,-1 1 0 16,-2-4 0-16,0 0 0 0,1-4 0 0,1-1 0 15,-2-2 0-15,2-1-160 0,-2 2 160 0,1-4 0 16,-1 0 0-16,0-1 0 0,1-6 0 0,-1-2 0 16,1 0 128-16,-1-6-128 0,-1-2 144 0,0-3-144 15,1-4 192-15,-1 0-192 0,0-1 0 0,0 1 0 16,-1 3-160-16,-2 2 160 15,-1 4-1040-15,-1 4-96 0,-1 2-16 0,-2 2 0 16,-1 2-1728-16,-1 6-336 0,-6-1-80 0</inkml:trace>
  <inkml:trace contextRef="#ctx0" brushRef="#br0" timeOffset="106781.34">12142 694 53439 0,'-12'-4'2368'0,"12"4"496"0,0 0-2288 0,0 0-576 0,0 0 0 0,0 0 0 15,10-2 0-15,5-1 0 0,2-1-240 0,14 2 80 16,4-2 160-16,1 2 0 0,2-2 0 31,1 2-1088-31,2-2-176 0,2 1-32 0,4-1-13600 0,5-1-2704 0</inkml:trace>
  <inkml:trace contextRef="#ctx0" brushRef="#br0" timeOffset="106956.16">13380 789 51311 0,'0'0'1136'0,"0"0"224"0,0 0 48 0,0 0 32 0,0 0-1152 0,0 0-288 16,0 0 0-16,0 0 0 0,0 0 800 0,0 0 96 15,10-5 32-15,2 1 0 0,1 0-672 0,2-2-128 16,2 1-128-16,-2-1 192 15,0 1-1072-15,-1-1-208 0,-1-2-32 0,0-1-16 16,0 1-2640-16,-1 0-544 0</inkml:trace>
  <inkml:trace contextRef="#ctx0" brushRef="#br0" timeOffset="107254.8">13057 342 17503 0,'-16'-6'1552'0,"10"4"-1232"0,-2 2-320 0,0 2 0 0,1 2 6976 0,2 1 1328 0,-3 1 272 0,2 2 48 16,-2-1-5936-16,2 0-1200 0,-2 1-224 0,1 3-48 15,1-5-448-15,2 3-96 0,1-1-16 0,2 0 0 16,1-8-464-16,1 8-192 0,4 0 128 0,2-1-128 16,1 0 0-16,1-2 0 0,1-2 0 0,1-2 0 15,-1 2 0-15,2-6 0 0,0-1-176 0,1 0 176 16,0 0-160-16,-2-1 160 0,-3-1-192 0,0-1 192 15,0-1-144-15,-2 0 144 0,-3-1 0 0,0 2-144 16,-2-1 144-16,-2 1 0 0,-3-2 0 0,0 1 128 16,0-1-128-16,-3 1 0 0,-2 2 0 0,-8-1 0 31,0 5-704-31,2-1-128 16,4 3 0-16</inkml:trace>
  <inkml:trace contextRef="#ctx0" brushRef="#br0" timeOffset="108031.97">13492 1366 20847 0,'1'-21'912'0,"1"9"208"0,0-6-896 0,-2-1-224 0,-1-3 0 0,1 3 0 15,-1 1 2384-15,3 1 432 0,1 1 96 0,0 0 16 16,-3 5-112-16,1 3 0 0,-1 8-16 0,0 0 0 16,0 0-432-16,0 0-64 0,0 0-32 0,0 0 0 15,0 0-848-15,-1 11-160 0,-2 4-48 0,0 3 0 16,-1 4-656-16,1 3-144 0,-3 2-32 0,2 1 0 15,-1-2-224-15,1 2-160 0,0-1 192 0,2 0-192 16,-1 0 160-16,2-1-160 0,0-2 128 0,1-2-128 0,1-1-240 0,1-3-128 16,1-2-16-16,0-3-16 15,-1-1-1136-15,2-5-208 0,0 1-48 0,1-1-16 16,1-2-896-16,-6-5-176 0,5 3-48 0,-5-3 0 16,0 0-1440-16,0 0-304 0</inkml:trace>
  <inkml:trace contextRef="#ctx0" brushRef="#br0" timeOffset="108458.99">13417 1416 12895 0,'0'0'1152'0,"-8"3"-928"16,-1-3-224-16,-1 1 0 0,5 1 6368 0,1 2 1232 15,4-4 240-15,-2 6 48 0,2-6-4832 0,0 0-976 16,0 0-192-16,0 0-32 0,0 0-864 0,5 7-160 16,3-2-48-16,1 0 0 0,0-1-400 0,3-1-64 0,1-3-32 0,2-6 0 15,1 5-112-15,0-6-32 0,-1 0 0 0,1-1 0 16,2 0-144-16,2 2 0 0,-2-4 144 0,0 3-144 15,-1-1 0-15,0-1 128 0,0 1-128 0,-2 3 0 16,-1 2 0-16,-2 0 0 0,-3 3 0 0,-9 0 128 16,9 4-128-16,-1 3 0 0,-3 1 128 0,-1 2-128 15,-3 2 384-15,0 2 16 0,-1 0 0 0,0 3 0 16,0 0-160-16,0 0-48 0,-1-1 0 0,1-2 0 16,1-2-192-16,2-2 0 0,0-2 0 0,-3-8 0 15,5 7 0-15,-5-7 0 0,8 2 0 0,-1-2 0 16,3-1-128-16,0-3-32 0,0-2 0 0,2-3 0 15,3-1-16-15,-2-1 0 0,-2-2 0 0,2-2 0 16,0 1 16-16,0-2 0 0,-2-2 0 0,-1 1 0 0,1 1 160 0,-1 1-128 16,-3 2 128-16,-2 2-128 0,-1 6 128 0,-4 5 0 15,0 0 0-15,0 0 0 0,0 0 192 0,0 0 0 16,0 0 16-16,0 0 0 0,-2 11 48 0,1 0 0 16,0 1 0-16,1 1 0 0,0 0-256 0,0 1 0 0,1-1 128 15,0 1-128-15,3-3 0 0,0 1 0 16,0-2 0-16,3 0 0 15,1-3-880-15,-1-1-112 0,1-2-32 0,4-3 0 16,0 1-1472-16,1 1-288 0,2-3-64 0,-2-3-10528 16,0 3-2112-16</inkml:trace>
  <inkml:trace contextRef="#ctx0" brushRef="#br0" timeOffset="109073.4">14121 1369 42671 0,'0'0'1888'0,"-2"11"400"0,0-1-1840 0,-1 2-448 15,-1 1 0-15,2-1 0 0,-1 0 1584 0,0 1 208 16,1 1 64-16,0 0 0 0,2-1-784 0,2-1-160 0,-1 0-16 0,0-3-16 16,1 0-592-16,-2-9-112 0,0 0-32 0,0 0 0 15,0 0-144-15,0 0 128 0,0 0-128 0,0 0 128 16,0 0-128-16,0 0 0 0,0 0 0 0,9-5 0 16,-1 0 0-16,-2-3 0 0,-1-3 0 0,2 0 0 15,-2-2 0-15,0-2 0 0,0-2 0 0,1-1 0 16,-1-1 0-16,0-4-224 0,2-1 80 0,0-2 16 15,3-4-32-15,0 1 0 0,0 1 0 0,0 0 0 0,0 2 160 16,-1 4-128-16,0 3 128 0,-1 5-128 0,-1 2 128 0,-2 4 144 16,-5 8-16-16,0 0-128 0,0 0 576 0,0 0 0 15,0 0 0-15,0 0 0 0,4 11 0 0,-2 1 16 16,1-1 0-16,0 5 0 0,-2 0-336 0,1 2-64 16,0 0 0-16,-1 0-16 0,0 1-176 0,1-1 0 15,-2-1 144-15,1 1-144 0,0 0 0 0,1 1 0 16,-1-3 0-16,0 3 0 0,0-4 0 0,1 1 0 15,-1-4 0-15,0-1 128 0,1-1-128 0,-1-1 0 16,-1-1 0-16,0-8 0 0,0 0 0 0,0 0 0 16,0 0 0-16,0 0 0 0,0 0 0 0,0 0 0 15,0 0 0-15,0 0 0 0,0 0 0 0,0 0 0 0,4-6-144 0,0 1 144 16,1 0 0-16,0-2 0 0,0 0-144 0,3-3 144 16,-1 1 0-16,1-1-128 0,1-1 128 0,0 2 0 15,1 3-240-15,1-1 64 0,-1 2 16 0,1 2 0 16,-1 0 160-16,-1 1 144 0,0 2-16 0,0 0-128 15,2 0 0-15,-2 2 0 0,-1-1 0 0,0 3 0 16,1 1 0-16,-3-1 0 0,1 1 0 0,1 2 0 16,-4 0 0-16,1 0 0 0,-1 2 128 0,-2-1-128 15,-2 0 0-15,0 0 128 0,0-8-128 0,-4 10 0 16,-1-1 144-16,-1 2-144 0,-2-1 0 0,0-2 144 16,-1-2-144-16,-3 1 0 0,-1-1 144 0,0 1-144 15,0-1 0-15,-1 0 0 0,-1-2 0 0,1-3 128 16,0 1-128-16,1 1-208 0,-2-3 48 0,2 1 16 15,1-1-1728 1,2 0-352-16,0-1-64 0</inkml:trace>
  <inkml:trace contextRef="#ctx0" brushRef="#br0" timeOffset="114162.22">8670 2139 33119 0,'0'0'1472'0,"0"0"288"0,-7-2-1408 0,1 2-352 0,-3 0 0 0,1 2 0 0,0 0 1088 0,-1 4 160 16,2 0 32-16,2 2 0 0,0 1 320 0,2 3 64 15,2 1 0-15,2 1 16 0,2-1-1104 0,2 3-208 16,3-3-48-16,2 0-16 0,1-1-304 0,4-1 0 16,4 0 0-16,1-5 0 0,5 1 192 0,1-6 0 15,2 0-16-15,2-2 0 0,4-3-48 0,3 0 0 16,4-6 0-16,1 1 0 0,1-2-128 0,1 0 0 15,2-1 144-15,0-1-144 0,1 0 0 0,3-2 128 16,-1 2-128-16,5 2 0 0,1-1 0 0,1 1 0 16,1 4 0-16,0 0 0 0,-3 3 0 0,-3 2 0 15,1 0 0-15,-3 4 0 0,0 0 0 0,-2 5 0 16,-2-1 0-16,0 2-128 0,-1 1 128 0,-2 2 0 0,-5-1 0 0,-3-1 0 16,-4 0 0-16,-2 2 0 15,-5-3 0-15,-2 1 0 0,-3 0 0 0,-2-1 128 16,-3-2-128-16,-1-1 0 0,-3 1 256 0,-1-1 0 0,-8-5-16 15,0 0 0-15,0 0-240 0,6 6 0 0,-1 1 0 0,-5-7 0 16,0 0 384-16,0 0 192 0,0 0 48 0,0 0 0 16,0 0-32-16,0 0 0 15,0 0 0-15,0 0 0 0,0 0-448 0,8 5-144 0,0-2 0 0,0-1 0 16,0-2 128-16,3 0-128 0,2 0 0 16,0-4 0-16,1-1 0 0,1-1 0 0,2-2 0 0,3 1 0 15,1-2 0-15,2 1 0 0,0-1 0 0,4 1 0 16,-1-1 0-16,1-4 0 0,2 0 0 0,1-1 0 15,1-2 0-15,-2 1 0 0,-2-2 0 0,-1 1 0 0,0-2 0 0,-4-1 0 16,-2 1 0-16,-2-3 0 0,-1 3 176 0,-4 1-176 16,-4 1 160-16,-2 2-160 0,-5 2 240 0,-2 3-48 15,-2 1-16-15,-2 1 0 0,-4-2 80 0,-1 1 32 16,-2 1 0-16,0 3 0 16,-2 2-736-16,-2 2-128 0,2 2-48 0,-4 2-22544 15</inkml:trace>
  <inkml:trace contextRef="#ctx0" brushRef="#br0" timeOffset="114580.22">9545 3187 21183 0,'0'0'1888'0,"0"0"-1504"0,0 0-384 0,0 0 0 0,0 0 5920 0,0 0 1120 16,0 0 208-16,0 0 48 0,0 0-4880 0,0 0-992 16,-6-1-192-16,-3-1-32 0,-3 1-224 0,-1 2-32 15,-2 3-16-15,-3 1 0 0,-1-1-352 0,0 2-64 16,-1 0 0-16,1 1-16 0,0-1-80 0,1 1-16 15,0 0 0-15,-2 3 0 0,1-3-208 0,2 1-64 16,1 0 0-16,3 0 0 0,0 0-128 0,1-1 0 16,3 1 0-16,3-1 0 0,-1-3 0 0,7-4 0 15,-4 8 0-15,4-8 0 0,0 0 0 0,0 6 0 16,0-6 0-16,3 9 0 0,1 0 0 0,2-1 0 16,1 0 0-16,1-2 0 0,-1 0 0 0,4-1 0 15,1-1 0-15,1 1 0 0,-3 0 0 0,4 0 0 16,2-1-224-16,1-2 80 15,-1 2-448-15,3-3-96 0,1 2-16 0,2-1 0 16,1-2-1632-16,5-2-336 0,4-2-64 0,1-2-16 0</inkml:trace>
  <inkml:trace contextRef="#ctx0" brushRef="#br0" timeOffset="114927.53">9895 3093 48607 0,'-17'0'2160'0,"11"1"432"0,-1 2-2080 0,1 2-512 0,-1 0 0 0,2 2 0 16,-3 2 1152-16,-1-1 112 0,-1 4 16 0,-1 2 16 15,-1 2-352-15,3-2-80 0,0 4-16 0,0 2 0 16,1 1-400-16,3 1-96 0,0 0-16 0,1-1 0 16,3-3-160-16,2-1-48 0,2-1 0 0,3-2 0 15,1 0-128-15,0 1 0 0,1-6 0 0,5-1 0 16,4-2 0-16,0-2-224 0,0-1 48 0,1-2 16 15,3-1 0-15,1-1 0 0,1-2 0 0,-1-2 0 0,-1-2 160 16,-2-1-128-16,-1 1 128 0,-1-4-128 0,-1-2 128 0,0 0 0 16,-5-1 0-16,-2-2 0 0,-3 3 0 0,-4-4 0 15,0-1 0-15,-4 0 128 0,-2 1-128 0,-1 0 0 16,-3 1 0-16,-2 0 128 0,-3 1-128 0,-2 0-160 16,-1 2 160-16,-3 2-208 15,0-1-864-15,-1 2-160 0,-1-2-48 0,0 1-22544 16</inkml:trace>
  <inkml:trace contextRef="#ctx0" brushRef="#br0" timeOffset="115844.78">12434 2067 21183 0,'-10'5'944'0,"7"-1"192"0,-1 3-912 0,1 0-224 16,3 4 0-16,-1 3 0 0,-7-2 4816 0,3 4 928 16,2-1 176-16,2 1 32 0,1 0-3952 0,1 0-784 15,4-1-176-15,2-1-16 0,2-1-688 0,3-2-128 16,-1-2-16-16,1-3-16 0,2-2-176 0,5-1 0 0,2-2 0 0,3-1 0 15,4-4 0-15,2 0 0 16,1-5 0-16,3 0 0 0,4-1 0 0,-1 2 0 0,1-5 0 0,3 1 0 16,-2 0 0-16,0-1 0 0,-1 0-128 0,13 0 128 15,-2 3 0-15,1 3 0 0,1-3 192 16,-5 5-64-16,-1 1-128 0,-3 4 0 0,-5 0 0 16,0 2 0-16,-2 3 0 0,-4 2-192 0,-2 1 64 0,-3 2 128 15,0-2 0-15,-2 2 288 0,-4 2-32 0,0-1 0 16,-2-2-96-16,-1 0-32 0,-2 0 0 0,-1 0 0 15,-1-1 320-15,0 0 48 0,0-2 16 0,-1 0 0 16,-2-1-512-16,1-4-192 0,-1 2 16 0,0-1 0 16,1 1 176-16,-2 1 0 0,0-4 0 0,0 0 128 0,2 0-128 0,0-3 0 15,-1 1 0-15,-1-2 0 0,-1 0 0 0,-2-1 144 16,1-1-144-16,0 0 0 0,-1-2 0 0,-1 0 0 16,0 0 0-16,-1 2 0 0,1-2 0 0,-2 1 0 15,-1 0 128-15,1-1-128 0,1 0 0 0,1 0 0 16,3 2 128-16,-2-1-128 0,2 1 0 15,1 2 0-15,2-3 128 0,2 5-128 0,0-1 144 16,1 2-16-16,2 1-128 0,2 0 192 0,0 1 32 0,1 0 0 16,0 1 0-16,2 0 0 0,1-2 32 0,2 2 16 15,-1-2 0-15,2-2 0 0,1 0-144 0,3-1-128 16,1-1 144-16,0-1-144 0,-2-2 144 0,2 0-144 16,-1-1 128-16,0-3-128 0,-2 1 128 0,0 1-128 15,-2-4 128-15,-1 1-128 0,-2 0 128 0,-1-1-128 0,-3 1 128 0,-2 1-128 16,-2-2 160-16,-2-3-160 0,-2 2 192 0,-1 1-192 15,-2 0 128-15,-2 2-128 0,-1-1 0 0,-3 2 0 32,-1-2-768-32,0 1-272 0,3 0-48 0,-5 2-21632 0</inkml:trace>
  <inkml:trace contextRef="#ctx0" brushRef="#br0" timeOffset="116312.39">12945 2910 35935 0,'-17'4'3200'0,"11"-2"-2560"16,1-1-512-16,5-1-128 0,0 0 3392 0,0 0 672 16,0 0 128-16,0 0 32 0,0 0-2880 0,0 0-576 15,8 4-128-15,1 0 0 0,2 0-192 0,0 1-16 16,1-2-16-16,4 0 0 0,1 0-416 0,2 2 0 16,1-1 0-16,3 0 0 0,1 0 0 0,2 1 0 15,-3 0 0-15,2-1 0 0,0 3 0 0,-3-1 0 16,-1 2 0-16,-2-1 0 0,-2-1 0 0,-2 1 0 15,-5-1 0-15,-2 1 0 0,-3-2 0 0,-5-5 0 16,0 8 0-16,-1 1 0 0,-3 0 160 0,-3 0 0 16,-2 0 0-16,-2 2 0 0,-4 1 96 0,-2-1 0 0,-1 1 16 15,-2-3 0-15,-2 2-80 0,1 0-32 0,2 2 0 0,1 0 0 16,-1-1-160-16,2 0 128 0,0 0-128 0,3-3 128 31,2 0-480-31,3-1-96 0,5-3-32 0,4-5 0 16,0 0-1776-16,3 6-368 0,6 0-64 0,4-3-19264 0</inkml:trace>
  <inkml:trace contextRef="#ctx0" brushRef="#br0" timeOffset="116645.86">13889 2978 33167 0,'-17'-4'2944'15,"10"3"-2352"-15,-1 0-464 0,-1 1-128 0,1 1 3616 0,0 3 704 16,-2 0 144-16,0 1 16 0,-3 2-2288 0,-2 0-464 15,1 1-80-15,0 4-32 0,-2 0-768 0,0 3-144 16,-1 4-48-16,3 1 0 0,1-1-336 0,2 0-64 16,4 1 0-16,1-1-16 0,3 0-240 0,-1 2 128 15,1-2-128-15,4-2 0 0,3-1 0 0,3-2 0 16,4-1 0-16,4-3 0 0,2-2-144 0,2-1 144 16,2-3-208-16,3-2 80 0,0 0 0 0,1-2 0 15,0-3 0-15,0-1 0 0,-3-2-32 0,1-1 0 16,-3 1 0-16,-2-4 0 0,-1 1 160 0,-1-1 0 15,-6-2 0-15,-1-1-128 0,-2 0 128 0,-3 0 0 16,-2-1 0-16,-2-1-128 0,-4 1 128 0,-2 0 0 16,-2 1 0-16,-2 1 0 0,-5 0 0 0,0 2 128 15,-4-1-128-15,0 3 0 0,-6-1 0 0,0 3 0 0,1 1 0 0,-1-1-192 16,3 2-1008-16,1-2-208 0,0 2-32 0,1 0-22304 16</inkml:trace>
  <inkml:trace contextRef="#ctx0" brushRef="#br0" timeOffset="121398.61">8485 4088 18431 0,'-12'-13'1632'0,"7"9"-1312"0,-1-3-320 0,0 1 0 16,2 2 4176-16,0 1 768 0,4 3 160 0,0 0 16 15,0 0-2816-15,0 0-576 0,-3 9-128 0,2 4 0 0,2 4-400 0,1 7-80 16,-4 1-16-16,4 3 0 15,0 2-544-15,2 3-112 0,-1-1-32 0,0 2 0 16,2 0-160-16,0-1-48 0,0-3 0 0,-1-3 0 16,-1-2-208-16,-1-4 176 0,0-4-176 0,0-2 160 0,0-2-160 0,-2-1 160 15,0 0-160-15,0-6 160 0,0-6-160 0,0 0 0 16,0 0 0-16,0 0 0 0,0 0 0 0,0 0 0 16,0 0-144-16,0 0 144 0,5-6-192 0,1-3 64 15,2-3 128-15,2-1-208 0,1-1 208 0,2-2-192 16,1 0 192-16,3 1-192 0,0-2 64 0,0 1 128 15,0-1-208-15,1 4 80 0,-1 3 128 0,2 3 0 16,-1 2-144-16,-3 2 144 0,1 3 0 0,-3 3 0 16,-4 2 0-16,-2 2 0 0,-2 1 0 0,0 1 0 15,-1 2 0-15,-3 1 0 0,-2 0 272 0,-2 1-16 16,-2 0-16-16,-1 1 0 0,-5 2 80 0,0-3 32 16,-1 1 0-16,0 1 0 0,-1-1-96 0,0 0-32 15,1-1 0-15,-1 0 0 0,-2 0-224 0,0-2 0 16,2-2 0-16,0-1 0 15,1-3-1216-15,5-1-128 0,7-4-16 0,0 0-16 16,0 0-1376-16,4-5-288 0,2-3-48 0,5-3-16 16,-1-4-80-16,4-3-16 0,1-5 0 0,0 0 0 0,2-4 1680 0,1-2 336 0,1-1 64 15,0 3 16-15,1 0 912 0,1 5 192 0,-3 3 0 0,-1 2 0 16,-4 6 1968-16,0 2 352 0,-3 5 80 0,0 3 16 16,-10 1 464-16,0 0 112 0,7 8 16 0,-1 0 0 15,-1 2-544-15,-1 1-96 0,-2 0-32 0,1 2 0 16,-2 3-1408-16,-1 1-288 0,2-4-48 0,-1 1-16 15,0 2-368-15,0-2-80 0,1-1 0 0,-1-1-128 16,0-2 0-16,2-2 0 0,0 1 0 0,-3-9 0 16,0 0-704-16,0 0-256 0,0 0-64 0,0 0 0 15,7 2-704-15,1-2-160 0,1-2-32 0,-1-2 0 16,-1-2-240-16,-1-1-48 0,-1-2-16 0,1-1 0 16,-2-3-304-16,2-3-64 0,-1-2-16 0,0 0 0 15,-1-2 1360-15,0 2 272 0,-1-2 48 0,1-1 16 0,0 3 640 0,1 3 128 16,-2 3 144-16,-1 0-208 0,-1 4 1552 0,1 2 304 15,-2 6 64-15,0 0 16 0,0 0 304 0,0 0 64 16,0 0 16-16,0 0 0 0,0 0-784 0,6 4-160 16,1 1-16-16,1 0-16 0,-2 0-608 0,1 2-112 15,-1-1-32-15,2 1 0 0,0-1-256 0,1 1-128 16,1-1 128-16,1 1-128 0,-2 1 0 0,0 0 0 16,0-1 0-16,-1 1 0 0,0 1 0 0,-2-1 0 0,1 4 0 0,-2 0 0 15,-1 1 320-15,-1 0-32 16,-1 0 0-16,0 2 0 0,-2 2 720 0,0-1 144 15,0 1 16-15,0 0 16 0,0 0-544 0,1 0-96 0,-1 0-32 0,-1 1 0 16,-1 2-224-16,1 0-48 16,0 0-16-16,1-2 0 0,0 3-224 0,0 0 128 15,0 0-128-15,0 1 0 0,1-2 0 0,0 0 0 16,-1 1 0-16,0 0 0 0,-1-1 128 0,0 1-128 0,-2-5 0 0,0 1 0 16,1-2 128-16,-1-2-128 0,1-1 0 0,-2-3 0 15,-2 0 0-15,3-1 0 0,-1-2 0 0,4-6 0 0,0 0 0 0,0 0-160 16,0 0 0-16,0 0 0 15,-3-6-224-15,3-4-64 0,1 0 0 0,3-7 0 16,0-1-64-16,3-4 0 0,2-6-16 0,1 0 0 16,2-4 0-16,1-2 0 0,0-3 0 0,0-1 0 15,1-1 48-15,1 0 16 0,-2 2 0 0,0 2 0 0,-1 0 256 0,-2 3 48 16,0 4 16-16,0 2 0 0,-3 2 144 0,-1 5 0 16,-3 2-144-16,-1 4 144 0,-2 2 336 0,-3 3 144 15,1 3 32-15,-2 1 0 0,0 2 432 0,-1 2 80 16,-3 1 32-16,-1 3 0 0,1-2-448 15,1 4-96-15,1-1 0 0,-1 1-16 0,1 5-144 0,0-3-32 16,3 1 0-16,0 0 0 0,2 1-320 0,1 1 144 16,0-2-144-16,2 1 0 0,0 1 0 0,1-1 0 15,3 1 0-15,0 0-144 0,2 2 144 0,1-1 0 16,-2 2-144-16,3 1 144 0,2-3 0 0,1 2 0 16,0 2 0-16,1 1 0 0,2-1 0 0,0 3 0 15,-2-1 0-15,2 0 0 0,-1 2 0 0,1-1 0 16,-2 3 0-16,-1-3 0 0,-1-1 0 0,-4 0 0 15,-2 0 0-15,-2 2 0 0,0-2 208 0,-3 3-32 16,-2 0-16-16,-3-1 0 0,0-3 160 0,-2-2 16 0,-3 0 16 0,0-1 0 16,-2-2 144-16,-1-3 16 0,1-1 16 0,-1-2 0 15,-1 1-256-15,0-4-48 0,0 0-16 0,0-2 0 16,0-2-80-16,1 1-128 0,2-4 176 0,2 2-176 16,2-5 0-16,3-1 0 0,1-5 0 0,1-2-192 15,0-2-96-15,3-3-16 0,3-6 0 0,3-3 0 16,3-2 32-16,2-2 0 0,1 0 0 0,0-4 0 0,3 1 96 15,2-1 32-15,-1-1 0 0,1 4 0 0,0 3 144 0,-1 1 0 16,-1 1 0-16,-1 2 0 0,-1 2 0 16,-2 4 0-16,-4 4 0 0,-1 3 0 0,-1 2 0 0,-3 3 0 15,-3 3 192-15,-1 6-64 0,0 0 240 0,0 0 48 16,0 0 16-16,0 0 0 0,0 0-128 0,-7 6-32 16,3 3 0-16,-2 3 0 0,-1 0-272 0,1 1 160 15,-1 1-160-15,4 0 128 0,0 1-128 0,3-1 0 16,1-1 0-16,2-1 0 0,2-2 0 0,0-1 0 15,3-2-128-15,0 0 128 0,0-1-160 0,1-1 160 16,0-1-208-16,1 0 80 0,2-3-208 0,1-1-48 16,-1-1 0-16,0-2 0 15,-1 0-208-15,1-3-48 0,-3-1-16 0,-1-1 0 16,-1 0-1008-16,-1 0-192 0,3-1-32 0,-1-4-16 16,-1-1-800-16,2-2-176 0,-3-2-16 0,1-1-16 15,-1-3-320-15,1 1-64 0,1 1-16 0,-3 1 0 16,0 4 2208-16,-1 2 432 0,0 2 96 0,-2 3 0 0,-2 8 1424 0,0 0 288 15,0 0 48-15,0 0 16 0,-2 7 2608 0,1 2 528 16,1 3 96-16,1 1 32 0,-1 0-1584 0,1 1-320 16,0 2-64-16,1 1-16 0,0 0-1280 0,1-2-256 15,2-3-48-15,0 2-16 0,1-2-320 0,-2 2-64 0,1 0-16 16,0-4 0-16,-1-2-192 0,-4-8-32 0,0 0-16 0,0 0 0 16,0 0 16-16,0 0 16 0,0 0 0 0,0 0 0 15,0 0 80-15,0 0 16 0,0 0 0 0,0 0 0 0,0 0 16 0,5-7 16 16,-1-1 0-16,0-3 0 15,-2-2-160-15,2-2-48 0,0 0 0 0,0-2 0 16,0-4-192-16,3 0 144 0,-1-1-144 0,3-2 128 16,3 0-128-16,2-1 0 0,2 1 0 0,1 0 0 15,1 0 0-15,2 3 0 0,-1 4 0 0,2-1 0 16,3 4-2096-16,2 3-288 0,4 3-64 0,-7-1-19488 16</inkml:trace>
  <inkml:trace contextRef="#ctx0" brushRef="#br0" timeOffset="122083.42">10550 3883 46527 0,'-12'13'2064'0,"9"-6"432"0,1 2-2000 0,-1 1-496 16,3 5 0-16,1 3 0 0,-1 3 448 0,2 5 0 15,-1 4 0-15,0 4 0 0,2 2 288 0,1 2 48 16,0 0 16-16,-2-2 0 0,1-1-272 0,0-2-48 16,1-3-16-16,-1-3 0 0,1-3-240 0,0-5-48 15,-1-3-16-15,-1-3 0 0,1-3 0 0,0-2 0 16,-1-1 0-16,-2-7 0 0,0 0-160 0,0 0 0 16,0 0 0-16,0 0 128 0,0 0-128 0,4-4 0 15,0-5 0-15,0 0 0 0,-1-3 0 0,1-1 0 16,1-3 0-16,-1 2-176 0,0-3 32 0,1 1 0 15,3-1 0-15,1 0 0 0,1 2 0 0,1 0 0 16,-1 2 0-16,2 3 0 0,-1 1 16 0,0 2 0 16,-1 2 0-16,1 1 0 0,-2 3 128 0,-1 1-160 15,0 1 160-15,-1 1-160 0,1-1 160 0,0 3 0 16,-3 1 0-16,-1 3 0 0,-1 1 0 0,-2 1 176 16,-2 3-176-16,-1 0 192 0,-1 0-32 0,-3 2 0 0,0-1 0 15,-2 2 0-15,-2-1-32 0,-1 1-128 0,-1-2 192 0,1-1-64 16,-1-2-128-16,0-2 0 0,0-1 0 0,1-2-176 31,-1 0-912-31,4-1-192 0,2-1-48 0,6-4 0 0,0 0-1888 0,-2-7-384 0,2-2-80 0</inkml:trace>
  <inkml:trace contextRef="#ctx0" brushRef="#br0" timeOffset="122310.93">10960 3865 40719 0,'0'0'1792'0,"0"0"384"0,0 0-1728 0,0 0-448 0,0 0 0 0,0 0 0 0,0 0 1984 0,0 8 304 15,0 1 64-15,2 1 16 0,-1-2-896 0,-1 1-160 16,0 2-32-16,0 2-16 0,0 2-624 0,0 2-112 16,-1 4-16-16,-1 1-16 0,0 4-352 0,-1 0-144 15,1 4 128-15,-1 3-128 0,0 1 0 0,-1 0 0 16,-1 2 0-16,-1 1 0 0,-2 2 0 0,0-3-272 16,0-2 32-16,2-1 16 15,-1-3-736-15,2-1-160 0,1-3-32 0,0-2 0 16,2-4-560-16,2-3-112 0,1-3-32 0,1-2 0 15,1-6-1536-15,1 1-304 0,-4-7-64 0,9 0-16 0</inkml:trace>
  <inkml:trace contextRef="#ctx0" brushRef="#br0" timeOffset="122549.41">11265 4114 11967 0,'-6'-3'1072'0,"-2"2"-864"0,-1 0-208 0,0 1 0 15,1 0 6640-15,-1 0 1280 0,0 2 256 0,0 2 48 16,-3 3-4752-16,0 2-944 0,-1 1-192 0,-1 2-32 15,1 2-976-15,0 2-192 0,-3 2-48 0,2 4 0 16,-1-1-448-16,1 1-80 0,2 3-32 0,1 0 0 16,1-2-160-16,4-2-48 0,1 1 0 0,3-3 0 15,2-1-320-15,2-5 0 0,3 0 0 0,1-1 128 16,2-1-128-16,1-4 0 0,2-1 0 0,1 0 0 16,1-4 0-16,1 0-160 0,0-2 160 0,3-2-160 15,1 0-576-15,3-4-112 0,0 0-32 0,4-4 0 16,5 0-2576-16,-3-4-512 0</inkml:trace>
  <inkml:trace contextRef="#ctx0" brushRef="#br0" timeOffset="123200.29">8405 5403 13823 0,'5'-21'608'0,"-2"12"128"0,-2-4-592 0,2-1-144 0,-1 2 0 0,1 2 0 16,0 2 5376-16,-2 3 1056 0,-1 5 208 0,0 0 32 15,0 0-2704-15,0 0-528 0,0 0-112 0,-3 9-32 16,-1 4-1440-16,2 2-304 0,-2 4-48 0,1 3-16 16,1 3-784-16,-1 1-176 0,0-2-16 0,1-1-16 15,-2-3-288-15,1 0-48 0,1-2-16 0,0-3 0 0,1-1-144 0,0-2 192 16,2-2-192-16,2-1 192 0,-3-9-192 0,0 0 0 15,0 0 0-15,0 0 0 0,0 0 0 0,8 2 0 16,-8-2-128-16,9-4 128 0,2-3 0 0,0-1-176 16,-2-1 176-16,1-1-128 0,2-3 128 0,1-2-128 15,0 0 128-15,2-5-128 0,0-1 128 0,1-1 0 16,-1-1 0-16,1-1 0 0,0 5 0 0,-1-1-192 16,0 6 192-16,-2 3-192 0,-1 4 192 0,-2 1 0 15,-1 5 0-15,-1 4 0 0,-2 2 0 0,2 4 128 16,0 7-128-16,-1 4 176 0,-2 5-48 0,-3 5 0 15,0 0 0-15,-1 5 0 0,2 3-128 0,-3 7 192 16,-3 5-192-16,0 6 192 0,1 6-192 0,-2 0 0 16,-1 3 144-16,-1-1-144 0,1-5 0 0,0 2 0 15,1 3 0-15,-1-1 0 0,-2-2 192 0,2-4-48 16,3-4 0-16,-2-5 0 0,0-5-144 0,1-5 0 16,2-4 0-16,-2-5 0 0,1-2 0 0,-1-8 0 15,2-2 0-15,-2-1 0 16,2-2-528-16,1-1 16 0,0-8 0 0,0-5 0 15,0 0-1200-15,0 0-224 0,6-5-48 0,2-5-16 16,3-3-2176-16,0-4-432 0</inkml:trace>
  <inkml:trace contextRef="#ctx0" brushRef="#br0" timeOffset="124085.82">8976 6232 15663 0,'0'0'1392'0,"1"-7"-1120"16,1-3-272-16,-1 1 0 0,-1-1 3520 0,1 2 656 0,-1 2 128 0,0-1 32 15,0 0-1088-15,0 2-224 0,-1 0-32 0,1 5-16 16,-5-3-480-16,0 0-80 0,-2 1-32 0,-1 4 0 16,-1 1-928-16,-3 5-192 0,1 3-48 0,-1 0 0 15,-1 2-496-15,0 3-96 0,-3 2-32 0,2 2 0 16,1-1-336-16,1 2-64 0,0-1 0 0,5-2-16 0,0-1-176 0,3-1 192 16,3-2-192-16,2-1 192 0,0-1-192 0,5-2 0 15,1-1 0-15,4-2 0 0,1-2-144 16,2-1-16-16,2-4 0 0,1 0 0 15,1-5-672-15,3-2-144 0,0-1-32 0,2-3 0 16,0-1-1280-16,2-1-256 0,3 0-48 0,-2-1-18720 0</inkml:trace>
  <inkml:trace contextRef="#ctx0" brushRef="#br0" timeOffset="124518.53">9606 5575 34847 0,'0'0'1536'0,"0"0"320"0,0 0-1472 0,0 0-384 0,0 0 0 0,0 0 0 15,-3-4 2784-15,3 4 480 0,0 0 112 0,-6 0 16 16,6 0-944-16,-7 2-176 0,-1-1-32 0,0 4-16 15,-1 2-1200-15,0-1-224 0,-2 1-48 0,0 2-16 16,-1 0-416-16,1 1-64 0,-4 1-32 0,0 2 0 16,0 1-80-16,1 1-16 0,-2 0 0 0,2 0 0 15,0-2-80-15,-2 0-48 0,3-2 0 0,1 1 0 16,2-1 0-16,1-1 0 0,1-1 0 0,1 0 0 16,1 0 0-16,1-2 0 0,-1 1 0 0,2 1 0 0,2-3 0 15,2-6 0-15,0 7 0 0,0-7 0 0,0 0 0 0,5 6 0 16,2 0 0-16,0-1 0 0,1-1 0 0,3-2 0 15,0 1 0-15,2-2 0 0,3-1 0 0,1 0 0 16,0 3 0-16,0-6 0 0,1 2 0 0,0 0-160 16,-1-1 160-16,2 2-192 15,-2-2-384-15,-2-1-64 0,1 0-32 0,-2 2 0 16,1-3-1136-16,1 0-240 0,1-1-32 0,2 0-13312 16,-5 0-2656-16</inkml:trace>
  <inkml:trace contextRef="#ctx0" brushRef="#br0" timeOffset="124818.49">10099 5236 31327 0,'-19'-5'2784'0,"14"4"-2224"16,0-1-560-16,5 2 0 0,0 0 4992 0,0 0 896 0,0 0 192 0,0 0 16 15,0 0-4064-15,-1 10-816 0,1 0-176 0,0 4-16 16,0 5-448-16,0 2-64 0,0 5-32 0,-2 4 0 16,2 1-336-16,0 1-144 0,0 2 128 0,0 0-128 15,0 0 0-15,0 0 0 0,0 1 128 0,0-1-80 16,0 1-48-16,2-1 0 0,-1-1 0 0,0-3 0 0,-1-3 0 0,0 1 0 16,0-2 0-16,2-3 0 0,-2-3 0 0,-2-2 0 15,2-1 0-15,2-3 0 16,0-1-464-16,1-1-48 0,-2-2 0 0,3-2 0 15,1-1-2688-15,2-2-560 0</inkml:trace>
  <inkml:trace contextRef="#ctx0" brushRef="#br0" timeOffset="130821.58">11972 5093 12895 0,'0'0'576'0,"-6"5"112"0,-2-5-560 0,0 1-128 16,0-1 0-16,0-1 0 0,0-1 5184 0,3 0 992 15,5 2 208-15,0 0 32 0,0 0-3280 0,0 0-672 16,3-5-128-16,-3 5-32 0,10-4-1344 0,3-1-288 16,7-2-48-16,-3 5-16 0,2 0-224 0,5 2-64 15,6 0 0-15,6-1 0 0,7-1-64 0,3-1-32 16,2 2 0-16,0-3 0 0,2 2-224 0,2 1 128 0,0-4-128 16,6 1 0-16,2 0 128 0,2 1-128 15,2 1 0-15,0-1 0 0,-1-1 0 0,-4 2-240 0,-1-1 32 16,-2 3 0-1,-1 0-2240-15,-2 3-448 0,-2-1-96 0,-3 2-15344 0</inkml:trace>
  <inkml:trace contextRef="#ctx0" brushRef="#br0" timeOffset="131071.93">13419 4856 37775 0,'-21'4'1664'0,"12"-4"368"0,-1 1-1632 0,2 0-400 16,1 0 0-16,7-1 0 0,-5 3 2640 0,5-3 448 15,0 0 96-15,0 0 16 0,0 0-2112 0,0 0-432 16,0 0-80-16,7 8 0 0,1 1-576 0,2-1 0 16,2-2 0-16,2 1 0 0,0-2 0 0,2 0 0 15,0-1 0-15,-2 4 0 0,-1-1 0 16,-1-1 0-16,0-2 0 0,-2 2 0 0,-1 1 0 0,-4 1 0 16,-1 0 0-16,-3 2 0 0,-1 1 240 0,-2 2-64 15,-3-4-16-15,-3 2 0 0,-3 4 160 0,0-1 16 16,-4 2 16-16,-2-1 0 15,-2 0-656-15,2-1-128 0,1 0-16 0,2 1-22720 0</inkml:trace>
  <inkml:trace contextRef="#ctx0" brushRef="#br0" timeOffset="131676.31">14246 4716 37439 0,'-7'-16'1664'0,"6"7"320"0,1-2-1584 0,3-1-400 0,-1-1 0 0,3 1 0 0,1 3 992 0,0 0 112 15,-1 2 32-15,-5 7 0 0,0 0 160 0,0 0 48 16,9 7 0-16,1 5 0 0,-3 3-288 0,2 9-48 16,-1 4-16-16,0 8 0 0,-1 4-176 0,-1 3-48 15,-1 1 0-15,1-1 0 0,-3-2-304 0,3-2-64 16,-1-3-16-16,0-3 0 0,0-4-144 0,1-3-48 16,0-3 0-16,-1-2 0 0,2-4-192 0,-1-3 128 15,1-2-128-15,-2-4 0 0,0-3 0 0,1-1 0 16,0-1 0-16,1-7 0 0,-2-1 0 0,1-3 0 15,2-3 0-15,0-2 0 0,0-2 0 0,2-4 0 16,-1-2 0-16,2-2-160 0,-1 0 160 0,3-4 0 16,-2 0-144-16,-1-3 144 0,0-1-128 0,1 2 128 15,-1 2-160-15,1 5 160 0,-2 3-128 0,-1 6 128 16,-2 4 0-16,1 5-144 0,-7 4 144 0,6 8-128 16,-2 4 128-16,0 5-128 0,0 2 128 0,0 4 224 15,-1-1-48-15,0 2-16 0,1 1 16 0,0 0 0 16,3 0 0-16,1-2 0 0,1-1-176 0,0-2 0 0,-1-2 0 15,0-1 128-15,1-5-128 0,-2-3 0 0,3-2 0 0,0-2 0 16,2-4 0-16,-2-1 0 0,1-1 0 0,-1-2 0 16,0-2 0-16,1-3 128 0,-1-2-128 0,1-2 0 15,-1 0 144-15,-1-1-144 0,0 0 160 16,1-4-160-16,-1-1 128 0,0-3-128 0,0-1 0 0,3-4 144 16,-2-4-144-16,1-1 0 0,-1-3 0 0,0 1 0 31,2-2-784-31,-1 2-96 0,-2 2-16 0,1 4 0 0,3 3-1808 0,-4 5-368 0,-2 4-80 15</inkml:trace>
  <inkml:trace contextRef="#ctx0" brushRef="#br0" timeOffset="131888.79">14102 4605 50159 0,'0'0'2224'0,"-5"-1"464"0,-1-2-2160 0,6 3-528 15,0 0 0-15,0 0 0 0,1-5 272 0,3 0-48 16,2 0-16-16,6 0 0 0,2-1-80 0,5 0-128 16,3-1 176-16,3 1-176 0,1-1 0 0,4 2 0 15,2 0 0-15,3-2 0 16,5 1-1008-16,0-2-256 0,3-1-48 0,1 1-16 16,2 3-3024-16,-4-2-624 0</inkml:trace>
  <inkml:trace contextRef="#ctx0" brushRef="#br0" timeOffset="132022.65">15101 4543 29199 0,'0'0'1280'0,"0"0"288"0,0 0-1248 0,0 0-320 16,0 0 0-16,0 0 0 0,9 0 1664 0,-9 0 288 15,11-2 48-15,-1 2 16 0,-1-3-864 0,0 0-192 0,0 0-16 0,0-1-16 32,2 0-2592-32,-1-1-512 0,9-9-96 0,-8 1-13104 0</inkml:trace>
  <inkml:trace contextRef="#ctx0" brushRef="#br0" timeOffset="132339.73">14887 4158 26719 0,'-25'-1'2368'0,"15"1"-1888"0,-2 0-480 0,-1-3 0 0,-1 2 4016 0,-1 2 704 16,1 3 144-16,0 1 16 0,-1-1-2880 0,4 3-576 15,0-1-112-15,2 2-32 0,0 0-432 0,1 0-80 16,0-2-32-16,3 1 0 0,0-1-544 0,2 1-192 15,3-7 0-15,2 8 144 0,-2-8-144 0,4 7 0 16,-4-7 0-16,7 7 0 0,3-2 0 0,-1-1 0 16,4-1-144-16,1-1 144 0,0-2 0 0,2-2-192 15,1-1 192-15,0 2-160 0,1-4 160 0,-1-1-208 16,-1 1 80-16,-1-1 128 0,-2-2-192 0,0 1 192 0,-1-3-192 16,-1 2 192-16,-5 0-208 0,-1 2 80 15,-2-1 128-15,-2 1-208 0,-2 0 208 0,-3 0 0 16,-1 1 0-16,-2 1 0 0,0 0-304 0,-3 1 48 0,0-1 0 0,1 3 0 31,0 1-1024-31,0 1-208 0,-1 1-48 0,1 0 0 16,0 2-2640-16,1 1-544 0</inkml:trace>
  <inkml:trace contextRef="#ctx0" brushRef="#br0" timeOffset="133390.26">15179 5069 16575 0,'0'0'1472'0,"0"0"-1168"0,-4-2-304 0,2-1 0 16,2 3 4480-16,0 0 832 0,0 0 160 0,0 0 32 16,-6 5-2048-16,4 3-432 0,-1 4-80 0,-1 2 0 15,2 2-1344-15,-1 2-272 0,-1 2-48 0,0 1-16 16,0 0-496-16,2 1-80 0,-1-4-32 0,2 1 0 15,-2-2-352-15,2-1-80 0,0-3-16 0,1-1 0 16,-3-2-208-16,3 1 176 0,0-11-176 0,0 0 160 16,0 0-160-16,0 0 0 0,0 0 0 0,0 0 0 15,8 0 0-15,0-4 0 0,-2-1 0 0,1-2 0 16,1-1-176-16,-2-1-64 0,2-1-16 0,1-6 0 16,3 0 48-16,-2-2 0 0,1-1 0 0,0-1 0 0,2 2 208 0,-1 2 0 15,0-2 144-15,0 6-144 16,-3 0-320-16,-3 6-144 0,-6 6-48 0,0 0 0 0,0 0 512 0,0 0 0 15,4 12 0-15,-1-1 0 0,-2 4 256 0,-1 2-48 16,0 0-16-16,0 0 0 0,1-2 0 0,2 2-16 16,0-4 0-16,2 0 0 0,0 0-176 0,3-2 0 15,1-3 0-15,1-2 0 0,1-2 0 0,1-1 0 16,-1-3 0-16,2-2-176 0,0 0 176 0,2-2-192 16,0 1 192-16,0-3-192 0,-2-4 64 0,0 0 0 15,0-3 0-15,0 1 0 0,-3 1 128 0,-1-3-160 16,-1 1 160-16,0-1-160 0,-3 0 160 0,0 1 0 15,-1 1 0-15,-1 2-128 0,-2-1 128 0,-1 5 0 16,0 6 0-16,0 0 0 0,-5-7 192 0,5 7-48 16,-6 1 0-16,-2 5 0 0,-1-2 16 0,-2 5 0 0,1 1 0 0,1 3 0 15,1 1-160-15,0 2 0 0,1 0 144 0,4-1-144 16,0 1 0-16,3-3 0 0,1-1 0 0,3-2 0 16,1 1-176-16,3-2 0 0,1-1 0 0,3-2 0 31,1 1-400-31,3-6-64 0,2-1-32 0,3-1 0 0,-2-2-304 0,1 0-64 0,-1 0-16 0,0-3 0 15,-2 1-64-15,-2-3-16 0,2-1 0 0,0-3 0 16,0 2 368-16,-2-3 80 16,-2-3 16-16,-3 1 0 0,2-2 384 0,-2-3 80 0,1 1 16 0,-2-5 0 15,0-1 336-15,0 1 80 0,0-1 16 0,0-1 0 0,-1-2 224 0,0 1 48 16,-2 1 16-16,1 1 0 0,-2 3 304 0,-1 5 48 16,0 1 16-16,-1 5 0 0,-2 2 320 0,0 2 80 15,-1 7 16-15,0 0 0 0,-6 4-224 0,0 5-32 16,1 1-16-16,-1 6 0 0,-1 2-576 0,1 1-112 15,-2-1-32-15,1 4 0 0,1-1-192 0,2 1-128 16,0 0 160-16,1 0-160 0,1-1 0 0,0 0 0 16,1 0 0-16,1 1-160 15,0 2-800-15,0-4-144 0,0-3-48 0,0 2 0 16,-1-4-1264-16,1 0-256 0,-1-5-48 0,-1-1-10592 16,1-2-2128-16</inkml:trace>
  <inkml:trace contextRef="#ctx0" brushRef="#br0" timeOffset="133540.35">15667 5210 38175 0,'-8'-5'1696'0,"8"5"352"0,0 0-1648 0,0 0-400 15,0 0 0-15,10-4 0 0,2-4 304 0,1 2-32 0,4-2 0 0,1 0 0 16,3-1-272-16,3-1 0 0,2-1 0 0,2-1 0 31,4-1-1264-31,0 0-304 0,6-1-64 0,3 0-8992 16,2-2-1792-16</inkml:trace>
  <inkml:trace contextRef="#ctx0" brushRef="#br0" timeOffset="133790.54">16741 4269 43135 0,'-14'-5'1920'0,"14"5"384"0,0 0-1856 0,0 0-448 0,-7 2 0 0,2 2 0 0,-2 3 1920 0,1 2 304 15,-1 3 48-15,-2 3 16 0,-1 7-816 0,-1 6-176 16,1 2-16-16,-3 4-16 0,0 1-704 0,-1 4-144 15,1 4-32-15,-1 4 0 0,0 0-160 0,1 2-32 16,1 2-16-16,2-1 0 0,2-2-176 0,-1-5 128 16,2-2-128-16,2-1 128 0,1 0-128 0,2-1 0 15,-2 1 0-15,1-4 0 0,-2-3 0 0,2-3-176 16,1-3 48-16,-2-2 0 16,0-3-432-16,-1-1-80 0,1 0 0 0,0-4-16 15,0-2-816-15,1-2-144 0,1-1-48 0,-1-3 0 16,1-2-2192-16,-2-1-448 0</inkml:trace>
  <inkml:trace contextRef="#ctx0" brushRef="#br0" timeOffset="134090.63">16316 5105 38351 0,'-13'-2'1696'0,"13"2"352"0,0 0-1632 0,0 0-416 15,0 0 0-15,0 0 0 0,0 0 1696 0,0 0 256 0,0 0 48 0,3 9 16 16,1 1-416-16,-1 3-64 15,0 0-32-15,2 1 0 0,-1 2-560 0,1-3-112 0,2 4-32 0,-2-2 0 16,2 2-400-16,-1 0-80 0,2-1 0 0,0-2-16 16,-2-1-80-16,1 0-16 0,-1-2 0 0,1-2 0 15,-1-1 32-15,1-2 0 0,-2-1 0 0,2 1 0 0,-7-6-96 0,7 3-16 16,1 0 0-16,0 0 0 16,0-6 0-16,1 0-128 0,0 0 192 0,0 0-64 0,0-2 16 0,2-2 0 15,-1 1 0-15,1-1 0 16,-1-3-144-16,3-1 0 0,0-3 0 0,0 0 0 0,2-5 0 0,0 1 0 15,3-3 0-15,1 0-176 0,-1-1 176 16,0 3-192-16,-1-1 192 0,4-2-192 0,0 6 192 16,-3 6 0-16</inkml:trace>
  <inkml:trace contextRef="#ctx0" brushRef="#br0" timeOffset="142366.15">18070 2416 18431 0,'0'0'1632'0,"0"0"-1312"15,0 0-320-15,0 0 0 0,0 0 5760 0,13 0 1088 16,4-1 224-16,3 0 32 0,5-1-5648 0,4 1-1136 16,3-1-320-16,5-1 0 0,1 2 560 0,2-2 0 15,3-1 0-15,4 3 0 0,3-2-112 0,2 3 0 0,3 3-16 0,2-3 0 16,3 0-192-16,-1 0-48 15,-2-4 0-15,-2 3 0 0,-1-1-64 0,1-2-128 0,1 2 176 16,0-2-176 0,0 3-1072-16,-2-2-320 0,-2 0-64 0,-3-1-16 0,-4 1-1184 0,-3-1-240 0,-5-2-48 15,-4 4-8176-15,-6-2-1616 0</inkml:trace>
  <inkml:trace contextRef="#ctx0" brushRef="#br0" timeOffset="142596.54">19470 2289 30815 0,'-16'-4'1360'0,"16"4"288"0,-6 0-1328 0,-4 0-320 0,1 0 0 0,0 1 0 0,-1-2 1648 0,2-1 256 15,8 2 48-15,0 0 16 0,0 0-496 0,0 0-80 16,0 0-32-16,0 0 0 0,0 0-720 0,0 0-160 16,0 0-32-16,8 4 0 0,0-1-96 0,1 1-32 15,0 0 0-15,1 0 0 0,1-2-192 0,-1 2-128 16,1 0 128-16,-1 1-128 0,-1-2 0 0,0 1 0 16,-1 0 0-16,0 1 0 0,-8-5 0 0,5 8 128 15,-2 1-128-15,-5 1 0 0,0-2 448 0,-3 3 0 16,-3 0 16-16,-3 2 0 0,0 0 96 0,-4 2 16 15,-2-2 0-15,-1 0 0 0,0 0-576 0,1 0 0 16,1 0 0-16,3-3-14592 16,3 1-3040-16</inkml:trace>
  <inkml:trace contextRef="#ctx0" brushRef="#br0" timeOffset="143364.92">20717 1838 36111 0,'0'0'784'0,"-1"-7"176"0,-2-1 16 0,2 2 48 0,1 0-816 0,0 6-208 0,0 0 0 0,0 0 0 0,0 0 1792 0,0 0 320 16,-2 2 64-16,-1 3 16 0,2 5-464 0,-1 3-112 15,-2 3-16-15,2 4 0 0,-1 4-960 0,1 1-192 16,-2 3-32-16,2-2-16 0,0 0-96 0,0-3-32 16,0-2 0-16,1-1 0 0,1-1-96 0,1-3-32 15,-1-3 0-15,1-3 0 0,0-1-144 0,-1-9 0 16,0 0 0-16,0 0 128 0,0 0-128 0,0 0 0 16,0 0 0-16,7-2 0 0,-2-3 0 0,2-2 0 15,-2 1 0-15,-1-2 0 0,2-3-128 0,0 0 128 16,0-3 0-16,1-1 0 0,-1-1 0 0,1-3 0 0,-1 2 0 0,3-3 0 15,2-1-176-15,-1 2 176 0,2-1-128 0,0 2 128 16,-2 0 0-16,0 1-128 0,1 0 128 0,-2 4 0 16,0 4 0-16,-2 1 0 0,-1 3 0 0,-1-1 0 15,-1 1 0-15,-4 5 0 0,0 0 0 0,0 0 0 16,0 0 0-16,0 0 144 0,0 0-144 0,0 0 0 16,0 0 144-16,0 0-144 0,0 0 0 0,0 0 144 15,0 0-144-15,0 0 0 0,7 3 0 0,-7-3 0 16,0 0 0-16,0 0 0 0,8 1 0 0,-2 0 0 15,-6-1 0-15,0 0 0 0,0 0 0 0,0 0 0 16,0 0 0-16,0 0 0 0,0 0 0 0,0 0 0 16,0 0 0-16,0 0 0 0,0 0 0 0,0 0 0 15,4 7 224-15,-4-7 16 0,0 0 0 0,4 5 0 16,-4-5-240-16,0 0-256 0,0 0 48 0,0 0 16 0,0 0 192 0,0 0 0 16,0 0 0-16,0 0 0 0,0 0 0 0,0 0 240 15,0 0-48-15,0 0-16 0,5 4-176 0,-5-4 0 16,0 0 0-16,0 0 0 0,0 0 0 0,0 0-272 15,0 0 64-15,0 0 16 0,0 0 192 0,0 0 0 16,0 0 0-16,0 0-144 0,0 0-48 0,0 0-16 16,2 9 0-16,-2-9 0 15,0 0-1648-15,0 0-336 0,1 7-64 0,0 0-18560 0</inkml:trace>
  <inkml:trace contextRef="#ctx0" brushRef="#br0" timeOffset="143981.39">20823 1635 29487 0,'-13'0'2624'0,"8"0"-2112"0,-2-1-512 0,2 0 0 16,5 1 2784-16,0 0 448 0,-4-4 96 0,0 0 0 15,4 4-2432-15,-1-5-512 0,1 5-80 0,1-5-32 16,2-2-272-16,1 1 0 0,1-4 128 0,3 4-128 16,1 1-3472-16,1-1-752 15</inkml:trace>
  <inkml:trace contextRef="#ctx0" brushRef="#br0" timeOffset="144347.78">21342 1712 14735 0,'0'0'1312'0,"0"0"-1056"16,1-9-256-16,0 0 0 0,-1-4 2896 0,0-1 528 15,0-1 96-15,2 1 32 0,-1 1-1232 0,-1-1-240 0,-1-2-48 0,-1 0-16 16,2-1-512-16,-1 2-96 0,-1-1-32 0,-2 1 0 15,0 0-176-15,-3 2-48 0,1 4 0 0,-1 0 0 16,-1 4-96-16,1 1-32 0,-3 2 0 0,1 4 0 16,0 0-288-16,0 5-64 0,0 2-16 0,0 5 0 15,0 6-144-15,-2 5-48 0,-2 2 0 0,3 6 0 16,-1 3-16-16,2 5 0 0,-1-1 0 0,1 6 0 16,2 3-176-16,-1-1-32 0,0 3-16 0,2-1 0 15,1 1-224-15,1-4 0 0,1-2 0 0,-1-2 0 16,2-2 176-16,-1-2-176 0,-1-3 192 0,0-4-192 31,0-5-624-31,0-2-224 0,2-4-48 0,-2-2-16 16,0-2-1200-16,0-3-224 0,2-1-48 0,-2-2-16 0,1-1-1856 0,-2-3-368 0</inkml:trace>
  <inkml:trace contextRef="#ctx0" brushRef="#br0" timeOffset="144531.78">20747 2109 18431 0,'-13'-13'1632'0,"7"7"-1312"0,-3 3-320 0,2-1 0 0,2 0 4800 0,5 4 880 15,0 0 176-15,0 0 32 0,0 0-3088 0,0 0-624 16,10-4-128-16,5 1-32 0,3 3-1120 0,3-4-240 16,4 2-32-16,1-4-16 0,2 1-208 0,2-1-32 15,2-1-16-15,2-3 0 0,1 1-112 0,1-2-32 16,1-1 0-16,2 1 0 0,0 0-464 0,1 0-80 16,1 0-32-16,3 1 0 15,3 2-2816-15,3 0-560 0,-3-1-112 0</inkml:trace>
  <inkml:trace contextRef="#ctx0" brushRef="#br0" timeOffset="145001.64">21836 1744 39903 0,'-10'-3'1776'0,"10"3"352"0,-6 1-1696 0,6-1-432 0,-5 7 0 0,0 1 0 16,0 2 1488-16,-2 2 224 0,2 1 32 0,-2 3 16 15,1 2-528-15,1 3-96 0,-1 0-32 0,1 1 0 16,0-1-528-16,1-2-128 0,2 1 0 0,0-2-16 16,1-2-272-16,1-3-160 0,1-3 192 0,1-1-192 15,0 0 0-15,-2-9 0 0,0 0 0 0,7 5 0 16,-7-5 0-16,7 2-192 0,1-4 16 0,0-1 16 16,1-5-128-16,0-1-32 0,0-1 0 0,-1 0 0 0,1-3-16 0,2-1-16 15,-1-3 0-15,1 1 0 0,-1 2 176 0,2-2 48 16,2-1 0-16,-1-1 0 0,2-3 128 0,0-2 0 15,2-1 0-15,-1-1 0 0,-2 4 0 0,1 3 0 16,0 4 0-16,-2 0 0 0,-2 1 0 0,-2 3 224 16,-1 5-48-16,-8 5-16 0,6-1 400 0,-6 1 80 15,5 6 0-15,-1 6 16 0,-1 2-96 0,-3 6-32 16,-1 6 0-16,-3 3 0 0,-3 6-128 0,-2 7-16 16,-1 5-16-16,-1 3 0 0,-1 7-112 0,-1 2-32 15,-2 5 0-15,-1 0 0 0,0-1-48 0,1-1-16 0,-2 2 0 0,1-5 0 16,1-2-160-16,0-2 0 0,-2-3 0 0,2-2 0 15,-1-3 0-15,2-4 128 16,-1-5-128-16,2-5 0 0,0-3 0 0,1-4 0 0,2-2-192 0,2-6 192 31,3 0-1536-31,-2-3-192 0,2-3-48 0,1-2 0 16,3-4-2384-16,1-6-464 0,0 0-112 0,13-11 0 0</inkml:trace>
  <inkml:trace contextRef="#ctx0" brushRef="#br0" timeOffset="145884.93">22198 2792 27983 0,'0'0'1232'0,"2"-7"272"0,-1-2-1200 0,0-1-304 15,2-1 0-15,0 1 0 0,0-1 2240 0,0 2 400 0,-4 2 80 0,-1-1 16 16,0 2-208-16,2 6-32 0,-7-2-16 0,1-2 0 16,-2 4-656-16,0 1-128 0,-2 2-32 0,-1 3 0 15,0 5-896-15,-2 2-192 0,-1 4-48 0,0 2 0 16,0 2-144-16,-1 1-16 0,2-2-16 0,0 0 0 15,3 0-80-15,2 0-16 0,3-2 0 0,2-2 0 16,2-1-256-16,4-1 0 0,1 0 0 0,2-2 0 16,2-3 0-16,4-3-256 0,1-1 64 0,2-1 0 31,2-1-1472-31,1-3-304 0,2-5-48 0,2-2-16 0,0-3-2112 16,4-3-416-16,28-19-96 0,-11-3-16 0</inkml:trace>
  <inkml:trace contextRef="#ctx0" brushRef="#br0" timeOffset="146251.7">22906 1858 41871 0,'0'0'1856'0,"0"0"384"0,0 0-1792 0,0 0-448 15,-4-1 0-15,4 1 0 0,-5 3 1248 0,0 1 160 16,-3 0 48-16,0-1 0 0,-1 3 272 0,-1-2 48 16,-2 2 16-16,2 2 0 0,-1 2-816 0,-1 1-144 15,-2-1-48-15,0 2 0 0,1 1-368 0,0-1-80 16,-3-1-16-16,2 2 0 0,-1 0-144 0,2-1-48 16,0 0 0-16,2 0 0 0,0-2-128 0,3 2 0 0,0 0 0 0,2-2 128 15,1-2-128-15,2 1 0 0,2 0 144 0,1 0-144 16,1-1 0-16,3 0 0 0,1-2 0 0,0 2-192 15,2 0 192-15,1-1 0 0,0-2 0 0,3 0 0 16,0 0 0-16,-1 0 0 0,1-1 0 16,0 0 0-16,2-2-224 0,2-1-16 0,-1 0 0 0,0 2 0 31,-2-3-928-31,1-3-192 0,2 1-48 0,0-2 0 0,2 0-2368 16,0-3-496-16</inkml:trace>
  <inkml:trace contextRef="#ctx0" brushRef="#br0" timeOffset="146465.5">23234 1718 23951 0,'-4'-4'2128'0,"0"1"-1696"15,0 0-432-15,4 3 0 0,0 0 5552 0,0 0 1024 16,0 0 208-16,0 0 32 0,-3 10-4336 0,-1-1-880 16,2 1-160-16,-1 7-32 0,0 1-656 0,1 7-128 15,-2 0-32-15,0 4 0 0,-1 3-336 0,-2 2-80 16,-1 5-16-16,2-1 0 0,-1 4-160 0,1-3 0 15,1 1 144-15,-2-3-144 0,1-1 0 0,0-2 0 16,1-3 0-16,1 1 0 16,0-2-1728-16,2 0-384 0,1 0-64 0</inkml:trace>
  <inkml:trace contextRef="#ctx0" brushRef="#br0" timeOffset="147349.66">24128 2192 3679 0,'0'0'320'0,"-7"3"-320"0,1-1 0 0,-2 2 0 16,-4-1 8880-16,3 3 1696 15,1 4 352-15,7 3 64 0,6 6-8224 0,-3 3-1632 16,-9-1-336-16,1 1-64 0,-4 2-32 0,3 1-16 15,-3-1 0-15,1 1 0 0,2 1-688 0,1-2 0 0,1-4 0 0,4-1 0 32,5-2-3008-32,4-2-496 0,2-6-80 0,9-3-32 0</inkml:trace>
  <inkml:trace contextRef="#ctx0" brushRef="#br0" timeOffset="147850.17">24878 1505 42159 0,'0'0'1856'0,"0"0"400"0,0 0-1808 0,0 0-448 16,0 0 0-16,0 0 0 0,0 0 1408 0,0 0 176 15,-2 12 32-15,0 3 16 0,-2 4-224 0,0 4-32 16,-3 7-16-16,2 5 0 0,0 4-672 0,0 3-144 16,1-1-32-16,-1-2 0 0,1-3-192 0,1-1-64 15,2-2 0-15,-1-3 0 0,2-1-112 0,2-6-16 16,-1 1-128-16,0-5 192 0,2-2-192 0,-2-4 128 15,2-4-128-15,-1-1 0 0,-2-8 0 0,0 0 128 16,0 0-128-16,0 0 0 0,0 0 0 0,0 0 0 16,8-1 0-16,-1-2 0 0,-2-6 0 0,1-1 128 15,1-1-128-15,0-2 0 0,2-2 0 0,0-4 0 16,1-3 0-16,-1 0 0 0,3-2 0 0,0 1-128 16,-2-2 128-16,6-3 0 0,-2 3-160 0,-2 5 160 0,-2 5-128 15,-2 2 128-15,0 6 0 0,-8 7-128 0,0 0 128 0,8 12 0 16,-3 3 0-16,0 5 0 0,-1 3 0 0,-1 6 0 15,1-2 0-15,1 3 192 16,0-1-64-16,0 1 0 0,2-5-128 0,1 0 0 0,1-4 128 16,0-3-128-16,1-1 0 0,1-3 0 15,-1-3 0-15,1-4 0 0,0-1 0 0,1-3 0 0,0-1 0 0,0-4 128 16,-1-1-128-16,1-3 0 0,-1-1 128 0,-1-1-128 16,-1-3 128-16,0-2-128 0,0-2 128 0,2-2-128 15,-2 0 0-15,1-2 144 0,1 1-144 0,-1-5 0 16,1-3 128-16,-1-2-128 0,-1 0 0 0,2-1 0 15,-2-1 0-15,0 1 0 0,-1 1-128 0,-1 1 128 16,1 0-912-16,-1 4-96 0,-1 3-16 16,0 1 0-16,-1 3-2192 15,-1 3-448-15,-2 2-96 0</inkml:trace>
  <inkml:trace contextRef="#ctx0" brushRef="#br0" timeOffset="148086.26">24523 1449 35935 0,'-14'-5'1600'0,"8"3"320"0,1-3-1536 0,5 5-384 0,0 0 0 0,0 0 0 16,7-5 3216-16,2 0 576 16,1 1 112-16,6 0 32 0,3 0-2960 0,5 2-592 15,2 2-112-15,3-4-16 0,1-2-256 0,1 2 144 16,0 1-144-16,3-1 128 0,-1 0-128 0,-1 0 0 15,2 0 0-15,1 0 0 16,5 0-1792-16,1 1-224 0,2 0-48 0,3 1-11808 16,2 5-2352-16</inkml:trace>
  <inkml:trace contextRef="#ctx0" brushRef="#br0" timeOffset="148235.26">25412 1461 33407 0,'0'0'1472'0,"0"0"320"0,0 0-1440 0,0 0-352 0,4-5 0 0,1 1 0 16,3 1 1344-16,0-2 208 0,0 0 48 0,2-1 0 15,2 0-96-15,1-1-16 0,-3 0 0 0,3-3 0 16,0 1-1024-16,2 3-208 0,-1-2-32 0,2 0-16 16,-1-1-1312-16,0 0-272 0,0 1-48 0,0 2-11120 15,-4 0-2240-15</inkml:trace>
  <inkml:trace contextRef="#ctx0" brushRef="#br0" timeOffset="148533.89">25373 1084 38527 0,'0'0'1712'0,"-8"-4"336"0,-4 0-1632 0,2 0-416 16,0 2 0-16,-1-1 0 0,2 0 1728 0,0 0 256 15,1 3 48-15,-1 1 16 0,2-1-208 0,1 4-48 16,-2 0 0-16,0-2 0 0,3 3-960 0,1 1-192 0,1 0-32 0,1 2-16 16,2-8-384-16,1 8-80 15,-1-8 0-15,5 8-128 0,3-2 0 0,0 1 0 16,1-2 0-16,0-1 0 0,3-2 0 0,1-2 0 15,0 0 0-15,0-3-144 0,-1-3 144 0,-2 2-128 16,2-1 128-16,0 0-128 0,-3-2 128 0,0 1 0 16,0-1 0-16,-2 1-128 0,-2-2 128 0,-1 2 0 15,0-1 0-15,-3-1 0 0,-1 3 0 0,-1 0 0 16,-3 0 0-16,1-1 0 0,-2 1 0 0,0 0-192 0,-2 1 64 16,2 1 0-1,5 3-1168-15,-6-2-240 0,-2-1-32 0,8 3-13440 0,-8 1-2688 0</inkml:trace>
  <inkml:trace contextRef="#ctx0" brushRef="#br0" timeOffset="149884.51">25501 2122 33519 0,'0'0'1472'0,"0"0"320"0,0 0-1424 0,0 0-368 0,0 0 0 0,0 0 0 16,0 0 2128-16,0 8 368 0,0 1 64 0,0 1 0 0,-2 2-560 0,2 1-112 15,0 3-32-15,0 0 0 0,0 3-848 0,-1-4-176 16,0 0-48-16,1-1 0 16,-2 0-288-16,2-1-64 0,0-2-16 0,0-3 0 0,0-8-96 0,0 0-32 15,0 0 0-15,0 0 0 0,0 0-64 0,0 0-16 16,0 0 0-16,0 0 0 0,0 0-32 0,0 0-16 15,0 0 0-15,0 0 0 0,0-8-160 0,3-1 0 16,1-2 0-16,1 0 128 0,2-1-128 0,2-3 0 16,1 0 0-16,2-1 0 0,2-1-320 0,1-1 64 15,0-2 16-15,2 4 0 16,0-1-1104-16,2 2-240 0,-1 1-32 0,0 3-16 16,0 4-2272-16,-1 3-464 0,-1 4-96 0</inkml:trace>
  <inkml:trace contextRef="#ctx0" brushRef="#br0" timeOffset="150620.37">25803 2274 21183 0,'0'0'944'0,"0"0"192"0,0 0-912 0,0 0-224 0,0 0 0 0,0 0 0 16,0 0 3216-16,0 0 608 15,9-4 112-15,2-1 32 0,0 1-2304 0,1-4-448 0,0-1-80 0,0-1-32 16,-2-2-496-16,1 0-96 0,-4-1-32 0,2 2 0 16,1-1-208-16,-3-1-32 0,0 0-16 0,-2 1 0 15,-1 0 16-15,0 3 0 0,-1 3 0 0,-3-2 0 16,0 8 192-16,0 0 32 0,-6-3 16 0,0 5 0 15,-3 0 528-15,-2 5 96 0,0-1 32 0,-1 5 0 16,-1 2-432-16,1 1-64 0,0 0-32 0,3 2 0 16,0 2-320-16,3-2-64 0,2 0-16 0,2-1 0 15,4-2-208-15,0 0 0 0,5-5 0 0,2 0 0 0,1-2-320 16,2 0 32-16,1-4 16 0,1 0 0 16,-1-4-304-16,2 0-48 15,0-4-16-15,1 0 0 0,-2-1 16 0,2 0 0 0,-2-1 0 0,-2 1 0 0,4-5 304 0,-3 2 48 16,-1-2 16-16,-2 3 0 0,-2 0 256 0,0 1 0 15,-2-1 0-15,-2 3 0 0,-4 6 0 0,0 0 224 16,-3-6-32-16,3 6-16 0,-6-2 208 0,-1 2 64 16,1 2 0-16,-2 6 0 0,-4 0-64 0,1 2 0 15,-1 1 0-15,1 1 0 0,1 1-144 0,1 1-48 16,1 0 0-16,3-2 0 0,2-4-192 0,1 0 0 16,0-2 0-16,2-2 0 0,0-4 0 0,2 7 0 15,-2-7 0-15,0 0 0 0,0 0-192 0,9 2-16 16,-1-2-16-16,1 0 0 0,0-5-48 0,-1 1-16 15,0 0 0-15,-2-4 0 0,2 1 80 0,1-4 16 16,0 2 0-16,0 1 0 0,0-4 48 0,-1 2 16 0,1-2 0 16,-1 2 0-16,-1 1 128 0,-2 2 0 0,-3 1 0 0,-2 6 0 15,0 0 0-15,0 0 0 0,0 0 0 0,0 0 128 16,-5 4 48-16,1 2 16 0,0 3 0 0,1 2 0 16,0-3-64-16,2 1 0 0,-1 0 0 0,4 1 0 15,2-2-128-15,1 1 0 0,3-1 144 0,2-3-144 16,2-3 0-16,1-1 0 0,2 0 0 0,2-3 0 15,2-5-224-15,1-1 32 0,1-2 16 0,0-2 0 16,-1 0-16-16,-2 1 0 0,2-2 0 0,-4 1 0 16,0-1 192-16,-2-3-128 0,2 0 128 0,-3 1-128 15,-2-3 128-15,0-2 0 0,-3 0 0 0,0 0 0 16,0-1 0-16,-2 1 0 0,0-3 128 0,-3 1-128 16,0-2 176-16,0 3-48 0,-3 2 0 0,0 4 0 0,-2 6 80 0,2 9 16 15,0 0 0-15,-7 0 0 0,-4 3 288 0,-1 5 48 16,-2 5 16-16,-2 6 0 0,-2 6-240 0,-1 4-32 15,-1 2-16-15,-1 0 0 0,3 1-144 0,2-1-16 16,5-1-128-16,1-2 192 0,6 2-192 0,4-2 0 16,2-5-192-16,3-2 192 15,4-3-2112-15,3-2-304 0,3-3-64 16,4-2-16-16,-1-2-1536 0,2-3-304 0</inkml:trace>
  <inkml:trace contextRef="#ctx0" brushRef="#br0" timeOffset="150968.35">27050 1592 23039 0,'0'0'2048'0,"-7"3"-1648"0,-1-2-400 0,0-1 0 15,8 0 5968-15,0 0 1120 0,0 0 208 0,0 0 64 16,-2 8-5216-16,-1-1-1040 0,3-7-208 0,0 7-32 15,1 1-304-15,3 0-64 0,3 0-16 0,1 1 0 16,-2-4-352-16,3 3-128 0,2-1 0 0,1 0 0 16,1 0 0-16,-3 2 128 0,-1-2-128 0,2 0 0 15,0 3 0-15,-2-4 0 0,1 1 0 0,-1-1 0 16,-2-1 0-16,-7-5 0 0,7 7 0 0,-7-7 0 16,1 8 0-16,1 0 0 0,-2-8 0 0,-2 7 0 15,0 0 0-15,-4-1 128 0,0 2-128 0,-1 0 0 16,0 1 128-16,-4-1-128 0,-2 4 0 0,0-2 0 0,-1 1 0 0,1-1 0 15,-3 2 0-15,2-1 0 0,-2 1 0 0,2 1-192 16,1 0 16-16,2 0 0 16,1-1-2336-16,1 0-480 0</inkml:trace>
  <inkml:trace contextRef="#ctx0" brushRef="#br0" timeOffset="152285.74">27722 1587 30063 0,'0'0'1328'0,"2"-8"272"0,-4-3-1280 0,4-1-320 0,-1 1 0 0,0 4 0 16,-1 7 1824-16,0 0 288 0,4-7 64 0,-4 7 16 15,0 0 0-15,0 0 0 16,0 0 0-16,5 9 0 0,0 6-800 0,-2 3-176 15,1 5-16-15,-1 6-16 0,1 4-416 0,-2 1-64 0,2-1-32 0,0 3 0 16,-1-5-256-16,2-1-48 0,0-3-16 0,0-3 0 16,2-3-176-16,-1-2-48 0,-1-1 0 0,-1-3 0 15,2-5-128-15,-1 1 128 0,-1-4-128 0,1 0 128 16,-5-7-128-16,0 0 0 0,0 0 0 0,0 0 0 16,9-3 0-16,-1-1 0 0,-2-2 0 0,2-2 0 15,0-2 0-15,1-2 0 0,0-2 0 0,2-1 0 16,-1-2 0-16,2 2 0 0,0-4 0 0,1-1 0 0,-2-5 0 0,2-1 0 15,2 0 0-15,-1 2 0 0,0 2 0 0,-2 5 0 16,0 4 0-16,-3 5 0 0,-1 3 0 0,-2 4 0 16,-6 1 0-16,6 10 0 0,-2 3 0 0,-2 7 0 15,1 6 192-15,-2 1-64 0,0 3 32 0,1-3 0 16,-1 2 0-16,0 1 0 0,2-2-160 0,2-1 128 16,-1-2-128-16,1-2 128 0,0-6-128 0,2-3 0 15,-1-2 0-15,1-1 128 0,-1-4-128 0,2-1 0 16,0-4 0-16,0 0 0 0,1-4 0 0,-1-2 0 15,2-2 0-15,-1-3 0 0,-1-4 0 0,0 1 192 16,0-2-192-16,2-2 192 0,2-2-192 0,0-1 0 16,1 1 0-16,0-3 128 0,0 0-128 0,1-2 0 15,2-4 0-15,0-3 0 0,-1-3 0 0,1-1 0 16,-1-1 0-16,1 0 0 0,-2 0 0 0,0 1-176 0,-3 1 176 0,-2 4-128 31,-1 9-1216-31,-1 4-224 0,-1 4-48 0,-3 3-13936 0,-4 1-2800 0</inkml:trace>
  <inkml:trace contextRef="#ctx0" brushRef="#br0" timeOffset="152505.81">27515 1516 34095 0,'-12'-6'1504'0,"12"6"320"0,0 0-1456 0,0 0-368 0,0 0 0 0,7-2 0 0,-1-7 3584 0,5 2 640 15,2 1 128-15,2-1 16 0,4 0-3552 0,1 2-816 16,7-3 0-16,1 5 0 0,7-4 0 0,2 2 0 16,2 3 128-16,1-1-128 15,5-3-560-15,0 2-176 0,1-1-32 0,-2 3-16 16,1 0-2672-16,-1 1-512 0</inkml:trace>
  <inkml:trace contextRef="#ctx0" brushRef="#br0" timeOffset="152619.1">28658 1483 26719 0,'0'0'1184'0,"0"0"240"0,0 0-1136 0,0-4-288 16,0-3 0-16,3 0 0 0,0 0 2048 0,0 2 336 15,-3 5 80-15,6-8 16 16,-1-1-2736-16,0 0-528 0,-1 1-112 0</inkml:trace>
  <inkml:trace contextRef="#ctx0" brushRef="#br0" timeOffset="152918.42">28448 982 3679 0,'-7'0'320'0,"-5"0"-320"0,-1 0 0 0,-2-1 0 15,0-2 7840-15,-1 5 1504 0,1 3 288 16,-1-2 64-16,0 2-6256 0,-2 3-1264 0,1 1-240 0,1 2-48 16,1-1-480-16,2 1-112 0,0-2-16 0,4 2 0 15,2 1-864-15,2-2-176 0,0 0-48 0,1-2 0 16,2 0-352-16,2 0-80 0,0-8-16 0,3 8 0 15,-3-8 256-15,0 0 256 0,9 5-48 0,2-1-16 16,2-2-192-16,0-2 0 0,1 0 0 0,2-3 0 0,-1-3-144 0,1 2 144 16,-2-3 0-16,-1-1-144 0,2 0 0 15,-2-3 0-15,-2 2 0 0,0 0 0 0,-3 1 144 0,-2 2-192 16,-1-1 192-16,-2 2-192 0,-2-1-48 0,-1 6-16 16,-4-7 0-16,4 7 0 15,0 0-864-15,0 0-176 0,-9 3-48 0,0 2 0 16,-1 1-1968-16,-1 6-400 0</inkml:trace>
  <inkml:trace contextRef="#ctx0" brushRef="#br0" timeOffset="153187.07">28607 1999 11967 0,'0'0'1072'0,"0"0"-864"0,-6-5-208 0,1 4 0 16,1-3 7328-16,4 4 1424 0,-5 0 272 15,5 0 64-15,-6 5-5808 0,1 3-1168 0,0 1-224 0,-3 4-48 16,2 0-880-16,-1 1-192 0,1 3-16 0,0 0-16 16,0-2-560-16,2 0-176 0,0 0 0 15,1 0 0 1,1-4-432-16,-1 0-192 0,1 1-32 0,2-3-16 0,0-9-1584 15,0 0-320-15,7 2-64 0,1-1-11072 0,0 0-2224 0</inkml:trace>
  <inkml:trace contextRef="#ctx0" brushRef="#br0" timeOffset="153303.56">28691 1724 13823 0,'0'0'1216'0,"0"0"-960"15,-4 4-256-15,0 3 0 0,-1 0 2240 0,1 5 384 16,1 2 96-16,2 1-11616 0</inkml:trace>
  <inkml:trace contextRef="#ctx0" brushRef="#br0" timeOffset="154403.67">28864 2029 21183 0,'0'0'1888'0,"0"0"-1504"15,-4-6-384-15,0-1 0 0,2 1 4080 0,-1-1 736 0,1 1 160 0,-1-1 16 16,-1-1-2656-16,-1 2-544 0,0-1-96 0,-2 2-32 15,1 4-240-15,-2 1-48 0,-3 1-16 0,1 3 0 16,-2 0-656-16,-1 4-128 0,0 1-16 0,0 4-16 16,-1 2-224-16,1 4-64 0,1-2 0 0,2 0 0 15,0-2-128-15,3 0-128 0,1-2 192 0,4-2-192 16,1 0 0-16,1-1 0 0,2-3 0 0,-2-7-144 16,7 6-128-16,2-4-32 0,1-1 0 15,2-1 0 1,0-1-192-16,1-3-32 0,0-3-16 0,0-1 0 0,1 0-112 0,2-1-32 0,-1 0 0 15,1-5 0-15,0 0 256 0,1-1 48 0,0-4 16 0,-2 2 0 0,1-3 144 16,0 1 32-16,0-2 0 0,1-1 0 0,-1-2 192 16,0-1 0-16,-3 3 0 0,-2 0-144 0,1 5 144 0,-4 4 0 15,-1 4 0-15,-4 2 0 0,-3 7 320 0,0 0 32 16,0 0 16-16,-7 4 0 0,-4 4 304 0,2 5 64 16,-1 3 16-16,-1 1 0 0,1 1-368 0,1 0-80 15,0 0-16-15,1 1 0 0,1 0-48 0,3 0-16 16,2-1 0-16,2-1 0 0,1 0-224 0,3-4 0 15,1-2 0-15,3 1 0 0,1-4 0 0,3 0 0 16,1-3-192-16,2-1 192 0,0-3-304 0,2-1 48 16,-2 0 16-16,1-2 0 0,0-2-16 0,-2-1-16 0,-1-3 0 15,0 1 0-15,-1-5 272 0,0 1-192 0,1-2 192 0,-2-2-160 16,1 1 160-16,-1 0 0 16,-2-6-144-16,1 3 144 0,-1-2 0 0,-1 2 0 0,-1 1 0 0,-4 4 0 15,0 3 0-15,-2 3 128 0,-1 6 0 0,0 0 0 16,-6-3 0-16,-2 3 0 15,0 3 0-15,0 3 0 0,-2 3 64 0,0 3 0 16,-1 4 0-16,1-2 0 0,-1 2-192 0,2 1 0 0,0-2 144 0,2 2-144 16,2 0 0-16,3 0 0 15,-1-1 0-15,3-2 0 0,4-1 0 0,1-1 0 0,2-3-192 0,2-1 64 16,1-3-176-16,3 0-16 0,2-2-16 0,0-2 0 31,4-2-128-31,-1-2-32 0,-1-1 0 0,1-1 0 0,0 0 112 0,-1-2 32 0,1-2 0 0,1-3 0 16,-4 2 352-16,2 0 0 0,0-3-144 0,0 0 144 15,-2-2 0-15,-2 2 0 0,1-2 0 0,-2 2 0 0,-3 1 208 16,-4 3-48-16,-2 1-16 0,-5 3 0 0,2 5 320 0,0 0 64 16,-10 0 16-16,-2 2 0 0,-2 2 176 0,-2 3 48 15,-2 2 0-15,0 1 0 0,-1 3-336 0,4 2-64 16,0-1-16-16,4 0 0 0,0 1-160 0,2-4-48 16,1 0 0-16,3-1 0 0,1-1-144 0,3 0 0 15,2-1 0-15,-1-8 0 0,4 7-128 0,1-2-16 16,2 0 0-16,1-2 0 0,1-4-48 0,1-1-16 15,2 0 0-15,1-2 0 0,0-2-32 0,0 1 0 16,1 0 0-16,-1-1 0 0,0-2 96 0,0-3 16 16,0 3 0-16,1-1 0 0,-1-2 128 0,-2 0-160 15,0-2 160-15,-2 4-160 0,0 2 160 0,-2 4-192 16,-7 3 192-16,0 0-192 0,0 0 192 0,0 0 0 16,0 0 0-16,0 0 0 0,0 0 0 0,0 9 192 0,0-3-32 0,1 2-16 15,-1-8-144-15,2 9 160 16,4-2-160-16,0-1 160 0,3-2-160 0,0 0 0 15,2-1 0-15,1-2 0 0,1-2 0 0,1-1 0 16,2 0 0-16,-1-2 0 0,1-3-144 0,0-1 144 16,-2 1 0-16,2-2 0 0,-3-3 0 0,0-1 0 15,-2-2 0-15,2-2 0 0,2 1 0 0,-2-1 0 0,-2 0 0 0,1-3 0 16,0-1 0-16,-2-2 0 0,1-2 128 0,-1 0-128 0,-1 0 224 16,-2 2-48-16,-1 2-16 0,-2 2 0 0,-4 3 96 15,-1 4 0-15,-3 3 16 0,-4 5 0 16,0 4 400-16,-1 4 80 0,-2 4 16 0,-4 6 0 15,-2 6-288-15,0 3-48 0,0 5-16 0,2-4 0 16,0 2-160-16,2-1-16 0,2 0-16 0,2 0 0 16,2 2-80-16,3-3-16 0,3-1 0 0,2-1 0 0,3-1-128 0,3-1 0 15,0-7 0-15,2-2 0 0,1 0 0 0,0-1-192 16,3 1 64-16,0-5 128 16,1-1-864-16,1 1-48 0,0-2-16 0,9-1-15424 15,3 0-3088-15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5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207 105 4607 0 0,'-8'-2'407'0'0,"-12"-11"4"0"0,16-2 12013 0 0,5 15-12080 0 0,7-6 2338 0 0,-7 6-2806 0 0,2-2 690 0 0,1 0 1 0 0,-1 0-1 0 0,1 0 0 0 0,0 1 1 0 0,0-1-1 0 0,0 1 0 0 0,4-1 0 0 0,-6 2-428 0 0,-1 0 0 0 0,1 0-1 0 0,0 0 1 0 0,-1 0 0 0 0,1 0-1 0 0,-1 0 1 0 0,1 1 0 0 0,0-1-1 0 0,-1 1 1 0 0,1-1 0 0 0,-1 1-1 0 0,1-1 1 0 0,-1 1 0 0 0,0 0-1 0 0,1 0 1 0 0,-1 0 0 0 0,0 0-1 0 0,1 0 1 0 0,-1 0-1 0 0,0 0 1 0 0,2 2 0 0 0,-1 0-43 0 0,0-1 1 0 0,0 1 0 0 0,0 0-1 0 0,-1 0 1 0 0,1 0 0 0 0,0 0-1 0 0,-1 0 1 0 0,0 0 0 0 0,0 0-1 0 0,0 0 1 0 0,0 0 0 0 0,-1 1-1 0 0,1-1 1 0 0,-1 5 0 0 0,0-2-22 0 0,0-1 0 0 0,-1 0-1 0 0,1 0 1 0 0,-1 0 0 0 0,-1 0 0 0 0,1 0 0 0 0,-1 0 0 0 0,-4 9 0 0 0,2-7-35 0 0,0 0 0 0 0,0 0 0 0 0,-1 0 1 0 0,0-1-1 0 0,0 0 0 0 0,0 0 0 0 0,-1 0 0 0 0,0 0 0 0 0,0-1 1 0 0,-1 0-1 0 0,0 0 0 0 0,-7 3 0 0 0,7-5-18 0 0,0 0 0 0 0,0-1 0 0 0,0 1-1 0 0,-1-2 1 0 0,1 1 0 0 0,0-1 0 0 0,-1 0 0 0 0,0 0-1 0 0,1-1 1 0 0,-1 0 0 0 0,1-1 0 0 0,-1 0 0 0 0,-10-2 0 0 0,15 2-19 0 0,-1 1-1 0 0,1-1 1 0 0,-1 0 0 0 0,1-1 0 0 0,0 1 0 0 0,0-1 0 0 0,0 1 0 0 0,0-1 0 0 0,0 0 0 0 0,0 0 0 0 0,0 0 0 0 0,1-1 0 0 0,-1 1 0 0 0,1-1 0 0 0,-1 1 0 0 0,1-1 0 0 0,0 0 0 0 0,0 0 0 0 0,0 0 0 0 0,0 0 0 0 0,1 0-1 0 0,0 0 1 0 0,-1 0 0 0 0,1-1 0 0 0,0 1 0 0 0,0-1 0 0 0,1 1 0 0 0,-1-1 0 0 0,1 1 0 0 0,-1-6 0 0 0,2 3-6 0 0,0 0 0 0 0,0 0 1 0 0,0 0-1 0 0,0 1 0 0 0,1-1 0 0 0,0 0 1 0 0,0 1-1 0 0,1 0 0 0 0,0-1 0 0 0,0 1 0 0 0,0 0 1 0 0,0 0-1 0 0,1 1 0 0 0,0-1 0 0 0,0 1 0 0 0,5-5 1 0 0,0 1-16 0 0,-1 1 0 0 0,1 0 0 0 0,0 1 0 0 0,0 0 0 0 0,1 0 0 0 0,0 1 0 0 0,18-7 0 0 0,-21 10 19 0 0,0 0 0 0 0,0 0 0 0 0,1 1 0 0 0,-1 0 0 0 0,0 0 0 0 0,1 1 0 0 0,-1 0 0 0 0,10 1 0 0 0,-14-1 0 0 0,0 1 0 0 0,0-1 0 0 0,0 1 0 0 0,0 0 0 0 0,0 0 0 0 0,0 0 0 0 0,0 0 0 0 0,-1 1 0 0 0,1-1 0 0 0,-1 1 0 0 0,1-1 0 0 0,-1 1 0 0 0,1 0 0 0 0,-1 0 0 0 0,0 0 0 0 0,0 0 0 0 0,0 1 0 0 0,0-1 0 0 0,0 0 0 0 0,0 1 0 0 0,-1-1 0 0 0,3 6 0 0 0,-2-1 11 0 0,0-1 1 0 0,-1 1-1 0 0,1 0 1 0 0,-1 0-1 0 0,-1 0 1 0 0,1 0-1 0 0,-1 0 1 0 0,0 0-1 0 0,-1 0 1 0 0,0 0-1 0 0,0 0 1 0 0,0 0-1 0 0,-4 7 0 0 0,4-8 8 0 0,-1-1-1 0 0,0 1 1 0 0,0-1-1 0 0,-1 0 0 0 0,0 0 1 0 0,0 0-1 0 0,0 0 1 0 0,0 0-1 0 0,-1 0 1 0 0,0-1-1 0 0,0 0 0 0 0,0 0 1 0 0,0 0-1 0 0,-1 0 1 0 0,1-1-1 0 0,-6 4 0 0 0,5-5-6 0 0,1 0-1 0 0,0-1 1 0 0,0 1-1 0 0,-1-1 0 0 0,1 0 1 0 0,-1-1-1 0 0,1 1 1 0 0,-1-1-1 0 0,1 1 0 0 0,-1-1 1 0 0,1-1-1 0 0,-1 1 1 0 0,1-1-1 0 0,-1 1 0 0 0,-7-4 1 0 0,10 4-7 0 0,-1-1 0 0 0,1 0 0 0 0,0 0 0 0 0,0 0 0 0 0,0-1 0 0 0,0 1 0 0 0,0 0 0 0 0,0-1 0 0 0,0 1 0 0 0,1-1 0 0 0,-1 0 0 0 0,0 0 0 0 0,1 1 0 0 0,-1-1 0 0 0,1 0 0 0 0,0 0 0 0 0,0 0 0 0 0,0-1 0 0 0,0 1 0 0 0,0 0 0 0 0,0 0 0 0 0,0-1 0 0 0,1 1 0 0 0,-1 0 0 0 0,1-1 0 0 0,0 1 0 0 0,0 0 0 0 0,-1-1 0 0 0,2 1 0 0 0,-1 0 0 0 0,0-4 0 0 0,2-2-9 0 0,0-1 0 0 0,0 1 0 0 0,1 0 0 0 0,0 0 0 0 0,0 0 0 0 0,1 0 0 0 0,0 1 0 0 0,0-1 0 0 0,10-11 0 0 0,-2 4-6 0 0,1 0 0 0 0,0 1 0 0 0,20-16 0 0 0,-27 26-1 0 0,0-1 1 0 0,1 1-1 0 0,0 0 0 0 0,0 0 1 0 0,14-5-1 0 0,-20 8 11 0 0,-1 1 0 0 0,1 0 0 0 0,0 0 0 0 0,-1-1 0 0 0,1 1 0 0 0,-1 0 0 0 0,1 0 0 0 0,0 0 0 0 0,-1 0 0 0 0,1 0 0 0 0,0 0 0 0 0,-1 0 0 0 0,1 0 0 0 0,0 0 0 0 0,-1 0 0 0 0,1 0 0 0 0,0 0 0 0 0,-1 0 0 0 0,1 1 0 0 0,0-1 0 0 0,1 5 0 0 0,-2-4 0 0 0,1 0 1 0 0,0 1 1 0 0,-1-1-1 0 0,0 1 0 0 0,1-1 1 0 0,-1 1-1 0 0,0 0 0 0 0,0-1 1 0 0,0 1-1 0 0,0 0 0 0 0,0-1 1 0 0,0 1-1 0 0,0 0 1 0 0,-1-1-1 0 0,1 1 0 0 0,0-1 1 0 0,-1 1-1 0 0,-1 2 0 0 0,-15 28 42 0 0,13-26-35 0 0,-3 4-11 0 0,0 0 1 0 0,-14 13 0 0 0,14-16-190 0 0,0 0 0 0 0,1 1 0 0 0,0 0 0 0 0,1 0 0 0 0,-6 10 0 0 0,7-5-1465 0 0,4 3-482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5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21799 0 0,'0'0'995'0'0,"2"-16"370"0"0,-2 9 3831 0 0,1 20-4599 0 0,0-1 1 0 0,1 0-1 0 0,5 16 0 0 0,0 3-431 0 0,10 86 92 0 0,-9-57-789 0 0,20 77 0 0 0,-28-135-395 0 0,7 5-3112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5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12927 0 0,'0'0'8478'0'0,"0"2"-7484"0"0,-2 21-77 0 0,1-1 0 0 0,5 39-1 0 0,-2-17-561 0 0,33 473 834 0 0,-15-265-1014 0 0,-4 190 114 0 0,-16-400-258 0 0,-1 88 99 0 0,1 45 47 0 0,3-152-284 0 0,-3-21-45 0 0,21-22-6401 0 0,-9 5 4725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57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39 14623 0 0,'-4'-1'314'0'0,"1"0"0"0"0,0 0 1 0 0,0 1-1 0 0,-1 0 0 0 0,1 0 0 0 0,0 0 0 0 0,0 0 0 0 0,-1 0 0 0 0,1 1 0 0 0,0-1 0 0 0,0 1 1 0 0,0 0-1 0 0,0 0 0 0 0,-1 0 0 0 0,1 0 0 0 0,0 1 0 0 0,1-1 0 0 0,-1 1 0 0 0,0 0 0 0 0,0-1 0 0 0,1 1 1 0 0,-1 1-1 0 0,-2 2 0 0 0,-6 6 208 0 0,1 1 0 0 0,1 0 1 0 0,0 1-1 0 0,1 0 0 0 0,0 0 1 0 0,-9 23-1 0 0,-17 27 59 0 0,24-46-414 0 0,-12 19 165 0 0,22-35-363 0 0,10-20-1748 0 0,23-52 2915 0 0,-20 40-1127 0 0,25-41 0 0 0,-33 64-21 0 0,0 0 1 0 0,1 1-1 0 0,0-1 1 0 0,0 1-1 0 0,0 0 1 0 0,1 1-1 0 0,0 0 1 0 0,1 0 0 0 0,13-9-1 0 0,-16 13 52 0 0,0 0 0 0 0,0-1 0 0 0,0 2 0 0 0,0-1 0 0 0,0 0 0 0 0,0 1 0 0 0,0 0 0 0 0,1 0 0 0 0,-1 1 0 0 0,0 0 0 0 0,1 0 0 0 0,-1 0 0 0 0,0 0 0 0 0,1 1 0 0 0,-1 0 0 0 0,0 0 0 0 0,0 0 0 0 0,0 1 0 0 0,0-1 0 0 0,0 1 0 0 0,0 1 0 0 0,0-1 0 0 0,0 1 0 0 0,-1-1 0 0 0,1 1 0 0 0,-1 1 0 0 0,0-1 0 0 0,0 1 0 0 0,0-1 0 0 0,-1 1 0 0 0,5 5 0 0 0,43 68 628 0 0,-3-2-336 0 0,-41-66-351 0 0,0-1 0 0 0,1 0 0 0 0,0 0 0 0 0,0 0 0 0 0,16 11-1 0 0,-20-17-273 0 0,0 1 0 0 0,0-1 0 0 0,0 0 0 0 0,1 0 0 0 0,-1 0 0 0 0,1-1 0 0 0,-1 1 0 0 0,1-1-1 0 0,-1 0 1 0 0,1-1 0 0 0,7 1 0 0 0,6-2-1507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5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1106 106 1375 0 0,'-2'0'107'0'0,"-2"-2"-234"0"0,-1 1 0 0 0,1-1 0 0 0,0 0 0 0 0,-7-3 0 0 0,-29-25 7474 0 0,-1 0 1377 0 0,36 27-8438 0 0,0 1 1 0 0,0 0 0 0 0,0 0-1 0 0,-6-2 1 0 0,-8-2 182 0 0,0 2 0 0 0,0 0-1 0 0,0 1 1 0 0,-1 1 0 0 0,1 1-1 0 0,-1 1 1 0 0,1 1-1 0 0,-1 0 1 0 0,1 1 0 0 0,-1 1-1 0 0,-26 8 1 0 0,22-2-250 0 0,1 1 0 0 0,-1 0-1 0 0,1 2 1 0 0,1 1 0 0 0,0 0-1 0 0,1 2 1 0 0,-19 17 0 0 0,5-1-5 0 0,3 1 0 0 0,-56 71 0 0 0,53-52-130 0 0,1 2 0 0 0,4 1 0 0 0,-28 65 0 0 0,22-41 0 0 0,4 2 0 0 0,4 1 0 0 0,2 2 0 0 0,5 0 0 0 0,3 1 0 0 0,4 1 0 0 0,-5 121 0 0 0,20-146-27 0 0,2-1-1 0 0,2 0 1 0 0,3-1 0 0 0,3 0-1 0 0,2 0 1 0 0,2-1 0 0 0,3 0-1 0 0,3-2 1 0 0,46 90 0 0 0,-39-96-10 0 0,1-1 1 0 0,3-2 0 0 0,1-1 0 0 0,48 48 0 0 0,-48-58-13 0 0,3-3 1 0 0,1 0-1 0 0,1-3 1 0 0,1-1-1 0 0,50 26 1 0 0,-63-40-17 0 0,1-2 0 0 0,0-1 1 0 0,1-1-1 0 0,0-1 0 0 0,0-1 0 0 0,1-2 1 0 0,0-1-1 0 0,1-1 0 0 0,-1-2 1 0 0,1-1-1 0 0,-1-1 0 0 0,59-8 0 0 0,-35-1 12 0 0,0-3 0 0 0,-1-3-1 0 0,-1-1 1 0 0,0-3-1 0 0,50-27 1 0 0,9-12 42 0 0,111-79 1 0 0,-166 99-68 0 0,-2-3 0 0 0,65-62 1 0 0,-82 66 1 0 0,-1-1 1 0 0,-2-2 0 0 0,44-71-1 0 0,-49 65 39 0 0,40-95 0 0 0,-55 106 49 0 0,-1 0-1 0 0,-2 0 1 0 0,9-63-1 0 0,-14 56 23 0 0,-2-1 0 0 0,-1 0-1 0 0,-3 0 1 0 0,-1 0-1 0 0,-2 0 1 0 0,-2 0 0 0 0,-2 1-1 0 0,-2 0 1 0 0,-2 1 0 0 0,-1 0-1 0 0,-2 0 1 0 0,-2 2-1 0 0,-25-43 1 0 0,-15-8-40 0 0,-4 2 0 0 0,-4 3 0 0 0,-81-83 0 0 0,113 133-185 0 0,-2 2 1 0 0,-1 1-1 0 0,-2 2 0 0 0,-1 2 1 0 0,-1 1-1 0 0,-1 2 0 0 0,-60-26 1 0 0,50 30-646 0 0,0 2 0 0 0,-2 2 1 0 0,-77-13-1 0 0,79 21-348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5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8 9671 0 0,'-6'-2'607'0'0,"0"0"-1"0"0,0 1 0 0 0,0 0 0 0 0,-1 0 0 0 0,-9 0 1 0 0,15 1-263 0 0,1 0-1 0 0,-1 0 1 0 0,0 1 0 0 0,1-1 0 0 0,0 0 0 0 0,-1 0 0 0 0,1 1 0 0 0,-1-1-1 0 0,1 0 1 0 0,-1 1 0 0 0,0-1 344 0 0,1 1-344 0 0,0-1 0 0 0,-1 1 0 0 0,1-1-1 0 0,0 1 1 0 0,0-1 0 0 0,-1 1 0 0 0,1-1 0 0 0,0 1 0 0 0,-1 0 0 0 0,-4 15 1388 0 0,4-13-1156 0 0,-6 22 277 0 0,2-1 1 0 0,0 1-1 0 0,-1 43 0 0 0,5 76 89 0 0,1-126-835 0 0,12 146 255 0 0,-7-133-672 0 0,1 0 1 0 0,2 0-1 0 0,13 34 0 0 0,-18-57-180 0 0,0-1 0 0 0,0 1-1 0 0,9 12 1 0 0,-10-18-101 0 0,0 1 0 0 0,0 0-1 0 0,1-1 1 0 0,-1 1 0 0 0,1-1-1 0 0,5 4 1 0 0,4 1-7221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59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15 5983 0 0,'-2'0'274'0'0,"-9"-1"135"0"0,7 0-46 0 0,-1 1 0 0 0,0-1 0 0 0,1 0 0 0 0,-1 0 0 0 0,-12-5 11867 0 0,23 5-12754 0 0,0 0 0 0 0,0 0 1 0 0,0 1-1 0 0,7 0 0 0 0,-7 0-230 0 0,3 0-713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5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 6911 0 0,'-6'-2'715'0'0,"4"2"-62"0"0,0-1 0 0 0,0 1-1 0 0,0 0 1 0 0,0-1 0 0 0,0 1 0 0 0,0 0-1 0 0,0 1 1 0 0,0-1 0 0 0,0 0 0 0 0,0 1 0 0 0,-3 0-1 0 0,2 0-150 0 0,1 0 0 0 0,0 0 0 0 0,-1 0 0 0 0,1 1 0 0 0,0-1 0 0 0,0 1 0 0 0,0-1 0 0 0,-2 3 0 0 0,0 1 181 0 0,-1 1 1 0 0,1 0-1 0 0,0 0 0 0 0,-6 11 1 0 0,8-13-478 0 0,-17 36 758 0 0,1 2 0 0 0,-18 69 0 0 0,17-50-388 0 0,3-13 11 0 0,-12 62-1 0 0,26-95-539 0 0,-1 0 0 0 0,2 0 0 0 0,0 0 1 0 0,1 1-1 0 0,1-1 0 0 0,0 0 0 0 0,0 0 1 0 0,8 26-1 0 0,-8-36-57 0 0,1 0 0 0 0,0 0 1 0 0,0 0-1 0 0,0-1 0 0 0,1 1 1 0 0,-1-1-1 0 0,1 0 0 0 0,0 0 1 0 0,0 0-1 0 0,1 0 0 0 0,6 6 1 0 0,-7-8-57 0 0,0 0 0 0 0,0 0 0 0 0,1 0 0 0 0,-1 0 0 0 0,1 0 0 0 0,-1-1 0 0 0,1 0 0 0 0,0 0 0 0 0,0 0 1 0 0,-1 0-1 0 0,1 0 0 0 0,0-1 0 0 0,0 0 0 0 0,0 0 0 0 0,7 0 0 0 0,-1-2-363 0 0,0 1 0 0 0,0-2-1 0 0,0 1 1 0 0,0-1 0 0 0,0-1-1 0 0,-1 0 1 0 0,0 0 0 0 0,16-10 0 0 0,-1-3-4591 0 0,40-34 1 0 0,-45 33-871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0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9671 0 0,'-11'-1'951'0'0,"7"2"2532"0"0,1 2-2504 0 0,-1-1 0 0 0,1 1 0 0 0,0 0 1 0 0,0 0-1 0 0,-4 5 0 0 0,-19 36 2098 0 0,19-32-2400 0 0,-5 14 48 0 0,1 1 0 0 0,1 0 0 0 0,-12 55 0 0 0,14-49-363 0 0,2-7 0 0 0,-5 40-1 0 0,10-55-326 0 0,0 0 0 0 0,1 0 0 0 0,1 0 0 0 0,0 0 0 0 0,0 0 0 0 0,4 14 0 0 0,-5-23-55 0 0,1 1 0 0 0,0-1 0 0 0,-1 0 0 0 0,1 0 0 0 0,0 1 0 0 0,0-1 0 0 0,1 0-1 0 0,-1 0 1 0 0,0 0 0 0 0,1-1 0 0 0,-1 1 0 0 0,1 0 0 0 0,-1 0 0 0 0,1-1 0 0 0,0 1-1 0 0,0-1 1 0 0,0 1 0 0 0,0-1 0 0 0,0 0 0 0 0,0 0 0 0 0,0 0 0 0 0,0 0 0 0 0,0 0-1 0 0,1-1 1 0 0,2 2 0 0 0,-2-2-43 0 0,0 0 0 0 0,-1 0-1 0 0,1 0 1 0 0,0 0 0 0 0,0-1 0 0 0,-1 1-1 0 0,1-1 1 0 0,0 0 0 0 0,-1 1 0 0 0,1-1-1 0 0,0-1 1 0 0,-1 1 0 0 0,1 0 0 0 0,-1 0-1 0 0,0-1 1 0 0,0 0 0 0 0,1 1 0 0 0,-1-1-1 0 0,0 0 1 0 0,0 0 0 0 0,2-3 0 0 0,2-3-54 0 0,1-1 0 0 0,-2 0 0 0 0,1 0 0 0 0,-1 0 0 0 0,6-19 0 0 0,14-54-767 0 0,-15 45 739 0 0,5-40 259 0 0,-13 60-65 0 0,1 1 0 0 0,0 0 0 0 0,1 0 0 0 0,1 0-1 0 0,0 0 1 0 0,13-23 0 0 0,-18 37 14 0 0,1 1 0 0 0,0 0 1 0 0,0 0-1 0 0,0-1 0 0 0,0 1 0 0 0,0 0 0 0 0,0 0 0 0 0,0 0 0 0 0,0 0 0 0 0,0 0 1 0 0,0 0-1 0 0,1 0 0 0 0,-1 0 0 0 0,0 1 0 0 0,1-1 0 0 0,2-1 0 0 0,-3 2-35 0 0,0 0 0 0 0,0 0 0 0 0,0 0-1 0 0,0 0 1 0 0,0 0 0 0 0,0 0 0 0 0,-1 1-1 0 0,1-1 1 0 0,0 0 0 0 0,0 0 0 0 0,0 1-1 0 0,0-1 1 0 0,0 0 0 0 0,0 1 0 0 0,0-1-1 0 0,0 1 1 0 0,-1 0 0 0 0,1-1 0 0 0,1 2-1 0 0,1 1 20 0 0,0 0-1 0 0,-1 0 0 0 0,1 1 0 0 0,-1-1 0 0 0,0 1 0 0 0,0-1 0 0 0,0 1 1 0 0,-1 0-1 0 0,1 0 0 0 0,1 5 0 0 0,3 22 200 0 0,-1 0-1 0 0,2 40 1 0 0,-4 62 238 0 0,-3-117-438 0 0,0-15 7 0 0,1-5-42 0 0,1 0 1 0 0,-1-1-1 0 0,0 1 0 0 0,1-8 0 0 0,0-4-3 0 0,10-47-8 0 0,5-18 0 0 0,-14 70 0 0 0,1 0 0 0 0,0 0 0 0 0,0 0 0 0 0,12-19 0 0 0,-16 30 0 0 0,0-1 0 0 0,0 1 0 0 0,0 0 0 0 0,0 0 0 0 0,1 0 0 0 0,-1-1 0 0 0,0 1 0 0 0,0 0 0 0 0,0 0-1 0 0,0 0 1 0 0,0 0 0 0 0,0-1 0 0 0,1 1 0 0 0,-1 0 0 0 0,0 0 0 0 0,0 0 0 0 0,0 0 0 0 0,1 0 0 0 0,-1-1 0 0 0,0 1 0 0 0,0 0 0 0 0,0 0 0 0 0,1 0 0 0 0,-1 0 0 0 0,0 0 0 0 0,0 0-1 0 0,0 0 1 0 0,1 0 0 0 0,-1 0 0 0 0,0 0 0 0 0,0 0 0 0 0,0 0 0 0 0,1 0 0 0 0,-1 0 0 0 0,0 0 0 0 0,0 0 0 0 0,1 0 0 0 0,-1 0 0 0 0,0 0 0 0 0,0 0 0 0 0,0 0 0 0 0,1 0 0 0 0,-1 1-1 0 0,0-1 1 0 0,0 0 0 0 0,0 0 0 0 0,0 0 0 0 0,1 0 0 0 0,-1 0 0 0 0,0 1 0 0 0,0-1 0 0 0,4 7 15 0 0,1 4 48 0 0,-1 2 0 0 0,0-1 0 0 0,-1 0-1 0 0,-1 1 1 0 0,2 15 0 0 0,4 17 8 0 0,1 2 0 0 0,-8-47-69 0 0,0 0 0 0 0,-1 0 0 0 0,1 1 1 0 0,0-1-1 0 0,0 0 0 0 0,0 0 0 0 0,0 0 1 0 0,0 0-1 0 0,-1 0 0 0 0,1 0 0 0 0,0 0 0 0 0,0 0 1 0 0,0 0-1 0 0,0-1 0 0 0,-1 1 0 0 0,1 0 1 0 0,2-1-1 0 0,-1 0-18 0 0,1-1 1 0 0,0 0 0 0 0,-1 1 0 0 0,1-1-1 0 0,-1 0 1 0 0,1 0 0 0 0,-1-1-1 0 0,0 1 1 0 0,0 0 0 0 0,0-1-1 0 0,0 1 1 0 0,0-1 0 0 0,2-4-1 0 0,2-6-45 0 0,8-24 0 0 0,-5 15 14 0 0,9-33 0 0 0,-13 39 38 0 0,0-1-1 0 0,2 1 1 0 0,0 0 0 0 0,10-17-1 0 0,-16 33 7 0 0,-1 0 0 0 0,1 0 0 0 0,-1 0 0 0 0,1 1 0 0 0,-1-1 0 0 0,1 0 0 0 0,-1 0-1 0 0,1 1 1 0 0,-1-1 0 0 0,1 0 0 0 0,-1 1 0 0 0,1-1 0 0 0,-1 0 0 0 0,0 1 0 0 0,1-1-1 0 0,0 1 1 0 0,-1 0 3 0 0,4 3 0 0 0,-1 0 1 0 0,1 1-1 0 0,-1 0 0 0 0,0 0 0 0 0,0 0 1 0 0,0 0-1 0 0,2 9 0 0 0,12 43-1 0 0,-4-10-11 0 0,-11-43-369 0 0,2 9 383 0 0,1-1 0 0 0,7 13 0 0 0,4-4-2559 0 0,-14-19 1444 0 0,0 0 0 0 0,0 0 0 0 0,1-1 0 0 0,-1 1 0 0 0,0-1 0 0 0,1 1 0 0 0,2 0 1 0 0,5 2-6018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1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71 6447 0 0,'0'0'586'0'0,"0"2"-486"0"0,-3 8 1813 0 0,1 0 1 0 0,0 0 0 0 0,0 0 0 0 0,1 16-1 0 0,2 44 3367 0 0,0-39-4783 0 0,5 47 1001 0 0,18 96 0 0 0,-5-55-1426 0 0,-19-117-192 0 0,-2-23-3058 0 0,-20-138-478 0 0,-11-129 1519 0 0,28 170 5081 0 0,5 117-2085 0 0,1-1-627 0 0,1 1 0 0 0,-1-1-1 0 0,0 1 1 0 0,0 0 0 0 0,1 0 0 0 0,-1-1 0 0 0,0 1-1 0 0,1 0 1 0 0,-1 0 0 0 0,1 0 0 0 0,0 1 0 0 0,-1-1 0 0 0,1 0-1 0 0,0 1 1 0 0,-1-1 0 0 0,4 0 0 0 0,33-5 290 0 0,-29 5-285 0 0,-3 1-180 0 0,-1-1 1 0 0,1 1-1 0 0,0 0 1 0 0,0 0 0 0 0,-1 1-1 0 0,1 0 1 0 0,0 0-1 0 0,8 3 1 0 0,-11-3-29 0 0,-1 0 1 0 0,1 0-1 0 0,-1 0 1 0 0,1 1 0 0 0,-1-1-1 0 0,1 1 1 0 0,-1-1-1 0 0,0 1 1 0 0,1 0 0 0 0,-1 0-1 0 0,0 0 1 0 0,0 0-1 0 0,-1 1 1 0 0,1-1-1 0 0,0 0 1 0 0,-1 1 0 0 0,0-1-1 0 0,3 6 1 0 0,-1 3 58 0 0,0 1-1 0 0,-1-1 1 0 0,0 0 0 0 0,-1 1 0 0 0,0-1 0 0 0,-1 1-1 0 0,0-1 1 0 0,-1 1 0 0 0,-1-1 0 0 0,-4 20-1 0 0,-4 7-1237 0 0,-26 63-1 0 0,35-100 93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1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6911 0 0,'1'2'8868'0'0,"18"50"-2801"0"0,6 30-3404 0 0,-5-17-1565 0 0,-13-38-753 0 0,-4-16-148 0 0,1 0 0 0 0,6 17 1640 0 0,-5-35-1560 0 0,-1-3-229 0 0,-1 1 0 0 0,0-1 0 0 0,-1 0-1 0 0,0 0 1 0 0,1-17 0 0 0,3-12-52 0 0,-1 13-7 0 0,20-77-237 0 0,-22 92-144 0 0,1 1-1 0 0,1-1 1 0 0,0 1 0 0 0,0-1 0 0 0,1 1-1 0 0,0 1 1 0 0,8-10 0 0 0,-13 18 161 0 0,0-1 1 0 0,0 1-1 0 0,0 0 0 0 0,0 0 1 0 0,0 0-1 0 0,0 0 0 0 0,0 0 1 0 0,1 0-1 0 0,-1 0 1 0 0,0 0-1 0 0,1 0 0 0 0,-1 0 1 0 0,1 1-1 0 0,-1-1 1 0 0,1 0-1 0 0,-1 1 0 0 0,1 0 1 0 0,-1-1-1 0 0,1 1 0 0 0,0 0 1 0 0,-1 0-1 0 0,1 0 1 0 0,0 0-1 0 0,-1 0 0 0 0,1 0 1 0 0,-1 0-1 0 0,4 1 1 0 0,6 5-2484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11 215 1375 0 0,'-11'25'17210'0'0,"17"-31"-14000"0"0,4-7-5431 0 0,-5 7 4014 0 0,13-30-1175 0 0,0 0 0 0 0,-3 0 0 0 0,16-53 0 0 0,-31 88-588 0 0,1 0-1 0 0,-1 0 1 0 0,1 0-1 0 0,-1 0 1 0 0,0 0-1 0 0,0 0 1 0 0,1 0-1 0 0,-1 0 1 0 0,0 0-1 0 0,0 0 1 0 0,0-1 0 0 0,0 1-1 0 0,0 0 1 0 0,-1-1-1 0 0,1 2 20 0 0,-1 0 0 0 0,1 0-1 0 0,0 0 1 0 0,-1 0 0 0 0,1 0 0 0 0,-1 0-1 0 0,1 0 1 0 0,0 1 0 0 0,-1-1 0 0 0,1 0-1 0 0,-1 0 1 0 0,1 0 0 0 0,0 1 0 0 0,-1-1-1 0 0,1 0 1 0 0,0 0 0 0 0,0 1 0 0 0,-1-1-1 0 0,1 0 1 0 0,0 1 0 0 0,-1-1 0 0 0,1 0-1 0 0,0 1 1 0 0,-21 28 1322 0 0,14-16-1283 0 0,0 0 1 0 0,1 0-1 0 0,1 1 0 0 0,1 0 1 0 0,0 0-1 0 0,0 0 0 0 0,1 0 1 0 0,1 1-1 0 0,1-1 0 0 0,0 1 1 0 0,1 15-1 0 0,0-29-137 0 0,0 1 0 0 0,0 0 0 0 0,1-1 1 0 0,-1 1-1 0 0,0 0 0 0 0,1-1 0 0 0,-1 1 0 0 0,1-1 0 0 0,-1 1 0 0 0,1-1 1 0 0,0 1-1 0 0,0-1 0 0 0,0 0 0 0 0,0 1 0 0 0,0-1 0 0 0,0 0 0 0 0,0 1 0 0 0,2 0 1 0 0,-2-1-91 0 0,0-1 0 0 0,0 1 0 0 0,0-1 1 0 0,0 1-1 0 0,1-1 0 0 0,-1 1 0 0 0,0-1 1 0 0,0 0-1 0 0,1 0 0 0 0,-1 1 0 0 0,0-1 1 0 0,0 0-1 0 0,1 0 0 0 0,-1 0 0 0 0,0-1 1 0 0,0 1-1 0 0,1 0 0 0 0,-1 0 0 0 0,0-1 1 0 0,0 1-1 0 0,0 0 0 0 0,0-1 0 0 0,1 1 1 0 0,0-2-1 0 0,8-4-1127 0 0,0 0-1 0 0,-1-1 1 0 0,1 0 0 0 0,11-13 0 0 0,2-4-3846 0 0,-5 5-124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93 3679 0 0,'0'-6'-358'0'0,"0"0"-1"0"0,0 0 1 0 0,-2-10-1 0 0,2 11 1172 0 0,-1 1 1 0 0,0 0-1 0 0,-1 0 1 0 0,1 0-1 0 0,-5-8 0 0 0,6 10-264 0 0,-1 0-1 0 0,-1 1 1 0 0,1-1 0 0 0,0 0-1 0 0,0 1 1 0 0,-1-1-1 0 0,1 1 1 0 0,-1 0 0 0 0,1-1-1 0 0,-1 1 1 0 0,1 0-1 0 0,-1 0 1 0 0,0 0 0 0 0,0 0-1 0 0,0 0 1 0 0,1 0-1 0 0,-1 0 1 0 0,0 1 0 0 0,0-1-1 0 0,0 1 1 0 0,0 0-1 0 0,0-1 1 0 0,0 1 0 0 0,0 0-1 0 0,0 0 1 0 0,0 0-1 0 0,0 0 1 0 0,0 1 0 0 0,0-1-1 0 0,0 0 1 0 0,-3 2-1 0 0,-3 0-226 0 0,1 1 0 0 0,0 1 0 0 0,0-1 0 0 0,0 1 0 0 0,0 1 0 0 0,1-1 0 0 0,0 1 0 0 0,0 0-1 0 0,0 0 1 0 0,0 1 0 0 0,-8 10 0 0 0,14-14-262 0 0,0 2-71 0 0,0-1-1 0 0,1 0 1 0 0,-1 0-1 0 0,1 0 1 0 0,0 1 0 0 0,0-1-1 0 0,0 0 1 0 0,0 0-1 0 0,1 0 1 0 0,-1 0-1 0 0,1-1 1 0 0,0 1 0 0 0,0 0-1 0 0,0-1 1 0 0,0 1-1 0 0,0-1 1 0 0,1 0-1 0 0,-1 1 1 0 0,4 1 0 0 0,-1 0 3 0 0,26 20-80 0 0,2-2 32 0 0,-21-14 56 0 0,-11-8 0 0 0,-1 0 0 0 0,0 0 0 0 0,1 0 0 0 0,-1 1 0 0 0,1-1 0 0 0,-1 0 0 0 0,0 1 0 0 0,0-1 0 0 0,1 0 0 0 0,-1 1 0 0 0,0-1 0 0 0,1 0 0 0 0,-1 1 0 0 0,0-1 0 0 0,0 0 0 0 0,0 1 0 0 0,0-1 0 0 0,1 0 0 0 0,-1 1 0 0 0,0 0 0 0 0,3 7 0 0 0,-1-5 8 0 0,-2 0 0 0 0,1 0 0 0 0,0 1 0 0 0,-1-1 0 0 0,1 0 1 0 0,-1 0-1 0 0,0 1 0 0 0,0-1 0 0 0,0 0 0 0 0,-1 0 0 0 0,1 1 0 0 0,-1-1 0 0 0,0 0 0 0 0,0 0 0 0 0,0 0 0 0 0,-2 5 0 0 0,-3 6 53 0 0,-1-1-1 0 0,-11 16 1 0 0,14-23-52 0 0,-2 2-24 0 0,0 0 1 0 0,0-1-1 0 0,0 1 0 0 0,-1-1 1 0 0,0-1-1 0 0,-1 1 0 0 0,-10 6 1 0 0,17-12-752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24 15895 0 0,'0'0'728'0'0,"1"-1"-17"0"0,-1 1-572 0 0,0-1 1 0 0,1 1 0 0 0,-1-1-1 0 0,0 1 1 0 0,0-1-1 0 0,1 0 1 0 0,-1 1 0 0 0,0-1-1 0 0,0 1 1 0 0,0-1-1 0 0,0 1 1 0 0,0-1-1 0 0,0 0 1 0 0,0 1 0 0 0,0-1-1 0 0,0 1 1 0 0,0-1-1 0 0,0 1 1 0 0,0-1-1 0 0,0 0 1 0 0,0 1 0 0 0,0-1-1 0 0,-1 1 1 0 0,1-1-1 0 0,0 1 1 0 0,0-1-1 0 0,-1 1 1 0 0,1-1 0 0 0,0 1-1 0 0,-1-1 1 0 0,1 1-1 0 0,-1-1 1 0 0,1 1-1 0 0,0 0 1 0 0,-1-1 0 0 0,1 1-1 0 0,-1 0 1 0 0,1-1-1 0 0,-1 1 1 0 0,1 0 0 0 0,-1 0-1 0 0,1-1 1 0 0,-1 1-1 0 0,0 0 1 0 0,-1-1 153 0 0,0 1-1 0 0,0 0 1 0 0,0 0 0 0 0,0 0 0 0 0,0 0-1 0 0,0 0 1 0 0,1 0 0 0 0,-4 1 0 0 0,-2 2-122 0 0,0 0 1 0 0,0 0 0 0 0,0 1-1 0 0,1-1 1 0 0,-1 2 0 0 0,1-1-1 0 0,0 1 1 0 0,-8 8-1 0 0,2-1 210 0 0,1 1-1 0 0,-17 24 0 0 0,26-33-387 0 0,0 1 1 0 0,0 0-1 0 0,1-1 0 0 0,-1 1 1 0 0,1 0-1 0 0,1 0 0 0 0,-1-1 1 0 0,0 7-1 0 0,1-9 4 0 0,0-1-1 0 0,0 1 1 0 0,0-1 0 0 0,0 0-1 0 0,1 1 1 0 0,-1-1 0 0 0,0 0-1 0 0,1 1 1 0 0,-1-1 0 0 0,1 0-1 0 0,-1 1 1 0 0,1-1 0 0 0,-1 0-1 0 0,1 0 1 0 0,0 0 0 0 0,0 0-1 0 0,0 0 1 0 0,0 1 0 0 0,0-2-1 0 0,0 1 1 0 0,0 0 0 0 0,0 0-1 0 0,1 1 1 0 0,3 1-1 0 0,-2 0-11 0 0,1 0-1 0 0,-1-1 1 0 0,1 0-1 0 0,0 1 0 0 0,0-1 1 0 0,0-1-1 0 0,0 1 1 0 0,0 0-1 0 0,0-1 1 0 0,9 1-1 0 0,1 0-38 0 0,29 0 0 0 0,-29-2 49 0 0,-1 1-1 0 0,18 2 0 0 0,-23-1 6 0 0,-3 5 0 0 0,-4-5 13 0 0,-1 1 1 0 0,1 0-1 0 0,-1 0 1 0 0,0 0-1 0 0,1 0 0 0 0,-1 0 1 0 0,-1 0-1 0 0,1 0 1 0 0,0 0-1 0 0,-1 0 0 0 0,1 0 1 0 0,-1 0-1 0 0,0 0 1 0 0,0 0-1 0 0,0 0 0 0 0,-1-1 1 0 0,1 1-1 0 0,0 0 1 0 0,-4 3-1 0 0,-1 3 54 0 0,-1 0 0 0 0,0-1 0 0 0,-16 16 0 0 0,18-20-269 0 0,-1 0 0 0 0,0 0 0 0 0,0-1 0 0 0,0 0 0 0 0,-10 4 0 0 0,14-6-458 0 0,2-1 413 0 0,0 0 0 0 0,-1 0 0 0 0,1-1-1 0 0,0 1 1 0 0,-1 0 0 0 0,-2-8-6427 0 0,3 8 6427 0 0,0 0 0 0 0,0-1 0 0 0,0 1 0 0 0,0 0 0 0 0,0-1-1 0 0,0 1 1 0 0,1 0 0 0 0,-1 0 0 0 0,9-15-8156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2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106 347 12119 0 0,'0'0'555'0'0,"0"-1"-12"0"0,3-6 1385 0 0,-4 7-1395 0 0,0 0 0 0 0,-1 0 0 0 0,1 0 0 0 0,0 0 0 0 0,0 1 0 0 0,-1-1 0 0 0,1 0 0 0 0,0 1 0 0 0,0-1 0 0 0,-2 2 1 0 0,-2 1 11 0 0,1 0 1 0 0,-1 1 0 0 0,1 0 0 0 0,-1 0 0 0 0,1 0 0 0 0,0 1 0 0 0,1 0-1 0 0,-1-1 1 0 0,-4 10 0 0 0,0 1 0 0 0,0 0 0 0 0,-6 18-1 0 0,11-25-471 0 0,0 1 0 0 0,0 0-1 0 0,1 0 1 0 0,0 0-1 0 0,0 0 1 0 0,1 1-1 0 0,0-1 1 0 0,1 0 0 0 0,0 1-1 0 0,1 12 1 0 0,0-21-82 0 0,-1 1 1 0 0,0-1-1 0 0,1 0 1 0 0,-1 1-1 0 0,1-1 1 0 0,-1 0-1 0 0,1 0 1 0 0,0 1-1 0 0,0-1 1 0 0,-1 0-1 0 0,1 0 1 0 0,0 0-1 0 0,0 0 1 0 0,0 0-1 0 0,0 0 1 0 0,0 0-1 0 0,0 0 1 0 0,1 0-1 0 0,-1-1 1 0 0,0 1-1 0 0,0 0 1 0 0,1-1-1 0 0,-1 1 1 0 0,0-1-1 0 0,1 1 1 0 0,-1-1-1 0 0,0 0 1 0 0,1 1-1 0 0,-1-1 1 0 0,1 0-1 0 0,-1 0 1 0 0,0 0-1 0 0,1 0 1 0 0,-1 0-1 0 0,1-1 1 0 0,-1 1-1 0 0,0 0 1 0 0,1-1-1 0 0,-1 1 1 0 0,1 0-1 0 0,-1-1 1 0 0,2 0-1 0 0,3-2-95 0 0,0 0 0 0 0,0 0 0 0 0,0-1 0 0 0,0 1 0 0 0,0-1 0 0 0,-1 0 0 0 0,1-1 0 0 0,-1 1 0 0 0,0-1 0 0 0,-1 0 0 0 0,1 0 0 0 0,-1-1 0 0 0,0 0 0 0 0,0 1 0 0 0,3-8 1 0 0,-3 5 28 0 0,-1 0 0 0 0,0 0 0 0 0,0 0 1 0 0,0 0-1 0 0,-1-1 0 0 0,0 1 1 0 0,-1-1-1 0 0,0 1 0 0 0,0-1 1 0 0,-1 0-1 0 0,-1-13 0 0 0,0 19 71 0 0,-5-75-54 0 0,6 78 64 0 0,0 0-1 0 0,0-1 1 0 0,0 1-1 0 0,0-1 1 0 0,0 1-1 0 0,0 0 1 0 0,0-1 0 0 0,0 1-1 0 0,0-1 1 0 0,0 1-1 0 0,0-1 1 0 0,0 1-1 0 0,0 0 1 0 0,0-1 0 0 0,0 1-1 0 0,0-1 1 0 0,1 1-1 0 0,-1 0 1 0 0,0-1-1 0 0,0 1 1 0 0,0 0-1 0 0,1-1 1 0 0,-1 1 0 0 0,0 0-1 0 0,1-1 1 0 0,-1 1-1 0 0,0 0 1 0 0,0 0-1 0 0,1-1 1 0 0,-1 1-1 0 0,1 0 1 0 0,0 0 22 0 0,-1 0 1 0 0,1 0-1 0 0,0 0 1 0 0,0 1-1 0 0,-1-1 1 0 0,1 0-1 0 0,0 1 1 0 0,-1-1-1 0 0,1 0 1 0 0,-1 1-1 0 0,1-1 1 0 0,0 1-1 0 0,-1-1 1 0 0,1 1-1 0 0,0 0 0 0 0,17 22 749 0 0,-9-6-602 0 0,-1 0 0 0 0,-1 1 0 0 0,-1 0 0 0 0,0 0 1 0 0,3 22-1 0 0,9 27 2260 0 0,-16-90-1879 0 0,0-2-306 0 0,-2 5-136 0 0,2-1-1 0 0,5-25 1 0 0,5 1 167 0 0,1 1 1 0 0,29-64-1 0 0,-27 77-1100 0 0,20-31 0 0 0,-21 40-3833 0 0,34-39-1 0 0,-26 37-4824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3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32 173 22343 0 0,'-5'-2'147'0'0,"1"0"251"0"0,1 0 0 0 0,-1 0-1 0 0,1 0 1 0 0,0 0 0 0 0,-6-4 2782 0 0,12 18-1912 0 0,43 156 433 0 0,14 47-1020 0 0,-41-157-437 0 0,43 90-1 0 0,-62-148-243 0 0,24 43 38 0 0,-22-39-25 0 0,1 0 1 0 0,0 0 0 0 0,0 0 0 0 0,0-1 0 0 0,1 0-1 0 0,-1 1 1 0 0,1-1 0 0 0,4 2 0 0 0,-8-4-8 0 0,1-1 0 0 0,0 0-1 0 0,-1 0 1 0 0,1 0 0 0 0,-1 0 0 0 0,1 0 0 0 0,0 0 0 0 0,-1 0 0 0 0,1 0 0 0 0,0 0 0 0 0,-1 0 0 0 0,1 0 0 0 0,0 0 0 0 0,-1 0 0 0 0,1-1 0 0 0,-1 1 0 0 0,1 0 0 0 0,0 0-1 0 0,-1-1 1 0 0,1 1 0 0 0,-1 0 0 0 0,1-1 0 0 0,-1 1 0 0 0,1-1 0 0 0,11-10 76 0 0,-8 3-44 0 0,0 0 0 0 0,0 0-1 0 0,0 0 1 0 0,-1-1 0 0 0,0 1-1 0 0,-1-1 1 0 0,3-15-1 0 0,3-12 28 0 0,60-274 22 0 0,-50 217-81 0 0,4-50 21 0 0,-7 37-655 0 0,-11 89 188 0 0,1-14-2968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4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191 343 19639 0 0,'4'-27'1528'0'0,"-1"0"-1"0"0,-2 0 1 0 0,0 0-1 0 0,-6-49 0 0 0,5 72-1363 0 0,-1 1-1 0 0,0-1 0 0 0,0 1 0 0 0,0-1 0 0 0,0 1 0 0 0,-1 0 0 0 0,1-1 1 0 0,-1 1-1 0 0,-2-3 0 0 0,3 5-116 0 0,1 0-1 0 0,-1 0 1 0 0,0 0 0 0 0,0 1 0 0 0,1-1-1 0 0,-1 0 1 0 0,0 0 0 0 0,0 1 0 0 0,0-1 0 0 0,0 1-1 0 0,0-1 1 0 0,0 1 0 0 0,0-1 0 0 0,0 1-1 0 0,0 0 1 0 0,0-1 0 0 0,0 1 0 0 0,0 0-1 0 0,0 0 1 0 0,0 0 0 0 0,0 0 0 0 0,0 0-1 0 0,0 0 1 0 0,-1 0 0 0 0,1 0 0 0 0,0 0-1 0 0,0 1 1 0 0,0-1 0 0 0,0 0 0 0 0,0 1-1 0 0,0-1 1 0 0,0 1 0 0 0,-1 0 0 0 0,-4 3 38 0 0,1-1 0 0 0,0 1 0 0 0,0 0 0 0 0,0 0 0 0 0,0 1 1 0 0,1-1-1 0 0,0 1 0 0 0,0 0 0 0 0,-4 7 0 0 0,-5 9 45 0 0,-10 24 0 0 0,11-22-105 0 0,4-5-20 0 0,0-1 1 0 0,1 1-1 0 0,0 0 0 0 0,-6 32 1 0 0,12-43-16 0 0,0 0 0 0 0,0 0 0 0 0,0 1 0 0 0,1-1 0 0 0,0 0 1 0 0,0 0-1 0 0,1 0 0 0 0,0 0 0 0 0,0 0 0 0 0,0 0 0 0 0,1 0 0 0 0,0 0 1 0 0,1 0-1 0 0,0-1 0 0 0,6 12 0 0 0,-8-16-18 0 0,1 0-1 0 0,-1 0 1 0 0,1 0-1 0 0,0 0 1 0 0,0 0-1 0 0,0-1 1 0 0,0 1-1 0 0,0-1 1 0 0,0 1-1 0 0,0-1 1 0 0,0 0-1 0 0,1 0 1 0 0,-1 0 0 0 0,0 0-1 0 0,4 1 1 0 0,-2-1-37 0 0,0-1 1 0 0,0 1 0 0 0,0-1 0 0 0,0 0 0 0 0,0 0-1 0 0,0-1 1 0 0,0 1 0 0 0,7-3 0 0 0,0 0-120 0 0,0-1 0 0 0,0 0 0 0 0,-1-1 1 0 0,0-1-1 0 0,18-11 0 0 0,-16 8 84 0 0,0-1 0 0 0,-1 0 0 0 0,0 0 0 0 0,0-1 0 0 0,-1-1 0 0 0,-1 0 0 0 0,0 0 0 0 0,0-1 0 0 0,7-14 0 0 0,-13 18 112 0 0,-1 1-1 0 0,1-1 1 0 0,-1 1 0 0 0,-1-1-1 0 0,1 0 1 0 0,-2 0 0 0 0,1 0-1 0 0,-1 0 1 0 0,-1-11-1 0 0,0-2 1 0 0,1 14-19 0 0,0 0 1 0 0,1 1-1 0 0,0-1 0 0 0,0 1 1 0 0,3-9-1 0 0,-4 14 6 0 0,1 0-1 0 0,0 0 1 0 0,-1 1-1 0 0,1-1 1 0 0,0 0-1 0 0,0 0 1 0 0,0 1-1 0 0,0-1 1 0 0,0 1-1 0 0,0-1 1 0 0,0 1-1 0 0,1-1 1 0 0,-1 1-1 0 0,1 0 1 0 0,-1 0-1 0 0,1 0 1 0 0,-1 0-1 0 0,1 0 1 0 0,0 0-1 0 0,-1 0 1 0 0,1 0-1 0 0,0 1 1 0 0,0-1-1 0 0,-1 0 1 0 0,1 1 0 0 0,3-1-1 0 0,4 2 2 0 0,-8-2 0 0 0,0 1 0 0 0,0 0 0 0 0,0 1 0 0 0,0-1 0 0 0,0 0 0 0 0,0 0 0 0 0,0 0 0 0 0,0 1 0 0 0,0-1 0 0 0,0 0 0 0 0,0 1 0 0 0,0-1 0 0 0,0 1 0 0 0,0-1 0 0 0,0 1 0 0 0,0-1 0 0 0,-1 1 0 0 0,1 0-1 0 0,1 1 1 0 0,1 1 28 0 0,2 1 40 0 0,0 0 1 0 0,0 1-1 0 0,-1 0 1 0 0,1 0-1 0 0,-1 0 1 0 0,5 9-1 0 0,19 37 485 0 0,-23-41-404 0 0,3 10 69 0 0,0 0 0 0 0,-2 0-1 0 0,6 26 1 0 0,5 17 90 0 0,-16-62 65 0 0,5-51-133 0 0,-5 7-216 0 0,2-1 0 0 0,9-49 1 0 0,-6 64-226 0 0,1 0 1 0 0,1 0-1 0 0,2 1 1 0 0,12-28 0 0 0,-20 53-201 0 0,-1 0 0 0 0,1 0 0 0 0,0 0 0 0 0,-1 0 0 0 0,1 0 0 0 0,0 0 0 0 0,1 1 0 0 0,-1-1 0 0 0,3-2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12 6911 0 0,'-20'-11'20301'0'0,"19"32"-17991"0"0,2-14-2150 0 0,0 0-1 0 0,0 0 1 0 0,0 0 0 0 0,1 0 0 0 0,3 7 0 0 0,2 9-35 0 0,0 2-300 0 0,1-1 1 0 0,0 1 0 0 0,2-1 0 0 0,1-1-1 0 0,1 0 1 0 0,16 24 0 0 0,-16-33-1205 0 0,0-2-69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5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17 9671 0 0,'-26'-16'18555'0'0,"27"26"-17449"0"0,25 109 635 0 0,18 105-1099 0 0,1 10-769 0 0,-45-233-502 0 0,12-1-7019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6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14 209 3223 0 0,'-5'-7'288'0'0,"4"5"330"0"0,0 0-1 0 0,0 1 1 0 0,0-1-1 0 0,0 0 1 0 0,0 0-1 0 0,1 0 1 0 0,-1 0-1 0 0,1 0 1 0 0,-1 0-1 0 0,1 0 1 0 0,0 0-1 0 0,0 0 1 0 0,0 0-1 0 0,0 0 0 0 0,0 0 1 0 0,0 0-1 0 0,1 0 1 0 0,-1 0-1 0 0,1 0 1 0 0,-1 0-1 0 0,1 0 1 0 0,0 0-1 0 0,0 0 1 0 0,0 0-1 0 0,0 0 1 0 0,0 1-1 0 0,0-1 1 0 0,0 0-1 0 0,1 1 0 0 0,-1-1 1 0 0,2-1-1 0 0,2-2 948 0 0,1 0 0 0 0,-1 0 0 0 0,7-4-1 0 0,18-10-2299 0 0,-1 3 975 0 0,1 1 1 0 0,1 2 0 0 0,0 1-1 0 0,1 1 1 0 0,42-8 0 0 0,-57 16-198 0 0,1 0 0 0 0,25-1 0 0 0,-39 4-36 0 0,1-1-1 0 0,0 2 1 0 0,0-1-1 0 0,-1 0 0 0 0,1 1 1 0 0,0 0-1 0 0,-1 0 0 0 0,1 1 1 0 0,-1-1-1 0 0,1 1 1 0 0,-1 0-1 0 0,0 0 0 0 0,0 0 1 0 0,6 4-1 0 0,-8-3 2 0 0,0-1-1 0 0,0 1 1 0 0,0 0 0 0 0,0 0-1 0 0,0 0 1 0 0,0 0 0 0 0,-1 0 0 0 0,1 1-1 0 0,-1-1 1 0 0,0 0 0 0 0,0 1-1 0 0,0-1 1 0 0,-1 0 0 0 0,1 1-1 0 0,-1-1 1 0 0,0 1 0 0 0,0 0-1 0 0,0 4 1 0 0,-1 3 30 0 0,0 1 0 0 0,-1-1 0 0 0,-1 0 0 0 0,-4 15 0 0 0,2-13 20 0 0,0 0 0 0 0,-1-1 1 0 0,-1 0-1 0 0,1 0 0 0 0,-2-1 0 0 0,-12 15 0 0 0,-59 57 195 0 0,71-75-248 0 0,-14 10 20 0 0,0 0 0 0 0,-42 25-1 0 0,-4 2-3708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28 8287 0 0,'0'0'639'0'0,"-4"-13"4713"0"0,4 12-4986 0 0,0 0 0 0 0,-1 1 0 0 0,1-1-1 0 0,0 0 1 0 0,-1 0 0 0 0,1 1 0 0 0,-1-1 0 0 0,1 0 0 0 0,-1 1 0 0 0,1-1 0 0 0,-1 0-1 0 0,1 1 1 0 0,-1-1 0 0 0,1 1 0 0 0,-1-1 0 0 0,0 1 0 0 0,0-1 0 0 0,1 1 0 0 0,-1 0-1 0 0,0-1 1 0 0,1 1 0 0 0,-1 0 0 0 0,0-1 0 0 0,0 1 0 0 0,-1 0 0 0 0,0 0-29 0 0,0 0 1 0 0,0 0 0 0 0,0 1 0 0 0,0-1-1 0 0,0 0 1 0 0,1 1 0 0 0,-1 0 0 0 0,0-1-1 0 0,0 1 1 0 0,-3 2 0 0 0,-1 1 61 0 0,0 0 1 0 0,-1 1 0 0 0,1 0 0 0 0,-8 9-1 0 0,-13 18 264 0 0,1 1 1 0 0,-27 47-1 0 0,47-71-617 0 0,1 1 0 0 0,1-1 1 0 0,0 1-1 0 0,0 0 0 0 0,-3 13 1 0 0,6-18-42 0 0,0 1-1 0 0,0 0 1 0 0,1-1 0 0 0,-1 1 0 0 0,1 0 0 0 0,1-1 0 0 0,-1 1 0 0 0,1 0 0 0 0,0-1 0 0 0,0 1 0 0 0,3 7 0 0 0,-3-12-17 0 0,-1 1 0 0 0,2 0 0 0 0,-1 0 0 0 0,0 0 0 0 0,0-1-1 0 0,1 1 1 0 0,-1-1 0 0 0,0 1 0 0 0,1-1 0 0 0,0 0 0 0 0,-1 1 0 0 0,1-1 0 0 0,0 0 0 0 0,0 0-1 0 0,-1 0 1 0 0,1 0 0 0 0,0 0 0 0 0,0-1 0 0 0,0 1 0 0 0,0 0 0 0 0,0-1 0 0 0,0 0 0 0 0,1 1 0 0 0,-1-1-1 0 0,0 0 1 0 0,0 0 0 0 0,0 0 0 0 0,0-1 0 0 0,3 1 0 0 0,1-1-70 0 0,1 0 0 0 0,0-1 1 0 0,0 1-1 0 0,-1-1 0 0 0,1-1 0 0 0,-1 1 0 0 0,12-7 1 0 0,-9 4 30 0 0,0-1 0 0 0,-1 0 0 0 0,0-1 0 0 0,0 1 0 0 0,0-1 1 0 0,-1-1-1 0 0,0 0 0 0 0,0 0 0 0 0,-1 0 0 0 0,0-1 0 0 0,0 0 1 0 0,-1 0-1 0 0,0 0 0 0 0,-1-1 0 0 0,0 1 0 0 0,0-1 0 0 0,-1 0 0 0 0,-1 0 1 0 0,0-1-1 0 0,0 1 0 0 0,1-18 0 0 0,-7-31-1182 0 0,2 31-2197 0 0,1 0-5832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6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6911 0 0,'0'0'623'0'0,"3"1"16"0"0,3 5 934 0 0,0 0 0 0 0,-1-1 1 0 0,1 2-1 0 0,-1-1 1 0 0,-1 0-1 0 0,1 1 0 0 0,-1 0 1 0 0,5 10-1 0 0,24 69 4269 0 0,-13-32-4222 0 0,-12-34-1080 0 0,-1 0-197 0 0,2 1-1 0 0,0-2 0 0 0,2 0 1 0 0,17 26-1 0 0,-27-44-258 0 0,0 0-59 0 0,1-1 0 0 0,-1 1 0 0 0,1 0 0 0 0,0-1 0 0 0,-1 0 0 0 0,1 1 0 0 0,0-1-1 0 0,-1 0 1 0 0,4 0 0 0 0,-1-3-9 0 0,-1 1-1 0 0,1-2 1 0 0,-1 1-1 0 0,1 0 1 0 0,-1 0-1 0 0,0-1 1 0 0,0 0-1 0 0,-1 0 1 0 0,5-7-1 0 0,17-44 190 0 0,-15 35-178 0 0,9-23-608 0 0,38-60-1 0 0,-41 78-264 0 0,2 1-1 0 0,1 1 0 0 0,33-34 1 0 0,-21 31-6182 0 0,3 3-2107 0 0</inkml:trace>
  <inkml:trace contextRef="#ctx0" brushRef="#br0" timeOffset="1">1231 15 14279 0 0,'0'0'1103'0'0,"-1"-14"9937"0"0,0 14-10843 0 0,-8 7 2507 0 0,-10 16-1772 0 0,-8 18-508 0 0,2 1 1 0 0,2 1-1 0 0,2 2 0 0 0,-23 66 0 0 0,34-83-402 0 0,2 1 0 0 0,0 0-1 0 0,-3 31 1 0 0,10-50-127 0 0,0 1 0 0 0,0 0 0 0 0,1-1 0 0 0,1 1 0 0 0,-1 0 0 0 0,2 0 0 0 0,0-1 0 0 0,0 1 0 0 0,0-1 0 0 0,2 0 0 0 0,7 19 0 0 0,-9-25-162 0 0,1 1-1 0 0,-1-1 1 0 0,1-1 0 0 0,0 1-1 0 0,0 0 1 0 0,0-1-1 0 0,0 1 1 0 0,1-1 0 0 0,-1 0-1 0 0,1 0 1 0 0,0 0 0 0 0,0-1-1 0 0,0 1 1 0 0,0-1-1 0 0,0 0 1 0 0,0 0 0 0 0,1 0-1 0 0,-1-1 1 0 0,1 0-1 0 0,-1 0 1 0 0,1 0 0 0 0,0 0-1 0 0,-1-1 1 0 0,1 1 0 0 0,0-1-1 0 0,-1 0 1 0 0,10-2-1 0 0,45-10-2411 0 0,4-3-23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7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279 167 14279 0 0,'0'-2'1103'0'0,"-7"-20"-1225"0"0,6 20 645 0 0,0 0 1 0 0,-1 0 0 0 0,1 1 0 0 0,0-1-1 0 0,-1 0 1 0 0,1 1 0 0 0,-1-1 0 0 0,1 0-1 0 0,-1 1 1 0 0,0 0 0 0 0,0-1 0 0 0,0 1 0 0 0,0 0-1 0 0,0 0 1 0 0,0 0 0 0 0,0 0 0 0 0,0 1-1 0 0,0-1 1 0 0,0 0 0 0 0,0 1 0 0 0,0 0-1 0 0,-1-1 1 0 0,1 1 0 0 0,-3 0 0 0 0,1 0-277 0 0,1 1 1 0 0,0-1-1 0 0,0 1 1 0 0,0 0-1 0 0,0 0 1 0 0,0 0-1 0 0,-4 2 1 0 0,-6 3 117 0 0,1 1 1 0 0,0 1-1 0 0,1 0 1 0 0,0 1 0 0 0,-15 14-1 0 0,9-5-296 0 0,1 0 0 0 0,-18 26 0 0 0,27-33-57 0 0,0-1 1 0 0,1 1-1 0 0,-9 22 1 0 0,13-29-26 0 0,1 0 0 0 0,0 0 0 0 0,0 1 1 0 0,0-1-1 0 0,0 0 0 0 0,1 1 0 0 0,-1-1 1 0 0,1 0-1 0 0,0 1 0 0 0,1-1 0 0 0,-1 0 1 0 0,1 1-1 0 0,-1-1 0 0 0,4 7 0 0 0,-3-8-48 0 0,0-1-1 0 0,1 0 1 0 0,-1 0 0 0 0,1 0-1 0 0,-1 0 1 0 0,1 0-1 0 0,0 0 1 0 0,0 0 0 0 0,0-1-1 0 0,0 1 1 0 0,0-1-1 0 0,0 1 1 0 0,0-1-1 0 0,0 0 1 0 0,1 0 0 0 0,-1 0-1 0 0,1 0 1 0 0,-1 0-1 0 0,0 0 1 0 0,6 0-1 0 0,-3 0-49 0 0,0 0-1 0 0,0-1 0 0 0,0 0 0 0 0,0 0 0 0 0,1 0 0 0 0,-1 0 0 0 0,0-1 0 0 0,0 0 0 0 0,8-2 0 0 0,0-2-10 0 0,0 0 0 0 0,-1-1 0 0 0,0 0 1 0 0,0-1-1 0 0,-1 0 0 0 0,1-1 0 0 0,-1 0 0 0 0,-1 0 0 0 0,14-15 0 0 0,-3-2 161 0 0,-1-1 0 0 0,-1 0 0 0 0,21-40 0 0 0,-24 39 65 0 0,-5 9 182 0 0,1 0 0 0 0,1 1-1 0 0,21-23 1 0 0,-33 39 277 0 0,1 2-486 0 0,0 1-1 0 0,0-1 1 0 0,0 1 0 0 0,0 0 0 0 0,0 0 0 0 0,-1 0 0 0 0,1 0 0 0 0,-1 0-1 0 0,0 0 1 0 0,1 0 0 0 0,-1 0 0 0 0,0 0 0 0 0,0 1 0 0 0,0-1 0 0 0,0 4-1 0 0,9 40 143 0 0,-10-43-165 0 0,8 76 81 0 0,-6-50-68 0 0,2 0-1 0 0,10 46 1 0 0,-10-65-67 0 0,2-5 0 0 0,-4-4-1 0 0,-1-1 0 0 0,1 0 0 0 0,-1 0 1 0 0,1 0-1 0 0,-1 0 0 0 0,1-1 0 0 0,-1 1 0 0 0,1 0 0 0 0,-1-1 1 0 0,0 1-1 0 0,1-1 0 0 0,-1 1 0 0 0,1-1 0 0 0,-1 0 0 0 0,0 1 1 0 0,0-1-1 0 0,1 0 0 0 0,-1 0 0 0 0,0 0 0 0 0,0 0 0 0 0,0 0 1 0 0,1-1-1 0 0,23-29-36 0 0,-23 28 33 0 0,55-94-78 0 0,-8 13 73 0 0,-39 70-9 0 0,0 0-1 0 0,0 1 1 0 0,23-21 0 0 0,-33 33 19 0 0,1 1 0 0 0,-1-1 1 0 0,0 1-1 0 0,0 0 0 0 0,1-1 0 0 0,-1 1 0 0 0,1 0 0 0 0,-1-1 1 0 0,0 1-1 0 0,1 0 0 0 0,-1 0 0 0 0,1-1 0 0 0,-1 1 1 0 0,1 0-1 0 0,-1 0 0 0 0,0 0 0 0 0,1 0 0 0 0,-1 0 0 0 0,1 0 1 0 0,-1-1-1 0 0,1 1 0 0 0,-1 0 0 0 0,1 0 0 0 0,-1 0 1 0 0,1 1-1 0 0,-1-1 0 0 0,1 0 0 0 0,0 0 0 0 0,2 5 29 0 0,-1-3-23 0 0,0 1-1 0 0,0 0 1 0 0,0 0 0 0 0,-1 0-1 0 0,1 0 1 0 0,-1 0 0 0 0,0 0 0 0 0,0 0-1 0 0,2 7 1 0 0,2 33 64 0 0,-2-13-49 0 0,-2-25-22 0 0,1 12 0 0 0,8 24 0 0 0,-8-36 0 0 0,0 0 0 0 0,0 0 0 0 0,0 0 0 0 0,0 0 0 0 0,1-1 0 0 0,0 1 0 0 0,0-1 0 0 0,7 8 0 0 0,-9-11 0 0 0,-1 0 0 0 0,1 0 0 0 0,0 0 0 0 0,0 0 0 0 0,-1-1 0 0 0,1 1 0 0 0,0 0 0 0 0,0 0 0 0 0,0-1 0 0 0,0 1 0 0 0,0-1 0 0 0,0 1 0 0 0,0-1 0 0 0,0 1 0 0 0,0-1 0 0 0,0 0 0 0 0,0 0 0 0 0,0 1 0 0 0,0-1 0 0 0,0 0 0 0 0,0 0 0 0 0,0 0 0 0 0,3 0 0 0 0,-2 0 0 0 0,5-2-23 0 0,0 1 0 0 0,-1-1 0 0 0,0 0 0 0 0,1-1-1 0 0,-1 1 1 0 0,0-1 0 0 0,0 0 0 0 0,8-7 0 0 0,-6 4 14 0 0,0-1-1 0 0,-1 0 1 0 0,0-1-1 0 0,-1 0 1 0 0,0 0-1 0 0,11-17 1 0 0,1-3-53 0 0,44-71-53 0 0,-3 4 38 0 0,-55 89 92 0 0,-3 5 54 0 0,-4 14 52 0 0,-5 20-64 0 0,3 1-1 0 0,-3 37 0 0 0,7-52-83 0 0,1 0 1 0 0,1 1-1 0 0,1-1 0 0 0,1 0 0 0 0,5 22 0 0 0,-6-33-179 0 0,0-1 0 0 0,1 0 0 0 0,0 0 0 0 0,1 0 0 0 0,-1 0 0 0 0,1-1 0 0 0,0 1 0 0 0,1-1 0 0 0,5 6 0 0 0,-6-8-384 0 0,0 0 0 0 0,1 0-1 0 0,-1 0 1 0 0,1-1 0 0 0,0 1-1 0 0,0-1 1 0 0,0 0 0 0 0,0-1-1 0 0,0 0 1 0 0,1 1 0 0 0,-1-1-1 0 0,9 1 1 0 0,7 0-2337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7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8287 0 0,'25'-92'1589'0'0,"-13"54"13221"0"0,-7 52-12077 0 0,-3 6-1846 0 0,0 0 0 0 0,-1 0 0 0 0,-3 35-1 0 0,0-18-526 0 0,2 80 100 0 0,19 143 1 0 0,-8-191-476 0 0,-6-41-14 0 0,-1 1 1 0 0,1 31 0 0 0,-5-60 14 0 0,0 0-1 0 0,0 1 1 0 0,0-1 0 0 0,0 0-1 0 0,0 1 1 0 0,0-1-1 0 0,0 0 1 0 0,0 1 0 0 0,0-1-1 0 0,0 0 1 0 0,0 0 0 0 0,0 1-1 0 0,0-1 1 0 0,0 0-1 0 0,0 1 1 0 0,0-1 0 0 0,0 0-1 0 0,0 0 1 0 0,0 1 0 0 0,-1-1-1 0 0,1 0 1 0 0,0 0 0 0 0,0 1-1 0 0,0-1 1 0 0,-1 0-1 0 0,1 0 1 0 0,0 0 0 0 0,0 1-1 0 0,0-1 1 0 0,-1 0 0 0 0,1 0-1 0 0,-8-5-146 0 0,-5-16-14 0 0,3-1-12 0 0,1-1 0 0 0,1 0 0 0 0,1 0 0 0 0,1-1 0 0 0,1 1 0 0 0,2-1 0 0 0,0-1 0 0 0,0-24 1 0 0,4 1-90 0 0,2 0 1 0 0,1 0-1 0 0,13-53 1 0 0,-12 78 493 0 0,0 1-1 0 0,2 0 1 0 0,0 0 0 0 0,21-40-1 0 0,-24 55-127 0 0,0 0 0 0 0,0 0-1 0 0,1 0 1 0 0,0 0-1 0 0,0 1 1 0 0,1 0-1 0 0,0 0 1 0 0,0 0-1 0 0,0 1 1 0 0,1 0-1 0 0,-1 0 1 0 0,1 1-1 0 0,1 0 1 0 0,-1 0-1 0 0,0 0 1 0 0,1 1-1 0 0,9-2 1 0 0,-14 4-84 0 0,0 0 1 0 0,0 1-1 0 0,0-1 0 0 0,0 1 1 0 0,0 0-1 0 0,0 0 0 0 0,1 0 1 0 0,-1 0-1 0 0,0 0 0 0 0,0 1 1 0 0,0 0-1 0 0,0-1 0 0 0,0 1 1 0 0,0 0-1 0 0,0 1 0 0 0,4 1 1 0 0,-4-1 5 0 0,1 1 1 0 0,-1 0 0 0 0,0-1-1 0 0,0 1 1 0 0,0 0-1 0 0,0 0 1 0 0,-1 1 0 0 0,1-1-1 0 0,-1 0 1 0 0,0 1-1 0 0,2 4 1 0 0,0 2 8 0 0,0 0 1 0 0,-1 0-1 0 0,0 0 1 0 0,-1 1-1 0 0,0-1 1 0 0,-1 1-1 0 0,0-1 1 0 0,0 21-1 0 0,-4-10-379 0 0,0 0 1 0 0,-1-1-1 0 0,0 1 1 0 0,-14 33-1 0 0,-39 74-2271 0 0,53-120 431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11519 0 0,'9'-12'1227'0'0,"-1"8"3301"0"0,-1 7-2400 0 0,8 7 4207 0 0,-3 7-3462 0 0,6 21-1427 0 0,-14-28-604 0 0,48 124 579 0 0,-49-125-1367 0 0,-1-5-38 0 0,-1 0 1 0 0,1 0 0 0 0,0 0 0 0 0,0 0-1 0 0,0 0 1 0 0,0-1 0 0 0,1 1-1 0 0,5 5 1 0 0,-4-4 6 0 0,-1-3 19 0 0,-2-1-39 0 0,0-1 0 0 0,0 0-1 0 0,1 1 1 0 0,-1-1 0 0 0,0 0-1 0 0,0 0 1 0 0,0 0 0 0 0,0 0-1 0 0,1 0 1 0 0,-1 0 0 0 0,0 0-1 0 0,0 0 1 0 0,0-1 0 0 0,0 1-1 0 0,0 0 1 0 0,1-1 0 0 0,-1 1-1 0 0,0-1 1 0 0,0 1 0 0 0,0-1-1 0 0,0 0 1 0 0,0 1 0 0 0,0-1-1 0 0,-1 0 1 0 0,1 1 0 0 0,0-1-1 0 0,1-2 1 0 0,1 0-3 0 0,5-5 12 0 0,0-1 0 0 0,0 0 0 0 0,-1-1-1 0 0,0 1 1 0 0,-1-1 0 0 0,0-1 0 0 0,5-12 0 0 0,-4 8-16 0 0,-1 3-33 0 0,45-79-334 0 0,-43 78-179 0 0,1 1 0 0 0,0-1 1 0 0,1 2-1 0 0,19-19 1 0 0,-27 28 3 0 0,0 1 0 0 0,0-1 1 0 0,0 0-1 0 0,1 1 0 0 0,-1-1 1 0 0,1 1-1 0 0,3-2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0 298 17911 0 0,'2'1'820'0'0,"-1"0"-762"0"0,1 1 0 0 0,-1-1 0 0 0,1 0 0 0 0,0 0 0 0 0,-1 0 0 0 0,1 0 0 0 0,0 0 0 0 0,0 0 1 0 0,0-1-1 0 0,0 1 0 0 0,0 0 0 0 0,0-1 0 0 0,0 0 0 0 0,2 1 0 0 0,1-1 246 0 0,0 0 0 0 0,0 0 0 0 0,-1-1 0 0 0,1 1 0 0 0,8-3 0 0 0,0-1 769 0 0,0-1 0 0 0,0 0 0 0 0,16-9 0 0 0,-14 5-579 0 0,0 0 0 0 0,-1-1 0 0 0,-1 0 0 0 0,0-1 0 0 0,23-25 0 0 0,-16 12-308 0 0,-2 0 1 0 0,23-39 0 0 0,-36 54-171 0 0,-1 4 6 0 0,0-1 0 0 0,-1 0 0 0 0,0 1 0 0 0,0-2 0 0 0,0 1 0 0 0,-1 0 1 0 0,0 0-1 0 0,0-1 0 0 0,1-11 0 0 0,-3 16 106 0 0,-11 3 189 0 0,8 0-258 0 0,0 0-1 0 0,1 0 0 0 0,-1 0 1 0 0,1 0-1 0 0,-1 1 0 0 0,1-1 1 0 0,-1 1-1 0 0,1 0 0 0 0,0-1 1 0 0,0 1-1 0 0,0 0 0 0 0,-3 4 1 0 0,-21 31 330 0 0,19-26-295 0 0,-4 6 46 0 0,0 2 1 0 0,1 0-1 0 0,-15 39 1 0 0,23-50-137 0 0,-1 0 1 0 0,1 0-1 0 0,0 1 0 0 0,1-1 1 0 0,0 0-1 0 0,0 1 0 0 0,1-1 1 0 0,0 1-1 0 0,1-1 0 0 0,-1 1 1 0 0,2-1-1 0 0,3 16 0 0 0,-4-21-61 0 0,0 0-1 0 0,0 0 1 0 0,1-1-1 0 0,-1 1 1 0 0,1 0-1 0 0,0-1 0 0 0,0 0 1 0 0,-1 1-1 0 0,1-1 1 0 0,1 0-1 0 0,-1 0 1 0 0,0 0-1 0 0,1 0 0 0 0,3 3 1 0 0,-1-3-119 0 0,-1 0 1 0 0,0 0-1 0 0,1-1 1 0 0,0 1-1 0 0,-1-1 1 0 0,1 0-1 0 0,0 0 1 0 0,7 0-1 0 0,4-1-873 0 0,0-1 0 0 0,0-1 0 0 0,0 0 0 0 0,22-6 0 0 0,-6 0-896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9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243 144 2303 0 0,'1'-13'-1827'0'0,"1"-16"3011"0"0,-2 22 838 0 0,0 0-1 0 0,-1 1 1 0 0,1-1-1 0 0,-3-8 0 0 0,2 12-908 0 0,1 0 0 0 0,-2 0-1 0 0,1 0 1 0 0,0 0 0 0 0,0 1-1 0 0,-1-1 1 0 0,0 0 0 0 0,0 0 0 0 0,1 1-1 0 0,-5-4 1 0 0,4 3-402 0 0,-1 1-1 0 0,0-1 1 0 0,0 1 0 0 0,-1 0-1 0 0,1 0 1 0 0,-5-2 0 0 0,4 3-547 0 0,-1-1-1 0 0,0 1 1 0 0,0 0 0 0 0,0 0 0 0 0,0 0 0 0 0,0 1 0 0 0,0 0-1 0 0,0 0 1 0 0,0 0 0 0 0,0 0 0 0 0,0 1 0 0 0,0 0 0 0 0,0 0-1 0 0,0 0 1 0 0,1 1 0 0 0,-1 0 0 0 0,0 0 0 0 0,-6 3 0 0 0,2 0-129 0 0,0 1 1 0 0,0-1 0 0 0,0 2 0 0 0,1-1-1 0 0,0 1 1 0 0,0 0 0 0 0,-12 15-1 0 0,18-19-30 0 0,0-1-1 0 0,0 1 0 0 0,1-1 1 0 0,-1 1-1 0 0,1 0 0 0 0,-1-1 0 0 0,1 1 1 0 0,0 0-1 0 0,0 0 0 0 0,1 0 1 0 0,-1 0-1 0 0,0 0 0 0 0,1 0 1 0 0,0 0-1 0 0,-1 0 0 0 0,1 0 1 0 0,1 0-1 0 0,-1 4 0 0 0,1-4-5 0 0,0 0 0 0 0,0 0 0 0 0,0-1 0 0 0,0 1 0 0 0,1 0 0 0 0,-1-1 0 0 0,1 0 0 0 0,0 1 1 0 0,-1-1-1 0 0,1 0 0 0 0,0 0 0 0 0,0 0 0 0 0,0 0 0 0 0,1 0 0 0 0,-1 0 0 0 0,0 0 0 0 0,1-1 0 0 0,-1 1 0 0 0,5 1 0 0 0,12 4-28 0 0,1 0 1 0 0,1-1-1 0 0,-1-1 0 0 0,1-1 1 0 0,30 2-1 0 0,-31-5 2 0 0,0 2 1 0 0,0 0-1 0 0,0 1 0 0 0,-1 1 1 0 0,37 15-1 0 0,-54-19 35 0 0,1 0 0 0 0,-1 1 0 0 0,1-1 0 0 0,-1 1 0 0 0,0-1 0 0 0,0 1 0 0 0,0 0 0 0 0,0 0 0 0 0,0 0 0 0 0,0 0 0 0 0,0 0 0 0 0,-1 0 0 0 0,1 0 0 0 0,-1 1 0 0 0,0-1 0 0 0,1 1 0 0 0,0 4 0 0 0,-1-5 1 0 0,-1 1 1 0 0,0-1-1 0 0,1 1 0 0 0,-1 0 0 0 0,-1-1 1 0 0,1 1-1 0 0,0 0 0 0 0,0-1 0 0 0,-1 1 1 0 0,0-1-1 0 0,1 1 0 0 0,-1-1 0 0 0,0 1 1 0 0,0-1-1 0 0,-1 1 0 0 0,1-1 0 0 0,0 0 1 0 0,-3 3-1 0 0,-2 3 35 0 0,0-1 0 0 0,-1 0 0 0 0,0 0-1 0 0,0-1 1 0 0,0 0 0 0 0,-1-1 0 0 0,0 1 0 0 0,-9 4 0 0 0,-12 4-959 0 0,-31 11 0 0 0,42-17-530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9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2303 0 0,'33'-34'794'0'0,"66"-51"-1"0"0,-70 62 3235 0 0,-1-1 3339 0 0,-4 2-1127 0 0,-22 21-5828 0 0,-1 0 0 0 0,0-1 0 0 0,0 1 0 0 0,1-1 0 0 0,-1 1 0 0 0,0-1 0 0 0,0 0 0 0 0,0 0 0 0 0,-1 1 0 0 0,1-1 1 0 0,0 0-1 0 0,-1 0 0 0 0,1-2 0 0 0,-1 3 693 0 0,-2-1-929 0 0,0 1 0 0 0,0-1 0 0 0,0 1 0 0 0,0 0 1 0 0,0 0-1 0 0,-1 0 0 0 0,1 0 0 0 0,0 0 0 0 0,-1 1 0 0 0,1-1 0 0 0,-1 1 0 0 0,1 0 0 0 0,0-1 0 0 0,-1 1 0 0 0,1 0 1 0 0,-1 0-1 0 0,1 1 0 0 0,-1-1 0 0 0,1 0 0 0 0,-5 2 0 0 0,-2 1-164 0 0,-1 0 0 0 0,1 0 1 0 0,-16 9-1 0 0,15-7-15 0 0,1 0 1 0 0,0 1-1 0 0,1 1 0 0 0,-1-1 1 0 0,-12 14-1 0 0,19-17 1 0 0,-1 0-1 0 0,1 0 0 0 0,-1 1 1 0 0,1-1-1 0 0,0 1 1 0 0,0-1-1 0 0,1 1 0 0 0,-2 4 1 0 0,2-6 1 0 0,1 0 0 0 0,-1 0 0 0 0,1 0 1 0 0,0 0-1 0 0,0 1 0 0 0,0-1 1 0 0,0 0-1 0 0,0 0 0 0 0,0 0 0 0 0,0 1 1 0 0,1-1-1 0 0,-1 0 0 0 0,1 0 0 0 0,0 0 1 0 0,1 4-1 0 0,0-4-10 0 0,0 1-1 0 0,0 0 1 0 0,0-1-1 0 0,1 1 1 0 0,-1-1 0 0 0,0 0-1 0 0,1 0 1 0 0,0 0 0 0 0,0 0-1 0 0,-1 0 1 0 0,1-1-1 0 0,5 3 1 0 0,3 1-46 0 0,-1-1-1 0 0,16 3 1 0 0,20 4 21 0 0,7 2-34 0 0,52 19 0 0 0,-94-27 101 0 0,0 0 1 0 0,0 0-1 0 0,-1 1 1 0 0,1 0-1 0 0,-1 1 1 0 0,17 16-1 0 0,-26-23-16 0 0,-1 1 0 0 0,0 0 0 0 0,1-1 0 0 0,-1 1 0 0 0,0 0 0 0 0,1-1 0 0 0,-1 1 0 0 0,0 0 0 0 0,0-1 0 0 0,0 1 0 0 0,0 0 0 0 0,0 0 0 0 0,0-1 0 0 0,0 1 0 0 0,0 0 0 0 0,0-1 0 0 0,0 1 0 0 0,0 0 0 0 0,0 0 0 0 0,0-1 0 0 0,-1 2-1 0 0,-6 14 129 0 0,7-15-140 0 0,-2 3 12 0 0,0-1 1 0 0,-1 0 0 0 0,1 1 0 0 0,-1-1-1 0 0,1 0 1 0 0,-1-1 0 0 0,0 1 0 0 0,0 0-1 0 0,0-1 1 0 0,-1 0 0 0 0,1 0-1 0 0,-7 4 1 0 0,-4 0-22 0 0,0-1 0 0 0,-16 4 0 0 0,14-4-34 0 0,-3 0-17 0 0,0-1-1 0 0,-28 3 1 0 0,10-3-3131 0 0,6-1-4585 0 0,16-1-1407 0 0</inkml:trace>
  <inkml:trace contextRef="#ctx0" brushRef="#br0" timeOffset="1">449 98 21391 0 0,'2'0'984'0'0,"2"-2"-770"0"0,0 0 1 0 0,-1 1-1 0 0,1 0 1 0 0,0 0-1 0 0,0 0 0 0 0,0 0 1 0 0,0 1-1 0 0,0-1 0 0 0,0 1 1 0 0,5 0-1 0 0,-7 1 73 0 0,1-1 1 0 0,-1 1 0 0 0,1 0-1 0 0,-1 0 1 0 0,0 0-1 0 0,1 0 1 0 0,-1 0-1 0 0,0 0 1 0 0,0 1-1 0 0,0-1 1 0 0,0 1-1 0 0,0-1 1 0 0,0 1 0 0 0,0 0-1 0 0,0 0 1 0 0,-1-1-1 0 0,1 1 1 0 0,1 4-1 0 0,7 10 245 0 0,-1 0-1 0 0,0 1 0 0 0,8 24 0 0 0,14 57-489 0 0,-16-47-38 0 0,-12-39-147 0 0,0 2-1013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49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13823 0 0,'3'-9'1431'0'0,"1"2"-454"0"0,0 0 0 0 0,0 0 0 0 0,1 0 0 0 0,0 0 0 0 0,0 1 0 0 0,0-1 0 0 0,1 1 0 0 0,0 1 0 0 0,0-1 0 0 0,1 1 0 0 0,0 0 0 0 0,-1 1 0 0 0,10-5 0 0 0,-9 5-1026 0 0,1 1-1 0 0,-1 0 0 0 0,1 0 0 0 0,12-2 0 0 0,-1 1 99 0 0,3-1-49 0 0,26-2 0 0 0,-43 7 16 0 0,1 0-1 0 0,-1 0 1 0 0,1 0-1 0 0,-1 0 1 0 0,0 1-1 0 0,1 0 1 0 0,-1 0-1 0 0,0 0 1 0 0,1 1 0 0 0,4 2-1 0 0,-8-3 23 0 0,0 0-1 0 0,0 0 0 0 0,0 0 1 0 0,0 1-1 0 0,-1-1 1 0 0,1 1-1 0 0,-1-1 1 0 0,1 1-1 0 0,-1 0 1 0 0,0 0-1 0 0,1-1 1 0 0,-1 1-1 0 0,0 0 0 0 0,0 0 1 0 0,0 0-1 0 0,-1 0 1 0 0,1 0-1 0 0,0 0 1 0 0,-1 1-1 0 0,1-1 1 0 0,-1 0-1 0 0,0 0 1 0 0,0 0-1 0 0,0 0 0 0 0,0 1 1 0 0,0 3-1 0 0,-1 3 120 0 0,-1 0 0 0 0,0-1 0 0 0,0 1-1 0 0,-1-1 1 0 0,-4 9 0 0 0,-41 79 958 0 0,34-73-924 0 0,1 1 0 0 0,2 1 1 0 0,-17 51-1 0 0,23-62-173 0 0,4-11-17 0 0,0 0 0 0 0,0 0 0 0 0,0 0-1 0 0,0 0 1 0 0,1 0 0 0 0,-1 0 0 0 0,1 0 0 0 0,0 0-1 0 0,0 0 1 0 0,0 1 0 0 0,0-1 0 0 0,0 0 0 0 0,1 0 0 0 0,0 0-1 0 0,-1 0 1 0 0,3 4 0 0 0,-2-5-9 0 0,0 0-1 0 0,0 0 1 0 0,0 0 0 0 0,0 0-1 0 0,1 0 1 0 0,-1-1 0 0 0,1 1-1 0 0,-1 0 1 0 0,1-1 0 0 0,0 1-1 0 0,0-1 1 0 0,0 1 0 0 0,-1-1-1 0 0,1 0 1 0 0,0 0 0 0 0,1 0-1 0 0,-1 0 1 0 0,0 0 0 0 0,0-1-1 0 0,0 1 1 0 0,0 0 0 0 0,1-1-1 0 0,3 1 1 0 0,0-1-18 0 0,0 1 0 0 0,0-1 1 0 0,0 0-1 0 0,0 0 0 0 0,-1-1 0 0 0,1 0 1 0 0,0 0-1 0 0,8-2 0 0 0,5-6-23 0 0,-1 0-1 0 0,1-1 1 0 0,-2-1 0 0 0,1-1-1 0 0,-1 0 1 0 0,-1-1 0 0 0,18-19-1 0 0,54-60-16 0 0,-64 68 66 0 0,-14 13 36 0 0,1 0 0 0 0,0 1 0 0 0,1 1 0 0 0,22-15 0 0 0,-33 24 262 0 0,1 1-171 0 0,3 8-104 0 0,-1 0 0 0 0,1 0 0 0 0,-2 0 0 0 0,1 1 0 0 0,-1-1 0 0 0,0 1-1 0 0,2 17 1 0 0,-4-15-5 0 0,2-1-1 0 0,0 0 1 0 0,0 1-1 0 0,1-1 1 0 0,10 20-1 0 0,-12-27-17 0 0,0 0 0 0 0,1 0 0 0 0,0-1 0 0 0,0 1 0 0 0,0-1 0 0 0,0 1 0 0 0,0-1 0 0 0,1 0 0 0 0,-1 0 0 0 0,8 4 0 0 0,-10-6 0 0 0,1-1 0 0 0,-1 1 0 0 0,0-1 0 0 0,0 1 0 0 0,0-1 0 0 0,0 1 0 0 0,0-1 0 0 0,0 0 0 0 0,1 1 0 0 0,-1-1 0 0 0,0 0 0 0 0,0 0 0 0 0,1 0 0 0 0,-1 0 0 0 0,0 0 0 0 0,0 0 0 0 0,0 0 0 0 0,1-1 0 0 0,-1 1 0 0 0,0 0 0 0 0,2-1 0 0 0,0-1 0 0 0,1 1 0 0 0,0-1 0 0 0,0 0 0 0 0,-1 0 0 0 0,1 0 0 0 0,-1 0 0 0 0,1-1 0 0 0,-1 1 0 0 0,0-1 0 0 0,0 0 0 0 0,3-4 0 0 0,26-36 0 0 0,-24 31 0 0 0,90-112 0 0 0,-77 102 0 0 0,1 0 0 0 0,1 1 0 0 0,27-19 0 0 0,-46 37 0 0 0,0 1 0 0 0,0-1 0 0 0,0 1 0 0 0,0 0 0 0 0,0 0 0 0 0,1 0 0 0 0,-1 0 0 0 0,1 1 0 0 0,-1 0 0 0 0,1 0 0 0 0,-1 0 0 0 0,9 0 0 0 0,-10 1 0 0 0,0 1 0 0 0,0-1 0 0 0,0 1 0 0 0,0 0 0 0 0,0 0 0 0 0,0 0 0 0 0,0 0 0 0 0,0 0 0 0 0,0 1 0 0 0,-1-1 0 0 0,1 1 0 0 0,0 0 0 0 0,-1-1 0 0 0,0 1 0 0 0,1 1 0 0 0,-1-1 0 0 0,0 0 0 0 0,0 0 0 0 0,0 1 0 0 0,1 2 0 0 0,9 15 0 0 0,-1 0 0 0 0,-1 0 0 0 0,0 1 0 0 0,-2 1 0 0 0,7 28 0 0 0,18 43 0 0 0,-22-72-580 0 0,0-1 0 0 0,15 21 0 0 0,-14-24-376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4:5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1 401 15663 0 0,'0'-8'1626'0'0,"1"6"-1553"0"0,-1 0 0 0 0,1 0 0 0 0,0 0 0 0 0,-1 1 0 0 0,1-1 0 0 0,0 0 0 0 0,0 0 0 0 0,0 1 0 0 0,1-1 0 0 0,-1 1 0 0 0,0-1 0 0 0,1 1 0 0 0,-1-1 0 0 0,0 1 0 0 0,1 0 0 0 0,0 0 1 0 0,-1 0-1 0 0,4-2 0 0 0,4-2 815 0 0,0 1 0 0 0,12-5 1 0 0,-17 8-645 0 0,9-4 313 0 0,23-10 143 0 0,2 1 0 0 0,-1 2-1 0 0,2 2 1 0 0,39-5 0 0 0,473-20 2180 0 0,3 33-2240 0 0,-470 3-531 0 0,1057 16 71 0 0,-966-14-115 0 0,508 1 320 0 0,-571-4-334 0 0,2324-39 817 0 0,-573-40-653 0 0,-994 17 101 0 0,-114-10 82 0 0,-719 68-396 0 0,-26 3-23 0 0,-3 0-83 0 0,1 0 0 0 0,-1 1 1 0 0,0 0-1 0 0,12 1 0 0 0,-18-1-357 0 0,-7 5-4866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14 9671 0 0,'-9'-11'1032'0'0,"9"11"-1000"0"0,-1 0 0 0 0,1 0 1 0 0,0-1-1 0 0,0 1 0 0 0,0 0 0 0 0,0 0 0 0 0,-1 0 0 0 0,1 0 0 0 0,0-1 0 0 0,0 1 0 0 0,0 0 0 0 0,-1 0 0 0 0,1 0 0 0 0,0 0 0 0 0,0 0 0 0 0,-1 0 1 0 0,1 0-1 0 0,0-1 0 0 0,0 1 0 0 0,-1 0 0 0 0,1 0 0 0 0,0 0 0 0 0,0 0 0 0 0,-1 0 0 0 0,1 0 0 0 0,0 0 0 0 0,0 0 0 0 0,-1 0 0 0 0,1 1 0 0 0,0-1 0 0 0,0 0 1 0 0,-1 0-1 0 0,1 0 0 0 0,0 0 0 0 0,-1 0 0 0 0,-6 10 2557 0 0,-1 15 1651 0 0,-1 16-3116 0 0,3 1 1 0 0,-2 43-1 0 0,5 86-259 0 0,3-160-783 0 0,25 681 1910 0 0,12-87-1429 0 0,-44-319-838 0 0,7-279 279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 15287 0 0,'-4'-1'195'0'0,"1"1"-1"0"0,-1-1 1 0 0,0 1 0 0 0,1 0-1 0 0,-1 0 1 0 0,-4 0-1 0 0,6 1-119 0 0,0-1 0 0 0,1 1 0 0 0,-1 0 0 0 0,0-1 0 0 0,1 1-1 0 0,-1 0 1 0 0,1 0 0 0 0,-1 0 0 0 0,1 0 0 0 0,-1 0 0 0 0,1 0 0 0 0,0 0 0 0 0,-1 1-1 0 0,1-1 1 0 0,-1 2 0 0 0,-10 16 1308 0 0,1-1 0 0 0,0 1-1 0 0,-14 41 1 0 0,23-55-1194 0 0,-43 122 1888 0 0,6-14-1291 0 0,36-106-792 0 0,-1 5 306 0 0,6-11-163 0 0,5-5-123 0 0,0-2-58 0 0,0-1 0 0 0,-1 0 1 0 0,0-1-1 0 0,0 0 0 0 0,-1 0 0 0 0,6-9 0 0 0,3-6-61 0 0,12-21 14 0 0,-1-2 1 0 0,23-61-1 0 0,-47 103 92 0 0,10-14 17 0 0,-10 17 282 0 0,18 14 261 0 0,18 21-138 0 0,-28-25-507 0 0,-1-1 0 0 0,1 0 0 0 0,1 0 0 0 0,0-1 0 0 0,0 0 0 0 0,0-1 0 0 0,22 11 0 0 0,-19-13-1074 0 0,27 6 0 0 0,-22-7-357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7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92 125 8751 0 0,'-7'-3'156'0'0,"5"3"-98"0"0,0-1 0 0 0,1 1 0 0 0,-1-1 0 0 0,1 1 0 0 0,-1 0 0 0 0,1 0 0 0 0,-1 0 0 0 0,-10 1 10318 0 0,14-1-10142 0 0,1 0 1 0 0,-1-1-1 0 0,1 0 0 0 0,0 1 0 0 0,-1-1 1 0 0,4-2-1 0 0,8-2 54 0 0,9 4-108 0 0,-7 3-72 0 0,-11 1-94 0 0,-3 0 3 0 0,0-2 8 0 0,0 1 0 0 0,0-1-1 0 0,-1 0 1 0 0,1 1 0 0 0,0 0 0 0 0,-1-1 0 0 0,1 1 0 0 0,-1 0-1 0 0,0 0 1 0 0,1 0 0 0 0,-1 0 0 0 0,0 0 0 0 0,0 0 0 0 0,0 0 0 0 0,0 1-1 0 0,-1-1 1 0 0,1 0 0 0 0,-1 0 0 0 0,1 1 0 0 0,-1-1 0 0 0,0 0-1 0 0,0 4 1 0 0,0-2 109 0 0,-1 0-1 0 0,0 1 1 0 0,0-1-1 0 0,0 0 1 0 0,-1 0-1 0 0,0 0 1 0 0,0 0-1 0 0,0 0 1 0 0,0 0-1 0 0,0-1 1 0 0,-4 5-1 0 0,-1 1 344 0 0,0-1 0 0 0,0 0-1 0 0,-17 14 1 0 0,20-19-306 0 0,0 0 1 0 0,0 0-1 0 0,0-1 0 0 0,-1 1 1 0 0,1-1-1 0 0,-1 0 1 0 0,0 0-1 0 0,1-1 0 0 0,-1 1 1 0 0,-9 1-1 0 0,13-3-161 0 0,0 0 0 0 0,0 0 0 0 0,0 0 0 0 0,-1 0 0 0 0,1 0-1 0 0,0 0 1 0 0,0 0 0 0 0,0 0 0 0 0,0 0 0 0 0,0-1 0 0 0,0 1 0 0 0,1 0 0 0 0,-1-1 0 0 0,0 1 0 0 0,0-1 0 0 0,0 1-1 0 0,0-1 1 0 0,0 1 0 0 0,0-1 0 0 0,1 1 0 0 0,-1-1 0 0 0,-1-1 0 0 0,1 1 13 0 0,0-1 0 0 0,1 1 0 0 0,-1 0 0 0 0,1-1 1 0 0,-1 1-1 0 0,1-1 0 0 0,0 1 0 0 0,-1 0 0 0 0,1-1 0 0 0,0 1 1 0 0,0-1-1 0 0,0 1 0 0 0,0-4 0 0 0,2-2 60 0 0,-1 0 0 0 0,1-1 1 0 0,0 1-1 0 0,6-13 0 0 0,-1 3-118 0 0,2 1 0 0 0,0-1 0 0 0,1 2 1 0 0,1-1-1 0 0,0 1 0 0 0,1 1 0 0 0,1 0 0 0 0,0 1 0 0 0,1 0 0 0 0,0 1 0 0 0,21-13 0 0 0,-30 22 18 0 0,0 0 0 0 0,1 0 0 0 0,-1 0-1 0 0,1 1 1 0 0,-1 0 0 0 0,1 0 0 0 0,0 1-1 0 0,8-2 1 0 0,-12 3 10 0 0,0 0 0 0 0,0 0 0 0 0,0 0 0 0 0,0 0 0 0 0,0 0 0 0 0,0 1 0 0 0,0-1 0 0 0,0 1 0 0 0,0-1 0 0 0,-1 1 0 0 0,1 0 0 0 0,0-1 0 0 0,0 1 0 0 0,0 0 0 0 0,-1 0 0 0 0,1 1 0 0 0,0-1 0 0 0,-1 0 0 0 0,1 0 0 0 0,-1 1 0 0 0,1-1 0 0 0,-1 1 0 0 0,0-1 0 0 0,0 1-1 0 0,0 0 1 0 0,0-1 0 0 0,2 4 0 0 0,-1 1 17 0 0,1 1-1 0 0,-1-1 0 0 0,0 1 0 0 0,0-1 0 0 0,-1 1 1 0 0,0 0-1 0 0,0 0 0 0 0,0 0 0 0 0,-1-1 1 0 0,0 1-1 0 0,-1 0 0 0 0,1 0 0 0 0,-1 0 0 0 0,-1 0 1 0 0,1-1-1 0 0,-1 1 0 0 0,0-1 0 0 0,-1 1 1 0 0,1-1-1 0 0,-5 7 0 0 0,3-6 55 0 0,0 0-1 0 0,0 0 1 0 0,-1-1-1 0 0,-1 1 1 0 0,1-1 0 0 0,-1 0-1 0 0,0 0 1 0 0,0-1-1 0 0,0 0 1 0 0,-1 0-1 0 0,0 0 1 0 0,0-1 0 0 0,0 0-1 0 0,-1 0 1 0 0,1-1-1 0 0,-12 4 1 0 0,6-4 48 0 0,1 0 0 0 0,0-1 0 0 0,0-1 0 0 0,-16 1 0 0 0,22-2-76 0 0,0-1-1 0 0,0 1 1 0 0,0-1 0 0 0,0 0-1 0 0,0 0 1 0 0,0-1 0 0 0,0 0-1 0 0,0 0 1 0 0,1 0-1 0 0,-10-6 1 0 0,13 7-37 0 0,1 0 0 0 0,-1-1 0 0 0,0 1 1 0 0,1-1-1 0 0,0 0 0 0 0,-1 0 0 0 0,1 1 0 0 0,0-1 0 0 0,0 0 0 0 0,0 0 1 0 0,0 0-1 0 0,0 0 0 0 0,0 0 0 0 0,0 0 0 0 0,1-1 0 0 0,-1 1 1 0 0,1 0-1 0 0,0 0 0 0 0,0 0 0 0 0,-1-1 0 0 0,1 1 0 0 0,1 0 0 0 0,-1 0 1 0 0,0 0-1 0 0,0-1 0 0 0,1 1 0 0 0,0 0 0 0 0,0-3 0 0 0,2-3-260 0 0,0 0 0 0 0,0-1 0 0 0,1 1-1 0 0,0 0 1 0 0,9-13 0 0 0,-8 16-118 0 0,-1 0-1 0 0,1 0 1 0 0,-1 0 0 0 0,1 1-1 0 0,1 0 1 0 0,-1 0 0 0 0,7-3-1 0 0,23-13-5618 0 0,-28 17 3859 0 0,20-12-5473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7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75 169 3679 0 0,'-5'0'704'0'0,"-32"-4"-1914"0"0,19-2 3114 0 0,17 5-1050 0 0,0 0-1 0 0,-1 0 0 0 0,1 0 0 0 0,0 0 1 0 0,0 0-1 0 0,0 0 0 0 0,-6-13 11556 0 0,10 5-9138 0 0,10-8-3456 0 0,-10 14 1043 0 0,5-6-747 0 0,0 1-1 0 0,1 0 1 0 0,0 1-1 0 0,0 0 1 0 0,1 0-1 0 0,0 1 1 0 0,0 0 0 0 0,15-5-1 0 0,3 0 112 0 0,0 2-1 0 0,32-6 1 0 0,-55 13-213 0 0,0 1 1 0 0,0 1-1 0 0,0-1 0 0 0,0 1 1 0 0,0 0-1 0 0,1 0 0 0 0,-1 0 0 0 0,0 1 1 0 0,0 0-1 0 0,7 2 0 0 0,-10-2-3 0 0,0-1 0 0 0,0 1 0 0 0,0 0 0 0 0,-1 0-1 0 0,1 0 1 0 0,0 0 0 0 0,-1 0 0 0 0,1 1 0 0 0,0-1-1 0 0,-1 0 1 0 0,1 1 0 0 0,-1-1 0 0 0,0 1 0 0 0,0 0-1 0 0,1-1 1 0 0,-1 1 0 0 0,0 0 0 0 0,-1 0 0 0 0,1-1-1 0 0,0 1 1 0 0,0 0 0 0 0,-1 0 0 0 0,1 0 0 0 0,-1 0 0 0 0,1 0-1 0 0,-1 0 1 0 0,0 0 0 0 0,0 3 0 0 0,-1 5 66 0 0,0-1-1 0 0,0 0 1 0 0,-1 0 0 0 0,0 0 0 0 0,-1 1 0 0 0,-5 11 0 0 0,-1 1 205 0 0,-17 28 0 0 0,-30 37 329 0 0,33-55-398 0 0,3 2 0 0 0,0 0 0 0 0,-15 38-1 0 0,34-70-196 0 0,0-1-11 0 0,1-1 0 0 0,-1 1 0 0 0,1 0 0 0 0,-1-1 0 0 0,1 1 0 0 0,0 0 0 0 0,0-1 0 0 0,-1 1 0 0 0,1 0 0 0 0,0 0 0 0 0,0-1 0 0 0,0 1 0 0 0,0 0 0 0 0,0 0 0 0 0,0-1 0 0 0,0 1 0 0 0,0 0 0 0 0,0 0 0 0 0,0-1 0 0 0,0 1 0 0 0,0 0 0 0 0,1 1 0 0 0,-1-1 0 0 0,0 0 0 0 0,0 0 0 0 0,0 0 0 0 0,1 0 0 0 0,-1 0 0 0 0,0 0 0 0 0,1 0 0 0 0,-1 0 0 0 0,1 0 0 0 0,-1 0 0 0 0,1-1 0 0 0,-1 1 0 0 0,1 0 0 0 0,-1 0 0 0 0,1 0 0 0 0,0-1 0 0 0,0 1 0 0 0,-1 0 0 0 0,1-1 0 0 0,1 2 0 0 0,0-1 0 0 0,0 0 0 0 0,0 0 0 0 0,0 0 0 0 0,1-1 0 0 0,-1 1 0 0 0,0-1 0 0 0,0 1 0 0 0,0-1 0 0 0,3 0 0 0 0,5 1 0 0 0,-1-2 0 0 0,1 1 0 0 0,13-4 0 0 0,-22 4 0 0 0,20-4-408 0 0,-1-1 0 0 0,0-1 0 0 0,-1-1 0 0 0,1 0 0 0 0,-1-2 0 0 0,-1 0 0 0 0,0-1 0 0 0,0 0 0 0 0,-1-2 0 0 0,0 0 0 0 0,-1-1 0 0 0,0-1 0 0 0,-2 0 0 0 0,17-20 0 0 0,24-31-4437 0 0,-39 41 2826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0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681 274 8751 0 0,'-58'-45'874'0'0,"-3"-3"76"0"0,52 42 344 0 0,0 1 0 0 0,0 0 0 0 0,0 1-1 0 0,-1 0 1 0 0,-15-5 0 0 0,14 6-357 0 0,0 1-1 0 0,0 0 1 0 0,-1 1 0 0 0,1 0-1 0 0,0 1 1 0 0,-21 2 0 0 0,21-1-685 0 0,1 2-1 0 0,-1-1 1 0 0,0 1 0 0 0,1 1-1 0 0,-1 0 1 0 0,1 0 0 0 0,0 1-1 0 0,0 0 1 0 0,1 1 0 0 0,-1 0-1 0 0,-11 10 1 0 0,3 1-29 0 0,0 1 0 0 0,2 0 0 0 0,0 1 0 0 0,1 1 0 0 0,1 0-1 0 0,1 1 1 0 0,1 1 0 0 0,-13 30 0 0 0,2 5 6 0 0,3 0-1 0 0,-15 73 1 0 0,24-79-148 0 0,-7 71 0 0 0,16-88-51 0 0,1 0-1 0 0,1-1 1 0 0,6 42-1 0 0,-1-49-24 0 0,0-1 1 0 0,2 1-1 0 0,0-1 0 0 0,2-1 1 0 0,16 32-1 0 0,-16-39-1 0 0,0 0 0 0 0,2 0 0 0 0,0-1 0 0 0,1 0 0 0 0,1-1 0 0 0,0 0 0 0 0,25 20 0 0 0,-27-26-5 0 0,1-1 0 0 0,0 0 0 0 0,1 0 0 0 0,0-2-1 0 0,0 0 1 0 0,1 0 0 0 0,-1-1 0 0 0,17 4 0 0 0,-10-5-3 0 0,-1-1 1 0 0,1 0-1 0 0,0-2 0 0 0,0 0 1 0 0,29-3-1 0 0,-17-2 0 0 0,0-2 0 0 0,-1-1 0 0 0,1-1 0 0 0,-1-1 0 0 0,-1-2 0 0 0,0-2 0 0 0,34-18 0 0 0,-30 12-6 0 0,-2-1 1 0 0,0-2-1 0 0,-1-1 0 0 0,-2-1 0 0 0,0-2 1 0 0,27-32-1 0 0,-35 34 2 0 0,-1-2-1 0 0,-2-1 1 0 0,0 0-1 0 0,-2-1 1 0 0,-1 0-1 0 0,-1-2 1 0 0,15-48-1 0 0,-19 47 16 0 0,-2-2 0 0 0,-2 1 0 0 0,0-1 0 0 0,-3 1 0 0 0,0-58 0 0 0,-4 67 12 0 0,-1-1 0 0 0,-1 0 0 0 0,-1 0-1 0 0,-2 1 1 0 0,0 0 0 0 0,-1 0-1 0 0,-1 0 1 0 0,-18-33 0 0 0,9 27-4 0 0,0 1 0 0 0,-2 1-1 0 0,-1 1 1 0 0,-1 1 0 0 0,-1 1 0 0 0,-2 0 0 0 0,0 2 0 0 0,-1 1 0 0 0,-29-19 0 0 0,25 20-233 0 0,-2 2 0 0 0,-35-17 0 0 0,9 13-4883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1839 0 0,'0'0'1176'0'0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2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2759 0 0,'0'0'248'0'0,"-5"6"456"0"0,2 2-336 0 0,-4-1-1968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2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3154 265 4607 0 0,'0'0'6082'0'0,"-11"-10"-2082"0"0,8 8-3517 0 0,1 1 1 0 0,0 0-1 0 0,0-1 1 0 0,-1 1-1 0 0,1 0 1 0 0,-1 0 0 0 0,1 0-1 0 0,-1 0 1 0 0,1 1-1 0 0,-1-1 1 0 0,-4 0 0 0 0,-33 1 2348 0 0,11 0-1549 0 0,5 0-301 0 0,-36 4 0 0 0,41-2-750 0 0,0-1 1 0 0,0 0-1 0 0,-32-4 0 0 0,-206-31 71 0 0,-50-15-39 0 0,78 17-251 0 0,70 11-14 0 0,-1093-83 364 0 0,629 99 279 0 0,612 4-640 0 0,2 0-2941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3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35 10735 0 0,'0'0'979'0'0,"0"-2"-808"0"0,-19-30 6927 0 0,15 40-6470 0 0,1 1 0 0 0,0 0 0 0 0,0-1 0 0 0,1 1 0 0 0,-2 12 0 0 0,-1 48 275 0 0,3-37-602 0 0,-32 661 1580 0 0,19-326-1630 0 0,-10 0-92 0 0,24-361-380 0 0,1 1-1 0 0,0-1 1 0 0,0 1 0 0 0,1 0 0 0 0,0-1 0 0 0,2 11 0 0 0,0-29-5692 0 0,-1-5-1153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4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648 9 13823 0 0,'0'0'1062'0'0,"1"-1"-693"0"0,3-1-290 0 0,-1 1 1 0 0,1 0-1 0 0,0 0 1 0 0,-1 0-1 0 0,1 1 0 0 0,0-1 1 0 0,0 1-1 0 0,-1 0 1 0 0,5 0-1 0 0,39 5 1473 0 0,-18-1-821 0 0,371 33 3573 0 0,198 36-2764 0 0,-106 2-1010 0 0,172 19-239 0 0,-319-47-173 0 0,49 4 7 0 0,-176-29-125 0 0,-191-19 134 0 0,0 1 0 0 0,0 1 0 0 0,33 12 0 0 0,-58-17 42 0 0,0 1-29 0 0,3 1-126 0 0,-4-2-12 0 0,0 0 0 0 0,0 0 0 0 0,0 0 0 0 0,-1 0 1 0 0,1 1-1 0 0,0-1 0 0 0,0 0 0 0 0,0 1 0 0 0,-1-1 0 0 0,1 0 0 0 0,0 1 1 0 0,-1-1-1 0 0,1 1 0 0 0,0-1 0 0 0,-1 1 0 0 0,1 0 0 0 0,-1-1 0 0 0,1 1 0 0 0,-1-1 1 0 0,1 1-1 0 0,-1 0 0 0 0,1 1 0 0 0,6 9 21 0 0,3 5 30 0 0,-7-7-32 0 0,0 1 0 0 0,0 0-1 0 0,-1 0 1 0 0,0 0 0 0 0,-1 0 0 0 0,-1 0-1 0 0,1 0 1 0 0,-2 15 0 0 0,0-5 46 0 0,-18 281 27 0 0,1-67-58 0 0,20 444-32 0 0,-2-663-7 0 0,3 46 34 0 0,-3 0-1 0 0,-8 64 1 0 0,6-114-38 0 0,1-3-21 0 0,1-7-81 0 0,-17 1-255 0 0,12-2 358 0 0,-24 0 68 0 0,-55-6 1 0 0,55 2-67 0 0,1 3 0 0 0,-33 1 0 0 0,-3 0-121 0 0,-61 0-342 0 0,-216 28 1 0 0,-4-3 212 0 0,238-20 187 0 0,-736-10 324 0 0,554-20-161 0 0,165 13 14 0 0,-431-6 758 0 0,426 17-558 0 0,-210 8 644 0 0,42 0-315 0 0,171 0-504 0 0,82-3-79 0 0,37-4-78 0 0,0 0-1 0 0,0 0 0 0 0,1-1 0 0 0,-13-2 1 0 0,17 3-252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96 6911 0 0,'0'0'623'0'0,"-1"-2"-514"0"0,-10-26 1740 0 0,9 21-260 0 0,0 1 0 0 0,-1 0 0 0 0,0 0 0 0 0,1 0 0 0 0,-2 1 0 0 0,1-1 0 0 0,-7-7 0 0 0,9 12-1451 0 0,0 0-1 0 0,0 0 1 0 0,-1 0-1 0 0,1 0 1 0 0,0 0-1 0 0,0 1 1 0 0,-1-1-1 0 0,1 0 1 0 0,-1 1-1 0 0,1-1 0 0 0,0 1 1 0 0,-1 0-1 0 0,1-1 1 0 0,-1 1-1 0 0,1 0 1 0 0,-1 0-1 0 0,1 0 1 0 0,-1 0-1 0 0,1 0 0 0 0,-1 0 1 0 0,1 1-1 0 0,-1-1 1 0 0,1 0-1 0 0,-1 1 1 0 0,1-1-1 0 0,0 1 1 0 0,-1-1-1 0 0,1 1 1 0 0,0 0-1 0 0,-1-1 0 0 0,0 2 1 0 0,-4 2 34 0 0,1 0 1 0 0,0 0-1 0 0,0 1 1 0 0,0 0-1 0 0,-5 6 1 0 0,-13 17-66 0 0,1 2 1 0 0,1 0 0 0 0,2 1 0 0 0,1 1-1 0 0,2 1 1 0 0,1 0 0 0 0,1 1-1 0 0,-11 43 1 0 0,23-67-145 0 0,0-1 0 0 0,0 1 0 0 0,1 0 0 0 0,1 0-1 0 0,-1 0 1 0 0,1 0 0 0 0,2 10 0 0 0,-2-17-96 0 0,1 1 1 0 0,0-1-1 0 0,0 0 0 0 0,0 1 0 0 0,0-1 0 0 0,1 0 1 0 0,-1 1-1 0 0,1-1 0 0 0,0 0 0 0 0,0 0 1 0 0,0 0-1 0 0,0-1 0 0 0,1 1 0 0 0,-1 0 1 0 0,1-1-1 0 0,-1 0 0 0 0,1 1 0 0 0,0-1 0 0 0,0 0 1 0 0,0-1-1 0 0,0 1 0 0 0,6 2 0 0 0,-1-1-464 0 0,-1-1-1 0 0,1 0 0 0 0,-1 0 0 0 0,1-1 1 0 0,0 0-1 0 0,12 0 0 0 0,-11-1-1083 0 0,0-1 0 0 0,-1 0 0 0 0,11-2-1 0 0,7-5-4538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177 112 6447 0 0,'-11'-11'688'0'0,"10"10"-311"0"0,-1 1 0 0 0,1-1 1 0 0,-1 1-1 0 0,1-1 0 0 0,-1 1 0 0 0,0 0 0 0 0,1-1 0 0 0,-1 1 0 0 0,0 0 0 0 0,1 0 0 0 0,-1 1 0 0 0,1-1 0 0 0,-1 0 0 0 0,0 0 0 0 0,1 1 0 0 0,-1-1 0 0 0,1 1 0 0 0,-1-1 0 0 0,1 1 0 0 0,-1 0 0 0 0,1 0 0 0 0,-3 1 0 0 0,-3 3 1149 0 0,0 0 0 0 0,0 0-1 0 0,-6 7 1 0 0,5-4-948 0 0,0 1 0 0 0,1 0-1 0 0,0 0 1 0 0,1 0 0 0 0,-7 14 0 0 0,3-2 93 0 0,-13 36 0 0 0,20-48-536 0 0,1 0 1 0 0,-1 1-1 0 0,0 15 0 0 0,3-20-130 0 0,-1-1 1 0 0,1 0-1 0 0,1 1 0 0 0,-1-1 0 0 0,1 0 0 0 0,-1 1 1 0 0,1-1-1 0 0,1 0 0 0 0,2 8 0 0 0,-3-11-31 0 0,0 0 0 0 0,0-1 0 0 0,0 1 0 0 0,1 0 0 0 0,-1-1-1 0 0,0 1 1 0 0,0-1 0 0 0,1 1 0 0 0,-1-1 0 0 0,0 1-1 0 0,1-1 1 0 0,-1 0 0 0 0,0 0 0 0 0,2 0 0 0 0,-1 1-15 0 0,2-1-108 0 0,1 0 0 0 0,0 0 0 0 0,0-1 1 0 0,-1 1-1 0 0,1-1 0 0 0,-1 0 0 0 0,1 0 0 0 0,0-1 0 0 0,-1 1 0 0 0,0-1 0 0 0,1 0 0 0 0,-1 0 1 0 0,0 0-1 0 0,0-1 0 0 0,0 0 0 0 0,6-5 0 0 0,-1 0-147 0 0,0 0 1 0 0,-1-1 0 0 0,0 0-1 0 0,0 0 1 0 0,8-15-1 0 0,-8 8 205 0 0,0 0 0 0 0,-2-1 0 0 0,0 0-1 0 0,0 0 1 0 0,4-28 0 0 0,3-10 106 0 0,-2 16 1744 0 0,-10 41-1234 0 0,3 4-245 0 0,-1 0 0 0 0,0 0-1 0 0,0 1 1 0 0,-1-1 0 0 0,4 14 0 0 0,4 38 435 0 0,-1-5-510 0 0,-7-44-170 0 0,-2-6-22 0 0,1 1 0 0 0,0-1 0 0 0,-1 0 0 0 0,2 1 0 0 0,-1-1 0 0 0,0 0 1 0 0,4 6-1 0 0,1-2 0 0 0,0-8-10 0 0,-1-8-6 0 0,3-6-23 0 0,-1-1-1 0 0,7-19 0 0 0,5-14-34 0 0,-2 10-20 0 0,-7 15-29 0 0,1 0 0 0 0,22-33 0 0 0,-32 54 97 0 0,10-7-82 0 0,-11 10 91 0 0,1 0 0 0 0,-1 1-1 0 0,1-1 1 0 0,-1 0 0 0 0,1 1 0 0 0,-1-1 0 0 0,1 0-1 0 0,-1 1 1 0 0,0-1 0 0 0,1 1 0 0 0,-1-1-1 0 0,0 1 1 0 0,1-1 0 0 0,-1 1 0 0 0,0-1 0 0 0,0 1-1 0 0,1 0 1 0 0,-1-1 4 0 0,2 6 30 0 0,0 0-1 0 0,-1 0 1 0 0,1 0 0 0 0,-1 0-1 0 0,0 0 1 0 0,-1 11 0 0 0,3 10 63 0 0,0 0-13 0 0,-2-16-125 0 0,1 0 0 0 0,0-1 0 0 0,0 1 1 0 0,1 0-1 0 0,6 13 0 0 0,-7-21-256 0 0,0 1-1 0 0,1-1 1 0 0,0 0-1 0 0,0 0 1 0 0,0 0-1 0 0,0 0 1 0 0,0-1 0 0 0,0 1-1 0 0,1-1 1 0 0,-1 0-1 0 0,6 3 1 0 0,9 3-1634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6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223 123 15519 0 0,'-8'1'1408'0'0,"4"-1"-1275"0"0,0 0-1 0 0,0 1 1 0 0,0-1-1 0 0,0 1 1 0 0,0 0-1 0 0,0 0 1 0 0,1 0-1 0 0,-1 0 1 0 0,0 1-1 0 0,1-1 1 0 0,-1 1-1 0 0,1 0 1 0 0,-1 0-1 0 0,1 0 1 0 0,0 1-1 0 0,0-1 1 0 0,0 1-1 0 0,-4 4 1 0 0,-13 17 1490 0 0,0 0 1 0 0,-23 41-1 0 0,32-47-1200 0 0,2 0 0 0 0,0 1 0 0 0,1 0 0 0 0,-10 36 0 0 0,16-49-401 0 0,1-1 1 0 0,1 1-1 0 0,-1-1 1 0 0,1 1-1 0 0,0 0 1 0 0,0-1-1 0 0,1 1 1 0 0,0 6-1 0 0,0-10-50 0 0,-1-1 0 0 0,0 1 0 0 0,1-1 0 0 0,-1 0 0 0 0,1 1 0 0 0,-1-1 0 0 0,1 0 0 0 0,0 1 0 0 0,-1-1 0 0 0,1 0 0 0 0,0 0 0 0 0,0 1 0 0 0,0-1 0 0 0,0 0 0 0 0,0 0 0 0 0,0 0 0 0 0,0 0 0 0 0,0 0 0 0 0,1-1 0 0 0,-1 1 0 0 0,0 0-1 0 0,1 0 1 0 0,-1-1 0 0 0,0 1 0 0 0,1-1 0 0 0,-1 1 0 0 0,1-1 0 0 0,-1 0 0 0 0,0 0 0 0 0,1 1 0 0 0,-1-1 0 0 0,1 0 0 0 0,-1 0 0 0 0,1 0 0 0 0,-1-1 0 0 0,3 1 0 0 0,0-1-181 0 0,-1-1-1 0 0,1 1 1 0 0,0-1-1 0 0,-1 1 1 0 0,1-1-1 0 0,-1 0 1 0 0,0-1 0 0 0,6-3-1 0 0,23-24-1093 0 0,-20 15 1009 0 0,0-1-1 0 0,-2 1 0 0 0,0-2 1 0 0,0 1-1 0 0,7-22 0 0 0,-6 9 102 0 0,-2 0-1 0 0,-1-1 1 0 0,-1 0 0 0 0,4-42-1 0 0,-10 58 167 0 0,6-41-18 0 0,-7 48 145 0 0,0-1 0 0 0,0 1 0 0 0,-1 0 0 0 0,1-1 0 0 0,-4-10 1 0 0,4 18-64 0 0,0 0 0 0 0,0 0 1 0 0,0 0-1 0 0,0 0 1 0 0,0 0-1 0 0,0 0 0 0 0,0-1 1 0 0,0 1-1 0 0,0 0 1 0 0,0 0-1 0 0,0 0 0 0 0,0 0 1 0 0,0 0-1 0 0,0 0 1 0 0,0 0-1 0 0,0 0 0 0 0,0-1 1 0 0,0 1-1 0 0,-1 0 1 0 0,1 0-1 0 0,0 0 0 0 0,0 0 1 0 0,0 0-1 0 0,0 0 1 0 0,0 0-1 0 0,0 0 0 0 0,0 0 1 0 0,0 0-1 0 0,0 0 1 0 0,-1 0-1 0 0,1 0 0 0 0,0 0 1 0 0,0 0-1 0 0,0-1 1 0 0,0 1-1 0 0,0 0 0 0 0,0 0 1 0 0,0 0-1 0 0,0 0 0 0 0,-1 0 1 0 0,1 0-1 0 0,0 0 1 0 0,0 0-1 0 0,0 1 0 0 0,0-1 1 0 0,0 0-1 0 0,0 0 1 0 0,-1 0-1 0 0,-4 6 800 0 0,-5 16-383 0 0,9-18-286 0 0,-4 8-17 0 0,1 1-1 0 0,0 0 0 0 0,1 0 1 0 0,-2 20-1 0 0,0 55 34 0 0,5-82-170 0 0,-1 8 13 0 0,2 0 0 0 0,0 0 0 0 0,0 0 0 0 0,1 0 1 0 0,1-1-1 0 0,1 1 0 0 0,7 21 0 0 0,-10-32-44 0 0,1-1 0 0 0,-1 1 0 0 0,1 0 0 0 0,-1-1 0 0 0,1 1 0 0 0,0-1-1 0 0,0 1 1 0 0,0-1 0 0 0,0 0 0 0 0,0 0 0 0 0,1 1 0 0 0,-1-2 0 0 0,1 1 0 0 0,-1 0 0 0 0,1-1 0 0 0,0 1 0 0 0,-1-1-1 0 0,1 0 1 0 0,0 1 0 0 0,0-1 0 0 0,0-1 0 0 0,0 1 0 0 0,0 0 0 0 0,0-1 0 0 0,0 0 0 0 0,6 0 0 0 0,-4 0-64 0 0,1-1 1 0 0,-1 0-1 0 0,0 0 1 0 0,0 0-1 0 0,1-1 1 0 0,-1 0 0 0 0,-1 0-1 0 0,1 0 1 0 0,0-1-1 0 0,0 0 1 0 0,-1 0-1 0 0,1 0 1 0 0,-1 0 0 0 0,6-7-1 0 0,0 0 46 0 0,-2 0 0 0 0,0-1 0 0 0,0 0 0 0 0,-1 0 0 0 0,0-1 0 0 0,-1 0 0 0 0,6-16 0 0 0,-5 8-17 0 0,0-1 0 0 0,-2 0 0 0 0,6-38 0 0 0,-11 40 65 0 0,0 18 53 0 0,-1 1 7 0 0,-4 3 38 0 0,1-1 0 0 0,1 1-1 0 0,-1-1 1 0 0,0 1 0 0 0,1 0 0 0 0,-1 1-1 0 0,1-1 1 0 0,0 1 0 0 0,0-1 0 0 0,1 1 0 0 0,-1 0-1 0 0,1 0 1 0 0,-1 0 0 0 0,-1 5 0 0 0,-2 5 156 0 0,0 1 1 0 0,-7 29-1 0 0,11-35-211 0 0,0 1-1 0 0,0 0 1 0 0,1-1-1 0 0,1 1 1 0 0,0 0-1 0 0,0 0 1 0 0,3 18-1 0 0,-2-25-150 0 0,-1 1 1 0 0,1-1-1 0 0,0 0 0 0 0,0 0 1 0 0,1 0-1 0 0,-1 0 0 0 0,0 0 1 0 0,1 0-1 0 0,0 0 0 0 0,0-1 1 0 0,0 1-1 0 0,0 0 0 0 0,0-1 1 0 0,0 0-1 0 0,1 1 0 0 0,-1-1 1 0 0,1 0-1 0 0,-1 0 0 0 0,1 0 1 0 0,0-1-1 0 0,0 1 0 0 0,0-1 1 0 0,0 1-1 0 0,0-1 0 0 0,0 0 1 0 0,0 0-1 0 0,4 0 0 0 0,3 1-766 0 0,0-1-1 0 0,0 0 0 0 0,1-1 0 0 0,11-1 0 0 0,0-3-1078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6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47 13503 0 0,'0'0'1224'0'0,"-2"1"-1008"0"0,-3 2 47 0 0,0 0-1 0 0,1 0 1 0 0,-1 1-1 0 0,1 0 1 0 0,0 0-1 0 0,0 0 1 0 0,1 0 0 0 0,-1 0-1 0 0,1 1 1 0 0,0 0-1 0 0,0-1 1 0 0,0 1-1 0 0,1 0 1 0 0,0 1-1 0 0,0-1 1 0 0,0 0-1 0 0,0 1 1 0 0,1-1-1 0 0,-1 9 1 0 0,-1 3 547 0 0,1 1 1 0 0,0 0-1 0 0,2 24 1 0 0,1-33-649 0 0,-1-1 0 0 0,2 1 0 0 0,-1-1 0 0 0,1 0 0 0 0,0 0-1 0 0,1 1 1 0 0,0-2 0 0 0,1 1 0 0 0,3 8 0 0 0,-5-14-102 0 0,-1-1-60 0 0,-1-1 1 0 0,1 1-1 0 0,-1-1 0 0 0,0 1 1 0 0,1-1-1 0 0,-1 0 0 0 0,1 1 0 0 0,-1-1 1 0 0,1 0-1 0 0,-1 1 0 0 0,1-1 1 0 0,0 0-1 0 0,-1 0 0 0 0,1 0 1 0 0,-1 0-1 0 0,1 1 0 0 0,-1-1 0 0 0,1 0 1 0 0,0 0-1 0 0,-1 0 0 0 0,1 0 1 0 0,-1 0-1 0 0,1 0 0 0 0,0 0 1 0 0,-1-1-1 0 0,1 1 0 0 0,-1 0 0 0 0,1 0 1 0 0,0 0-1 0 0,-1-1 0 0 0,1 1 1 0 0,-1 0-1 0 0,1 0 0 0 0,-1-1 1 0 0,1 1-1 0 0,-1-1 0 0 0,1 1 0 0 0,-1 0 1 0 0,0-1-1 0 0,1 1 0 0 0,0-1 1 0 0,0 0-2 0 0,3-2 1 0 0,-1-1 1 0 0,1 1-1 0 0,0-1 0 0 0,-1 0 1 0 0,0 0-1 0 0,1 0 1 0 0,-2 0-1 0 0,5-7 0 0 0,16-42-3 0 0,-9 19-12 0 0,17-41-107 0 0,-18 40 51 0 0,26-46-1 0 0,-30 70 69 0 0,-9 11 9 0 0,1 0-1 0 0,-1 0 0 0 0,0-1 1 0 0,0 1-1 0 0,1 0 0 0 0,-1 0 1 0 0,0 0-1 0 0,1 0 0 0 0,-1 0 1 0 0,0 0-1 0 0,0 0 1 0 0,1 0-1 0 0,-1 0 0 0 0,0 0 1 0 0,0 0-1 0 0,1 0 0 0 0,-1 0 1 0 0,0 0-1 0 0,1 0 0 0 0,-1 0 1 0 0,0 0-1 0 0,0 1 1 0 0,1-1-1 0 0,-1 0 0 0 0,0 0 1 0 0,0 0-1 0 0,1 1 0 0 0,0 0 32 0 0,0 1 0 0 0,0 0 0 0 0,1-1 0 0 0,-1 1-1 0 0,-1 0 1 0 0,1 0 0 0 0,0 0 0 0 0,0 0 0 0 0,-1 0-1 0 0,1 3 1 0 0,3 18 104 0 0,-1-1 1 0 0,0 33-1 0 0,3 24 296 0 0,-5-70-407 0 0,1 1 1 0 0,0-1-1 0 0,1 0 0 0 0,0 0 0 0 0,1 0 0 0 0,4 9 0 0 0,-4-11-43 0 0,-3-5-67 0 0,3 0-281 0 0,-4-2 330 0 0,1 1 0 0 0,-1-1 1 0 0,1 1-1 0 0,-1-1 0 0 0,1 1 1 0 0,-1-1-1 0 0,1 0 0 0 0,0 1 0 0 0,-1-1 1 0 0,1 0-1 0 0,-1 0 0 0 0,1 1 1 0 0,0-1-1 0 0,-1 0 0 0 0,1 0 0 0 0,0 0 1 0 0,-1 0-1 0 0,1 0 0 0 0,0 0 1 0 0,-1 0-1 0 0,1 0 0 0 0,0 0 0 0 0,-1 0 1 0 0,1 0-1 0 0,0-1 0 0 0,-1 1 0 0 0,1 0 1 0 0,0 0-1 0 0,-1-1 0 0 0,1 1 1 0 0,-1 0-1 0 0,3-2 1423 0 0,0-3-1385 0 0,1 0 1 0 0,-1 0-1 0 0,0-1 0 0 0,-1 1 1 0 0,1-1-1 0 0,-1 0 1 0 0,0 0-1 0 0,2-10 1 0 0,1 0-6 0 0,1-6-744 0 0,0-1 0 0 0,-2 1 1 0 0,0-1-1 0 0,0-37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14 19607 0 0,'-43'-13'2266'0'0,"38"13"-1813"0"0,0-1 1 0 0,0 1 0 0 0,0 0 0 0 0,0 1-1 0 0,0-1 1 0 0,0 1 0 0 0,0 0 0 0 0,0 0-1 0 0,0 0 1 0 0,0 1 0 0 0,-7 3 0 0 0,-6 4 684 0 0,-26 15 1 0 0,24-11-873 0 0,-35 29-1 0 0,48-36-218 0 0,0 1 0 0 0,0-1 0 0 0,1 1 1 0 0,0 1-1 0 0,1-1 0 0 0,0 1 0 0 0,-9 16 0 0 0,13-21-48 0 0,0 0 0 0 0,1-1 0 0 0,-1 1 0 0 0,1 0 0 0 0,-1 0 0 0 0,1-1 1 0 0,0 1-1 0 0,0 0 0 0 0,0 0 0 0 0,1 0 0 0 0,-1-1 0 0 0,1 4 0 0 0,1-3-20 0 0,0 0-1 0 0,1 0 1 0 0,-1-1-1 0 0,1 1 1 0 0,-1-1-1 0 0,1 1 1 0 0,0-1-1 0 0,-1 0 1 0 0,1 0-1 0 0,0 0 1 0 0,1-1-1 0 0,-1 1 1 0 0,0-1-1 0 0,0 0 1 0 0,7 2-1 0 0,5 1-54 0 0,1-1 0 0 0,17 2 0 0 0,13-4 28 0 0,-36-1 41 0 0,-1 0 1 0 0,1 0 0 0 0,0 1-1 0 0,18 4 1 0 0,-21-2-5 0 0,-7-2 10 0 0,1-1-1 0 0,-1 0 1 0 0,1 0-1 0 0,-1 1 1 0 0,1-1-1 0 0,-1 0 1 0 0,1 0-1 0 0,-1 1 1 0 0,0-1-1 0 0,1 0 1 0 0,-1 1-1 0 0,1-1 1 0 0,-1 1-1 0 0,0-1 1 0 0,1 0-1 0 0,-1 1 1 0 0,0-1-1 0 0,0 1 1 0 0,0-1-1 0 0,1 1 1 0 0,-1-1-1 0 0,0 1 1 0 0,0-1-1 0 0,0 1 1 0 0,0-1-1 0 0,0 1 1 0 0,0-1-1 0 0,0 1 1 0 0,0-1-1 0 0,0 1 1 0 0,0 0-1 0 0,0 0 1 0 0,0 0-3 0 0,0 3 6 0 0,-1 1 0 0 0,1-1 0 0 0,-1 0 0 0 0,0 0 0 0 0,0 0 0 0 0,0 0 0 0 0,0 1 0 0 0,-1-2 0 0 0,1 1 0 0 0,-1 0 0 0 0,0 0 0 0 0,-1 0 0 0 0,1-1 1 0 0,-1 1-1 0 0,1-1 0 0 0,-5 4 0 0 0,-4 4 21 0 0,0 0 0 0 0,-1-1 1 0 0,-13 9-1 0 0,0-2 41 0 0,-47 22 0 0 0,80-43-71 0 0,22-11-161 0 0,50-33-1 0 0,-58 32 157 0 0,-1-1 0 0 0,-1 0 0 0 0,-1-2 0 0 0,-1 0 0 0 0,28-37 0 0 0,52-97 24 0 0,-97 152 63 0 0,-10 9 168 0 0,6-6-198 0 0,-8 8-3 0 0,1 1 1 0 0,0 0-1 0 0,1 1 1 0 0,0 0-1 0 0,0 1 0 0 0,1-1 1 0 0,-10 26-1 0 0,11-23-3 0 0,1 1-1 0 0,0 1 1 0 0,2-1-1 0 0,0 1 1 0 0,1 0 0 0 0,-2 26-1 0 0,4-39-144 0 0,1 0 1 0 0,0 0-1 0 0,1 0 0 0 0,-1 0 0 0 0,1 0 1 0 0,0 0-1 0 0,-1 0 0 0 0,2-1 1 0 0,-1 1-1 0 0,0 0 0 0 0,1-1 0 0 0,0 1 1 0 0,3 6-1 0 0,-3-9 22 0 0,-1 1 0 0 0,1-1 1 0 0,0 1-1 0 0,-1-1 0 0 0,1 0 0 0 0,0 1 0 0 0,0-1 0 0 0,-1 0 0 0 0,1 0 1 0 0,0 0-1 0 0,0 0 0 0 0,0-1 0 0 0,1 1 0 0 0,-1 0 0 0 0,0-1 0 0 0,0 0 1 0 0,0 1-1 0 0,0-1 0 0 0,0 0 0 0 0,1 0 0 0 0,-1 0 0 0 0,0-1 0 0 0,0 1 1 0 0,0 0-1 0 0,0-1 0 0 0,3 0 0 0 0,3-2-1077 0 0,0 1 1 0 0,0-2-1 0 0,10-5 0 0 0,5-3-7108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7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89 2303 0 0,'0'0'102'0'0,"-11"9"740"0"0,9-6 1238 0 0,0 0-1 0 0,1 1 0 0 0,-1-1 0 0 0,1 0 0 0 0,-2 7 0 0 0,-1 21 4859 0 0,6 32-2401 0 0,-1-45-3855 0 0,3 14 190 0 0,1 1 0 0 0,18 57 0 0 0,-21-84-793 0 0,1 0 0 0 0,-1 0 0 0 0,6 8 0 0 0,0-1 45 0 0,-8-11 1020 0 0,-1-10-931 0 0,-1-1-185 0 0,1 1 0 0 0,0-1 0 0 0,1 0 0 0 0,-1 1-1 0 0,2-1 1 0 0,2-16 0 0 0,3-7 139 0 0,2 0 0 0 0,1 1 0 0 0,20-47 0 0 0,-18 56-960 0 0,22-36 0 0 0,-22 42-2072 0 0,0 0 0 0 0,23-22 0 0 0,-2 8-7006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9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1035 14767 0 0,'0'0'1343'0'0,"-1"-1"-1104"0"0,-2-3-182 0 0,1 1-1 0 0,-1-1 1 0 0,1 1 0 0 0,0-1 0 0 0,0 0 0 0 0,0 0 0 0 0,1 0 0 0 0,-1 0 0 0 0,1 0 0 0 0,0 0 0 0 0,0 0 0 0 0,0 0-1 0 0,1-1 1 0 0,-1 1 0 0 0,1 0 0 0 0,0-1 0 0 0,1 1 0 0 0,0-8 0 0 0,2-1 203 0 0,-1 1 0 0 0,1-1 1 0 0,1 1-1 0 0,0 0 0 0 0,8-15 0 0 0,22-41 202 0 0,54-81 0 0 0,-56 104-370 0 0,66-70 0 0 0,49-29 155 0 0,-97 97-207 0 0,83-57 1 0 0,-96 79-26 0 0,2 1 0 0 0,1 2 0 0 0,51-20 0 0 0,-53 26-264 0 0,0 3 0 0 0,1 1 1 0 0,1 1-1 0 0,0 3 0 0 0,42-4 0 0 0,-57 10-1180 0 0,-4 1-385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1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 13359 0 0,'-8'-2'194'0'0,"5"1"-44"0"0,-1 1 0 0 0,1-1 0 0 0,0 1 1 0 0,-1 0-1 0 0,1 0 0 0 0,0 0 0 0 0,-1 0 1 0 0,1 0-1 0 0,-6 2 7176 0 0,10 0-7241 0 0,1-1 0 0 0,0 0 0 0 0,0 0 0 0 0,-1 0 0 0 0,1 0 0 0 0,0 0 0 0 0,0 0 0 0 0,0 0 0 0 0,3 0 0 0 0,-4 0-7 0 0,11 2-33 0 0,-1-1 0 0 0,0 1 0 0 0,1-2 0 0 0,-1 0 0 0 0,16 0-1 0 0,1 1-17 0 0,10-2 10 0 0,41-3 0 0 0,2 0-39 0 0,-75 3-26 0 0,1 1 0 0 0,0 0 0 0 0,12 4 0 0 0,-19-5 24 0 0,1 0 0 0 0,0 1 0 0 0,-1-1 0 0 0,1 1 0 0 0,-1-1 0 0 0,1 1 0 0 0,-1-1 0 0 0,1 1 0 0 0,-1 0 0 0 0,1-1 0 0 0,-1 1 0 0 0,1 0 0 0 0,-1-1 0 0 0,0 1 0 0 0,0 0 0 0 0,1-1 0 0 0,-1 1 0 0 0,0 0 0 0 0,0-1 0 0 0,0 1 0 0 0,1 1 0 0 0,-1 15-60 0 0,-1-10 115 0 0,-1 0-1 0 0,0-1 1 0 0,0 1 0 0 0,-1-1-1 0 0,0 1 1 0 0,0-1 0 0 0,0 0-1 0 0,-9 11 1 0 0,1-2 136 0 0,-1-1-1 0 0,-16 14 1 0 0,-21 16 115 0 0,25-24-69 0 0,-32 35 0 0 0,56-55-403 0 0,-1 1 1 0 0,1-1-1 0 0,-1 1 0 0 0,1 0 1 0 0,-1-1-1 0 0,1 1 0 0 0,-1 0 0 0 0,1-1 1 0 0,0 1-1 0 0,-1 0 0 0 0,1 0 1 0 0,0-1-1 0 0,-1 1 0 0 0,1 0 0 0 0,0 0 1 0 0,0 0-1 0 0,0-1 0 0 0,0 1 1 0 0,0 0-1 0 0,0 0 0 0 0,0 0 0 0 0,0-1 1 0 0,0 1-1 0 0,0 0 0 0 0,0 0 1 0 0,0 0-1 0 0,1 1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214 114 10511 0 0,'4'-8'950'0'0,"-3"3"-721"0"0,1 0 1 0 0,-1 0 0 0 0,1 0-1 0 0,-1 0 1 0 0,-1 0 0 0 0,1 0-1 0 0,-1-1 1 0 0,0 1 0 0 0,0 0 0 0 0,-1 0-1 0 0,1 0 1 0 0,-1 0 0 0 0,0 0-1 0 0,-3-8 2942 0 0,3 12-2987 0 0,0 1 0 0 0,0 0 0 0 0,0 0 0 0 0,-1 0 0 0 0,1 0 0 0 0,0 0 0 0 0,0 0 0 0 0,0 0 0 0 0,0 1 0 0 0,0-1 0 0 0,0 0 0 0 0,0 0 0 0 0,0 1 0 0 0,-2 0 0 0 0,-1 3 64 0 0,-1 0 0 0 0,1 0-1 0 0,-1 0 1 0 0,1 1-1 0 0,1-1 1 0 0,-1 1 0 0 0,1 0-1 0 0,-1 0 1 0 0,-4 11 0 0 0,5-10-126 0 0,-30 55 806 0 0,-32 82 0 0 0,53-110-649 0 0,1 0 1 0 0,1 1-1 0 0,2 0 1 0 0,-5 51-1 0 0,12-74-243 0 0,1 0 0 0 0,0 0 0 0 0,0 0 0 0 0,1 0 0 0 0,1 0 0 0 0,0 0-1 0 0,0 0 1 0 0,1 0 0 0 0,5 11 0 0 0,-6-16-21 0 0,1 0-1 0 0,0-1 0 0 0,1 1 1 0 0,-1-1-1 0 0,1 0 1 0 0,0 0-1 0 0,0 0 0 0 0,1 0 1 0 0,-1-1-1 0 0,1 0 1 0 0,0 0-1 0 0,0 0 0 0 0,1 0 1 0 0,-1-1-1 0 0,1 0 1 0 0,11 5-1 0 0,-7-5-26 0 0,0 0-1 0 0,0-1 1 0 0,0 1-1 0 0,0-2 0 0 0,0 0 1 0 0,0 0-1 0 0,0-1 1 0 0,0 0-1 0 0,11-2 1 0 0,-6 0-35 0 0,-1-1 1 0 0,0 0-1 0 0,0-2 1 0 0,0 1 0 0 0,24-13-1 0 0,-18 6-1 0 0,0-1-1 0 0,-1 0 1 0 0,0-2-1 0 0,-2 0 1 0 0,1-1-1 0 0,-2-1 1 0 0,0-1 0 0 0,14-18-1 0 0,-20 22 33 0 0,-1 0-1 0 0,-1 0 1 0 0,0-1 0 0 0,-1 0 0 0 0,0-1-1 0 0,-1 0 1 0 0,-1 0 0 0 0,4-16-1 0 0,-7 18 37 0 0,0 0 0 0 0,0-1 0 0 0,-2 1-1 0 0,1-1 1 0 0,-2 1 0 0 0,1 0 0 0 0,-2-1-1 0 0,0 1 1 0 0,-7-24 0 0 0,2 16 54 0 0,0 0 0 0 0,-2 0 0 0 0,0 1-1 0 0,-22-34 1 0 0,24 44-77 0 0,0 0 0 0 0,0 1 1 0 0,-1 0-1 0 0,-1 0 0 0 0,0 0 0 0 0,0 1 0 0 0,0 1 0 0 0,-1 0 0 0 0,0 0 0 0 0,-15-7 0 0 0,21 12-122 0 0,1 1-1 0 0,-1 0 1 0 0,1 0-1 0 0,-1 0 1 0 0,0 0-1 0 0,1 1 1 0 0,-1 0-1 0 0,0 0 1 0 0,1 0-1 0 0,-1 0 1 0 0,-7 1 0 0 0,8 0-326 0 0,1-1 1 0 0,-1 1 0 0 0,0 0 0 0 0,1 0-1 0 0,-1 0 1 0 0,0 0 0 0 0,1 1 0 0 0,0-1-1 0 0,-5 4 1 0 0,-3 6-7194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6447 0 0,'-6'4'8321'0'0,"6"-4"-8069"0"0,-3 12 3843 0 0,4 13-656 0 0,18 87 359 0 0,-10-76-3319 0 0,1-1 0 0 0,25 57-1 0 0,14-5-399 0 0,-36-65-443 0 0,-11-20-92 0 0,-1 0-1 0 0,1-1 1 0 0,-1 1-1 0 0,1-1 1 0 0,0 1-1 0 0,-1-1 1 0 0,1 0-1 0 0,0 0 0 0 0,0 0 1 0 0,3 2-1 0 0,3 1-4699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2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80 157 11975 0 0,'0'0'923'0'0,"-9"-13"-347"0"0,7 10 453 0 0,0 0-1 0 0,1-1 1 0 0,0 1 0 0 0,0-1 0 0 0,0 0-1 0 0,-1-4 1 0 0,0-3 3799 0 0,3 6-2143 0 0,0 7-2681 0 0,0 1 4 0 0,11 6-92 0 0,-12-9 83 0 0,0 0-1 0 0,0 0 0 0 0,1 0 0 0 0,-1 1 1 0 0,0-1-1 0 0,1 0 0 0 0,-1 0 0 0 0,0 0 0 0 0,1 0 1 0 0,-1 1-1 0 0,1-1 0 0 0,-1 0 0 0 0,0 0 1 0 0,1 0-1 0 0,-1 0 0 0 0,0 0 0 0 0,1 0 0 0 0,-1 0 1 0 0,1 0-1 0 0,-1 0 0 0 0,0 0 0 0 0,1 0 1 0 0,-1 0-1 0 0,1-1 0 0 0,-1 1 0 0 0,0 0 0 0 0,1 0 1 0 0,0-1-1 0 0,12-2-13 0 0,-12 3 11 0 0,0 0-1 0 0,0 0 1 0 0,0-1 0 0 0,1 1 0 0 0,-1 0 0 0 0,0-1 0 0 0,0 1 0 0 0,0-1 0 0 0,0 0 0 0 0,0 1-1 0 0,0-1 1 0 0,0 0 0 0 0,0 1 0 0 0,0-1 0 0 0,0 0 0 0 0,0 0 0 0 0,0 0 0 0 0,0 0-1 0 0,-1 0 1 0 0,1 0 0 0 0,0 0 0 0 0,-1 0 0 0 0,1 0 0 0 0,-1 0 0 0 0,1 0 0 0 0,-1 0-1 0 0,1-1 1 0 0,-1 1 0 0 0,0-2 0 0 0,1 1-3 0 0,-1-1 12 0 0,1-1 0 0 0,-1 1 0 0 0,0 0 0 0 0,0 0 0 0 0,0 0 0 0 0,0 0 0 0 0,0 0 0 0 0,-1 0 0 0 0,0 0 0 0 0,1 0 0 0 0,-1 0 0 0 0,0 0 0 0 0,-1 0 0 0 0,-1-4 0 0 0,2 5 6 0 0,0 1 0 0 0,0 0-1 0 0,0 0 1 0 0,0-1 0 0 0,0 1 0 0 0,0 0 0 0 0,0 0 0 0 0,-1 0 0 0 0,1 0 0 0 0,0 0 0 0 0,0 0-1 0 0,-1 0 1 0 0,1 1 0 0 0,-1-1 0 0 0,1 0 0 0 0,-1 1 0 0 0,1-1 0 0 0,-1 1 0 0 0,-2-1 0 0 0,-1 0 40 0 0,2 0-109 0 0,-6-2-110 0 0,0 1 0 0 0,0 0-1 0 0,0 0 1 0 0,0 1 0 0 0,-1 0-1 0 0,-14 0 1 0 0,33 7-8041 0 0,1-1 94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2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 13271 0 0,'4'-17'10504'0'0,"-11"121"-7205"0"0,3-79-3671 0 0,2 1-1 0 0,1 0 1 0 0,1 0-1 0 0,1 0 1 0 0,5 28-1 0 0,-5-51-137 0 0,0 0 0 0 0,0 0 0 0 0,0 0 0 0 0,1 0 0 0 0,-1 0 0 0 0,1-1 0 0 0,-1 1 0 0 0,1 0 0 0 0,0-1 0 0 0,4 5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5527 0 0,'4'-8'176'0'0,"0"-1"-1"0"0,-1 1 0 0 0,0-1 0 0 0,2-11 0 0 0,7-17 14335 0 0,-12 39-13297 0 0,-2 27 96 0 0,-5 33 0 0 0,-2 22 426 0 0,8-63-1773 0 0,0-2-186 0 0,0 0-1 0 0,2 0 0 0 0,0 0 0 0 0,5 25 1 0 0,-5-41-171 0 0,0 0 1 0 0,0 0-1 0 0,0 0 0 0 0,0 0 1 0 0,1 0-1 0 0,-1 0 1 0 0,1 0-1 0 0,0-1 1 0 0,0 1-1 0 0,0 0 0 0 0,0-1 1 0 0,0 0-1 0 0,0 1 1 0 0,1-1-1 0 0,4 3 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3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69 6911 0 0,'-6'3'14566'0'0,"24"-4"-13741"0"0,-1 0 0 0 0,0-1 1 0 0,20-6-1 0 0,55-17-1642 0 0,-47 12-662 0 0,-12 3-4062 0 0,1-1-1753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3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3679 0 0,'0'0'4650'0'0,"-3"8"-2137"0"0,-13 26 6178 0 0,2 1-4610 0 0,-18 71-1484 0 0,31-103-2560 0 0,-3 11-54 0 0,-3 23 1 0 0,7-33-164 0 0,-1-1-1 0 0,1 1 0 0 0,0 0 1 0 0,0-1-1 0 0,1 1 1 0 0,-1 0-1 0 0,1 0 1 0 0,0-1-1 0 0,0 1 1 0 0,0 0-1 0 0,2 3 0 0 0,-1-5-1679 0 0,6 1-449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4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10 19551 0 0,'-10'-4'421'0'0,"7"3"-128"0"0,0 0 1 0 0,0 0-1 0 0,-1 0 1 0 0,1 1-1 0 0,-7-1 0 0 0,8 1-142 0 0,0 0 0 0 0,-1 0 0 0 0,1 1 0 0 0,0-1 0 0 0,0 1 0 0 0,-1-1 0 0 0,1 1 0 0 0,0 0 0 0 0,0 0-1 0 0,0 0 1 0 0,0 0 0 0 0,0 0 0 0 0,0 0 0 0 0,0 1 0 0 0,-2 2 0 0 0,-3 2 376 0 0,1 0 0 0 0,-9 12 0 0 0,-9 13 270 0 0,2 1-1 0 0,2 0 1 0 0,-20 44 0 0 0,29-51-607 0 0,1 0 1 0 0,1 1 0 0 0,1 0 0 0 0,1 1-1 0 0,-4 37 1 0 0,8-45-166 0 0,2 0 0 0 0,0-1 1 0 0,2 1-1 0 0,0 0 0 0 0,4 23 0 0 0,-4-35-19 0 0,1-1-1 0 0,-1 1 1 0 0,2-1-1 0 0,-1 1 1 0 0,1-1 0 0 0,0 0-1 0 0,0 0 1 0 0,0 0 0 0 0,1 0-1 0 0,0-1 1 0 0,0 1-1 0 0,1-1 1 0 0,0 0 0 0 0,-1 0-1 0 0,2-1 1 0 0,-1 0-1 0 0,11 7 1 0 0,-8-6-23 0 0,1-1-1 0 0,0-1 1 0 0,0 0-1 0 0,0 0 1 0 0,0-1 0 0 0,1 0-1 0 0,-1 0 1 0 0,1-1-1 0 0,-1 0 1 0 0,1-1 0 0 0,0 0-1 0 0,-1-1 1 0 0,1 0-1 0 0,-1 0 1 0 0,1-1 0 0 0,-1 0-1 0 0,0-1 1 0 0,1 0-1 0 0,8-4 1 0 0,-9 3-2 0 0,1 0-1 0 0,-1-1 1 0 0,1-1 0 0 0,-1 1-1 0 0,-1-1 1 0 0,1-1 0 0 0,-1 0-1 0 0,0 0 1 0 0,-1 0 0 0 0,0-1-1 0 0,0 0 1 0 0,0-1 0 0 0,-1 1-1 0 0,-1-1 1 0 0,1-1 0 0 0,-1 1-1 0 0,3-11 1 0 0,-2 1 35 0 0,-1 0 0 0 0,-1 0 0 0 0,2-28 0 0 0,-2-60 48 0 0,-4 75-298 0 0,-2 0 1 0 0,-8-46-1 0 0,7 64 116 0 0,0 0 0 0 0,-1 1 0 0 0,-1-1 0 0 0,0 1 0 0 0,0 0-1 0 0,-2 1 1 0 0,1-1 0 0 0,-11-12 0 0 0,16 23-123 0 0,0 0 0 0 0,-1 0 0 0 0,1 0 1 0 0,-1 0-1 0 0,1 0 0 0 0,-1 1 0 0 0,0-1 0 0 0,0 0 0 0 0,0 1 0 0 0,0-1 1 0 0,0 1-1 0 0,0 0 0 0 0,0 0 0 0 0,0 0 0 0 0,-1 0 0 0 0,1 0 0 0 0,0 0 1 0 0,-1 1-1 0 0,-3-2 0 0 0,-5 4-1546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4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8751 0 0,'0'0'399'0'0,"-1"0"-4"0"0,1 0-380 0 0,-1 1 0 0 0,1-1 1 0 0,-1 0-1 0 0,1 1 0 0 0,0-1 0 0 0,-1 0 1 0 0,1 1-1 0 0,0-1 0 0 0,-1 0 1 0 0,1 1-1 0 0,0-1 0 0 0,-1 1 1 0 0,1-1-1 0 0,0 1 0 0 0,0-1 0 0 0,0 1 1 0 0,-1-1-1 0 0,1 1 0 0 0,0-1 1 0 0,0 1-1 0 0,0-1 0 0 0,0 1 0 0 0,0-1 1 0 0,0 1-1 0 0,0-1 0 0 0,0 2 1 0 0,0 0 251 0 0,-1 9 3310 0 0,1 1 1 0 0,1 15 0 0 0,4 25 2247 0 0,-1-24-5494 0 0,-4-27-323 0 0,11 78 1296 0 0,-9-70-1294 0 0,0 0 1 0 0,0 0-1 0 0,1 0 1 0 0,0-1-1 0 0,1 1 1 0 0,6 11-1 0 0,-9-19-490 0 0,12 1-3276 0 0,-12-2 3387 0 0,1-1 0 0 0,0 1-1 0 0,-1 0 1 0 0,1 0 0 0 0,-1-1 0 0 0,1 1 0 0 0,-1-1-1 0 0,1 1 1 0 0,-1-1 0 0 0,1 0 0 0 0,-1 1-1 0 0,2-2 1 0 0,7-7-6959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 5527 0 0,'0'0'423'0'0,"-15"-3"338"0"0,-1 2 8951 0 0,1 6-3340 0 0,12-3-5707 0 0,0-1-1 0 0,1 1 1 0 0,-1 0 0 0 0,1 0-1 0 0,-1 1 1 0 0,1-1-1 0 0,-4 5 1 0 0,-1 3-902 0 0,0 1-1 0 0,1 0 1 0 0,-8 19 0 0 0,6-13 1873 0 0,2-3-1528 0 0,0 0 0 0 0,1 0 0 0 0,-4 18 0 0 0,8-27-78 0 0,0 1 0 0 0,0 0 0 0 0,0 0-1 0 0,1 0 1 0 0,0 0 0 0 0,0 0 0 0 0,0 0 0 0 0,1 0-1 0 0,0 0 1 0 0,3 11 0 0 0,1-7-30 0 0,2-3 0 0 0,2-3 0 0 0,-5-4-17 0 0,0 1 0 0 0,0-1 0 0 0,0 0-1 0 0,0 0 1 0 0,0-1 0 0 0,0 1 0 0 0,0-1 0 0 0,0 0 0 0 0,0 0 0 0 0,0 0-1 0 0,-1-1 1 0 0,1 1 0 0 0,-1-1 0 0 0,1 0 0 0 0,-1 0 0 0 0,1 0 0 0 0,-1-1-1 0 0,0 1 1 0 0,0-1 0 0 0,0 1 0 0 0,0-1 0 0 0,-1 0 0 0 0,1 0 0 0 0,-1 0-1 0 0,0-1 1 0 0,1 1 0 0 0,-1 0 0 0 0,-1-1 0 0 0,1 0 0 0 0,-1 1 0 0 0,1-1 0 0 0,-1 0-1 0 0,0 0 1 0 0,1-6 0 0 0,-1 0-429 0 0,0 0 0 0 0,0 1-1 0 0,-1-1 1 0 0,0 0 0 0 0,-1-10 0 0 0,0 19-606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5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235 112 18287 0 0,'-1'0'836'0'0,"-5"-1"-535"0"0,1 0-1 0 0,-1 1 0 0 0,1-1 1 0 0,0 1-1 0 0,-1 1 0 0 0,1-1 1 0 0,0 1-1 0 0,-1 0 0 0 0,1 0 0 0 0,0 0 1 0 0,0 1-1 0 0,0 0 0 0 0,0 0 1 0 0,0 0-1 0 0,-7 4 0 0 0,-4 4 496 0 0,1 0-1 0 0,0 1 0 0 0,1 1 0 0 0,0 0 0 0 0,1 1 0 0 0,-23 28 0 0 0,33-37-741 0 0,1-1 0 0 0,-1 1-1 0 0,1 0 1 0 0,0 0 0 0 0,0 0 0 0 0,-2 8 0 0 0,3-3-54 0 0,3-1-11 0 0,-1-7 2 0 0,0 0-1 0 0,0 0 0 0 0,0 0 0 0 0,0 0 0 0 0,1 0 0 0 0,-1-1 0 0 0,0 1 1 0 0,1 0-1 0 0,-1-1 0 0 0,0 1 0 0 0,1-1 0 0 0,-1 1 0 0 0,1-1 0 0 0,-1 0 0 0 0,1 1 1 0 0,-1-1-1 0 0,3 0 0 0 0,-4 0-1 0 0,8 0-64 0 0,-1 1 0 0 0,1-1 0 0 0,-1-1 0 0 0,0 1 0 0 0,1-1 0 0 0,-1-1-1 0 0,0 1 1 0 0,0-1 0 0 0,0 0 0 0 0,0-1 0 0 0,0 0 0 0 0,8-5 0 0 0,-10 6 45 0 0,-1-1 0 0 0,0 0 0 0 0,-1 0 1 0 0,1 0-1 0 0,0 0 0 0 0,-1-1 0 0 0,1 1 1 0 0,-1-1-1 0 0,0 0 0 0 0,-1 0 0 0 0,1 0 0 0 0,-1 0 1 0 0,1-1-1 0 0,-1 1 0 0 0,0-1 0 0 0,-1 1 1 0 0,1-1-1 0 0,-1 0 0 0 0,1-6 0 0 0,3-88-2959 0 0,-6 89 97 0 0,0 2 752 0 0</inkml:trace>
  <inkml:trace contextRef="#ctx0" brushRef="#br0" timeOffset="1">375 25 5527 0 0,'0'0'250'0'0,"-8"7"6405"0"0,3 7-2026 0 0,-3 22 1613 0 0,3 4-3440 0 0,4-31-2555 0 0,1-1 1 0 0,0 1-1 0 0,1-1 1 0 0,0 1 0 0 0,0 0-1 0 0,5 15 1 0 0,-4-19-215 0 0,5 10 67 0 0,-4-11-93 0 0,0-1 0 0 0,0 0 1 0 0,1 0-1 0 0,6 4 0 0 0,-6-4-7 0 0,-1-1 1 0 0,0 0-1 0 0,1 0 0 0 0,0 0 0 0 0,6 2 1 0 0,7-4-15 0 0,-13 0 3 0 0,0-1-33 0 0,0 0-1 0 0,0 0 0 0 0,0-1 1 0 0,0 1-1 0 0,0-1 0 0 0,0 0 1 0 0,0 0-1 0 0,-1 0 1 0 0,1-1-1 0 0,-1 1 0 0 0,1-1 1 0 0,-1 0-1 0 0,3-3 0 0 0,5-7-569 0 0,0 0 0 0 0,9-14 0 0 0,-13 17-148 0 0,0-3-449 0 0,1-1 0 0 0,-2 1 0 0 0,0-1 0 0 0,8-28 0 0 0,-2 7-4283 0 0,-2 7-233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10 12927 0 0,'0'0'1172'0'0,"-3"-10"7187"0"0,2 12-7221 0 0,-12 53 2283 0 0,1 33-2407 0 0,9-64-694 0 0,-1 10-325 0 0,2 1 1 0 0,1 0-1 0 0,1-1 0 0 0,3 1 1 0 0,0-1-1 0 0,2 1 0 0 0,13 45 1 0 0,-17-78-353 0 0,-1 0 1 0 0,1 0 0 0 0,0 0-1 0 0,0 0 1 0 0,0 0-1 0 0,0 0 1 0 0,0 0-1 0 0,0 0 1 0 0,1-1 0 0 0,-1 1-1 0 0,0 0 1 0 0,1-1-1 0 0,-1 1 1 0 0,1-1 0 0 0,3 2-1 0 0,1-10-5720 0 0,-3 1 4414 0 0</inkml:trace>
  <inkml:trace contextRef="#ctx0" brushRef="#br0" timeOffset="1">3 198 5527 0 0,'-3'-3'14390'0'0,"29"5"-10156"0"0,-21-1-3872 0 0,1 0 0 0 0,-1 0 0 0 0,1-1 0 0 0,8-1-1 0 0,138-11 1953 0 0,-52 9-4977 0 0,-67 2-6549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6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1597 0 4607 0 0,'7'8'14739'0'0,"-14"-5"-13831"0"0,-1 1-1 0 0,0-1 1 0 0,0-1 0 0 0,0 1 0 0 0,0-1 0 0 0,-16 1-1 0 0,-59 2 679 0 0,-85-5 0 0 0,144 0-1483 0 0,-401-7 257 0 0,269 5-360 0 0,-294-1 0 0 0,419 4-175 0 0,-65-1-1701 0 0,81 0 1501 0 0,0-2-1 0 0,0 0 0 0 0,0-1 1 0 0,-16-5-1 0 0,22 5-807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95 21767 0 0,'-2'0'-91'0'0,"-9"-2"1503"0"0,10 0-484 0 0,9-1-692 0 0,-1 2-64 0 0,0 0 0 0 0,0 0 0 0 0,0 0-1 0 0,10 1 513 0 0,-17 0-650 0 0,1 0 0 0 0,-1 0 0 0 0,1 0-1 0 0,-1 0 1 0 0,1 1 0 0 0,-1-1 0 0 0,1 0 0 0 0,-1 0-1 0 0,0 1 1 0 0,1-1 0 0 0,-1 0 0 0 0,0 0 0 0 0,1 1 0 0 0,-1-1-1 0 0,1 0 1 0 0,-1 1 0 0 0,0-1 0 0 0,0 0 0 0 0,1 1-1 0 0,-1-1 1 0 0,0 1 0 0 0,0-1 0 0 0,0 0 0 0 0,1 1-1 0 0,-1-1 1 0 0,0 1 0 0 0,0-1 0 0 0,0 1 0 0 0,0-1 0 0 0,0 1-1 0 0,0-1 1 0 0,0 1 0 0 0,0-1 0 0 0,0 1 0 0 0,0-1-1 0 0,0 0 1 0 0,0 1 0 0 0,0-1 0 0 0,0 1 0 0 0,-1 0 0 0 0,1 1 51 0 0,0-1 1 0 0,0 1-1 0 0,-1 0 1 0 0,1-1 0 0 0,-1 1-1 0 0,0-1 1 0 0,1 1 0 0 0,-1 0-1 0 0,-1 1 1 0 0,-3 1-32 0 0,1-1 1 0 0,0-1 0 0 0,-1 1 0 0 0,0-1-1 0 0,1 1 1 0 0,-1-1 0 0 0,0-1 0 0 0,0 1-1 0 0,0-1 1 0 0,0 1 0 0 0,-1-2-1 0 0,1 1 1 0 0,0 0 0 0 0,0-1 0 0 0,0 0-1 0 0,-1 0 1 0 0,1-1 0 0 0,0 0 0 0 0,0 0-1 0 0,-6-1 1 0 0,4-2-39 0 0,4-2-29 0 0,4 4-2 0 0,-1 1 1 0 0,0-1-1 0 0,0 0 0 0 0,0 1 1 0 0,1-1-1 0 0,-1 1 1 0 0,1-1-1 0 0,-1 1 0 0 0,1-1 1 0 0,0 1-1 0 0,0 0 1 0 0,-1-1-1 0 0,1 1 1 0 0,0 0-1 0 0,0-1 0 0 0,0 1 1 0 0,3-2-1 0 0,25-20-198 0 0,-17 14 110 0 0,-1 1 65 0 0,0 0-1 0 0,1 1 1 0 0,0 0 0 0 0,0 0-1 0 0,1 2 1 0 0,-1-1 0 0 0,1 2-1 0 0,1-1 1 0 0,-1 2 0 0 0,1 0-1 0 0,16-2 1 0 0,-24 5 20 0 0,4 0-14 0 0,14 8 22 0 0,-21-7 17 0 0,-1 0 0 0 0,0 0-1 0 0,0 0 1 0 0,0 0 0 0 0,0 0 0 0 0,0 1 0 0 0,0-1-1 0 0,0 1 1 0 0,0-1 0 0 0,0 1 0 0 0,-1 0-1 0 0,1-1 1 0 0,-1 1 0 0 0,1 0 0 0 0,-1 0 0 0 0,0 0-1 0 0,0 0 1 0 0,2 4 0 0 0,-2-3 25 0 0,0 0 0 0 0,-1 1 0 0 0,1-1 0 0 0,-1 1 0 0 0,1-1 0 0 0,-1 1 0 0 0,0-1 0 0 0,-1 1 0 0 0,1-1 1 0 0,-1 1-1 0 0,-1 5 0 0 0,0-2 30 0 0,0 0-1 0 0,-1 0 1 0 0,0 0 0 0 0,0-1 0 0 0,0 1 0 0 0,-1-1 0 0 0,0 0 0 0 0,-1 0-1 0 0,1 0 1 0 0,-1 0 0 0 0,-8 7 0 0 0,5-7-8 0 0,0-1 1 0 0,0 0-1 0 0,0 0 1 0 0,0-1-1 0 0,-1 0 0 0 0,1 0 1 0 0,-1-1-1 0 0,0 0 1 0 0,-11 2-1 0 0,17-5-41 0 0,1 1-1 0 0,-1-1 1 0 0,0 0-1 0 0,1 1 0 0 0,-1-1 1 0 0,0 0-1 0 0,1 0 1 0 0,-1-1-1 0 0,1 1 1 0 0,-1-1-1 0 0,0 1 1 0 0,1-1-1 0 0,-1 0 1 0 0,-3-1-1 0 0,5 1-22 0 0,0 0 0 0 0,-1 0-1 0 0,1 0 1 0 0,-1 0 0 0 0,1-1-1 0 0,0 1 1 0 0,0 0 0 0 0,0-1-1 0 0,0 1 1 0 0,0-1 0 0 0,0 1-1 0 0,0-1 1 0 0,0 1 0 0 0,0-1-1 0 0,1 0 1 0 0,-1-1 0 0 0,0-1-58 0 0,0-1 1 0 0,1 1-1 0 0,-1 0 1 0 0,1-1-1 0 0,0 1 1 0 0,0 0 0 0 0,1-1-1 0 0,-1 1 1 0 0,1 0-1 0 0,0 0 1 0 0,0 0-1 0 0,4-8 1 0 0,-1 3-23 0 0,1 0 0 0 0,1 1 1 0 0,0 0-1 0 0,0 0 0 0 0,0 1 0 0 0,1 0 1 0 0,0 0-1 0 0,0 0 0 0 0,1 1 0 0 0,0 0 1 0 0,14-9-1 0 0,-17 13 79 0 0,0-1 1 0 0,0 1-1 0 0,1 0 0 0 0,-1 0 1 0 0,0 1-1 0 0,1-1 1 0 0,-1 1-1 0 0,1 1 0 0 0,9-1 1 0 0,-11 1 6 0 0,0 0 0 0 0,0 1 0 0 0,0-1 0 0 0,0 1-1 0 0,0 0 1 0 0,0 1 0 0 0,0-1 0 0 0,0 1 0 0 0,-1-1 0 0 0,1 1 0 0 0,-1 0 0 0 0,1 0 0 0 0,-1 1 0 0 0,5 4 0 0 0,-5-5 28 0 0,-1 0 0 0 0,0 0 0 0 0,0 1 0 0 0,0-1 0 0 0,0 0 0 0 0,-1 1 0 0 0,1 0 0 0 0,-1-1 0 0 0,1 1 0 0 0,-1 0 0 0 0,0 0 0 0 0,0 0 0 0 0,0-1 0 0 0,0 1 0 0 0,-1 0 0 0 0,1 0 0 0 0,-1 1 0 0 0,0-1 0 0 0,0 0 0 0 0,0 0 0 0 0,0 0 0 0 0,0 0 0 0 0,-1 0 0 0 0,1 0 0 0 0,-1 0 0 0 0,0 0 0 0 0,0 0 0 0 0,0-1 0 0 0,0 1 0 0 0,-1 0 0 0 0,1 0 0 0 0,-1-1 0 0 0,-2 4 0 0 0,-1 1 50 0 0,0-1 0 0 0,0 0 0 0 0,0 0 0 0 0,-1-1 0 0 0,0 1 0 0 0,0-1 0 0 0,0 0 0 0 0,0-1 0 0 0,-1 0 0 0 0,0 0 0 0 0,0 0 0 0 0,-8 2 0 0 0,10-4-205 0 0,0-1-1 0 0,0 1 0 0 0,0-1 0 0 0,0 0 0 0 0,0 0 0 0 0,-1-1 0 0 0,1 0 1 0 0,0 0-1 0 0,-1 0 0 0 0,1 0 0 0 0,0-1 0 0 0,0 0 0 0 0,-1 0 0 0 0,1 0 1 0 0,0-1-1 0 0,0 0 0 0 0,0 0 0 0 0,-9-5 0 0 0,5-1-1437 0 0,1-4-58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8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3 180 17047 0 0,'0'0'1311'0'0,"0"-1"-846"0"0,0 0-391 0 0,-1 0 1 0 0,1 0-1 0 0,0 1 0 0 0,-1-1 0 0 0,1 0 0 0 0,0 0 0 0 0,0 1 1 0 0,0-1-1 0 0,0 0 0 0 0,0 0 0 0 0,0 1 0 0 0,0-1 1 0 0,0 0-1 0 0,0 0 0 0 0,0 0 0 0 0,0 1 0 0 0,0-1 0 0 0,1 0 1 0 0,-1 0-1 0 0,0 1 0 0 0,0-1 0 0 0,1 0 0 0 0,-1 1 1 0 0,1-1-1 0 0,-1 0 0 0 0,0 1 0 0 0,1-1 0 0 0,0 0 0 0 0,0 0 1 0 0,1-1 442 0 0,5-7 97 0 0,1 0 1 0 0,0 0 0 0 0,1 0-1 0 0,0 1 1 0 0,0 1-1 0 0,1 0 1 0 0,0 0-1 0 0,15-7 1 0 0,12-5-478 0 0,40-13-1 0 0,-72 30-54 0 0,9-3-25 0 0,-1 1-1 0 0,1 0 0 0 0,-1 1 0 0 0,1 1 0 0 0,0 0 1 0 0,23 0-1 0 0,-36 2-22 0 0,0 0 1 0 0,-1 0-1 0 0,1 1 1 0 0,0-1-1 0 0,0 0 1 0 0,0 0-1 0 0,-1 0 1 0 0,1 1-1 0 0,0-1 0 0 0,0 0 1 0 0,-1 1-1 0 0,1-1 1 0 0,0 0-1 0 0,-1 1 1 0 0,1-1-1 0 0,0 1 1 0 0,-1 0-1 0 0,1-1 1 0 0,-1 1-1 0 0,1-1 1 0 0,-1 1-1 0 0,1 0 1 0 0,-1-1-1 0 0,0 1 0 0 0,1 0 1 0 0,-1-1-1 0 0,0 1 1 0 0,1 0-1 0 0,-1 0 1 0 0,0 0-1 0 0,0-1 1 0 0,0 1-1 0 0,1 0 1 0 0,-1 0-1 0 0,0-1 1 0 0,0 1-1 0 0,0 0 1 0 0,-1 0-1 0 0,1 0 1 0 0,0-1-1 0 0,0 1 0 0 0,-1 1 1 0 0,1 3 51 0 0,-2 0 1 0 0,1 0-1 0 0,0 0 1 0 0,-1 0 0 0 0,-2 5-1 0 0,-3 2 1 0 0,-1-1 0 0 0,0 0 0 0 0,0-1 0 0 0,-1 0 0 0 0,-1 0 0 0 0,1-1 1 0 0,-22 15-1 0 0,-2 4 16 0 0,27-21-103 0 0,3 1 0 0 0,3-6-3 0 0,1-1-1 0 0,-1 1 1 0 0,0-1 0 0 0,1 1 0 0 0,0-1-1 0 0,-1 1 1 0 0,1-1 0 0 0,0 1-1 0 0,0-1 1 0 0,0 0 0 0 0,0 0 0 0 0,0 1-1 0 0,0-1 1 0 0,0 0 0 0 0,0 0-1 0 0,0 0 1 0 0,1 0 0 0 0,-1 0 0 0 0,0 0-1 0 0,1 0 1 0 0,1 0 0 0 0,6 4-35 0 0,1 0 0 0 0,11 3 0 0 0,-11-4 17 0 0,35 13-73 0 0,33 14-1 0 0,-70-27 91 0 0,1 1 0 0 0,-1 0 0 0 0,0 0 0 0 0,0 1 0 0 0,-1 0 0 0 0,11 10 0 0 0,-17-15 6 0 0,0 0 0 0 0,0 0 1 0 0,-1-1-1 0 0,1 1 0 0 0,0 0 0 0 0,0 0 1 0 0,-1 0-1 0 0,1 0 0 0 0,0 0 0 0 0,-1 0 1 0 0,1 0-1 0 0,-1 0 0 0 0,0 0 0 0 0,1 0 0 0 0,-1 0 1 0 0,0 0-1 0 0,0 1 0 0 0,1-1 0 0 0,-1 0 1 0 0,0 0-1 0 0,0 0 0 0 0,0 0 0 0 0,0 1 0 0 0,-1-1 1 0 0,1 0-1 0 0,0 0 0 0 0,0 0 0 0 0,-1 0 1 0 0,1 0-1 0 0,0 0 0 0 0,-2 2 0 0 0,0 1 7 0 0,1-1 15 0 0,0 0-1 0 0,-1 0 1 0 0,1 0-1 0 0,-1-1 1 0 0,1 1-1 0 0,-1-1 1 0 0,0 1 0 0 0,0-1-1 0 0,0 0 1 0 0,-1 0-1 0 0,1 0 1 0 0,0 0-1 0 0,-1 0 1 0 0,1 0-1 0 0,-5 2 1 0 0,-3 0 90 0 0,0 0 0 0 0,0 0 0 0 0,-13 2 0 0 0,-4 1 13 0 0,8-2-62 0 0,0-1-1 0 0,0 0 1 0 0,-37 0 0 0 0,-9 2-85 0 0,17-1-473 0 0,26-5-3621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29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322 112 11519 0 0,'-5'-18'689'0'0,"4"11"-294"0"0,0 1 0 0 0,-1-1 0 0 0,0 1 0 0 0,0-1 0 0 0,-1 1 0 0 0,0 0 0 0 0,0 0 0 0 0,0 0 0 0 0,-1 1 0 0 0,0-1 0 0 0,0 1 0 0 0,-8-8 0 0 0,12 12-264 0 0,-1 0 0 0 0,0 1 0 0 0,0-1-1 0 0,0 0 1 0 0,0 1 0 0 0,0-1 0 0 0,0 1-1 0 0,0-1 1 0 0,0 1 0 0 0,0 0 0 0 0,0-1 0 0 0,0 1-1 0 0,-1 0 1 0 0,1 0 0 0 0,0 0 0 0 0,0 0-1 0 0,0 0 1 0 0,0 0 0 0 0,0 0 0 0 0,-2 0 0 0 0,1 1 15 0 0,-1 0 0 0 0,1 0 1 0 0,0-1-1 0 0,0 1 0 0 0,0 1 1 0 0,0-1-1 0 0,0 0 0 0 0,0 0 1 0 0,-2 3-1 0 0,-2 1 39 0 0,1 1-1 0 0,0-1 1 0 0,1 1-1 0 0,-1 0 1 0 0,-4 9-1 0 0,-23 44 131 0 0,3 1-1 0 0,3 1 0 0 0,3 2 1 0 0,2 0-1 0 0,3 1 0 0 0,3 1 1 0 0,-11 105-1 0 0,24-143-257 0 0,2-1 1 0 0,0 1-1 0 0,1 0 0 0 0,7 34 1 0 0,-4-44-46 0 0,0-2 1 0 0,1 1 0 0 0,0 0-1 0 0,1-1 1 0 0,1 0-1 0 0,0 0 1 0 0,1-1 0 0 0,12 16-1 0 0,-13-20-4 0 0,0 0 0 0 0,1-1 0 0 0,0-1 0 0 0,1 1 0 0 0,-1-1 0 0 0,2 0 0 0 0,-1-1 0 0 0,1 0 0 0 0,0-1 0 0 0,0 0 0 0 0,1-1 0 0 0,0 0 0 0 0,0 0 0 0 0,0-1 0 0 0,0 0 0 0 0,1-1 0 0 0,13 1 0 0 0,0-1-1 0 0,-1-2 1 0 0,0-1-1 0 0,0-1 0 0 0,1-1 0 0 0,-1-1 0 0 0,0-1 0 0 0,-1-1 1 0 0,1-1-1 0 0,33-13 0 0 0,-17 2 8 0 0,-1-1-1 0 0,-1-2 0 0 0,-1-2 1 0 0,52-39-1 0 0,-62 41 13 0 0,-1-2 1 0 0,-1 0-1 0 0,-1-2 0 0 0,24-30 0 0 0,-39 42-13 0 0,-1 0 0 0 0,0 0 1 0 0,0-1-1 0 0,-2 0 0 0 0,0 0 0 0 0,0 0 0 0 0,-1-1 0 0 0,-1 0 0 0 0,0 0 1 0 0,-1 0-1 0 0,0-1 0 0 0,0-16 0 0 0,-3 14 45 0 0,0 0 1 0 0,-2 0-1 0 0,0 0 1 0 0,-1 1-1 0 0,0-1 0 0 0,-2 1 1 0 0,-9-26-1 0 0,-1 7 119 0 0,-2 2-1 0 0,-27-43 1 0 0,28 53-85 0 0,-1 0 1 0 0,-1 2-1 0 0,-1 0 0 0 0,-1 1 1 0 0,0 0-1 0 0,-2 2 0 0 0,0 1 1 0 0,-34-21-1 0 0,34 27-103 0 0,-1 0 1 0 0,0 2-1 0 0,0 0 1 0 0,-1 2-1 0 0,0 0 0 0 0,0 2 1 0 0,-1 1-1 0 0,1 1 1 0 0,-38-1-1 0 0,57 4-279 0 0,-1 0-1 0 0,0 0 1 0 0,0 1-1 0 0,0 0 1 0 0,0 0-1 0 0,0 0 1 0 0,1 1-1 0 0,-1 0 1 0 0,0 0 0 0 0,-7 5-1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0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92 111 3223 0 0,'1'-3'240'0'0,"-2"-26"-438"0"0,-7-2 3748 0 0,7 27-2712 0 0,-1 1 0 0 0,0-1 0 0 0,1 1 0 0 0,-1 0-1 0 0,0 0 1 0 0,0 0 0 0 0,-1 0 0 0 0,1 0 0 0 0,-1 0 0 0 0,0 0 0 0 0,1 1 0 0 0,-1-1-1 0 0,0 1 1 0 0,-6-4 1175 0 0,8 7-1812 0 0,0 0 0 0 0,0-1 0 0 0,1 1 1 0 0,-1 0-1 0 0,0 0 0 0 0,1 0 0 0 0,-1-1 0 0 0,0 1 0 0 0,1 0 1 0 0,-1 0-1 0 0,1 0 0 0 0,0 0 0 0 0,-1 1 0 0 0,0 1 160 0 0,-4 8-111 0 0,1 0-1 0 0,1 1 1 0 0,0-1-1 0 0,0 1 1 0 0,1 0 0 0 0,1 0-1 0 0,-1 20 1 0 0,0-2-54 0 0,-7 346 1122 0 0,10-286-1034 0 0,19 325 154 0 0,0 1-228 0 0,-21-375-840 0 0,-6 44 1 0 0,7-84 602 0 0,0-1 0 0 0,0 0 0 0 0,-1 0 0 0 0,1 0 0 0 0,0 1 0 0 0,0-1 0 0 0,0 0 0 0 0,0 0 0 0 0,0 0 0 0 0,0 1 0 0 0,0-1 0 0 0,0 0 0 0 0,0 0-1 0 0,1 1 1 0 0,-1-1 0 0 0,0 0 0 0 0,0 0 0 0 0,0 0 0 0 0,0 0 0 0 0,0 1 0 0 0,0-1 0 0 0,0 0 0 0 0,0 0 0 0 0,0 0 0 0 0,1 1 0 0 0,-1-1 0 0 0,0 0 0 0 0,0 0 0 0 0,0 0 0 0 0,0 0 0 0 0,1 1 0 0 0,-4-59-12572 0 0,2 29 6775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1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5527 0 0,'2'-1'6120'0'0,"41"-11"1249"0"0,26-1-3985 0 0,-25 6-2316 0 0,286-36 956 0 0,-193 28-1837 0 0,353-19-16 0 0,122 28-107 0 0,-261 1-6 0 0,-32 0-74 0 0,-131 4-62 0 0,169 5-367 0 0,-268 1 410 0 0,174 34 0 0 0,-252-37 270 0 0,-1 1-1 0 0,1 1 1 0 0,0 0-1 0 0,-1 0 1 0 0,0 1-1 0 0,0 1 1 0 0,18 12-1 0 0,-15-11-170 0 0,-11-5-64 0 0,0-1 0 0 0,-1 1 0 0 0,1 0 0 0 0,0-1 0 0 0,-1 1 0 0 0,1 0 0 0 0,-1 0 0 0 0,1 0 0 0 0,-1 0 0 0 0,0 0 0 0 0,0 0 0 0 0,0 1 0 0 0,0-1 0 0 0,0 0 0 0 0,-1 1 0 0 0,1 2 0 0 0,0-3 0 0 0,13 37 208 0 0,11 48 1 0 0,-11-35-93 0 0,28 105 190 0 0,25 186-1 0 0,43 530 791 0 0,-103-741-850 0 0,-8-114-161 0 0,0-1-1 0 0,-1 1 0 0 0,0-1 0 0 0,-2 0 1 0 0,-7 25-1 0 0,10-40-62 0 0,0 0-1 0 0,0 0 1 0 0,0 0 0 0 0,0 0 0 0 0,-1 0-1 0 0,1-1 1 0 0,0 1 0 0 0,-1 0 0 0 0,1-1-1 0 0,-1 1 1 0 0,0-1 0 0 0,1 0-1 0 0,-1 1 1 0 0,0-1 0 0 0,0 0 0 0 0,0 0-1 0 0,0 0 1 0 0,0 0 0 0 0,0 0-1 0 0,0-1 1 0 0,0 1 0 0 0,0-1 0 0 0,0 1-1 0 0,-1-1 1 0 0,1 0 0 0 0,0 0-1 0 0,0 0 1 0 0,-4 0 0 0 0,-6-1 6 0 0,-1-1 0 0 0,0 0 1 0 0,-22-7-1 0 0,15 3-51 0 0,-155-31-852 0 0,-2 7 1 0 0,-282-12-1 0 0,141 33 59 0 0,314 9 800 0 0,-579-11-485 0 0,173-10 872 0 0,6-29 468 0 0,151-3-426 0 0,30 6-246 0 0,-3 18-160 0 0,211 28-15 0 0,9 0-5 0 0,1 1 0 0 0,-1 0 0 0 0,0 0 0 0 0,1 0 0 0 0,-1 1 0 0 0,1 0 0 0 0,-1 0 0 0 0,-5 2 0 0 0,9-2-631 0 0,18 7-11707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19 382 13359 0 0,'-12'3'10696'0'0,"14"-4"-10033"0"0,28-32-83 0 0,-1-1 0 0 0,-2-1 0 0 0,-1-1 0 0 0,29-55 0 0 0,-45 71-554 0 0,9-23 0 0 0,-17 38-21 0 0,0 0 0 0 0,0 0 0 0 0,-1-1 0 0 0,0 1 0 0 0,0 0 0 0 0,0-1 0 0 0,-1 1 0 0 0,1-1 0 0 0,-2 1-1 0 0,0-8 1 0 0,1 11 4 0 0,0 1-1 0 0,0 0 0 0 0,0 0 0 0 0,-1 0 0 0 0,1 0 1 0 0,0 0-1 0 0,-1 0 0 0 0,1 0 0 0 0,-1 0 0 0 0,1 0 1 0 0,-1 0-1 0 0,0 0 0 0 0,1 0 0 0 0,-1 0 0 0 0,0 1 0 0 0,0-1 1 0 0,0 0-1 0 0,1 0 0 0 0,-1 1 0 0 0,0-1 0 0 0,0 0 1 0 0,0 1-1 0 0,0-1 0 0 0,-2 0 0 0 0,1 1 10 0 0,1 0 0 0 0,-1 0 0 0 0,0 0 0 0 0,0 0-1 0 0,0 0 1 0 0,0 0 0 0 0,0 0 0 0 0,0 1 0 0 0,0-1 0 0 0,1 1-1 0 0,-1-1 1 0 0,0 1 0 0 0,-2 1 0 0 0,-3 2 64 0 0,0 0 0 0 0,0 0 0 0 0,0 1 0 0 0,0 0 0 0 0,-8 8 0 0 0,2 1-9 0 0,0 1-1 0 0,1 0 1 0 0,1 1 0 0 0,0 0-1 0 0,1 0 1 0 0,-14 34 0 0 0,19-38-73 0 0,0-1 0 0 0,2 1 0 0 0,-1 0 0 0 0,2 0 0 0 0,-1 1 0 0 0,2-1 0 0 0,0 0 0 0 0,0 1 0 0 0,1-1 0 0 0,0 1 0 0 0,5 20 0 0 0,-5-29-16 0 0,1 0-1 0 0,0 0 1 0 0,1-1-1 0 0,-1 1 1 0 0,1 0-1 0 0,0-1 1 0 0,0 1 0 0 0,0-1-1 0 0,0 0 1 0 0,0 0-1 0 0,1 0 1 0 0,0 0-1 0 0,-1 0 1 0 0,1 0-1 0 0,5 4 1 0 0,-3-4-44 0 0,0-1 0 0 0,1 1 0 0 0,-1 0 0 0 0,0-1 0 0 0,1 0 1 0 0,-1-1-1 0 0,1 1 0 0 0,0-1 0 0 0,10 1 0 0 0,-4-1-99 0 0,-1-1 0 0 0,1-1 0 0 0,0 0-1 0 0,-1 0 1 0 0,1-1 0 0 0,-1 0 0 0 0,1-1 0 0 0,-1-1-1 0 0,0 0 1 0 0,12-6 0 0 0,-16 6 94 0 0,1-1 0 0 0,-1 1 0 0 0,0-2 0 0 0,-1 1 0 0 0,1-1 0 0 0,-1 0-1 0 0,0 0 1 0 0,-1-1 0 0 0,1 1 0 0 0,8-16 0 0 0,-7 10-28 0 0,-1-2 1 0 0,0 1-1 0 0,-1-1 0 0 0,-1 0 1 0 0,6-23-1 0 0,-1-7 253 0 0,-9 42 721 0 0,3 24 337 0 0,-1-9-1135 0 0,0 0-1 0 0,1 0 1 0 0,0 0 0 0 0,1 0 0 0 0,1 0 0 0 0,0-1 0 0 0,1 0 0 0 0,0 0 0 0 0,0-1-1 0 0,1 1 1 0 0,1-1 0 0 0,13 15 0 0 0,-18-23-83 0 0,-1-1-1 0 0,1 1 1 0 0,0-1 0 0 0,0 0 0 0 0,0 0-1 0 0,0 0 1 0 0,0 0 0 0 0,0 0-1 0 0,0-1 1 0 0,0 1 0 0 0,1-1-1 0 0,-1 0 1 0 0,1 0 0 0 0,-1 0 0 0 0,1-1-1 0 0,-1 1 1 0 0,1-1 0 0 0,-1 0-1 0 0,6 0 1 0 0,-6 0 4 0 0,0-1-1 0 0,0 1 1 0 0,0-1-1 0 0,-1 0 1 0 0,1 1 0 0 0,0-1-1 0 0,-1-1 1 0 0,1 1-1 0 0,-1 0 1 0 0,1 0 0 0 0,-1-1-1 0 0,1 0 1 0 0,-1 1-1 0 0,0-1 1 0 0,0 0 0 0 0,0 0-1 0 0,0 0 1 0 0,0 0-1 0 0,0 0 1 0 0,-1-1 0 0 0,1 1-1 0 0,-1-1 1 0 0,1 1-1 0 0,1-6 1 0 0,0-4 85 0 0,0-1-1 0 0,-1 0 0 0 0,0 0 1 0 0,-1 0-1 0 0,0-18 1 0 0,2-20 16 0 0,-1-16-160 0 0,-2 53-356 0 0,0-1 0 0 0,0 1-1 0 0,1-1 1 0 0,1 1 0 0 0,1-1 0 0 0,8-26 0 0 0,-1 25-2029 0 0,-5 17-1418 0 0,-3 1 3422 0 0,0-1-1 0 0,0 1 1 0 0,0 0-1 0 0,0 0 1 0 0,0-1-1 0 0,-1 1 1 0 0,1 1-1 0 0,-1-1 1 0 0,1 0 0 0 0,-1 0-1 0 0,2 4 1 0 0,11 31-2581 0 0,-10-26 2510 0 0,6 19-1341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134 192 9383 0 0,'11'-8'269'0'0,"-9"7"-230"0"0,0 0 0 0 0,-1-1 1 0 0,1 1-1 0 0,0 0 0 0 0,-1 0 1 0 0,1-1-1 0 0,-1 1 1 0 0,1-1-1 0 0,-1 0 0 0 0,0 1 1 0 0,0-1-1 0 0,0 0 0 0 0,0 0 1 0 0,0 0-1 0 0,0 1 0 0 0,0-1 1 0 0,0 0-1 0 0,0-2 0 0 0,3-17 1519 0 0,-2 16-694 0 0,-1 0 0 0 0,0-1 0 0 0,0-9 0 0 0,-1 14-759 0 0,0 1 0 0 0,0 0 0 0 0,0-1 1 0 0,0 1-1 0 0,0 0 0 0 0,0 0 0 0 0,0-1 1 0 0,0 1-1 0 0,-1 0 0 0 0,1 0 1 0 0,0-1-1 0 0,0 1 0 0 0,0 0 0 0 0,-1 0 1 0 0,1-1-1 0 0,0 1 0 0 0,0 0 0 0 0,0 0 1 0 0,-1 0-1 0 0,1-1 0 0 0,0 1 0 0 0,0 0 1 0 0,-1 0-1 0 0,1 0 0 0 0,0 0 0 0 0,-1 0 1 0 0,1 0-1 0 0,0 0 0 0 0,-1-1 1 0 0,1 1-1 0 0,0 0 0 0 0,0 0 0 0 0,-1 0 1 0 0,1 0-1 0 0,0 0 0 0 0,-1 0 0 0 0,1 1 1 0 0,0-1-1 0 0,-1 0 0 0 0,1 0 0 0 0,0 0 1 0 0,0 0-1 0 0,-1 0 0 0 0,1 0 1 0 0,0 0-1 0 0,0 1 0 0 0,-1-1 0 0 0,1 0 1 0 0,-1 0-1 0 0,-14 9 1075 0 0,5-2-635 0 0,1 0-1 0 0,0 1 0 0 0,0 0 0 0 0,1 0 0 0 0,0 1 1 0 0,-10 15-1 0 0,0 4 226 0 0,-16 32 1 0 0,29-51-672 0 0,1 1-1 0 0,0-1 1 0 0,0 1 0 0 0,1 0-1 0 0,0 0 1 0 0,-2 13 0 0 0,5-22-101 0 0,0 0 1 0 0,0 0-1 0 0,0 0 1 0 0,0-1-1 0 0,0 1 1 0 0,0 0-1 0 0,0 0 1 0 0,0 0-1 0 0,1 0 1 0 0,-1-1-1 0 0,0 1 1 0 0,0 0-1 0 0,1 0 1 0 0,0 1-1 0 0,4 0-22 0 0,-5-2 17 0 0,3 2-41 0 0,-1-1 0 0 0,1 0-1 0 0,0 0 1 0 0,-1-1-1 0 0,1 1 1 0 0,0-1 0 0 0,0 1-1 0 0,-1-1 1 0 0,1 0 0 0 0,0 0-1 0 0,0 0 1 0 0,-1 0-1 0 0,1 0 1 0 0,0-1 0 0 0,0 1-1 0 0,-1-1 1 0 0,1 0-1 0 0,0 0 1 0 0,-1 0 0 0 0,4-2-1 0 0,3-1-185 0 0,0-1-1 0 0,-1 0 0 0 0,0 0 1 0 0,12-10-1 0 0,-5 1-81 0 0,0 0 0 0 0,-1 0 0 0 0,13-19 0 0 0,-21 24 182 0 0,1 0 0 0 0,-2 0 0 0 0,1-1 0 0 0,-1 0 0 0 0,-1 0 0 0 0,0 0 0 0 0,4-15 0 0 0,-6 17 151 0 0,-2 6 65 0 0,-3 4-52 0 0,1 0-1 0 0,0 0 1 0 0,-1 0 0 0 0,1 0 0 0 0,0 0 0 0 0,0 1-1 0 0,0-1 1 0 0,0 1 0 0 0,0-1 0 0 0,1 1 0 0 0,-1 0-1 0 0,1 0 1 0 0,0 0 0 0 0,0-1 0 0 0,0 1 0 0 0,0 0-1 0 0,0 0 1 0 0,1 1 0 0 0,-1-1 0 0 0,1 4 0 0 0,-1-3-18 0 0,1 1 1 0 0,0-1-1 0 0,0 1 1 0 0,0 0 0 0 0,0-1-1 0 0,1 1 1 0 0,0 0 0 0 0,0-1-1 0 0,0 1 1 0 0,1-1 0 0 0,-1 0-1 0 0,1 1 1 0 0,3 3-1 0 0,-3-5-21 0 0,0 0-1 0 0,0 0 1 0 0,0-1-1 0 0,0 0 0 0 0,1 1 1 0 0,-1-1-1 0 0,1 0 0 0 0,-1 0 1 0 0,1 0-1 0 0,0 0 0 0 0,0-1 1 0 0,0 1-1 0 0,0-1 1 0 0,0 0-1 0 0,0 0 0 0 0,4 1 1 0 0,-3-1-46 0 0,1-1 0 0 0,-1 0 1 0 0,0 0-1 0 0,1 0 0 0 0,-1 0 1 0 0,1-1-1 0 0,-1 1 0 0 0,0-1 1 0 0,0 0-1 0 0,1-1 0 0 0,3-1 1 0 0,0 0-42 0 0,0-1-1 0 0,0 0 1 0 0,-1-1 0 0 0,1 0 0 0 0,-1 0 0 0 0,0-1 0 0 0,0 0 0 0 0,-1 0 0 0 0,0 0-1 0 0,0-1 1 0 0,8-11 0 0 0,4-14 147 0 0,-1 0-1 0 0,15-42 1 0 0,-31 73 600 0 0,0 11 371 0 0,5 87-554 0 0,37 338 2983 0 0,-38-412-3425 0 0,-2-9 19 0 0,0 0 1 0 0,-1 0 0 0 0,0 25-1 0 0,-2-37 83 0 0,-2-2-126 0 0,1 0 0 0 0,0-1 0 0 0,-1 1 0 0 0,1-1 1 0 0,0 1-1 0 0,0-1 0 0 0,0 0 0 0 0,-1 1 0 0 0,1-1 0 0 0,0 0 0 0 0,0 0 0 0 0,0 0 0 0 0,0 0 0 0 0,0 0 0 0 0,0 0 0 0 0,1 0 1 0 0,-1 0-1 0 0,0 0 0 0 0,0 0 0 0 0,1 0 0 0 0,-1-1 0 0 0,0-1 0 0 0,-11-28 14 0 0,6 3-57 0 0,1 0-1 0 0,1 0 1 0 0,1 0-1 0 0,1 0 1 0 0,3-33-1 0 0,23-141-226 0 0,-17 165 199 0 0,18-58 0 0 0,-21 82 49 0 0,1 0 1 0 0,1 0 0 0 0,0 1 0 0 0,1-1-1 0 0,0 1 1 0 0,1 1 0 0 0,14-18 0 0 0,-19 26 14 0 0,1 0 1 0 0,-1 0 0 0 0,1 0-1 0 0,0 1 1 0 0,-1-1 0 0 0,1 1-1 0 0,0 0 1 0 0,0 0 0 0 0,1 0-1 0 0,-1 1 1 0 0,0 0 0 0 0,0 0 0 0 0,1 0-1 0 0,-1 0 1 0 0,1 0 0 0 0,-1 1-1 0 0,1 0 1 0 0,-1 0 0 0 0,6 1-1 0 0,-7-1 6 0 0,0 1-1 0 0,0-1 1 0 0,0 1 0 0 0,0 0-1 0 0,0 0 1 0 0,0 0 0 0 0,-1 0-1 0 0,1 0 1 0 0,0 1-1 0 0,-1-1 1 0 0,1 1 0 0 0,-1 0-1 0 0,0 0 1 0 0,0-1 0 0 0,1 2-1 0 0,-1-1 1 0 0,0 0-1 0 0,-1 0 1 0 0,1 1 0 0 0,0-1-1 0 0,-1 1 1 0 0,1-1-1 0 0,-1 1 1 0 0,0 0 0 0 0,0-1-1 0 0,0 1 1 0 0,0 0 0 0 0,0 0-1 0 0,0 5 1 0 0,0 4 14 0 0,-1 1 1 0 0,0-1-1 0 0,0 1 0 0 0,-2-1 1 0 0,1 0-1 0 0,-2 1 1 0 0,1-1-1 0 0,-7 14 0 0 0,0-1 26 0 0,-1 0 0 0 0,-24 40 0 0 0,-1-12-305 0 0,21-33-98 0 0,-16 31 0 0 0,29-51 263 0 0,1 1 0 0 0,-1 0-1 0 0,1 0 1 0 0,-1 0 0 0 0,1-1 0 0 0,0 1-1 0 0,-1 0 1 0 0,1 0 0 0 0,0 0 0 0 0,0 0-1 0 0,-1 0 1 0 0,1 0 0 0 0,0 0 0 0 0,0 0-1 0 0,0-1 1 0 0,0 1 0 0 0,1 2 0 0 0,-1-3-59 0 0,0 0 0 0 0,1 0 1 0 0,-1 0-1 0 0,0 1 1 0 0,1-1-1 0 0,-1 0 1 0 0,0 0-1 0 0,1 0 1 0 0,-1 0-1 0 0,0 0 1 0 0,1 0-1 0 0,-1 0 0 0 0,1 0 1 0 0,-1 0-1 0 0,0 0 1 0 0,1 0-1 0 0,-1 0 1 0 0,0 0-1 0 0,1 0 1 0 0,-1 0-1 0 0,1 0 1 0 0,-1 0-1 0 0,0 0 0 0 0,1 0 1 0 0,-1-1-1 0 0,0 1 1 0 0,1 0-1 0 0,5-3-1112 0 0,0 0-1 0 0,0-1 1 0 0,7-5-1 0 0,9-8-965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4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57 364 3223 0 0,'6'-9'71'0'0,"-1"3"105"0"0,0-1 1 0 0,0 1-1 0 0,10-10 12246 0 0,-21 25-8664 0 0,5-7-3160 0 0,-54 101 3748 0 0,49-90-3863 0 0,1 0 0 0 0,0 1-1 0 0,1 0 1 0 0,0 0 0 0 0,2 0 0 0 0,-2 17 0 0 0,3-29-502 0 0,1 1-1 0 0,0-1 0 0 0,0 0 1 0 0,1 0-1 0 0,-1 1 1 0 0,0-1-1 0 0,1 0 1 0 0,-1 1-1 0 0,1-1 1 0 0,0 0-1 0 0,0 0 1 0 0,0 0-1 0 0,0 0 1 0 0,0 0-1 0 0,0 0 0 0 0,1 0 1 0 0,2 3-1 0 0,-3-4-7 0 0,1 0-1 0 0,-1 0 0 0 0,1 0 0 0 0,0 0 0 0 0,-1 0 0 0 0,1 0 0 0 0,0 0 0 0 0,0 0 0 0 0,0-1 1 0 0,0 1-1 0 0,0-1 0 0 0,0 1 0 0 0,0-1 0 0 0,0 0 0 0 0,0 0 0 0 0,0 0 0 0 0,0 0 0 0 0,0 0 1 0 0,0 0-1 0 0,3-1 0 0 0,0 0-147 0 0,1-1 1 0 0,-1 1 0 0 0,0-1-1 0 0,0 0 1 0 0,-1 0-1 0 0,1-1 1 0 0,0 1 0 0 0,-1-1-1 0 0,1 0 1 0 0,-1 0-1 0 0,0-1 1 0 0,0 1-1 0 0,0-1 1 0 0,-1 0 0 0 0,5-6-1 0 0,-4 4 72 0 0,0-1 0 0 0,0 1-1 0 0,-1-1 1 0 0,0 0 0 0 0,0 0 0 0 0,-1 0-1 0 0,1-1 1 0 0,-2 1 0 0 0,1-1-1 0 0,0-7 1 0 0,1-91 336 0 0,-3 88-50 0 0,0 17 881 0 0,2 1-1001 0 0,0 1-1 0 0,0-1 1 0 0,0 1-1 0 0,0 0 1 0 0,0 0-1 0 0,0 0 1 0 0,0 0-1 0 0,-1 0 1 0 0,3 2-1 0 0,-2-2 0 0 0,1 2 12 0 0,0 0 0 0 0,0 0 0 0 0,0 0-1 0 0,0 0 1 0 0,0 0 0 0 0,0 0 0 0 0,-1 1 0 0 0,0-1 0 0 0,1 1 0 0 0,-1 0 0 0 0,-1 0 0 0 0,3 5 0 0 0,0 5 219 0 0,0 1 0 0 0,2 17 1 0 0,3 10 74 0 0,-5-26 57 0 0,-4-13 262 0 0,-2-10-442 0 0,0-5-232 0 0,1 0-1 0 0,0 0 1 0 0,0 1-1 0 0,1-1 0 0 0,1 0 1 0 0,0 0-1 0 0,1 0 0 0 0,4-17 1 0 0,1 3-101 0 0,1 1 1 0 0,21-42 0 0 0,-25 58-82 0 0,0 0 0 0 0,1 0 1 0 0,0 1-1 0 0,1 0 0 0 0,0-1 1 0 0,0 2-1 0 0,1-1 0 0 0,0 1 1 0 0,14-12-1 0 0,-19 18-11 0 0,-1 0 0 0 0,1 0 1 0 0,0 0-1 0 0,0 1 0 0 0,0-1 0 0 0,0 1 0 0 0,0-1 1 0 0,0 1-1 0 0,0-1 0 0 0,0 1 0 0 0,0 0 0 0 0,0 0 1 0 0,0 0-1 0 0,0 0 0 0 0,0 1 0 0 0,0-1 0 0 0,0 0 1 0 0,0 1-1 0 0,3 1 0 0 0,3 1-572 0 0,0 1 0 0 0,0 0 0 0 0,10 6 0 0 0,8 5 55 0 0,-7-7 272 0 0,1 0-1 0 0,0-2 1 0 0,20 4 0 0 0,-38-9 517 0 0,0 2 39 0 0,-2-3-109 0 0,1 0 1 0 0,-1 0-1 0 0,0 0 1 0 0,0 0-1 0 0,0 0 1 0 0,1 0-1 0 0,-1 0 1 0 0,0 0-1 0 0,0 0 1 0 0,0 0-1 0 0,1 1 1 0 0,-1-1-1 0 0,0 0 1 0 0,0 0-1 0 0,0 0 1 0 0,0 0-1 0 0,0 0 1 0 0,0 1-1 0 0,1-1 1 0 0,-1 0-1 0 0,0 0 1 0 0,0 0-1 0 0,0 1 1 0 0,0-1-1 0 0,0 0 1 0 0,0 0-1 0 0,0 0 1 0 0,0 1-1 0 0,0-1 1 0 0,0 0-1 0 0,0 0 1 0 0,0 0-1 0 0,0 1 1 0 0,0 6 406 0 0,-1 0 1 0 0,0-1 0 0 0,0 1 0 0 0,-1 0-1 0 0,0-1 1 0 0,0 1 0 0 0,-4 6 0 0 0,-24 46 1689 0 0,18-39-1397 0 0,-33 63 503 0 0,-34 64 917 0 0,78-147-2146 0 0,1 0-1 0 0,0 0 1 0 0,0 1-1 0 0,0-1 1 0 0,0 0-1 0 0,-1 0 1 0 0,1 0-1 0 0,0 1 1 0 0,0-1-1 0 0,0 0 1 0 0,0 0-1 0 0,0 1 1 0 0,0-1-1 0 0,0 0 1 0 0,0 0-1 0 0,0 1 1 0 0,0-1-1 0 0,0 0 1 0 0,0 0-1 0 0,0 1 1 0 0,0-1-1 0 0,0 0 1 0 0,0 0 0 0 0,0 1-1 0 0,0-1 1 0 0,0 0-1 0 0,0 0 1 0 0,0 1-1 0 0,0-1 1 0 0,0 0-1 0 0,1 0 1 0 0,-1 0-1 0 0,0 1 1 0 0,0-1-1 0 0,0 0 1 0 0,0 0-1 0 0,1 0 1 0 0,-1 1-1 0 0,0-1 1 0 0,13-1-409 0 0,16-10-363 0 0,-17 3 669 0 0,-1 1 0 0 0,0-2 0 0 0,0 1 0 0 0,-1-1 0 0 0,0-1-1 0 0,-1 0 1 0 0,0-1 0 0 0,-1 1 0 0 0,0-1 0 0 0,0-1 0 0 0,-1 0 0 0 0,-1 0 0 0 0,0 0 0 0 0,0-1-1 0 0,-1 0 1 0 0,-1 0 0 0 0,4-19 0 0 0,0-4 119 0 0,-8 34 115 0 0,0 15-64 0 0,0-1-1 0 0,1 1 1 0 0,3 12 0 0 0,-3-20-65 0 0,0 0-1 0 0,1 0 1 0 0,0 0 0 0 0,0-1-1 0 0,0 1 1 0 0,1 0 0 0 0,-1-1-1 0 0,1 0 1 0 0,0 0-1 0 0,5 6 1 0 0,-6-8-119 0 0,0 0 0 0 0,1 1 0 0 0,-1-1 0 0 0,1 0 0 0 0,-1 0 0 0 0,1 0 0 0 0,0-1 0 0 0,0 1 0 0 0,0-1 0 0 0,0 1-1 0 0,0-1 1 0 0,0 0 0 0 0,0 0 0 0 0,0 0 0 0 0,0 0 0 0 0,0-1 0 0 0,1 0 0 0 0,-1 1 0 0 0,0-1 0 0 0,0 0 0 0 0,1 0 0 0 0,-1-1 0 0 0,0 1 0 0 0,0-1 0 0 0,1 0 0 0 0,-1 0 0 0 0,0 0 0 0 0,0 0-1 0 0,0 0 1 0 0,0 0 0 0 0,0-1 0 0 0,-1 0 0 0 0,5-2 0 0 0,2-3-410 0 0,0 0-1 0 0,-1 0 1 0 0,0 0-1 0 0,0-1 1 0 0,-1-1-1 0 0,1 1 1 0 0,-2-1-1 0 0,1-1 1 0 0,-2 1-1 0 0,1-1 0 0 0,-1 0 1 0 0,0 0-1 0 0,3-12 1 0 0,0 0-344 0 0,0-1 1 0 0,-2-1-1 0 0,6-33 0 0 0,-8 28 1024 0 0,17-159 4894 0 0,-20 165 1010 0 0,-3 25-5700 0 0,0 0 0 0 0,1 0-1 0 0,-1 1 1 0 0,1-1-1 0 0,0 1 1 0 0,0-1-1 0 0,0 1 1 0 0,0-1-1 0 0,0 1 1 0 0,1 0-1 0 0,-1 3 1 0 0,0-4-254 0 0,-11 61 695 0 0,-6 84 1 0 0,19 94-2966 0 0,0-199 333 0 0,1-8-2467 0 0,-3-21-3109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7831 0 0,'0'-1'603'0'0,"1"-5"-704"0"0,0-4 893 0 0,1 1-1 0 0,0 0 1 0 0,0 0-1 0 0,1 0 1 0 0,0 0-1 0 0,6-10 1 0 0,-4 10 77 0 0,1 1 1 0 0,0-1-1 0 0,1 1 0 0 0,-1 0 0 0 0,15-12 1 0 0,44-30 1348 0 0,-46 36-1743 0 0,-12 9-301 0 0,-1 0 0 0 0,1 1 0 0 0,0 0-1 0 0,0 0 1 0 0,0 1 0 0 0,1 0 0 0 0,-1 0 0 0 0,1 1 0 0 0,0 0-1 0 0,14-2 1 0 0,-20 4 349 0 0,6 8 575 0 0,-7-5-973 0 0,0-1 0 0 0,0 1 0 0 0,0-1-1 0 0,0 1 1 0 0,-1-1 0 0 0,1 1-1 0 0,-1 0 1 0 0,0-1 0 0 0,1 1-1 0 0,-1-1 1 0 0,0 1 0 0 0,0 0 0 0 0,-1-1-1 0 0,1 1 1 0 0,-1 0 0 0 0,-1 4-1 0 0,-2 6 176 0 0,0-1-1 0 0,-7 14 0 0 0,7-19-251 0 0,-3 9 94 0 0,-5 9 13 0 0,1 0 1 0 0,2 1-1 0 0,0 0 0 0 0,-7 37 0 0 0,16-54-164 0 0,0-9-5 0 0,1 1-1 0 0,0 0 1 0 0,-1 0-1 0 0,1 0 1 0 0,0-1-1 0 0,0 1 1 0 0,-1 0 0 0 0,1-1-1 0 0,0 1 1 0 0,0-1-1 0 0,0 1 1 0 0,0-1-1 0 0,0 1 1 0 0,0-1-1 0 0,-1 0 1 0 0,1 1 0 0 0,0-1-1 0 0,0 0 1 0 0,0 0-1 0 0,2 1 1 0 0,-2-1 0 0 0,6 0-123 0 0,0 1 1 0 0,0-1 0 0 0,0 0-1 0 0,0 0 1 0 0,0-1 0 0 0,0 0 0 0 0,-1 0-1 0 0,1-1 1 0 0,0 0 0 0 0,0 0-1 0 0,-1-1 1 0 0,8-3 0 0 0,-1-1-92 0 0,1 0 0 0 0,-1-1 1 0 0,0-1-1 0 0,17-15 0 0 0,-14 7-257 0 0,0 0-1 0 0,-2-1 0 0 0,0-1 1 0 0,-1 0-1 0 0,16-33 1 0 0,-29 52 452 0 0,1-1-64 0 0,0-1 1 0 0,-1 1-1 0 0,1 0 0 0 0,-1 0 0 0 0,1 0 0 0 0,-1-1 0 0 0,0 1 0 0 0,1 0 0 0 0,-1-1 0 0 0,0 1 0 0 0,0-2 0 0 0,0 2 66 0 0,0 0 0 0 0,-1 0-1 0 0,1 0 1 0 0,0 0 0 0 0,-1 0 0 0 0,1 0-1 0 0,-1 0 1 0 0,0 0 0 0 0,1 0-1 0 0,-1 0 1 0 0,0 1 0 0 0,1-1-1 0 0,-1 0 1 0 0,0 0 0 0 0,0 1 0 0 0,0-1-1 0 0,0 1 1 0 0,1-1 0 0 0,-1 1-1 0 0,0-1 1 0 0,0 1 0 0 0,0-1-1 0 0,-2 0 1 0 0,-47-16 327 0 0,35 13-211 0 0,1-1 0 0 0,0-1 0 0 0,0 0 0 0 0,1 0 1 0 0,-17-12-1 0 0,22 10-966 0 0,1-1-57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5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49 171 5527 0 0,'0'0'423'0'0,"-9"-3"-262"0"0,8 3 241 0 0,1-1-1 0 0,-1 1 1 0 0,0 0-1 0 0,0-1 1 0 0,0 1-1 0 0,0 0 1 0 0,0 0-1 0 0,-1 0 1 0 0,1 0-1 0 0,0 0 1 0 0,0 0-1 0 0,0 0 1 0 0,0 0-1 0 0,0 0 1 0 0,0 1-1 0 0,0-1 1 0 0,0 0-1 0 0,0 1 1 0 0,0-1-1 0 0,1 0 1 0 0,-1 1-1 0 0,0-1 1 0 0,0 1-1 0 0,0 0 1 0 0,0-1-1 0 0,0 1 1 0 0,1 0-1 0 0,-2 1 1 0 0,-5 14 5511 0 0,4-2-6247 0 0,2-5 763 0 0,0 0 1 0 0,1-1-1 0 0,1 1 0 0 0,-1 0 1 0 0,1-1-1 0 0,1 1 1 0 0,-1 0-1 0 0,4 8 0 0 0,2 3 27 0 0,1 1-1 0 0,11 19 0 0 0,-16-34-409 0 0,0-1 0 0 0,0 0 0 0 0,0 0 0 0 0,1 0 0 0 0,0 0 0 0 0,0-1 0 0 0,1 1 0 0 0,8 6 0 0 0,-13-11-40 0 0,1 1-1 0 0,0 0 1 0 0,0-1 0 0 0,-1 1 0 0 0,1 0 0 0 0,0-1-1 0 0,0 1 1 0 0,0-1 0 0 0,0 1 0 0 0,-1-1 0 0 0,1 0-1 0 0,0 1 1 0 0,0-1 0 0 0,0 0 0 0 0,2 1 0 0 0,-1-1 7 0 0,-1 0-5 0 0,0 0 0 0 0,-1 1 1 0 0,1-1-1 0 0,0 0 0 0 0,-1 0 0 0 0,1 0 0 0 0,0 0 0 0 0,0 0 0 0 0,-1 1 0 0 0,1-1 0 0 0,0 0 0 0 0,-1-1 0 0 0,1 1 0 0 0,0 0 0 0 0,0 0 0 0 0,-1 0 0 0 0,1 0 0 0 0,0 0 0 0 0,-1-1 0 0 0,1 1 0 0 0,0 0 0 0 0,-1-1 0 0 0,1 1 0 0 0,-1 0 0 0 0,1-1 1 0 0,0 1-1 0 0,-1-1 0 0 0,1 1 0 0 0,-1-1 0 0 0,1 1 0 0 0,-1-1 0 0 0,0 0 0 0 0,1 1 0 0 0,-1-1 0 0 0,1 1 0 0 0,-1-1 0 0 0,0 0 0 0 0,0 1 0 0 0,1-1 0 0 0,-1 0 0 0 0,0 1 0 0 0,0-1 0 0 0,0 0 0 0 0,0 0 0 0 0,0 1 0 0 0,0-1 0 0 0,0-1 0 0 0,1 0 20 0 0,6-39 257 0 0,-5 26-113 0 0,1 1 0 0 0,0-1 0 0 0,10-26 0 0 0,50-84-2571 0 0,-44 94-968 0 0,42-53 0 0 0,-21 38-5812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6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2849 3223 0 0,'-10'37'312'0'0,"10"-36"520"0"0,-1 0 0 0 0,1 1 0 0 0,-1-1-1 0 0,1 0 1 0 0,-1 1 0 0 0,0-1-1 0 0,1 0 1 0 0,-1 0 0 0 0,0 0-1 0 0,0 1 1 0 0,0-1 0 0 0,0 0 0 0 0,0 0-1 0 0,-2 1 1 0 0,2-2-567 0 0,1 0 0 0 0,-1 1 0 0 0,1-1 0 0 0,-1 0 0 0 0,1 0 0 0 0,-1 0 0 0 0,1 0 0 0 0,-1 0 0 0 0,0 0 0 0 0,1 0 0 0 0,-1 0 0 0 0,1 0 0 0 0,-1 0-1 0 0,1 0 1 0 0,-1 0 0 0 0,1-1 0 0 0,-1 1 0 0 0,0 0 0 0 0,1 0 0 0 0,-1 0 0 0 0,1-1 0 0 0,-1 1 0 0 0,0-1 0 0 0,-1-1 47 0 0,0 0-1 0 0,0 0 1 0 0,0 0-1 0 0,1 0 1 0 0,-1 0 0 0 0,1 0-1 0 0,-1-1 1 0 0,1 1-1 0 0,-2-5 1 0 0,-4-15 115 0 0,2-1 1 0 0,0 0-1 0 0,2 0 0 0 0,-2-29 1 0 0,2 12-181 0 0,-28-541 634 0 0,41-1-865 0 0,50-238-559 0 0,-46 709-632 0 0,45-174 0 0 0,-59 285 1170 0 0,3-9-113 0 0,-1-1 0 0 0,0 1 0 0 0,0-11-1 0 0,-3 15 93 0 0,1 5 29 0 0,0-1 0 0 0,0 1 1 0 0,0 0-1 0 0,0-1 0 0 0,0 1 0 0 0,0 0 1 0 0,0-1-1 0 0,0 1 0 0 0,-1 0 1 0 0,1-1-1 0 0,0 1 0 0 0,0 0 0 0 0,0 0 1 0 0,-1-1-1 0 0,1 1 0 0 0,0 0 0 0 0,0 0 1 0 0,-1 0-1 0 0,1-1 0 0 0,0 1 1 0 0,-1 0-1 0 0,1 0 0 0 0,0 0 0 0 0,0 0 1 0 0,-1-1-1 0 0,1 1 0 0 0,0 0 0 0 0,-1 0 1 0 0,1 0-1 0 0,0 0 0 0 0,-1 0 1 0 0,1 0-1 0 0,0 0 0 0 0,-1 0 0 0 0,1 0 1 0 0,0 0-1 0 0,-1 0 0 0 0,1 0 1 0 0,0 0-1 0 0,-1 1 0 0 0,1-1 0 0 0,0 0 1 0 0,-1 0-1 0 0,1 0 0 0 0,0 0 0 0 0,-1 0 1 0 0,1 1-1 0 0,0-1 0 0 0,0 0 1 0 0,-1 0-1 0 0,1 1 0 0 0,0-1 0 0 0,0 0 1 0 0,-1 0-1 0 0,1 1 0 0 0,0-1 0 0 0,-13 17 176 0 0,-2 9-24 0 0,-13 36-1 0 0,-7 12 113 0 0,30-66-215 0 0,0 0 1 0 0,0 0-1 0 0,0 0 1 0 0,-12 11-1 0 0,14-16-23 0 0,-1 1-1 0 0,0-1 1 0 0,0 0-1 0 0,0-1 1 0 0,-1 1-1 0 0,1-1 1 0 0,-1 1-1 0 0,1-1 1 0 0,-1-1 0 0 0,-7 3-1 0 0,9-3-9 0 0,0-1 1 0 0,0 1-1 0 0,0-1 0 0 0,1 0 0 0 0,-1 1 1 0 0,0-2-1 0 0,0 1 0 0 0,0 0 0 0 0,0 0 1 0 0,0-1-1 0 0,0 1 0 0 0,0-1 0 0 0,1 0 1 0 0,-1 0-1 0 0,-5-3 0 0 0,7 3-13 0 0,-1 0-1 0 0,1 0 1 0 0,-1 0 0 0 0,1-1 0 0 0,-1 1-1 0 0,1 0 1 0 0,0-1 0 0 0,0 0-1 0 0,0 1 1 0 0,0-1 0 0 0,0 0-1 0 0,0 1 1 0 0,0-1 0 0 0,0 0-1 0 0,1 0 1 0 0,-1 0 0 0 0,1 1 0 0 0,-1-1-1 0 0,1 0 1 0 0,0 0 0 0 0,0 0-1 0 0,0 0 1 0 0,0 0 0 0 0,0 0-1 0 0,0-2 1 0 0,3-17-29 0 0,1 0-1 0 0,1 1 1 0 0,0 0-1 0 0,16-35 1 0 0,42-75-189 0 0,-51 106 204 0 0,-5 11-4 0 0,7-15-34 0 0,1 2-1 0 0,35-49 1 0 0,-47 71 56 0 0,1 0 1 0 0,0 1-1 0 0,0-1 1 0 0,0 1-1 0 0,1 0 0 0 0,-1 0 1 0 0,1 0-1 0 0,0 0 1 0 0,4-1-1 0 0,-7 3 94 0 0,9 10 269 0 0,-7-5-259 0 0,0 1 0 0 0,0 0 0 0 0,0 0 0 0 0,-1 0 0 0 0,1 0 0 0 0,-1 0 0 0 0,-1 1 0 0 0,1 0 1 0 0,2 6-1 0 0,1 10 177 0 0,5 26 0 0 0,-1-2-163 0 0,-1-14-326 0 0,2 0 0 0 0,0-1 0 0 0,32 58 0 0 0,-37-80-479 0 0,1 0 0 0 0,0 0 1 0 0,0 0-1 0 0,12 9 0 0 0,-1-1-979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6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274 200 14599 0 0,'-1'-14'719'0'0,"-8"-96"690"0"0,0 64 2113 0 0,8 45-3269 0 0,1-1 0 0 0,-1 0 0 0 0,1 0 0 0 0,-1 1 0 0 0,1-1 0 0 0,-1 1 0 0 0,0-1 0 0 0,0 1 0 0 0,0-1 0 0 0,0 1 1 0 0,0-1-1 0 0,0 1 0 0 0,0 0 0 0 0,0-1 0 0 0,-1 1 0 0 0,1 0 0 0 0,-3-2 0 0 0,3 3-146 0 0,0-1 0 0 0,-1 1 0 0 0,1 0 0 0 0,0 0 0 0 0,0 0 0 0 0,0 0 0 0 0,0 0 0 0 0,0 0 0 0 0,0 0 0 0 0,0 0 0 0 0,-1 1-1 0 0,1-1 1 0 0,0 0 0 0 0,0 1 0 0 0,0-1 0 0 0,0 1 0 0 0,0-1 0 0 0,0 1 0 0 0,0-1 0 0 0,0 1 0 0 0,0-1 0 0 0,1 1 0 0 0,-1 0 0 0 0,0 0 0 0 0,0 0 0 0 0,0-1 0 0 0,1 1 0 0 0,-1 0-1 0 0,0 2 1 0 0,-13 16 358 0 0,2 1 0 0 0,0 1 0 0 0,1 0 0 0 0,-12 35 1 0 0,15-38-301 0 0,-23 60 168 0 0,-32 125 0 0 0,53-160-229 0 0,2 2-1 0 0,2-1 1 0 0,1 1-1 0 0,3 71 1 0 0,3-102-111 0 0,0 0-1 0 0,1-1 1 0 0,0 1 0 0 0,2-1-1 0 0,-1 1 1 0 0,2-1 0 0 0,0 0-1 0 0,8 17 1 0 0,-10-25 3 0 0,0 0-1 0 0,0 0 1 0 0,1 0-1 0 0,-1-1 1 0 0,1 0-1 0 0,0 1 1 0 0,0-1 0 0 0,0 0-1 0 0,1-1 1 0 0,-1 1-1 0 0,1-1 1 0 0,0 0-1 0 0,0 0 1 0 0,0 0-1 0 0,0-1 1 0 0,1 0 0 0 0,-1 0-1 0 0,1 0 1 0 0,-1-1-1 0 0,1 0 1 0 0,0 0-1 0 0,8 1 1 0 0,-2-3-33 0 0,-1 0 0 0 0,1 0 0 0 0,-1-1 0 0 0,1 0 0 0 0,-1-1 0 0 0,0-1 0 0 0,0 1 0 0 0,0-2 0 0 0,-1 0 0 0 0,1 0 0 0 0,15-11 0 0 0,-8 3-39 0 0,1 0 0 0 0,-2-2 0 0 0,0 0 0 0 0,30-35 0 0 0,-30 29 59 0 0,-1-1 0 0 0,-2-1 0 0 0,0 0-1 0 0,-1-1 1 0 0,-1 0 0 0 0,-2-1 0 0 0,0-1 0 0 0,-2 1 0 0 0,0-1 0 0 0,-2-1-1 0 0,-1 1 1 0 0,-1-1 0 0 0,-1 0 0 0 0,-2 0 0 0 0,-1 0 0 0 0,0 0 0 0 0,-3 0-1 0 0,0 0 1 0 0,-1 0 0 0 0,-15-49 0 0 0,14 62-24 0 0,-1 1 0 0 0,1 0 1 0 0,-2 0-1 0 0,0 0 0 0 0,-1 0 0 0 0,0 1 1 0 0,-1 1-1 0 0,-15-17 0 0 0,20 24-200 0 0,0 0 0 0 0,0 1 0 0 0,0 0 0 0 0,-1 0 0 0 0,1 0-1 0 0,-1 1 1 0 0,0 0 0 0 0,0-1 0 0 0,1 2 0 0 0,-1-1 0 0 0,-8-1 0 0 0,8 2-345 0 0,1 1 1 0 0,-1 0 0 0 0,1 0 0 0 0,0 0 0 0 0,-1 1-1 0 0,1-1 1 0 0,-1 1 0 0 0,1 0 0 0 0,0 0 0 0 0,0 1-1 0 0,0-1 1 0 0,0 1 0 0 0,0 0 0 0 0,0 0-1 0 0,-6 4 1 0 0,-8 8-7063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7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16527 0 0,'1'1'3174'0'0,"2"3"-2522"0"0,0 0 0 0 0,0 0 0 0 0,0 0 1 0 0,0 0-1 0 0,-1 0 0 0 0,0 1 1 0 0,0-1-1 0 0,0 1 0 0 0,2 5 0 0 0,0 8 577 0 0,3 22 0 0 0,-1-9-539 0 0,3 16-351 0 0,3-1 0 0 0,2-1 0 0 0,25 60 0 0 0,21 21-2802 0 0,-49-110-5279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7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43 10135 0 0,'0'0'919'0'0,"-1"-2"-759"0"0,-13-10 335 0 0,-23-17 13223 0 0,19 35-11490 0 0,14-4-2107 0 0,0 1-1 0 0,-1 0 1 0 0,1 0-1 0 0,1 0 1 0 0,-1 1-1 0 0,0 0 1 0 0,1-1-1 0 0,0 1 1 0 0,-1 0-1 0 0,2 0 1 0 0,-6 9-1 0 0,5-6 18 0 0,0 0 1 0 0,0-1-1 0 0,1 1 0 0 0,-1 1 0 0 0,2-1 1 0 0,-1 0-1 0 0,-1 11 0 0 0,3-15-138 0 0,1 0 0 0 0,-1 0 0 0 0,0-1 0 0 0,1 1 0 0 0,-1 0 0 0 0,2 4 0 0 0,0 0 0 0 0,-1-5 0 0 0,-1-1 0 0 0,0 0 0 0 0,1 0-1 0 0,-1 1 1 0 0,1-1 0 0 0,-1 0 0 0 0,1 0 0 0 0,-1 0 0 0 0,1 0 0 0 0,0 1-1 0 0,0-1 1 0 0,0 0 0 0 0,-1-1 0 0 0,1 1 0 0 0,0 0 0 0 0,0 0-1 0 0,0 0 1 0 0,0 0 0 0 0,1-1 0 0 0,-1 1 0 0 0,0 0 0 0 0,0-1 0 0 0,0 1-1 0 0,0-1 1 0 0,1 0 0 0 0,-1 1 0 0 0,0-1 0 0 0,0 0 0 0 0,1 0-1 0 0,-1 1 1 0 0,0-1 0 0 0,1 0 0 0 0,-1 0 0 0 0,0-1 0 0 0,3 1 0 0 0,0 0-8 0 0,1-1-22 0 0,-1 1 0 0 0,0-1 1 0 0,1 0-1 0 0,-1-1 1 0 0,0 1-1 0 0,0-1 0 0 0,0 1 1 0 0,0-1-1 0 0,0 0 0 0 0,4-3 1 0 0,4-3-178 0 0,18-17 1 0 0,-21 17-137 0 0,-1 0 0 0 0,0 0 1 0 0,-1-1-1 0 0,0 0 0 0 0,0-1 0 0 0,-1 0 0 0 0,0 0 1 0 0,0 0-1 0 0,3-12 0 0 0,-9 15-6152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7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78 11519 0 0,'-1'-8'1040'0'0,"0"2"-895"0"0,0 1 0 0 0,1-1 0 0 0,0 1 0 0 0,0-1 0 0 0,1-7 0 0 0,4-16 16088 0 0,-5 33-15931 0 0,0 0 0 0 0,-1 0 0 0 0,0-1 0 0 0,-2 8-1 0 0,-2 3-98 0 0,4-6-112 0 0,-22 102 579 0 0,20-86-574 0 0,0-1 0 0 0,2 43 0 0 0,0-59-96 0 0,1-4 0 0 0,1-1 0 0 0,-1 1 0 0 0,0 0 0 0 0,1-1 0 0 0,-1 1 0 0 0,1-1 0 0 0,0 1 0 0 0,0-1 0 0 0,0 1 0 0 0,2 3 0 0 0,2 2 0 0 0,-2-6 0 0 0,-1 0 0 0 0,1-1 0 0 0,0 1 0 0 0,0-1 0 0 0,0 0 0 0 0,0 1 0 0 0,0-1 0 0 0,0-1 0 0 0,0 1 0 0 0,0 0 0 0 0,0-1 0 0 0,0 1 0 0 0,0-1 0 0 0,0 0 0 0 0,0 0 0 0 0,1 0 0 0 0,3-1 0 0 0,8-2 0 0 0,-1 0 0 0 0,21-6 0 0 0,-18 4 0 0 0,18-7-409 0 0,-1-1 1 0 0,48-25-1 0 0,-28 12-8675 0 0,-29 14-438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8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1 353 8287 0 0,'0'0'639'0'0,"0"-1"-58"0"0,-1-1-151 0 0,1 1-1 0 0,0 0 0 0 0,0-1 0 0 0,0 1 1 0 0,0-1-1 0 0,0 1 0 0 0,0 0 0 0 0,1-1 1 0 0,-1 1-1 0 0,0 0 0 0 0,1-1 0 0 0,-1 1 1 0 0,1 0-1 0 0,-1-1 0 0 0,1 1 0 0 0,0 0 1 0 0,0-2-1 0 0,1 2-58 0 0,-1-1 0 0 0,1 0 0 0 0,0 1 0 0 0,0-1 0 0 0,-1 1 0 0 0,1-1 1 0 0,0 1-1 0 0,0 0 0 0 0,4-2 0 0 0,4 0 152 0 0,0-1 1 0 0,1 2-1 0 0,18-4 0 0 0,-18 4 22 0 0,236-31 2962 0 0,-87 13-2358 0 0,313-47-42 0 0,431-49-910 0 0,-105 61-197 0 0,-756 53-51 0 0,65 2-218 0 0,-100 1 252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3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22431 0 0,'0'-1'2032'0'0,"-4"-2"-169"0"0,8 4-1598 0 0,0 0 0 0 0,0 0-1 0 0,0 0 1 0 0,0 0 0 0 0,7 4 0 0 0,3 0 178 0 0,215 56 522 0 0,-201-55-908 0 0,-7-3-56 0 0,38 14 1 0 0,-50-12-2 0 0,-8-5 0 0 0,0 1 0 0 0,0 0 0 0 0,0 0 0 0 0,-1 0 0 0 0,1 0-1 0 0,0-1 1 0 0,-1 1 0 0 0,1 0 0 0 0,-1 0 0 0 0,1 0 0 0 0,-1 0 0 0 0,1 1 0 0 0,-1-1 0 0 0,0 0 0 0 0,0 0 0 0 0,1 0-1 0 0,-1 0 1 0 0,0 0 0 0 0,0 0 0 0 0,0 0 0 0 0,0 0 0 0 0,0 2 0 0 0,-1-1 8 0 0,0 1 0 0 0,0-1 1 0 0,1 1-1 0 0,-1-1 0 0 0,-1 0 0 0 0,1 1 1 0 0,0-1-1 0 0,-1 0 0 0 0,-1 3 0 0 0,-4 2 54 0 0,0 1 0 0 0,0-1-1 0 0,-15 10 1 0 0,1-3 96 0 0,0-2 1 0 0,0-1 0 0 0,-45 17 0 0 0,-16 8-1553 0 0,64-26-14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40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119 132 5527 0 0,'-21'-2'-371'0'0,"-30"-7"3985"0"0,46 8-2025 0 0,0-1 1 0 0,0 1-1 0 0,0-1 1 0 0,0-1-1 0 0,0 1 1 0 0,0-1-1 0 0,-6-4 4415 0 0,26 1-4987 0 0,-4 1-767 0 0,15 0 46 0 0,0 1 0 0 0,0 1 1 0 0,52 2-1 0 0,-8 0-121 0 0,241-11 27 0 0,105-6 36 0 0,-96 7-131 0 0,45-3 39 0 0,-286 8-137 0 0,184-7-720 0 0,-238 13-102 0 0,-1 1 1 0 0,0 2-1 0 0,0 0 1 0 0,0 2 0 0 0,39 12-1 0 0,-46-13-2393 0 0,-8-1-1085 0 0,1 0-2680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41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238 123 16759 0 0,'0'0'763'0'0,"-8"-13"290"0"0,5-3 5027 0 0,4 17-5780 0 0,0 3-186 0 0,1-1 1 0 0,-1 1-1 0 0,0 0 1 0 0,0-1-1 0 0,0 1 0 0 0,0 0 1 0 0,-1 0-1 0 0,0-1 0 0 0,1 1 1 0 0,-1 0-1 0 0,-1 0 0 0 0,1 0 1 0 0,-1-1-1 0 0,1 1 1 0 0,-1 0-1 0 0,-2 6 0 0 0,0-1 90 0 0,0 0 0 0 0,-1-1 0 0 0,1 0-1 0 0,-1 1 1 0 0,-1-1 0 0 0,-7 9 0 0 0,8-11-128 0 0,-1-1 1 0 0,-1 0-1 0 0,1 0 1 0 0,0 0 0 0 0,-1 0-1 0 0,0-1 1 0 0,0 0-1 0 0,-1-1 1 0 0,1 1-1 0 0,-10 3 1 0 0,12-6-38 0 0,-1 1 1 0 0,1-1-1 0 0,-1 0 1 0 0,1 0-1 0 0,-1 0 1 0 0,0-1-1 0 0,0 1 1 0 0,1-1-1 0 0,-1 0 1 0 0,0-1-1 0 0,1 1 1 0 0,-1-1-1 0 0,0 0 1 0 0,1 0-1 0 0,-1 0 1 0 0,-7-4-1 0 0,9 3-24 0 0,0 1-1 0 0,0 0 1 0 0,1-1-1 0 0,-1 0 1 0 0,1 1 0 0 0,-1-1-1 0 0,1 0 1 0 0,0 0-1 0 0,0 0 1 0 0,0-1-1 0 0,0 1 1 0 0,-3-5 0 0 0,4 4-12 0 0,0 1 0 0 0,1 0 0 0 0,-1 0 1 0 0,1-1-1 0 0,-1 1 0 0 0,1 0 0 0 0,0-1 1 0 0,0 1-1 0 0,0-1 0 0 0,0 1 0 0 0,0 0 1 0 0,1-1-1 0 0,-1 1 0 0 0,1 0 0 0 0,-1 0 1 0 0,1-1-1 0 0,1-2 0 0 0,3-7-36 0 0,1 1 0 0 0,0-1 1 0 0,0 1-1 0 0,1 0 0 0 0,1 0 0 0 0,0 0 1 0 0,0 1-1 0 0,17-15 0 0 0,-19 20 27 0 0,0-1-1 0 0,1 1 1 0 0,0 0-1 0 0,0 1 1 0 0,0-1-1 0 0,0 2 1 0 0,1-1-1 0 0,0 1 1 0 0,0 0-1 0 0,-1 0 1 0 0,2 1-1 0 0,-1 0 1 0 0,0 1 0 0 0,14-2-1 0 0,-18 4 14 0 0,0-1-1 0 0,0 0 1 0 0,0 1-1 0 0,0 0 1 0 0,0 0-1 0 0,0 0 1 0 0,0 1-1 0 0,-1-1 1 0 0,1 1 0 0 0,0 0-1 0 0,-1 0 1 0 0,0 0-1 0 0,1 0 1 0 0,-1 1-1 0 0,0-1 1 0 0,0 1-1 0 0,0 0 1 0 0,0 0 0 0 0,-1 0-1 0 0,1 0 1 0 0,-1 0-1 0 0,0 1 1 0 0,0-1-1 0 0,0 1 1 0 0,0-1-1 0 0,-1 1 1 0 0,1 0-1 0 0,-1 0 1 0 0,1 4 0 0 0,-1-4 24 0 0,0-1 1 0 0,-1 1-1 0 0,1 0 1 0 0,-1 0 0 0 0,0 0-1 0 0,0 0 1 0 0,0-1-1 0 0,0 1 1 0 0,-1 0 0 0 0,1 0-1 0 0,-1 0 1 0 0,0-1-1 0 0,0 1 1 0 0,-1 0-1 0 0,1-1 1 0 0,-1 1 0 0 0,0-1-1 0 0,0 0 1 0 0,0 1-1 0 0,0-1 1 0 0,0 0 0 0 0,-1 0-1 0 0,1 0 1 0 0,-1-1-1 0 0,0 1 1 0 0,0-1 0 0 0,0 1-1 0 0,0-1 1 0 0,0 0-1 0 0,-6 3 1 0 0,4-4-11 0 0,0 1 0 0 0,0-1 0 0 0,1 0 0 0 0,-1 0 0 0 0,0-1 0 0 0,0 1 0 0 0,0-1 0 0 0,0 0 0 0 0,0-1 0 0 0,0 1 0 0 0,0-1-1 0 0,0 0 1 0 0,0 0 0 0 0,1 0 0 0 0,-1-1 0 0 0,0 0 0 0 0,1 0 0 0 0,-1 0 0 0 0,1 0 0 0 0,-7-5 0 0 0,10 5-21 0 0,-1 0-1 0 0,0 0 1 0 0,1 0 0 0 0,-1 0-1 0 0,1 0 1 0 0,0 0 0 0 0,0 0 0 0 0,0 0-1 0 0,0-1 1 0 0,0 1 0 0 0,0 0-1 0 0,1-1 1 0 0,-1 1 0 0 0,1-1-1 0 0,-1 1 1 0 0,1 0 0 0 0,0-1-1 0 0,0 1 1 0 0,0-1 0 0 0,0 1 0 0 0,1-1-1 0 0,-1 1 1 0 0,1-1 0 0 0,0-2-1 0 0,1-3-17 0 0,1-1 0 0 0,0 1-1 0 0,0 0 1 0 0,1 0 0 0 0,7-12 0 0 0,-6 12-6 0 0,1 1 1 0 0,0-1 0 0 0,0 1 0 0 0,1 1-1 0 0,0-1 1 0 0,0 1 0 0 0,0 0 0 0 0,12-7-1 0 0,-15 11 14 0 0,0 0 0 0 0,0-1 0 0 0,1 1 0 0 0,-1 1-1 0 0,0-1 1 0 0,1 1 0 0 0,-1 0 0 0 0,1 0 0 0 0,-1 0 0 0 0,1 0-1 0 0,0 1 1 0 0,-1 0 0 0 0,1 0 0 0 0,0 0 0 0 0,-1 1 0 0 0,1-1-1 0 0,-1 1 1 0 0,9 2 0 0 0,-3 3 10 0 0,-8-3 2 0 0,1-1 0 0 0,-1 1 0 0 0,1 0 0 0 0,-1-1 0 0 0,0 1 0 0 0,0 0 0 0 0,-1 1 0 0 0,1-1-1 0 0,0 0 1 0 0,-1 0 0 0 0,0 1 0 0 0,0-1 0 0 0,0 1 0 0 0,1 6 0 0 0,-2-4 5 0 0,1-1 1 0 0,-2 1-1 0 0,1 0 1 0 0,-1-1-1 0 0,1 1 1 0 0,-2 0-1 0 0,1-1 1 0 0,-4 10-1 0 0,0-4 7 0 0,0-1 0 0 0,0 1 1 0 0,-1-1-1 0 0,0-1 0 0 0,-1 1 0 0 0,0-1 1 0 0,0 0-1 0 0,-17 13 0 0 0,12-11 46 0 0,-1-2 0 0 0,0 0 0 0 0,0-1 0 0 0,-20 10 0 0 0,24-14-97 0 0,-1 0 1 0 0,1-1-1 0 0,-1 0 1 0 0,0-1-1 0 0,0 0 1 0 0,1 0-1 0 0,-19 0 1 0 0,26-2-695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4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21511 0 0,'-6'-4'6795'0'0,"27"8"-6220"0"0,4 0-476 0 0,24-2-87 0 0,-13 0-10 0 0,1 0 1 0 0,50 11-1 0 0,-74-8-2 0 0,-11-4 5 0 0,0 0 0 0 0,-1 0-1 0 0,1 0 1 0 0,-1 1 0 0 0,1-1-1 0 0,-1 0 1 0 0,1 1 0 0 0,-1-1 0 0 0,0 1-1 0 0,0 0 1 0 0,0-1 0 0 0,0 1 0 0 0,0 0-1 0 0,0-1 1 0 0,0 1 0 0 0,1 4-1 0 0,-2-3 15 0 0,1 1-1 0 0,-1-1 1 0 0,1 0 0 0 0,-1 1-1 0 0,0-1 1 0 0,-1 1-1 0 0,1-1 1 0 0,-1 0-1 0 0,0 5 1 0 0,-2 1 31 0 0,0 0 0 0 0,0-1 0 0 0,-1 1 1 0 0,-1-1-1 0 0,1 0 0 0 0,-9 11 0 0 0,-124 148 685 0 0,102-125-1864 0 0,6-6-2865 0 0,12-17-5259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42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0 8287 0 0,'0'0'18047'0'0,"-3"9"-16278"0"0,-3 4-1215 0 0,0 1-1 0 0,0-1 1 0 0,-2 0-1 0 0,1-1 1 0 0,-18 21 0 0 0,-55 51-157 0 0,3-4-161 0 0,57-55-188 0 0,-13 15 277 0 0,45-37-390 0 0,-5-2 51 0 0,0-1-1 0 0,1-1 1 0 0,-1 1 0 0 0,0-1 0 0 0,0 0 0 0 0,0 0 0 0 0,0-1 0 0 0,0 0 0 0 0,12-6 0 0 0,5 0-4 0 0,401-101-911 0 0,-395 104 114 0 0,-28 5 334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43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7367 0 0,'-9'1'312'0'0,"4"-1"-177"0"0,0 0-1 0 0,1 1 1 0 0,-1 0 0 0 0,0-1-1 0 0,1 1 1 0 0,-1 1 0 0 0,-14 10 8913 0 0,18-11-8057 0 0,1 0-1 0 0,-2 3 0 0 0,-2 15 4012 0 0,4-12-4440 0 0,0 0-1 0 0,1 0 1 0 0,1 9 0 0 0,7 41 709 0 0,-5-29-1057 0 0,1 1-1 0 0,1-1 1 0 0,11 29-1 0 0,31 55-97 0 0,-39-93-559 0 0,2-1 1 0 0,0 0 0 0 0,23 28 0 0 0,-32-44 135 0 0,-1 0 1 0 0,1 0-1 0 0,-1 0 0 0 0,1 0 1 0 0,0-1-1 0 0,-1 1 1 0 0,1 0-1 0 0,0-1 0 0 0,0 0 1 0 0,0 1-1 0 0,0-1 1 0 0,1 0-1 0 0,-1 0 0 0 0,0 0 1 0 0,0-1-1 0 0,1 1 1 0 0,-1 0-1 0 0,0-1 0 0 0,1 0 1 0 0,-1 1-1 0 0,5-1 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5:4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857 312 10135 0 0,'-25'-34'960'0'0,"-1"0"-1"0"0,-55-53 1 0 0,60 70 1076 0 0,0 0-1 0 0,-30-16 1 0 0,20 13-766 0 0,16 10-719 0 0,0 1 0 0 0,0 0 0 0 0,-1 2 0 0 0,0-1-1 0 0,-25-6 1 0 0,32 12-375 0 0,0 0-1 0 0,1 0 1 0 0,-1 1 0 0 0,0 0-1 0 0,0 1 1 0 0,0 0-1 0 0,0 1 1 0 0,0-1 0 0 0,0 2-1 0 0,1-1 1 0 0,-1 1 0 0 0,-13 5-1 0 0,7-1 31 0 0,0 2 0 0 0,1-1 0 0 0,1 2 1 0 0,-1 0-1 0 0,1 0 0 0 0,1 1 0 0 0,-23 23 0 0 0,11-6 227 0 0,1 1 0 0 0,-28 44 0 0 0,33-42-280 0 0,1 1-1 0 0,2 0 0 0 0,1 1 1 0 0,1 1-1 0 0,2 0 1 0 0,1 1-1 0 0,2 0 1 0 0,1 0-1 0 0,1 1 1 0 0,3 0-1 0 0,0 0 1 0 0,3 0-1 0 0,4 48 1 0 0,-1-63-129 0 0,1 0 1 0 0,0 0 0 0 0,2 0 0 0 0,0-1 0 0 0,2 0 0 0 0,0 0-1 0 0,1 0 1 0 0,0-1 0 0 0,2-1 0 0 0,0 0 0 0 0,25 29-1 0 0,-20-30-3 0 0,0 0 0 0 0,0-1 1 0 0,2-1-1 0 0,0 0 0 0 0,0-1 0 0 0,1-2 0 0 0,1 0 0 0 0,0 0 0 0 0,0-2 0 0 0,36 11 0 0 0,-24-12-31 0 0,0-1 1 0 0,1-1-1 0 0,0-2 1 0 0,0-2-1 0 0,1 0 0 0 0,-1-3 1 0 0,0 0-1 0 0,1-3 1 0 0,33-7-1 0 0,-15 0-9 0 0,0-3 0 0 0,-1-3-1 0 0,0-1 1 0 0,90-48 0 0 0,-114 52 9 0 0,0-2 0 0 0,-2-2 0 0 0,1 0 0 0 0,-2-1 0 0 0,-1-1 0 0 0,30-34 0 0 0,-43 43-7 0 0,-1-1 0 0 0,0 0 0 0 0,-1 0-1 0 0,0-1 1 0 0,-1 0 0 0 0,0 0 0 0 0,-1-1 0 0 0,-1 0 0 0 0,0 0 0 0 0,-1 0 0 0 0,-1 0 0 0 0,0-1-1 0 0,0 0 1 0 0,-2 1 0 0 0,0-23 0 0 0,-2 18 20 0 0,-1 1 1 0 0,-1 0-1 0 0,-1 0 0 0 0,0 1 1 0 0,-2-1-1 0 0,0 1 1 0 0,0 0-1 0 0,-2 0 0 0 0,-18-30 1 0 0,8 21 5 0 0,-1 1 0 0 0,-1 0 0 0 0,-1 1 1 0 0,-45-38-1 0 0,31 31-3 0 0,-2 3-1 0 0,-1 0 1 0 0,-1 3 0 0 0,-1 1 0 0 0,-1 2-1 0 0,-46-18 1 0 0,83 39-50 0 0,-21-8-518 0 0,1-2 1 0 0,-42-23 0 0 0,52 22-718 0 0,5 1-58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19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90 140 3223 0 0,'0'0'143'0'0,"0"-8"26"0"0,-1-24 287 0 0,-7-42 7788 0 0,6 49-2504 0 0,1 27-4940 0 0,-11 51 1203 0 0,-9 103 0 0 0,14-98-1577 0 0,-17 198-24 0 0,11 1 0 0 0,28 376-1 0 0,-13-607-408 0 0,24 200-143 0 0,-16-186-1085 0 0,0-16-2550 0 0,-5-14-3355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1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1200 146 13271 0 0,'-14'-1'240'0'0,"0"1"0"0"0,0 0 0 0 0,0 0 0 0 0,0 1 0 0 0,-17 4 0 0 0,9-1-165 0 0,3-2 174 0 0,-77 14 872 0 0,81-12-878 0 0,1 0 0 0 0,0 1 1 0 0,0 0-1 0 0,-21 12 1 0 0,2 4 169 0 0,0 1 1 0 0,2 2 0 0 0,0 1 0 0 0,2 2 0 0 0,1 0 0 0 0,-45 59 0 0 0,-12 23 197 0 0,5 4 0 0 0,-101 191 0 0 0,125-188-86 0 0,-56 161-1 0 0,88-201-399 0 0,2 2-1 0 0,5 0 0 0 0,-11 107 1 0 0,23-129-118 0 0,3 0 0 0 0,3 0 0 0 0,2 0 0 0 0,2 1 0 0 0,3-2 0 0 0,2 1 1 0 0,3-2-1 0 0,2 1 0 0 0,2-2 0 0 0,3 0 0 0 0,35 67 0 0 0,-19-56-7 0 0,3-2 0 0 0,2-1 0 0 0,3-3 0 0 0,97 100 0 0 0,-110-128 0 0 0,2-2 0 0 0,0-1 0 0 0,2-1 0 0 0,2-2 0 0 0,0-2 0 0 0,1-1 0 0 0,1-2 0 0 0,53 19 0 0 0,-60-28 0 0 0,1-1 0 0 0,-1-1 0 0 0,1-2 0 0 0,0-1 0 0 0,1-2 0 0 0,-1-1 0 0 0,1-2 0 0 0,0-1 0 0 0,-1-1 0 0 0,0-2 0 0 0,43-11 0 0 0,-37 4 10 0 0,0-2 0 0 0,0-2 0 0 0,-1-1 0 0 0,-1-2-1 0 0,56-36 1 0 0,-50 23 23 0 0,-1-1 0 0 0,-1-2 0 0 0,69-75 0 0 0,-60 48 3 0 0,-2-2-1 0 0,-3-2 0 0 0,-3-1 0 0 0,-3-3 1 0 0,60-145-1 0 0,-64 117 39 0 0,-5-1-1 0 0,22-127 1 0 0,-39 145-4 0 0,-3 0 0 0 0,-3-1 0 0 0,-5 0 0 0 0,-2 1 0 0 0,-4-1 0 0 0,-4 0 0 0 0,-29-126 0 0 0,16 121-37 0 0,-4 1 0 0 0,-4 2 0 0 0,-56-114 0 0 0,57 141-146 0 0,-4 1 0 0 0,-1 1 0 0 0,-3 3 0 0 0,-76-85 0 0 0,85 107 57 0 0,-2 2 0 0 0,-1 1 1 0 0,-2 1-1 0 0,0 1 0 0 0,-1 3 0 0 0,-1 0 0 0 0,-1 2 0 0 0,-64-25 0 0 0,52 28-123 0 0,-1 2 1 0 0,-82-14-1 0 0,113 27-124 0 0,0-1 1 0 0,0 2-1 0 0,0 1 0 0 0,-28 3 0 0 0,-28 12-5252 0 0,5 6-1496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0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20 13359 0 0,'-6'-4'361'0'0,"4"2"-253"0"0,0 1 0 0 0,-1-1 0 0 0,1 0 0 0 0,-1 1 0 0 0,0-1 0 0 0,1 1 0 0 0,-1 0 0 0 0,0 0 1 0 0,0 0-1 0 0,-3 0 0 0 0,5 1 536 0 0,-6 36 2594 0 0,3 7-1778 0 0,2 57 0 0 0,6 52-12 0 0,5 85-877 0 0,-8-224-558 0 0,0 17-588 0 0,2 1-1 0 0,1-1 0 0 0,1 0 0 0 0,11 36 1 0 0,-4-32-4631 0 0,-2-1-1542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32 539 5527 0 0,'-7'-4'568'0'0,"6"4"-234"0"0,-1-1-1 0 0,1 0 1 0 0,-1 0-1 0 0,1 0 1 0 0,-1 0-1 0 0,1 0 1 0 0,0-1 0 0 0,-1 1-1 0 0,1 0 1 0 0,0 0-1 0 0,0-1 1 0 0,0 1-1 0 0,0-1 1 0 0,0 1-1 0 0,0-1 1 0 0,0 0-1 0 0,1 1 1 0 0,-1-1-1 0 0,0-2 1 0 0,1 1 85 0 0,-1 0 0 0 0,1-1 1 0 0,0 1-1 0 0,0 0 1 0 0,0 0-1 0 0,1-1 0 0 0,-1 1 1 0 0,1 0-1 0 0,1-6 1 0 0,3-3-75 0 0,0 0 1 0 0,1 0-1 0 0,1 0 1 0 0,9-13-1 0 0,195-236 205 0 0,-209 259-552 0 0,69-72 36 0 0,-63 66-27 0 0,0 1-1 0 0,1 0 1 0 0,0 1-1 0 0,0 0 1 0 0,1 1 0 0 0,-1 0-1 0 0,14-5 1 0 0,-20 9-4 0 0,0 0 0 0 0,-1 0-1 0 0,1 0 1 0 0,0 1 0 0 0,0 0 0 0 0,0-1 0 0 0,0 1-1 0 0,0 0 1 0 0,0 0 0 0 0,0 0 0 0 0,0 1 0 0 0,-1-1-1 0 0,1 1 1 0 0,0 0 0 0 0,0 0 0 0 0,0-1 0 0 0,-1 2 0 0 0,1-1-1 0 0,0 0 1 0 0,2 3 0 0 0,-1-1 3 0 0,-1 0 0 0 0,1 0 0 0 0,-1 0 0 0 0,0 1 0 0 0,0-1 0 0 0,0 1 0 0 0,-1 0 1 0 0,1 0-1 0 0,-1 0 0 0 0,0 0 0 0 0,3 9 0 0 0,49 171 1069 0 0,-27-86-1337 0 0,-17-48-3462 0 0,-8-42 1182 0 0,1 12-3484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8 8287 0 0,'-13'-7'890'0'0,"5"8"5630"0"0,5 12-3432 0 0,2 7-2221 0 0,1-1 0 0 0,0 0 0 0 0,1 1 0 0 0,2-1 0 0 0,5 24 0 0 0,-4-22-479 0 0,2 15-10 0 0,67 308 1219 0 0,-38-235-1332 0 0,-34-107-146 0 0,-1-4-179 0 0,2-19-144 0 0,-1-41-1 0 0,-1 19 59 0 0,3-40-98 0 0,17-98 0 0 0,-18 170 229 0 0,0-1-1 0 0,0 1 1 0 0,1 0 0 0 0,1 1-1 0 0,0-1 1 0 0,0 0 0 0 0,11-16-1 0 0,-15 27 14 0 0,0-1 0 0 0,1 1 0 0 0,-1 0 0 0 0,0-1 0 0 0,0 1 0 0 0,1 0 0 0 0,-1-1-1 0 0,1 1 1 0 0,-1 0 0 0 0,0 0 0 0 0,1-1 0 0 0,-1 1 0 0 0,0 0 0 0 0,1 0-1 0 0,-1 0 1 0 0,1 0 0 0 0,-1-1 0 0 0,1 1 0 0 0,0 0 0 0 0,0 0 2 0 0,0 1 1 0 0,1-1 0 0 0,-1 1-1 0 0,0-1 1 0 0,1 1 0 0 0,-1-1 0 0 0,0 1-1 0 0,0 0 1 0 0,0 0 0 0 0,1-1-1 0 0,-1 1 1 0 0,0 0 0 0 0,0 0-1 0 0,0 0 1 0 0,0 0 0 0 0,-1 0-1 0 0,1 1 1 0 0,1 0 0 0 0,13 24 54 0 0,-6 0 22 0 0,-1-1 1 0 0,0 2-1 0 0,-2-1 0 0 0,3 33 1 0 0,6 24-8 0 0,-10-59-689 0 0,-2-7 784 0 0,8 25-1 0 0,2-16-3022 0 0,-11-23 1589 0 0,0 0-1 0 0,0 0 1 0 0,1 0 0 0 0,-1 0 0 0 0,5 3-1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61 11519 0 0,'-4'3'383'0'0,"1"1"-1"0"0,-1 0 0 0 0,1 0 1 0 0,0 0-1 0 0,0 0 1 0 0,0 1-1 0 0,0-1 0 0 0,1 1 1 0 0,0-1-1 0 0,0 1 0 0 0,0 0 1 0 0,1 0-1 0 0,-1 0 0 0 0,1 0 1 0 0,0 0-1 0 0,1 0 1 0 0,-1 0-1 0 0,1 6 0 0 0,0 2 749 0 0,0 0 0 0 0,1 0 0 0 0,3 12 0 0 0,5 15-915 0 0,-7-32-64 0 0,7 23 462 0 0,19 50 0 0 0,-19-64-415 0 0,-8-16 809 0 0,3-8-821 0 0,-1 0-159 0 0,0 0 0 0 0,-1 0 1 0 0,0 0-1 0 0,0 0 0 0 0,1-14 1 0 0,2-10 22 0 0,33-93-91 0 0,-31 106 32 0 0,1 1 0 0 0,0 0 0 0 0,2 0 0 0 0,19-26 0 0 0,-24 36 4 0 0,-3 4-5 0 0,1 0 0 0 0,0-1-1 0 0,-1 1 1 0 0,1 0-1 0 0,6-4 1 0 0,-1 3-3 0 0,-1 6 29 0 0,-5-1 6 0 0,0 1-1 0 0,-1 0 0 0 0,1-1 0 0 0,-1 1 1 0 0,0 0-1 0 0,1 0 0 0 0,-1 0 0 0 0,0 0 1 0 0,0 0-1 0 0,0 0 0 0 0,-1 0 0 0 0,1 0 1 0 0,0 3-1 0 0,6 33 223 0 0,-6-33-211 0 0,4 48 66 0 0,-4-36-63 0 0,1 0 0 0 0,0-1-1 0 0,1 1 1 0 0,1-1-1 0 0,6 19 1 0 0,-6-23-34 0 0,-3-8-6 0 0,0-1 1 0 0,1 1 0 0 0,-1-1-1 0 0,0 0 1 0 0,1 0 0 0 0,0 1-1 0 0,4 4 1 0 0,-5-7-16 0 0,-1 0-1 0 0,1 0 0 0 0,-1 0 1 0 0,1 0-1 0 0,0-1 1 0 0,-1 1-1 0 0,1 0 1 0 0,0-1-1 0 0,-1 1 1 0 0,1 0-1 0 0,0-1 1 0 0,0 1-1 0 0,0-1 1 0 0,-1 1-1 0 0,1-1 0 0 0,0 0 1 0 0,0 1-1 0 0,0-1 1 0 0,0 0-1 0 0,0 1 1 0 0,1-1-1 0 0,-1 0-4 0 0,0 0-1 0 0,0-1 1 0 0,-1 1 0 0 0,1 0-1 0 0,0-1 1 0 0,0 1-1 0 0,0 0 1 0 0,0-1 0 0 0,-1 1-1 0 0,1-1 1 0 0,0 1-1 0 0,1-2 1 0 0,0 0 40 0 0,1 0-43 0 0,-1-1-1 0 0,1 1 1 0 0,-1-1-1 0 0,0 0 0 0 0,0 0 1 0 0,0 1-1 0 0,0-1 1 0 0,-1 0-1 0 0,1-1 0 0 0,-1 1 1 0 0,0 0-1 0 0,0 0 1 0 0,0-1-1 0 0,0 1 0 0 0,0-4 1 0 0,1-7-43 0 0,-1 1 1 0 0,0-19 0 0 0,-1 21 40 0 0,1-34-26 0 0,-10-72 0 0 0,8 112 61 0 0,1 3-11 0 0,0 0 0 0 0,-1-1 1 0 0,1 1-1 0 0,-1 0 1 0 0,0 0-1 0 0,1 0 1 0 0,-1 0-1 0 0,0 0 1 0 0,0 1-1 0 0,0-1 1 0 0,0 0-1 0 0,-1 0 1 0 0,1 0-1 0 0,0 1 1 0 0,-1-1-1 0 0,-3-2 0 0 0,4 3-550 0 0,-7 4-1622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2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10591 0 0,'0'0'1418'0'0,"0"2"74"0"0,3 41 5228 0 0,8 23-3684 0 0,1 15-2030 0 0,4 211 153 0 0,-14-217-1118 0 0,1-53 229 0 0,-1-7-1357 0 0,-2-4-2981 0 0,5-18 249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2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5983 0 0,'0'-4'159'0'0,"1"-88"1249"0"0,6 31 13560 0 0,-11 122-11566 0 0,18 149-2812 0 0,-2-55-652 0 0,-5-33-898 0 0,0-9-4629 0 0,-7-96 3755 0 0,-2-3-136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24 389 8287 0 0,'-5'3'136'0'0,"4"-3"-100"0"0,0 1 0 0 0,0-1 0 0 0,0 0 0 0 0,0 1 0 0 0,0 0 0 0 0,0-1-1 0 0,0 1 1 0 0,1-1 0 0 0,-1 1 0 0 0,0 0 0 0 0,0 0 0 0 0,1-1 0 0 0,-1 1 0 0 0,0 0-1 0 0,1 0 1 0 0,-1 0 0 0 0,1 0 0 0 0,-1 0 0 0 0,1 0 0 0 0,-1 1 0 0 0,0 0 232 0 0,1-1 1 0 0,0 1 0 0 0,-1-1-1 0 0,1 1 1 0 0,0-1 0 0 0,0 0-1 0 0,0 1 1 0 0,0-1 0 0 0,0 1-1 0 0,0-1 1 0 0,1 1 0 0 0,-1-1-1 0 0,0 0 1 0 0,1 1 0 0 0,-1-1 0 0 0,1 1-1 0 0,-1-1 1 0 0,1 0 0 0 0,0 0-1 0 0,-1 1 1 0 0,1-1 0 0 0,0 0-1 0 0,0 0 1 0 0,0 0 0 0 0,0 0-1 0 0,0 0 1 0 0,0 0 0 0 0,0 0-1 0 0,1 0 1 0 0,-1 0 0 0 0,0-1-1 0 0,0 1 1 0 0,1 0 0 0 0,-1-1-1 0 0,0 1 1 0 0,4 0 0 0 0,-2 0 493 0 0,1 0 1 0 0,0-1 0 0 0,0 1 0 0 0,8-1-1 0 0,11-3-1017 0 0,-12 0 405 0 0,0-1 0 0 0,0 0 0 0 0,0 0-1 0 0,0-1 1 0 0,0-1 0 0 0,15-11 0 0 0,56-48 483 0 0,-72 57-576 0 0,42-39 178 0 0,-2-3 0 0 0,-2-1 0 0 0,61-86 0 0 0,-102 127-209 0 0,-3 5-10 0 0,0 0 1 0 0,0 0-1 0 0,0 0 0 0 0,0 0 1 0 0,7-5-1 0 0,-3 5 53 0 0,-7 6-56 0 0,-1 0 0 0 0,1-1 0 0 0,-1 1 0 0 0,1 0 0 0 0,-1 0 0 0 0,0 0 0 0 0,1 0 0 0 0,-1-1 0 0 0,0 1 0 0 0,0 0 0 0 0,0 0 0 0 0,0 0 0 0 0,0 1 0 0 0,1 21 273 0 0,-2 1 1 0 0,-1-1-1 0 0,0 0 1 0 0,-12 45-1 0 0,-1 8 291 0 0,11-54-545 0 0,2 1-1 0 0,0-1 1 0 0,1 0-1 0 0,1 0 1 0 0,1 0-1 0 0,1 1 1 0 0,6 21-1 0 0,-6-35-44 0 0,-1-4-30 0 0,0 1-1 0 0,0-1 1 0 0,1 0-1 0 0,0 1 1 0 0,0-1-1 0 0,4 6 1 0 0,-6-10 32 0 0,1 0 1 0 0,0 0 0 0 0,0 0-1 0 0,0 0 1 0 0,0 0 0 0 0,0 0-1 0 0,0 0 1 0 0,0 0 0 0 0,0-1-1 0 0,1 1 1 0 0,-1 0 0 0 0,0-1-1 0 0,0 1 1 0 0,0-1 0 0 0,1 1-1 0 0,-1-1 1 0 0,0 0 0 0 0,1 1-1 0 0,-1-1 1 0 0,0 0 0 0 0,1 0-1 0 0,-1 0 1 0 0,1 0 0 0 0,-1 0-1 0 0,0 0 1 0 0,1 0 0 0 0,-1-1-1 0 0,0 1 1 0 0,1 0 0 0 0,-1-1-1 0 0,2 0 1 0 0,1-1-57 0 0,1 0 0 0 0,-1-1 0 0 0,0 1-1 0 0,0-1 1 0 0,0 0 0 0 0,0 0 0 0 0,0-1 0 0 0,0 1 0 0 0,-1-1 0 0 0,0 1-1 0 0,0-1 1 0 0,0 0 0 0 0,0-1 0 0 0,0 1 0 0 0,-1 0 0 0 0,4-9-1 0 0,1-4-22 0 0,-1-1-1 0 0,-1 0 0 0 0,4-20 0 0 0,-7 29 84 0 0,3-13-31 0 0,-1 1 0 0 0,-1-2 0 0 0,1-43 0 0 0,-4 66 49 0 0,0-1 1 0 0,0 0-1 0 0,0 1 0 0 0,0-1 0 0 0,0 1 0 0 0,0-1 0 0 0,0 0 1 0 0,-1 1-1 0 0,1-1 0 0 0,0 0 0 0 0,0 1 0 0 0,-1-1 1 0 0,1 1-1 0 0,0-1 0 0 0,0 0 0 0 0,-1 1 0 0 0,1-1 1 0 0,-1 1-1 0 0,1-1 0 0 0,-1 0 0 0 0,0 1 10 0 0,1 0 0 0 0,0 0 0 0 0,-1 0 0 0 0,1 0 0 0 0,0 0 0 0 0,-1 0 0 0 0,1 0 0 0 0,-1 0 0 0 0,1 1 0 0 0,0-1 0 0 0,-1 0 0 0 0,1 0-1 0 0,0 0 1 0 0,-1 0 0 0 0,1 1 0 0 0,0-1 0 0 0,-1 0 0 0 0,1 0 0 0 0,0 0 0 0 0,0 1 0 0 0,-1-1 0 0 0,1 0 0 0 0,0 1 0 0 0,-1-1 0 0 0,-1 2 70 0 0,1 1 1 0 0,-1-1-1 0 0,1 0 0 0 0,-1 1 1 0 0,1-1-1 0 0,0 1 1 0 0,0-1-1 0 0,-1 4 0 0 0,0 3-61 0 0,1 1-1 0 0,1-1 0 0 0,0 0 0 0 0,0 1 1 0 0,0-1-1 0 0,2 0 0 0 0,-1 0 0 0 0,1 0 0 0 0,0 0 1 0 0,1 0-1 0 0,0 0 0 0 0,0 0 0 0 0,1-1 0 0 0,0 1 1 0 0,1-1-1 0 0,-1 0 0 0 0,12 12 0 0 0,-12-14-139 0 0,0-1 0 0 0,1 0 0 0 0,0 0-1 0 0,0-1 1 0 0,0 0 0 0 0,0 0-1 0 0,1 0 1 0 0,0 0 0 0 0,0-1 0 0 0,0 0-1 0 0,0 0 1 0 0,0 0 0 0 0,0-1 0 0 0,1 0-1 0 0,-1-1 1 0 0,1 1 0 0 0,0-1 0 0 0,-1 0-1 0 0,1-1 1 0 0,0 1 0 0 0,0-2 0 0 0,0 1-1 0 0,-1-1 1 0 0,13-2 0 0 0,4-3-2001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3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2759 0 0,'-1'1'207'0'0,"-10"13"-206"0"0,10-12 454 0 0,-1-1 0 0 0,0 1 0 0 0,1 0-1 0 0,-1 0 1 0 0,1 0 0 0 0,0 0 0 0 0,-1 1 0 0 0,1-1 0 0 0,0 0 0 0 0,0 0 0 0 0,1 1 0 0 0,-2 3 0 0 0,-4 55 7172 0 0,6 32-4242 0 0,-1-7-1519 0 0,-6 141 1158 0 0,-8 180-752 0 0,8-195-1809 0 0,-3 32-234 0 0,-25 521 127 0 0,44-471-1155 0 0,-8-287 292 0 0,0 0-1 0 0,1 0 1 0 0,-1 0-1 0 0,1 0 1 0 0,1-1-1 0 0,-1 1 1 0 0,6 9-1 0 0,8 7-7743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4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9671 0 0,'1'2'12234'0'0,"19"21"-10953"0"0,0 1 1 0 0,-2 1 0 0 0,26 46 0 0 0,-29-44-853 0 0,1-1 0 0 0,2 0 0 0 0,36 40 0 0 0,-53-64-377 0 0,1 0 0 0 0,0-1 0 0 0,0 1 0 0 0,0 0 0 0 0,1-1 0 0 0,-1 1 0 0 0,0-1 0 0 0,1 0 0 0 0,-1 0 1 0 0,0 0-1 0 0,1 0 0 0 0,5 1 0 0 0,-7-2-24 0 0,1 1 1 0 0,0-2 0 0 0,-1 1-1 0 0,1 0 1 0 0,-1 0-1 0 0,1 0 1 0 0,0-1 0 0 0,-1 1-1 0 0,1-1 1 0 0,-1 0 0 0 0,1 1-1 0 0,-1-1 1 0 0,1 0 0 0 0,-1 0-1 0 0,1 0 1 0 0,-1 0 0 0 0,0 0-1 0 0,0 0 1 0 0,1 0 0 0 0,-1 0-1 0 0,2-3 1 0 0,6-8 31 0 0,-1 0-1 0 0,0 0 1 0 0,-1-1-1 0 0,11-24 1 0 0,15-59 213 0 0,-29 84-268 0 0,28-94-273 0 0,11-35-411 0 0,-38 121 271 0 0,-4 15 18 0 0,0 0-1 0 0,1 1 0 0 0,-1-1 0 0 0,1 1 0 0 0,0-1 1 0 0,0 1-1 0 0,0 0 0 0 0,0 0 0 0 0,5-6 0 0 0,2 3-1394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6:2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93 17191 0 0,'-4'6'1834'0'0,"3"-3"-1791"0"0,0 1 0 0 0,1-1 1 0 0,-1 1-1 0 0,1-1 0 0 0,-1 1 1 0 0,1 0-1 0 0,0-1 0 0 0,1 7 1 0 0,7 33 1165 0 0,-4-25-751 0 0,10 55 1520 0 0,27 81 1 0 0,-31-133-459 0 0,1-25-1171 0 0,-8 3-308 0 0,0-1 0 0 0,-1 0 0 0 0,1 0 0 0 0,0 0 0 0 0,-1 0 0 0 0,1 0 0 0 0,-1 0 0 0 0,0-1 0 0 0,4-4-1 0 0,14-28 241 0 0,-12 19-176 0 0,9-18 54 0 0,-2-2 1 0 0,21-71-1 0 0,-24 67-1180 0 0,2 0 1 0 0,20-41-1 0 0,-19 53-467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1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3167 0 0,'0'0'1720'0'0,"0"-8"-1377"0"0,6-17 930 0 0,-6 24-1057 0 0,3-25 894 0 0,-1 17-1100 0 0,12-95 196 0 0,-13 92-3060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14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860 278 7831 0 0,'-36'-49'814'0'0,"-24"-32"2404"0"0,52 69-2476 0 0,0 1 0 0 0,-1 0-1 0 0,-1 0 1 0 0,1 1-1 0 0,-2 1 1 0 0,1-1 0 0 0,-14-7-1 0 0,16 11-580 0 0,0 2 0 0 0,0-1 0 0 0,-1 1 0 0 0,1 0 0 0 0,-1 1 0 0 0,0 0 0 0 0,0 1 0 0 0,-1 0 0 0 0,1 0 0 0 0,0 1 1 0 0,-15-1-1 0 0,8 2-5 0 0,1 2 1 0 0,0-1 0 0 0,-1 2 0 0 0,1 0 0 0 0,1 1 0 0 0,-1 0 0 0 0,-19 9-1 0 0,15-4 42 0 0,-1 1-1 0 0,2 1 1 0 0,-1 0-1 0 0,-27 24 0 0 0,19-10 99 0 0,0 1-1 0 0,2 1 1 0 0,1 2-1 0 0,2 0 1 0 0,-36 60-1 0 0,41-58-105 0 0,1 0 0 0 0,2 1 0 0 0,1 1 1 0 0,2 0-1 0 0,1 1 0 0 0,1 0 0 0 0,2 0 0 0 0,-4 63 0 0 0,10-69-122 0 0,1 0-1 0 0,1 0 0 0 0,2 0 1 0 0,1 0-1 0 0,1-1 1 0 0,1 1-1 0 0,2-1 0 0 0,0-1 1 0 0,2 1-1 0 0,1-2 1 0 0,21 38-1 0 0,-12-33 12 0 0,1 0 0 0 0,1-1 0 0 0,2-1 1 0 0,47 44-1 0 0,-34-40-14 0 0,2-2 1 0 0,1-1-1 0 0,45 24 0 0 0,-56-38 5 0 0,1-1 0 0 0,0-2 0 0 0,1-1 0 0 0,0-1 0 0 0,1-2 0 0 0,0-1 0 0 0,0-2 0 0 0,0-1 0 0 0,1-1 0 0 0,-1-2 0 0 0,1-1-1 0 0,0-1 1 0 0,-1-2 0 0 0,1-2 0 0 0,52-14 0 0 0,-49 8-37 0 0,1-2 0 0 0,-2-1 0 0 0,0-2 0 0 0,0-1 0 0 0,-2-2 0 0 0,0-1 0 0 0,54-45-1 0 0,-68 48-13 0 0,-1-1 0 0 0,0-1-1 0 0,-2 0 1 0 0,0-1 0 0 0,17-30-1 0 0,-23 32 20 0 0,-1 0-1 0 0,0-1 0 0 0,-2 0 0 0 0,0 0 1 0 0,-1-1-1 0 0,-1 1 0 0 0,3-28 0 0 0,-5 17-7 0 0,-2 1-1 0 0,-1-1 0 0 0,-2 1 1 0 0,0 0-1 0 0,-2 0 1 0 0,-2 0-1 0 0,0 0 0 0 0,-2 0 1 0 0,-1 1-1 0 0,-1 1 0 0 0,-24-47 1 0 0,14 38-98 0 0,-2 0 1 0 0,-1 2 0 0 0,-2 1-1 0 0,-1 1 1 0 0,-1 0-1 0 0,-2 3 1 0 0,-58-48 0 0 0,40 43-147 0 0,-88-49 1 0 0,-59-13-97 0 0,171 85 272 0 0,-8-2-57 0 0,21 9-314 0 0,0 0 0 0 0,1-1-1 0 0,-1 0 1 0 0,-12-9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21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149 109 12895 0 0,'-57'-6'1280'0'0,"3"0"1425"0"0,16-3 8454 0 0,40 8-10722 0 0,11-2-280 0 0,-1 1 0 0 0,0 0 0 0 0,1 1 0 0 0,-1 0 0 0 0,1 1 0 0 0,20 2 0 0 0,12-1-317 0 0,266-12 909 0 0,-4-5-747 0 0,16 0-14 0 0,30 3 90 0 0,311-3 14 0 0,-370 12-12 0 0,-18-1 39 0 0,-274 5-179 0 0,15 3-372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1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78 269 11111 0 0,'0'-37'558'0'0,"6"-47"-1"0"0,1-4 1248 0 0,-12 28 8383 0 0,5 60-10102 0 0,-4 10 1539 0 0,-3 15-733 0 0,-23 133 352 0 0,-15 271 1 0 0,45-224-1915 0 0,2-92 5 0 0,-2-100-99 0 0,1 0-1457 0 0,-2-6-4067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1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1 143 16583 0 0,'0'0'4359'0'0,"2"0"-2955"0"0,33-1-281 0 0,65-11 0 0 0,36-17-284 0 0,-119 25-650 0 0,122-33 517 0 0,42-9-347 0 0,-153 41-351 0 0,1 1 1 0 0,0 1-1 0 0,0 1 1 0 0,38 3-1 0 0,-55 0-5 0 0,0 1-1 0 0,0 1 1 0 0,0-1 0 0 0,-1 2 0 0 0,1 0-1 0 0,-1 0 1 0 0,0 1 0 0 0,0 0-1 0 0,0 1 1 0 0,-1 0 0 0 0,0 1 0 0 0,11 9-1 0 0,-9-6 1 0 0,-1 1 1 0 0,0 1-1 0 0,-1-1 0 0 0,0 2 0 0 0,-1 0 0 0 0,0 0 1 0 0,-1 0-1 0 0,12 29 0 0 0,-5-2 80 0 0,-1 1-1 0 0,-2 1 1 0 0,9 59 0 0 0,2 130 858 0 0,-22-47-66 0 0,-2-98-589 0 0,1-84-63 0 0,0-14-106 0 0,5-25-235 0 0,1 0 1 0 0,2 1-1 0 0,19-55 0 0 0,-18 61 41 0 0,3-7-56 0 0,2 0-1 0 0,32-60 0 0 0,-43 92 116 0 0,0-1 1 0 0,0 1-1 0 0,1 0 0 0 0,-1 0 0 0 0,2 0 0 0 0,-1 1 1 0 0,0-1-1 0 0,7-4 0 0 0,0 5 2 0 0,-9 4 17 0 0,-1 1-1 0 0,0-1 1 0 0,1 0-1 0 0,-1 1 1 0 0,1-1 0 0 0,-1 1-1 0 0,0-1 1 0 0,1 1-1 0 0,-1 0 1 0 0,0 0-1 0 0,0 0 1 0 0,0-1 0 0 0,0 1-1 0 0,0 0 1 0 0,0 0-1 0 0,0 1 1 0 0,0-1 0 0 0,0 0-1 0 0,0 0 1 0 0,0 0-1 0 0,-1 1 1 0 0,1-1 0 0 0,0 0-1 0 0,-1 0 1 0 0,1 1-1 0 0,-1-1 1 0 0,1 2-1 0 0,1 6 75 0 0,1 0 0 0 0,1 19 0 0 0,-4-24-52 0 0,28 196 465 0 0,-21-162-541 0 0,1-1 0 0 0,19 50 0 0 0,-25-81-446 0 0,1 0-1 0 0,0 1 1 0 0,0-1-1 0 0,1 0 0 0 0,0-1 1 0 0,0 1-1 0 0,1-1 1 0 0,-1 0-1 0 0,11 9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2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8751 0 0,'1'2'3454'0'0,"14"73"6434"0"0,17 38-6917 0 0,-2-10-1316 0 0,-12-47-704 0 0,-12-41-624 0 0,-2 0 0 0 0,1-1 0 0 0,-2 2-1 0 0,0-1 1 0 0,2 27 0 0 0,-7-55-248 0 0,0-4-86 0 0,3 10 6 0 0,1 0 0 0 0,0 0 0 0 0,0 0 0 0 0,0 0 1 0 0,1 0-1 0 0,0 0 0 0 0,1 1 0 0 0,6-10 0 0 0,40-46-109 0 0,-36 45 60 0 0,5-5-11 0 0,41-37-1 0 0,-54 53 54 0 0,1 1 1 0 0,0 0-1 0 0,0 0 0 0 0,0 1 0 0 0,1 0 1 0 0,-1 0-1 0 0,1 0 0 0 0,0 1 0 0 0,0 1 1 0 0,1-1-1 0 0,8-1 0 0 0,-4 4 8 0 0,-1 3 11 0 0,-10-2 5 0 0,0 0 0 0 0,-1 0 0 0 0,1 1 0 0 0,0-1 0 0 0,-1 0 1 0 0,1 1-1 0 0,0 0 0 0 0,-1-1 0 0 0,0 1 0 0 0,1 0 0 0 0,-1 0 0 0 0,0 0 1 0 0,0 0-1 0 0,0 0 0 0 0,0 0 0 0 0,-1 0 0 0 0,1 0 0 0 0,0 0 0 0 0,-1 0 1 0 0,1 0-1 0 0,-1 1 0 0 0,0-1 0 0 0,0 4 0 0 0,0 6 109 0 0,0 0-1 0 0,-1 0 1 0 0,-2 13 0 0 0,2-21-78 0 0,-3 17 78 0 0,-2 0-1 0 0,-7 20 1 0 0,10-32-91 0 0,1-2-8 0 0,0 1-1 0 0,0-1 1 0 0,1 0-1 0 0,-1 1 1 0 0,2-1 0 0 0,-1 15-1 0 0,1-20-32 0 0,0 0-1 0 0,1 0 1 0 0,-1 0-1 0 0,0 0 0 0 0,1 0 1 0 0,-1 0-1 0 0,1 0 1 0 0,0 0-1 0 0,-1-1 0 0 0,1 1 1 0 0,0 0-1 0 0,0 0 1 0 0,0-1-1 0 0,0 1 0 0 0,1 0 1 0 0,-1-1-1 0 0,0 1 1 0 0,1-1-1 0 0,-1 0 1 0 0,1 1-1 0 0,-1-1 0 0 0,1 0 1 0 0,0 0-1 0 0,-1 0 1 0 0,1 0-1 0 0,0 0 0 0 0,0 0 1 0 0,0-1-1 0 0,0 1 1 0 0,2 0-1 0 0,5 0-72 0 0,0 0-1 0 0,0 0 0 0 0,0-1 1 0 0,0 0-1 0 0,0-1 1 0 0,0 0-1 0 0,0 0 1 0 0,0-1-1 0 0,0 0 1 0 0,0-1-1 0 0,12-5 1 0 0,-11 4 5 0 0,-1-1 1 0 0,1 0-1 0 0,-1-1 0 0 0,0 0 1 0 0,-1 0-1 0 0,1-1 1 0 0,-1 0-1 0 0,-1 0 1 0 0,12-14-1 0 0,-17 18 52 0 0,1 0 0 0 0,-1 0 0 0 0,0-1 0 0 0,0 1 0 0 0,-1 0 0 0 0,1-1 0 0 0,-1 1 0 0 0,0-1 0 0 0,0 0 1 0 0,0 1-1 0 0,0-1 0 0 0,0 0 0 0 0,-1 0 0 0 0,0 1 0 0 0,0-1 0 0 0,0 0 0 0 0,0 0 0 0 0,0 0 0 0 0,-2-3 0 0 0,1 2-4 0 0,-1 1 0 0 0,1 0 1 0 0,-1-1-1 0 0,0 1 0 0 0,-1 0 0 0 0,1 0 0 0 0,-1 0 1 0 0,0 1-1 0 0,0-1 0 0 0,0 1 0 0 0,0-1 0 0 0,0 1 1 0 0,-1 0-1 0 0,0 0 0 0 0,-4-2 0 0 0,-105-59-891 0 0,65 39-2100 0 0,31 17 910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2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20159 0 0,'0'0'926'0'0,"-1"0"-26"0"0,0 0-882 0 0,1 0 0 0 0,-1 0 0 0 0,1 0 1 0 0,-1 0-1 0 0,0 0 0 0 0,1 0 0 0 0,-1 1 1 0 0,1-1-1 0 0,-1 0 0 0 0,1 0 1 0 0,-1 1-1 0 0,1-1 0 0 0,-1 0 0 0 0,1 1 1 0 0,-1-1-1 0 0,1 1 0 0 0,-1-1 0 0 0,1 0 1 0 0,0 1-1 0 0,-1-1 0 0 0,1 1 1 0 0,0-1-1 0 0,-1 1 0 0 0,1-1 0 0 0,0 1 1 0 0,0 0-1 0 0,-1-1 0 0 0,1 1 0 0 0,0-1 1 0 0,0 1-1 0 0,0-1 0 0 0,0 2 0 0 0,-1 0 129 0 0,-2 14 314 0 0,0 0 1 0 0,1 0 0 0 0,0 0-1 0 0,2 0 1 0 0,-1 0 0 0 0,3 17-1 0 0,0-7-132 0 0,-1 30-10 0 0,0 5-497 0 0,13 89 1 0 0,-2-98-4240 0 0,-1-22-3146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20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95 12439 0 0,'2'-9'348'0'0,"1"1"-1"0"0,-1-1 0 0 0,0 0 0 0 0,-1 0 1 0 0,0 0-1 0 0,-1-1 0 0 0,0 1 0 0 0,-4-13 8759 0 0,0 31-7037 0 0,-4 14-1905 0 0,-10 65-98 0 0,4 0 0 0 0,4 1 0 0 0,4 0 0 0 0,4 0 0 0 0,14 138 0 0 0,-7-204-1334 0 0,-1-5-911 0 0,-3-7-2387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2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24 214 11519 0 0,'-1'1'81'0'0,"-1"-1"1"0"0,1 1-1 0 0,-1 0 0 0 0,1 0 0 0 0,0 0 0 0 0,-1-1 0 0 0,1 1 0 0 0,0 1 1 0 0,0-1-1 0 0,0 0 0 0 0,-1 0 0 0 0,1 0 0 0 0,0 1 0 0 0,1-1 0 0 0,-1 0 1 0 0,0 1-1 0 0,0-1 0 0 0,1 1 0 0 0,-1-1 0 0 0,0 3 0 0 0,0-1 328 0 0,1 0 0 0 0,0-1-1 0 0,0 1 1 0 0,0 0 0 0 0,0-1-1 0 0,1 1 1 0 0,-1-1 0 0 0,1 1 0 0 0,0-1-1 0 0,0 1 1 0 0,1 4 0 0 0,2 0 642 0 0,-1-1 0 0 0,1 1 0 0 0,1 0 1 0 0,6 7-1 0 0,8 6-687 0 0,-13-14-124 0 0,1-1-1 0 0,0 0 1 0 0,0 0-1 0 0,1-1 1 0 0,-1 0 0 0 0,1 0-1 0 0,0-1 1 0 0,0 0-1 0 0,14 4 1 0 0,-11-5-178 0 0,1 0 0 0 0,0-1 0 0 0,0-1 0 0 0,-1 1 0 0 0,1-2 0 0 0,15-1 0 0 0,3-4-70 0 0,-1-1 1 0 0,0-2-1 0 0,-1 0 0 0 0,47-24 0 0 0,-34 13-22 0 0,-1-2 0 0 0,-1-1 0 0 0,-1-2 0 0 0,-1-2 0 0 0,-2-2 0 0 0,0-1 0 0 0,-2-1 0 0 0,56-70-1 0 0,-80 88-20 0 0,-7 12 103 0 0,-3 3 37 0 0,-11 18 427 0 0,1 0-254 0 0,-14 25 233 0 0,-1 2-17 0 0,-25 63 1 0 0,40-78-94 0 0,-15 60 0 0 0,24-82-350 0 0,0 1-1 0 0,1 0 1 0 0,0 0 0 0 0,0-1 0 0 0,2 1 0 0 0,-1 0-1 0 0,1 0 1 0 0,1-1 0 0 0,4 20 0 0 0,-4-25-36 0 0,0 0 0 0 0,0 0 1 0 0,0-1-1 0 0,0 1 0 0 0,1-1 1 0 0,0 1-1 0 0,0-1 0 0 0,0 0 0 0 0,0 0 1 0 0,1 0-1 0 0,-1 0 0 0 0,1-1 1 0 0,0 0-1 0 0,0 1 0 0 0,1-1 0 0 0,-1-1 1 0 0,0 1-1 0 0,1-1 0 0 0,0 0 1 0 0,-1 0-1 0 0,1 0 0 0 0,0 0 1 0 0,0-1-1 0 0,0 0 0 0 0,0 0 0 0 0,1 0 1 0 0,-1-1-1 0 0,0 0 0 0 0,0 0 1 0 0,0 0-1 0 0,0 0 0 0 0,1-1 1 0 0,-1 0-1 0 0,0 0 0 0 0,0 0 0 0 0,0-1 1 0 0,6-2-1 0 0,2-3-31 0 0,1 0 0 0 0,-1 0 0 0 0,-1-2 0 0 0,0 1 0 0 0,0-1 1 0 0,0-1-1 0 0,-2 0 0 0 0,18-20 0 0 0,-7 2-93 0 0,0 0 0 0 0,26-49-1 0 0,-43 69 94 0 0,22-42-179 0 0,-23 44 165 0 0,0 0 1 0 0,-1-1 0 0 0,0 1-1 0 0,0-1 1 0 0,-1 1-1 0 0,1-8 1 0 0,-2 14 40 0 0,0-1-1 0 0,0 0 1 0 0,0 0-1 0 0,0 1 1 0 0,0-1-1 0 0,0 0 1 0 0,0 1-1 0 0,0-1 1 0 0,0 0-1 0 0,0 1 1 0 0,-1-1-1 0 0,1 0 1 0 0,0 1-1 0 0,-1-1 1 0 0,1 0-1 0 0,-1 0 1 0 0,0 0 6 0 0,0 0 1 0 0,0 1-1 0 0,-1-1 1 0 0,1 0-1 0 0,0 0 0 0 0,-1 1 1 0 0,1-1-1 0 0,0 1 1 0 0,-1-1-1 0 0,1 1 1 0 0,-1 0-1 0 0,1 0 1 0 0,-1-1-1 0 0,1 1 0 0 0,-1 0 1 0 0,1 0-1 0 0,-1 0 1 0 0,1 1-1 0 0,0-1 1 0 0,-1 0-1 0 0,1 1 1 0 0,-1-1-1 0 0,1 0 1 0 0,-1 1-1 0 0,1 0 0 0 0,0-1 1 0 0,-2 2-1 0 0,-5 2 63 0 0,1 0-1 0 0,0 0 1 0 0,-10 8-1 0 0,8-5-13 0 0,1 1 0 0 0,-1 0 0 0 0,1 0 0 0 0,1 1 0 0 0,-1 0-1 0 0,2 0 1 0 0,-1 1 0 0 0,1-1 0 0 0,0 1 0 0 0,1 1 0 0 0,1-1-1 0 0,-6 18 1 0 0,8-20-4 0 0,0-1 0 0 0,1 1 0 0 0,0-1 1 0 0,0 1-1 0 0,1-1 0 0 0,0 1 0 0 0,0 0 0 0 0,1-1 0 0 0,0 1 0 0 0,0-1 0 0 0,0 1 0 0 0,1-1 0 0 0,1 0 0 0 0,-1 1 0 0 0,1-1 0 0 0,0 0 0 0 0,1-1 1 0 0,0 1-1 0 0,9 12 0 0 0,-3-8-61 0 0,1 1-1 0 0,0-1 1 0 0,1-1 0 0 0,0 0 0 0 0,1 0 0 0 0,0-1 0 0 0,1-1 0 0 0,24 11 0 0 0,12 2-733 0 0,62 17 0 0 0,-61-22-343 0 0,46 16-3838 0 0,-69-24 2666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2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 26407 0 0,'-19'-2'2864'0'0,"12"1"-2960"0"0,19 2-2488 0 0,-1 4 584 0 0,2 2-64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22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17047 0 0,'-4'3'436'0'0,"1"0"-1"0"0,0 0 1 0 0,0 1 0 0 0,0-1-1 0 0,1 1 1 0 0,-1-1-1 0 0,1 1 1 0 0,-1 0 0 0 0,1 0-1 0 0,1 0 1 0 0,-1 0-1 0 0,0 0 1 0 0,1 1 0 0 0,-1 5-1 0 0,-2 3 3220 0 0,3-11-2688 0 0,-2 8-95 0 0,3-9-788 0 0,-1 0 0 0 0,0 1 0 0 0,1-1 0 0 0,0 1 1 0 0,-1-1-1 0 0,1 1 0 0 0,0 0 0 0 0,-1-1 0 0 0,1 1 0 0 0,0-1 0 0 0,0 1 1 0 0,1-1-1 0 0,-1 1 0 0 0,0 0 0 0 0,0-1 0 0 0,1 1 0 0 0,-1-1 0 0 0,1 1 1 0 0,0 1-1 0 0,5 10-1214 0 0,3-2-387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73 9671 0 0,'-5'-13'17561'0'0,"8"27"-17113"0"0,0 0 1 0 0,-1 1-1 0 0,-1-1 0 0 0,-1 0 0 0 0,-1 22 0 0 0,1-7-269 0 0,-1 46 265 0 0,-3-1-1 0 0,-17 91 1 0 0,19-150-462 0 0,2-15 17 0 0,0 0 1 0 0,0 0-1 0 0,0 0 0 0 0,0 0 0 0 0,0 0 0 0 0,0 0 1 0 0,0 0-1 0 0,0 0 0 0 0,1 0 0 0 0,-1 0 0 0 0,0 0 1 0 0,0 0-1 0 0,0 0 0 0 0,0 0 0 0 0,0 0 0 0 0,0 0 1 0 0,0 0-1 0 0,0-1 0 0 0,0 1 0 0 0,0 0 0 0 0,0 0 1 0 0,0 0-1 0 0,0 0 0 0 0,0 0 0 0 0,0 0 0 0 0,0 1 1 0 0,0-1-1 0 0,0 0 0 0 0,1 0 0 0 0,-1 0 0 0 0,0 0 1 0 0,0 0-1 0 0,0 0 0 0 0,0 0 0 0 0,0 0 0 0 0,0 0 1 0 0,0 0-1 0 0,0 0 0 0 0,0 0 0 0 0,0 0 1 0 0,0 0-1 0 0,0 0 0 0 0,0 0 0 0 0,0 0 0 0 0,0 0 1 0 0,0 0-1 0 0,0 0 0 0 0,0 0 0 0 0,0 0 0 0 0,0 0 1 0 0,0 0-1 0 0,0 0 0 0 0,0 0 0 0 0,0 0 0 0 0,0 1 1 0 0,11-23-114 0 0,-4 7 65 0 0,91-150-475 0 0,-59 102 369 0 0,-32 51 118 0 0,4-7-23 0 0,1 0 1 0 0,1 1 0 0 0,0 0 0 0 0,32-31 0 0 0,-43 47 53 0 0,0 0 1 0 0,0 0-1 0 0,0 1 0 0 0,1-1 1 0 0,-1 1-1 0 0,0 0 1 0 0,1-1-1 0 0,-1 1 0 0 0,1 0 1 0 0,0 0-1 0 0,-1 1 1 0 0,1-1-1 0 0,0 0 1 0 0,-1 1-1 0 0,6-1 0 0 0,-6 2 4 0 0,1-1-1 0 0,-1 1 0 0 0,0-1 0 0 0,0 1 0 0 0,0 0 0 0 0,0 0 0 0 0,0 0 0 0 0,0 0 1 0 0,0 0-1 0 0,0 0 0 0 0,0 1 0 0 0,0-1 0 0 0,-1 0 0 0 0,1 1 0 0 0,-1 0 1 0 0,1-1-1 0 0,-1 1 0 0 0,1 0 0 0 0,1 3 0 0 0,1 3 38 0 0,1-1 0 0 0,-1 2 0 0 0,-1-1 0 0 0,1 1 0 0 0,-1-1 0 0 0,2 15 0 0 0,7 57 236 0 0,-10-55-154 0 0,9 40 1 0 0,-4-45-60 0 0,-3-6-56 0 0,4 25 0 0 0,-7-37-59 0 0,12-17-555 0 0,2-8 490 0 0,-1-1-1 0 0,-1 0 1 0 0,16-45-1 0 0,5-8-26 0 0,-25 59 122 0 0,41-75-140 0 0,-42 80 154 0 0,0 0 1 0 0,1 1-1 0 0,1 0 1 0 0,19-19-1 0 0,-25 28 8 0 0,0 0 0 0 0,0 0-1 0 0,-1 1 1 0 0,1-1 0 0 0,1 1 0 0 0,-1 0-1 0 0,0 0 1 0 0,1 0 0 0 0,5-1 0 0 0,-8 3 8 0 0,-1-1 1 0 0,1 1 0 0 0,0 0-1 0 0,0 0 1 0 0,-1 0-1 0 0,1 0 1 0 0,0 0 0 0 0,0 0-1 0 0,-1 0 1 0 0,1 1 0 0 0,0-1-1 0 0,0 1 1 0 0,-1-1 0 0 0,1 1-1 0 0,0-1 1 0 0,-1 1-1 0 0,1 0 1 0 0,-1 0 0 0 0,1 0-1 0 0,-1 0 1 0 0,1 0 0 0 0,-1 0-1 0 0,0 0 1 0 0,0 1-1 0 0,1-1 1 0 0,-1 0 0 0 0,1 3-1 0 0,3 6 90 0 0,-1-1 0 0 0,0 1 0 0 0,-1 0-1 0 0,0 0 1 0 0,-1 0 0 0 0,0 0 0 0 0,1 19-1 0 0,1-2 2 0 0,7 61 122 0 0,12 61-1841 0 0,-22-144 998 0 0,0 0 0 0 0,1-1 0 0 0,-1 1-1 0 0,1-1 1 0 0,0 1 0 0 0,0-1 0 0 0,5 7 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1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23119 0 0,'-18'3'1130'0'0,"7"-1"-683"0"0,0 0 1 0 0,1 0-1 0 0,-1 1 0 0 0,-19 9 1 0 0,27-11-342 0 0,0 1 1 0 0,0 0 0 0 0,1 0-1 0 0,-1 0 1 0 0,0 0 0 0 0,1 0-1 0 0,0 1 1 0 0,-1-1 0 0 0,1 1-1 0 0,0 0 1 0 0,0-1 0 0 0,0 1-1 0 0,1 0 1 0 0,-1 0 0 0 0,1 0-1 0 0,-1 0 1 0 0,1 1 0 0 0,0-1-1 0 0,0 0 1 0 0,0 6 0 0 0,0-4-72 0 0,0-3-34 0 0,1-1 0 0 0,0 1 1 0 0,-1-1-1 0 0,1 1 0 0 0,0 0 1 0 0,0-1-1 0 0,0 1 1 0 0,0-1-1 0 0,0 1 0 0 0,1-1 1 0 0,-1 1-1 0 0,0-1 1 0 0,1 1-1 0 0,-1-1 0 0 0,1 1 1 0 0,-1-1-1 0 0,1 1 1 0 0,0-1-1 0 0,0 0 0 0 0,0 1 1 0 0,1 0-1 0 0,0 2-41 0 0,1 0 0 0 0,1-1-1 0 0,-1 1 1 0 0,0-1 0 0 0,1 0 0 0 0,0 1-1 0 0,0-2 1 0 0,0 1 0 0 0,0 0 0 0 0,0-1 0 0 0,1 0-1 0 0,-1 0 1 0 0,0 0 0 0 0,1-1 0 0 0,0 1-1 0 0,-1-1 1 0 0,7 1 0 0 0,-3-1-113 0 0,0 0 0 0 0,0-1 0 0 0,-1 0 0 0 0,1 0 0 0 0,0-1-1 0 0,-1 0 1 0 0,1 0 0 0 0,0 0 0 0 0,-1-1 0 0 0,8-3 0 0 0,-14 4 114 0 0,0 1 1 0 0,0 0-1 0 0,0-1 0 0 0,0 1 1 0 0,0-1-1 0 0,0 1 0 0 0,0-1 0 0 0,0 1 1 0 0,-1-1-1 0 0,1 1 0 0 0,0-1 1 0 0,0 0-1 0 0,-1 0 0 0 0,1 1 0 0 0,0-1 1 0 0,-1 0-1 0 0,1 0 0 0 0,-1 0 1 0 0,1 0-1 0 0,0 0 0 0 0,-1 0-4 0 0,0 0 0 0 0,0 0 0 0 0,0 0 0 0 0,0 0 0 0 0,0 1-1 0 0,-1-1 1 0 0,1 0 0 0 0,0 0 0 0 0,0 1 0 0 0,-1-1 0 0 0,1 0 0 0 0,0 0-1 0 0,-1 1 1 0 0,1-1 0 0 0,-1 0 0 0 0,1 1 0 0 0,-1-1 0 0 0,1 0-1 0 0,-2 0 1 0 0,-3-4-303 0 0,-1 0 0 0 0,0 1-1 0 0,0 0 1 0 0,-10-5-1 0 0,8 4-165 0 0,4 2 43 0 0,-1 1 0 0 0,1 0 0 0 0,0 1 0 0 0,-1-1-1 0 0,1 1 1 0 0,-6-1 0 0 0,0 0-983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 5527 0 0,'0'0'423'0'0,"-1"1"186"0"0,-53 59 13051 0 0,5 6-8028 0 0,-39 74-4705 0 0,54-83 525 0 0,-6 10-1048 0 0,4 1 0 0 0,3 2 1 0 0,-43 133-1 0 0,68-176-387 0 0,1 0 0 0 0,2 0 0 0 0,-4 36 0 0 0,8-51-233 0 0,1 1 0 0 0,0-1 0 0 0,1 0 0 0 0,0 0 0 0 0,1 0 0 0 0,0 0 0 0 0,1 0 0 0 0,0-1 0 0 0,1 1 0 0 0,5 11 0 0 0,-7-19-50 0 0,0 0 0 0 0,1 0 0 0 0,-1 0 1 0 0,1-1-1 0 0,0 1 0 0 0,0-1 0 0 0,0 1 0 0 0,0-1 0 0 0,1 0 0 0 0,-1 0 0 0 0,1-1 0 0 0,0 1 1 0 0,8 3-1 0 0,-6-3-89 0 0,0-1 0 0 0,0 0 1 0 0,0-1-1 0 0,0 1 0 0 0,0-1 0 0 0,1-1 1 0 0,-1 1-1 0 0,0-1 0 0 0,8-1 1 0 0,2 0-386 0 0,0-2 1 0 0,0 0-1 0 0,0-1 1 0 0,0-1-1 0 0,-1-1 1 0 0,0 0-1 0 0,15-8 1 0 0,-9 3-1010 0 0,29-22-1 0 0,-15 6-42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148 132 4143 0 0,'4'-5'501'0'0,"-1"1"-1429"0"0,4-3 3856 0 0,1-1 2143 0 0,-17 19-446 0 0,-2 9-2553 0 0,3-4-621 0 0,-41 66 3124 0 0,-36 65-959 0 0,78-130-3402 0 0,6-15-310 0 0,16-17-478 0 0,-3 3 380 0 0,-1 0-1 0 0,-1 0 1 0 0,0-1 0 0 0,14-24 0 0 0,27-63-271 0 0,-36 69 217 0 0,78-138-660 0 0,-92 168 1610 0 0,1 12 312 0 0,1 6-910 0 0,22 86 1166 0 0,-21-91-1146 0 0,0-1 1 0 0,1 0-1 0 0,0-1 1 0 0,1 1-1 0 0,0-1 1 0 0,15 19-1 0 0,78 73-694 0 0,-57-61 364 0 0,-41-40 62 0 0,-2 1-158 0 0,0-1 288 0 0,0 1 0 0 0,0-1 1 0 0,-1 1-1 0 0,1-1 0 0 0,0 1 0 0 0,-1-1 0 0 0,1 0 0 0 0,-1 0 0 0 0,0 0 1 0 0,1 0-1 0 0,-1 0 0 0 0,0 0 0 0 0,-3 1 0 0 0,-17 6-9 0 0,-1-1-1 0 0,1-2 0 0 0,-2 0 1 0 0,-45 4-1 0 0,-95-7-1050 0 0,76-1-2919 0 0,91-11-1318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2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18223 0 0,'0'0'1654'0'0,"-3"8"-1332"0"0,0 10 895 0 0,0 0 0 0 0,2-1 0 0 0,0 1 1 0 0,2 33-1 0 0,0-10-115 0 0,-1 37-147 0 0,16 121-1 0 0,-14-186-867 0 0,0 0 26 0 0,1 1 1 0 0,7 23-1 0 0,-9-35-256 0 0,0-3-266 0 0,1-1 364 0 0,-1 1 1 0 0,1 0-1 0 0,-1-1 1 0 0,1 1 0 0 0,-1-1-1 0 0,0 0 1 0 0,0 1-1 0 0,0-1 1 0 0,0 0 0 0 0,0 0-1 0 0,1-3 1 0 0,-1 3-3 0 0,15-36-183 0 0,-11 23 156 0 0,2 0 0 0 0,10-19 0 0 0,-3 12-87 0 0,-6 7 89 0 0,1 1 0 0 0,0 0 0 0 0,1 1 0 0 0,0 0 0 0 0,17-16 0 0 0,-9 20 169 0 0,-16 8-6 0 0,0 3 2 0 0,4 6 12 0 0,1 1 0 0 0,-1 1 0 0 0,0-1 1 0 0,-1 1-1 0 0,0 0 0 0 0,-1 0 0 0 0,6 19 0 0 0,12 25 2 0 0,-16-41-290 0 0,1-1-1 0 0,1 0 1 0 0,0 0 0 0 0,11 12-1 0 0,-15-19-174 0 0,0-1 0 0 0,0 0 0 0 0,1 0 0 0 0,-1 0-1 0 0,1 0 1 0 0,0-1 0 0 0,1 0 0 0 0,-1 0 0 0 0,0 0-1 0 0,1-1 1 0 0,-1 0 0 0 0,9 2 0 0 0,10 1-1875 0 0,1-2-65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3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33 6911 0 0,'-3'-32'10903'0'0,"2"33"-10410"0"0,-5 10 3237 0 0,-3 15-1763 0 0,7-20-697 0 0,-4 22-573 0 0,1 0 0 0 0,1 0 1 0 0,2 1-1 0 0,0 39 0 0 0,3-45-921 0 0,1-1 0 0 0,1 1 0 0 0,1-1 0 0 0,7 25 0 0 0,-11-45-708 0 0,1 2 1582 0 0</inkml:trace>
  <inkml:trace contextRef="#ctx0" brushRef="#br0" timeOffset="1">16 145 10135 0 0,'-16'16'11081'0'0,"16"-15"-10899"0"0,17 6 3146 0 0,25 1-2314 0 0,-16-5-779 0 0,1-2 0 0 0,41-3 0 0 0,56-13-1226 0 0,-58 6-433 0 0,6 1-1466 0 0,-18 1-3161 0 0,-13 3-479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33 4607 0 0,'0'0'208'0'0,"-9"7"32"0"0,7-6 621 0 0,-1 1 0 0 0,0 0 0 0 0,1 1 0 0 0,0-1 0 0 0,-1 0 0 0 0,1 1 0 0 0,0-1 0 0 0,0 1 0 0 0,1 0-1 0 0,-3 3 1 0 0,-13 33 9309 0 0,11-25-10117 0 0,-7 25 2214 0 0,-19 78-1 0 0,19-61-1871 0 0,11-46-393 0 0,-11 31-169 0 0,13-41 156 0 0,0 0 1 0 0,0 0-1 0 0,0 0 1 0 0,0 0-1 0 0,0 0 1 0 0,0 0-1 0 0,0 0 0 0 0,1 0 1 0 0,-1 0-1 0 0,0-1 1 0 0,0 1-1 0 0,0 0 0 0 0,0 0 1 0 0,0 0-1 0 0,0 0 1 0 0,0 0-1 0 0,1 0 0 0 0,-1 0 1 0 0,0 0-1 0 0,0 0 1 0 0,0 0-1 0 0,0 0 1 0 0,0 0-1 0 0,0 0 0 0 0,1 0 1 0 0,-1 0-1 0 0,0 0 1 0 0,0 0-1 0 0,0 0 0 0 0,0 0 1 0 0,0 0-1 0 0,0 1 1 0 0,0-1-1 0 0,0 0 0 0 0,1 0 1 0 0,-1 0-1 0 0,0 0 1 0 0,0 0-1 0 0,0 0 1 0 0,0 0-1 0 0,0 0 0 0 0,0 0 1 0 0,0 0-1 0 0,0 1 1 0 0,0-1-1 0 0,0 0 0 0 0,0 0 1 0 0,0 0-1 0 0,1 0 1 0 0,-1 0-1 0 0,0 0 1 0 0,0 0-1 0 0,0 1 0 0 0,0-1 1 0 0,0 0-1 0 0,0 0 1 0 0,0 0-1 0 0,0 0 0 0 0,0 0 1 0 0,0 0-1 0 0,0 0 1 0 0,0 1-1 0 0,0-1 0 0 0,-1 0 1 0 0,1 0-1 0 0,0 0 1 0 0,0 0-1 0 0,9-5-554 0 0,1-13-106 0 0,1 0 0 0 0,-2-1 0 0 0,13-36-1 0 0,-7 14 234 0 0,39-79-451 0 0,-41 96 833 0 0,0 0 1 0 0,31-39 1890 0 0,-44 65-1646 0 0,1 1 1 0 0,-1-1 0 0 0,1 0-1 0 0,0 0 1 0 0,0 1 0 0 0,0-1-1 0 0,1 0 1 0 0,0 2 0 0 0,5 8 219 0 0,-1 1-319 0 0,0 1 0 0 0,2-2 0 0 0,-1 1 0 0 0,1-1 0 0 0,1 0-1 0 0,13 14 1 0 0,-6-10 17 0 0,0-1 0 0 0,1-1 0 0 0,29 18 0 0 0,-14-10-136 0 0,76 51-211 0 0,-104-70 190 0 0,0 1 0 0 0,0-1 0 0 0,0 1 1 0 0,0 0-1 0 0,3 5 0 0 0,-7-8 46 0 0,0-1-1 0 0,0 1 0 0 0,0-1 1 0 0,0 1-1 0 0,0-1 1 0 0,1 1-1 0 0,-1-1 1 0 0,0 1-1 0 0,-1-1 1 0 0,1 0-1 0 0,0 1 1 0 0,0-1-1 0 0,0 1 1 0 0,0-1-1 0 0,0 1 1 0 0,0-1-1 0 0,0 1 1 0 0,-1-1-1 0 0,1 1 0 0 0,0-1 1 0 0,0 0-1 0 0,-1 1 1 0 0,1-1-1 0 0,-1 1 1 0 0,-6 8 18 0 0,6-9-19 0 0,-1 2 7 0 0,-1 1 0 0 0,0-1-1 0 0,0 0 1 0 0,0-1 0 0 0,0 1 0 0 0,0 0-1 0 0,0-1 1 0 0,-1 0 0 0 0,1 1-1 0 0,-4-1 1 0 0,-37 7 83 0 0,12-3 6 0 0,1 0-40 0 0,0 0 0 0 0,-1-2 1 0 0,-52-2-1 0 0,13 2-1785 0 0,52-1 434 0 0,1-1 1 0 0,0 0 0 0 0,-31-5-1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10591 0 0,'0'0'964'0'0,"-1"2"-794"0"0,-1 2 258 0 0,0 1 1 0 0,1-1 0 0 0,0 1 0 0 0,-1 0-1 0 0,2 0 1 0 0,-1 0 0 0 0,0 6-1 0 0,2 40 8338 0 0,1-16-6262 0 0,-2-28-2332 0 0,1 219 2895 0 0,11 0-4188 0 0,-12-221 688 0 0,0 1 0 0 0,1-1 0 0 0,-1 0 1 0 0,1 0-1 0 0,1 0 0 0 0,-1-1 0 0 0,1 1 1 0 0,-1 0-1 0 0,1 0 0 0 0,1-1 0 0 0,2 5 0 0 0,0-5-1686 0 0,3-2-319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4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15807 0 0,'0'0'727'0'0,"-1"0"-22"0"0,-2 0-615 0 0,1 0 1 0 0,-1 0-1 0 0,1 1 0 0 0,-1-1 0 0 0,1 1 0 0 0,-1-1 0 0 0,1 1 0 0 0,-1 0 1 0 0,1 0-1 0 0,0 0 0 0 0,-1 1 0 0 0,1-1 0 0 0,0 0 0 0 0,-3 3 0 0 0,2 0 280 0 0,-1-1 0 0 0,0 1 0 0 0,1 0-1 0 0,0 0 1 0 0,0 1 0 0 0,-4 7-1 0 0,-1 6 877 0 0,1 0-1 0 0,-9 37 0 0 0,12-44-1348 0 0,1 3 230 0 0,-1 0 0 0 0,2 1-1 0 0,0-1 1 0 0,1 1-1 0 0,0-1 1 0 0,1 0 0 0 0,0 1-1 0 0,5 23 1 0 0,-4-32-86 0 0,1 1 1 0 0,0-1-1 0 0,0 0 0 0 0,0 1 1 0 0,1-1-1 0 0,0 0 1 0 0,0 0-1 0 0,0-1 1 0 0,1 1-1 0 0,0-1 0 0 0,0 0 1 0 0,0 0-1 0 0,1 0 1 0 0,0 0-1 0 0,0-1 1 0 0,0 0-1 0 0,0 0 0 0 0,1 0 1 0 0,-1-1-1 0 0,1 1 1 0 0,6 1-1 0 0,2 0-119 0 0,-1-1 0 0 0,1 0-1 0 0,-1-1 1 0 0,1-1 0 0 0,0 0-1 0 0,0-1 1 0 0,0 0 0 0 0,0-2 0 0 0,0 1-1 0 0,1-2 1 0 0,-2 1 0 0 0,1-2-1 0 0,15-4 1 0 0,-13 2-26 0 0,0 0 0 0 0,0-1 0 0 0,-1-1 0 0 0,1 0 0 0 0,-2-1 0 0 0,1-1 0 0 0,-1 0 0 0 0,0-1 0 0 0,-1-1 0 0 0,19-19 0 0 0,-21 18 90 0 0,-2-1 1 0 0,1-1-1 0 0,-1 1 0 0 0,-1-1 1 0 0,-1-1-1 0 0,8-20 0 0 0,-14 33 29 0 0,0 0-1 0 0,0 0 1 0 0,-1 0-1 0 0,1-1 0 0 0,-1 1 1 0 0,0 0-1 0 0,0 0 1 0 0,0-1-1 0 0,0 1 1 0 0,0 0-1 0 0,0-1 1 0 0,0 1-1 0 0,-1 0 1 0 0,1 0-1 0 0,-1-1 1 0 0,0 1-1 0 0,0-2 0 0 0,0 2-1 0 0,0 1 0 0 0,0 0-1 0 0,0 0 1 0 0,0-1 0 0 0,0 1-1 0 0,0 0 1 0 0,0 0 0 0 0,0 0-1 0 0,0 0 1 0 0,-1 0 0 0 0,1 1-1 0 0,0-1 1 0 0,-1 0 0 0 0,1 1-1 0 0,0-1 1 0 0,-1 0 0 0 0,1 1-1 0 0,-1 0 1 0 0,1-1 0 0 0,-1 1-1 0 0,1 0 1 0 0,-1 0 0 0 0,1 0-1 0 0,-1 0 1 0 0,1 0-1 0 0,-1 0 1 0 0,-1 0 0 0 0,-5 2 117 0 0,-1 0 0 0 0,1 0 0 0 0,0 1 0 0 0,0 0 0 0 0,0 0 0 0 0,0 1 0 0 0,0-1 0 0 0,1 2 1 0 0,0-1-1 0 0,0 1 0 0 0,-11 10 0 0 0,10-8-32 0 0,0 1 1 0 0,0 0 0 0 0,1 1 0 0 0,0 0-1 0 0,1 0 1 0 0,0 0 0 0 0,0 1-1 0 0,-6 14 1 0 0,11-20-52 0 0,-1 1 0 0 0,1-1 0 0 0,0 0 0 0 0,0 1 0 0 0,0-1 0 0 0,0 1 0 0 0,1 0 0 0 0,0-1 0 0 0,0 1 0 0 0,0-1 0 0 0,1 1 0 0 0,-1-1 0 0 0,3 7 0 0 0,-1-5-13 0 0,0 0 0 0 0,1 0 0 0 0,-1 0 0 0 0,1-1 0 0 0,0 1 0 0 0,1-1 0 0 0,0 0 0 0 0,-1 0 0 0 0,6 5 0 0 0,-1-3-28 0 0,0 1 1 0 0,1-1-1 0 0,0-1 0 0 0,0 1 0 0 0,0-1 0 0 0,1-1 0 0 0,0 0 0 0 0,0 0 0 0 0,0-1 0 0 0,20 5 0 0 0,34 1-519 0 0,-20-7-7151 0 0,-11-3-1136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24247 0 0,'0'0'2195'0'0,"-1"2"-1809"0"0,-4 13-227 0 0,-1 0 0 0 0,2 1 0 0 0,0 0 0 0 0,-2 30 0 0 0,1-18 274 0 0,-25 284 1094 0 0,30-204-10651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34 198 14223 0 0,'-3'-4'20'0'0,"2"2"83"0"0,0 0 1 0 0,0 0-1 0 0,0 0 0 0 0,-1 0 1 0 0,1 1-1 0 0,-1-1 1 0 0,1 0-1 0 0,-1 1 0 0 0,0-1 1 0 0,0 1-1 0 0,0 0 1 0 0,0 0-1 0 0,0 0 0 0 0,-7-4 7573 0 0,11 6-6608 0 0,13 1-329 0 0,0-1 0 0 0,0 0 0 0 0,0-2 0 0 0,22-1 0 0 0,62-16-1271 0 0,-58 10 89 0 0,86-24-2643 0 0,6 0-2791 0 0,27 2-563 0 0,-139 29 6220 0 0,-17 4 2368 0 0,-3 1-1331 0 0,-1 0-1 0 0,-1 0 1 0 0,1 0-1 0 0,0 0 1 0 0,-1-1-1 0 0,0 1 1 0 0,0 0-1 0 0,0 0 1 0 0,-1 0-1 0 0,-2 6 1 0 0,-23 39 2977 0 0,22-42-3089 0 0,-9 15 34 0 0,-1 0 0 0 0,0-1 0 0 0,-2-1 0 0 0,-19 18 0 0 0,34-36-720 0 0,-3 2 19 0 0,0 1 0 0 0,-1-1 0 0 0,1 0-1 0 0,-13 6 1 0 0,18-10-46 0 0,0 0 0 0 0,0 0 0 0 0,0 1 0 0 0,0-1 0 0 0,-1 0 0 0 0,1 0 0 0 0,0 0 0 0 0,0 0 0 0 0,0 0 0 0 0,-1 0 0 0 0,1 0 0 0 0,0 0 0 0 0,0 0 0 0 0,0 0 0 0 0,-1 0 0 0 0,1 0 0 0 0,0 0 0 0 0,0 0 0 0 0,-1 0 0 0 0,1 0 0 0 0,0 0 0 0 0,0 0 0 0 0,0 0 0 0 0,-1 0 0 0 0,1 0 0 0 0,0 0 0 0 0,0 0 0 0 0,0-1 0 0 0,-1 1 0 0 0,1 0 0 0 0,0 0 0 0 0,0 0 0 0 0,0 0 0 0 0,0 0 0 0 0,-1 0 0 0 0,1-1 0 0 0,0 1 0 0 0,0 0 0 0 0,-3-11-270 0 0,5-13-132 0 0,10-14 80 0 0,2 0 1 0 0,1 1-1 0 0,2 1 1 0 0,42-67-1 0 0,-57 99 385 0 0,-1 3 1 0 0,0-1 0 0 0,0 1 1 0 0,0-1-1 0 0,0 0 0 0 0,0 1 0 0 0,0 0 0 0 0,0-1 0 0 0,1 1 0 0 0,0-2 0 0 0,11 20 893 0 0,41 69 325 0 0,1 2-1385 0 0,-47-77 104 0 0,0-1-1 0 0,1-1 1 0 0,0 0-1 0 0,0 0 1 0 0,1 0 0 0 0,13 7-1 0 0,3-1-41 0 0,-18-10-27 0 0,0-1 0 0 0,-1 1 0 0 0,1 0 1 0 0,-1 1-1 0 0,11 10 0 0 0,-19-15 67 0 0,1 0 1 0 0,0 0-1 0 0,-1 0 0 0 0,1 0 0 0 0,-1 0 1 0 0,0 0-1 0 0,1 0 0 0 0,-1 0 0 0 0,0 0 1 0 0,0-1-1 0 0,1 1 0 0 0,-1 0 0 0 0,0 0 1 0 0,0-1-1 0 0,-1 1 0 0 0,2-1 9 0 0,-10 5 0 0 0,1 0 0 0 0,-1-1 0 0 0,0 0 0 0 0,0-1 0 0 0,0 0 0 0 0,0-1 0 0 0,-17 2 0 0 0,2 1 0 0 0,-1 0-21 0 0,-25 6-252 0 0,-74 5 0 0 0,94-14 89 0 0,5 0-1618 0 0,-44-3 0 0 0,64 0-59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33 9215 0 0,'-33'-33'14961'0'0,"33"34"-14753"0"0,2 8 2998 0 0,-2-9-3673 0 0,8 32 1785 0 0,-1 0 1 0 0,3 60-1 0 0,-6 65-883 0 0,-4-152-389 0 0,-8 170-46 0 0,7-167 88 0 0,1-6-135 0 0,0-4-431 0 0,10-34 239 0 0,11-72 1 0 0,1-9-29 0 0,-18 101 236 0 0,1 0 0 0 0,1 1 1 0 0,0 0-1 0 0,1 0 0 0 0,13-19 1 0 0,-13 23 5 0 0,0 1 0 0 0,1 1 0 0 0,1-1 1 0 0,-1 1-1 0 0,2 1 0 0 0,-1 0 0 0 0,1 0 1 0 0,13-7-1 0 0,-16 10 10 0 0,1 1 1 0 0,-1 1-1 0 0,1-1 1 0 0,-1 1-1 0 0,1 1 1 0 0,0-1-1 0 0,0 1 0 0 0,0 1 1 0 0,1 0-1 0 0,-1 0 1 0 0,0 0-1 0 0,1 1 1 0 0,10 1-1 0 0,-11 0 16 0 0,0 0-1 0 0,0 1 1 0 0,0 0-1 0 0,-1 1 0 0 0,1-1 1 0 0,-1 1-1 0 0,0 1 1 0 0,1-1-1 0 0,-2 1 1 0 0,8 5-1 0 0,-11-6 12 0 0,0-1-1 0 0,0 1 0 0 0,-1-1 0 0 0,1 1 0 0 0,-1 0 1 0 0,0 0-1 0 0,0 0 0 0 0,0 1 0 0 0,0-1 1 0 0,0 0-1 0 0,-1 1 0 0 0,1-1 0 0 0,-1 1 0 0 0,0-1 1 0 0,0 1-1 0 0,0 0 0 0 0,-1 0 0 0 0,1-1 1 0 0,-1 1-1 0 0,0 0 0 0 0,0 0 0 0 0,0-1 0 0 0,-1 5 1 0 0,-1 1 19 0 0,0 0 0 0 0,-1-1 0 0 0,1 1 0 0 0,-2-1 0 0 0,1 0 0 0 0,-1 0 0 0 0,0 0 0 0 0,-1 0-1 0 0,0-1 1 0 0,0 0 0 0 0,0 0 0 0 0,-13 11 0 0 0,7-7 19 0 0,0-2-1 0 0,-1 0 1 0 0,0 0-1 0 0,-1-1 1 0 0,1 0 0 0 0,-27 10-1 0 0,21-11-70 0 0,1-2 0 0 0,-1-1 0 0 0,0 0 0 0 0,-1-1 0 0 0,1 0 0 0 0,-1-2 0 0 0,-24-1 0 0 0,28-1-140 0 0,14 0 81 0 0,2 1-246 0 0,38-1 204 0 0,-1-1 0 0 0,0-2-1 0 0,0-1 1 0 0,0-2 0 0 0,59-20-1 0 0,-71 18 163 0 0,-1-1 0 0 0,-1-2 0 0 0,1 0 0 0 0,-2-1 0 0 0,0-2 0 0 0,-1 0 0 0 0,0-2 0 0 0,35-35 0 0 0,-34 30-27 0 0,11-10-14 0 0,-31 28 3 0 0,0 1-1 0 0,-1 0 0 0 0,1-1 0 0 0,-1 0 1 0 0,0 1-1 0 0,0-1 0 0 0,0 0 0 0 0,1-5 1 0 0,-3 8-1 0 0,0 1 1 0 0,0-1-1 0 0,1 1 1 0 0,-1-1-1 0 0,0 1 1 0 0,0-1-1 0 0,0 1 1 0 0,0-1-1 0 0,0 1 1 0 0,0-1-1 0 0,0 1 1 0 0,0-1-1 0 0,0 0 0 0 0,0 1 1 0 0,-1-1-1 0 0,1 1 1 0 0,0-1-1 0 0,0 1 1 0 0,0-1-1 0 0,-1 1 1 0 0,1-1-1 0 0,0 1 1 0 0,0 0-1 0 0,-1-1 1 0 0,1 1-1 0 0,-1-1 1 0 0,1 1-1 0 0,-1-1 1 0 0,0 1 0 0 0,0-1 1 0 0,0 1 0 0 0,0-1-1 0 0,0 1 1 0 0,-1-1 0 0 0,1 1 0 0 0,0 0-1 0 0,0 0 1 0 0,-1 0 0 0 0,1-1-1 0 0,-2 2 1 0 0,-2-1 6 0 0,1 0-1 0 0,0 1 1 0 0,-1 0 0 0 0,1 0-1 0 0,0 0 1 0 0,-5 2 0 0 0,-2 3 31 0 0,-1 0-1 0 0,1 1 1 0 0,1 1 0 0 0,0 0 0 0 0,0 0 0 0 0,0 1 0 0 0,1 0 0 0 0,0 1-1 0 0,1 0 1 0 0,0 0 0 0 0,0 1 0 0 0,1 0 0 0 0,1 0 0 0 0,0 1-1 0 0,0 0 1 0 0,1 0 0 0 0,-3 13 0 0 0,7-21-41 0 0,1-1 0 0 0,-1 0 1 0 0,1 1-1 0 0,-1-1 0 0 0,1 0 0 0 0,0 1 1 0 0,1-1-1 0 0,-1 1 0 0 0,1-1 0 0 0,-1 0 1 0 0,1 1-1 0 0,0-1 0 0 0,0 0 0 0 0,0 0 0 0 0,1 0 1 0 0,-1 0-1 0 0,1 0 0 0 0,0 0 0 0 0,0 0 1 0 0,0 0-1 0 0,0-1 0 0 0,0 1 0 0 0,5 3 1 0 0,-2-2-62 0 0,0 0 0 0 0,0 0 0 0 0,0-1 0 0 0,1 0 0 0 0,-1 0 0 0 0,1 0 0 0 0,0-1 0 0 0,0 0 0 0 0,0 0 1 0 0,0 0-1 0 0,11 1 0 0 0,6-2-559 0 0,0-1 0 0 0,0 0 0 0 0,0-2 1 0 0,45-9-1 0 0,-53 8-183 0 0,0-2 0 0 0,0 1 0 0 0,-1-2 0 0 0,22-11 0 0 0,-8 1-855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6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12439 0 0,'-15'5'1126'0'0,"16"-5"-958"0"0,-1 1 1 0 0,1 0 0 0 0,0 0-1 0 0,-1-1 1 0 0,1 1 0 0 0,-1 0-1 0 0,1 0 1 0 0,-1 0 0 0 0,1 0-1 0 0,-1 0 1 0 0,1 1 0 0 0,0 3 641 0 0,15 22 4299 0 0,24 31-1 0 0,59 60-1735 0 0,11 15-2764 0 0,-92-107-521 0 0,-1 1 0 0 0,-1 1 0 0 0,-2 0 0 0 0,0 1 0 0 0,-2 1 1 0 0,-2 0-1 0 0,0 0 0 0 0,8 51 0 0 0,-12-40-47 0 0,-2 1 0 0 0,-1 0 0 0 0,-3-1 1 0 0,-1 1-1 0 0,-2 0 0 0 0,-10 46 0 0 0,9-70-241 0 0,0 0 0 0 0,-2 0 0 0 0,-9 22-1 0 0,11-31 48 0 0,0-1-1 0 0,-1 1 1 0 0,0 0-1 0 0,-1-1 0 0 0,1 0 1 0 0,-2-1-1 0 0,-11 13 1 0 0,-4-6-2343 0 0,13-9 1085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35 18431 0 0,'0'0'2282'0'0,"2"0"-880"0"0,39-3 4867 0 0,25-5-4846 0 0,-39 4-935 0 0,62-10-1675 0 0,-60 9-999 0 0,-12 5 935 0 0</inkml:trace>
  <inkml:trace contextRef="#ctx0" brushRef="#br0" timeOffset="1">0 312 5527 0 0,'0'0'423'0'0,"0"2"-278"0"0,0-2 44 0 0,0 1 0 0 0,0 0 0 0 0,0 0 0 0 0,0 0 0 0 0,0 0 0 0 0,1-1 0 0 0,-1 1-1 0 0,0 0 1 0 0,0 0 0 0 0,1-1 0 0 0,-1 1 0 0 0,0 0 0 0 0,1 0 0 0 0,-1-1 0 0 0,0 1-1 0 0,1 0 1 0 0,-1-1 0 0 0,1 1 0 0 0,0 0 0 0 0,-1-1 0 0 0,1 1 0 0 0,-1-1 0 0 0,1 1-1 0 0,0-1 1 0 0,-1 1 0 0 0,1-1 0 0 0,0 0 0 0 0,0 1 0 0 0,-1-1 0 0 0,2 1 0 0 0,1 0 959 0 0,3 2 46 0 0,1 0 0 0 0,0 0 0 0 0,0 0 0 0 0,0-1 0 0 0,13 3-1 0 0,-10-3-577 0 0,1-1-1 0 0,-1-1 1 0 0,16 0-1 0 0,4-3-1108 0 0,-1-2-1 0 0,29-8 0 0 0,3-1 522 0 0,-11 4-1521 0 0,0-2-1 0 0,-1-3 0 0 0,53-22 1 0 0,-59 18-437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7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251 276 1839 0 0,'34'-19'-743'0'0,"-29"16"1761"0"0,-1-1 0 0 0,1 0 0 0 0,-1 0 0 0 0,7-8 0 0 0,-9 11-476 0 0,-1-1 1 0 0,1 0-1 0 0,-1-1 1 0 0,1 1-1 0 0,-1 0 1 0 0,0 0-1 0 0,0-1 1 0 0,0 1-1 0 0,0 0 1 0 0,-1-1 0 0 0,1 1-1 0 0,-1-1 1 0 0,1 1-1 0 0,-1-1 1 0 0,0 1-1 0 0,0-1 1 0 0,0 1-1 0 0,0-1 1 0 0,0 1-1 0 0,-1-1 1 0 0,1 1 0 0 0,-1-1-1 0 0,0 1 1 0 0,1 0-1 0 0,-1-1 1 0 0,0 1-1 0 0,-1 0 1 0 0,1-1-1 0 0,-2-1 1 0 0,2 2-239 0 0,-1 0-1 0 0,1 0 1 0 0,-1 0 0 0 0,0 1 0 0 0,0-1 0 0 0,0 0 0 0 0,0 1-1 0 0,0 0 1 0 0,-1-1 0 0 0,1 1 0 0 0,0 0 0 0 0,-1 0-1 0 0,1 0 1 0 0,-3 0 0 0 0,3 1-181 0 0,0 0 0 0 0,0 0 0 0 0,0 1 0 0 0,0-1 0 0 0,1 0 0 0 0,-1 1 0 0 0,0 0 0 0 0,0-1 0 0 0,0 1 0 0 0,1 0 0 0 0,-1 0 0 0 0,0 0 0 0 0,-1 2 0 0 0,0-2 71 0 0,-15 12 187 0 0,1 1-1 0 0,0 1 0 0 0,1 0 1 0 0,-19 23-1 0 0,14-15-174 0 0,5-6-107 0 0,2 0-1 0 0,0 1 1 0 0,1 1 0 0 0,0 1 0 0 0,2-1-1 0 0,-18 43 1 0 0,25-50-93 0 0,0-1 0 0 0,0 1 0 0 0,2 0 0 0 0,-1-1 1 0 0,1 1-1 0 0,1 0 0 0 0,0 0 0 0 0,1 1 0 0 0,0-1 0 0 0,1 0 0 0 0,0 0 0 0 0,1 0 0 0 0,1 0 1 0 0,6 21-1 0 0,-6-27-35 0 0,0 0 1 0 0,1 0-1 0 0,-1 0 0 0 0,1 0 1 0 0,0-1-1 0 0,1 1 1 0 0,-1-1-1 0 0,1 0 1 0 0,0-1-1 0 0,1 1 0 0 0,-1-1 1 0 0,1 0-1 0 0,-1 0 1 0 0,1-1-1 0 0,0 1 1 0 0,1-1-1 0 0,-1-1 1 0 0,1 1-1 0 0,-1-1 0 0 0,8 1 1 0 0,9 2-126 0 0,0-1-1 0 0,0-1 1 0 0,1-1 0 0 0,34-2 0 0 0,-30-1 0 0 0,-1-1 0 0 0,52-11 0 0 0,-63 9 101 0 0,-1-1 0 0 0,0 0 0 0 0,0 0 1 0 0,-1-2-1 0 0,1 0 0 0 0,18-13 0 0 0,-26 15 53 0 0,0-1 0 0 0,-1 0 0 0 0,1 0 0 0 0,-2-1 0 0 0,11-14 0 0 0,21-39 0 0 0,-36 58 0 0 0,4-7 18 0 0,-1 0 0 0 0,-1-1 0 0 0,1 1 0 0 0,-2-1 0 0 0,1 0 0 0 0,-1 0 0 0 0,-1 0 0 0 0,1-17 0 0 0,-2 3 48 0 0,-1 1 0 0 0,-6-39 0 0 0,3 44-51 0 0,0 1 0 0 0,-1-1 0 0 0,-1 1 0 0 0,-1 1 0 0 0,-17-31 0 0 0,8 21-113 0 0,-1 0 1 0 0,-32-37-1 0 0,40 53-129 0 0,-1 0 0 0 0,0 0 0 0 0,-1 1 0 0 0,0 0 0 0 0,0 1 0 0 0,-1 0 0 0 0,0 1 0 0 0,-22-10 0 0 0,27 14-156 0 0,1 1-1 0 0,0 1 0 0 0,0-1 0 0 0,-1 1 0 0 0,1 0 0 0 0,-1 0 0 0 0,1 1 0 0 0,-1 0 0 0 0,-6 1 1 0 0,7-1-250 0 0,1 1 1 0 0,0 1 0 0 0,0-1 0 0 0,0 1 0 0 0,0 0 0 0 0,0 0-1 0 0,1 0 1 0 0,-1 1 0 0 0,1-1 0 0 0,-1 1 0 0 0,1 0 0 0 0,-6 6 0 0 0,-11 13-6146 0 0</inkml:trace>
  <inkml:trace contextRef="#ctx0" brushRef="#br0" timeOffset="1">173 503 12895 0 0,'7'5'1339'0'0,"23"10"5500"0"0,-23-5-3455 0 0,-4-7-2891 0 0,12 21 1241 0 0,-1 0-1 0 0,15 37 1 0 0,-26-54-1550 0 0,14 32 475 0 0,-11-23-584 0 0,1 0 1 0 0,0 0-1 0 0,18 25 0 0 0,-25-40-68 0 0,4 4-317 0 0,0 0 1 0 0,0 1-1 0 0,0-2 1 0 0,9 9-1 0 0,-11-12-26 0 0,0 0-1 0 0,0 1 1 0 0,1-1-1 0 0,-1 0 1 0 0,0 0 0 0 0,0 0-1 0 0,1-1 1 0 0,-1 1-1 0 0,0-1 1 0 0,1 1 0 0 0,-1-1-1 0 0,0 0 1 0 0,1 0-1 0 0,-1 0 1 0 0,1 0 0 0 0,2 0-1 0 0,7-4-5776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7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33 17967 0 0,'0'0'1387'0'0,"-2"-1"-896"0"0,-1 0 423 0 0,1 0 0 0 0,-1 0 1 0 0,0 1-1 0 0,0-1 0 0 0,1 1 1 0 0,-1-1-1 0 0,-5 1 1 0 0,6 0-813 0 0,-1 0 1 0 0,0 1 0 0 0,0-1 0 0 0,0 1 0 0 0,0 0 0 0 0,1 0-1 0 0,-1 0 1 0 0,0 0 0 0 0,1 0 0 0 0,-1 0 0 0 0,1 1 0 0 0,-1-1-1 0 0,1 1 1 0 0,0 0 0 0 0,-1 0 0 0 0,1 0 0 0 0,0 0 0 0 0,0 0-1 0 0,1 0 1 0 0,-3 3 0 0 0,3-3-84 0 0,1 0 1 0 0,0 0-1 0 0,-1 0 1 0 0,1-1-1 0 0,0 1 0 0 0,0 0 1 0 0,0 0-1 0 0,0 0 1 0 0,0 0-1 0 0,1-1 0 0 0,-1 1 1 0 0,0 0-1 0 0,2 2 1 0 0,8 25 93 0 0,-8-26-105 0 0,0 0-1 0 0,0 1 1 0 0,1-1-1 0 0,-1 0 1 0 0,1 0-1 0 0,0-1 1 0 0,-1 1 0 0 0,1-1-1 0 0,1 1 1 0 0,-1-1-1 0 0,0 0 1 0 0,5 2-1 0 0,3 1-8 0 0,2 0 0 0 0,16 4-1 0 0,-28-8 3 0 0,4 0-19 0 0,0 0 1 0 0,1 0-1 0 0,-1 0 0 0 0,1-1 1 0 0,-1 0-1 0 0,1 0 1 0 0,-1 0-1 0 0,0-1 0 0 0,1 0 1 0 0,-1 0-1 0 0,1 0 0 0 0,-1 0 1 0 0,8-4-1 0 0,-11 4 15 0 0,1 0 0 0 0,-1-1 0 0 0,1 1 0 0 0,-1 0 0 0 0,0-1 0 0 0,1 0 0 0 0,-1 1 0 0 0,0-1 0 0 0,0 0 0 0 0,0 0 0 0 0,-1 0 0 0 0,1 0 0 0 0,0-1 0 0 0,-1 1-1 0 0,1 0 1 0 0,-1-1 0 0 0,0 1 0 0 0,0-1 0 0 0,0 1 0 0 0,0-1 0 0 0,0 1 0 0 0,-1-1 0 0 0,1 0 0 0 0,-1 1 0 0 0,1-1 0 0 0,-1 0 0 0 0,0-5 0 0 0,-1 6 9 0 0,1 1 1 0 0,-1-1-1 0 0,1 1 1 0 0,-1-1-1 0 0,1 1 0 0 0,-1-1 1 0 0,0 1-1 0 0,0 0 1 0 0,1-1-1 0 0,-1 1 0 0 0,0 0 1 0 0,0 0-1 0 0,-1-1 0 0 0,1 1 1 0 0,-2-2-1 0 0,-24-14 10 0 0,13 9-117 0 0,4 1-450 0 0,0 1 0 0 0,-1 1 0 0 0,0 0 0 0 0,0 0 0 0 0,0 1-1 0 0,0 0 1 0 0,-16-2 0 0 0,-11-2-8589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39 23927 0 0,'-10'2'412'0'0,"-4"2"721"0"0,-26 1-1 0 0,38-5-136 0 0,8 5 99 0 0,1-3-1005 0 0,0 0-1 0 0,0 0 0 0 0,1 0 1 0 0,-1-1-1 0 0,0 0 1 0 0,1-1-1 0 0,10 0 1 0 0,56-7-11 0 0,-54 4-82 0 0,249-42-5308 0 0,-228 35 3630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8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22607 0 0,'0'0'2047'0'0,"0"1"-1601"0"0,2 4-171 0 0,-1 0 0 0 0,0 0 0 0 0,-1-1 0 0 0,1 1 0 0 0,-1 0 0 0 0,-1 8-1 0 0,2 14 665 0 0,43 222 2182 0 0,-23-179-2916 0 0,-10-35-148 0 0,-9-29-46 0 0,0-1 1 0 0,0 0 0 0 0,0 0 0 0 0,1 1-1 0 0,-1-2 1 0 0,1 1 0 0 0,0 0 0 0 0,1 0-1 0 0,5 6 1 0 0,4-4-27 0 0,-8-8-16 0 0,-3 0 17 0 0,0 0 13 0 0,1 1 0 0 0,-1-1 0 0 0,1 0 0 0 0,-1 0 1 0 0,0-1-1 0 0,1 1 0 0 0,-1 0 0 0 0,0-1 0 0 0,0 1 0 0 0,0-1 0 0 0,0 0 0 0 0,0 0 0 0 0,0 1 1 0 0,0-1-1 0 0,-1-1 0 0 0,1 1 0 0 0,-1 0 0 0 0,3-5 0 0 0,1-4-16 0 0,0 0 1 0 0,7-21-1 0 0,-9 21 0 0 0,44-174-164 0 0,-24 86 38 0 0,-10 41 34 0 0,-11 80 331 0 0,0-10-148 0 0,1 27 153 0 0,3-1 0 0 0,1 0-1 0 0,17 53 1 0 0,-20-78-239 0 0,1-1 0 0 0,0 0-1 0 0,1 0 1 0 0,1 0 0 0 0,0-1-1 0 0,0 0 1 0 0,1 0-1 0 0,0-1 1 0 0,1 0 0 0 0,1-1-1 0 0,-1 0 1 0 0,1 0 0 0 0,21 14-1 0 0,-21-17-5 0 0,0-1 0 0 0,0 1 0 0 0,1-2 0 0 0,0 1 0 0 0,21 4 0 0 0,-27-8 21 0 0,0 0-1 0 0,0 0 0 0 0,0-1 0 0 0,0 0 0 0 0,0 0 0 0 0,0 0 0 0 0,0 0 0 0 0,0-1 0 0 0,0 0 1 0 0,0 0-1 0 0,-1 0 0 0 0,1-1 0 0 0,0 0 0 0 0,0 0 0 0 0,-1 0 0 0 0,6-3 0 0 0,-6 1 15 0 0,1 0 0 0 0,0 0 0 0 0,-1 0 0 0 0,1-1 0 0 0,-1 0-1 0 0,-1 0 1 0 0,1 0 0 0 0,-1 0 0 0 0,0 0 0 0 0,4-7 0 0 0,0-6 67 0 0,12-36 1 0 0,-6 5-409 0 0,-1-1 0 0 0,-3 0 0 0 0,5-81 0 0 0,-13 125 107 0 0,-1 0 1 0 0,0 0-1 0 0,0 0 1 0 0,-1 0-1 0 0,0 0 1 0 0,0 0-1 0 0,-1 0 0 0 0,1 0 1 0 0,-1 0-1 0 0,0 0 1 0 0,-4-5-1 0 0,3 6-1457 0 0,0 0 0 0 0,0 0 0 0 0,-1 1 0 0 0,-5-6 0 0 0,-7-6-6917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9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5 136 9215 0 0,'-4'-2'15471'0'0,"10"0"-15472"0"0,-5 2 364 0 0,31-8-250 0 0,55-5-1 0 0,-19 4-217 0 0,4-3-646 0 0,3-2-1545 0 0,-25 6-2982 0 0,2 0-1982 0 0</inkml:trace>
  <inkml:trace contextRef="#ctx0" brushRef="#br0" timeOffset="1">1135 55 10135 0 0,'0'0'12183'0'0,"11"0"-9231"0"0,-2-1-2836 0 0,-1 0 1 0 0,0-1-1 0 0,1 0 1 0 0,-1 0-1 0 0,0-1 1 0 0,0 0-1 0 0,-1-1 1 0 0,11-6-1 0 0,-9 6-458 0 0,-6 2-56 0 0,-1 1-1 0 0,1-1 0 0 0,-1 1 0 0 0,0-1 0 0 0,0 0 0 0 0,4-3 0 0 0,0-3-1234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3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330 143 5983 0 0,'-2'-1'-72'0'0,"-46"-26"2026"0"0,31 18 1728 0 0,-1 1-1 0 0,-23-8 1 0 0,32 14-2431 0 0,0 0 0 0 0,1 0 0 0 0,-1 0 0 0 0,0 1 0 0 0,0 1 0 0 0,0-1 0 0 0,-9 2 0 0 0,11 0-1232 0 0,0 0-1 0 0,0 0 1 0 0,1 1-1 0 0,-1 0 1 0 0,-12 6 0 0 0,9-3 312 0 0,0 0 0 0 0,-11 8 1 0 0,18-11-290 0 0,0 0 0 0 0,1 0 1 0 0,-1 0-1 0 0,1 0 0 0 0,0 1 1 0 0,0-1-1 0 0,0 1 0 0 0,0-1 1 0 0,0 1-1 0 0,0 0 0 0 0,1 0 0 0 0,-2 3 1 0 0,3-5-46 0 0,0-1-1 0 0,-1 1 1 0 0,1 0 0 0 0,0-1 0 0 0,0 1 0 0 0,0 0 0 0 0,0-1-1 0 0,0 1 1 0 0,0 0 0 0 0,0-1 0 0 0,0 1 0 0 0,0 0 0 0 0,1-1-1 0 0,-1 1 1 0 0,0 0 0 0 0,0-1 0 0 0,1 1 0 0 0,-1 0 0 0 0,0-1 0 0 0,1 1-1 0 0,-1-1 1 0 0,0 1 0 0 0,1-1 0 0 0,-1 1 0 0 0,1-1 0 0 0,-1 1-1 0 0,1-1 1 0 0,-1 1 0 0 0,1-1 0 0 0,-1 1 0 0 0,1-1 0 0 0,0 0-1 0 0,-1 1 1 0 0,1-1 0 0 0,0 0 0 0 0,0 1-10 0 0,3 1-11 0 0,-1-1 1 0 0,1 1-1 0 0,-1-1 1 0 0,1 0-1 0 0,-1 0 1 0 0,1 0-1 0 0,0-1 1 0 0,0 1-1 0 0,-1-1 0 0 0,1 0 1 0 0,0 0-1 0 0,0 0 1 0 0,0 0-1 0 0,-1-1 1 0 0,1 1-1 0 0,0-1 1 0 0,3-2-1 0 0,1 1-32 0 0,0-1 0 0 0,-1 0 0 0 0,1 0 0 0 0,-1-1 0 0 0,0 0 0 0 0,12-9 0 0 0,-16 11 62 0 0,-1 0 1 0 0,0 0-1 0 0,0 0 1 0 0,0-1-1 0 0,0 1 1 0 0,-1 0-1 0 0,1-1 1 0 0,0 1-1 0 0,-1-1 0 0 0,0 0 1 0 0,0 1-1 0 0,0-1 1 0 0,0 0-1 0 0,0 0 1 0 0,0 0-1 0 0,-1 0 0 0 0,1 0 1 0 0,-1 0-1 0 0,0 0 1 0 0,0 0-1 0 0,0 1 1 0 0,0-1-1 0 0,-1 0 1 0 0,1 0-1 0 0,-1 0 0 0 0,0 0 1 0 0,1 0-1 0 0,-4-5 1 0 0,2 5 19 0 0,-1 0 0 0 0,0 1-1 0 0,0-1 1 0 0,0 1 0 0 0,0-1 0 0 0,0 1 0 0 0,-1 0 0 0 0,1 0 0 0 0,0 1 0 0 0,-1-1 0 0 0,-6-1 0 0 0,-4-3 16 0 0,2 1-421 0 0,0 0 1 0 0,-20-4-1 0 0,19 5-305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970 1 11519 0 0,'0'0'887'0'0,"1"1"-583"0"0,2 8-33 0 0,-1 0 0 0 0,0 0 0 0 0,0 0 0 0 0,-1 0 0 0 0,0 0 0 0 0,0 0 0 0 0,-1 0 0 0 0,0 0 0 0 0,-1 0 1 0 0,-2 11-1 0 0,-3 16 448 0 0,-14 40-1 0 0,19-71-721 0 0,-35 109 1972 0 0,-52 112 0 0 0,-69 102 699 0 0,102-224-1821 0 0,-4-2 0 0 0,-126 160-1 0 0,-13-30-319 0 0,24-32-59 0 0,175-199-462 0 0,0 0-1 0 0,0 0 0 0 0,0 0 1 0 0,0 0-1 0 0,0 0 1 0 0,1 0-1 0 0,-1 0 1 0 0,0-1-1 0 0,0 1 1 0 0,1 0-1 0 0,1 0 0 0 0,6 2-53 0 0,0-1-1 0 0,0 0 0 0 0,0-1 1 0 0,0 1-1 0 0,1-2 0 0 0,-1 0 1 0 0,19-1-1 0 0,-10 0-56 0 0,63-5-1897 0 0,152-32 0 0 0,-109 15-3723 0 0,-101 17 4135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5527 0 0,'-8'1'568'0'0,"2"-1"-580"0"0,-13 2 15655 0 0,22-1-15346 0 0,9 2-141 0 0,0 0-1 0 0,1 0 1 0 0,0-1-1 0 0,15 0 1 0 0,-18-2-122 0 0,1 1 1 0 0,0 0-1 0 0,0 1 1 0 0,-1 0-1 0 0,1 1 1 0 0,-1 0-1 0 0,15 7 0 0 0,-24-10-31 0 0,1 1 0 0 0,-1 0 0 0 0,0 0 0 0 0,0-1-1 0 0,1 1 1 0 0,-1 0 0 0 0,0 0 0 0 0,0 0-1 0 0,0 1 1 0 0,0-1 0 0 0,0 0 0 0 0,0 0-1 0 0,-1 0 1 0 0,1 1 0 0 0,0-1 0 0 0,-1 0-1 0 0,1 1 1 0 0,-1-1 0 0 0,1 2 0 0 0,-1 0 17 0 0,1-1 0 0 0,-1 0 0 0 0,0 1 0 0 0,-1-1 0 0 0,1 0 0 0 0,0 0 0 0 0,-1 1 0 0 0,1-1 0 0 0,-1 0 0 0 0,0 0 0 0 0,-1 3 0 0 0,-3 4 120 0 0,0 0 0 0 0,0 0 0 0 0,-1-1 0 0 0,-10 11 0 0 0,15-18-109 0 0,-16 17 449 0 0,-35 29-1 0 0,33-31-681 0 0,1 0-1 0 0,-17 20 1 0 0,22-21-3182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6447 0 0,'-30'10'454'0'0,"22"-6"1111"0"0,-1 1 1 0 0,1-1-1 0 0,-8 8 1 0 0,-46 42 9428 0 0,41-35-11153 0 0,11-9 510 0 0,-17 14 1320 0 0,-45 54 0 0 0,70-75-1629 0 0,1-1-1 0 0,-1 0 0 0 0,1 1 1 0 0,-1-1-1 0 0,1 1 1 0 0,0-1-1 0 0,0 1 1 0 0,0 0-1 0 0,0-1 0 0 0,1 1 1 0 0,-1 0-1 0 0,0 5 1 0 0,4 2 59 0 0,-1-8-99 0 0,1 1 0 0 0,-1-1 1 0 0,1 0-1 0 0,-1 0 0 0 0,1 0 0 0 0,0-1 0 0 0,0 1 1 0 0,0-1-1 0 0,0 1 0 0 0,0-1 0 0 0,3 1 0 0 0,37 8-163 0 0,-31-9 24 0 0,0 0 0 0 0,0 0 0 0 0,0-2-1 0 0,-1 1 1 0 0,1-1 0 0 0,0-1 0 0 0,-1 0-1 0 0,1-1 1 0 0,-1 0 0 0 0,16-7 0 0 0,-20 7 4 0 0,-1 0-1 0 0,0-1 1 0 0,0 1 0 0 0,0-1 0 0 0,-1 0-1 0 0,1-1 1 0 0,-1 1 0 0 0,6-8 0 0 0,-8 8 3 0 0,0 0 1 0 0,0 0 0 0 0,0 0-1 0 0,-1 0 1 0 0,0-1-1 0 0,0 1 1 0 0,0-1 0 0 0,-1 1-1 0 0,1-1 1 0 0,-1 0 0 0 0,0 0-1 0 0,1-8 1 0 0,-2 5-335 0 0,-1 1 0 0 0,0 0-1 0 0,0 0 1 0 0,0 0 0 0 0,-3-9 0 0 0,-1-2-1180 0 0,0-5-246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892 1 22343 0 0,'0'0'1025'0'0,"-1"0"-25"0"0,-1 2-968 0 0,-1-1-1 0 0,1 1 0 0 0,0 0 0 0 0,0 0 1 0 0,1-1-1 0 0,-1 1 0 0 0,0 0 0 0 0,1 1 1 0 0,-1-1-1 0 0,1 0 0 0 0,-1 0 0 0 0,1 1 1 0 0,-1 3-1 0 0,-13 38-136 0 0,9-23 44 0 0,-60 154 160 0 0,12-34 444 0 0,-149 331 1177 0 0,-83 106-585 0 0,196-395-1025 0 0,43-87 27 0 0,-36 108 1 0 0,80-194-123 0 0,0 0-1 0 0,0 0 1 0 0,1 0 0 0 0,0 0 0 0 0,1 1 0 0 0,0 15 0 0 0,1-23-19 0 0,0-1 0 0 0,0 0 0 0 0,0 1 0 0 0,1-1 0 0 0,-1 1 0 0 0,1-1 0 0 0,0 1 0 0 0,0-1-1 0 0,0 0 1 0 0,0 0 0 0 0,0 1 0 0 0,0-1 0 0 0,0 0 0 0 0,1 0 0 0 0,-1 0 0 0 0,1 0 0 0 0,0 0 0 0 0,-1-1 0 0 0,1 1 0 0 0,0-1 0 0 0,0 1 0 0 0,0-1 0 0 0,0 1 0 0 0,0-1 0 0 0,1 0 0 0 0,-1 0 0 0 0,0 0 0 0 0,1 0 0 0 0,-1 0 0 0 0,0-1-1 0 0,1 1 1 0 0,3 0 0 0 0,9 0-47 0 0,0 0-1 0 0,0-1 0 0 0,0 0 0 0 0,0-1 0 0 0,27-6 0 0 0,75-24-245 0 0,-55 13-188 0 0,-36 10-1227 0 0,45-22 1 0 0,-40 16-5296 0 0,-13 6-323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2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13359 0 0,'0'0'9153'0'0,"2"1"-8863"0"0,16 10 107 0 0,34 14 0 0 0,-30-15-535 0 0,23 14 0 0 0,-41-21 134 0 0,5 1-21 0 0,-1 2 0 0 0,0-1 1 0 0,-1 1-1 0 0,13 13 0 0 0,-18-17 58 0 0,0 0 0 0 0,0 1 0 0 0,0 0-1 0 0,-1-1 1 0 0,0 1 0 0 0,1 0 0 0 0,-1 0-1 0 0,0 0 1 0 0,0 0 0 0 0,0 0-1 0 0,-1 0 1 0 0,1 0 0 0 0,-1 0 0 0 0,0 0-1 0 0,1 0 1 0 0,-2 0 0 0 0,1 0 0 0 0,0 0-1 0 0,-1 4 1 0 0,-1 0 188 0 0,1-1-1 0 0,-1 0 1 0 0,0 1-1 0 0,-1-1 1 0 0,0 0 0 0 0,0 0-1 0 0,0 0 1 0 0,-1-1-1 0 0,-7 11 1 0 0,-3-1-30 0 0,-28 25 0 0 0,7-8-1100 0 0,31-28 81 0 0,3-1-408 0 0</inkml:trace>
  <inkml:trace contextRef="#ctx0" brushRef="#br0" timeOffset="1">462 95 8287 0 0,'-6'3'564'0'0,"1"0"-1"0"0,-1 1 0 0 0,1 0 1 0 0,-6 4-1 0 0,5-2 913 0 0,0 0-1 0 0,0 1 1 0 0,1-1-1 0 0,0 1 1 0 0,-5 8-1 0 0,4-4 801 0 0,1 1-1 0 0,-9 21 0 0 0,4 6-3062 0 0,9-36 807 0 0,0 2-1 0 0,0-1 0 0 0,1 0 1 0 0,-1 0-1 0 0,1 0 0 0 0,0 0 1 0 0,0 0-1 0 0,1 0 0 0 0,-1 0 0 0 0,1 0 1 0 0,0 0-1 0 0,0 0 0 0 0,0 0 1 0 0,1 0-1 0 0,-1 0 0 0 0,1-1 0 0 0,4 7 1 0 0,-4-7-6 0 0,1 0 0 0 0,0 0 0 0 0,0 0 0 0 0,0 0 0 0 0,1 0 0 0 0,-1-1 0 0 0,1 1 0 0 0,-1-1 0 0 0,1 0 1 0 0,0 0-1 0 0,0-1 0 0 0,0 1 0 0 0,0-1 0 0 0,0 1 0 0 0,0-1 0 0 0,8 0 0 0 0,-3 0-45 0 0,0-1-1 0 0,0 0 1 0 0,0-1 0 0 0,0 0-1 0 0,0 0 1 0 0,-1-1 0 0 0,1 0-1 0 0,0-1 1 0 0,-1 0 0 0 0,0 0-1 0 0,16-9 1 0 0,-21 10 25 0 0,-1 1 0 0 0,1-1 0 0 0,-1 0-1 0 0,0 0 1 0 0,1 0 0 0 0,-1 0 0 0 0,0-1-1 0 0,0 1 1 0 0,-1-1 0 0 0,1 1 0 0 0,0-1 0 0 0,-1 1-1 0 0,3-6 1 0 0,-3 6 20 0 0,-1 0 0 0 0,1 0-1 0 0,-1 0 1 0 0,1 0 0 0 0,-1 0-1 0 0,0 0 1 0 0,0 0 0 0 0,0-1-1 0 0,0 1 1 0 0,0 0 0 0 0,0 0-1 0 0,0 0 1 0 0,-1 0 0 0 0,1 0-1 0 0,-1 0 1 0 0,0 0-1 0 0,1 0 1 0 0,-1 0 0 0 0,0 0-1 0 0,-2-2 1 0 0,-1-2 111 0 0,0 1 0 0 0,-1 0 0 0 0,0 1-1 0 0,1-1 1 0 0,-2 1 0 0 0,1 0 0 0 0,0 0 0 0 0,-1 0 0 0 0,0 1-1 0 0,0 0 1 0 0,-9-4 0 0 0,-7 0-29 0 0,1 0 1 0 0,-24-3-1 0 0,43 10-127 0 0,-27-11-2809 0 0,17 6-6324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3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1082 46 10135 0 0,'-3'-8'1050'0'0,"-4"-21"2086"0"0,4 28-2082 0 0,-22-6 3714 0 0,25 8-4212 0 0,-72 162 1144 0 0,-18 8-1074 0 0,-64 127 185 0 0,-90 245 158 0 0,19 8-381 0 0,186-455-518 0 0,39-96-70 0 0,-169 386 475 0 0,155-360-433 0 0,8-15-40 0 0,-1 0 0 0 0,2 1 1 0 0,0 0-1 0 0,-7 23 0 0 0,11-27-2 0 0,1-8-2 0 0,-1 1 0 0 0,1-1-1 0 0,0 1 1 0 0,0-1 0 0 0,0 1 0 0 0,0-1-1 0 0,0 1 1 0 0,0-1 0 0 0,0 1 0 0 0,0-1-1 0 0,0 1 1 0 0,0-1 0 0 0,0 1 0 0 0,1-1-1 0 0,-1 1 1 0 0,0-1 0 0 0,0 1 0 0 0,0-1 0 0 0,1 1-1 0 0,-1-1 1 0 0,0 1 0 0 0,0-1 0 0 0,1 0-1 0 0,-1 1 1 0 0,0-1 0 0 0,1 1 0 0 0,-1-1-1 0 0,1 0 1 0 0,-1 1 0 0 0,0-1 0 0 0,1 0-1 0 0,-1 0 1 0 0,1 1 0 0 0,0-1 0 0 0,0 0-16 0 0,3 3-9 0 0,0 0-1 0 0,0-1 1 0 0,1 0 0 0 0,-1 0-1 0 0,0 0 1 0 0,1 0-1 0 0,0-1 1 0 0,-1 0-1 0 0,6 1 1 0 0,46 4-89 0 0,-43-6 87 0 0,67 4-242 0 0,0-4-1 0 0,128-15 1 0 0,-106-3-3536 0 0,-76 12 1959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14 22255 0 0,'-51'-13'2427'0'0,"50"13"-1550"0"0,2 2-637 0 0,2 3-239 0 0,1 0-1 0 0,0 0 0 0 0,1 0 1 0 0,-1-1-1 0 0,1 1 1 0 0,0-1-1 0 0,0 0 1 0 0,1 0-1 0 0,-1-1 1 0 0,7 3-1 0 0,64 29-149 0 0,-59-28 125 0 0,25 7-105 0 0,-28-10 58 0 0,-1 0-1 0 0,22 11 0 0 0,-35-15 76 0 0,1 1 1 0 0,0-1-1 0 0,0 1 0 0 0,0-1 0 0 0,0 1 0 0 0,0-1 1 0 0,0 1-1 0 0,0-1 0 0 0,-1 1 0 0 0,1 0 0 0 0,0-1 1 0 0,-1 1-1 0 0,1 0 0 0 0,0 0 0 0 0,-1 0 0 0 0,1-1 1 0 0,-1 1-1 0 0,1 0 0 0 0,-1 0 0 0 0,1 0 0 0 0,-1 0 1 0 0,0 0-1 0 0,0 0 0 0 0,1 0 0 0 0,-1 0 1 0 0,0 0-1 0 0,0 0 0 0 0,0 0 0 0 0,0 0 0 0 0,0 0 1 0 0,0 0-1 0 0,0 0 0 0 0,0 0 0 0 0,-1 0 0 0 0,1 0 1 0 0,0 0-1 0 0,-1 0 0 0 0,1 0 0 0 0,0 0 0 0 0,-1 0 1 0 0,1 0-1 0 0,-1-1 0 0 0,1 1 0 0 0,-1 0 1 0 0,0 0-1 0 0,1 0 0 0 0,-2 0 0 0 0,-4 5 56 0 0,0-1-1 0 0,1 0 1 0 0,-2 0 0 0 0,1-1-1 0 0,-7 4 1 0 0,-27 16 23 0 0,6-5-596 0 0,0 3 1 0 0,-35 28-1 0 0,59-42-1946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4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22 11519 0 0,'-5'-1'217'0'0,"1"1"-1"0"0,0 0 0 0 0,-1 1 1 0 0,1-1-1 0 0,0 1 0 0 0,0 0 0 0 0,0 0 1 0 0,-1 0-1 0 0,1 1 0 0 0,0-1 1 0 0,0 1-1 0 0,1 0 0 0 0,-1 0 0 0 0,0 0 1 0 0,-5 5-1 0 0,-4 5 2295 0 0,0-1 0 0 0,-18 23 0 0 0,9-10-1154 0 0,19-20-1200 0 0,-9 8 443 0 0,0 1 0 0 0,0 0-1 0 0,2 1 1 0 0,-18 28 0 0 0,28-41-291 0 0,2 1-189 0 0,1 0-130 0 0,0 1-1 0 0,0-1 0 0 0,0 0 1 0 0,1 0-1 0 0,-1 0 1 0 0,1-1-1 0 0,0 1 1 0 0,-1-1-1 0 0,1 0 1 0 0,0 0-1 0 0,0 0 1 0 0,4 0-1 0 0,0 0-63 0 0,0-1 0 0 0,0-1 0 0 0,-1 1 0 0 0,1-1 0 0 0,12-3 0 0 0,-14 2 17 0 0,0 1 1 0 0,0-1 0 0 0,-1 0-1 0 0,1 0 1 0 0,-1-1-1 0 0,1 0 1 0 0,-1 0 0 0 0,0 0-1 0 0,0-1 1 0 0,6-5-1 0 0,-8 6 69 0 0,-1 1-1 0 0,0-1 0 0 0,0 1 0 0 0,0-1 0 0 0,0 0 0 0 0,-1 1 0 0 0,1-1 0 0 0,-1 0 0 0 0,0 0 0 0 0,0-1 0 0 0,0 1 0 0 0,0 0 0 0 0,0 0 0 0 0,-1 0 0 0 0,1-1 0 0 0,-1 1 1 0 0,0 0-1 0 0,0 0 0 0 0,0-1 0 0 0,-1-4 0 0 0,-3-5-71 0 0,0 1 0 0 0,0-1 0 0 0,-1 1 0 0 0,-1 0 0 0 0,0 0 1 0 0,0 1-1 0 0,-14-18 0 0 0,19 28-1 0 0,-10-12-1416 0 0,0 1-5597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1224 7 9215 0 0,'0'0'422'0'0,"0"-1"-13"0"0,-1-5 52 0 0,-6 16 3403 0 0,-45 81 1097 0 0,2 1-3282 0 0,-69 118-303 0 0,-292 521 1107 0 0,195-289-2066 0 0,49-120-176 0 0,25-52 62 0 0,133-252-265 0 0,-3 5 20 0 0,0 2 0 0 0,-12 39 0 0 0,24-63-57 0 0,-1 1 0 0 0,1 0-1 0 0,0 0 1 0 0,0-1 0 0 0,0 1 0 0 0,0 0-1 0 0,0 0 1 0 0,0 0 0 0 0,0-1 0 0 0,0 1-1 0 0,1 0 1 0 0,-1-1 0 0 0,1 1 0 0 0,-1 0-1 0 0,3 2 1 0 0,4 3-1 0 0,-1-5-21 0 0,0 1-1 0 0,1-1 1 0 0,0 0-1 0 0,-1-1 1 0 0,1 1 0 0 0,12 0-1 0 0,43-2-149 0 0,-59 0 159 0 0,47-3-213 0 0,0-1 0 0 0,-1-3 1 0 0,73-19-1 0 0,-89 16-2818 0 0,44-20 1 0 0,-52 18-3977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5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14279 0 0,'-7'0'8935'0'0,"11"5"-8914"0"0,0 0-1 0 0,0 0 1 0 0,0-1 0 0 0,1 1 0 0 0,-1-1 0 0 0,1 0 0 0 0,0 0-1 0 0,6 3 1 0 0,6 2-18 0 0,24 9-1 0 0,-29-13-1 0 0,0 1 0 0 0,0 0-1 0 0,0 0 1 0 0,17 13 0 0 0,-28-17 9 0 0,0-1 1 0 0,0 0-1 0 0,0 0 1 0 0,0 0-1 0 0,0 1 0 0 0,0-1 1 0 0,-1 0-1 0 0,1 1 1 0 0,0-1-1 0 0,-1 1 1 0 0,1-1-1 0 0,-1 1 0 0 0,0-1 1 0 0,1 1-1 0 0,-1-1 1 0 0,0 1-1 0 0,0-1 1 0 0,0 1-1 0 0,0 0 1 0 0,0-1-1 0 0,0 1 0 0 0,0-1 1 0 0,-1 1-1 0 0,1-1 1 0 0,0 1-1 0 0,-1-1 1 0 0,0 3-1 0 0,-2 2 89 0 0,0 1 1 0 0,-1 0-1 0 0,1-1 1 0 0,-5 6-1 0 0,-8 9 342 0 0,-1-1 0 0 0,-1-1 0 0 0,-34 30 0 0 0,15-15-173 0 0,28-26-291 0 0,-19 19 225 0 0,27-25-326 0 0,-1-1 1 0 0,1 1 0 0 0,0 0 0 0 0,-1-1 0 0 0,1 1 0 0 0,0 0 0 0 0,0 0 0 0 0,0 0-1 0 0,0 0 1 0 0,1 0 0 0 0,-1 0 0 0 0,0 0 0 0 0,1 2 0 0 0,0-3-319 0 0,1 0 1 0 0,-1 0-1 0 0,1-1 1 0 0,-1 1 0 0 0,1-1-1 0 0,0 1 1 0 0,-1-1-1 0 0,1 1 1 0 0,0-1-1 0 0,0 1 1 0 0,0-1-1 0 0,-1 1 1 0 0,1-1-1 0 0,0 0 1 0 0,0 1 0 0 0,0-1-1 0 0,0 0 1 0 0,0 0-1 0 0,-1 0 1 0 0,2 0-1 0 0,11 1-6230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6 4607 0 0,'0'0'208'0'0,"-2"0"-9"0"0,-19-5-1212 0 0,18 5 1958 0 0,-1 0 1 0 0,0 0-1 0 0,0 0 0 0 0,0 0 1 0 0,-5 2-1 0 0,2-1 1067 0 0,0 2 0 0 0,0-1 0 0 0,0 1 1 0 0,1 0-1 0 0,-9 5 0 0 0,2 0-1155 0 0,-1 1 1 0 0,2 1 0 0 0,-1 0-1 0 0,-17 19 1 0 0,23-22-668 0 0,0 1 1 0 0,1 0-1 0 0,0 0 1 0 0,1 0-1 0 0,-1 1 1 0 0,2 0-1 0 0,-1 0 1 0 0,-4 14-1 0 0,6-10-110 0 0,4-3-57 0 0,0-8-24 0 0,0 0 1 0 0,0 1-1 0 0,0-1 0 0 0,0 0 1 0 0,1 0-1 0 0,-1 0 0 0 0,1 0 0 0 0,-1-1 1 0 0,1 1-1 0 0,0 0 0 0 0,0-1 1 0 0,-1 1-1 0 0,1-1 0 0 0,0 1 1 0 0,1-1-1 0 0,-1 0 0 0 0,0 0 0 0 0,0 0 1 0 0,0 0-1 0 0,1 0 0 0 0,-1-1 1 0 0,0 1-1 0 0,5 0 0 0 0,2 0-78 0 0,0-1 0 0 0,-1 0 0 0 0,1 0-1 0 0,-1 0 1 0 0,13-3 0 0 0,-6 1-138 0 0,0-1 1 0 0,0-1-1 0 0,26-10 1 0 0,-37 13 197 0 0,-1-1 0 0 0,0 1 1 0 0,0-1-1 0 0,0 0 0 0 0,0 1 1 0 0,0-1-1 0 0,0-1 0 0 0,0 1 1 0 0,-1 0-1 0 0,1-1 0 0 0,-1 1 1 0 0,0-1-1 0 0,1 0 0 0 0,-1 0 1 0 0,-1 1-1 0 0,1-2 0 0 0,0 1 1 0 0,-1 0-1 0 0,1 0 0 0 0,-1 0 0 0 0,0-1 1 0 0,0 1-1 0 0,0-4 0 0 0,-1 5 32 0 0,0-1 0 0 0,0 1 0 0 0,-1 0 0 0 0,1 0 0 0 0,-1 0-1 0 0,0 0 1 0 0,1 0 0 0 0,-1 0 0 0 0,0 0 0 0 0,0 0-1 0 0,0 0 1 0 0,-1 0 0 0 0,-2-3 0 0 0,-21-23-14 0 0,21 25-62 0 0,-36-29-2473 0 0,32 24 1271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43 13823 0 0,'-32'-7'1386'0'0,"18"6"6995"0"0,72-1-7200 0 0,61-12 0 0 0,27-1-1166 0 0,20 11-922 0 0,0 7-3903 0 0,-125-2 2567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4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112 270 3223 0 0,'-18'4'340'0'0,"-30"4"-1"0"0,25-6 4922 0 0,0-1 9706 0 0,38-14-14490 0 0,4 3-473 0 0,0 2-1 0 0,22-7 1 0 0,2-1-296 0 0,103-32-2081 0 0,-82 31-997 0 0,-26 7-254 0 0,18-4-2840 0 0</inkml:trace>
  <inkml:trace contextRef="#ctx0" brushRef="#br0" timeOffset="1">837 1 19375 0 0,'-6'0'445'0'0,"0"0"0"0"0,1 1 0 0 0,-1 0 1 0 0,0 0-1 0 0,1 0 0 0 0,-1 1 0 0 0,1-1 0 0 0,-1 2 0 0 0,1-1 0 0 0,-12 7 2143 0 0,17-7-2516 0 0,0 0 1 0 0,1 0-1 0 0,-1 0 0 0 0,1 0 1 0 0,-1 0-1 0 0,1 0 1 0 0,0 0-1 0 0,0 0 0 0 0,-1 0 1 0 0,2-1-1 0 0,-1 1 1 0 0,0 0-1 0 0,0-1 0 0 0,0 1 1 0 0,1 0-1 0 0,-1-1 1 0 0,1 0-1 0 0,-1 1 0 0 0,1-1 1 0 0,2 2-1 0 0,4 2-96 0 0,1 0-1 0 0,0-1 0 0 0,9 4 1 0 0,-10-5 107 0 0,61 23-140 0 0,13 5-71 0 0,-71-26 114 0 0,1 1 0 0 0,-1 0 0 0 0,0 1-1 0 0,16 13 1 0 0,-26-19 15 0 0,0 0 0 0 0,0 0 0 0 0,1 0-1 0 0,-1 0 1 0 0,0 0 0 0 0,0 1 0 0 0,0-1 0 0 0,0 1 0 0 0,0-1-1 0 0,0 0 1 0 0,-1 1 0 0 0,1-1 0 0 0,0 1 0 0 0,-1 0 0 0 0,1-1 0 0 0,-1 1-1 0 0,0-1 1 0 0,1 1 0 0 0,-1 3 0 0 0,0-3 2 0 0,-1 0 0 0 0,1 0-1 0 0,-1 0 1 0 0,0 0 0 0 0,1 0 0 0 0,-1 0 0 0 0,0 0 0 0 0,0 0-1 0 0,0-1 1 0 0,0 1 0 0 0,-1 0 0 0 0,1-1 0 0 0,-3 4 0 0 0,-5 3 14 0 0,0-1-1 0 0,-1 0 1 0 0,1 0 0 0 0,-17 7 0 0 0,17-9-9 0 0,-72 35-1188 0 0,61-31-593 0 0,-7 2-7207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5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12895 0 0,'-11'-6'1376'0'0,"10"6"-1227"0"0,1 0-1 0 0,-1-1 0 0 0,0 1 0 0 0,1 0 1 0 0,-1-1-1 0 0,1 1 0 0 0,-1 0 0 0 0,0 0 1 0 0,1 0-1 0 0,-1 0 0 0 0,0 0 1 0 0,1-1-1 0 0,-1 1 0 0 0,0 0 0 0 0,1 0 1 0 0,-1 1-1 0 0,1-1 0 0 0,-1 0 0 0 0,0 0 1 0 0,1 0-1 0 0,-1 0 0 0 0,0 0 1 0 0,1 1-1 0 0,-1-1 0 0 0,1 0 0 0 0,-1 1 1 0 0,1-1-1 0 0,-1 0 0 0 0,1 1 0 0 0,-1-1 1 0 0,1 1-1 0 0,-1-1 0 0 0,1 1 1 0 0,-1-1-1 0 0,0 2 0 0 0,0 1 779 0 0,0-1 0 0 0,1 1 0 0 0,-1 0 0 0 0,1 0 0 0 0,-1 0 0 0 0,1 6 0 0 0,0-5-743 0 0,6 139 1690 0 0,-1-69-1616 0 0,37 464 1090 0 0,-36-483-1311 0 0,4-79-300 0 0,20-112-194 0 0,-19 93 398 0 0,26-83-141 0 0,-27 100 182 0 0,0 0 1 0 0,25-42-1 0 0,-29 57 19 0 0,-4 7-10 0 0,0 0-1 0 0,1 0 1 0 0,-1 0 0 0 0,1 0 0 0 0,0 1-1 0 0,6-6 1 0 0,-9 8 10 0 0,1 1 0 0 0,-1-1 0 0 0,1 1 0 0 0,-1 0 0 0 0,1 0 0 0 0,-1-1-1 0 0,1 1 1 0 0,-1 0 0 0 0,1 0 0 0 0,0-1 0 0 0,-1 1 0 0 0,1 0 0 0 0,-1 0 0 0 0,1 0 0 0 0,1 0 0 0 0,0 0 14 0 0,0 1 1 0 0,1 0 0 0 0,-1-1-1 0 0,0 1 1 0 0,0 0 0 0 0,0 0 0 0 0,0 1-1 0 0,0-1 1 0 0,0 0 0 0 0,0 1-1 0 0,0-1 1 0 0,-1 1 0 0 0,1-1-1 0 0,0 1 1 0 0,-1 0 0 0 0,1 0-1 0 0,-1-1 1 0 0,2 5 0 0 0,3 3 109 0 0,-1 1 0 0 0,6 16 0 0 0,1 10-11 0 0,-1 0 0 0 0,-3 1 0 0 0,6 44 0 0 0,-8-37-502 0 0,23 76 0 0 0,-28-116 94 0 0,0-1 1 0 0,1 1-1 0 0,-1-1 0 0 0,1 1 1 0 0,0-1-1 0 0,4 6 0 0 0,-5-8-389 0 0,0 1-1 0 0,0-1 1 0 0,1 0 0 0 0,-1 0-1 0 0,0-1 1 0 0,0 1 0 0 0,1 0-1 0 0,-1 0 1 0 0,0 0-1 0 0,1-1 1 0 0,-1 1 0 0 0,3 0-1 0 0,7 0-7152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5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 22719 0 0,'0'0'2061'0'0,"-7"6"-1658"0"0,-30 22 725 0 0,-35 29 2315 0 0,-2 3-2465 0 0,46-39-813 0 0,1 2 0 0 0,1 0-1 0 0,-24 29 1 0 0,38-38-93 0 0,13-13-67 0 0,0 0 0 0 0,0 0 0 0 0,-1 0 1 0 0,1-1-1 0 0,0 1 0 0 0,0 0 0 0 0,0 0 0 0 0,0-1 0 0 0,0 1 0 0 0,0 0 1 0 0,1-1-1 0 0,-1 1 0 0 0,2 0 0 0 0,9 2-51 0 0,0 0-1 0 0,0-1 1 0 0,1-1 0 0 0,-1 0-1 0 0,21-1 1 0 0,-3 1-28 0 0,27-1-749 0 0,88-10 0 0 0,-12-9-5438 0 0,-115 15 352 0 0,-4 0-1595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5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1 310 22431 0 0,'0'0'2032'0'0,"3"8"-1275"0"0,6 21 641 0 0,0 1-1 0 0,6 52 0 0 0,0 62-253 0 0,-2-2-1017 0 0,-11-134-307 0 0,-1-1 0 0 0,1 1-1 0 0,0-1 1 0 0,0 0 0 0 0,5 10 0 0 0,-6-14-198 0 0,1 0 0 0 0,0 0 1 0 0,0 0-1 0 0,0 0 0 0 0,0 0 0 0 0,1 0 1 0 0,-1-1-1 0 0,1 1 0 0 0,-1-1 1 0 0,1 0-1 0 0,0 0 0 0 0,0 0 1 0 0,5 3-1 0 0,7 0-1985 0 0</inkml:trace>
  <inkml:trace contextRef="#ctx0" brushRef="#br0" timeOffset="1">755 5 24103 0 0,'0'0'2180'0'0,"1"0"-1744"0"0,31-3 1143 0 0,42 2-1 0 0,-13 0-1119 0 0,44 3-827 0 0,-30 0-4323 0 0,-56-1-1716 0 0,-2 1-1751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5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60 5983 0 0,'-8'1'542'0'0,"-8"5"11280"0"0,40-6-6337 0 0,-14 1-5252 0 0,1-1-1 0 0,0 0 1 0 0,0-1 0 0 0,13-3-1 0 0,76-20-450 0 0,19-5-3989 0 0,-77 19-3372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5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20071 0 0,'0'0'1818'0'0,"-1"1"-1371"0"0,-2 5 124 0 0,0 1-1 0 0,0-1 1 0 0,1 1-1 0 0,0 0 1 0 0,0-1-1 0 0,1 1 1 0 0,-1 0-1 0 0,1 14 1 0 0,3 60 1738 0 0,0-53-2038 0 0,4 75 208 0 0,4 0-1 0 0,29 119 1 0 0,-36-212-476 0 0,3 16-19 0 0,-5-24-55 0 0,0-4-82 0 0,7-7 103 0 0,-1 0-1 0 0,0-1 1 0 0,-1 0 0 0 0,10-21 0 0 0,9-14-55 0 0,-1 9 60 0 0,2 1 1 0 0,2 1 0 0 0,1 1 0 0 0,2 2 0 0 0,34-29-1 0 0,-59 56 39 0 0,-1 0-1 0 0,1 0 0 0 0,0 0 1 0 0,0 1-1 0 0,1 0 0 0 0,-1 0 0 0 0,12-4 1 0 0,-16 7 15 0 0,-1-1 0 0 0,1 1 0 0 0,0 0 0 0 0,-1 0 0 0 0,1 0-1 0 0,-1 0 1 0 0,1 0 0 0 0,-1 0 0 0 0,1 0 0 0 0,0 0 0 0 0,-1 0 0 0 0,1 1 0 0 0,-1-1 0 0 0,1 1 0 0 0,-1-1 0 0 0,1 1 0 0 0,-1 0 0 0 0,0 0 0 0 0,1-1 0 0 0,-1 1 0 0 0,0 0 0 0 0,1 0 0 0 0,-1 0 0 0 0,0 0 0 0 0,0 1 0 0 0,0-1 0 0 0,0 0 0 0 0,0 0 0 0 0,0 1 0 0 0,0-1 0 0 0,0 0 0 0 0,-1 1 0 0 0,1-1 0 0 0,-1 1 0 0 0,1-1-1 0 0,-1 1 1 0 0,1-1 0 0 0,-1 4 0 0 0,6 23 197 0 0,-2 1-1 0 0,1 50 0 0 0,-2-13-133 0 0,-1-38-118 0 0,0-2-141 0 0,7 36-1 0 0,-8-54-265 0 0,1-1 0 0 0,1 1 0 0 0,-1-1-1 0 0,1 0 1 0 0,1 0 0 0 0,-1 0 0 0 0,1 0 0 0 0,0 0-1 0 0,6 6 1 0 0,0-4-1575 0 0,0-3-68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5:57:5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66 7367 0 0,'0'0'667'0'0,"-1"-7"-534"0"0,0 6-40 0 0,1 1 0 0 0,0 0 0 0 0,0-1 0 0 0,0 1 0 0 0,0-1 0 0 0,0 1 0 0 0,0-1 0 0 0,0 1 0 0 0,0-1 0 0 0,0 1 0 0 0,0-1 0 0 0,0 1 1 0 0,1-1-1 0 0,-1 1 0 0 0,0-1 0 0 0,0 1 0 0 0,0 0 0 0 0,1-1 0 0 0,-1 1 0 0 0,0-1 0 0 0,0 1 0 0 0,1 0 0 0 0,-1-1 0 0 0,0 1 0 0 0,1 0 0 0 0,-1-1 0 0 0,0 1 0 0 0,1 0 0 0 0,-1-1 0 0 0,1 1 0 0 0,-1 0 0 0 0,0 0 0 0 0,2-1 636 0 0,4-3 1992 0 0,-1 0 1 0 0,1 1-1 0 0,0 0 0 0 0,9-4 0 0 0,-4 3-1194 0 0,-1 1-1 0 0,13-2 1 0 0,7 0-1816 0 0,31 0 0 0 0,-38 4 1442 0 0,-22 1-1140 0 0,-1 0-1 0 0,1 0 1 0 0,0-1 0 0 0,-1 1 0 0 0,1 0-1 0 0,0 0 1 0 0,-1 0 0 0 0,1 0 0 0 0,0 0-1 0 0,-1 1 1 0 0,1-1 0 0 0,0 0 0 0 0,-1 0-1 0 0,1 0 1 0 0,0 0 0 0 0,-1 1-1 0 0,1-1 1 0 0,0 0 0 0 0,-1 1 0 0 0,1-1-1 0 0,-1 0 1 0 0,1 1 0 0 0,-1-1 0 0 0,1 1-1 0 0,-1-1 1 0 0,1 1 0 0 0,-1-1 0 0 0,1 1-1 0 0,-1-1 1 0 0,1 2 0 0 0,-1-1 5 0 0,0 1 1 0 0,0-1-1 0 0,0 1 1 0 0,0-1-1 0 0,0 1 1 0 0,-1-1-1 0 0,1 1 1 0 0,0-1-1 0 0,-1 1 1 0 0,1-1-1 0 0,-1 0 1 0 0,1 1-1 0 0,-1-1 1 0 0,-1 2-1 0 0,-3 4 14 0 0,0 0 0 0 0,-1 0 0 0 0,0-1 0 0 0,0 0 0 0 0,0 0 1 0 0,-1 0-1 0 0,0-1 0 0 0,-12 7 0 0 0,-17 15 42 0 0,31-24-64 0 0,3-1-6 0 0,0 0 1 0 0,0-1-1 0 0,0 1 0 0 0,0 0 1 0 0,1 0-1 0 0,-1 0 0 0 0,0 0 0 0 0,1 1 1 0 0,-2 2-1 0 0,1 3-4 0 0,4 2-16 0 0,0-7-6 0 0,-1 0 1 0 0,1 0-1 0 0,0 0 1 0 0,0 0-1 0 0,1 0 1 0 0,-1-1-1 0 0,1 1 1 0 0,-1-1-1 0 0,1 0 1 0 0,0 1-1 0 0,0-1 0 0 0,4 2 1 0 0,6 3-124 0 0,24 10-1 0 0,-17-9 53 0 0,1 1 11 0 0,40 20-94 0 0,-54-25 168 0 0,1 1 0 0 0,-1 0 1 0 0,0 0-1 0 0,0 0 1 0 0,9 11-1 0 0,-14-14 23 0 0,0 0 0 0 0,0 0 0 0 0,-1 0 0 0 0,1 1 0 0 0,-1-1 0 0 0,1 1 0 0 0,-1-1 0 0 0,0 1 0 0 0,0 0 0 0 0,0-1 0 0 0,0 1 1 0 0,0 0-1 0 0,-1 0 0 0 0,1 0 0 0 0,-1 0 0 0 0,0-1 0 0 0,1 1 0 0 0,-2 5 0 0 0,0-4 41 0 0,0-1 1 0 0,0 1 0 0 0,0-1 0 0 0,0 0-1 0 0,-1 0 1 0 0,1 1 0 0 0,-1-1-1 0 0,0 0 1 0 0,0-1 0 0 0,0 1-1 0 0,0 0 1 0 0,-1 0 0 0 0,1-1-1 0 0,-6 5 1 0 0,-3 1 13 0 0,-1 0-1 0 0,0-1 1 0 0,0 0 0 0 0,-1-1-1 0 0,0 0 1 0 0,-17 5-1 0 0,-85 18 24 0 0,21-15-788 0 0,66-12 282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4 17047 0 0,'-2'-1'249'0'0,"-1"1"0"0"0,1-1 0 0 0,-1 0 0 0 0,1 1 0 0 0,-1 0 0 0 0,0-1 0 0 0,1 1 0 0 0,-1 0 0 0 0,1 0-1 0 0,-1 1 1 0 0,0-1 0 0 0,1 0 0 0 0,-1 1 0 0 0,1 0 0 0 0,-1 0 0 0 0,1-1 0 0 0,-1 1 0 0 0,1 1 0 0 0,0-1 0 0 0,-1 0 0 0 0,-2 3-1 0 0,3-2 177 0 0,-1 1 0 0 0,0 0-1 0 0,1 0 1 0 0,0 0-1 0 0,0 0 1 0 0,0 1 0 0 0,0-1-1 0 0,0 0 1 0 0,1 1-1 0 0,-1-1 1 0 0,1 1 0 0 0,0 0-1 0 0,0 0 1 0 0,0 3-1 0 0,-3 24 161 0 0,2 0 0 0 0,1 0-1 0 0,4 43 1 0 0,-1-28-393 0 0,4 74-53 0 0,6 0 0 0 0,39 175 0 0 0,-43-259-258 0 0,-3-11-1079 0 0,16 45-1 0 0,-20-69 317 0 0,4-26-5109 0 0,-5 6 3295 0 0,1-7-4660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5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55 155 15199 0 0,'-4'0'314'0'0,"0"0"0"0"0,1 0-1 0 0,-1-1 1 0 0,0 1 0 0 0,0-1 0 0 0,0 0-1 0 0,0 0 1 0 0,1 0 0 0 0,-1 0 0 0 0,0-1-1 0 0,-9-5 10535 0 0,16 6-10252 0 0,25-14-293 0 0,0 3 0 0 0,42-14 0 0 0,64-11 317 0 0,-122 34-620 0 0,155-34 20 0 0,-142 34-13 0 0,1 0-1 0 0,0 1 1 0 0,0 2 0 0 0,40 4-1 0 0,-58-3-13 0 0,0 0 0 0 0,0 1-1 0 0,0 0 1 0 0,0 1-1 0 0,-1 0 1 0 0,1 0-1 0 0,-1 0 1 0 0,13 9 0 0 0,-18-11 4 0 0,0 1 0 0 0,0-1 0 0 0,0 1 1 0 0,0 0-1 0 0,0 0 0 0 0,0 0 0 0 0,0 0 1 0 0,0 0-1 0 0,-1 0 0 0 0,1 0 0 0 0,-1 1 1 0 0,0-1-1 0 0,0 1 0 0 0,0-1 0 0 0,0 1 1 0 0,0-1-1 0 0,0 1 0 0 0,-1-1 0 0 0,1 1 1 0 0,-1 0-1 0 0,1 0 0 0 0,-1-1 0 0 0,0 1 1 0 0,0 0-1 0 0,-1-1 0 0 0,1 1 0 0 0,0 0 1 0 0,-1-1-1 0 0,-1 5 0 0 0,-2 3 18 0 0,0-1 1 0 0,-1 0-1 0 0,0 1 1 0 0,-1-2-1 0 0,0 1 0 0 0,0-1 1 0 0,-1 0-1 0 0,0 0 1 0 0,-10 9-1 0 0,-6 2 48 0 0,0-1 1 0 0,-27 16-1 0 0,-8 1-159 0 0,-123 52 0 0 0,156-77-185 0 0,-5 2-921 0 0,-33 19 0 0 0,59-28 1040 0 0,20 2-7015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5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22607 0 0,'-56'289'8140'0'0,"52"-268"-8018"0"0,2-1-1 0 0,0 1 1 0 0,2-1-1 0 0,0 1 1 0 0,1-1 0 0 0,1 1-1 0 0,1-1 1 0 0,1 0-1 0 0,7 23 1 0 0,-10-39-285 0 0,0-1 1 0 0,0 0-1 0 0,0 0 0 0 0,1 0 1 0 0,-1 0-1 0 0,1 0 0 0 0,0 0 1 0 0,0 0-1 0 0,0-1 0 0 0,0 1 1 0 0,1-1-1 0 0,-1 0 0 0 0,1 1 1 0 0,-1-1-1 0 0,1 0 0 0 0,0 0 1 0 0,0-1-1 0 0,3 3 0 0 0,8 1-1302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101 248 2759 0 0,'-31'-28'-373'0'0,"-4"-5"8412"0"0,29 27-4166 0 0,1 0 0 0 0,-1 0 0 0 0,-6-12-1 0 0,12 17-3762 0 0,-1 0-1 0 0,0 0 1 0 0,1 0-1 0 0,-1 0 0 0 0,1 0 1 0 0,-1-1-1 0 0,1 1 0 0 0,0 0 1 0 0,-1 0-1 0 0,1 0 0 0 0,0-1 1 0 0,0 1-1 0 0,0 0 0 0 0,0 0 1 0 0,0 0-1 0 0,0-1 1 0 0,0 1-1 0 0,0 0 0 0 0,1 0 1 0 0,-1 0-1 0 0,1-2 0 0 0,0 1-76 0 0,0 1 1 0 0,0 0-1 0 0,0-1 0 0 0,0 1 0 0 0,1-1 0 0 0,-1 1 0 0 0,0 0 0 0 0,1 0 0 0 0,-1 0 1 0 0,1 0-1 0 0,-1 0 0 0 0,4-2 0 0 0,4 0-344 0 0,0-1-1 0 0,1 2 1 0 0,-1-1 0 0 0,12-1 0 0 0,-15 3 160 0 0,2 0-107 0 0,144-23-3843 0 0,-127 22 3237 0 0,0 1 0 0 0,1 1 0 0 0,-1 1 0 0 0,26 4 0 0 0,-46-4 740 0 0,1 0 0 0 0,-1 0 0 0 0,1 1 0 0 0,-1 0 0 0 0,1 0 0 0 0,-1 0 0 0 0,7 5 0 0 0,-11-7 224 0 0,0 1 0 0 0,0 0 0 0 0,0-1-1 0 0,0 1 1 0 0,0 0 0 0 0,-1 0 0 0 0,1 0 0 0 0,0 0 0 0 0,0 0 0 0 0,0 0-1 0 0,-1 0 1 0 0,1 0 0 0 0,-1 0 0 0 0,1 0 0 0 0,-1 0 0 0 0,1 0 0 0 0,-1 1 0 0 0,0-1-1 0 0,1 0 1 0 0,-1 0 0 0 0,0 0 0 0 0,0 1 0 0 0,0-1 0 0 0,0 0 0 0 0,0 0 0 0 0,0 1-1 0 0,0-1 1 0 0,0 0 0 0 0,-1 0 0 0 0,1 0 0 0 0,0 1 0 0 0,-1-1 0 0 0,1 0 0 0 0,-1 0-1 0 0,1 0 1 0 0,-1 0 0 0 0,0 0 0 0 0,1 0 0 0 0,-3 2 0 0 0,-4 6 829 0 0,0-1-1 0 0,0 1 1 0 0,-1-1 0 0 0,0-1 0 0 0,-1 0 0 0 0,-17 12-1 0 0,-64 31 2122 0 0,48-29-2383 0 0,12-8-351 0 0,23-10-250 0 0,1-1-1 0 0,0 1 0 0 0,-1 0 1 0 0,-9 7-1 0 0,16-9-64 0 0,0-1 1 0 0,-1 0-1 0 0,1 0 0 0 0,0 0 1 0 0,0 0-1 0 0,-1 1 0 0 0,1-1 1 0 0,0 0-1 0 0,0 0 0 0 0,0 0 1 0 0,-1 1-1 0 0,1-1 0 0 0,0 0 0 0 0,0 0 1 0 0,0 1-1 0 0,0-1 0 0 0,0 0 1 0 0,-1 1-1 0 0,1-1 0 0 0,0 0 1 0 0,0 0-1 0 0,0 1 0 0 0,0-1 1 0 0,0 0-1 0 0,0 1 0 0 0,0-1 1 0 0,0 0-1 0 0,0 1 0 0 0,0-1 1 0 0,0 0-1 0 0,0 0 0 0 0,0 1 1 0 0,0-1-1 0 0,1 0 0 0 0,-1 1 0 0 0,0-1 1 0 0,0 0-1 0 0,0 0 0 0 0,0 1 1 0 0,0-1-1 0 0,1 0 0 0 0,-1 0 1 0 0,0 1-1 0 0,0-1 0 0 0,0 0 1 0 0,1 0-1 0 0,-1 0 0 0 0,0 0 1 0 0,0 1-1 0 0,1-1 0 0 0,-1 0 1 0 0,0 0-1 0 0,1 0 0 0 0,-1 0 1 0 0,0 0-1 0 0,1 0 0 0 0,-1 1 4 0 0,6 3-15 0 0,0 0-1 0 0,0 0 1 0 0,1-1-1 0 0,-1 1 1 0 0,1-1-1 0 0,0-1 1 0 0,10 4-1 0 0,54 8-102 0 0,-63-13 99 0 0,81 8-22 0 0,-2-1-9 0 0,-73-6 46 0 0,0 1 0 0 0,0 1 0 0 0,-1 0-1 0 0,16 7 1 0 0,-26-10 0 0 0,0 0-1 0 0,-1 1 1 0 0,1-1 0 0 0,-1 1 0 0 0,1 0-1 0 0,-1-1 1 0 0,1 1 0 0 0,-1 0 0 0 0,0 0-1 0 0,0 1 1 0 0,0-1 0 0 0,0 0-1 0 0,-1 1 1 0 0,1-1 0 0 0,0 1 0 0 0,-1 0-1 0 0,0-1 1 0 0,0 1 0 0 0,2 5 0 0 0,-2-4 6 0 0,-1 0 1 0 0,0 0 0 0 0,1 1 0 0 0,-2-1 0 0 0,1 0 0 0 0,0 0 0 0 0,-1 0 0 0 0,0 0 0 0 0,1 0 0 0 0,-2 0 0 0 0,1 0 0 0 0,0 0 0 0 0,-1 0-1 0 0,-2 4 1 0 0,-5 8 12 0 0,-1 0-1 0 0,0 0 1 0 0,-1-1-1 0 0,-19 20 1 0 0,22-26-95 0 0,-1-1 0 0 0,0 0 0 0 0,-1 0 0 0 0,0-1 1 0 0,0 0-1 0 0,-1-1 0 0 0,-20 9 0 0 0,21-10-456 0 0,-1-2 0 0 0,0 1 0 0 0,-18 3 0 0 0,1-6-8127 0 0,13-3-336 0 0</inkml:trace>
  <inkml:trace contextRef="#ctx0" brushRef="#br0" timeOffset="1">737 0 16583 0 0,'1'2'8780'0'0,"3"8"-7765"0"0,0 0 0 0 0,-1 1 0 0 0,0-1-1 0 0,0 1 1 0 0,1 11 0 0 0,3 59-193 0 0,-4-45-524 0 0,28 235-103 0 0,-26-220-1712 0 0,0 65-1 0 0,-5-115 689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6911 0 0,'1'-1'16142'0'0,"5"-4"-13296"0"0,-2 3-2167 0 0,1-1-1 0 0,-1 0 1 0 0,0 1 0 0 0,9-3-1 0 0,39-10 155 0 0,-30 10-632 0 0,115-21 72 0 0,-21 6-614 0 0,-97 15 194 0 0,164-30-3564 0 0,-144 32 2150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7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332 111 20847 0 0,'-7'-13'2227'0'0,"0"-3"-1721"0"0,1 6 893 0 0,5 9-1191 0 0,-1-1 0 0 0,0 1 0 0 0,0-1 0 0 0,0 1 0 0 0,0 0 0 0 0,0 0 0 0 0,0 0 0 0 0,0 0 0 0 0,0 0 0 0 0,0 1-1 0 0,-1-1 1 0 0,1 1 0 0 0,0-1 0 0 0,-1 1 0 0 0,1 0 0 0 0,0 0 0 0 0,0 0 0 0 0,-1 0 0 0 0,1 0 0 0 0,0 0 0 0 0,-1 1 0 0 0,1-1 0 0 0,0 1 0 0 0,-3 0 0 0 0,-4 2 30 0 0,1 0-1 0 0,-1 1 1 0 0,0 0 0 0 0,-13 9 0 0 0,3-1-101 0 0,0 2 0 0 0,2 1-1 0 0,-1 0 1 0 0,2 1 0 0 0,0 1 0 0 0,1 0 0 0 0,1 1-1 0 0,0 1 1 0 0,-19 36 0 0 0,30-50-133 0 0,1 1 0 0 0,0-1 1 0 0,-1 1-1 0 0,2-1 0 0 0,-1 1 0 0 0,1 0 0 0 0,0 0 1 0 0,0 0-1 0 0,0 9 0 0 0,1-13-9 0 0,0 1 1 0 0,0-1-1 0 0,1 1 0 0 0,-1-1 0 0 0,1 0 1 0 0,0 1-1 0 0,0-1 0 0 0,-1 0 0 0 0,2 1 1 0 0,-1-1-1 0 0,0 0 0 0 0,0 0 0 0 0,1 0 1 0 0,-1 0-1 0 0,1 0 0 0 0,-1 0 0 0 0,1 0 1 0 0,0-1-1 0 0,0 1 0 0 0,0 0 0 0 0,0-1 1 0 0,0 0-1 0 0,0 1 0 0 0,0-1 0 0 0,4 1 1 0 0,2 1-82 0 0,1 0 1 0 0,0-1 0 0 0,-1 0 0 0 0,1-1 0 0 0,0 0-1 0 0,0-1 1 0 0,0 1 0 0 0,0-1 0 0 0,-1-1-1 0 0,1 0 1 0 0,10-2 0 0 0,8-3-337 0 0,0-1 0 0 0,32-13 1 0 0,-44 14 109 0 0,1-1 1 0 0,-1 0-1 0 0,25-16 0 0 0,-34 19 248 0 0,0 0-1 0 0,-1-1 0 0 0,0 0 0 0 0,0 0 0 0 0,0 0 1 0 0,-1 0-1 0 0,1-1 0 0 0,-1 1 0 0 0,0-1 0 0 0,-1 0 1 0 0,5-12-1 0 0,-6 12 64 0 0,-1 0 0 0 0,-1-1 0 0 0,1 1 1 0 0,-1 0-1 0 0,0 0 0 0 0,-1-1 0 0 0,1 1 1 0 0,-1 0-1 0 0,0 0 0 0 0,-3-8 0 0 0,-2-14 78 0 0,5 21-66 0 0,1 0 0 0 0,-1 0 0 0 0,1 0 0 0 0,1-14-1 0 0,0 17-2 0 0,0 0-1 0 0,0 0 0 0 0,1 0 1 0 0,-1 0-1 0 0,1 0 0 0 0,0 1 1 0 0,0-1-1 0 0,0 0 0 0 0,5-5 1 0 0,-2 3 14 0 0,0 0 0 0 0,0 0 1 0 0,1 1-1 0 0,0-1 1 0 0,0 1-1 0 0,0 0 0 0 0,1 1 1 0 0,0-1-1 0 0,11-4 0 0 0,-15 7 0 0 0,1 1 0 0 0,-1 0 0 0 0,1 0 0 0 0,-1 0 0 0 0,1 0 0 0 0,-1 1 0 0 0,1-1 0 0 0,0 1 0 0 0,-1 0 0 0 0,1 0 0 0 0,0 0 0 0 0,-1 1 0 0 0,1-1 0 0 0,-1 1 0 0 0,1 0 0 0 0,-1 0 0 0 0,1 0 0 0 0,-1 1 0 0 0,1-1 0 0 0,-1 1 0 0 0,0-1-1 0 0,0 1 1 0 0,3 3 0 0 0,-1-2 45 0 0,0 2 0 0 0,-1-1 0 0 0,0 0 0 0 0,0 1 0 0 0,0 0-1 0 0,-1 0 1 0 0,1 0 0 0 0,-1 0 0 0 0,0 0 0 0 0,3 9 0 0 0,1 5 242 0 0,7 36 0 0 0,0-4 64 0 0,-1-11-59 0 0,13 42 179 0 0,-25-77-480 0 0,-1-3-11 0 0,1 1 1 0 0,0-1-1 0 0,0 1 0 0 0,0-1 0 0 0,0 1 0 0 0,1-1 0 0 0,2 4 0 0 0,-3-5 265 0 0,0-1-204 0 0,3-2-96 0 0,0 1 1 0 0,0-1 0 0 0,0 0 0 0 0,0-1 0 0 0,-1 1-1 0 0,1 0 1 0 0,-1-1 0 0 0,0 0 0 0 0,1 0-1 0 0,-1 0 1 0 0,5-7 0 0 0,3-6-29 0 0,14-23 0 0 0,-8 10 6 0 0,2 0-2 0 0,-3 2 14 0 0,26-31 0 0 0,-37 52 42 0 0,0 0-1 0 0,1 1 1 0 0,-1-1 0 0 0,1 1-1 0 0,0 0 1 0 0,0 1 0 0 0,1 0-1 0 0,0 0 1 0 0,-1 0 0 0 0,12-4-1 0 0,-18 8 9 0 0,1 0-1 0 0,0 0 1 0 0,-1 0-1 0 0,1 0 0 0 0,0 0 1 0 0,-1 0-1 0 0,1 0 0 0 0,0 0 1 0 0,-1 0-1 0 0,1 1 1 0 0,0-1-1 0 0,-1 0 0 0 0,1 0 1 0 0,0 1-1 0 0,-1-1 1 0 0,1 0-1 0 0,-1 1 0 0 0,1-1 1 0 0,-1 1-1 0 0,1-1 1 0 0,0 1-1 0 0,10 12 197 0 0,-10-12-176 0 0,5 9 77 0 0,0-1 0 0 0,-1 1 0 0 0,0 0-1 0 0,-1 1 1 0 0,6 17 0 0 0,-7-18-108 0 0,0 0-1 0 0,1-1 1 0 0,0 0 0 0 0,0 1-1 0 0,1-2 1 0 0,0 1-1 0 0,10 13 1 0 0,-8-15-241 0 0,-1-1 1 0 0,1 0-1 0 0,0 0 0 0 0,0 0 0 0 0,1-1 0 0 0,10 5 1 0 0,-11-6-748 0 0,0-1 0 0 0,1 0 0 0 0,-1 0 0 0 0,11 1 0 0 0,2 0-8475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7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25399 0 0,'0'0'1936'0'0,"2"0"-1325"0"0,13-3-168 0 0,-1 1 0 0 0,1 0-1 0 0,0 2 1 0 0,23 1 0 0 0,8-1 825 0 0,163-11-3140 0 0,-167 9-5356 0 0,2 0-2373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7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406 140 20735 0 0,'-1'-1'154'0'0,"-1"-1"0"0"0,1 0 0 0 0,0 1 0 0 0,-1-1 0 0 0,1 0-1 0 0,0 0 1 0 0,0 0 0 0 0,1 0 0 0 0,-1 0 0 0 0,0 0 0 0 0,1 0 0 0 0,-2-4 0 0 0,2-28 2768 0 0,0 28-2364 0 0,1 1 0 0 0,-1-1 0 0 0,-1 1 0 0 0,1-1 0 0 0,-3-9 0 0 0,2 13-531 0 0,1 1 1 0 0,-1-1 0 0 0,0 0-1 0 0,0 0 1 0 0,0 1-1 0 0,0-1 1 0 0,0 1-1 0 0,0-1 1 0 0,-1 1 0 0 0,1-1-1 0 0,0 1 1 0 0,-1 0-1 0 0,1 0 1 0 0,-1-1-1 0 0,1 1 1 0 0,-1 0 0 0 0,0 1-1 0 0,1-1 1 0 0,-1 0-1 0 0,0 0 1 0 0,-2 0-1 0 0,-2-1 91 0 0,-1 1-1 0 0,0 0 1 0 0,0 0-1 0 0,0 0 1 0 0,1 1-1 0 0,-1 0 1 0 0,0 0-1 0 0,0 1 0 0 0,-7 1 1 0 0,1 1 92 0 0,-1 0 1 0 0,0 1-1 0 0,-19 9 0 0 0,13-3-151 0 0,0 0-1 0 0,1 1 0 0 0,0 2 1 0 0,0 0-1 0 0,1 0 1 0 0,1 2-1 0 0,1 0 0 0 0,-16 19 1 0 0,28-30-62 0 0,1 0 0 0 0,0 0 0 0 0,1 1 0 0 0,-1-1 0 0 0,1 1 0 0 0,0-1 0 0 0,0 1 1 0 0,0 0-1 0 0,1 0 0 0 0,-1 0 0 0 0,1 0 0 0 0,1 0 0 0 0,-1 0 0 0 0,0 9 0 0 0,2-10-6 0 0,-1-1-1 0 0,1 1 0 0 0,-1-1 1 0 0,1 1-1 0 0,0-1 0 0 0,0 0 0 0 0,1 1 1 0 0,-1-1-1 0 0,1 0 0 0 0,-1 0 1 0 0,1 0-1 0 0,0 0 0 0 0,0 0 0 0 0,0-1 1 0 0,1 1-1 0 0,-1 0 0 0 0,1-1 1 0 0,0 0-1 0 0,-1 0 0 0 0,1 1 0 0 0,0-2 1 0 0,4 3-1 0 0,5 2-88 0 0,1-1-1 0 0,0 0 1 0 0,0-1-1 0 0,0 0 1 0 0,0-1 0 0 0,27 3-1 0 0,-15-5-460 0 0,0 0-1 0 0,49-5 0 0 0,-59 2 480 0 0,-1 0-1 0 0,1-1 1 0 0,-1-1 0 0 0,0 0-1 0 0,0-1 1 0 0,0 0 0 0 0,-1-1-1 0 0,0 0 1 0 0,0-2-1 0 0,0 1 1 0 0,-1-1 0 0 0,0-1-1 0 0,-1 0 1 0 0,14-14 0 0 0,-7 5 152 0 0,24-20 0 0 0,-41 37-68 0 0,1 0 0 0 0,-1 0 0 0 0,0-1 0 0 0,0 1 0 0 0,1 0 0 0 0,-1-1-1 0 0,0 1 1 0 0,0-1 0 0 0,0 0 0 0 0,-1 1 0 0 0,1-1 0 0 0,0 0 0 0 0,-1 1 0 0 0,1-1 0 0 0,-1 0 0 0 0,1 0 0 0 0,-1 1 0 0 0,0-1 0 0 0,1 0 0 0 0,-1 0 0 0 0,0 0 0 0 0,-1 1 0 0 0,1-3 0 0 0,0-12 90 0 0,4 4 8 0 0,-4 12-90 0 0,0-1-1 0 0,0 1 1 0 0,1-1 0 0 0,-1 1 0 0 0,0-1 0 0 0,0 1 0 0 0,0-1-1 0 0,0 1 1 0 0,0-1 0 0 0,0 1 0 0 0,0-1 0 0 0,0 1-1 0 0,0-1 1 0 0,0 1 0 0 0,0-1 0 0 0,0 1 0 0 0,0-1 0 0 0,0 1-1 0 0,0 0 1 0 0,0-1 0 0 0,-1 1 0 0 0,1-1 0 0 0,0 1-1 0 0,0-1 1 0 0,-1 1 0 0 0,1 0 0 0 0,0-1 0 0 0,0 1 0 0 0,-1-1-1 0 0,1 1 1 0 0,-1-1 0 0 0,-2-2 1282 0 0,2 4-554 0 0,4 10-398 0 0,9 16-518 0 0,21 19 155 0 0,-14-21-22 0 0,-9-10 16 0 0,2-1-1 0 0,0 0 1 0 0,0-1-1 0 0,19 15 1 0 0,-24-22-10 0 0,1 0 1 0 0,0 0-1 0 0,0-1 1 0 0,1-1 0 0 0,0 1-1 0 0,-1-1 1 0 0,1-1-1 0 0,0 0 1 0 0,17 4 0 0 0,-20-6-8 0 0,0-1 0 0 0,0 0 0 0 0,0 0 0 0 0,0 0 0 0 0,0-1 0 0 0,0 0 0 0 0,0 0 1 0 0,0 0-1 0 0,-1-1 0 0 0,1 0 0 0 0,0 0 0 0 0,-1 0 0 0 0,1-1 0 0 0,6-4 0 0 0,-5 2 3 0 0,0 0 0 0 0,0 0-1 0 0,0-1 1 0 0,-1 0-1 0 0,0 0 1 0 0,0 0 0 0 0,0-1-1 0 0,-1 0 1 0 0,6-9 0 0 0,-1-1 21 0 0,-4 6-7 0 0,1 0 1 0 0,-1 0-1 0 0,-1-1 1 0 0,0 0 0 0 0,7-23-1 0 0,-11 27 27 0 0,-1 8 4 0 0,0-1 1 0 0,0 1-1 0 0,0 0 1 0 0,0-1-1 0 0,0 1 0 0 0,-1 0 1 0 0,1-1-1 0 0,1 1 0 0 0,-1 0 1 0 0,0-1-1 0 0,0 1 1 0 0,0 0-1 0 0,0-1 0 0 0,0 1 1 0 0,0 0-1 0 0,0-1 0 0 0,0 1 1 0 0,0 0-1 0 0,1 0 0 0 0,-1-1 1 0 0,0 1-1 0 0,0 0 1 0 0,0 0-1 0 0,1-1 0 0 0,-1 1 1 0 0,0 0-1 0 0,0 0 0 0 0,1-1 1 0 0,-1 1-1 0 0,0 0 1 0 0,0 0-1 0 0,1 0 0 0 0,-1 0 1 0 0,0 0-1 0 0,1-1 0 0 0,-1 1 1 0 0,1 0-1 0 0,-1 1 24 0 0,1-1 1 0 0,0 1-1 0 0,0-1 0 0 0,0 1 1 0 0,-1-1-1 0 0,1 1 0 0 0,0 0 0 0 0,-1 0 1 0 0,1-1-1 0 0,-1 1 0 0 0,1 0 0 0 0,0 1 1 0 0,14 27 526 0 0,-4 0-484 0 0,-2 1-1 0 0,0 0 0 0 0,-2 0 0 0 0,4 50 0 0 0,-5 67 287 0 0,-26 264 1 0 0,13-286-300 0 0,-3 17-84 0 0,5-68-728 0 0,8-44-4200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8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4 24935 0 0,'-6'-1'301'0'0,"-1"0"208"0"0,0 0 0 0 0,-1 1 1 0 0,-8 0-1 0 0,14 0-482 0 0,-1 0 0 0 0,1 1 0 0 0,0-1 1 0 0,0 1-1 0 0,0-1 0 0 0,0 1 0 0 0,0 0 1 0 0,0 0-1 0 0,0 0 0 0 0,0 0 0 0 0,0 0 0 0 0,1 0 1 0 0,-1 1-1 0 0,0-1 0 0 0,-2 3 0 0 0,-5 8 264 0 0,1-1-1 0 0,0 1 0 0 0,1 0 1 0 0,0 1-1 0 0,1 0 0 0 0,-8 26 1 0 0,-18 85 981 0 0,31-117-1197 0 0,-10 44 248 0 0,3 1-1 0 0,-3 80 0 0 0,10-109-290 0 0,2 0 0 0 0,1 0 0 0 0,1 0 0 0 0,0 0 0 0 0,2 0 0 0 0,1-1 0 0 0,1 0 0 0 0,12 28 0 0 0,-16-43-65 0 0,1 0 0 0 0,1 0 0 0 0,-1 0-1 0 0,1 0 1 0 0,0-1 0 0 0,1 0 0 0 0,-1 0 0 0 0,11 8 0 0 0,-14-13 2 0 0,0 1 1 0 0,0 0-1 0 0,0-1 1 0 0,0 1 0 0 0,0-1-1 0 0,1 0 1 0 0,-1 0 0 0 0,1 0-1 0 0,-1 0 1 0 0,1 0-1 0 0,-1-1 1 0 0,1 1 0 0 0,-1-1-1 0 0,1 1 1 0 0,0-1 0 0 0,-1 0-1 0 0,1 0 1 0 0,0 0-1 0 0,-1 0 1 0 0,1-1 0 0 0,-1 1-1 0 0,1-1 1 0 0,-1 0 0 0 0,1 1-1 0 0,-1-1 1 0 0,1 0 0 0 0,-1-1-1 0 0,1 1 1 0 0,-1 0-1 0 0,3-3 1 0 0,4-4-107 0 0,1 0 1 0 0,-1-1-1 0 0,-1-1 1 0 0,1 1-1 0 0,-2-1 0 0 0,0-1 1 0 0,7-12-1 0 0,2-7-249 0 0,17-47 0 0 0,-28 64 353 0 0,1 1 0 0 0,0-1 1 0 0,1 1-1 0 0,1 1 0 0 0,0-1 1 0 0,0 1-1 0 0,1 1 0 0 0,0-1 1 0 0,1 2-1 0 0,0-1 0 0 0,13-8 1 0 0,-22 17 82 0 0,-1 1-1 0 0,1 0 1 0 0,-1-1 0 0 0,1 1 0 0 0,-1 0 0 0 0,1 0-1 0 0,0 0 1 0 0,-1-1 0 0 0,1 1 0 0 0,-1 0 0 0 0,1 0 0 0 0,0 0-1 0 0,-1 0 1 0 0,1 0 0 0 0,-1 0 0 0 0,1 0 0 0 0,0 0-1 0 0,-1 1 1 0 0,1-1 0 0 0,-1 0 0 0 0,1 0 0 0 0,0 0 0 0 0,-1 1-1 0 0,1-1 1 0 0,-1 0 0 0 0,1 1 0 0 0,-1-1 0 0 0,1 0-1 0 0,-1 1 1 0 0,1-1 0 0 0,-1 0 0 0 0,1 1 0 0 0,-1-1 0 0 0,0 1-1 0 0,1-1 1 0 0,-1 1 0 0 0,0-1 0 0 0,1 2 0 0 0,12 27 322 0 0,-9-19-166 0 0,6 12-65 0 0,23 43-12 0 0,-28-58-141 0 0,-1 0 0 0 0,2 0 0 0 0,-1 0 0 0 0,1-1 1 0 0,0 0-1 0 0,10 9 0 0 0,-8-10-221 0 0,0 1 1 0 0,0-1 0 0 0,1-1 0 0 0,12 6 0 0 0,-17-8-249 0 0,1-1 0 0 0,-1 0 1 0 0,1 1-1 0 0,-1-1 1 0 0,1-1-1 0 0,0 1 1 0 0,-1-1-1 0 0,1 0 0 0 0,0 0 1 0 0,0 0-1 0 0,5-1 1 0 0,4-3-8571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8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10 16583 0 0,'-18'-6'736'0'0,"12"4"152"0"0,-9 1 7536 0 0,26 10-12952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9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0 371 13823 0 0,'2'52'1851'0'0,"14"68"11046"0"0,-14-109-12352 0 0,1-1 0 0 0,0 1 0 0 0,0 0 0 0 0,10 18 0 0 0,-12-27-521 0 0,0 1 0 0 0,0-1 0 0 0,0 0 0 0 0,1 0 0 0 0,-1 1 0 0 0,1-1 0 0 0,0 0 0 0 0,0 0 0 0 0,-1-1 0 0 0,1 1 0 0 0,0 0 0 0 0,0-1 0 0 0,1 1 0 0 0,-1-1 0 0 0,0 1 0 0 0,0-1 0 0 0,1 0-1 0 0,-1 0 1 0 0,1 0 0 0 0,-1-1 0 0 0,1 1 0 0 0,-1 0 0 0 0,1-1 0 0 0,0 0 0 0 0,-1 1 0 0 0,5-1 0 0 0,-4-1-36 0 0,-1 0 0 0 0,1 0 1 0 0,0-1-1 0 0,0 1 0 0 0,0-1 0 0 0,-1 1 0 0 0,1-1 1 0 0,0 0-1 0 0,-1 0 0 0 0,0 0 0 0 0,1 0 0 0 0,-1 0 1 0 0,0-1-1 0 0,0 1 0 0 0,0-1 0 0 0,-1 1 0 0 0,1-1 1 0 0,-1 0-1 0 0,1 0 0 0 0,-1 0 0 0 0,0 1 0 0 0,0-1 1 0 0,0 0-1 0 0,0 0 0 0 0,-1-1 0 0 0,1-2 0 0 0,-1 1-15 0 0,-1 3 9 0 0,1-1 0 0 0,-1 0 0 0 0,1 1 1 0 0,0-1-1 0 0,0 1 0 0 0,0-1 0 0 0,0 0 0 0 0,1 1 0 0 0,-1-1 0 0 0,1 1 0 0 0,0-1 1 0 0,-1 1-1 0 0,1-1 0 0 0,0 1 0 0 0,2-4 0 0 0,71-109-449 0 0,-64 101 478 0 0,-10 13 550 0 0,-1 2-369 0 0,1-1-191 0 0,0 0-1 0 0,0 0 1 0 0,0 0 0 0 0,0 0-1 0 0,0 0 1 0 0,-1 1-1 0 0,1-1 1 0 0,0 0-1 0 0,0 0 1 0 0,0 0 0 0 0,0 0-1 0 0,0 0 1 0 0,0 0-1 0 0,0 0 1 0 0,0 1-1 0 0,0-1 1 0 0,0 0-1 0 0,-1 0 1 0 0,1 0 0 0 0,0 0-1 0 0,0 0 1 0 0,0 1-1 0 0,0-1 1 0 0,0 0-1 0 0,0 0 1 0 0,0 0-1 0 0,0 0 1 0 0,0 0 0 0 0,0 1-1 0 0,0-1 1 0 0,0 0-1 0 0,0 0 1 0 0,0 0-1 0 0,0 0 1 0 0,1 0 0 0 0,-1 1-1 0 0,0-1 1 0 0,2 2-11 0 0,0 0-1 0 0,0 0 1 0 0,0 0 0 0 0,0 0 0 0 0,1 0 0 0 0,4 2 0 0 0,-5-2 4 0 0,1-1 0 0 0,-1 0 0 0 0,1 1 0 0 0,-1 0 1 0 0,0-1-1 0 0,0 1 0 0 0,0 0 0 0 0,0 0 0 0 0,0 1 0 0 0,0-1 0 0 0,-1 0 1 0 0,1 0-1 0 0,-1 1 0 0 0,2 2 0 0 0,-1 5 8 0 0,-1-8-3 0 0,-1-1 0 0 0,0 1 0 0 0,1 0 0 0 0,-1-1-1 0 0,1 1 1 0 0,-1-1 0 0 0,1 1 0 0 0,0-1-1 0 0,-1 1 1 0 0,1-1 0 0 0,0 0 0 0 0,0 1 0 0 0,1 0-1 0 0,57 51-247 0 0,-47-41 270 0 0,1-1 0 0 0,0-1 0 0 0,0 0 0 0 0,1-1 0 0 0,0 0 0 0 0,0-1 0 0 0,22 8 0 0 0,-16-9-42 0 0,0 0 0 0 0,0-2 0 0 0,1 0 1 0 0,0-2-1 0 0,23 2 0 0 0,-8-4-65 0 0,0-1 1 0 0,45-6-1 0 0,70-19-140 0 0,-136 20 226 0 0,0 0 0 0 0,0 0 0 0 0,0-2 0 0 0,14-8 0 0 0,-7 4 0 0 0,-14 7 2 0 0,0 0 0 0 0,0-1 0 0 0,0 0 0 0 0,-1 0 0 0 0,0-1 0 0 0,0 0 1 0 0,-1 0-1 0 0,9-10 0 0 0,-15 15 3 0 0,1 0 1 0 0,-1 0-1 0 0,0 1 0 0 0,0-1 1 0 0,1 0-1 0 0,-1 0 1 0 0,0 0-1 0 0,0 1 0 0 0,0-1 1 0 0,0 0-1 0 0,0 0 1 0 0,0 0-1 0 0,0 0 0 0 0,0 1 1 0 0,0-1-1 0 0,-1 0 1 0 0,1 0-1 0 0,0 0 0 0 0,0 1 1 0 0,-1-1-1 0 0,1 0 1 0 0,0 0-1 0 0,-1 1 0 0 0,1-1 1 0 0,-1 0-1 0 0,1 1 1 0 0,-1-1-1 0 0,1 0 1 0 0,-1 1-1 0 0,0-1 0 0 0,1 1 1 0 0,-1-1-1 0 0,0 1 1 0 0,1-1-1 0 0,-2 0 0 0 0,-3-2 26 0 0,1 0 0 0 0,-1 1 0 0 0,0-1 0 0 0,-7-2 0 0 0,-9-3 25 0 0,-1 1 1 0 0,0 1-1 0 0,0 1 1 0 0,-37-4-1 0 0,50 8-39 0 0,-1 1 0 0 0,1 0 0 0 0,-1 0 0 0 0,1 1 0 0 0,0 0 0 0 0,-1 1 0 0 0,1 0 0 0 0,0 1 0 0 0,0 0 0 0 0,0 0 0 0 0,1 0 0 0 0,-1 2 0 0 0,-15 8 0 0 0,12-4-17 0 0,-31 24 0 0 0,40-31 0 0 0,0 1 0 0 0,0 0 0 0 0,0 0 0 0 0,1 0 0 0 0,-1 1 0 0 0,1-1 0 0 0,0 0 0 0 0,0 1 0 0 0,0 0 0 0 0,-2 5 0 0 0,4-8-6 0 0,-1 1 0 0 0,1-1 0 0 0,0 1 0 0 0,-1-1 0 0 0,1 1 0 0 0,0 0 0 0 0,0-1-1 0 0,0 1 1 0 0,0-1 0 0 0,1 1 0 0 0,-1-1 0 0 0,0 1 0 0 0,1-1 0 0 0,-1 1 0 0 0,1-1 0 0 0,-1 1 0 0 0,1-1 0 0 0,1 3 0 0 0,0-2-18 0 0,0 1 0 0 0,0-2 0 0 0,0 1 0 0 0,0 0 0 0 0,0 0 0 0 0,0 0 1 0 0,0-1-1 0 0,0 0 0 0 0,1 1 0 0 0,2 0 0 0 0,5 2-70 0 0,-1-1 0 0 0,1 0 0 0 0,0-1 0 0 0,18 3 0 0 0,-14-4-60 0 0,0 0-1 0 0,0-1 1 0 0,1-1-1 0 0,-1 0 1 0 0,18-4-1 0 0,-24 4 90 0 0,0-1-1 0 0,0-1 1 0 0,-1 1-1 0 0,1-1 1 0 0,0-1-1 0 0,-1 0 0 0 0,0 0 1 0 0,0 0-1 0 0,0 0 1 0 0,9-10-1 0 0,3-4 32 0 0,-2-1 1 0 0,0-1-1 0 0,-2-1 0 0 0,0 0 0 0 0,-1-1 0 0 0,-1-1 1 0 0,-1 0-1 0 0,-1-1 0 0 0,-1 0 0 0 0,-2 0 1 0 0,0-1-1 0 0,-1 0 0 0 0,-2-1 0 0 0,-1 1 0 0 0,0-1 1 0 0,-2 0-1 0 0,-1-31 0 0 0,-2 46 146 0 0,0 0 0 0 0,-1 0 0 0 0,0-1 0 0 0,0 2 0 0 0,-1-1 0 0 0,-1 0 0 0 0,0 1 0 0 0,0-1 0 0 0,-9-13 0 0 0,13 23-63 0 0,-1 0 1 0 0,0 0-1 0 0,0 0 0 0 0,0 0 0 0 0,1-1 0 0 0,-1 1 1 0 0,0 0-1 0 0,0 0 0 0 0,-1 1 0 0 0,1-1 1 0 0,0 0-1 0 0,0 0 0 0 0,0 0 0 0 0,-1 1 0 0 0,1-1 1 0 0,0 1-1 0 0,-1-1 0 0 0,1 1 0 0 0,0 0 1 0 0,-1-1-1 0 0,1 1 0 0 0,-2 0 0 0 0,2 0-22 0 0,0 0 0 0 0,0 1 0 0 0,0-1 0 0 0,0 0-1 0 0,0 1 1 0 0,0-1 0 0 0,0 1 0 0 0,0 0 0 0 0,0-1 0 0 0,0 1-1 0 0,1 0 1 0 0,-1-1 0 0 0,0 1 0 0 0,0 0 0 0 0,1 0 0 0 0,-1 0 0 0 0,0 0-1 0 0,1-1 1 0 0,-1 1 0 0 0,1 0 0 0 0,-1 0 0 0 0,1 0 0 0 0,0 0-1 0 0,-1 0 1 0 0,1 0 0 0 0,0 1 0 0 0,0-1 0 0 0,0 2 0 0 0,-4 21 76 0 0,2 1 1 0 0,1 0-1 0 0,1 0 0 0 0,1-1 1 0 0,7 40-1 0 0,36 120-277 0 0,-41-174 170 0 0,25 75-240 0 0,-23-74-33 0 0,-1-1-1 0 0,1 0 1 0 0,1 0-1 0 0,0 0 1 0 0,12 15-1 0 0,-15-23-20 0 0,0 1 1 0 0,-1 0-1 0 0,1-1 0 0 0,1 1 1 0 0,-1-1-1 0 0,0 0 1 0 0,0 0-1 0 0,1-1 0 0 0,-1 1 1 0 0,1-1-1 0 0,-1 1 0 0 0,7 0 1 0 0,8 1-1118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3:59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39 209 25631 0 0,'10'2'3165'0'0,"9"-2"-3163"0"0,-17 0 27 0 0,70-7 918 0 0,-63 6-889 0 0,0-1-1 0 0,0 0 1 0 0,-1-1-1 0 0,1 0 1 0 0,14-7-1 0 0,13-8-40 0 0,-22 12-17 0 0,-2-1 0 0 0,1 0-1 0 0,16-12 1 0 0,-22 13-3 0 0,32-27-115 0 0,-35 29 84 0 0,0 1 0 0 0,-1-1-1 0 0,0 0 1 0 0,0 0 0 0 0,0 0 0 0 0,0-1 0 0 0,3-7-1 0 0,-5 11 19 0 0,-1-1-1 0 0,1 1 0 0 0,-1 0 1 0 0,1-1-1 0 0,-1 1 0 0 0,0-1 1 0 0,0 1-1 0 0,1 0 0 0 0,-1-1 0 0 0,0 1 1 0 0,0-1-1 0 0,0 1 0 0 0,0 0 1 0 0,-1-1-1 0 0,1 1 0 0 0,0-1 1 0 0,-1 1-1 0 0,1 0 0 0 0,-1-1 0 0 0,1 1 1 0 0,-2-2-1 0 0,1 2 11 0 0,0 0 0 0 0,-1-1 0 0 0,1 1 0 0 0,0 0 0 0 0,-1 0 1 0 0,1 0-1 0 0,-1 0 0 0 0,1 1 0 0 0,-1-1 0 0 0,1 0 0 0 0,-1 1 0 0 0,0-1 0 0 0,1 1 0 0 0,-1-1 0 0 0,-1 1 0 0 0,-5-1 29 0 0,0 0-1 0 0,0 1 1 0 0,0 0 0 0 0,0 1-1 0 0,0 0 1 0 0,-11 2-1 0 0,-2 3 163 0 0,-1 0 0 0 0,1 2 0 0 0,1 0 0 0 0,-1 1 0 0 0,2 1-1 0 0,-1 1 1 0 0,1 0 0 0 0,1 2 0 0 0,0 0 0 0 0,-31 31 0 0 0,43-38-144 0 0,1 0 0 0 0,1 0 0 0 0,-1 0 1 0 0,1 1-1 0 0,0 0 0 0 0,1 0 0 0 0,0 0 1 0 0,0 0-1 0 0,-4 13 0 0 0,7-17-70 0 0,-1-1 0 0 0,1 1 0 0 0,-1 0 0 0 0,1 0 1 0 0,0-1-1 0 0,0 1 0 0 0,0 0 0 0 0,0 0 0 0 0,1 0 0 0 0,-1-1 0 0 0,1 1 0 0 0,-1 0 0 0 0,1 0 0 0 0,0-1 1 0 0,0 1-1 0 0,1-1 0 0 0,-1 1 0 0 0,0-1 0 0 0,1 1 0 0 0,-1-1 0 0 0,1 0 0 0 0,0 0 0 0 0,0 0 0 0 0,0 0 1 0 0,0 0-1 0 0,0 0 0 0 0,0 0 0 0 0,1-1 0 0 0,2 3 0 0 0,1-1-382 0 0,1 0 1 0 0,0-1-1 0 0,0 0 0 0 0,0 0 1 0 0,0 0-1 0 0,0-1 0 0 0,0 0 1 0 0,10 1-1 0 0,19 0-1437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00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46 26319 0 0,'-4'0'347'0'0,"0"0"1"0"0,0 0-1 0 0,0 1 0 0 0,0-1 0 0 0,0 1 0 0 0,-6 2 1 0 0,9-3-258 0 0,0 1 0 0 0,0 0 0 0 0,0-1 1 0 0,-1 1-1 0 0,1 0 0 0 0,0-1 1 0 0,0 1-1 0 0,0 0 0 0 0,0 0 1 0 0,0 0-1 0 0,0 0 0 0 0,0 0 0 0 0,1 0 1 0 0,-1 0-1 0 0,0 0 0 0 0,0 0 1 0 0,1 0-1 0 0,-1 0 0 0 0,1 1 1 0 0,-1-1-1 0 0,1 0 0 0 0,0 0 0 0 0,-1 1 1 0 0,1 1-1 0 0,-8 25 988 0 0,7-25-1028 0 0,-1 1-1 0 0,1 0 1 0 0,0-1-1 0 0,0 1 0 0 0,1 0 1 0 0,-1 0-1 0 0,1-1 0 0 0,-1 1 1 0 0,2 6-1 0 0,5 63 51 0 0,-5-60-100 0 0,1 0 0 0 0,5 20 0 0 0,1 5 57 0 0,-6-29-53 0 0,0 0 0 0 0,1 0 0 0 0,1 0 0 0 0,-1 0 0 0 0,2-1-1 0 0,-1 0 1 0 0,6 9 0 0 0,-3-10-4 0 0,-3-8 0 0 0,-2-3 0 0 0,3-7 0 0 0,0 0 0 0 0,-1 1 0 0 0,0-1 0 0 0,-1-1 0 0 0,0 1 0 0 0,2-17 0 0 0,-2 9 0 0 0,8-24 0 0 0,-5 26-56 0 0,1 1 0 0 0,0 1 0 0 0,1-1 0 0 0,1 1-1 0 0,1 1 1 0 0,0 0 0 0 0,1 0 0 0 0,0 1 0 0 0,1 0 0 0 0,0 1 0 0 0,1 0 0 0 0,21-13 0 0 0,-20 16-937 0 0,23-9 0 0 0,-33 16 692 0 0,32-15-1947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0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21655 0 0,'0'0'2304'0'0,"-6"5"-2224"0"0,-2-2 3248 0 0,0-1-1464 0 0,1 0 16 0 0,1-1-1488 0 0,-1 1-296 0 0,2-1-32 0 0</inkml:trace>
  <inkml:trace contextRef="#ctx0" brushRef="#br0" timeOffset="1">146 305 1839 0 0,'-14'9'-315'0'0,"-17"10"1166"0"0,13-4 2539 0 0,4-1 2217 0 0,2 3 3300 0 0,-4 11 3 0 0,-24 35-5424 0 0,39-63-3458 0 0,17 3-661 0 0,2-1 250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0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18 233 3679 0 0,'-1'-17'1490'0'0,"0"-1"-1"0"0,-7-26 0 0 0,0-7 17067 0 0,11 53-17576 0 0,1 3-790 0 0,0-1 1 0 0,-1 1-1 0 0,1 0 0 0 0,-1 0 1 0 0,0 0-1 0 0,0 0 0 0 0,0 1 0 0 0,-1-1 1 0 0,0 1-1 0 0,3 9 0 0 0,1 12 88 0 0,4 30-1 0 0,-5-20-89 0 0,130 540 393 0 0,-116-515-514 0 0,2-1-1 0 0,51 97 0 0 0,-71-155-65 0 0,2 2 11 0 0,0 1 0 0 0,0-1 1 0 0,1 0-1 0 0,-1 0 0 0 0,1 0 0 0 0,7 6 1 0 0,0-3 76 0 0,-7-9-68 0 0,-3 1-1 0 0,0 0-13 0 0,1 0 0 0 0,-1 0 0 0 0,0 0 0 0 0,0 0 0 0 0,1 0 0 0 0,-1-1-1 0 0,0 1 1 0 0,0 0 0 0 0,0-1 0 0 0,0 1 0 0 0,1-1 0 0 0,-1 1 0 0 0,0-1-1 0 0,0 1 1 0 0,0-1 0 0 0,0 0 0 0 0,0 1 0 0 0,0-1 0 0 0,0 0 0 0 0,0 0-1 0 0,-1 0 1 0 0,1 0 0 0 0,0 0 0 0 0,1-2 0 0 0,1-3 8 0 0,1 0 0 0 0,-1 0 0 0 0,3-8 0 0 0,-3 6-1 0 0,11-29 57 0 0,-1-1 0 0 0,15-76 0 0 0,-24 97-71 0 0,38-203 0 0 0,-11 56 0 0 0,-1-1 6 0 0,43-181-1723 0 0,-72 341 1291 0 0,1 1-1 0 0,-1 0 1 0 0,0-1-1 0 0,1 1 1 0 0,0 0-1 0 0,0 0 1 0 0,1 0-1 0 0,-1 0 1 0 0,4-4-1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294 416 5527 0 0,'4'-9'568'0'0,"-3"8"-669"0"0,7-18 1057 0 0,-7 17-308 0 0,0-1 1 0 0,0 0-1 0 0,-1 0 1 0 0,1 0-1 0 0,-1 0 1 0 0,0 0-1 0 0,0 0 0 0 0,0-4 1 0 0,-1-18 2348 0 0,-4-31 1400 0 0,4 50-4094 0 0,-1 1-1 0 0,1-1 0 0 0,-1 1 1 0 0,0-1-1 0 0,0 1 0 0 0,0 0 1 0 0,-5-8-1 0 0,6 11-230 0 0,0 1-1 0 0,0 0 1 0 0,0-1-1 0 0,0 1 1 0 0,0 0 0 0 0,0 0-1 0 0,-1 0 1 0 0,1 0-1 0 0,0 0 1 0 0,-1 0 0 0 0,1 0-1 0 0,-1 0 1 0 0,1 1-1 0 0,-1-1 1 0 0,1 0-1 0 0,-1 1 1 0 0,1-1 0 0 0,-1 1-1 0 0,-3-1 1 0 0,2 1 18 0 0,0 1 0 0 0,0-1 0 0 0,0 0 0 0 0,1 1 0 0 0,-1-1 0 0 0,0 1 0 0 0,0 0 0 0 0,0 0 0 0 0,0 0 1 0 0,-3 2-1 0 0,-4 4 135 0 0,0 0 0 0 0,0 0 1 0 0,0 1-1 0 0,-10 10 0 0 0,2 0-95 0 0,0 1-1 0 0,1 1 1 0 0,1 0-1 0 0,1 1 1 0 0,1 1-1 0 0,0 0 1 0 0,2 1-1 0 0,-18 48 1 0 0,28-66-123 0 0,1-1 0 0 0,0 1 0 0 0,0 0 1 0 0,0 0-1 0 0,1 0 0 0 0,-1 0 0 0 0,1-1 0 0 0,0 1 1 0 0,1 0-1 0 0,-1 0 0 0 0,1 0 0 0 0,2 6 0 0 0,-2-8-25 0 0,0-1 1 0 0,0 1-1 0 0,0-1 0 0 0,1 0 0 0 0,-1 1 0 0 0,1-1 0 0 0,0 0 0 0 0,-1 0 0 0 0,1 0 0 0 0,0 0 0 0 0,0 0 1 0 0,0-1-1 0 0,0 1 0 0 0,1-1 0 0 0,-1 1 0 0 0,0-1 0 0 0,1 0 0 0 0,-1 1 0 0 0,1-2 0 0 0,-1 1 0 0 0,1 0 1 0 0,-1 0-1 0 0,5 0 0 0 0,5 0-147 0 0,0-1 1 0 0,0-1 0 0 0,0 0-1 0 0,0 0 1 0 0,-1-1 0 0 0,1-1-1 0 0,20-6 1 0 0,-21 5 55 0 0,-1 0-1 0 0,0-1 0 0 0,0 0 1 0 0,0-1-1 0 0,-1 0 1 0 0,1 0-1 0 0,-1-1 1 0 0,-1 0-1 0 0,15-16 1 0 0,-12 11 31 0 0,-1 0 0 0 0,-1 0 0 0 0,0-2 0 0 0,-1 1 1 0 0,0-1-1 0 0,9-21 0 0 0,-3-6 82 0 0,-2 0 0 0 0,-1-1 0 0 0,-2-1 0 0 0,-2 0 0 0 0,3-73 0 0 0,-10 111 37 0 0,1-1 0 0 0,-1 1 1 0 0,0 0-1 0 0,-1-1 0 0 0,1 1 0 0 0,-1 0 0 0 0,0 0 0 0 0,0 0 0 0 0,-1 0 1 0 0,1 0-1 0 0,-1 0 0 0 0,0 0 0 0 0,-5-7 0 0 0,6 11 288 0 0,0 1-265 0 0,0 0-1 0 0,0 0 1 0 0,0 1-1 0 0,-1-1 0 0 0,1 1 1 0 0,0-1-1 0 0,0 1 0 0 0,0-1 1 0 0,0 1-1 0 0,0 0 1 0 0,0-1-1 0 0,0 1 0 0 0,0 0 1 0 0,0 0-1 0 0,1 0 0 0 0,-1 0 1 0 0,0 0-1 0 0,0 0 1 0 0,0 1-1 0 0,-11 22 500 0 0,6-5-466 0 0,2 1 0 0 0,-1 0-1 0 0,2 0 1 0 0,1 0 0 0 0,0 1-1 0 0,2-1 1 0 0,0 1 0 0 0,6 36 0 0 0,-2-33-131 0 0,1-1 0 0 0,1 1 0 0 0,1-1 0 0 0,1 0 1 0 0,1 0-1 0 0,1-1 0 0 0,14 23 0 0 0,-20-38-60 0 0,1-1 1 0 0,0 1-1 0 0,0-1 0 0 0,0 0 1 0 0,1 0-1 0 0,0-1 0 0 0,0 0 1 0 0,1 0-1 0 0,0 0 0 0 0,9 4 0 0 0,-15-8 56 0 0,1-1 0 0 0,-1 0-1 0 0,1 1 1 0 0,-1-1-1 0 0,1 0 1 0 0,-1 0-1 0 0,1 0 1 0 0,-1 0 0 0 0,1 0-1 0 0,-1 0 1 0 0,1-1-1 0 0,-1 1 1 0 0,1-1-1 0 0,-1 1 1 0 0,1-1-1 0 0,1 0 1 0 0,20-12-235 0 0,-19 10 261 0 0,-1 0 0 0 0,0 0 0 0 0,0 0 0 0 0,-1 0-1 0 0,1 0 1 0 0,-1-1 0 0 0,1 0 0 0 0,-1 1 0 0 0,0-1 0 0 0,2-7 0 0 0,12-41-82 0 0,-15 51 94 0 0,33-164-29 0 0,-34 163 1175 0 0,-2 52 756 0 0,0-28-1552 0 0,3 27 0 0 0,0-28-248 0 0,2-1 0 0 0,7 32 0 0 0,-8-44-265 0 0,1 1-1 0 0,0-1 0 0 0,0 0 0 0 0,1 0 1 0 0,0 0-1 0 0,1-1 0 0 0,0 1 1 0 0,9 10-1 0 0,-12-16-258 0 0,0 0 0 0 0,0 0 0 0 0,0 0 0 0 0,1-1 0 0 0,-1 1 0 0 0,4 1 0 0 0,8 2-6181 0 0,-4-2-1256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9215 0 0,'-10'2'816'0'0,"0"1"-656"0"0,1 0-160 0 0,2 0 0 0 0,-9 9 13280 0 0,26-2-14560 0 0,4-2-128 0 0,4-2-48 0 0,5 1-6424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1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 5063 0 0,'0'0'232'0'0,"-1"1"-13"0"0,-26 16 2736 0 0,6-7 4878 0 0,-32 9-1 0 0,26-9-4785 0 0,2-1-4062 0 0,-74 44 3032 0 0,97-52-1920 0 0,4 0-37 0 0,3 2-80 0 0,-1 0 0 0 0,2 0 0 0 0,-1 0 0 0 0,0-1 0 0 0,0 0 0 0 0,1 0 0 0 0,-1 0 0 0 0,7 0 0 0 0,50 8-136 0 0,-49-9 131 0 0,2 1 13 0 0,-1 0-1 0 0,0 0 1 0 0,0 2-1 0 0,0 0 1 0 0,0 0 0 0 0,-1 1-1 0 0,0 1 1 0 0,0 0-1 0 0,19 13 1 0 0,-31-18 12 0 0,1 0 0 0 0,-1 0 0 0 0,0 1 0 0 0,1-1 0 0 0,-1 0 0 0 0,0 1 0 0 0,0-1 0 0 0,0 1 0 0 0,0 0 0 0 0,0-1 0 0 0,0 1 0 0 0,-1 0 0 0 0,1 0 0 0 0,0-1 0 0 0,-1 1 0 0 0,1 0 0 0 0,-1 0 0 0 0,0 2 0 0 0,1-3 0 0 0,-1 0 0 0 0,0 0 0 0 0,0 1 0 0 0,0-1 0 0 0,0 0 0 0 0,0 0 0 0 0,0 0 0 0 0,0 1 0 0 0,-1-1 0 0 0,1 0 0 0 0,0 0 0 0 0,-1 0 0 0 0,1 1 0 0 0,0-1 0 0 0,-1 0 0 0 0,0 0 0 0 0,1 0 0 0 0,-1 0 0 0 0,0 0 0 0 0,-1 2 0 0 0,0 0 0 0 0,-9 10-348 0 0,1 0 0 0 0,-2-1 1 0 0,1 0-1 0 0,-2-1 0 0 0,1 0 0 0 0,-29 17 0 0 0,15-13-3531 0 0,22-13 1873 0 0</inkml:trace>
  <inkml:trace contextRef="#ctx0" brushRef="#br0" timeOffset="1">433 132 20015 0 0,'-1'2'918'0'0,"-9"24"-243"0"0,2 1 0 0 0,0 0-1 0 0,1 1 1 0 0,2 0 0 0 0,1 0 0 0 0,1 0 0 0 0,1 40 0 0 0,5-4-143 0 0,3-1 0 0 0,16 76-1 0 0,-9-82-2756 0 0,-12-55 1313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 10591 0 0,'-5'-5'10854'0'0,"52"5"-6665"0"0,-17-2-3732 0 0,1 2 0 0 0,0 2 0 0 0,-1 0 0 0 0,46 11 0 0 0,-69-11-422 0 0,0 0 1 0 0,0 1-1 0 0,0 0 1 0 0,0 0-1 0 0,12 8 0 0 0,-17-10-28 0 0,-1 0-1 0 0,1 0 0 0 0,-1 0 0 0 0,0 0 0 0 0,1 0 0 0 0,-1 1 0 0 0,0-1 0 0 0,0 0 0 0 0,0 1 1 0 0,0-1-1 0 0,0 1 0 0 0,0-1 0 0 0,-1 1 0 0 0,1-1 0 0 0,0 1 0 0 0,-1 0 0 0 0,1-1 0 0 0,-1 1 1 0 0,0 0-1 0 0,1 0 0 0 0,-1-1 0 0 0,0 1 0 0 0,0 0 0 0 0,0-1 0 0 0,0 1 0 0 0,0 0 0 0 0,-1 0 1 0 0,1-1-1 0 0,0 1 0 0 0,-1 0 0 0 0,0 2 0 0 0,-3 2 53 0 0,0 1-1 0 0,0-1 1 0 0,0 0-1 0 0,-1 1 1 0 0,0-2-1 0 0,0 1 1 0 0,-1-1-1 0 0,1 0 1 0 0,-1 0 0 0 0,-10 6-1 0 0,-7 4 51 0 0,-37 18-1 0 0,48-27-681 0 0,-1-1 0 0 0,1 0 0 0 0,-15 2 0 0 0,8-2-668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2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28 223 24935 0 0,'-7'-4'471'0'0,"5"3"-223"0"0,1 0 0 0 0,-1 0-1 0 0,0 0 1 0 0,0 0 0 0 0,0 1-1 0 0,0-1 1 0 0,0 0-1 0 0,-4 0 1 0 0,12-8 228 0 0,-4 6-409 0 0,0 1 0 0 0,1 0 0 0 0,-1 0 0 0 0,1 0 0 0 0,-1 0 0 0 0,1 0 0 0 0,0 0 1 0 0,0 1-1 0 0,0-1 0 0 0,0 1 0 0 0,4-2 0 0 0,39-7 564 0 0,-35 8-507 0 0,348-52 1332 0 0,-224 36-1259 0 0,496-53-319 0 0,-547 65-378 0 0,110-8-3002 0 0,-146 12 1957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31 5527 0 0,'0'1'21'0'0,"-1"-1"0"0"0,1 1 0 0 0,-1 0-1 0 0,0-1 1 0 0,1 1 0 0 0,-1 0-1 0 0,0-1 1 0 0,1 1 0 0 0,-1-1 0 0 0,-26 5 23008 0 0,52-4-22271 0 0,-6-1-650 0 0,1 0-1 0 0,-1-1 0 0 0,0-1 1 0 0,27-6-1 0 0,84-15-2783 0 0,-96 18 1021 0 0,6 2-2694 0 0,-23 2-3591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5 16271 0 0,'-5'4'196'0'0,"-1"-1"-1"0"0,1 1 1 0 0,-1-1-1 0 0,0 0 1 0 0,0-1 0 0 0,0 0-1 0 0,0 0 1 0 0,-13 3-1 0 0,-1-1 2128 0 0,-13 1 2922 0 0,179-14-4748 0 0,2-15-5506 0 0,-105 15 3065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252 302 21511 0 0,'-18'-21'4985'0'0,"20"33"-3213"0"0,-1 11-1111 0 0,20 251 2482 0 0,-12-202-3072 0 0,33 126 1 0 0,-34-170-43 0 0,32 102 52 0 0,-33-112-75 0 0,0-1-1 0 0,1-1 1 0 0,1 0 0 0 0,0 0-1 0 0,15 18 1 0 0,-6-17 47 0 0,-18-17-52 0 0,0 0-1 0 0,1 0 0 0 0,-1 1 0 0 0,1-1 0 0 0,-1 0 1 0 0,0 0-1 0 0,1 1 0 0 0,-1-1 0 0 0,1 0 0 0 0,-1 0 1 0 0,1 0-1 0 0,-1 0 0 0 0,0 0 0 0 0,1 0 0 0 0,-1 0 1 0 0,1 0-1 0 0,-1 0 0 0 0,1 0 0 0 0,-1 0 0 0 0,1 0 1 0 0,-1 0-1 0 0,1 0 0 0 0,-1 0 0 0 0,0 0 0 0 0,1 0 1 0 0,-1-1-1 0 0,1 1 0 0 0,-1 0 0 0 0,0 0 0 0 0,1-1 1 0 0,-1 1-1 0 0,1 0 0 0 0,-1 0 0 0 0,0-1 0 0 0,1 1 1 0 0,-1 0-1 0 0,0-1 0 0 0,0 1 0 0 0,1-1 0 0 0,-1 1 1 0 0,0 0-1 0 0,0-1 0 0 0,1 1 0 0 0,-1-1 0 0 0,0 1 1 0 0,0 0-1 0 0,0-1 0 0 0,0 1 0 0 0,0-1 0 0 0,0 1 1 0 0,0-1-1 0 0,0 1 0 0 0,5-13 2 0 0,0-1 1 0 0,-1 0-1 0 0,-1 1 1 0 0,0-1-1 0 0,1-22 0 0 0,0 8 44 0 0,97-433-46 0 0,-69 331-85 0 0,-14 56-50 0 0,65-229-1780 0 0,-80 293 955 0 0,1 1 0 0 0,7-15-1 0 0</inkml:trace>
  <inkml:trace contextRef="#ctx0" brushRef="#br0" timeOffset="1">1 768 19807 0 0,'0'0'2383'0'0,"2"0"-1278"0"0,62-5 3986 0 0,36-11-4079 0 0,-45 6-636 0 0,-2 1-488 0 0,143-21-38 0 0,-65 20-5622 0 0,-95 10-3033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24 217 20647 0 0,'-3'8'394'0'0,"0"0"0"0"0,0 1 0 0 0,0-1 0 0 0,1 0-1 0 0,-2 18 1 0 0,1 44 13 0 0,2-23 943 0 0,-1 89 2152 0 0,3-115-3317 0 0,2 0-1 0 0,0 0 1 0 0,1 0 0 0 0,10 29-1 0 0,-14-49-401 0 0,2 6 429 0 0,2-4-2856 0 0,6-1 1220 0 0</inkml:trace>
  <inkml:trace contextRef="#ctx0" brushRef="#br0" timeOffset="1">553 91 13359 0 0,'1'-6'14910'0'0,"9"4"-14057"0"0,106-23 1907 0 0,59-4-3232 0 0,-9 6-4522 0 0,-135 17 3049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16127 0 0,'0'0'11267'0'0,"0"2"-9951"0"0,32 204 2456 0 0,-6-26-3746 0 0,-11-104 44 0 0,30 90-1 0 0,-37-141-74 0 0,-5-12 24 0 0,1-1 1 0 0,1 1-1 0 0,0-1 0 0 0,1 0 0 0 0,11 18 1 0 0,-11-22-12 0 0,-5-6-7 0 0,0 0-1 0 0,1 0 0 0 0,0 0 0 0 0,-1 0 0 0 0,1 0 0 0 0,0 0 0 0 0,0 0 0 0 0,0-1 0 0 0,0 1 0 0 0,0-1 0 0 0,0 1 0 0 0,1-1 0 0 0,3 2 0 0 0,-5-3 0 0 0,0 1 0 0 0,-1-1 0 0 0,1 0 0 0 0,-1 1 0 0 0,1-1 0 0 0,0 0 0 0 0,-1 0 0 0 0,1 0 0 0 0,0 1 0 0 0,-1-1 0 0 0,1 0 0 0 0,0 0 0 0 0,-1 0 0 0 0,1 0 0 0 0,0 0 0 0 0,0-1 0 0 0,3-2 0 0 0,-4 2 0 0 0,3-2 0 0 0,0 0 0 0 0,-1 0 0 0 0,1 0 0 0 0,-1 0 0 0 0,0 0 0 0 0,0-1 0 0 0,0 1 0 0 0,0-1 0 0 0,-1 0 0 0 0,3-6 0 0 0,-1-4 0 0 0,4-24 0 0 0,-3 8 0 0 0,5-14 0 0 0,-1-2 0 0 0,22-66 0 0 0,32-86-123 0 0,2-2-89 0 0,26-33-3234 0 0,-85 216 869 0 0,-3 7-3867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4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13823 0 0,'1'0'11147'0'0,"5"0"-9337"0"0,19-5 348 0 0,78-19-449 0 0,-64 15-1646 0 0,63-8 0 0 0,-40 9-138 0 0,-2-3-538 0 0,-17 3-1097 0 0,72-5-1 0 0,-77 14-490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1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 21455 0 0,'-7'-4'1079'0'0,"7"2"-330"0"0,12 4 97 0 0,5 0-224 0 0,10-3 332 0 0,0 1 0 0 0,0 1 0 0 0,42 7 0 0 0,-66-8-177 0 0,6 13-182 0 0,-8-11-544 0 0,0 0-1 0 0,0 0 0 0 0,0 0 1 0 0,0 0-1 0 0,-1 0 1 0 0,1 0-1 0 0,-1 0 1 0 0,1 0-1 0 0,-1 0 1 0 0,0 0-1 0 0,0 0 1 0 0,1 0-1 0 0,-2 0 1 0 0,1 0-1 0 0,0 0 0 0 0,0 0 1 0 0,-1 0-1 0 0,1 1 1 0 0,-1-1-1 0 0,-1 3 1 0 0,-2 3 123 0 0,0 0 1 0 0,-1-1-1 0 0,-10 13 1 0 0,2-1 47 0 0,-7 7 73 0 0,-27 30 1 0 0,26-33-170 0 0,-32 46 1 0 0,52-66-127 0 0,-1 0 1 0 0,0 0-1 0 0,1-1 0 0 0,-1 1 0 0 0,1 0 1 0 0,0 0-1 0 0,0 0 0 0 0,0 1 1 0 0,0-1-1 0 0,1 0 0 0 0,-1 0 0 0 0,1 0 1 0 0,0 5-1 0 0,3 2 0 0 0,-1-8 0 0 0,1 1 0 0 0,-1-1 0 0 0,1 0 0 0 0,-1 1 0 0 0,1-1 0 0 0,0 0 0 0 0,-1-1 0 0 0,1 1 0 0 0,0-1 0 0 0,0 1 0 0 0,1-1 0 0 0,-1 0 0 0 0,0 0 0 0 0,5 1 0 0 0,5 1 0 0 0,0-1 0 0 0,15 1 0 0 0,1-2 0 0 0,1-1 0 0 0,-1-1 0 0 0,44-8 0 0 0,-29 0 41 0 0,-14 3-1259 0 0,37-3-1 0 0,-45 7-6208 0 0,-3 0-2438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3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18 19663 0 0,'-15'-18'4257'0'0,"15"20"-3581"0"0,16 204 2481 0 0,-4-87-2663 0 0,-5-44-218 0 0,-2-21 44 0 0,-1 86-1 0 0,-4-139-302 0 0,0 0 0 0 0,0 0 0 0 0,-1 0 0 0 0,1 1 0 0 0,0-1 0 0 0,0 0-1 0 0,-1 0 1 0 0,1 0 0 0 0,0 0 0 0 0,-1 0 0 0 0,1 0 0 0 0,-2 1 0 0 0,2-2 1 0 0,0 1 0 0 0,0-1 0 0 0,-1 0 0 0 0,1 0 0 0 0,0 1-1 0 0,0-1 1 0 0,-1 0 0 0 0,1 0 0 0 0,0 0 0 0 0,-1 0 0 0 0,1 0-1 0 0,0 1 1 0 0,0-1 0 0 0,-1 0 0 0 0,1 0 0 0 0,0 0 0 0 0,-1 0-1 0 0,1 0 1 0 0,0 0 0 0 0,-1 0 0 0 0,1 0 0 0 0,0 0 0 0 0,-1 0 0 0 0,1 0-1 0 0,0 0 1 0 0,-1 0 0 0 0,1-1 0 0 0,-2 0 15 0 0,0 0 1 0 0,1 0-1 0 0,-1 0 1 0 0,1 0-1 0 0,0 0 1 0 0,-1 0-1 0 0,1-1 1 0 0,0 1-1 0 0,-1-1 1 0 0,1 1 0 0 0,0-1-1 0 0,0 1 1 0 0,0-3-1 0 0,-7-10-8 0 0,2 0-1 0 0,0-1 1 0 0,1 0 0 0 0,1 0-1 0 0,0-1 1 0 0,1 1 0 0 0,0-1-1 0 0,1 0 1 0 0,1 0 0 0 0,1 1-1 0 0,0-1 1 0 0,1 0 0 0 0,1 0-1 0 0,0 1 1 0 0,8-28 0 0 0,-5 29-43 0 0,0 0 1 0 0,0 1-1 0 0,1-1 1 0 0,1 1-1 0 0,0 0 1 0 0,1 1-1 0 0,0 0 1 0 0,1 0-1 0 0,0 1 1 0 0,1 0-1 0 0,1 1 1 0 0,-1 0-1 0 0,1 0 1 0 0,1 1-1 0 0,0 1 1 0 0,0 0 0 0 0,15-7-1 0 0,5 0-28 0 0,1 3 0 0 0,0 1 0 0 0,1 1 0 0 0,61-10 0 0 0,142 0-1269 0 0,-174 20-2107 0 0,70 8 1 0 0,-102-5 1449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3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28 23383 0 0,'-2'-3'3989'0'0,"14"1"-2315"0"0,29 0-1712 0 0,-18 1 332 0 0,60-7-223 0 0,85-4-1466 0 0,-58 16-3248 0 0,-81 0 2667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3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25 24767 0 0,'-2'0'1133'0'0,"9"3"1299"0"0,17 0-1683 0 0,34 0-178 0 0,207-17-872 0 0,-161 1-1580 0 0,-51 6-6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36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1 311 4607 0 0,'0'-1'354'0'0,"3"-20"-338"0"0,0-2 3802 0 0,-3 20-2619 0 0,1 1 0 0 0,0 0 0 0 0,-1-1 0 0 0,1 1 0 0 0,6-9 8209 0 0,-6 11-9273 0 0,0 0 0 0 0,1 0 0 0 0,-1 1 0 0 0,0-1 1 0 0,0 1-1 0 0,0-1 0 0 0,0 1 0 0 0,0-1 0 0 0,0 1 1 0 0,0-1-1 0 0,0 1 0 0 0,0 0 0 0 0,0 0 0 0 0,-1-1 0 0 0,1 1 1 0 0,1 2-1 0 0,12 16 599 0 0,-13-17-609 0 0,11 19 249 0 0,0 1-1 0 0,14 41 1 0 0,10 52 26 0 0,-22-70-269 0 0,14 53 96 0 0,43 121 226 0 0,-61-196-349 0 0,14 25 0 0 0,-19-41-68 0 0,-1 0 0 0 0,1 0 1 0 0,0 0-1 0 0,1 0 1 0 0,-1-1-1 0 0,1 0 0 0 0,8 6 1 0 0,-12-11-20 0 0,-1 0 1 0 0,1 0 0 0 0,0 0 0 0 0,-1 0-1 0 0,1 0 1 0 0,0 0 0 0 0,0 0-1 0 0,0-1 1 0 0,0 1 0 0 0,0-1-1 0 0,0 1 1 0 0,0-1 0 0 0,0 0 0 0 0,0 0-1 0 0,0 0 1 0 0,0 0 0 0 0,3 0-1 0 0,-2-1 12 0 0,-1 0 0 0 0,1 0-1 0 0,0 0 1 0 0,-1 0-1 0 0,1-1 1 0 0,-1 1 0 0 0,1-1-1 0 0,-1 1 1 0 0,1-1-1 0 0,-1 0 1 0 0,2-2 0 0 0,3-4 68 0 0,1-1 0 0 0,-2 0 0 0 0,1 0 1 0 0,-1-1-1 0 0,5-11 0 0 0,4-12 123 0 0,16-52 1 0 0,-10 27-126 0 0,57-170-19 0 0,-21 57-80 0 0,-8 27 1 0 0,18-50-2983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3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47 102 13359 0 0,'-9'-5'388'0'0,"5"2"-206"0"0,0 1-1 0 0,0 0 1 0 0,0 1 0 0 0,0-1 0 0 0,0 1-1 0 0,-10-3 11810 0 0,18 3-11712 0 0,0 0-1 0 0,-1 0 0 0 0,1 0 0 0 0,0 1 0 0 0,0-1 0 0 0,0 1 0 0 0,4 0 0 0 0,8-1-117 0 0,209-24 83 0 0,-73 4-172 0 0,27-3-468 0 0,-147 22 346 0 0,15-2-1946 0 0,70 5 0 0 0,-67 4 23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37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17967 0 0,'0'0'1878'0'0,"1"2"-1574"0"0,4 14 1182 0 0,-1-1 0 0 0,-1 1 0 0 0,-1 0 0 0 0,1 18 0 0 0,5 32 83 0 0,-3-40-1627 0 0,-3-12 118 0 0,1 1 0 0 0,1-1 1 0 0,8 23-1 0 0,-10-33-297 0 0,0 0 1 0 0,0 0-1 0 0,0 0 1 0 0,0 0-1 0 0,1-1 1 0 0,0 1-1 0 0,0-1 1 0 0,0 0-1 0 0,0 0 1 0 0,0 0-1 0 0,0 0 0 0 0,1-1 1 0 0,0 1-1 0 0,-1-1 1 0 0,1 0-1 0 0,8 3 1 0 0,8 2-1579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3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801 1 17967 0 0,'0'0'2199'0'0,"0"2"-1018"0"0,-27 88 5116 0 0,-5 0-3829 0 0,-42 90-2142 0 0,55-136 55 0 0,-117 242-81 0 0,-165 272 76 0 0,216-412-1727 0 0,-30 62-2009 0 0,103-180 1303 0 0</inkml:trace>
  <inkml:trace contextRef="#ctx0" brushRef="#br0" timeOffset="1">889 891 6911 0 0,'1'2'14422'0'0,"6"30"-8347"0"0,-3 4-4065 0 0,-6 38-2098 0 0,1-57 685 0 0,-1 112 68 0 0,16 159 1 0 0,-9-245-606 0 0,3-1 1 0 0,16 56-1 0 0,-22-91-55 0 0,-1-2 1 0 0,1 0-1 0 0,-1-1 0 0 0,1 1 1 0 0,0-1-1 0 0,0 1 0 0 0,0-1 1 0 0,1 0-1 0 0,0 0 0 0 0,-1 0 1 0 0,8 7-1 0 0,-9-12 3 0 0,-1 1 0 0 0,1 0 0 0 0,0 0 1 0 0,0 0-1 0 0,0-1 0 0 0,0 1 0 0 0,-1 0 0 0 0,1-1 0 0 0,0 1 1 0 0,0-1-1 0 0,-1 1 0 0 0,1-1 0 0 0,0 0 0 0 0,0 1 2 0 0,5-4 14 0 0,-1-1 1 0 0,0 1-1 0 0,0-1 0 0 0,0 0 0 0 0,0 0 1 0 0,-1-1-1 0 0,6-8 0 0 0,23-46 118 0 0,-17 30-119 0 0,102-215 137 0 0,-18-8-131 0 0,-77 193-29 0 0,47-146-1312 0 0,-45 132-1829 0 0,-24 66 1920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3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11 132 18887 0 0,'-10'-6'3670'0'0,"10"6"-3621"0"0,0 0 0 0 0,0 0 0 0 0,0 0 1 0 0,0 0-1 0 0,0 0 0 0 0,0 0 0 0 0,0 0 0 0 0,0 0 1 0 0,0 0-1 0 0,0 0 0 0 0,0 0 0 0 0,1 0 1 0 0,19-4 5941 0 0,-5 1-6184 0 0,128-28 1940 0 0,9-2-1266 0 0,54-7-510 0 0,-68 27-4419 0 0,-95 12-5307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1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22 101 27071 0 0,'-3'0'256'0'0,"-12"-1"1980"0"0,12-2-1508 0 0,7-4-1091 0 0,2 1 328 0 0,0 1 0 0 0,0 0 0 0 0,1 0 0 0 0,0 0 0 0 0,0 1 0 0 0,0 0 1 0 0,0 0-1 0 0,12-4 0 0 0,66-17 554 0 0,-67 20-568 0 0,-4 1 70 0 0,0 1 0 0 0,0 1 0 0 0,0 0 0 0 0,0 0-1 0 0,1 2 1 0 0,-1 0 0 0 0,0 1 0 0 0,1 0 0 0 0,22 5-1 0 0,-36-6-13 0 0,1 1-1 0 0,-1-1 0 0 0,1 1 0 0 0,-1-1 1 0 0,1 1-1 0 0,-1-1 0 0 0,1 1 0 0 0,-1 0 1 0 0,1 0-1 0 0,-1-1 0 0 0,0 1 0 0 0,0 0 1 0 0,1 0-1 0 0,-1 0 0 0 0,0 1 0 0 0,0-1 1 0 0,0 0-1 0 0,0 0 0 0 0,0 1 1 0 0,0-1-1 0 0,-1 0 0 0 0,1 1 0 0 0,0-1 1 0 0,-1 1-1 0 0,1-1 0 0 0,-1 1 0 0 0,1-1 1 0 0,-1 1-1 0 0,0-1 0 0 0,0 1 0 0 0,0-1 1 0 0,0 1-1 0 0,0 0 0 0 0,0-1 0 0 0,0 1 1 0 0,0-1-1 0 0,0 1 0 0 0,-1-1 0 0 0,1 1 1 0 0,-1-1-1 0 0,1 1 0 0 0,-1-1 0 0 0,-1 3 1 0 0,-2 5 41 0 0,-1-1 0 0 0,0 1 1 0 0,-1-1-1 0 0,1 0 0 0 0,-12 12 1 0 0,-46 46 273 0 0,-39 46 433 0 0,99-109-699 0 0,1 1 0 0 0,0 0-1 0 0,0 0 1 0 0,0 0 0 0 0,-3 8 0 0 0,5-11-47 0 0,0 0 0 0 0,0-1 0 0 0,1 1 0 0 0,-1 0-1 0 0,0 0 1 0 0,1 0 0 0 0,-1 0 0 0 0,1-1 0 0 0,-1 1 0 0 0,1 0 0 0 0,-1 0 0 0 0,1-1 0 0 0,-1 1 0 0 0,1 0 0 0 0,0-1 0 0 0,-1 1 0 0 0,1-1 0 0 0,0 1 0 0 0,0-1 0 0 0,0 1 0 0 0,0 0 0 0 0,0-1-1 0 0,3 3-7 0 0,1-1 0 0 0,0 0 0 0 0,0 0 0 0 0,0 0 0 0 0,0-1 0 0 0,0 1 0 0 0,0-1 0 0 0,1 0 0 0 0,-1-1 0 0 0,0 1 0 0 0,0-1 0 0 0,10-1 0 0 0,7-1-2 0 0,38-10 0 0 0,-25 5 2 0 0,155-34 419 0 0,-110 20-4008 0 0,-24 7-3312 0 0,-14 3-2744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2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359 405 5063 0 0,'0'0'390'0'0,"1"-11"240"0"0,-1 3 2008 0 0,-5-18 7612 0 0,-4 8-7731 0 0,-3-1-437 0 0,7 11-1281 0 0,0-1 0 0 0,0 1 0 0 0,-1 0 0 0 0,-11-10 0 0 0,15 16-738 0 0,0 0 0 0 0,1 1 0 0 0,-1-1 0 0 0,0 1 0 0 0,0 0 0 0 0,0 0 0 0 0,-1 0 0 0 0,1 0 0 0 0,0 0-1 0 0,0 0 1 0 0,0 0 0 0 0,-1 1 0 0 0,1-1 0 0 0,0 1 0 0 0,-1 0 0 0 0,1-1 0 0 0,-1 1 0 0 0,1 0 0 0 0,0 1-1 0 0,-1-1 1 0 0,1 0 0 0 0,0 1 0 0 0,-5 1 0 0 0,-2 1 15 0 0,0 1 1 0 0,0 1-1 0 0,0 0 0 0 0,1 0 0 0 0,0 1 0 0 0,0 0 1 0 0,-12 11-1 0 0,-1 4 54 0 0,-22 30-1 0 0,-11 22 6 0 0,47-62-118 0 0,1 0-1 0 0,-1 1 1 0 0,2 0 0 0 0,-8 23 0 0 0,12-33-26 0 0,1 1-1 0 0,-1-1 1 0 0,1 0 0 0 0,-1 1-1 0 0,1-1 1 0 0,0 0 0 0 0,0 1-1 0 0,0-1 1 0 0,0 0 0 0 0,1 1-1 0 0,-1-1 1 0 0,1 0 0 0 0,-1 1-1 0 0,1-1 1 0 0,1 4 0 0 0,-1-5-1 0 0,0 1 0 0 0,0-1 1 0 0,0 0-1 0 0,0 0 1 0 0,0 0-1 0 0,0 0 0 0 0,0 0 1 0 0,1-1-1 0 0,-1 1 1 0 0,0 0-1 0 0,0 0 0 0 0,1-1 1 0 0,-1 1-1 0 0,0-1 1 0 0,1 1-1 0 0,-1-1 0 0 0,0 0 1 0 0,1 1-1 0 0,-1-1 1 0 0,1 0-1 0 0,-1 0 0 0 0,1 0 1 0 0,-1 0-1 0 0,0 0 1 0 0,1 0-1 0 0,1-1 0 0 0,6-1-124 0 0,0 0-1 0 0,0 0 0 0 0,-1-1 0 0 0,1-1 1 0 0,-1 1-1 0 0,15-10 0 0 0,-2 0-217 0 0,24-21 0 0 0,-9 5 145 0 0,-2-1 0 0 0,-1-3 0 0 0,-1 0 1 0 0,-2-2-1 0 0,44-65 0 0 0,-47 55 213 0 0,-1 0 0 0 0,-2-2 1 0 0,25-69-1 0 0,-49 114 396 0 0,0 3-373 0 0,0 0 0 0 0,-1 0 1 0 0,1 0-1 0 0,-1 0 0 0 0,1-1 0 0 0,0 1 0 0 0,-1 0 0 0 0,0 0 1 0 0,1 0-1 0 0,-1-1 0 0 0,-1 2 0 0 0,-1 2 43 0 0,-11 20 109 0 0,1 1 0 0 0,2 0 0 0 0,0 1-1 0 0,2 0 1 0 0,0 0 0 0 0,-7 48 0 0 0,13-61-147 0 0,1-1-1 0 0,1 1 1 0 0,0-1 0 0 0,0 1 0 0 0,1-1-1 0 0,4 22 1 0 0,-4-30-40 0 0,1 1 0 0 0,0-1 0 0 0,1 0-1 0 0,-1 0 1 0 0,1 0 0 0 0,0 0 0 0 0,0 0 0 0 0,0 0 0 0 0,0-1 0 0 0,1 1-1 0 0,-1-1 1 0 0,1 1 0 0 0,0-1 0 0 0,0 0 0 0 0,0 0 0 0 0,1 0 0 0 0,-1-1-1 0 0,1 1 1 0 0,-1-1 0 0 0,1 0 0 0 0,0 0 0 0 0,7 3 0 0 0,-5-3-32 0 0,0 0 1 0 0,0-1-1 0 0,0 0 1 0 0,0 0-1 0 0,0 0 1 0 0,1-1-1 0 0,-1 0 0 0 0,0 0 1 0 0,0 0-1 0 0,0-1 1 0 0,1 0-1 0 0,-1 0 1 0 0,0-1-1 0 0,0 0 1 0 0,-1 0-1 0 0,1 0 1 0 0,0 0-1 0 0,-1-1 1 0 0,1 0-1 0 0,-1-1 0 0 0,0 1 1 0 0,6-5-1 0 0,0-3-59 0 0,1 1 0 0 0,-2-1 0 0 0,0 0 0 0 0,0-1 0 0 0,-1-1-1 0 0,0 1 1 0 0,12-27 0 0 0,-9 15 137 0 0,-1-1 0 0 0,-1 0 0 0 0,-1-1 1 0 0,6-29-1 0 0,-15 54 243 0 0,-2 12 84 0 0,0 19 94 0 0,1 46 0 0 0,7 2-225 0 0,-4-69-335 0 0,-1-1 1 0 0,1 0-1 0 0,0 0 0 0 0,1 0 0 0 0,0 0 0 0 0,0-1 1 0 0,6 10-1 0 0,-6-13-304 0 0,-1-1 0 0 0,1 0 0 0 0,0 0 0 0 0,0 0 0 0 0,0-1 0 0 0,0 1 1 0 0,0-1-1 0 0,1 0 0 0 0,-1 1 0 0 0,1-1 0 0 0,4 1 0 0 0,3 1-2195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3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15143 0 0,'0'0'672'0'0,"-6"2"296"0"0,-2 1 696 0 0,22 2-3464 0 0,6-2 736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3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0 16151 0 0,'0'0'1462'0'0,"-1"2"-1201"0"0,-6 6 429 0 0,0-1 0 0 0,-1 1 1 0 0,0-1-1 0 0,0-1 0 0 0,-1 1 0 0 0,0-1 1 0 0,0-1-1 0 0,-19 8 0 0 0,-8 2 1986 0 0,-43 10 0 0 0,7-2-1774 0 0,-30 11-62 0 0,102-34-841 0 0,0 0 0 0 0,-1 0-1 0 0,1-1 1 0 0,0 1 0 0 0,0 0-1 0 0,0 1 1 0 0,0-1 0 0 0,0 0 0 0 0,0 0-1 0 0,0 0 1 0 0,0 0 0 0 0,-1 0-1 0 0,1 0 1 0 0,0 0 0 0 0,0 0-1 0 0,0 0 1 0 0,0 0 0 0 0,0 0-1 0 0,0 0 1 0 0,0 0 0 0 0,0 0-1 0 0,0 0 1 0 0,0 0 0 0 0,-1 0 0 0 0,1 0-1 0 0,0 1 1 0 0,0-1 0 0 0,0 0-1 0 0,0 0 1 0 0,0 0 0 0 0,0 0-1 0 0,0 0 1 0 0,0 0 0 0 0,0 0-1 0 0,0 0 1 0 0,0 0 0 0 0,0 1-1 0 0,0-1 1 0 0,0 0 0 0 0,0 0 0 0 0,0 0-1 0 0,0 0 1 0 0,0 0 0 0 0,0 0-1 0 0,0 0 1 0 0,0 1 0 0 0,0-1-1 0 0,0 0 1 0 0,0 0 0 0 0,0 0-1 0 0,0 0 1 0 0,0 0 0 0 0,0 0-1 0 0,0 0 1 0 0,8 4-72 0 0,9 2-67 0 0,10-2-214 0 0,54 1-1 0 0,-54-4 154 0 0,-1 0 0 0 0,33 8 0 0 0,-39-6 132 0 0,23 7-105 0 0,-38-9 162 0 0,-1 1 1 0 0,0-1-1 0 0,-1 1 0 0 0,1 0 1 0 0,0 0-1 0 0,0 0 1 0 0,5 5-1 0 0,-8-6 16 0 0,0 0 0 0 0,0 0-1 0 0,0 0 1 0 0,0 0 0 0 0,0 0 0 0 0,-1 0-1 0 0,1 0 1 0 0,0 0 0 0 0,-1 0 0 0 0,1 0-1 0 0,-1 1 1 0 0,0-1 0 0 0,1 0 0 0 0,-1 0-1 0 0,0 1 1 0 0,1-1 0 0 0,-1 0 0 0 0,0 0-1 0 0,0 2 1 0 0,-1 0 15 0 0,1 0 0 0 0,-1 0 0 0 0,1-1 0 0 0,-1 1-1 0 0,0 0 1 0 0,0-1 0 0 0,0 1 0 0 0,-3 3 0 0 0,-1 3 55 0 0,-2 0 0 0 0,1 0-1 0 0,-13 11 1 0 0,-24 21 29 0 0,-67 49 1 0 0,60-51-2088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79 273 22375 0 0,'0'0'1025'0'0,"-1"2"-25"0"0,-8 19-68 0 0,1 1-1 0 0,2 1 0 0 0,-7 33 0 0 0,10-43-478 0 0,-12 74 498 0 0,3 2 0 0 0,1 164 0 0 0,11-188-1879 0 0,0-63 268 0 0,0-16-6315 0 0,4-59 3573 0 0,7-123-2437 0 0,5 1 6078 0 0,-14 173 1063 0 0,2-1 1 0 0,6-20-1 0 0,-8 34-361 0 0,1 0 0 0 0,0 0-1 0 0,1 0 1 0 0,0 1-1 0 0,0 0 1 0 0,1 0-1 0 0,9-12 1 0 0,-9 15-715 0 0,0 0 0 0 0,0 1 1 0 0,1 0-1 0 0,-1 0 0 0 0,1 0 1 0 0,1 0-1 0 0,-1 1 0 0 0,0 0 1 0 0,1 0-1 0 0,-1 1 0 0 0,1 0 1 0 0,0 0-1 0 0,12-2 0 0 0,-9 2-191 0 0,0 1 0 0 0,0 1 0 0 0,0-1 0 0 0,0 2 0 0 0,0-1 0 0 0,0 1-1 0 0,0 1 1 0 0,-1 0 0 0 0,14 4 0 0 0,-19-5-34 0 0,0 1-1 0 0,-1-1 1 0 0,1 1-1 0 0,0 0 1 0 0,-1 1-1 0 0,1-1 1 0 0,-1 1-1 0 0,0-1 1 0 0,0 1-1 0 0,0 0 1 0 0,0 0-1 0 0,0 0 1 0 0,0 1-1 0 0,-1-1 1 0 0,0 1-1 0 0,0-1 1 0 0,0 1-1 0 0,0 0 1 0 0,0 0-1 0 0,-1-1 1 0 0,0 1-1 0 0,1 1 1 0 0,-1-1-1 0 0,0 6 1 0 0,0-2 4 0 0,-1 0-1 0 0,0 1 1 0 0,-1-1 0 0 0,0 0-1 0 0,0 1 1 0 0,0-1 0 0 0,-1 0 0 0 0,0 0-1 0 0,-1 0 1 0 0,0 0 0 0 0,-6 10-1 0 0,-1 2 49 0 0,-2-1 0 0 0,-24 32 0 0 0,27-41-675 0 0,1 0 1 0 0,-1-1-1 0 0,-1 0 1 0 0,1-1-1 0 0,-2 0 1 0 0,-14 9-1 0 0,12-11-5567 0 0,0-1-1795 0 0</inkml:trace>
  <inkml:trace contextRef="#ctx0" brushRef="#br0" timeOffset="1">560 7 2303 0 0,'-2'-6'13422'0'0,"-1"69"-3000"0"0,-10 32-7117 0 0,-1 6-2601 0 0,10-66-475 0 0,3 56 0 0 0,1-82-489 0 0,1 1 1 0 0,0 0 0 0 0,1 0-1 0 0,0-1 1 0 0,1 1 0 0 0,0-1 0 0 0,0 0-1 0 0,1 1 1 0 0,0-2 0 0 0,8 15 0 0 0,-10-21-20 0 0,-1-1-1 0 0,1 1 1 0 0,-1 0 0 0 0,1-1 0 0 0,-1 0 0 0 0,1 1 0 0 0,0-1 0 0 0,-1 0 0 0 0,1 0-1 0 0,0 0 1 0 0,0 0 0 0 0,0 0 0 0 0,4 1 0 0 0,-3-1-734 0 0,0-1 0 0 0,-1 1 1 0 0,1-1-1 0 0,0 0 0 0 0,0 0 0 0 0,3 0 1 0 0,12-3-6250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4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36 6911 0 0,'6'-30'623'0'0,"-7"30"-578"0"0,0-1 1 0 0,0 1-1 0 0,0-1 1 0 0,0 0-1 0 0,0 1 1 0 0,0-1-1 0 0,0 1 1 0 0,0 0-1 0 0,0-1 0 0 0,-1 1 1 0 0,1 0-1 0 0,-2 0 1 0 0,-1 0 656 0 0,1 0 1 0 0,0 1-1 0 0,-1-1 1 0 0,1 1-1 0 0,0 0 1 0 0,-1 0-1 0 0,1 0 1 0 0,0 0-1 0 0,0 0 1 0 0,0 1-1 0 0,0 0 1 0 0,0-1-1 0 0,0 1 1 0 0,0 0-1 0 0,-3 4 1 0 0,-3 2 529 0 0,1 0 0 0 0,0 0 0 0 0,-8 13-1 0 0,-65 100 3414 0 0,69-100-4338 0 0,1 1 0 0 0,1 1 0 0 0,-14 45-1 0 0,23-64-320 0 0,0 1 0 0 0,1 0-1 0 0,-1-1 1 0 0,1 1-1 0 0,-1-1 1 0 0,1 1 0 0 0,1 0-1 0 0,-1-1 1 0 0,2 9-1 0 0,0-12-105 0 0,-1 1 0 0 0,0-1 0 0 0,1 0-1 0 0,-1 1 1 0 0,1-1 0 0 0,-1 0-1 0 0,1 0 1 0 0,-1 0 0 0 0,1 0 0 0 0,0 0-1 0 0,0 0 1 0 0,-1-1 0 0 0,1 1-1 0 0,0 0 1 0 0,0-1 0 0 0,0 0 0 0 0,0 1-1 0 0,2-1 1 0 0,1 0-133 0 0,0 0 0 0 0,0 0-1 0 0,0 0 1 0 0,0-1 0 0 0,0 0-1 0 0,0 0 1 0 0,0 0 0 0 0,0-1 0 0 0,0 0-1 0 0,-1 0 1 0 0,6-2 0 0 0,1-2-95 0 0,1-1-1 0 0,-2 0 1 0 0,14-11 0 0 0,-8 5 252 0 0,-1-1 0 0 0,-1-1 0 0 0,0 0 0 0 0,-1-1 0 0 0,-1-1 0 0 0,0 0 0 0 0,-1 0 0 0 0,-1-1 0 0 0,-1-1 0 0 0,0 1 0 0 0,8-29 0 0 0,-17 46 150 0 0,1 0-1 0 0,-1 0 1 0 0,0 0-1 0 0,0 0 1 0 0,0 0-1 0 0,1 0 1 0 0,-1 0-1 0 0,0 0 1 0 0,0 0-1 0 0,0 0 1 0 0,0 0-1 0 0,-1 0 1 0 0,1-1-1 0 0,0 2-6 0 0,0 0 0 0 0,-1-1 0 0 0,1 1 0 0 0,0 0 0 0 0,0 0 0 0 0,0 0 0 0 0,-1 0 0 0 0,1 0 0 0 0,0 0 0 0 0,0 0 0 0 0,0 0 0 0 0,-1 0 0 0 0,1 0 0 0 0,0 0 0 0 0,0 0 0 0 0,-1 0 0 0 0,1 0 0 0 0,0 0 0 0 0,0 0 0 0 0,0 0 0 0 0,-1 0 0 0 0,1 0 0 0 0,0 1 0 0 0,0-1 0 0 0,0 0 0 0 0,0 0 0 0 0,-1 0-1 0 0,1 0 1 0 0,0 0 0 0 0,0 0 0 0 0,0 1 0 0 0,0-1 0 0 0,-1 0 0 0 0,1 0 0 0 0,0 1 0 0 0,-3 1 232 0 0,1 1 0 0 0,-1 0-1 0 0,1 0 1 0 0,0 0-1 0 0,-4 6 1 0 0,-2 6 154 0 0,2 1-1 0 0,-1 0 1 0 0,-4 21-1 0 0,9-31-421 0 0,1 1-1 0 0,0-1 1 0 0,0 1-1 0 0,1 0 1 0 0,-1-1-1 0 0,1 1 1 0 0,1 0-1 0 0,-1-1 1 0 0,1 1-1 0 0,1 0 1 0 0,2 8-1 0 0,-3-11-109 0 0,1-1 0 0 0,0 0 0 0 0,0 0 0 0 0,0-1 0 0 0,0 1 0 0 0,0 0 0 0 0,1 0 0 0 0,-1-1 0 0 0,1 0 0 0 0,-1 1 0 0 0,1-1 0 0 0,0 0 0 0 0,0 0 0 0 0,0-1 1 0 0,6 3-1 0 0,-4-1-652 0 0,1-1 0 0 0,-1-1 0 0 0,10 3 0 0 0,-10-3-644 0 0,0-1 0 0 0,-1 1 0 0 0,1-1 0 0 0,6 0 0 0 0,15-4-5771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4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16151 0 0,'0'0'738'0'0,"-7"3"247"0"0,3 0-725 0 0,0 0 1 0 0,0 1-1 0 0,0-1 1 0 0,1 1-1 0 0,-1-1 1 0 0,1 1-1 0 0,0 0 1 0 0,0 0-1 0 0,0 0 0 0 0,1 1 1 0 0,-4 6-1 0 0,-2 8 2034 0 0,-9 27 1 0 0,15-39-2237 0 0,-9 21 710 0 0,4-7-269 0 0,0 0 1 0 0,1 1-1 0 0,-5 31 0 0 0,10-48-473 0 0,1 0 0 0 0,-1 0 0 0 0,1 0 0 0 0,0 1 1 0 0,1-1-1 0 0,-1 0 0 0 0,1 0 0 0 0,0 0 0 0 0,0 0 0 0 0,1 0 1 0 0,-1 0-1 0 0,1 0 0 0 0,0 0 0 0 0,0-1 0 0 0,1 1 0 0 0,0-1 1 0 0,0 1-1 0 0,0-1 0 0 0,0 0 0 0 0,4 4 0 0 0,-3-6-78 0 0,-1 1 0 0 0,0-1 0 0 0,1 0 0 0 0,-1-1 0 0 0,1 1-1 0 0,-1-1 1 0 0,1 1 0 0 0,0-1 0 0 0,-1 0 0 0 0,1-1 0 0 0,0 1 0 0 0,0-1-1 0 0,0 1 1 0 0,0-1 0 0 0,0 0 0 0 0,-1-1 0 0 0,1 1 0 0 0,5-2 0 0 0,3 0-208 0 0,-1-1 0 0 0,1 0 0 0 0,-1 0 1 0 0,19-10-1 0 0,-19 8 167 0 0,0-1-1 0 0,0-1 1 0 0,-1 0 0 0 0,0-1-1 0 0,0 0 1 0 0,0 0 0 0 0,-1-1-1 0 0,-1 0 1 0 0,1-1 0 0 0,-2 1-1 0 0,1-2 1 0 0,-1 1 0 0 0,-1-1-1 0 0,0 0 1 0 0,0 0 0 0 0,-1-1-1 0 0,-1 0 1 0 0,0 0 0 0 0,4-20-1 0 0,-7 30 100 0 0,-1 1-1 0 0,0-1 0 0 0,0 1 0 0 0,0 0 0 0 0,0-1 1 0 0,0 1-1 0 0,0-1 0 0 0,0 1 0 0 0,0-1 0 0 0,-1 1 0 0 0,1 0 1 0 0,0-1-1 0 0,-1 1 0 0 0,1-1 0 0 0,-2 0 0 0 0,2 1 19 0 0,-1 0-1 0 0,1 0 1 0 0,-1 1-1 0 0,0-1 0 0 0,0 0 1 0 0,1 1-1 0 0,-1-1 0 0 0,0 1 1 0 0,0-1-1 0 0,1 1 1 0 0,-1-1-1 0 0,0 1 0 0 0,0-1 1 0 0,0 1-1 0 0,0 0 1 0 0,0 0-1 0 0,-2-1 0 0 0,1 1 46 0 0,-1 0 0 0 0,1 0-1 0 0,-1 0 1 0 0,1 1-1 0 0,-1-1 1 0 0,1 1 0 0 0,-1-1-1 0 0,1 1 1 0 0,0 0 0 0 0,-1 0-1 0 0,1 0 1 0 0,0 0 0 0 0,0 0-1 0 0,-1 1 1 0 0,1-1-1 0 0,-2 3 1 0 0,0 0-11 0 0,-1 0 0 0 0,2 0-1 0 0,-1 1 1 0 0,0 0 0 0 0,1 0 0 0 0,0 0 0 0 0,0 0-1 0 0,-4 11 1 0 0,3-5-63 0 0,1-1-1 0 0,0 1 0 0 0,-2 21 0 0 0,4-29-15 0 0,1 0-1 0 0,0 1 0 0 0,0-1 0 0 0,0 0 0 0 0,0 0 0 0 0,1 0 0 0 0,-1 0 0 0 0,1 0 0 0 0,0 0 0 0 0,0 0 0 0 0,0 0 0 0 0,0-1 1 0 0,0 1-1 0 0,1 0 0 0 0,-1 0 0 0 0,4 4 0 0 0,-1-4 25 0 0,-1 1-1 0 0,0-1 1 0 0,1 0 0 0 0,0 0 0 0 0,0-1 0 0 0,0 1-1 0 0,0-1 1 0 0,0 0 0 0 0,0 0 0 0 0,6 2-1 0 0,0-1-397 0 0,1 0-1 0 0,-1-1 1 0 0,20 3-1 0 0,-15-4-2209 0 0,26-2 0 0 0,-17 0-4794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5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22 4607 0 0,'-25'-6'23971'0'0,"24"14"-23089"0"0,1-3-3382 0 0,-6 64 5011 0 0,2-34-1890 0 0,1-1 1 0 0,3 40-1 0 0,2-42-333 0 0,4 36-415 0 0,-6-66 290 0 0,2-2-598 0 0,-1 0 392 0 0,0-1-1 0 0,0 1 0 0 0,0-1 0 0 0,0 1 0 0 0,0-1 0 0 0,0 1 0 0 0,0-1 0 0 0,0 0 0 0 0,0 1 0 0 0,0-1 1 0 0,0 0-1 0 0,0 0 0 0 0,-1 1 0 0 0,1-1 0 0 0,0 0 0 0 0,0-1 0 0 0,12-18-118 0 0,-13 19 161 0 0,16-30-329 0 0,15-46 1 0 0,11-22-289 0 0,-16 53 552 0 0,-26 45 493 0 0,7 24 230 0 0,-1 28 112 0 0,-5-37-704 0 0,1 0 0 0 0,0 1 0 0 0,1-1 0 0 0,0 0 0 0 0,7 18 0 0 0,-9-32-65 0 0,-1 1 0 0 0,0 0 0 0 0,0-1 0 0 0,0 1 0 0 0,0-1 0 0 0,1 1 0 0 0,-1 0 0 0 0,0-1 0 0 0,1 1 0 0 0,-1-1 0 0 0,1 1 0 0 0,-1-1 0 0 0,0 1 0 0 0,1-1 0 0 0,-1 1 0 0 0,1-1 0 0 0,-1 1 0 0 0,1-1 0 0 0,0 1 0 0 0,-1-1 0 0 0,2 1 0 0 0,0 0 0 0 0,-1 0-5 0 0,1 0-1 0 0,-1 0 1 0 0,1 0 0 0 0,0 0-1 0 0,-1 0 1 0 0,1-1 0 0 0,0 1-1 0 0,-1 0 1 0 0,1-1-1 0 0,0 1 1 0 0,0-1 0 0 0,-1 0-1 0 0,1 1 1 0 0,0-1 0 0 0,0 0-1 0 0,0 0 1 0 0,-1 0 0 0 0,1-1-1 0 0,0 1 1 0 0,2-1-1 0 0,-1 0-6 0 0,0 0 0 0 0,1-1-1 0 0,-1 0 1 0 0,-1 1-1 0 0,1-1 1 0 0,0 0-1 0 0,3-3 1 0 0,0 0-9 0 0,7-6-59 0 0,-1-1 0 0 0,0 0 1 0 0,-1-1-1 0 0,0 0 0 0 0,10-16 1 0 0,16-21-162 0 0,-17 25 100 0 0,-12 14 74 0 0,0 1 0 0 0,0 0-1 0 0,1 1 1 0 0,17-15 0 0 0,-19 20 45 0 0,-7 5 20 0 0,1-1 0 0 0,-1 1 0 0 0,1-1 0 0 0,-1 1 0 0 0,0-1-1 0 0,1 1 1 0 0,-1-1 0 0 0,0 1 0 0 0,0-1 0 0 0,1 1 0 0 0,-1-1-1 0 0,0 1 1 0 0,0 0 0 0 0,0-1 0 0 0,0 2 0 0 0,0-2 2 0 0,1 9 56 0 0,0 1 0 0 0,-1 0 0 0 0,0 0 1 0 0,-1 0-1 0 0,0 0 0 0 0,-3 12 0 0 0,-1 8 76 0 0,4-19-107 0 0,0 1 1 0 0,1-1-1 0 0,0 0 0 0 0,0 1 1 0 0,1-1-1 0 0,4 13 1 0 0,-4-19-25 0 0,0 0 1 0 0,1 0-1 0 0,0-1 1 0 0,0 1-1 0 0,0-1 1 0 0,0 1-1 0 0,1-1 1 0 0,-1 0 0 0 0,1 0-1 0 0,1 0 1 0 0,-1 0-1 0 0,0 0 1 0 0,1-1-1 0 0,0 0 1 0 0,0 0-1 0 0,5 4 1 0 0,-3-4-29 0 0,-1 0 0 0 0,1-1 0 0 0,0 1 1 0 0,0-1-1 0 0,0 0 0 0 0,0-1 0 0 0,0 0 0 0 0,0 0 0 0 0,1 0 1 0 0,-1-1-1 0 0,7 1 0 0 0,-1-2-78 0 0,1 0 1 0 0,-1-1 0 0 0,1-1-1 0 0,18-5 1 0 0,-23 5 50 0 0,-1 0-1 0 0,0-1 1 0 0,1 0 0 0 0,-1 0-1 0 0,-1 0 1 0 0,1-1 0 0 0,-1 0-1 0 0,0 0 1 0 0,0-1 0 0 0,6-7-1 0 0,-1 1-5 0 0,-1-1-1 0 0,-1-1 1 0 0,0 0 0 0 0,7-15-1 0 0,-14 24 29 0 0,1 0 1 0 0,-1 0-1 0 0,0 0 0 0 0,0 0 0 0 0,-1 0 0 0 0,1-1 1 0 0,-1 1-1 0 0,-1-1 0 0 0,1 1 0 0 0,-1-1 1 0 0,1 0-1 0 0,-2 1 0 0 0,1-1 0 0 0,-1 1 1 0 0,1-1-1 0 0,-3-5 0 0 0,2 10 29 0 0,0 1-1 0 0,0-1 0 0 0,0 0 1 0 0,0 1-1 0 0,0 0 1 0 0,0-1-1 0 0,0 1 1 0 0,-1 0-1 0 0,1-1 1 0 0,0 1-1 0 0,0 0 0 0 0,0 0 1 0 0,0 0-1 0 0,0 0 1 0 0,-1 0-1 0 0,1 0 1 0 0,-2 1-1 0 0,-3 0 26 0 0,0 1 0 0 0,0 0 1 0 0,1 0-1 0 0,-1 1 0 0 0,1-1 0 0 0,0 1 0 0 0,-1 0 1 0 0,1 1-1 0 0,1-1 0 0 0,-1 1 0 0 0,0 0 0 0 0,1 1 1 0 0,0-1-1 0 0,0 1 0 0 0,-6 8 0 0 0,1 0 38 0 0,0 1-1 0 0,1 0 1 0 0,1 0 0 0 0,-10 27-1 0 0,14-33-55 0 0,-2 6 0 0 0,-4 22 1 0 0,8-31-6 0 0,0-1-1 0 0,1 1 1 0 0,-1-1-1 0 0,1 0 1 0 0,0 1 0 0 0,1-1-1 0 0,-1 1 1 0 0,1-1-1 0 0,2 7 1 0 0,-1-3-81 0 0,0-1 1 0 0,1 1-1 0 0,1-1 1 0 0,-1 1-1 0 0,1-1 0 0 0,6 7 1 0 0,-8-11-106 0 0,1 0 0 0 0,0 1 1 0 0,1-1-1 0 0,-1-1 0 0 0,0 1 0 0 0,1 0 1 0 0,-1-1-1 0 0,1 0 0 0 0,0 0 1 0 0,0 0-1 0 0,0 0 0 0 0,0-1 0 0 0,5 2 1 0 0,12 1-1633 0 0,0-1-365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5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26 331 7831 0 0,'0'1'603'0'0,"-2"0"-331"0"0,1 0 0 0 0,0 1 0 0 0,0-1 1 0 0,0 0-1 0 0,0 1 0 0 0,1-1 0 0 0,-1 1 0 0 0,0-1 0 0 0,1 1 1 0 0,-1 0-1 0 0,1-1 0 0 0,-1 1 0 0 0,1-1 0 0 0,0 1 0 0 0,-1 0 0 0 0,1 2 1 0 0,-1 5 2197 0 0,-6 39 6575 0 0,4 28-6251 0 0,2-31-1422 0 0,1-40-1265 0 0,-1 13 224 0 0,1 0 0 0 0,0 0-1 0 0,6 37 1 0 0,-1-39-274 0 0,-3-14-47 0 0,-2-2-16 0 0,0 1 1 0 0,0 0-1 0 0,0-1 1 0 0,1 1-1 0 0,-1-1 1 0 0,0 1-1 0 0,0-1 1 0 0,1 1-1 0 0,-1-1 1 0 0,1 0-1 0 0,-1 1 1 0 0,0-1-1 0 0,1 1 0 0 0,-1-1 1 0 0,1 0-1 0 0,-1 1 1 0 0,1-1-1 0 0,-1 0 1 0 0,1 0-1 0 0,-1 1 1 0 0,1-1-1 0 0,-1 0 1 0 0,1 0-1 0 0,-1 0 0 0 0,1 1 1 0 0,-1-1-1 0 0,1 0 1 0 0,0 0-1 0 0,-1 0 1 0 0,1 0-1 0 0,-1 0 1 0 0,1 0-1 0 0,-1 0 1 0 0,1 0-1 0 0,0-1 0 0 0,-1 1 1 0 0,1 0-1 0 0,-1 0 1 0 0,1 0-1 0 0,-1-1 1 0 0,1 1-1 0 0,-1 0 1 0 0,1 0-1 0 0,-1-1 1 0 0,1 1-1 0 0,-1-1 1 0 0,1 1-1 0 0,-1 0 0 0 0,0-1 1 0 0,1 1-1 0 0,-1-1 1 0 0,0 1-1 0 0,1-1 1 0 0,-1 0-1 0 0,1 0-21 0 0,9-9-106 0 0,-1 0 0 0 0,-1-1 0 0 0,0 0 0 0 0,0-1 0 0 0,-1 0 0 0 0,6-13-1 0 0,15-25-242 0 0,2 2 38 0 0,-13 20-212 0 0,33-42 1 0 0,-50 70 535 0 0,0-1-1 0 0,0 1 1 0 0,0 0 0 0 0,0 0 0 0 0,0 0-1 0 0,0 0 1 0 0,0-1 0 0 0,0 1 0 0 0,1 0-1 0 0,-1 0 1 0 0,0 0 0 0 0,0 0 0 0 0,0-1 0 0 0,0 1-1 0 0,0 0 1 0 0,0 0 0 0 0,0 0 0 0 0,0 0-1 0 0,1 0 1 0 0,-1 0 0 0 0,0 0 0 0 0,0-1-1 0 0,0 1 1 0 0,0 0 0 0 0,0 0 0 0 0,1 0-1 0 0,-1 0 1 0 0,0 0 0 0 0,0 0 0 0 0,0 0 0 0 0,0 0-1 0 0,1 0 1 0 0,-1 0 0 0 0,0 0 0 0 0,0 0-1 0 0,0 0 1 0 0,1 0 0 0 0,-1 0 0 0 0,0 0-1 0 0,0 0 1 0 0,0 0 0 0 0,0 0 0 0 0,1 0 0 0 0,-1 0-1 0 0,0 0 1 0 0,0 0 0 0 0,0 0 0 0 0,0 1-1 0 0,0-1 1 0 0,1 0 0 0 0,-1 0 0 0 0,0 0-1 0 0,0 13-157 0 0,-7 24 396 0 0,6-33-243 0 0,-1 3 59 0 0,1 1 0 0 0,0 0-1 0 0,1 0 1 0 0,-1 0-1 0 0,1 0 1 0 0,1 0 0 0 0,0-1-1 0 0,0 1 1 0 0,0 0-1 0 0,4 8 1 0 0,-4-11-54 0 0,0-1-1 0 0,1 0 1 0 0,0 0 0 0 0,0 0-1 0 0,0 0 1 0 0,1 0 0 0 0,-1 0 0 0 0,1-1-1 0 0,0 1 1 0 0,0-1 0 0 0,0 0-1 0 0,1 0 1 0 0,-1 0 0 0 0,1 0 0 0 0,0 0-1 0 0,-1-1 1 0 0,1 0 0 0 0,8 4-1 0 0,-1-2-258 0 0,1-1-1 0 0,0 0 1 0 0,0-1-1 0 0,0 0 0 0 0,0-1 1 0 0,0 0-1 0 0,1-1 0 0 0,-1 0 1 0 0,0-1-1 0 0,23-5 1 0 0,-18 2 70 0 0,-1 0 1 0 0,0-1-1 0 0,-1-1 1 0 0,1-1-1 0 0,-1 0 1 0 0,0-1 0 0 0,19-14-1 0 0,-18 10 252 0 0,-1-1 0 0 0,0-1 0 0 0,-1 0 0 0 0,0-1 0 0 0,-1-1 0 0 0,17-27 0 0 0,53-110 730 0 0,-41 71-290 0 0,-29 60-42 0 0,-2-1 0 0 0,0 0 1 0 0,-1-1-1 0 0,-1 0 0 0 0,8-39 1 0 0,-17 61 585 0 0,-1 3-911 0 0,-1 0-1 0 0,0 0 1 0 0,0 1 0 0 0,0-1-1 0 0,1 0 1 0 0,-1 1-1 0 0,1-1 1 0 0,-1 1 0 0 0,1-1-1 0 0,-1 1 1 0 0,1 0 0 0 0,0-1-1 0 0,0 1 1 0 0,-2 3 0 0 0,-1 2 141 0 0,-3 3-33 0 0,1 0 0 0 0,0 1 0 0 0,1 0 0 0 0,-7 18 0 0 0,-12 50 60 0 0,14-40-166 0 0,3-14-113 0 0,1 1-1 0 0,2 1 1 0 0,-2 37-1 0 0,10 80 200 0 0,13-28-1667 0 0,-14-97 188 0 0,9 34 0 0 0,-2-14-2025 0 0,-9-29-394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23351 0 0,'0'0'2115'0'0,"2"0"-1654"0"0,13 5-35 0 0,0-1 0 0 0,0-1 1 0 0,1 0-1 0 0,-1-1 0 0 0,0-1 0 0 0,23 0 0 0 0,98-12-1653 0 0,-107 7 466 0 0,22-2-5819 0 0,4-2-2171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21023 0 0,'0'0'1899'0'0,"1"1"-1461"0"0,5 10 81 0 0,-1-1 0 0 0,-1 1 0 0 0,0 0 0 0 0,0 0 0 0 0,-1 1 0 0 0,0-1 0 0 0,-1 1 0 0 0,0 13 0 0 0,-1-21-441 0 0,5 50 573 0 0,-1 1-1 0 0,-3-1 1 0 0,-6 55-1 0 0,3-99-514 0 0,1 0 0 0 0,1 18 0 0 0,-1-28-134 0 0,0 0 0 0 0,0 1 0 0 0,0-1 0 0 0,0 0 1 0 0,0 0-1 0 0,0 0 0 0 0,0 0 0 0 0,0 1 0 0 0,0-1 0 0 0,0 0 0 0 0,0 0 0 0 0,0 0 0 0 0,0 0 1 0 0,0 1-1 0 0,0-1 0 0 0,0 0 0 0 0,0 0 0 0 0,0 0 0 0 0,1 0 0 0 0,-1 0 0 0 0,0 1 1 0 0,0-1-1 0 0,0 0 0 0 0,0 0 0 0 0,0 0 0 0 0,0 0 0 0 0,1 0 0 0 0,-1 0 0 0 0,0 0 0 0 0,0 0 1 0 0,0 1-1 0 0,0-1 0 0 0,0 0 0 0 0,1 0 0 0 0,-1 0 0 0 0,0 0 0 0 0,0 0 0 0 0,0 0 0 0 0,0 0 1 0 0,1 0-1 0 0,-1 0 0 0 0,0 0 0 0 0,0 0 0 0 0,0 0 0 0 0,0 0 0 0 0,1 0 0 0 0,-1 0 0 0 0,0 0 1 0 0,0 0-1 0 0,0-1 0 0 0,0 1 0 0 0,1 0 0 0 0,-1 0 0 0 0,0 0 0 0 0,0 0 0 0 0,0 0 0 0 0,0 0 1 0 0,0 0-1 0 0,1 0 0 0 0,-1-1 0 0 0,0 1 0 0 0,0 0 0 0 0,0 0 0 0 0,0 0 0 0 0,0 0 0 0 0,0 0 1 0 0,0-1-1 0 0,0 1 0 0 0,0 0 0 0 0,10-12-24 0 0,-8 11 32 0 0,12-19-55 0 0,-1-1 1 0 0,20-43-1 0 0,-16 29-10 0 0,-10 23 17 0 0,17-36-279 0 0,31-43 0 0 0,-47 78-118 0 0,2 1 1 0 0,0 0 0 0 0,0 0 0 0 0,1 1 0 0 0,1 0-1 0 0,-1 1 1 0 0,2 0 0 0 0,13-8 0 0 0,-20 14 36 0 0,1 1 1 0 0,0 0 0 0 0,0 0-1 0 0,0 1 1 0 0,0-1-1 0 0,0 2 1 0 0,0-1 0 0 0,1 1-1 0 0,-1 0 1 0 0,0 0-1 0 0,1 1 1 0 0,-1 0 0 0 0,1 0-1 0 0,-1 1 1 0 0,0 0 0 0 0,1 0-1 0 0,-1 1 1 0 0,0 0-1 0 0,0 0 1 0 0,0 1 0 0 0,9 4-1 0 0,-14-6 460 0 0,0 1 0 0 0,0-1 0 0 0,0 1 1 0 0,0-1-1 0 0,0 1 0 0 0,0 0 0 0 0,0 0 0 0 0,0 0 0 0 0,-1 0 0 0 0,1 0 0 0 0,-1 0 0 0 0,0 0 0 0 0,1 0 0 0 0,-1 1 0 0 0,0-1 0 0 0,0 0 0 0 0,-1 1 1 0 0,1-1-1 0 0,0 1 0 0 0,-1-1 0 0 0,1 1 0 0 0,-1 0 0 0 0,0-1 0 0 0,0 1 0 0 0,0-1 0 0 0,0 1 0 0 0,-1 3 0 0 0,-2 6 855 0 0,1 1 0 0 0,-2-2-1 0 0,0 1 1 0 0,-7 16 0 0 0,8-21-700 0 0,-6 12 1080 0 0,-1-1 1 0 0,-22 32-1 0 0,17-28-609 0 0,-22 41 1177 0 0,36-61-1572 0 0,3-2-203 0 0,2 3-123 0 0,1-2 1 0 0,0 1-1 0 0,0 0 1 0 0,0-1-1 0 0,0 0 1 0 0,0 0-1 0 0,0-1 1 0 0,0 1-1 0 0,1-1 1 0 0,-1 0-1 0 0,0-1 1 0 0,0 1-1 0 0,0-1 1 0 0,0 0-1 0 0,0 0 1 0 0,0-1 0 0 0,7-2-1 0 0,-2 0-77 0 0,-1 0 1 0 0,1 0-1 0 0,-1-1 0 0 0,0 0 0 0 0,0-1 1 0 0,0 0-1 0 0,14-13 0 0 0,-18 14 25 0 0,0-1 1 0 0,0 0-1 0 0,0 0 0 0 0,0-1 0 0 0,-1 1 1 0 0,5-12-1 0 0,-7 15-44 0 0,-1-1 1 0 0,0 1-1 0 0,0-1 1 0 0,0 0-1 0 0,0 0 1 0 0,0 1-1 0 0,-1-1 1 0 0,0 0-1 0 0,0 0 1 0 0,0 0-1 0 0,0 1 1 0 0,0-1-1 0 0,-1 0 1 0 0,0 0-1 0 0,-1-4 1 0 0,-9-31-4566 0 0,7 28 2709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7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7831 0 0,'0'0'15027'0'0,"1"2"-14183"0"0,2 5-357 0 0,-1 0 0 0 0,0 0 0 0 0,0 1 0 0 0,0-1 1 0 0,-1 0-1 0 0,0 1 0 0 0,0-1 0 0 0,-1 15 0 0 0,-9 67 1324 0 0,3-38-1317 0 0,1 2-214 0 0,-8 112 133 0 0,13-159-430 0 0,0 0-1 0 0,0 0 1 0 0,0 0-1 0 0,1 0 1 0 0,0-1-1 0 0,0 1 1 0 0,0 0-1 0 0,1-1 1 0 0,0 1-1 0 0,0-1 1 0 0,0 1-1 0 0,1-1 1 0 0,5 8-1 0 0,-7-11-173 0 0,12 0-185 0 0,-11-1 315 0 0,1-1-1 0 0,0 1 0 0 0,-1-1 0 0 0,1 0 0 0 0,0 0 0 0 0,-1-1 1 0 0,1 1-1 0 0,0 0 0 0 0,-1-1 0 0 0,1 0 0 0 0,-1 1 1 0 0,1-1-1 0 0,-1 0 0 0 0,4-2 0 0 0,-2 1-17 0 0,0-1 0 0 0,-1 0-1 0 0,1 0 1 0 0,-1 0 0 0 0,1 0 0 0 0,-1 0 0 0 0,5-7-1 0 0,-1-1-10 0 0,-1 0-1 0 0,0 0 0 0 0,-1 0 1 0 0,0 0-1 0 0,5-16 0 0 0,46-154-61 0 0,-53 173 163 0 0,-2 6 63 0 0,-6 12 314 0 0,-1 6-276 0 0,2-1-1 0 0,0 1 0 0 0,1 0 0 0 0,0 0 0 0 0,2 0 0 0 0,0 1 0 0 0,0-1 1 0 0,2 0-1 0 0,0 0 0 0 0,4 20 0 0 0,-5-31-114 0 0,2 0 1 0 0,-1 0-1 0 0,1 0 0 0 0,-1 0 0 0 0,1 0 1 0 0,1 0-1 0 0,-1 0 0 0 0,1-1 0 0 0,0 1 1 0 0,0-1-1 0 0,0 0 0 0 0,0 0 1 0 0,1 0-1 0 0,0 0 0 0 0,0-1 0 0 0,0 1 1 0 0,0-1-1 0 0,0 0 0 0 0,1 0 0 0 0,-1-1 1 0 0,1 1-1 0 0,0-1 0 0 0,-1 0 0 0 0,1 0 1 0 0,0-1-1 0 0,1 1 0 0 0,-1-1 0 0 0,0 0 1 0 0,0-1-1 0 0,0 1 0 0 0,1-1 1 0 0,-1 0-1 0 0,0 0 0 0 0,0-1 0 0 0,1 1 1 0 0,-1-1-1 0 0,0 0 0 0 0,6-3 0 0 0,-2 1-8 0 0,0 0 0 0 0,0-1 0 0 0,0-1 0 0 0,-1 0 0 0 0,1 0 0 0 0,-1 0-1 0 0,0-1 1 0 0,-1 0 0 0 0,1-1 0 0 0,-1 1 0 0 0,0-2 0 0 0,-1 1 0 0 0,0-1-1 0 0,0 0 1 0 0,-1 0 0 0 0,8-14 0 0 0,59-122 38 0 0,-71 142 315 0 0,-4 14 93 0 0,-2 7-218 0 0,0 0 0 0 0,2 0 1 0 0,-2 36-1 0 0,5-49-253 0 0,0 1 0 0 0,0 0-1 0 0,1-1 1 0 0,0 1 0 0 0,0-1 0 0 0,1 1 0 0 0,-1-1 0 0 0,1 0 0 0 0,1 1 0 0 0,-1-1-1 0 0,1 0 1 0 0,0-1 0 0 0,0 1 0 0 0,1 0 0 0 0,4 4 0 0 0,-6-8-85 0 0,0 0 0 0 0,1 0 1 0 0,-1 0-1 0 0,1 0 0 0 0,0-1 1 0 0,-1 1-1 0 0,1-1 0 0 0,0 0 1 0 0,0 0-1 0 0,0 0 0 0 0,0 0 1 0 0,0-1-1 0 0,0 1 1 0 0,0-1-1 0 0,0 1 0 0 0,0-1 1 0 0,5-1-1 0 0,24-4-3701 0 0,-4-6-4004 0 0,-13 2 599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17335 0 0,'0'0'1572'0'0,"0"2"-1294"0"0,-4 12 1391 0 0,1 1 1 0 0,1-1-1 0 0,1 1 1 0 0,0 19 0 0 0,-1 2-564 0 0,1-22-672 0 0,-4 58 1101 0 0,5 74 0 0 0,11-150-1423 0 0,-7 2-113 0 0,0 0-1 0 0,0-1 1 0 0,-1 1-1 0 0,1-1 1 0 0,-1 0-1 0 0,1 0 1 0 0,-1 0-1 0 0,5-7 1 0 0,21-32-85 0 0,-20 28 22 0 0,11-17-328 0 0,-5 6 276 0 0,2 0-1 0 0,38-43 1 0 0,-52 65 134 0 0,0 0 0 0 0,1-1 0 0 0,0 1 0 0 0,0 0 0 0 0,0 1 0 0 0,0-1 0 0 0,0 1 0 0 0,1 0-1 0 0,-1 0 1 0 0,5-1 0 0 0,-8 2-17 0 0,-1 1-1 0 0,0 0 0 0 0,1 0 0 0 0,-1 0 1 0 0,0-1-1 0 0,1 1 0 0 0,-1 0 1 0 0,1 0-1 0 0,-1 0 0 0 0,1 0 0 0 0,-1 0 1 0 0,0 0-1 0 0,1 0 0 0 0,-1 0 1 0 0,1 0-1 0 0,-1 0 0 0 0,0 0 0 0 0,1 0 1 0 0,-1 0-1 0 0,1 1 0 0 0,-1-1 0 0 0,0 0 1 0 0,1 0-1 0 0,-1 0 0 0 0,0 0 1 0 0,1 1-1 0 0,-1-1 0 0 0,0 0 0 0 0,1 0 1 0 0,-1 1-1 0 0,0-1 0 0 0,1 0 1 0 0,-1 1-1 0 0,0-1 0 0 0,0 0 0 0 0,1 1 1 0 0,-1-1-1 0 0,0 0 0 0 0,0 1 0 0 0,1 0 0 0 0,1 2 16 0 0,0 0-1 0 0,-1 1 0 0 0,1-1 1 0 0,-1 1-1 0 0,1 0 1 0 0,-1 0-1 0 0,0-1 1 0 0,1 7-1 0 0,1 31 169 0 0,-2-18-50 0 0,0 7-44 0 0,1 0 1 0 0,8 42-1 0 0,-7-63-90 0 0,4 0 0 0 0,4-3 0 0 0,0-3 0 0 0,-7-4-27 0 0,0 1 1 0 0,0-1-1 0 0,-1 1 0 0 0,1-1 0 0 0,0 0 1 0 0,-1-1-1 0 0,1 1 0 0 0,-1-1 0 0 0,1 1 1 0 0,-1-1-1 0 0,0 0 0 0 0,5-4 0 0 0,3-2-187 0 0,-1-1-1 0 0,12-12 0 0 0,39-53 201 0 0,-10 11-176 0 0,-44 56 178 0 0,-7 7 12 0 0,0 0 0 0 0,0 0 0 0 0,0-1 0 0 0,1 1 0 0 0,-1 0 0 0 0,0 0 0 0 0,0 0 0 0 0,0-1 0 0 0,1 1 0 0 0,-1 0 0 0 0,0 0 0 0 0,0 0 0 0 0,1 0 0 0 0,-1 0 0 0 0,0 0 0 0 0,0 0 0 0 0,1 0 0 0 0,-1-1 0 0 0,0 1 0 0 0,1 0 0 0 0,-1 0 0 0 0,0 0 0 0 0,0 0 0 0 0,1 0 0 0 0,-1 1 0 0 0,0-1 0 0 0,0 0 0 0 0,1 0 0 0 0,-1 0 0 0 0,0 0 0 0 0,0 0 0 0 0,1 0 0 0 0,-1 0 0 0 0,0 0 0 0 0,0 0 0 0 0,1 1 0 0 0,-1-1 0 0 0,0 0 0 0 0,0 0 0 0 0,0 0 0 0 0,1 1 0 0 0,-1-1 0 0 0,0 0 0 0 0,0 0 0 0 0,0 0 0 0 0,0 1 0 0 0,0-1 0 0 0,1 0 0 0 0,-1 0 0 0 0,0 1 0 0 0,0-1 0 0 0,0 0 0 0 0,0 0 0 0 0,0 1 0 0 0,0-1 0 0 0,0 0 0 0 0,0 1 0 0 0,0-1 0 0 0,0 0 0 0 0,0 0 0 0 0,0 1 0 0 0,0-1 0 0 0,3 13 29 0 0,-1 0 0 0 0,-1-1 0 0 0,1 21-1 0 0,-1-16 34 0 0,3 22 1 0 0,-3-33-61 0 0,0-1 0 0 0,1 1 0 0 0,0 0 0 0 0,0-1 0 0 0,0 0 0 0 0,1 1 0 0 0,5 8 0 0 0,-5-11-2 0 0,-1 1 0 0 0,1-1 0 0 0,0 0 0 0 0,0 1 0 0 0,0-1 0 0 0,1-1 0 0 0,-1 1 0 0 0,1 0 0 0 0,-1-1 0 0 0,1 0 0 0 0,0 0 0 0 0,0 0 0 0 0,7 2 0 0 0,-1-1 0 0 0,-1-1 0 0 0,1-1 0 0 0,0 0 0 0 0,0 0 0 0 0,10-1 0 0 0,-4 0 0 0 0,-1-1 0 0 0,1-1 0 0 0,-1-1 0 0 0,1 0 0 0 0,-1-1 0 0 0,0-1 0 0 0,0 0 0 0 0,-1-1 0 0 0,0 0 0 0 0,0-1 0 0 0,0-1 0 0 0,-1 0 0 0 0,0-1 0 0 0,0-1 0 0 0,-1 0 0 0 0,19-20 0 0 0,-21 18 0 0 0,0-1 0 0 0,-2 0 0 0 0,10-19 0 0 0,1 0 0 0 0,28-62-68 0 0,-45 90 72 0 0,0 1-5 0 0,-1-1 1 0 0,0 1-1 0 0,0-1 1 0 0,0 1-1 0 0,0-1 1 0 0,-1 1-1 0 0,1-1 1 0 0,-1 0-1 0 0,0 1 1 0 0,-1-5-1 0 0,1 7 2 0 0,0 0-1 0 0,0 1 1 0 0,0-1-1 0 0,0 0 1 0 0,-1 0-1 0 0,1 0 1 0 0,0 0-1 0 0,-1 1 1 0 0,1-1-1 0 0,-1 0 1 0 0,1 0-1 0 0,-1 1 1 0 0,1-1-1 0 0,-1 0 1 0 0,1 1-1 0 0,-1-1 1 0 0,0 1-1 0 0,0-2 1 0 0,0 2 2 0 0,0-1 1 0 0,0 1-1 0 0,-1 0 0 0 0,1 0 0 0 0,0 0 1 0 0,0-1-1 0 0,0 1 0 0 0,0 0 1 0 0,0 0-1 0 0,0 0 0 0 0,0 0 1 0 0,0 1-1 0 0,-1-1 0 0 0,1 0 1 0 0,0 0-1 0 0,0 1 0 0 0,0-1 0 0 0,-1 1 1 0 0,-4 2 26 0 0,1 0 0 0 0,0 0 0 0 0,0 0 0 0 0,1 1 0 0 0,-1 0 0 0 0,1 0 0 0 0,0 0 0 0 0,0 0 0 0 0,0 1 0 0 0,-3 4 0 0 0,-6 10 81 0 0,-12 22 1 0 0,24-39-107 0 0,-9 16 30 0 0,2-1 0 0 0,0 2 0 0 0,0-1 0 0 0,-4 21-1 0 0,10-30-5 0 0,0 1-1 0 0,0 0 0 0 0,1-1 0 0 0,0 1 0 0 0,1 0 0 0 0,0 0 0 0 0,0-1 0 0 0,1 1 0 0 0,1 0 0 0 0,2 11 0 0 0,-2-14 16 0 0,1 0-1 0 0,0 0 1 0 0,1 0-1 0 0,-1-1 1 0 0,1 1-1 0 0,1-1 1 0 0,-1 0-1 0 0,1 0 1 0 0,0 0 0 0 0,0-1-1 0 0,1 0 1 0 0,-1 0-1 0 0,1 0 1 0 0,0 0-1 0 0,1-1 1 0 0,-1 0-1 0 0,13 5 1 0 0,-4-3-545 0 0,0 0-1 0 0,27 7 1 0 0,31 1-8124 0 0,-39-9-1274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81 17935 0 0,'-1'-1'827'0'0,"-5"-25"-81"0"0,6 22-473 0 0,-1-1 1 0 0,0 0 0 0 0,0 0-1 0 0,-1 1 1 0 0,0-1 0 0 0,-2-4-1 0 0,3 8-87 0 0,1-1 0 0 0,-1 1 0 0 0,0 0 0 0 0,0 0 0 0 0,0 0 0 0 0,0 0-1 0 0,-1 0 1 0 0,1 0 0 0 0,0 0 0 0 0,0 0 0 0 0,0 1 0 0 0,-1-1 0 0 0,1 0 0 0 0,0 1 0 0 0,-1-1-1 0 0,1 1 1 0 0,-1 0 0 0 0,1-1 0 0 0,-1 1 0 0 0,1 0 0 0 0,0 0 0 0 0,-1 0 0 0 0,1 0 0 0 0,-1 0 0 0 0,-1 0-1 0 0,-1 1 86 0 0,0-1-1 0 0,1 1 0 0 0,-1 1 0 0 0,0-1 0 0 0,1 0 1 0 0,-1 1-1 0 0,1 0 0 0 0,-1 0 0 0 0,1 0 0 0 0,0 0 1 0 0,-6 5-1 0 0,-2 3 269 0 0,-16 18 1 0 0,12-10-437 0 0,1 0-1 0 0,1 1 1 0 0,0 1 0 0 0,2 0 0 0 0,0 1 0 0 0,1 0 0 0 0,2 0 0 0 0,0 1 0 0 0,1 0-1 0 0,1 0 1 0 0,1 1 0 0 0,-3 28 0 0 0,8-44-115 0 0,0 0 1 0 0,0 0-1 0 0,0-1 0 0 0,1 1 0 0 0,0 0 1 0 0,0 0-1 0 0,0 0 0 0 0,1-1 0 0 0,0 1 1 0 0,1-1-1 0 0,-1 1 0 0 0,5 6 1 0 0,-4-9-67 0 0,-1-1 1 0 0,1 1 0 0 0,-1-1 0 0 0,1 0 0 0 0,0 0 0 0 0,0 0 0 0 0,1 0 0 0 0,-1 0-1 0 0,1-1 1 0 0,-1 1 0 0 0,1-1 0 0 0,0 0 0 0 0,0 0 0 0 0,-1-1 0 0 0,1 1 0 0 0,1-1 0 0 0,-1 0-1 0 0,0 0 1 0 0,0 0 0 0 0,8 0 0 0 0,3-1-339 0 0,0 0 1 0 0,0-1-1 0 0,0-1 1 0 0,0-1-1 0 0,-1 0 0 0 0,1 0 1 0 0,-1-2-1 0 0,21-8 0 0 0,-6-1-859 0 0,-2 0 0 0 0,0-2 0 0 0,28-20 0 0 0,-33 20-179 0 0,-1-2 0 0 0,0 0 0 0 0,-2-1 1 0 0,26-31-1 0 0,-35 37 1217 0 0,0-1-1 0 0,-1 0 1 0 0,-1-1-1 0 0,0 0 1 0 0,-1 0 0 0 0,0 0-1 0 0,-1-1 1 0 0,5-23 0 0 0,-10 36 442 0 0,-1-1 1 0 0,0 1 0 0 0,1 0 0 0 0,-1 0 0 0 0,0-1 0 0 0,-1 1 0 0 0,1 0-1 0 0,-2-7 1 0 0,2 10-93 0 0,0-1 1 0 0,0 0-1 0 0,-1 1 0 0 0,1-1 0 0 0,0 0 0 0 0,-1 1 0 0 0,1-1 0 0 0,-1 1 1 0 0,1-1-1 0 0,0 0 0 0 0,-1 1 0 0 0,1-1 0 0 0,-1 1 0 0 0,0-1 0 0 0,1 1 0 0 0,-1 0 1 0 0,1-1-1 0 0,-1 1 0 0 0,0-1 0 0 0,1 1 0 0 0,-1 0 0 0 0,0 0 0 0 0,1-1 1 0 0,-1 1-1 0 0,0 0 0 0 0,1 0 0 0 0,-1 0 0 0 0,0 0 0 0 0,0 0 0 0 0,1 0 1 0 0,-1 0-1 0 0,0 0 0 0 0,0 0 0 0 0,1 0 0 0 0,-1 0 0 0 0,0 0 0 0 0,1 1 1 0 0,-1-1-1 0 0,0 0 0 0 0,1 0 0 0 0,-1 1 0 0 0,0-1 0 0 0,1 0 0 0 0,-2 2 1 0 0,-7 3 766 0 0,0 1 0 0 0,0 0 1 0 0,1 0-1 0 0,0 1 1 0 0,0 0-1 0 0,0 0 1 0 0,1 1-1 0 0,-7 10 0 0 0,-45 73 1614 0 0,53-81-2342 0 0,5-9-144 0 0,-10 17 314 0 0,-16 39-1 0 0,25-52-292 0 0,0 0 0 0 0,0-1 0 0 0,1 1 0 0 0,0 0 0 0 0,0 0 0 0 0,0 1 0 0 0,0-1 0 0 0,1 0 0 0 0,0 0-1 0 0,0 0 1 0 0,1 0 0 0 0,-1 0 0 0 0,1 0 0 0 0,2 5 0 0 0,-3-8-44 0 0,1 0 1 0 0,-1-1-1 0 0,1 0 0 0 0,0 1 0 0 0,0-1 1 0 0,0 1-1 0 0,0-1 0 0 0,0 0 0 0 0,0 0 1 0 0,0 1-1 0 0,0-1 0 0 0,0 0 0 0 0,1 0 0 0 0,-1 0 1 0 0,0 0-1 0 0,1-1 0 0 0,-1 1 0 0 0,3 1 1 0 0,-1-1-50 0 0,0 0 1 0 0,0-1-1 0 0,0 1 1 0 0,0-1-1 0 0,0 0 1 0 0,0 1-1 0 0,0-1 0 0 0,1-1 1 0 0,2 1-1 0 0,3-2-119 0 0,1 0-1 0 0,-1 0 1 0 0,0-1-1 0 0,0-1 0 0 0,11-5 1 0 0,-7 3-63 0 0,-1-2 0 0 0,0 0 1 0 0,0 0-1 0 0,-1-1 0 0 0,-1 0 1 0 0,19-21-1 0 0,46-71-352 0 0,-11 12 528 0 0,-11 25 219 0 0,-52 63-37 0 0,0 2-46 0 0,0 0 0 0 0,0 0 0 0 0,0 0 1 0 0,0 0-1 0 0,-1 0 0 0 0,1 1 0 0 0,0-1 0 0 0,-1 0 0 0 0,1 1 0 0 0,-1-1 1 0 0,1 0-1 0 0,-1 1 0 0 0,0-1 0 0 0,1 2 0 0 0,1 18 274 0 0,-1 1 0 0 0,-1-1-1 0 0,-1 0 1 0 0,0 0 0 0 0,-6 24 0 0 0,-2 30 22 0 0,8-54-282 0 0,-1 8 73 0 0,2 36 1 0 0,0-65-153 0 0,0 1 0 0 0,0-1 0 0 0,0 0 1 0 0,0 1-1 0 0,0-1 0 0 0,0 1 0 0 0,0-1 0 0 0,0 0 0 0 0,0 1 0 0 0,0-1 1 0 0,0 0-1 0 0,0 1 0 0 0,0-1 0 0 0,0 0 0 0 0,1 1 0 0 0,-1-1 0 0 0,0 0 1 0 0,0 1-1 0 0,0-1 0 0 0,1 0 0 0 0,-1 1 0 0 0,0-1 0 0 0,0 0 1 0 0,1 0-1 0 0,-1 1 0 0 0,0-1 0 0 0,1 0 0 0 0,-1 0 0 0 0,0 1 0 0 0,1-1 1 0 0,-1 0-1 0 0,0 0 0 0 0,1 0 0 0 0,-1 0 0 0 0,0 0 0 0 0,1 0 0 0 0,-1 1 1 0 0,1-1-1 0 0,-1 0 0 0 0,0 0 0 0 0,1 0 0 0 0,11-5-97 0 0,-11 4 76 0 0,6-3-69 0 0,0-1 1 0 0,0 0-1 0 0,-1-1 1 0 0,1 1-1 0 0,-1-1 0 0 0,0 0 1 0 0,9-14-1 0 0,32-54-276 0 0,-28 41 287 0 0,1-1 32 0 0,-14 21 34 0 0,2 1-1 0 0,-1-1 0 0 0,1 1 0 0 0,1 1 0 0 0,0 0 1 0 0,1 0-1 0 0,14-12 0 0 0,-24 22 10 0 0,1 1 0 0 0,0-1 1 0 0,0 0-1 0 0,-1 1 0 0 0,1-1 0 0 0,0 1 0 0 0,0-1 1 0 0,0 1-1 0 0,0-1 0 0 0,0 1 0 0 0,0-1 0 0 0,0 1 1 0 0,0 0-1 0 0,0 0 0 0 0,0-1 0 0 0,0 1 0 0 0,0 0 1 0 0,0 0-1 0 0,0 0 0 0 0,0 0 0 0 0,0 0 0 0 0,0 1 0 0 0,0-1 1 0 0,0 0-1 0 0,1 1 0 0 0,0 0 8 0 0,-1 0-1 0 0,0 0 1 0 0,0 0 0 0 0,0 0 0 0 0,0 0-1 0 0,0 0 1 0 0,0 1 0 0 0,-1-1 0 0 0,1 0-1 0 0,0 1 1 0 0,-1-1 0 0 0,1 0-1 0 0,-1 1 1 0 0,1-1 0 0 0,0 3 0 0 0,1 6 96 0 0,-1 1 1 0 0,0 0-1 0 0,0 17 1 0 0,-1-27-83 0 0,1 19 154 0 0,1-1 1 0 0,8 34-1 0 0,-9-48-157 0 0,0-1 1 0 0,1 0-1 0 0,-1 0 1 0 0,1 0-1 0 0,3 5 1 0 0,-5-8-15 0 0,1-1 0 0 0,-1 1 0 0 0,1-1 1 0 0,0 1-1 0 0,-1-1 0 0 0,1 0 0 0 0,-1 1 1 0 0,1-1-1 0 0,0 0 0 0 0,-1 0 0 0 0,1 1 0 0 0,0-1 1 0 0,0 0-1 0 0,-1 0 0 0 0,1 0 0 0 0,0 0 1 0 0,-1 0-1 0 0,1 0 0 0 0,0 0 0 0 0,0 0 1 0 0,-1 0-1 0 0,1 0 0 0 0,0 0 0 0 0,0 0 0 0 0,0-1 1 0 0,17-5-8 0 0,-10 1-5 0 0,0 0-1 0 0,0-1 1 0 0,-1 0-1 0 0,0 0 1 0 0,0-1-1 0 0,8-9 1 0 0,33-47-125 0 0,-38 48 127 0 0,1-2 8 0 0,10-21 0 0 0,-14 24 0 0 0,1 0 0 0 0,18-24 0 0 0,-20 33 21 0 0,-3 6-6 0 0,-2 6 6 0 0,-1-7-18 0 0,0 15 50 0 0,0 0 0 0 0,-1 0 0 0 0,0 0 0 0 0,-1 0 0 0 0,-5 15 0 0 0,-2 29 41 0 0,7-48-149 0 0,1 6 96 0 0,-1 34 0 0 0,2-47-139 0 0,1 0 0 0 0,-1 0 0 0 0,1 0 0 0 0,0-1 0 0 0,-1 1 0 0 0,2 0 1 0 0,-1 0-1 0 0,0 0 0 0 0,1-1 0 0 0,0 1 0 0 0,0-1 0 0 0,0 1 0 0 0,0-1 1 0 0,3 4-1 0 0,-3-5-157 0 0,0-1 1 0 0,0 0 0 0 0,0 0-1 0 0,1 0 1 0 0,-1 0 0 0 0,0 0-1 0 0,0-1 1 0 0,1 1 0 0 0,-1-1-1 0 0,0 1 1 0 0,1-1 0 0 0,-1 0-1 0 0,0 0 1 0 0,1 0 0 0 0,-1 0-1 0 0,0 0 1 0 0,1 0 0 0 0,-1-1-1 0 0,0 1 1 0 0,5-2-1 0 0,12-3-1922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49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8751 0 0,'-20'43'543'0'0,"9"-15"4366"0"0,1 1 0 0 0,-8 38 0 0 0,8-12-3096 0 0,10-53-1768 0 0,-35 321 3755 0 0,31-269-3694 0 0,1 9-330 0 0,2-22-4577 0 0,5-46 3130 0 0,-1 1 1257 0 0,0 0 1 0 0,-1 0 0 0 0,0 0-1 0 0,1 0 1 0 0,-1 0 0 0 0,-1-1-1 0 0,1 1 1 0 0,-1-1 0 0 0,2-5-1 0 0,6-52-997 0 0,-9 55 1220 0 0,8-203-2926 0 0,-6 72 2415 0 0,-1 117 730 0 0,-1 2 270 0 0,1 1 1 0 0,7-35-1 0 0,-6 47 41 0 0,-1 1 0 0 0,1-1 0 0 0,0 1 0 0 0,1-1 0 0 0,-1 1 1 0 0,1 0-1 0 0,0-1 0 0 0,1 2 0 0 0,-1-1 0 0 0,1 0 0 0 0,0 1 0 0 0,0-1 0 0 0,6-3 1 0 0,-1 1 130 0 0,1 1 0 0 0,0 1 0 0 0,0 0 0 0 0,1 0 1 0 0,0 1-1 0 0,-1 0 0 0 0,2 1 0 0 0,-1 0 0 0 0,0 1 1 0 0,0 0-1 0 0,23-1 0 0 0,-30 3-423 0 0,0 0 0 0 0,0 0 1 0 0,-1 0-1 0 0,1 1 0 0 0,0-1 0 0 0,0 1 0 0 0,-1 0 0 0 0,1 0 0 0 0,0 0 1 0 0,5 3-1 0 0,-7-3 1 0 0,-1 0-1 0 0,1 1 1 0 0,0-1 0 0 0,-1 0-1 0 0,1 1 1 0 0,0-1 0 0 0,-1 1 0 0 0,0 0-1 0 0,1 0 1 0 0,-1-1 0 0 0,0 1 0 0 0,0 0-1 0 0,0 0 1 0 0,0 0 0 0 0,0 0 0 0 0,-1 0-1 0 0,1 0 1 0 0,0 0 0 0 0,0 4-1 0 0,0 4 71 0 0,-1 0 0 0 0,0 0-1 0 0,0-1 1 0 0,-1 1-1 0 0,0-1 1 0 0,-1 1-1 0 0,0 0 1 0 0,0-1-1 0 0,-1 0 1 0 0,-6 13-1 0 0,-5 9 171 0 0,-31 47 0 0 0,28-49-159 0 0,5-9-242 0 0,3-3-581 0 0,-17 21-1 0 0,33-61-16306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50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4143 0 0,'12'-16'480'0'0,"12"-18"31"0"0,-3 15 10157 0 0,-19 20-10290 0 0,1 0 0 0 0,-1 0 0 0 0,0 1 0 0 0,0-1 0 0 0,0 1 0 0 0,0-1 0 0 0,0 1 1 0 0,0 0-1 0 0,-1 0 0 0 0,1 0 0 0 0,0 0 0 0 0,-1 0 0 0 0,0 0 0 0 0,1 1 0 0 0,-1-1 0 0 0,0 0 0 0 0,0 0 0 0 0,0 1 0 0 0,-1-1 0 0 0,1 1 1 0 0,0 4-1 0 0,2 7 784 0 0,-2 1 0 0 0,1 23 1 0 0,-2-26-526 0 0,1 45 729 0 0,-1-24-512 0 0,6 57 0 0 0,-6-89-485 0 0,3-2-357 0 0,-1 0-1 0 0,0 0 1 0 0,1 0-1 0 0,-1-1 1 0 0,0 1-1 0 0,0-1 1 0 0,0 0 0 0 0,0 1-1 0 0,0-1 1 0 0,3-4-1 0 0,-4 5-10 0 0,18-23-41 0 0,34-51 0 0 0,-8 9-32 0 0,-18 29-20 0 0,-4 6-815 0 0,1 0 1 0 0,1 1 0 0 0,43-38 0 0 0,-49 55-680 0 0,2 2-55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5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20 261 7367 0 0,'-5'5'152'0'0,"4"-4"-42"0"0,-1 1-1 0 0,1-1 1 0 0,0 1-1 0 0,-1 0 1 0 0,1-1-1 0 0,0 1 1 0 0,0 0-1 0 0,0 0 1 0 0,-2 4 5627 0 0,11-8 589 0 0,7-6-4795 0 0,-5 0-1115 0 0,0 0 0 0 0,0 0 1 0 0,-1-1-1 0 0,0-1 0 0 0,14-18 0 0 0,33-59 82 0 0,-43 64-321 0 0,23-45 332 0 0,-23 40 502 0 0,-33 53 392 0 0,6-4-681 0 0,1 1 0 0 0,-18 39 1 0 0,26-50-677 0 0,1 0 1 0 0,0 1 0 0 0,1-1 0 0 0,0 1 0 0 0,1 0-1 0 0,0-1 1 0 0,0 25 0 0 0,2-33-196 0 0,0-1 1 0 0,0 1-1 0 0,0-1 1 0 0,0 1-1 0 0,1-1 1 0 0,-1 1-1 0 0,1-1 1 0 0,0 0-1 0 0,0 1 0 0 0,0-1 1 0 0,0 0-1 0 0,0 1 1 0 0,0-1-1 0 0,0 0 1 0 0,1 0-1 0 0,-1 0 0 0 0,1 0 1 0 0,0 0-1 0 0,-1 0 1 0 0,1-1-1 0 0,0 1 1 0 0,0 0-1 0 0,0-1 0 0 0,0 0 1 0 0,1 1-1 0 0,-1-1 1 0 0,0 0-1 0 0,0 0 1 0 0,1 0-1 0 0,-1 0 1 0 0,1-1-1 0 0,2 1 0 0 0,15 1-1708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5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354 201 17447 0 0,'-2'-11'190'0'0,"0"2"317"0"0,0 0 1 0 0,0 0 0 0 0,-1 1 0 0 0,0-1 0 0 0,-7-12 0 0 0,8 19-214 0 0,1 0 0 0 0,-1-1 0 0 0,0 1 0 0 0,0 0 0 0 0,0 0 0 0 0,0 0 0 0 0,0 1 0 0 0,0-1 0 0 0,0 0 0 0 0,-1 1 0 0 0,1 0 0 0 0,0-1 0 0 0,-1 1 1 0 0,0 0-1 0 0,1 0 0 0 0,-1 0 0 0 0,1 1 0 0 0,-1-1 0 0 0,0 1 0 0 0,0-1 0 0 0,1 1 0 0 0,-7 0 0 0 0,-19 2 1107 0 0,0 1 1 0 0,-36 8-1 0 0,59-10-1317 0 0,-6 2-31 0 0,1-1 0 0 0,0 2 0 0 0,0-1 0 0 0,0 1 0 0 0,1 1 0 0 0,-1 0-1 0 0,1 0 1 0 0,0 1 0 0 0,1 0 0 0 0,-1 0 0 0 0,1 1 0 0 0,-11 12 0 0 0,18-18-53 0 0,-1 1 0 0 0,1 0 0 0 0,0-1 0 0 0,0 1 0 0 0,0 0 0 0 0,0 0 0 0 0,0 0 0 0 0,-1 3 0 0 0,2-4 0 0 0,-1 0-1 0 0,1-1 1 0 0,0 1 0 0 0,-1 0 0 0 0,1 0-1 0 0,0-1 1 0 0,0 1 0 0 0,0 0 0 0 0,0 0-1 0 0,0-1 1 0 0,0 1 0 0 0,0 0 0 0 0,0 0-1 0 0,0-1 1 0 0,0 1 0 0 0,0 0-1 0 0,0 0 1 0 0,1-1 0 0 0,-1 1 0 0 0,0 0-1 0 0,0-1 1 0 0,1 1 0 0 0,-1 0 0 0 0,1-1-1 0 0,-1 1 1 0 0,0 0 0 0 0,1-1-1 0 0,-1 1 1 0 0,1-1 0 0 0,0 1 0 0 0,-1-1-1 0 0,1 1 1 0 0,-1-1 0 0 0,2 1 0 0 0,-1 0-10 0 0,4 3-33 0 0,0 0 0 0 0,0-1 0 0 0,0 1 0 0 0,1-1 0 0 0,9 4-1 0 0,-7-4 10 0 0,12 5-72 0 0,1-1 0 0 0,0-1-1 0 0,0-1 1 0 0,43 5 0 0 0,0 0-67 0 0,-50-7 149 0 0,-2-1-12 0 0,0 0 0 0 0,0 1 0 0 0,-1 0 1 0 0,21 9-1 0 0,-30-11 34 0 0,0 0 1 0 0,0 1-1 0 0,0-1 0 0 0,0 0 1 0 0,0 0-1 0 0,0 1 0 0 0,-1-1 1 0 0,1 1-1 0 0,0 0 0 0 0,-1-1 1 0 0,1 1-1 0 0,-1 0 0 0 0,0 0 1 0 0,0 0-1 0 0,1 0 0 0 0,-1 0 1 0 0,0 0-1 0 0,-1 0 1 0 0,1 1-1 0 0,0-1 0 0 0,-1 0 1 0 0,1 0-1 0 0,-1 1 0 0 0,0-1 1 0 0,1 0-1 0 0,-1 1 0 0 0,0-1 1 0 0,-1 0-1 0 0,1 1 0 0 0,0-1 1 0 0,-1 3-1 0 0,-1 0 14 0 0,0-1-1 0 0,1 1 1 0 0,-2-1 0 0 0,1 0-1 0 0,0 1 1 0 0,-1-1 0 0 0,0 0-1 0 0,0-1 1 0 0,0 1 0 0 0,0 0-1 0 0,-1-1 1 0 0,1 0 0 0 0,-1 0 0 0 0,0 0-1 0 0,-6 4 1 0 0,3-3-109 0 0,0 0-1 0 0,0-1 1 0 0,0 0-1 0 0,0 0 1 0 0,-1 0 0 0 0,1-1-1 0 0,-1 0 1 0 0,1-1 0 0 0,-9 1-1 0 0,14-1-66 0 0,1-1 0 0 0,-1 0-1 0 0,1 0 1 0 0,-1 0-1 0 0,0 0 1 0 0,1-1-1 0 0,-1 1 1 0 0,1 0 0 0 0,-1-1-1 0 0,0 1 1 0 0,1-1-1 0 0,-1 1 1 0 0,-2-3-1 0 0,4 3 27 0 0,-1-1-1 0 0,1 1 0 0 0,0-1 0 0 0,-1 1 0 0 0,1-1 0 0 0,-1 0 1 0 0,1 1-1 0 0,0-1 0 0 0,0 0 0 0 0,-1 1 0 0 0,1-1 0 0 0,0 0 0 0 0,0 1 1 0 0,0-1-1 0 0,0 0 0 0 0,0 0 0 0 0,0 1 0 0 0,0-1 0 0 0,0 0 0 0 0,0 1 1 0 0,0-1-1 0 0,0 0 0 0 0,0 0 0 0 0,0 1 0 0 0,1-1 0 0 0,-1 0 1 0 0,0 1-1 0 0,0-1 0 0 0,1 0 0 0 0,-1 1 0 0 0,1-1 0 0 0,0 0 0 0 0,1-3-1042 0 0,0 1-1 0 0,0 0 0 0 0,1-1 1 0 0,0 1-1 0 0,-1 0 0 0 0,5-3 1 0 0,10-8-5429 0 0</inkml:trace>
  <inkml:trace contextRef="#ctx0" brushRef="#br0" timeOffset="1">698 26 15839 0 0,'9'-6'302'0'0,"-4"2"129"0"0,0 1 0 0 0,0-1 0 0 0,13-5 9645 0 0,-42 12-6837 0 0,13 0-2918 0 0,0 0-1 0 0,1 1 1 0 0,-15 7-1 0 0,16-6-274 0 0,0 2-1 0 0,0-1 1 0 0,0 1-1 0 0,1 0 1 0 0,0 1-1 0 0,0 0 1 0 0,-6 10-1 0 0,12-16-59 0 0,0 1-1 0 0,0-1 1 0 0,0 1 0 0 0,1 0 0 0 0,-1 0-1 0 0,1-1 1 0 0,0 1 0 0 0,0 0-1 0 0,0 1 1 0 0,0-1 0 0 0,1 0 0 0 0,-1 0-1 0 0,1 0 1 0 0,-1 0 0 0 0,1 0-1 0 0,0 1 1 0 0,0-1 0 0 0,1 0 0 0 0,-1 0-1 0 0,1 0 1 0 0,0 0 0 0 0,-1 1-1 0 0,1-1 1 0 0,3 4 0 0 0,-2-2-6 0 0,1 0 1 0 0,0 0-1 0 0,0-1 0 0 0,1 0 1 0 0,-1 0-1 0 0,1 0 0 0 0,0 0 1 0 0,0 0-1 0 0,0-1 1 0 0,1 1-1 0 0,-1-1 0 0 0,1 0 1 0 0,9 3-1 0 0,87 35-366 0 0,-27-12 427 0 0,-68-26-46 0 0,0-1 0 0 0,0 1 0 0 0,0 1 1 0 0,0-1-1 0 0,9 9 0 0 0,-14-12 6 0 0,0 1 0 0 0,0 0 0 0 0,0 0 1 0 0,0 0-1 0 0,0 0 0 0 0,0 0 0 0 0,-1 0 0 0 0,1 1 0 0 0,0-1 0 0 0,-1 0 0 0 0,1 0 0 0 0,-1 0 0 0 0,1 1 0 0 0,-1-1 1 0 0,1 0-1 0 0,-1 1 0 0 0,0-1 0 0 0,1 0 0 0 0,-1 1 0 0 0,0-1 0 0 0,0 0 0 0 0,0 1 0 0 0,0-1 0 0 0,-1 0 0 0 0,1 1 0 0 0,0-1 1 0 0,0 0-1 0 0,-1 1 0 0 0,1-1 0 0 0,-1 0 0 0 0,1 0 0 0 0,-1 1 0 0 0,0-1 0 0 0,1 0 0 0 0,-2 1 0 0 0,-3 5 56 0 0,0-1 0 0 0,-1-1 0 0 0,0 1 0 0 0,0-1 0 0 0,0 0 0 0 0,-10 6 0 0 0,-44 23 60 0 0,45-27-126 0 0,3 0-16 0 0,-1-1 1 0 0,0-1-1 0 0,0-1 0 0 0,-17 5 1 0 0,26-8-164 0 0,0 0 0 0 0,0-1 0 0 0,0 1 0 0 0,1-1 0 0 0,-1 1 0 0 0,0-1 0 0 0,0 0-1 0 0,0-1 1 0 0,0 1 0 0 0,0-1 0 0 0,0 0 0 0 0,0 0 0 0 0,0 0 0 0 0,0 0 0 0 0,1-1 0 0 0,-1 1 0 0 0,1-1 0 0 0,-1 0 0 0 0,-5-4 0 0 0,1-4-2430 0 0,2-3-3569 0 0,2-2-2124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5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5983 0 0,'-1'1'206'0'0,"0"-1"-1"0"0,1 1 0 0 0,-1-1 0 0 0,0 1 1 0 0,1 0-1 0 0,-1-1 0 0 0,1 1 0 0 0,-1 0 1 0 0,1-1-1 0 0,0 1 0 0 0,-1 0 0 0 0,1-1 0 0 0,0 1 1 0 0,-1 0-1 0 0,1 0 0 0 0,0 0 0 0 0,0-1 1 0 0,0 1-1 0 0,-1 0 0 0 0,1 0 0 0 0,0 0 1 0 0,0-1-1 0 0,0 1 0 0 0,1 0 0 0 0,-1 0 1 0 0,0 0-1 0 0,0 0 0 0 0,0-1 0 0 0,1 1 0 0 0,-1 0 1 0 0,0 0-1 0 0,0-1 0 0 0,1 1 0 0 0,-1 0 1 0 0,2 1-1 0 0,2 10 3754 0 0,-4-2-1523 0 0,1 0-1 0 0,-2 15 0 0 0,-4 21 965 0 0,0 19-1214 0 0,5-53-1971 0 0,-1 23-161 0 0,2 0-1 0 0,9 53 1 0 0,-10-87-203 0 0,7 23-351 0 0,-7-23 103 0 0,1 0 0 0 0,-1 0 0 0 0,1 0 0 0 0,-1 0 0 0 0,1 0 0 0 0,0 0 0 0 0,-1 0 0 0 0,1 0 0 0 0,0 0 0 0 0,2 1 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5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4607 0 0,'2'2'136'0'0,"-1"0"0"0"0,1 0 0 0 0,0 0 0 0 0,-1 0 0 0 0,1 0 0 0 0,0 0 0 0 0,0-1 0 0 0,0 1 0 0 0,0-1 0 0 0,0 1 0 0 0,1-1 0 0 0,-1 0 0 0 0,0 0 0 0 0,5 2 0 0 0,5 1 2460 0 0,21 3 1 0 0,-22-5-1498 0 0,147 37-6807 0 0,-152-37 5625 0 0,1 0 0 0 0,-1 0 0 0 0,0 0 0 0 0,0 1 0 0 0,0 0-1 0 0,0 0 1 0 0,10 7 0 0 0,-14-9 316 0 0,0 1 0 0 0,0 0 0 0 0,0 0 0 0 0,-1-1 0 0 0,1 1-1 0 0,0 0 1 0 0,-1 1 0 0 0,1-1 0 0 0,-1 0 0 0 0,1 0 0 0 0,-1 1 0 0 0,0-1 0 0 0,0 0 0 0 0,0 1 0 0 0,-1-1 0 0 0,1 1-1 0 0,-1 0 1 0 0,1-1 0 0 0,-1 1 0 0 0,0-1 0 0 0,0 6 0 0 0,-1 1 892 0 0,-1 0-1 0 0,0 0 1 0 0,-1 0-1 0 0,0 0 1 0 0,-1-1 0 0 0,1 1-1 0 0,-2-1 1 0 0,-7 12-1 0 0,-4 3 1467 0 0,-28 32-1 0 0,11-20-1084 0 0,17-18-833 0 0,1 0 1 0 0,-26 36 0 0 0,41-52-681 0 0,0-1 0 0 0,0 0 0 0 0,0 0 0 0 0,0 0 0 0 0,0 0 0 0 0,-1 1 0 0 0,1-1-1 0 0,0 0 1 0 0,0 0 0 0 0,0 0 0 0 0,0 0 0 0 0,0 1 0 0 0,0-1 0 0 0,0 0 0 0 0,0 0 0 0 0,0 0 0 0 0,-1 1 0 0 0,1-1 0 0 0,0 0 0 0 0,0 0-1 0 0,0 1 1 0 0,0-1 0 0 0,0 0 0 0 0,0 0 0 0 0,0 0 0 0 0,1 1 0 0 0,-1-1 0 0 0,0 0 0 0 0,0 0 0 0 0,0 0 0 0 0,0 1 0 0 0,0-1 0 0 0,0 0-1 0 0,0 0 1 0 0,0 0 0 0 0,0 1 0 0 0,1-1 0 0 0,-1 0 0 0 0,0 0 0 0 0,0 0 0 0 0,0 0 0 0 0,1 1 0 0 0,10-2-231 0 0,14-7-156 0 0,-10 1 197 0 0,0 0 0 0 0,0-2 0 0 0,-1 1 0 0 0,0-2 0 0 0,14-12-1 0 0,4-2-13 0 0,57-35-1 0 0,-84 57 207 0 0,-1-1 0 0 0,0 1 0 0 0,1-1 0 0 0,0 1 0 0 0,-1 1 0 0 0,1-1 0 0 0,0 1 0 0 0,8-2 0 0 0,-11 3 30 0 0,0 1 1 0 0,0-1-1 0 0,0 0 0 0 0,-1 1 0 0 0,1-1 0 0 0,0 1 0 0 0,0 0 0 0 0,-1-1 0 0 0,1 1 0 0 0,0 0 0 0 0,1 2 0 0 0,0-2 73 0 0,-1 1-29 0 0,-1-1-1 0 0,1 1 0 0 0,0 0 1 0 0,0 0-1 0 0,-1 0 1 0 0,0 0-1 0 0,1 0 1 0 0,-1 0-1 0 0,0 0 0 0 0,0 0 1 0 0,0 0-1 0 0,0 1 1 0 0,0-1-1 0 0,0 0 1 0 0,-1 1-1 0 0,1 2 1 0 0,4 41 827 0 0,0 82 360 0 0,-4-120-1183 0 0,-1-8-67 0 0,0 1 0 0 0,0-1-1 0 0,0 0 1 0 0,1 1 0 0 0,-1-1-1 0 0,0 0 1 0 0,0 1-1 0 0,0-1 1 0 0,0 0 0 0 0,0 1-1 0 0,0-1 1 0 0,0 0 0 0 0,0 0-1 0 0,1 1 1 0 0,-1-1 0 0 0,0 0-1 0 0,0 1 1 0 0,0-1-1 0 0,1 0 1 0 0,-1 0 0 0 0,0 0-1 0 0,0 1 1 0 0,1-1 0 0 0,-1 0-1 0 0,0 0 1 0 0,1 0 0 0 0,-1 0-1 0 0,0 1 1 0 0,0-1-1 0 0,1 0 1 0 0,-1 0 0 0 0,0 0-1 0 0,1 0 1 0 0,-1 0 0 0 0,0 0-1 0 0,1 0 1 0 0,13-7 29 0 0,8-15-71 0 0,2-7-66 0 0,134-162-301 0 0,-147 179 423 0 0,0 1 0 0 0,26-19 0 0 0,-34 27-9 0 0,0 1 0 0 0,1-1 1 0 0,-1 1-1 0 0,1 0 0 0 0,-1 1 0 0 0,1-1 1 0 0,0 0-1 0 0,-1 1 0 0 0,1 0 0 0 0,0 0 1 0 0,0 0-1 0 0,0 1 0 0 0,0-1 1 0 0,0 1-1 0 0,0 0 0 0 0,0 0 0 0 0,5 0 1 0 0,-7 1 14 0 0,1 0 1 0 0,0 1-1 0 0,-1-1 1 0 0,1 0-1 0 0,-1 1 1 0 0,0-1-1 0 0,0 1 1 0 0,1 0-1 0 0,-1 0 1 0 0,0-1-1 0 0,0 2 1 0 0,-1-1-1 0 0,1 0 1 0 0,2 4-1 0 0,3 5 203 0 0,10 23 1 0 0,-9-17-160 0 0,9 22 8 0 0,20 72-1 0 0,-27-76-901 0 0,-7-21-958 0 0,1 1-1 0 0,1-1 0 0 0,0-1 1 0 0,8 15-1 0 0,-2-9-8120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5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38 316 23815 0 0,'0'0'1092'0'0,"-1"2"-25"0"0,-1 3-1007 0 0,1 1 1 0 0,-1-1-1 0 0,1 1 1 0 0,0 0 0 0 0,0 0-1 0 0,0-1 1 0 0,1 1-1 0 0,0 0 1 0 0,1 11-1 0 0,-1 16 272 0 0,-9 116 1862 0 0,-4 36 615 0 0,9-165-2617 0 0,1-9 143 0 0,7-19-225 0 0,43-118-186 0 0,-29 83-92 0 0,2 1 1 0 0,2 1-1 0 0,50-70 1 0 0,-63 99-224 0 0,2 0 1 0 0,-1 0-1 0 0,2 1 0 0 0,-1 0 0 0 0,1 1 1 0 0,1 0-1 0 0,0 1 0 0 0,1 0 1 0 0,-1 1-1 0 0,1 1 0 0 0,1 0 1 0 0,-1 1-1 0 0,1 1 0 0 0,31-8 0 0 0,-7 8-2694 0 0,1 0 0 0 0,0 3 0 0 0,-1 1 0 0 0,77 9 0 0 0,-103-6 2237 0 0,1 0 1 0 0,24 9-1 0 0,-33-9 963 0 0,-1 0-1 0 0,1 0 1 0 0,0 1 0 0 0,5 3 0 0 0,-7-4 332 0 0,-1 0-1 0 0,0-1 1 0 0,0 1 0 0 0,-1 0-1 0 0,1 0 1 0 0,0 0 0 0 0,-1 1-1 0 0,1-1 1 0 0,1 4 0 0 0,-2-4 65 0 0,0 1 0 0 0,-1 0 0 0 0,1 0 0 0 0,-1-1 0 0 0,0 1 0 0 0,0 0 0 0 0,0 0 0 0 0,0 0 0 0 0,0 0 0 0 0,0-1 0 0 0,-1 1 0 0 0,0 0 0 0 0,1 0 0 0 0,-1-1 0 0 0,-2 5 0 0 0,-2 4 1073 0 0,0-1 0 0 0,-9 15 0 0 0,2-8-577 0 0,-1 0-1 0 0,-1 0 0 0 0,-24 22 0 0 0,-53 37 624 0 0,-6-10-976 0 0,96-65-771 0 0,4-2-324 0 0,13-5 184 0 0,1 0 1 0 0,-1-1-1 0 0,0-1 1 0 0,-1-1-1 0 0,0 0 0 0 0,0-1 1 0 0,-1-1-1 0 0,0 0 1 0 0,15-17-1 0 0,-5 4-435 0 0,-1-2 1 0 0,38-57-1 0 0,-60 82 523 0 0,-4 15 211 0 0,-6 14 247 0 0,3-8 355 0 0,-8 42 1 0 0,13-57-581 0 0,0 0 1 0 0,1 1 0 0 0,0-1 0 0 0,0 1 0 0 0,0-1 0 0 0,1 1 0 0 0,0-1 0 0 0,0 1 0 0 0,0-1-1 0 0,1 0 1 0 0,-1 0 0 0 0,5 9 0 0 0,-4-11-82 0 0,0-1 0 0 0,0 1 1 0 0,0-1-1 0 0,1 0 0 0 0,-1 0 0 0 0,0 0 0 0 0,1 0 0 0 0,-1 0 1 0 0,1 0-1 0 0,0-1 0 0 0,0 1 0 0 0,0-1 0 0 0,0 0 1 0 0,0 1-1 0 0,0-2 0 0 0,0 1 0 0 0,0 0 0 0 0,0-1 0 0 0,0 1 1 0 0,0-1-1 0 0,0 0 0 0 0,4 0 0 0 0,3 0-91 0 0,0-1 1 0 0,0 0-1 0 0,0 0 0 0 0,0-1 1 0 0,17-6-1 0 0,-1-1-30 0 0,1-2 0 0 0,-2-1-1 0 0,1-1 1 0 0,-2-2 0 0 0,0 0 0 0 0,29-24 0 0 0,-37 25 202 0 0,1-1 0 0 0,-2-1 1 0 0,0-1-1 0 0,-1 0 1 0 0,0 0-1 0 0,-2-2 0 0 0,0 0 1 0 0,15-32-1 0 0,-9 4 149 0 0,-1-2 0 0 0,-3 1 0 0 0,13-79 0 0 0,-25 112 22 0 0,1-27 0 0 0,-3 41 192 0 0,-1 1-379 0 0,-1 1-1 0 0,1-1 1 0 0,0 1 0 0 0,0-1-1 0 0,0 1 1 0 0,0-1 0 0 0,0 1-1 0 0,0-1 1 0 0,0 1 0 0 0,0 0-1 0 0,0 0 1 0 0,0 0 0 0 0,0-1-1 0 0,1 1 1 0 0,-1 0 0 0 0,0 0-1 0 0,0 0 1 0 0,1 0 0 0 0,-1 0-1 0 0,1 0 1 0 0,-2 2 0 0 0,-8 25 227 0 0,3-3-170 0 0,2-1-1 0 0,0 1 1 0 0,0 30 0 0 0,2 78-150 0 0,3-131 45 0 0,1 37-616 0 0,8 39 0 0 0,-5-53 203 0 0,-2-5-659 0 0,5 41 7 0 0,-8-31-2167 0 0,-5-1-4697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53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23351 0 0,'0'0'2115'0'0,"2"1"-1649"0"0,17 3 339 0 0,0-1-1 0 0,0-1 1 0 0,0-1-1 0 0,22 0 1 0 0,81-11 225 0 0,-94 7-929 0 0,6-1-13 0 0,135-8 105 0 0,-160 12-198 0 0,0 0 1 0 0,0 1-1 0 0,0 0 1 0 0,0 0-1 0 0,12 5 1 0 0,-18-6 3 0 0,0 1 1 0 0,0 1 0 0 0,-1-1-1 0 0,1 0 1 0 0,-1 1 0 0 0,1-1-1 0 0,-1 1 1 0 0,0-1 0 0 0,1 1-1 0 0,-1 0 1 0 0,0 0-1 0 0,0 0 1 0 0,0 1 0 0 0,-1-1-1 0 0,1 0 1 0 0,0 1 0 0 0,-1-1-1 0 0,0 1 1 0 0,1-1 0 0 0,0 6-1 0 0,1 2 10 0 0,-1 0-1 0 0,-1 0 1 0 0,0 0-1 0 0,0 0 1 0 0,-1 0 0 0 0,0 0-1 0 0,-1 1 1 0 0,0-1-1 0 0,-4 14 1 0 0,0 9-103 0 0,5-32-294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4:53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17 24623 0 0,'-15'-5'1088'0'0,"9"4"224"0"0,-1-1-1048 0 0,1-1 184 0 0,-1-1-16 0 0,2 3 400 0 0,10 11-3032 0 0,2 1 928 0 0,2 3-9064 0 0</inkml:trace>
  <inkml:trace contextRef="#ctx0" brushRef="#br0" timeOffset="1">501 395 11975 0 0,'0'0'547'0'0,"-3"-19"202"0"0,2 18-573 0 0,1 1-1 0 0,-1-1 0 0 0,1 1 1 0 0,0 0-1 0 0,-1-1 0 0 0,1 1 1 0 0,-1-1-1 0 0,0 1 0 0 0,1 0 1 0 0,-1-1-1 0 0,1 1 0 0 0,-1 0 1 0 0,1 0-1 0 0,-1 0 0 0 0,0-1 1 0 0,1 1-1 0 0,-1 0 0 0 0,0 0 1 0 0,1 0-1 0 0,-1 0 0 0 0,0 0 1 0 0,1 0-1 0 0,-1 0 0 0 0,1 0 1 0 0,-1 0-1 0 0,0 0 1 0 0,1 1-1 0 0,-1-1 0 0 0,1 0 1 0 0,-2 1-1 0 0,-19 8 5749 0 0,19-8-5519 0 0,-17 8 1143 0 0,1 2-1 0 0,0 0 0 0 0,-29 25 0 0 0,37-27-1412 0 0,1-1 0 0 0,1 1-1 0 0,0 1 1 0 0,0 0 0 0 0,0 0 0 0 0,1 0-1 0 0,-9 21 1 0 0,15-29-130 0 0,0 0 0 0 0,0 1 0 0 0,0-1 0 0 0,0 1 0 0 0,0-1 0 0 0,1 1 1 0 0,-1 0-1 0 0,1-1 0 0 0,0 1 0 0 0,0 0 0 0 0,0-1 0 0 0,0 1 0 0 0,0 0 0 0 0,0-1 0 0 0,1 1 0 0 0,-1 0 0 0 0,1-1 0 0 0,0 1 0 0 0,0-1 1 0 0,0 1-1 0 0,0-1 0 0 0,0 0 0 0 0,2 3 0 0 0,0-1-6 0 0,0-1 0 0 0,1 1 1 0 0,-1-1-1 0 0,1 0 0 0 0,0 0 0 0 0,0 0 1 0 0,0-1-1 0 0,0 1 0 0 0,0-1 0 0 0,0 0 1 0 0,1 0-1 0 0,4 1 0 0 0,7 2-63 0 0,0-1 0 0 0,1 0 0 0 0,-1-2 0 0 0,1 0 0 0 0,0 0 0 0 0,26-3 0 0 0,-19 0-77 0 0,-1-2 1 0 0,0-1 0 0 0,-1 0 0 0 0,29-10 0 0 0,-47 12 123 0 0,1 0 1 0 0,0 0 0 0 0,-1 0 0 0 0,1 0 0 0 0,-1-1-1 0 0,0 1 1 0 0,0-1 0 0 0,0-1 0 0 0,0 1-1 0 0,0 0 1 0 0,-1-1 0 0 0,1 0 0 0 0,-1 1 0 0 0,3-7-1 0 0,-4 7 24 0 0,0 0-1 0 0,-1 0 1 0 0,0 0-1 0 0,0-1 1 0 0,1 1-1 0 0,-2-1 1 0 0,1 1-1 0 0,0-1 1 0 0,-1 1-1 0 0,0-1 1 0 0,0 1-1 0 0,0-1 1 0 0,0 1-1 0 0,0-1 1 0 0,-1 1-1 0 0,1-1 1 0 0,-1 1-1 0 0,0-1 1 0 0,0 1 0 0 0,-3-7-1 0 0,1 5 6 0 0,0 0-1 0 0,0 1 1 0 0,0-1 0 0 0,0 0-1 0 0,-1 1 1 0 0,1 0 0 0 0,-1 0-1 0 0,-6-5 1 0 0,-4-2 95 0 0,-20-11 0 0 0,22 15-984 0 0,0-1 0 0 0,1 0 0 0 0,-12-12 0 0 0,10 7-9222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30 101 13359 0 0,'-4'-6'165'0'0,"3"3"-27"0"0,-1 1 0 0 0,0-1 0 0 0,0 1-1 0 0,0-1 1 0 0,0 1 0 0 0,0 0-1 0 0,0 0 1 0 0,0 0 0 0 0,-1 0 0 0 0,-2-1-1 0 0,5 16 2673 0 0,0 29 46 0 0,3 211 1901 0 0,24 191-3012 0 0,-25-404-1606 0 0,1 18 42 0 0,-1-39-50 0 0,-3-14 25 0 0,-1-12-63 0 0,0-8-91 0 0,1 0 1 0 0,0 0-1 0 0,2 0 0 0 0,2-21 0 0 0,-1 11-1 0 0,35-286-65 0 0,-23 243 64 0 0,3 1 0 0 0,2 0 0 0 0,33-73 0 0 0,-45 123 0 0 0,25-54 0 0 0,-27 63 0 0 0,0 0 0 0 0,0-1 0 0 0,1 2 0 0 0,0-1 0 0 0,12-12 0 0 0,-16 19 6 0 0,-1 0 0 0 0,0-1 0 0 0,1 1 0 0 0,-1 0 0 0 0,1 0 0 0 0,-1 0 0 0 0,1 0 0 0 0,-1 1 0 0 0,1-1 0 0 0,0 0 0 0 0,-1 1 0 0 0,1-1 0 0 0,0 1 0 0 0,-1-1 0 0 0,1 1 1 0 0,0 0-1 0 0,0 0 0 0 0,0 0 0 0 0,-1 0 0 0 0,1 0 0 0 0,0 0 0 0 0,0 0 0 0 0,-1 1 0 0 0,1-1 0 0 0,0 1 0 0 0,0-1 0 0 0,-1 1 0 0 0,1 0 0 0 0,-1-1 0 0 0,1 1 0 0 0,0 0 0 0 0,-1 0 0 0 0,0 0 0 0 0,1 0 0 0 0,-1 1 0 0 0,3 1 0 0 0,1 3 32 0 0,0 0 1 0 0,0 1-1 0 0,0-1 1 0 0,-1 1-1 0 0,0 0 1 0 0,7 15-1 0 0,-3-2 16 0 0,-1 1 1 0 0,-1 0-1 0 0,4 24 0 0 0,6 68 38 0 0,-10-62-89 0 0,67 383-1794 0 0,-69-408 467 0 0,-2-16-123 0 0,0 1 0 0 0,6 19 0 0 0,-3-20-741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1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3 404 14743 0 0,'0'0'1136'0'0,"0"0"-746"0"0,-3-3-8 0 0,15-4 3722 0 0,35-18 1271 0 0,28-9-4312 0 0,-20 10-565 0 0,-9 4-124 0 0,82-26 0 0 0,-108 41-344 0 0,-1 0 0 0 0,1 1 0 0 0,0 2 0 0 0,1 0 0 0 0,-1 1 0 0 0,0 0 0 0 0,24 4 0 0 0,-35-2-20 0 0,0 1 1 0 0,0 0-1 0 0,0 1 1 0 0,-1 0-1 0 0,1 0 0 0 0,-1 1 1 0 0,0 0-1 0 0,0 0 0 0 0,13 10 1 0 0,-12-6 24 0 0,1 0 0 0 0,-1 0 1 0 0,-1 1-1 0 0,0 1 0 0 0,0-1 1 0 0,10 17-1 0 0,-8-7-47 0 0,0 0 0 0 0,-1 0 0 0 0,-1 1 0 0 0,-1 0 1 0 0,-1 0-1 0 0,0 1 0 0 0,-2-1 0 0 0,2 24 0 0 0,-4-8-1297 0 0,-2-34 386 0 0,1 2-445 0 0,-1-1-667 0 0</inkml:trace>
  <inkml:trace contextRef="#ctx0" brushRef="#br0" timeOffset="1">765 140 11055 0 0,'-10'-26'488'0'0,"7"13"104"0"0,0-2-472 0 0,1-1-120 0 0,2 2 0 0 0,0 1 0 0 0,-1-2 2000 0 0,1 5 376 0 0,0 2 2544 0 0,1-2-3864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1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5 184 8751 0 0,'-1'2'674'0'0,"-3"39"261"0"0,5 2 5091 0 0,4 41 3648 0 0,2 11-6768 0 0,-5-80-2514 0 0,0-1 0 0 0,1 1 0 0 0,7 21 0 0 0,-9-34-11 0 0,0-4-370 0 0,0 1 0 0 0,0-1 0 0 0,0 0 0 0 0,0 0 0 0 0,0 1-1 0 0,0-1 1 0 0,0 0 0 0 0,0 0 0 0 0,-1 0 0 0 0,1 0 0 0 0,0-2 0 0 0,-1 3-10 0 0,26-109 80 0 0,2-4-282 0 0,-25 101 92 0 0,39-117-761 0 0,-34 112-163 0 0,0-1 0 0 0,1 2 0 0 0,0-1 0 0 0,23-29 0 0 0,-16 28-903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1 550 16127 0 0,'1'0'3760'0'0,"22"-16"2571"0"0,13-11-4866 0 0,-4 2-1614 0 0,-14 12-405 0 0,56-38-2086 0 0,-61 45 1704 0 0,0-1-1 0 0,0 2 0 0 0,1-1 0 0 0,26-5 1 0 0,41-5-1436 0 0,-5-2-18 0 0</inkml:trace>
  <inkml:trace contextRef="#ctx0" brushRef="#br0" timeOffset="1">1111 1 13359 0 0,'-17'0'1789'0'0,"-1"2"-1"0"0,0 0 0 0 0,0 1 0 0 0,1 0 0 0 0,-1 2 1 0 0,-27 10-1 0 0,22-5-93 0 0,-24 13 0 0 0,-19 19-1995 0 0,13-9 446 0 0,-14 11-184 0 0,59-38-28 0 0,0 0 0 0 0,1 0 1 0 0,0 1-1 0 0,0 0 0 0 0,-10 15 0 0 0,16-20 28 0 0,0-1 0 0 0,0 1-1 0 0,0-1 1 0 0,0 1-1 0 0,0 0 1 0 0,0-1 0 0 0,0 1-1 0 0,1 0 1 0 0,-1 0-1 0 0,1 0 1 0 0,0 0 0 0 0,-1-1-1 0 0,1 1 1 0 0,0 0-1 0 0,0 0 1 0 0,0 0-1 0 0,0 0 1 0 0,0 0 0 0 0,1 0-1 0 0,-1-1 1 0 0,0 1-1 0 0,2 3 1 0 0,-1-3-14 0 0,1 0-1 0 0,-1 0 1 0 0,1 0-1 0 0,0 0 1 0 0,-1 0-1 0 0,1 0 1 0 0,0 0-1 0 0,0-1 1 0 0,0 1-1 0 0,1-1 1 0 0,-1 1 0 0 0,0-1-1 0 0,1 0 1 0 0,-1 0-1 0 0,5 2 1 0 0,12 2 1 0 0,0-1 1 0 0,0-1 0 0 0,0 0-1 0 0,0-2 1 0 0,28 0 0 0 0,-24-1 72 0 0,1 1 1 0 0,-1 1-1 0 0,25 6 1 0 0,-37-6 32 0 0,0 1-1 0 0,-1 0 1 0 0,0 1 0 0 0,0 0 0 0 0,12 7 0 0 0,-20-10-28 0 0,0 0 0 0 0,0 0 0 0 0,0 1 0 0 0,0-1 0 0 0,0 1 0 0 0,-1-1 0 0 0,1 1 0 0 0,0 0 0 0 0,-1 0 0 0 0,1 0 0 0 0,-1 0 0 0 0,0 0 0 0 0,0 0 0 0 0,1 0 0 0 0,-1 0 0 0 0,0 0 0 0 0,-1 0 0 0 0,1 1 0 0 0,0-1 0 0 0,-1 0 0 0 0,1 1 0 0 0,-1-1 0 0 0,0 1 0 0 0,0-1 0 0 0,0 0 0 0 0,0 1 0 0 0,0-1 0 0 0,0 0 0 0 0,-1 1 0 0 0,0 2 0 0 0,-2 3 22 0 0,-1 0-1 0 0,1 0 0 0 0,-1 0 0 0 0,-1 0 0 0 0,0-1 1 0 0,0 0-1 0 0,0 0 0 0 0,-1 0 0 0 0,0 0 0 0 0,0-1 1 0 0,-1 0-1 0 0,-7 5 0 0 0,-13 9-2173 0 0,-52 29 1 0 0,66-43 402 0 0,3-1-55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2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20239 0 0,'3'-9'354'0'0,"8"-14"1131"0"0,-10 22-1468 0 0,-1 0 0 0 0,1 0 0 0 0,-1 0 0 0 0,1 0 0 0 0,-1 0 0 0 0,1 1 0 0 0,0-1 0 0 0,0 0 0 0 0,-1 0 0 0 0,1 1 0 0 0,0-1 0 0 0,0 1 0 0 0,0-1 0 0 0,0 1 0 0 0,0-1 0 0 0,0 1 0 0 0,0-1 0 0 0,0 1 0 0 0,0 0 0 0 0,0-1 0 0 0,1 1 0 0 0,2-1 2377 0 0,4 6 158 0 0,-6-3-2392 0 0,0 0 1 0 0,0 0-1 0 0,0 0 1 0 0,0 0-1 0 0,0 0 1 0 0,0 1-1 0 0,-1-1 0 0 0,1 1 1 0 0,-1-1-1 0 0,0 1 1 0 0,0-1-1 0 0,0 1 1 0 0,0 0-1 0 0,0 0 1 0 0,1 5-1 0 0,0 5 1 0 0,-1 1 0 0 0,0 15 1 0 0,-1-20-44 0 0,2 234 322 0 0,1-175-1162 0 0,2 1 0 0 0,21 92-1 0 0,-21-140-1493 0 0,1 1 0 0 0,17 36 0 0 0,-18-46 166 0 0,-4-5-13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61 166 3223 0 0,'-12'-7'912'0'0,"-36"-32"16363"0"0,49 39-16902 0 0,0 0 0 0 0,0-1 1 0 0,0 1-1 0 0,0-1 0 0 0,0 1 1 0 0,0-1-1 0 0,0 0 0 0 0,0 0 1 0 0,0 1-1 0 0,1-3 0 0 0,4-1 313 0 0,5-1-229 0 0,0 0 0 0 0,1 1 1 0 0,-1 0-1 0 0,19-3 0 0 0,13-5 6 0 0,14-6-326 0 0,0 2-1 0 0,1 2 1 0 0,69-6 0 0 0,-115 18-112 0 0,0 2 0 0 0,0 0 1 0 0,0 0-1 0 0,0 1 1 0 0,0 1-1 0 0,0 0 0 0 0,20 6 1 0 0,-28-7-4 0 0,1 1 0 0 0,-1 0 1 0 0,0 0-1 0 0,0 0 1 0 0,0 0-1 0 0,0 1 0 0 0,0 0 1 0 0,0-1-1 0 0,-1 1 0 0 0,1 1 1 0 0,-1-1-1 0 0,0 0 0 0 0,0 1 1 0 0,0 0-1 0 0,-1-1 0 0 0,1 1 1 0 0,-1 0-1 0 0,0 1 1 0 0,0-1-1 0 0,0 0 0 0 0,-1 0 1 0 0,3 9-1 0 0,-3-4-35 0 0,0 0 0 0 0,0 0-1 0 0,-1 0 1 0 0,-1 1 0 0 0,1-1 0 0 0,-1 0 0 0 0,-1 0-1 0 0,0 0 1 0 0,0 0 0 0 0,-5 12 0 0 0,-2 1 102 0 0,-1 0 1 0 0,-24 37 0 0 0,32-55-178 0 0,-1 0 1 0 0,-1 0-1 0 0,1 0 1 0 0,0-1-1 0 0,-1 1 0 0 0,0-1 1 0 0,0 0-1 0 0,0 0 0 0 0,0 0 1 0 0,-9 4-1 0 0,12-7 57 0 0,1 0 0 0 0,-1 0 0 0 0,1 0 0 0 0,-1 0 0 0 0,1 0 0 0 0,-1 0 0 0 0,1 0 0 0 0,-1 0 0 0 0,1-1 0 0 0,-1 1 0 0 0,1 0 0 0 0,-1 0 0 0 0,1-1 0 0 0,-1 1 0 0 0,1 0 0 0 0,-1-1 0 0 0,1 1 1 0 0,0 0-1 0 0,-1-1 0 0 0,1 1 0 0 0,0 0 0 0 0,-1-1 0 0 0,1 1 0 0 0,-1-2 0 0 0,-6-11-587 0 0,6 7 469 0 0,0 0-1 0 0,0 0 0 0 0,1 0 1 0 0,0 0-1 0 0,0 0 1 0 0,1 0-1 0 0,-1-1 1 0 0,2 1-1 0 0,-1 0 1 0 0,0 0-1 0 0,1 1 0 0 0,4-9 1 0 0,-2 4 94 0 0,0 1 0 0 0,1-1 0 0 0,1 1 1 0 0,0 0-1 0 0,0 0 0 0 0,9-10 0 0 0,-11 16 70 0 0,-1-1-1 0 0,1 1 1 0 0,0 0 0 0 0,0 0-1 0 0,0 0 1 0 0,0 0 0 0 0,1 1-1 0 0,-1-1 1 0 0,7-1-1 0 0,-9 3 12 0 0,0 1 0 0 0,1-1-1 0 0,-1 1 1 0 0,1-1 0 0 0,0 1 0 0 0,-1 0-1 0 0,1 0 1 0 0,-1 0 0 0 0,1 0-1 0 0,-1 0 1 0 0,1 1 0 0 0,-1-1-1 0 0,1 1 1 0 0,-1 0 0 0 0,1-1-1 0 0,-1 1 1 0 0,0 0 0 0 0,1 1-1 0 0,2 1 1 0 0,4 4 142 0 0,0 1 0 0 0,-1 0 0 0 0,0 1 0 0 0,-1-1 1 0 0,1 2-1 0 0,-2-1 0 0 0,9 16 0 0 0,12 15 347 0 0,-11-19-340 0 0,0-2-1 0 0,22 22 1 0 0,-31-35-284 0 0,-1 0-1 0 0,1-1 1 0 0,1 0 0 0 0,-1 0-1 0 0,1 0 1 0 0,-1-1 0 0 0,1 0-1 0 0,0-1 1 0 0,1 0 0 0 0,8 3-1 0 0,-10-6-593 0 0,1 1 0 0 0,-1-1 0 0 0,0 0 0 0 0,0-1 0 0 0,0 0 0 0 0,8-1 0 0 0,-4-1-1417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3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2 475 5983 0 0,'-1'-51'16084'0'0,"18"133"-10245"0"0,10 63-3664 0 0,-20-121-1965 0 0,1 0 1 0 0,0-1-1 0 0,23 43 0 0 0,-29-63-198 0 0,9 11 42 0 0,-10-14-47 0 0,-1 0-1 0 0,1 1 0 0 0,-1-1 0 0 0,1 1 0 0 0,-1-1 1 0 0,1 0-1 0 0,0 0 0 0 0,-1 1 0 0 0,1-1 0 0 0,-1 0 1 0 0,1 0-1 0 0,0 0 0 0 0,-1 1 0 0 0,1-1 0 0 0,-1 0 1 0 0,1 0-1 0 0,0 0 0 0 0,0 0 0 0 0,1 0 10 0 0,14 0-3 0 0,-12-2-20 0 0,-2 0-1 0 0,1 1-9 0 0,0-1 0 0 0,0 0 0 0 0,-1 0 0 0 0,1 0 0 0 0,0-1 0 0 0,-1 1 0 0 0,0-1-1 0 0,1 1 1 0 0,-1-1 0 0 0,0 0 0 0 0,0 0 0 0 0,-1 0 0 0 0,3-5 0 0 0,1-4-52 0 0,0 0 0 0 0,3-18 1 0 0,1-3-32 0 0,2 2-92 0 0,2 0 0 0 0,1 1 1 0 0,27-43-1 0 0,-30 56 23 0 0,1 1 0 0 0,0 0 0 0 0,1 1-1 0 0,1 0 1 0 0,0 1 0 0 0,1 1 0 0 0,18-13 0 0 0,-28 23 103 0 0,0 0 0 0 0,0 0 1 0 0,0 0-1 0 0,0 1 0 0 0,0 0 0 0 0,0 0 0 0 0,0 0 0 0 0,1 1 1 0 0,-1 0-1 0 0,1 0 0 0 0,9-1 0 0 0,-6 3-28 0 0,1 0 0 0 0,-1 0 0 0 0,0 0 0 0 0,0 1 0 0 0,-1 1 0 0 0,13 4 0 0 0,-12-4 94 0 0,18 7 0 0 0,48 24 0 0 0,-29-11-5 0 0,-26-14-11 0 0,26 17 0 0 0,-41-23 10 0 0,0 0 0 0 0,0 1 0 0 0,-1 0 0 0 0,0 0 0 0 0,1 0 0 0 0,-1 0 0 0 0,-1 1-1 0 0,1 0 1 0 0,-1-1 0 0 0,3 7 0 0 0,-4-9-23 0 0,-1 1 0 0 0,0 0-1 0 0,0 0 1 0 0,0-1 0 0 0,-1 1 0 0 0,1 0-1 0 0,-1 0 1 0 0,0 0 0 0 0,0 0 0 0 0,0 0 0 0 0,0 0-1 0 0,0 0 1 0 0,-1 3 0 0 0,0 0 20 0 0,-1-1 0 0 0,0 0 1 0 0,1 0-1 0 0,-2 0 0 0 0,1 0 0 0 0,-5 7 1 0 0,-3 2 141 0 0,-1 0 1 0 0,0-1-1 0 0,-19 17 1 0 0,11-13-30 0 0,-1 0-1 0 0,0-1 1 0 0,-2-2-1 0 0,1 0 1 0 0,-2-1-1 0 0,0-1 1 0 0,-25 9-1 0 0,47-20-168 0 0,9-13-317 0 0,-4 9 337 0 0,30-41-46 0 0,33-54 0 0 0,21-54-121 0 0,-51 88 182 0 0,105-200 30 0 0,-104 180 619 0 0,-34 73-489 0 0,-1 0-1 0 0,0 0 0 0 0,0-1 0 0 0,-1 1 1 0 0,1-21-1 0 0,-3 30 508 0 0,-4 4-572 0 0,1 1-1 0 0,0-1 1 0 0,0 1 0 0 0,0 0-1 0 0,0 0 1 0 0,0 0 0 0 0,1 0-1 0 0,-1 1 1 0 0,1-1 0 0 0,0 1-1 0 0,0-1 1 0 0,0 1 0 0 0,0 0-1 0 0,1 0 1 0 0,-1-1 0 0 0,0 7-1 0 0,-3 8-60 0 0,2 0 0 0 0,-2 24 0 0 0,1-1 77 0 0,3 0 1 0 0,1 0 0 0 0,2 0 0 0 0,2 0-1 0 0,2 0 1 0 0,1-1 0 0 0,2 1 0 0 0,2-2-1 0 0,23 57 1 0 0,-26-79-75 0 0,-1-1 1 0 0,2 0-1 0 0,0-1 0 0 0,1 0 0 0 0,23 26 1 0 0,-26-34-136 0 0,0 0 0 0 0,0 0-1 0 0,1-1 1 0 0,0 0 0 0 0,1 0 0 0 0,-1-1 0 0 0,1 0 0 0 0,0-1 0 0 0,0 1 0 0 0,1-2 0 0 0,-1 0 0 0 0,11 3 0 0 0,-6-4-413 0 0,0 0-1 0 0,-1 0 1 0 0,24-2 0 0 0,14-5-7423 0 0,-20 0-270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4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36 8751 0 0,'-40'-19'-276'0'0,"31"16"1412"0"0,0-1 0 0 0,0 2-1 0 0,-1-1 1 0 0,-11-1 0 0 0,13 4-301 0 0,0-1 0 0 0,0 1 0 0 0,0 1 1 0 0,0-1-1 0 0,0 1 0 0 0,0 1 0 0 0,0-1 1 0 0,0 1-1 0 0,1 1 0 0 0,-1-1 0 0 0,-7 5 0 0 0,-6 5-489 0 0,0 0 0 0 0,1 1 0 0 0,1 1 0 0 0,0 1 0 0 0,1 1 0 0 0,0 1 0 0 0,2 0 0 0 0,0 1-1 0 0,1 1 1 0 0,0 0 0 0 0,-21 40 0 0 0,31-49-296 0 0,0 1-1 0 0,0 0 0 0 0,1 0 1 0 0,-4 19-1 0 0,7-25-53 0 0,0-1 0 0 0,1 0-1 0 0,-1 1 1 0 0,1-1 0 0 0,0 1 0 0 0,0-1-1 0 0,1 1 1 0 0,-1-1 0 0 0,1 1-1 0 0,0-1 1 0 0,0 0 0 0 0,0 0 0 0 0,1 1-1 0 0,0-1 1 0 0,2 4 0 0 0,-3-6-18 0 0,0-1 0 0 0,0 0 1 0 0,1 0-1 0 0,-1 1 1 0 0,0-1-1 0 0,1 0 0 0 0,-1 0 1 0 0,1 0-1 0 0,-1 0 0 0 0,1-1 1 0 0,-1 1-1 0 0,1 0 0 0 0,0-1 1 0 0,-1 1-1 0 0,1-1 1 0 0,0 1-1 0 0,0-1 0 0 0,-1 0 1 0 0,1 0-1 0 0,0 1 0 0 0,0-2 1 0 0,-1 1-1 0 0,1 0 0 0 0,0 0 1 0 0,2-1-1 0 0,5-1-95 0 0,0 0 1 0 0,-1 0-1 0 0,14-7 0 0 0,6-5-47 0 0,0-1-1 0 0,0-1 0 0 0,-2-2 0 0 0,0 0 0 0 0,29-28 0 0 0,-16 8 86 0 0,56-68 1 0 0,-71 75 282 0 0,-23 29 421 0 0,2 16-344 0 0,-1 0 0 0 0,0 23-1 0 0,-2-25-266 0 0,1 0 0 0 0,1 0 0 0 0,-1 0 0 0 0,6 16 0 0 0,-2-11-299 0 0,1-1 0 0 0,12 22 0 0 0,-15-34-159 0 0,-1 1-1 0 0,1-1 0 0 0,0 0 0 0 0,0 0 0 0 0,1 0 0 0 0,-1 0 0 0 0,1-1 0 0 0,-1 1 0 0 0,1-1 0 0 0,0 0 0 0 0,1 0 0 0 0,7 4 0 0 0,0-3-1524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4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5 131 2303 0 0,'0'2'12540'0'0,"-4"51"-3494"0"0,4 30-5201 0 0,5-51-2863 0 0,-4-25-542 0 0,0 1 1 0 0,0 0 0 0 0,0 8 0 0 0,0-18-408 0 0,-1 0 0 0 0,1-1 0 0 0,0 1 0 0 0,-1 0-1 0 0,1-1 1 0 0,2-2 0 0 0,2-5 5 0 0,15-55-15 0 0,-11 32-53 0 0,26-59 0 0 0,-30 83-117 0 0,-1 1 0 0 0,1-1 0 0 0,1 1 0 0 0,-1 0 0 0 0,1 0 0 0 0,1 1 0 0 0,-1 0 0 0 0,1 0 0 0 0,1 0 0 0 0,-1 1 0 0 0,10-6 0 0 0,-10 8-273 0 0,1 1 0 0 0,-1-1 0 0 0,0 2 0 0 0,1-1 0 0 0,-1 1 0 0 0,1 0 0 0 0,0 0 0 0 0,13 0 0 0 0,-4 1-1041 0 0,1 1-1 0 0,31 5 1 0 0,-14 0-346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406 613 8751 0 0,'0'0'674'0'0,"-8"-1"2131"0"0,5 0-1822 0 0,0 1 0 0 0,0 0 0 0 0,0 0 0 0 0,0 0-1 0 0,0 0 1 0 0,0 0 0 0 0,-4 1 0 0 0,-22 9 2379 0 0,14-2-2460 0 0,-22 16 0 0 0,29-19-255 0 0,-34 24 733 0 0,-49 44 1 0 0,72-57-1108 0 0,2 2 0 0 0,0 0 0 0 0,1 1 0 0 0,-23 36 0 0 0,28-38-302 0 0,6-11-77 0 0,1 0 0 0 0,1 0 0 0 0,-1 0 0 0 0,1 1 0 0 0,0-1 0 0 0,-3 12-1 0 0,6-17-379 0 0,4-1-159 0 0,-1-1 485 0 0,1 1-1 0 0,0-1 0 0 0,-1 0 1 0 0,1 0-1 0 0,0-1 1 0 0,-1 1-1 0 0,1-1 1 0 0,-1 0-1 0 0,0 0 0 0 0,7-4 1 0 0,3-5-276 0 0,17-16-1 0 0,-18 15 98 0 0,37-36 312 0 0,-1-3-1 0 0,-3-2 0 0 0,-2-2 1 0 0,-3-1-1 0 0,-2-2 1 0 0,-3-2-1 0 0,-2-2 1 0 0,44-116-1 0 0,-68 153 94 0 0,7-16 224 0 0,-2-1 0 0 0,13-66 0 0 0,-25 77 81 0 0,-2 30-335 0 0,0 0 1 0 0,0 0-1 0 0,0 0 0 0 0,0 0 0 0 0,0 0 0 0 0,0 0 0 0 0,0 1 1 0 0,0-1-1 0 0,-1 0 0 0 0,1 0 0 0 0,0 0 0 0 0,-1 0 0 0 0,1 0 1 0 0,0 1-1 0 0,-1-1 0 0 0,1 0 0 0 0,-1 0 0 0 0,1 1 0 0 0,-1-1 0 0 0,1 0 1 0 0,-1 1-1 0 0,0-1 0 0 0,1 0 0 0 0,-1 1 0 0 0,0-1 0 0 0,1 1 1 0 0,-1-1-1 0 0,0 1 0 0 0,-1-1 0 0 0,1 1 7 0 0,0 0 1 0 0,0 1-1 0 0,0-1 0 0 0,0 0 1 0 0,0 0-1 0 0,0 1 0 0 0,0-1 1 0 0,0 1-1 0 0,0-1 0 0 0,0 1 0 0 0,0-1 1 0 0,0 1-1 0 0,0 0 0 0 0,0-1 1 0 0,1 1-1 0 0,-1 0 0 0 0,-1 1 1 0 0,-13 17 285 0 0,14-17-270 0 0,-12 17 218 0 0,2 0 1 0 0,-18 41-1 0 0,-11 46-60 0 0,40-104-211 0 0,-15 42 59 0 0,2 0-1 0 0,3 0 1 0 0,-11 90 0 0 0,20-110-107 0 0,0 0 0 0 0,1 0 0 0 0,1-1 0 0 0,2 1 0 0 0,0 0 0 0 0,1-1 1 0 0,2 0-1 0 0,0 0 0 0 0,14 32 0 0 0,-14-43-164 0 0,0 0 0 0 0,1-1 0 0 0,0 1 0 0 0,1-2 0 0 0,0 1 0 0 0,13 11 0 0 0,-13-13-641 0 0,1-2 0 0 0,0 1 0 0 0,1-1 1 0 0,12 7-1 0 0,9 2-7876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5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0 264 12895 0 0,'2'0'10579'0'0,"34"-4"-5727"0"0,20 3-2954 0 0,12-1-1435 0 0,553-46 202 0 0,-387 8-2590 0 0,-137 20-7713 0 0,-64 13 1104 0 0</inkml:trace>
  <inkml:trace contextRef="#ctx0" brushRef="#br0" timeOffset="1">1064 10 18887 0 0,'-8'-3'264'0'0,"1"1"1"0"0,-1 1-1 0 0,1-1 0 0 0,-1 1 1 0 0,0 1-1 0 0,0 0 0 0 0,1 0 0 0 0,-1 0 1 0 0,0 1-1 0 0,1 0 0 0 0,-1 0 0 0 0,0 1 1 0 0,1 0-1 0 0,-11 4 0 0 0,18-6-88 0 0,-1 1 0 0 0,1-1-1 0 0,0 0 1 0 0,-1 0 0 0 0,1 0-1 0 0,-1 0 1 0 0,1 1 0 0 0,0-1-1 0 0,-1 0 1 0 0,1 1 0 0 0,0-1-1 0 0,-1 0 1 0 0,1 0 0 0 0,0 1-1 0 0,-1-1 1 0 0,1 0 0 0 0,0 1-1 0 0,0-1 1 0 0,-1 1 0 0 0,1-1 0 0 0,0 0-1 0 0,0 1 1 0 0,0-1 0 0 0,-1 1-1 0 0,1-1 1 0 0,0 1 0 0 0,0-1-1 0 0,0 0 1 0 0,0 2 0 0 0,0-2-95 0 0,1 1 0 0 0,-1 0 0 0 0,0 0-1 0 0,1 0 1 0 0,-1-1 0 0 0,1 1 0 0 0,-1 0 0 0 0,1 0 0 0 0,0-1 0 0 0,-1 1 0 0 0,1-1 0 0 0,-1 1 0 0 0,3 1 0 0 0,1 1-70 0 0,1 0 1 0 0,0 0-1 0 0,10 4 0 0 0,20 4 98 0 0,1-1-1 0 0,0-2 1 0 0,41 5-1 0 0,-62-11-96 0 0,17 3 12 0 0,12 0 14 0 0,0 3 1 0 0,-1 1-1 0 0,60 22 0 0 0,-98-29-21 0 0,0 0-1 0 0,0 1 1 0 0,0-1 0 0 0,0 1-1 0 0,-1 0 1 0 0,0 1 0 0 0,1-1-1 0 0,4 7 1 0 0,-7-9 2 0 0,-1 0 0 0 0,-1 0-1 0 0,1 0 1 0 0,0 1 0 0 0,0-1 0 0 0,0 0-1 0 0,-1 1 1 0 0,1-1 0 0 0,0 1 0 0 0,-1-1-1 0 0,0 1 1 0 0,1-1 0 0 0,-1 1 0 0 0,0-1-1 0 0,0 1 1 0 0,1-1 0 0 0,-1 1 0 0 0,-1 0 0 0 0,1-1-1 0 0,0 1 1 0 0,0-1 0 0 0,0 1 0 0 0,-1-1-1 0 0,1 1 1 0 0,-1-1 0 0 0,1 1 0 0 0,-1-1-1 0 0,0 0 1 0 0,0 1 0 0 0,1-1 0 0 0,-1 0 0 0 0,0 1-1 0 0,-2 0 1 0 0,-7 10 91 0 0,-1-1 0 0 0,0-1 0 0 0,0 0 1 0 0,-1 0-1 0 0,-1-1 0 0 0,-20 11 0 0 0,-89 37-610 0 0,80-39-344 0 0,7-2 81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22951 0 0,'0'0'2077'0'0,"2"0"-1707"0"0,45 10-245 0 0,-47-10-115 0 0,0 0 0 0 0,0 0 1 0 0,1 0-1 0 0,-1 0 0 0 0,0 0 0 0 0,0 0 0 0 0,0 0 1 0 0,0 0-1 0 0,0 0 0 0 0,0 0 0 0 0,1 0 0 0 0,-1 0 1 0 0,0 1-1 0 0,0-1 0 0 0,0 0 0 0 0,0 0 0 0 0,0 0 1 0 0,0 0-1 0 0,0 0 0 0 0,0 0 0 0 0,1 0 0 0 0,-1 0 1 0 0,0 1-1 0 0,0-1 0 0 0,0 0 0 0 0,0 0 0 0 0,0 0 0 0 0,0 0 1 0 0,0 0-1 0 0,0 0 0 0 0,0 1 0 0 0,0-1 0 0 0,0 0 1 0 0,0 0-1 0 0,0 0 0 0 0,0 0 0 0 0,0 0 0 0 0,0 1 1 0 0,0-1-1 0 0,0 0 0 0 0,0 0 0 0 0,-2 31 832 0 0,-2 0-1 0 0,-8 38 1 0 0,0-7-119 0 0,4 2 74 0 0,1 101 0 0 0,15 65-419 0 0,-7-207-387 0 0,1 9 12 0 0,0 1-750 0 0,-1-11-4997 0 0,-1-32-476 0 0,-2-1-1747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6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82 15199 0 0,'0'0'1172'0'0,"4"-8"-720"0"0,-1 5-39 0 0,-1-1 0 0 0,1 1 1 0 0,0 0-1 0 0,0 0 0 0 0,0 0 0 0 0,0 0 0 0 0,1 1 0 0 0,-1-1 0 0 0,1 1 1 0 0,0 0-1 0 0,-1 0 0 0 0,8-3 0 0 0,4 0 2519 0 0,31-6-1 0 0,-45 10-2912 0 0,33-5 601 0 0,0 0-1 0 0,43 0 0 0 0,-60 6-570 0 0,0 0 1 0 0,0 1-1 0 0,0 1 0 0 0,0 1 1 0 0,0 0-1 0 0,23 8 0 0 0,-37-10-46 0 0,0 0 1 0 0,0 0-1 0 0,0 1 0 0 0,0 0 0 0 0,0-1 1 0 0,0 1-1 0 0,0 0 0 0 0,-1 0 0 0 0,1 0 1 0 0,-1 1-1 0 0,1-1 0 0 0,-1 1 0 0 0,0-1 1 0 0,0 1-1 0 0,2 3 0 0 0,-3-4-2 0 0,0 0 1 0 0,0 1-1 0 0,-1-1 0 0 0,1 0 0 0 0,0 1 1 0 0,-1-1-1 0 0,0 1 0 0 0,0-1 0 0 0,0 0 1 0 0,0 1-1 0 0,0-1 0 0 0,0 1 1 0 0,0-1-1 0 0,-1 0 0 0 0,1 1 0 0 0,-1-1 1 0 0,0 0-1 0 0,0 1 0 0 0,0-1 1 0 0,0 0-1 0 0,-2 3 0 0 0,-3 5 41 0 0,0-1 0 0 0,-1 1 0 0 0,-1-1 0 0 0,0-1 0 0 0,0 1 0 0 0,-1-1 0 0 0,-9 7 0 0 0,-71 44 379 0 0,82-55-410 0 0,-18 11 75 0 0,-1 1-29 0 0,0 0-1 0 0,-39 34 1 0 0,55-40-57 0 0,6 0 0 0 0,4-8 0 0 0,0-1 0 0 0,0 1 0 0 0,1 0 0 0 0,-1-1 0 0 0,1 1 0 0 0,-1-1 0 0 0,1 1 0 0 0,-1-1 0 0 0,1 1 0 0 0,0-1 0 0 0,-1 1 0 0 0,1-1 0 0 0,0 0 0 0 0,0 1 0 0 0,0-1 0 0 0,0 0 0 0 0,1 0 0 0 0,-1 0 0 0 0,0 0 0 0 0,0 0 0 0 0,1 0 0 0 0,-1 0 0 0 0,1 0 0 0 0,-1 0 0 0 0,3 1 0 0 0,5 1 0 0 0,-1 1 0 0 0,1-1 0 0 0,11 2 0 0 0,-16-3 0 0 0,94 19 0 0 0,-62-14 0 0 0,-1 1 0 0 0,-1 1 0 0 0,56 24 0 0 0,-86-31-1 0 0,1 0 1 0 0,-1 0-1 0 0,0 1 0 0 0,-1-1 0 0 0,1 1 1 0 0,0 0-1 0 0,-1 0 0 0 0,0 1 0 0 0,1-1 1 0 0,-1 1-1 0 0,3 5 0 0 0,-5-7 6 0 0,1 0 0 0 0,-1 1 0 0 0,0-1 0 0 0,-1 0 0 0 0,1 1 0 0 0,0 0 1 0 0,-1-1-1 0 0,1 1 0 0 0,-1-1 0 0 0,0 1 0 0 0,1 0 0 0 0,-2-1 0 0 0,1 1 0 0 0,0-1 0 0 0,0 1 0 0 0,-1 0 0 0 0,1-1 0 0 0,-1 1 0 0 0,0-1 1 0 0,0 1-1 0 0,-2 3 0 0 0,-2 3 22 0 0,0 0 1 0 0,-1-1-1 0 0,0 1 1 0 0,-1-1-1 0 0,0 0 1 0 0,0-1-1 0 0,-1 0 1 0 0,-9 7-1 0 0,-8 5 5 0 0,-39 22-1 0 0,26-21-34 0 0,-1-1 0 0 0,-1-2-1 0 0,-1-1 1 0 0,-47 10 0 0 0,-23-2-3882 0 0,90-22-3065 0 0,3-3-2076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7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21967 0 0,'2'0'1009'0'0,"6"0"-721"0"0,1 0 0 0 0,0 1-1 0 0,-1 0 1 0 0,1 0-1 0 0,-1 1 1 0 0,1 0-1 0 0,-1 0 1 0 0,0 1 0 0 0,1 0-1 0 0,-1 1 1 0 0,-1 0-1 0 0,1 0 1 0 0,-1 0-1 0 0,1 1 1 0 0,-1 0 0 0 0,-1 1-1 0 0,1-1 1 0 0,-1 1-1 0 0,0 1 1 0 0,0-1-1 0 0,8 13 1 0 0,1 4 104 0 0,-2 0 0 0 0,0 1 0 0 0,-1 1 0 0 0,-2 0 0 0 0,0 0 0 0 0,7 32 0 0 0,-17-55 16 0 0,-1-3-401 0 0,1 0 1 0 0,-1 0-1 0 0,0 0 1 0 0,0 0-1 0 0,1-1 1 0 0,-1 1-1 0 0,0 0 1 0 0,1 0-1 0 0,-1 0 1 0 0,1-1-1 0 0,-1-1 1 0 0,1 2-2 0 0,-1-6-13 0 0,-1 0-1 0 0,1-1 1 0 0,1 1 0 0 0,-1-1-1 0 0,1 1 1 0 0,1 0 0 0 0,-1-1-1 0 0,1 1 1 0 0,1 0-1 0 0,-1-1 1 0 0,1 1 0 0 0,0 0-1 0 0,1 0 1 0 0,4-10 0 0 0,2 0-101 0 0,1-1 0 0 0,0 1 0 0 0,2 1 0 0 0,14-18 1 0 0,-10 16-99 0 0,2 0-1 0 0,-1 2 1 0 0,2 0 0 0 0,0 2 0 0 0,1 0 0 0 0,0 0 0 0 0,1 2 0 0 0,1 1 0 0 0,37-15-1 0 0,-47 22 53 0 0,-1 1 0 0 0,1 0 0 0 0,12-1 0 0 0,-21 3 130 0 0,1 1 1 0 0,-1 0-1 0 0,1-1 0 0 0,-1 1 1 0 0,1 1-1 0 0,-1-1 0 0 0,1 0 0 0 0,-1 1 1 0 0,1 0-1 0 0,-1 0 0 0 0,1 0 1 0 0,-1 0-1 0 0,0 0 0 0 0,6 3 0 0 0,-7-2 57 0 0,-1 0 0 0 0,1 0 0 0 0,0 0-1 0 0,-1 0 1 0 0,1 0 0 0 0,-1 0-1 0 0,0 1 1 0 0,1-1 0 0 0,-1 0-1 0 0,0 1 1 0 0,0-1 0 0 0,-1 1 0 0 0,1-1-1 0 0,0 1 1 0 0,-1-1 0 0 0,0 1-1 0 0,1 0 1 0 0,-1-1 0 0 0,0 1-1 0 0,-1-1 1 0 0,1 1 0 0 0,0 0 0 0 0,-2 3-1 0 0,-1 8 220 0 0,0-1 0 0 0,-1 0 1 0 0,-7 15-1 0 0,8-23-171 0 0,-20 47 537 0 0,13-30-450 0 0,1-1-1 0 0,0 1 1 0 0,-7 33-1 0 0,15-44-167 0 0,4-3 0 0 0,-1-7-15 0 0,-1 0 0 0 0,0 0-1 0 0,1-1 1 0 0,-1 1 0 0 0,0 0 0 0 0,1-1-1 0 0,-1 1 1 0 0,1-1 0 0 0,-1 1 0 0 0,1-1-1 0 0,0 0 1 0 0,-1 1 0 0 0,1-1 0 0 0,-1 0-1 0 0,1 0 1 0 0,-1 0 0 0 0,1-1 0 0 0,0 1-1 0 0,-1 0 1 0 0,1 0 0 0 0,-1-1 0 0 0,1 1-1 0 0,-1-1 1 0 0,1 0 0 0 0,2-1 0 0 0,2-1-55 0 0,0 0 1 0 0,0 0-1 0 0,-1-1 1 0 0,10-8-1 0 0,-1-1-46 0 0,-1 0 0 0 0,0-2 1 0 0,21-30-1 0 0,24-53-256 0 0,-57 95 359 0 0,9-10-66 0 0,-9 12 68 0 0,1-1 0 0 0,-1 1-1 0 0,0-1 1 0 0,0 1 0 0 0,0-1-1 0 0,0 1 1 0 0,0-1-1 0 0,0 0 1 0 0,-1 1 0 0 0,1-1-1 0 0,0 0 1 0 0,0-2-1 0 0,-1 2-41 0 0,-11 19 82 0 0,6-10-8 0 0,1 1 0 0 0,1 0-1 0 0,0-1 1 0 0,0 1-1 0 0,0 1 1 0 0,1-1-1 0 0,0 0 1 0 0,1 0-1 0 0,-1 1 1 0 0,2-1 0 0 0,-1 1-1 0 0,1-1 1 0 0,1 1-1 0 0,-1-1 1 0 0,2 1-1 0 0,2 11 1 0 0,-3-14-24 0 0,1-1 1 0 0,0 1-1 0 0,0-1 1 0 0,1 0-1 0 0,-1 1 1 0 0,1-1-1 0 0,0-1 1 0 0,1 1-1 0 0,-1 0 1 0 0,1-1-1 0 0,0 0 1 0 0,0 0-1 0 0,0 0 1 0 0,1 0-1 0 0,-1 0 1 0 0,1-1-1 0 0,0 0 1 0 0,0 0-1 0 0,0 0 1 0 0,0-1-1 0 0,1 0 1 0 0,-1 0-1 0 0,1 0 1 0 0,10 1-1 0 0,-7-1-20 0 0,0-2 0 0 0,0 1 0 0 0,0-2 0 0 0,0 1 0 0 0,0-1 0 0 0,0 0 0 0 0,-1-1 0 0 0,1 0 0 0 0,0 0 0 0 0,-1-1 0 0 0,1 0 0 0 0,-1-1 0 0 0,0 1 0 0 0,0-2 0 0 0,0 1 0 0 0,8-7 0 0 0,-8 5 0 0 0,-1 0-1 0 0,0 0 1 0 0,0-1 0 0 0,0 0-1 0 0,-1 0 1 0 0,0 0 0 0 0,0-1 0 0 0,-1 0-1 0 0,0 0 1 0 0,-1 0 0 0 0,0 0-1 0 0,0-1 1 0 0,0 0 0 0 0,-1 0-1 0 0,2-12 1 0 0,-2 6 59 0 0,0-1 0 0 0,-2 0 0 0 0,0-28 0 0 0,0 43-34 0 0,-1 1 0 0 0,0-1 0 0 0,0 1 0 0 0,0-1 0 0 0,0 1 0 0 0,0 0 0 0 0,0-1 0 0 0,0 1 0 0 0,0-1-1 0 0,-1 1 1 0 0,1-1 0 0 0,0 1 0 0 0,0 0 0 0 0,0-1 0 0 0,0 1 0 0 0,0-1 0 0 0,-1 1 0 0 0,1 0 0 0 0,0-1 0 0 0,0 1 0 0 0,-1 0 0 0 0,1-1 0 0 0,0 1 0 0 0,-1 0 0 0 0,1-1-1 0 0,0 1 1 0 0,-1 0 0 0 0,0-1 0 0 0,1 2 6 0 0,-1-1-1 0 0,1 0 0 0 0,-1 0 0 0 0,1 1 1 0 0,-1-1-1 0 0,1 0 0 0 0,-1 1 1 0 0,1-1-1 0 0,-1 1 0 0 0,1-1 0 0 0,-1 0 1 0 0,1 1-1 0 0,0-1 0 0 0,-1 1 0 0 0,1-1 1 0 0,-1 2-1 0 0,-1 2 29 0 0,0 0 0 0 0,0 1 0 0 0,0-1 0 0 0,-2 6 0 0 0,3-3-53 0 0,1-1 0 0 0,-1 1 0 0 0,1-1 0 0 0,1 0 0 0 0,-1 1 0 0 0,1-1 0 0 0,0 0 0 0 0,0 1 0 0 0,1-1 0 0 0,0 0 0 0 0,0 0 0 0 0,1 0 0 0 0,-1 0 0 0 0,1 0 0 0 0,0-1 0 0 0,1 1 0 0 0,0-1 0 0 0,-1 0 0 0 0,2 0 0 0 0,-1 0-1 0 0,0-1 1 0 0,1 1 0 0 0,0-1 0 0 0,5 3 0 0 0,-3-2-6 0 0,0 0-1 0 0,0-1 1 0 0,0 0-1 0 0,0 0 1 0 0,1-1-1 0 0,0 0 0 0 0,-1 0 1 0 0,1-1-1 0 0,0 0 1 0 0,0 0-1 0 0,0-1 1 0 0,1 0-1 0 0,-1 0 1 0 0,0-1-1 0 0,0 0 0 0 0,1-1 1 0 0,-1 1-1 0 0,11-4 1 0 0,-11 2 14 0 0,-1 0 1 0 0,0-1 0 0 0,1 0-1 0 0,-1 0 1 0 0,0-1-1 0 0,-1 0 1 0 0,1 0 0 0 0,-1 0-1 0 0,1-1 1 0 0,-1 0-1 0 0,-1 0 1 0 0,1-1 0 0 0,-1 0-1 0 0,0 0 1 0 0,0 0-1 0 0,6-11 1 0 0,40-91 8 0 0,-45 93 0 0 0,11-28 71 0 0,-16 41 395 0 0,-1 5-296 0 0,-13 154 928 0 0,1 5-527 0 0,13-43-1413 0 0,31 216 0 0 0,-31-327 312 0 0,1 1-50 0 0,-2-2-5127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7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58 10591 0 0,'-2'-8'586'0'0,"-18"-42"16838"0"0,16 59-14804 0 0,-2 12-3157 0 0,3 2 714 0 0,1-1-1 0 0,1 1 0 0 0,1 0 1 0 0,0 0-1 0 0,6 28 0 0 0,-4-33-143 0 0,24 195 47 0 0,-8-77-1182 0 0,1 144 0 0 0,-18-259 182 0 0,-1-1-3755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8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64 307 5063 0 0,'-9'-10'140'0'0,"1"0"-1"0"0,0 0 0 0 0,1-1 1 0 0,0 0-1 0 0,1-1 0 0 0,0 1 1 0 0,-4-15-1 0 0,9 24 688 0 0,1 0 0 0 0,-1 0-1 0 0,1 0 1 0 0,0 0 0 0 0,-1 0 0 0 0,1 0 0 0 0,0 0-1 0 0,0 0 1 0 0,1 0 0 0 0,-1 0 0 0 0,0 0-1 0 0,1 0 1 0 0,-1 0 0 0 0,1 0 0 0 0,1-3 0 0 0,0 2-254 0 0,-1 1 1 0 0,1-1-1 0 0,0 1 1 0 0,-1 0-1 0 0,1 0 1 0 0,1-1-1 0 0,-1 1 1 0 0,0 1-1 0 0,0-1 1 0 0,4-2-1 0 0,5-2-64 0 0,1 1 0 0 0,0 0 0 0 0,0 0 0 0 0,16-3 0 0 0,-6 1 334 0 0,29-10-432 0 0,0 2-1 0 0,80-12 1 0 0,-124 26-374 0 0,1 0-1 0 0,-1 1 1 0 0,1-1-1 0 0,-1 2 1 0 0,1-1-1 0 0,-1 1 1 0 0,0 0-1 0 0,12 4 1 0 0,-17-4-18 0 0,1 0 1 0 0,-1 0-1 0 0,0 0 1 0 0,0 0-1 0 0,1 0 1 0 0,-1 1-1 0 0,0-1 1 0 0,0 1-1 0 0,0 0 1 0 0,-1-1-1 0 0,1 1 0 0 0,0 0 1 0 0,-1 0-1 0 0,1 0 1 0 0,-1 0-1 0 0,1 0 1 0 0,-1 1-1 0 0,0-1 1 0 0,0 0-1 0 0,0 1 1 0 0,0-1-1 0 0,-1 0 1 0 0,1 1-1 0 0,-1-1 0 0 0,1 1 1 0 0,-1-1-1 0 0,0 1 1 0 0,0 3-1 0 0,-1 3 42 0 0,0 0 1 0 0,0 0-1 0 0,-1 0 0 0 0,0 0 0 0 0,-1 0 0 0 0,0 0 0 0 0,-5 9 0 0 0,4-8-40 0 0,0 0-1 0 0,0 0 1 0 0,1 0-1 0 0,0 0 1 0 0,1 0 0 0 0,1 1-1 0 0,-2 14 1 0 0,5-25-46 0 0,-1 1 1 0 0,1-1 0 0 0,-1 0 0 0 0,1 0 0 0 0,0 0-1 0 0,-1 0 1 0 0,1 0 0 0 0,-1 0 0 0 0,1-1-1 0 0,-1 1 1 0 0,4-1 0 0 0,3-4-15 0 0,0 1 0 0 0,0-1 0 0 0,0 0 1 0 0,-1-1-1 0 0,1 0 0 0 0,-1 0 0 0 0,11-13 0 0 0,11-10-10 0 0,49-48-66 0 0,-54 51 48 0 0,52-42 1 0 0,-75 67 66 0 0,0 0 0 0 0,1 0 0 0 0,-1-1 0 0 0,1 1 0 0 0,0 0 0 0 0,-1 1 0 0 0,1-1 0 0 0,0 0 0 0 0,-1 0 0 0 0,1 1 0 0 0,3-2 0 0 0,3 4 11 0 0,-7 0-3 0 0,1-1 0 0 0,-1 0 0 0 0,0 1 0 0 0,0-1 0 0 0,0 1 0 0 0,0 0 0 0 0,0-1-1 0 0,0 1 1 0 0,0 0 0 0 0,0-1 0 0 0,-1 1 0 0 0,1 0 0 0 0,0 4 0 0 0,4 26 138 0 0,-5-30-134 0 0,17 117 272 0 0,-13-99-225 0 0,1-1 0 0 0,1 1 0 0 0,16 35 0 0 0,-20-51-59 0 0,1 1 0 0 0,-1-2 0 0 0,1 1 0 0 0,-1 0 0 0 0,1 0 0 0 0,0-1 0 0 0,1 0 0 0 0,-1 1 0 0 0,5 3 0 0 0,-6-7 0 0 0,-1 1 0 0 0,0 0 0 0 0,1-1 0 0 0,-1 1 0 0 0,0 0 0 0 0,1-1 0 0 0,-1 0 0 0 0,1 1 0 0 0,-1-1 0 0 0,1 0 0 0 0,-1 0 0 0 0,1 0 0 0 0,-1 0 0 0 0,1 0 0 0 0,-1 0 0 0 0,1 0 0 0 0,-1 0 0 0 0,1-1 0 0 0,-1 1 0 0 0,0 0 0 0 0,1-1 0 0 0,-1 0 0 0 0,1 1 0 0 0,-1-1 0 0 0,0 0 0 0 0,3-1 0 0 0,-2 0 0 0 0,5-2 0 0 0,0-1 0 0 0,-1-1 0 0 0,0 1 0 0 0,0-1 0 0 0,0 0 0 0 0,-1 0 0 0 0,0-1 0 0 0,5-8 0 0 0,12-14 0 0 0,132-132 0 0 0,-138 146-12 0 0,0 0 0 0 0,2 2 0 0 0,0 0 0 0 0,0 1 0 0 0,32-16 0 0 0,-48 27 20 0 0,0 0 0 0 0,0 0 0 0 0,1 0 0 0 0,-1 0 0 0 0,0 0 0 0 0,1 0 1 0 0,-1 1-1 0 0,0-1 0 0 0,1 1 0 0 0,-1 0 0 0 0,1 0 0 0 0,-1 0 0 0 0,1 0 0 0 0,-1 0 0 0 0,0 0 0 0 0,1 1 0 0 0,-1-1 0 0 0,1 1 0 0 0,-1-1 0 0 0,0 1 1 0 0,1 0-1 0 0,-1 0 0 0 0,0 0 0 0 0,0 0 0 0 0,0 1 0 0 0,0-1 0 0 0,0 1 0 0 0,0-1 0 0 0,0 1 0 0 0,0 0 0 0 0,-1-1 0 0 0,1 1 0 0 0,0 0 0 0 0,-1 0 1 0 0,0 0-1 0 0,3 4 0 0 0,4 12 133 0 0,0 0 0 0 0,-2 0 1 0 0,1 1-1 0 0,5 32 1 0 0,0 1-100 0 0,-7-33-295 0 0,1-1-1 0 0,1 0 1 0 0,0 0 0 0 0,19 31-1 0 0,-13-31-455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8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46 10135 0 0,'-1'-5'294'0'0,"0"0"0"0"0,0 0 0 0 0,1 0 0 0 0,0-20 15043 0 0,-3 34-11855 0 0,-2 3-5233 0 0,-21 41 2675 0 0,-41 62-1 0 0,-12 20-262 0 0,-13 76-125 0 0,82-181-469 0 0,1 1-1 0 0,1 0 1 0 0,2 0 0 0 0,1 0-1 0 0,-1 38 1 0 0,6-58-157 0 0,0 0 0 0 0,1-1 0 0 0,0 1 0 0 0,1-1 0 0 0,0 1 0 0 0,1-1 0 0 0,0 1 1 0 0,0-1-1 0 0,5 10 0 0 0,-5-14 20 0 0,0-1-1 0 0,1 0 1 0 0,-1 0 0 0 0,1 0 0 0 0,0 0 0 0 0,0-1-1 0 0,0 0 1 0 0,1 1 0 0 0,-1-1 0 0 0,1-1 0 0 0,0 1-1 0 0,0-1 1 0 0,0 0 0 0 0,1 0 0 0 0,-1 0 0 0 0,1-1 0 0 0,6 2-1 0 0,5 0-474 0 0,-1-1 0 0 0,1-1-1 0 0,-1-1 1 0 0,1 0 0 0 0,-1-1-1 0 0,1-1 1 0 0,23-4 0 0 0,3-1-986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8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58 10135 0 0,'0'-3'62'0'0,"0"-1"0"0"0,-1 1-1 0 0,1-1 1 0 0,-1 1-1 0 0,0-1 1 0 0,0 1 0 0 0,-1-1-1 0 0,1 1 1 0 0,-1 0-1 0 0,1 0 1 0 0,-4-5 0 0 0,4 7 140 0 0,0 0 0 0 0,0 0 0 0 0,0 0 0 0 0,0 0 0 0 0,-1 0 0 0 0,1 0 0 0 0,0 0 0 0 0,0 0 0 0 0,-1 1 0 0 0,1-1 0 0 0,0 0 0 0 0,-3 0 0 0 0,2 1 488 0 0,0 0 0 0 0,0-1-1 0 0,0 1 1 0 0,0 0 0 0 0,0 0-1 0 0,0 0 1 0 0,0 1 0 0 0,0-1-1 0 0,0 0 1 0 0,0 1 0 0 0,0-1-1 0 0,-1 2 1 0 0,-4 0 730 0 0,1 1 0 0 0,0 1 1 0 0,-8 4-1 0 0,-17 17 555 0 0,16-10-1582 0 0,-22 28 1 0 0,21-23-275 0 0,2 1 0 0 0,1 1 0 0 0,0 0 0 0 0,2 0 0 0 0,1 2 1 0 0,-10 27-1 0 0,15-34-100 0 0,1-1 1 0 0,1 1-1 0 0,0 0 1 0 0,1 0 0 0 0,1 0-1 0 0,0 0 1 0 0,1 0-1 0 0,1 0 1 0 0,1 0-1 0 0,4 19 1 0 0,-5-30-25 0 0,1 0 0 0 0,0 0 0 0 0,0 0 0 0 0,1 0 0 0 0,0 0 0 0 0,0-1 0 0 0,0 1 0 0 0,1-1 0 0 0,-1 0 0 0 0,1 0 0 0 0,0 0 0 0 0,1 0 0 0 0,5 4 0 0 0,-2-3-394 0 0,0 0 0 0 0,0-1-1 0 0,1 0 1 0 0,-1-1 0 0 0,1 0-1 0 0,0 0 1 0 0,0-1-1 0 0,10 2 1 0 0,7 2-6609 0 0,0 1-2160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9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18 128 15663 0 0,'-2'-1'304'0'0,"1"1"0"0"0,0-1 1 0 0,-1 1-1 0 0,1-1 0 0 0,0 1 0 0 0,-1-1 0 0 0,1 0 0 0 0,0 0 0 0 0,0 0 0 0 0,0 0 0 0 0,0 0 0 0 0,-1-9 7695 0 0,2 9-7614 0 0,8-8 1507 0 0,12-2-1554 0 0,19-5 95 0 0,1 2-1 0 0,54-12 1 0 0,-69 20-365 0 0,77-15 60 0 0,-87 18-94 0 0,1 2 0 0 0,-1 0 1 0 0,1 1-1 0 0,25 3 0 0 0,-38-2-19 0 0,0-1-1 0 0,0 1 1 0 0,0 0-1 0 0,0 0 1 0 0,0 0-1 0 0,0 1 1 0 0,-1-1 0 0 0,1 1-1 0 0,0-1 1 0 0,-1 1-1 0 0,0 0 1 0 0,1 0-1 0 0,-1 0 1 0 0,0 0-1 0 0,0 1 1 0 0,0-1 0 0 0,0 0-1 0 0,0 1 1 0 0,-1 0-1 0 0,1-1 1 0 0,-1 1-1 0 0,0 0 1 0 0,2 3 0 0 0,1 7 37 0 0,0 0 0 0 0,-1 0 0 0 0,-1 1 0 0 0,1 13 0 0 0,2 8-11 0 0,-3-24-35 0 0,0 1-126 0 0,1-1 1 0 0,-1 0-1 0 0,7 16 1 0 0,-7-24-97 0 0,0 0 1 0 0,-1 1-1 0 0,1-1 1 0 0,1 0-1 0 0,-1 0 1 0 0,0 0-1 0 0,1 0 1 0 0,-1 0 0 0 0,1-1-1 0 0,0 1 1 0 0,0-1-1 0 0,0 1 1 0 0,0-1-1 0 0,5 2 1 0 0,8 3-1777 0 0,0-1-411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2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343 184 19207 0 0,'-2'-88'2024'0'0,"1"51"6068"0"0,1 39-7908 0 0,-1-1 0 0 0,0 0 1 0 0,1 0-1 0 0,-1 1 0 0 0,0-1 0 0 0,0 0 0 0 0,0 0 0 0 0,0 0 0 0 0,-2 2 1 0 0,-3 3 8 0 0,4 2-111 0 0,-1-1 1 0 0,1 0 0 0 0,0 1-1 0 0,0-1 1 0 0,1 1 0 0 0,0-1-1 0 0,0 12 1 0 0,-1 4-2 0 0,-1 9-31 0 0,2-1-1 0 0,1 1 1 0 0,1 0-1 0 0,6 31 0 0 0,2-11-119 0 0,25 83-1 0 0,-25-109-949 0 0,21 42 0 0 0,-29-66 360 0 0</inkml:trace>
  <inkml:trace contextRef="#ctx0" brushRef="#br0" timeOffset="1">39 174 5983 0 0,'-8'-12'506'0'0,"-6"-12"-464"0"0,2 7 3682 0 0,12 17-3275 0 0,-1-1 0 0 0,1 1-1 0 0,0-1 1 0 0,-1 0-1 0 0,1 1 1 0 0,-1-1-1 0 0,1 0 1 0 0,0 0 0 0 0,0 1-1 0 0,-1-1 1 0 0,1 0-1 0 0,0 1 1 0 0,0-1 0 0 0,0 0-1 0 0,0 0 1 0 0,0 0-1 0 0,0 1 1 0 0,0-1-1 0 0,0 0 1 0 0,0 0 0 0 0,1 0-1 0 0,-1 0-49 0 0,1 0 1 0 0,-1 0-1 0 0,1 0 0 0 0,-1 0 0 0 0,1 0 1 0 0,0 0-1 0 0,-1 0 0 0 0,1 0 0 0 0,0 1 1 0 0,0-1-1 0 0,0 0 0 0 0,0 0 0 0 0,1 0 0 0 0,1-1-49 0 0,0 1 0 0 0,1-1-1 0 0,0 1 1 0 0,-1-1 0 0 0,1 1-1 0 0,0 0 1 0 0,-1 0 0 0 0,5 0-1 0 0,130-7 387 0 0,47-5 35 0 0,-152 9-796 0 0,183-25-3121 0 0,-168 19-3593 0 0,-1-5-2079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0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2303 0 0,'0'0'102'0'0,"2"0"-1"0"0,10 0 1984 0 0,0 2 0 0 0,0-1 0 0 0,-1 1-1 0 0,1 1 1 0 0,15 5 0 0 0,24 12 5115 0 0,-18-5-5526 0 0,-18-9-2227 0 0,41 22 2200 0 0,0 3 0 0 0,78 58-1 0 0,-105-69-1225 0 0,-2 2 0 0 0,0 1 0 0 0,-2 1 0 0 0,-1 2 0 0 0,0 0 0 0 0,19 30 0 0 0,-27-31-308 0 0,0 0 1 0 0,-2 2 0 0 0,-1-1 0 0 0,-1 2 0 0 0,-1 0 0 0 0,-1 0 0 0 0,8 44 0 0 0,-11-33-82 0 0,-2 2 0 0 0,-2-1 0 0 0,-1 0 0 0 0,-2 1 0 0 0,-2-1 0 0 0,-1 0 0 0 0,-3 0 1 0 0,-1 0-1 0 0,-2-1 0 0 0,-1 0 0 0 0,-2 0 0 0 0,-29 60 0 0 0,33-85-65 0 0,0 1 1 0 0,-2-1-1 0 0,-16 20 0 0 0,-40 37-1789 0 0,17-19-738 0 0,21-19 574 0 0,28-32 1832 0 0,-1 0 0 0 0,0 0 0 0 0,0-1-1 0 0,0 1 1 0 0,0 0 0 0 0,0-1 0 0 0,0 1-1 0 0,0 0 1 0 0,0-1 0 0 0,-1 1 0 0 0,1-1-1 0 0,-2 1 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0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38 16583 0 0,'-1'-1'1276'0'0,"-7"-5"-1645"0"0,3 1 1178 0 0,0 1 0 0 0,-1 0 0 0 0,1 0 1 0 0,-12-5-1 0 0,15 8-514 0 0,0 0 0 0 0,0 1 1 0 0,0-1-1 0 0,0 1 0 0 0,0-1 1 0 0,0 1-1 0 0,-1 0 1 0 0,1 0-1 0 0,0 0 0 0 0,0 0 1 0 0,-1 0-1 0 0,1 0 0 0 0,0 1 1 0 0,0-1-1 0 0,0 1 1 0 0,-1-1-1 0 0,1 1 0 0 0,0 0 1 0 0,-2 1-1 0 0,-2 2-40 0 0,0-1 0 0 0,1 1-1 0 0,0 0 1 0 0,-1 1 0 0 0,2-1 0 0 0,-7 8 0 0 0,-25 35 628 0 0,23-29-685 0 0,-125 206 1158 0 0,120-191-1278 0 0,1 0 0 0 0,1 2 0 0 0,2 0 0 0 0,2 1 0 0 0,1 0-1 0 0,2 0 1 0 0,-9 66 0 0 0,18-90-61 0 0,-1 1 1 0 0,1-1-1 0 0,1 1 1 0 0,0-1-1 0 0,1 0 1 0 0,0 0-1 0 0,1 1 1 0 0,0-1-1 0 0,8 18 1 0 0,-8-24-16 0 0,0 0 1 0 0,0-1 0 0 0,0 0 0 0 0,0 1-1 0 0,1-1 1 0 0,0-1 0 0 0,0 1 0 0 0,1 0-1 0 0,-1-1 1 0 0,1 0 0 0 0,0 0-1 0 0,0 0 1 0 0,0-1 0 0 0,0 0 0 0 0,1 0-1 0 0,0 0 1 0 0,-1 0 0 0 0,1-1 0 0 0,0 0-1 0 0,11 2 1 0 0,-1-2-25 0 0,0-1 1 0 0,0 0-1 0 0,0-1 1 0 0,0-1-1 0 0,1 0 1 0 0,-1-1-1 0 0,0-1 0 0 0,-1-1 1 0 0,1 0-1 0 0,15-7 1 0 0,7-4-103 0 0,-1-2 1 0 0,64-39-1 0 0,-71 36 48 0 0,-1 0 1 0 0,-1-2-1 0 0,-1-1 1 0 0,29-32-1 0 0,-40 38 55 0 0,-2 0 1 0 0,0-1-1 0 0,-1-1 0 0 0,-1 0 0 0 0,-1-1 1 0 0,-1 0-1 0 0,14-37 0 0 0,-20 45-1 0 0,-1-1 0 0 0,-1 1 0 0 0,0-1-1 0 0,-1 0 1 0 0,0 1 0 0 0,-1-1 0 0 0,0 0 0 0 0,-1 1 0 0 0,-1-1 0 0 0,0 0-1 0 0,0 1 1 0 0,-1 0 0 0 0,-1-1 0 0 0,0 1 0 0 0,-1 1 0 0 0,0-1-1 0 0,-1 1 1 0 0,0 0 0 0 0,-1 0 0 0 0,0 0 0 0 0,-1 1 0 0 0,0 0 0 0 0,0 1-1 0 0,-1 0 1 0 0,0 0 0 0 0,-1 1 0 0 0,0 0 0 0 0,0 0 0 0 0,-1 1 0 0 0,-11-6-1 0 0,6 5-448 0 0,-1 1 0 0 0,1 1-1 0 0,-1 0 1 0 0,-19-4 0 0 0,26 8-2958 0 0,0 1 0 0 0,-16-1 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0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37 5527 0 0,'0'0'250'0'0,"-1"0"-2"0"0,1 0-220 0 0,0 0 1 0 0,0 0 0 0 0,0-1-1 0 0,-1 1 1 0 0,1 0 0 0 0,0 0-1 0 0,0 0 1 0 0,-1 0 0 0 0,1 0-1 0 0,0 0 1 0 0,0 0 0 0 0,-1 0-1 0 0,1 0 1 0 0,0 0 0 0 0,0 0-1 0 0,-1 0 1 0 0,1 0 0 0 0,0 0-1 0 0,0 0 1 0 0,-1 0 0 0 0,1 1-1 0 0,0-1 1 0 0,0 0 0 0 0,0 0-1 0 0,-1 0 1 0 0,1 0 0 0 0,0 0-1 0 0,0 0 1 0 0,0 1 0 0 0,-1-1-1 0 0,1 0 1 0 0,0 0 0 0 0,0 0-1 0 0,0 1 1 0 0,0-1 0 0 0,-1 0-1 0 0,-5 9 3386 0 0,-4 10 4107 0 0,-16 34 0 0 0,0 25-2586 0 0,-10 83-5692 0 0,28-120 2036 0 0,0 0-1109 0 0,-3 64 1 0 0,10-83-223 0 0,2 1 1 0 0,0 0-1 0 0,1 0 0 0 0,7 30 0 0 0,-8-48-118 0 0,1 0 0 0 0,-1 0-1 0 0,1 0 1 0 0,0-1-1 0 0,0 1 1 0 0,0-1-1 0 0,1 1 1 0 0,4 5 0 0 0,-6-8-34 0 0,1 0 0 0 0,0-1 0 0 0,-1 1 0 0 0,1-1 0 0 0,0 1 0 0 0,0-1 0 0 0,0 0 0 0 0,0 0 0 0 0,0 0 0 0 0,0 0 0 0 0,0 0 0 0 0,0 0 0 0 0,0-1 0 0 0,0 1 0 0 0,1-1 0 0 0,-1 1 0 0 0,0-1 0 0 0,0 0 0 0 0,1 0 0 0 0,-1 0 0 0 0,3 0 0 0 0,1-1-723 0 0,1 0-1 0 0,-1 0 1 0 0,0-1-1 0 0,11-3 1 0 0,5-6-1440 0 0</inkml:trace>
  <inkml:trace contextRef="#ctx0" brushRef="#br0" timeOffset="1">339 307 5527 0 0,'16'-89'498'0'0,"1"-51"1190"0"0,-14 110 2939 0 0,1 1 3871 0 0,-2 11-881 0 0,-28 195-5059 0 0,0 5-2466 0 0,21-130-65 0 0,2 79 0 0 0,7-81-956 0 0,14 61 1 0 0,-8-55-3482 0 0,-10-49-1843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1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57 120 9671 0 0,'-15'-11'1120'0'0,"-12"-9"-1101"0"0,12 4 13495 0 0,27 11-10630 0 0,10-1-2357 0 0,0 0-1 0 0,0 1 0 0 0,1 1 1 0 0,0 2-1 0 0,25-1 0 0 0,-5 0-302 0 0,150-4 207 0 0,-166 8-384 0 0,0 1 0 0 0,0 2 1 0 0,-1 0-1 0 0,1 2 0 0 0,29 10 0 0 0,-48-13-34 0 0,-1 0-1 0 0,1 1 0 0 0,-1 0 0 0 0,1 0 0 0 0,-1 1 0 0 0,-1 0 1 0 0,1 0-1 0 0,-1 0 0 0 0,11 12 0 0 0,-13-12 4 0 0,0 0 1 0 0,0 0-1 0 0,-1 1 0 0 0,0 0 0 0 0,0 0 1 0 0,0 0-1 0 0,0 0 0 0 0,-1 0 0 0 0,0 0 1 0 0,-1 0-1 0 0,1 1 0 0 0,-1-1 0 0 0,0 8 1 0 0,-1-2 32 0 0,0 1 0 0 0,0-1 1 0 0,-2 1-1 0 0,1 0 0 0 0,-2-1 1 0 0,0 0-1 0 0,0 0 0 0 0,-1 0 1 0 0,0 0-1 0 0,-1 0 0 0 0,-1-1 1 0 0,-13 22-1 0 0,0 0 90 0 0,19-32-86 0 0,12-1-87 0 0,1-2-1 0 0,0 0 1 0 0,0 0 0 0 0,-1-1 0 0 0,1-1-1 0 0,-1 0 1 0 0,0 0 0 0 0,0-1 0 0 0,-1-1-1 0 0,1 0 1 0 0,12-9 0 0 0,-7 2 19 0 0,0 1 1 0 0,-1-2 0 0 0,-1 0-1 0 0,0-1 1 0 0,-1 0-1 0 0,14-21 1 0 0,-21 28 24 0 0,-1-1-1 0 0,-1 0 1 0 0,0 0 0 0 0,0-1-1 0 0,-1 1 1 0 0,0-1-1 0 0,-1 0 1 0 0,4-17 0 0 0,-6 23 3 0 0,-1-1 0 0 0,1 0 1 0 0,-1 1-1 0 0,0-1 1 0 0,-1 1-1 0 0,1-1 0 0 0,-1 1 1 0 0,0-1-1 0 0,0 1 1 0 0,0-1-1 0 0,0 1 0 0 0,-1 0 1 0 0,0-1-1 0 0,0 1 1 0 0,0 0-1 0 0,0 0 0 0 0,-1 0 1 0 0,0 1-1 0 0,1-1 0 0 0,-1 1 1 0 0,-1-1-1 0 0,-3-2 1 0 0,-1-1 123 0 0,0 0 0 0 0,-1 1 0 0 0,0 1 0 0 0,-10-6 1 0 0,-12 0-1778 0 0,27 10 213 0 0,0 0 1 0 0,0 1-1 0 0,0-1 1 0 0,0 1-1 0 0,-7 0 0 0 0,-6 4-8406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17047 0 0,'0'0'1776'0'0,"1"2"-1428"0"0,3 4 391 0 0,0 1-1 0 0,0-1 0 0 0,-1 1 1 0 0,1 0-1 0 0,-2 0 1 0 0,1 1-1 0 0,-1-1 1 0 0,0 0-1 0 0,0 1 0 0 0,0 8 1 0 0,1 15 119 0 0,-2 35 0 0 0,-1-57-600 0 0,0 107 321 0 0,2 214 1245 0 0,1-102-3833 0 0,-3-227 1139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19 23471 0 0,'-5'-7'2123'0'0,"5"7"-2108"0"0,0 0-1 0 0,0 0 1 0 0,0 0 0 0 0,0 0 0 0 0,-1-1-1 0 0,1 1 1 0 0,0 0 0 0 0,0 0 0 0 0,0 0-1 0 0,0-1 1 0 0,0 1 0 0 0,0 0 0 0 0,0 0-1 0 0,-1 0 1 0 0,1-1 0 0 0,0 1 0 0 0,0 0-1 0 0,0 0 1 0 0,0-1 0 0 0,0 1 0 0 0,0 0-1 0 0,0 0 1 0 0,0-1 0 0 0,0 1 0 0 0,0 0 0 0 0,0 0-1 0 0,1-1 1 0 0,-1 1 0 0 0,0 0 0 0 0,0 0-1 0 0,0 0 1 0 0,0-1 0 0 0,0 1 0 0 0,0 0-1 0 0,0 0 1 0 0,1 0 0 0 0,-1-1 0 0 0,0 1-1 0 0,0 0 1 0 0,0 0 0 0 0,0 0 0 0 0,1 0-1 0 0,-1-1 1 0 0,0 1 0 0 0,0 0 0 0 0,0 0-1 0 0,1 0 1 0 0,-1 0 0 0 0,0 0 0 0 0,0 0 0 0 0,0 0-1 0 0,1 0 1 0 0,-1 0 0 0 0,0 0 0 0 0,0 0-1 0 0,1 0 1 0 0,-1 0 0 0 0,0 0 0 0 0,0 0-1 0 0,1 0 1 0 0,-1 0 0 0 0,0 0 0 0 0,1 0-1 0 0,-1 0 59 0 0,13-2 463 0 0,0 1 0 0 0,0 1 0 0 0,0 0 0 0 0,1 1 0 0 0,23 4 1 0 0,-15-2-110 0 0,140 27 829 0 0,-43-12-968 0 0,-2 7 0 0 0,172 57 1 0 0,-224-58-276 0 0,0 3 0 0 0,-1 2 0 0 0,-2 4 1 0 0,-2 2-1 0 0,96 72 0 0 0,-142-96-26 0 0,-1 1-1 0 0,0 1 1 0 0,-1-1-1 0 0,0 2 1 0 0,-1 0-1 0 0,0 0 1 0 0,8 17-1 0 0,-15-26 9 0 0,-1 1 1 0 0,-1 0-1 0 0,1 0 0 0 0,-1 0 1 0 0,0 0-1 0 0,-1 0 0 0 0,1 0 0 0 0,-1 0 1 0 0,-1 0-1 0 0,1 1 0 0 0,-1-1 1 0 0,0 0-1 0 0,0 1 0 0 0,-1-1 1 0 0,1 0-1 0 0,-2 1 0 0 0,1-1 0 0 0,-1 0 1 0 0,1 0-1 0 0,-2 0 0 0 0,1 0 1 0 0,-7 10-1 0 0,1-4 16 0 0,0-1-1 0 0,-1 0 1 0 0,0-1-1 0 0,-1 0 1 0 0,0 0-1 0 0,-1-1 1 0 0,0 0-1 0 0,-13 7 1 0 0,-12 6 44 0 0,-54 23 0 0 0,37-23 1 0 0,-1-2 0 0 0,-107 24 0 0 0,-116 3 32 0 0,32-25-879 0 0,209-22 78 0 0,0-1 0 0 0,0-2 1 0 0,0-1-1 0 0,-62-16 1 0 0,65 8-1670 0 0,9 0-535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5983 0 0,'4'6'62'0'0,"0"0"0"0"0,0 1 0 0 0,0 0 0 0 0,2 9 0 0 0,-2-6 1609 0 0,-2 0 1 0 0,1 1-1 0 0,-1-1 0 0 0,0 19 0 0 0,-1-7 3500 0 0,-4 29 0 0 0,-2-2-1329 0 0,0-8-4821 0 0,4-32 903 0 0,0 1 0 0 0,1 0 0 0 0,0 0 1 0 0,1 0-1 0 0,1 10 0 0 0,-2-19-793 0 0,1 1 402 0 0,0 0 0 0 0,0-1 0 0 0,0 1 1 0 0,0 0-1 0 0,0-1 0 0 0,1 1 0 0 0,-1-1 1 0 0,0 1-1 0 0,1-1 0 0 0,-1 0 0 0 0,3 2 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2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21855 0 0,'0'0'1001'0'0,"-1"1"-22"0"0,-2 4-906 0 0,0-1-1 0 0,0 1 1 0 0,1 0-1 0 0,-1 1 0 0 0,1-1 1 0 0,1 0-1 0 0,-1 1 1 0 0,1-1-1 0 0,0 0 1 0 0,0 1-1 0 0,0 0 1 0 0,1-1-1 0 0,0 1 1 0 0,0-1-1 0 0,0 1 1 0 0,2 8-1 0 0,-1-8-50 0 0,0 0 0 0 0,1 0-1 0 0,-1 0 1 0 0,1 0 0 0 0,1 0 0 0 0,-1 0 0 0 0,1 0-1 0 0,0-1 1 0 0,0 1 0 0 0,1-1 0 0 0,-1 0-1 0 0,1 0 1 0 0,0 0 0 0 0,8 7 0 0 0,-5-7-77 0 0,1-1 1 0 0,-1 1 0 0 0,1-1-1 0 0,0 0 1 0 0,0-1 0 0 0,0 0-1 0 0,1 0 1 0 0,-1-1 0 0 0,1 0-1 0 0,-1-1 1 0 0,1 0 0 0 0,0 0-1 0 0,0 0 1 0 0,-1-1 0 0 0,1-1-1 0 0,0 1 1 0 0,0-2 0 0 0,-1 1-1 0 0,11-4 1 0 0,-5 1 33 0 0,0 0 0 0 0,0-1-1 0 0,-1-1 1 0 0,1 0 0 0 0,-1-1 0 0 0,-1-1 0 0 0,1 0-1 0 0,-1 0 1 0 0,-1-1 0 0 0,18-18 0 0 0,-21 19 140 0 0,-2 0 0 0 0,12-17 0 0 0,-16 22-12 0 0,-1 1-1 0 0,1-1 0 0 0,-1 0 0 0 0,1 0 1 0 0,-1 0-1 0 0,0 0 0 0 0,0 0 0 0 0,-1 0 1 0 0,1 0-1 0 0,0 0 0 0 0,-1 0 1 0 0,0 0-1 0 0,0-6 0 0 0,0 9-71 0 0,0 0 0 0 0,0 0 0 0 0,0-1 0 0 0,-1 1 0 0 0,1 0 0 0 0,0 0 0 0 0,0-1 0 0 0,0 1 0 0 0,-1 0 0 0 0,1 0 0 0 0,0 0 0 0 0,0-1 0 0 0,0 1 0 0 0,-1 0 0 0 0,1 0 0 0 0,0 0 0 0 0,0 0 0 0 0,-1 0 0 0 0,1 0 0 0 0,0-1 0 0 0,-1 1 0 0 0,1 0 0 0 0,0 0 0 0 0,0 0 0 0 0,-1 0 0 0 0,1 0 0 0 0,0 0 0 0 0,-1 0 0 0 0,1 0 0 0 0,0 0 0 0 0,-1 0 0 0 0,-8 2 454 0 0,2 0-292 0 0,1 1 0 0 0,-1 0 0 0 0,1 0-1 0 0,0 1 1 0 0,0 0 0 0 0,0 0 0 0 0,0 0-1 0 0,1 0 1 0 0,-6 7 0 0 0,-43 49 579 0 0,52-57-721 0 0,-32 40 312 0 0,-33 55-1 0 0,53-74-267 0 0,0 0 1 0 0,2 1-1 0 0,1 0 0 0 0,-9 34 0 0 0,18-52-84 0 0,0 0 0 0 0,1 1 0 0 0,0-1 0 0 0,0 1 0 0 0,1-1 0 0 0,0 1 0 0 0,0 0 0 0 0,1-1 0 0 0,1 10 0 0 0,-1-13-50 0 0,0-1-1 0 0,0-1 1 0 0,0 1 0 0 0,0 0-1 0 0,0 0 1 0 0,1 0 0 0 0,-1 0 0 0 0,1-1-1 0 0,0 1 1 0 0,-1-1 0 0 0,1 1-1 0 0,0-1 1 0 0,1 0 0 0 0,-1 0 0 0 0,0 0-1 0 0,1 0 1 0 0,-1 0 0 0 0,1 0-1 0 0,0-1 1 0 0,-1 1 0 0 0,1-1 0 0 0,0 0-1 0 0,0 0 1 0 0,0 0 0 0 0,3 1-1 0 0,6-1-471 0 0,-1 0-1 0 0,0-1 0 0 0,1 0 0 0 0,-1 0 0 0 0,1-2 0 0 0,-1 1 0 0 0,0-1 1 0 0,19-6-1 0 0,9-3-1879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3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10 11055 0 0,'0'0'852'0'0,"-9"-3"-528"0"0,5 1 946 0 0,-1 1-1 0 0,0 0 1 0 0,0 0 0 0 0,0 0-1 0 0,0 1 1 0 0,0 0-1 0 0,-6 0 1 0 0,2 1 132 0 0,0 0 0 0 0,0 0 0 0 0,-12 5 1 0 0,0 1-387 0 0,0 2 1 0 0,-25 13 0 0 0,38-18-940 0 0,1 1-1 0 0,-1 0 1 0 0,1 1-1 0 0,0-1 1 0 0,0 2-1 0 0,0-1 1 0 0,1 1 0 0 0,0-1-1 0 0,1 2 1 0 0,-1-1-1 0 0,-6 14 1 0 0,10-18-74 0 0,0 1-1 0 0,1-1 1 0 0,-1 0 0 0 0,1 1 0 0 0,0-1 0 0 0,0 1-1 0 0,0-1 1 0 0,1 1 0 0 0,-1 0 0 0 0,1-1 0 0 0,0 1-1 0 0,0 0 1 0 0,0-1 0 0 0,1 1 0 0 0,-1-1-1 0 0,1 1 1 0 0,0 0 0 0 0,0-1 0 0 0,0 1 0 0 0,0-1-1 0 0,1 0 1 0 0,-1 1 0 0 0,1-1 0 0 0,0 0 0 0 0,0 0-1 0 0,0 0 1 0 0,0 0 0 0 0,0 0 0 0 0,1-1-1 0 0,0 1 1 0 0,4 3 0 0 0,13 8-3 0 0,1-1 0 0 0,0-1 0 0 0,43 18 0 0 0,-11-5 0 0 0,-16-8 0 0 0,-24-12 0 0 0,0 1 0 0 0,-1 0 0 0 0,0 1 0 0 0,0 0 0 0 0,-1 1 0 0 0,1 0 0 0 0,15 15 0 0 0,-25-21 0 0 0,-2-1 0 0 0,1-1 0 0 0,0 1 0 0 0,-1 0 0 0 0,1-1 0 0 0,-1 1 0 0 0,1 0 0 0 0,-1 0 0 0 0,1-1 0 0 0,-1 1 0 0 0,1 0 0 0 0,-1 0 0 0 0,0-1 0 0 0,0 1 0 0 0,1 0 0 0 0,-1 0 0 0 0,0 0 0 0 0,0 0 0 0 0,0 0 0 0 0,0-1 0 0 0,0 1 0 0 0,0 0 0 0 0,0 0 0 0 0,0 0 0 0 0,0 0 0 0 0,0 0 0 0 0,-1 1 0 0 0,0 0-2 0 0,1-1 1 0 0,-1 1-1 0 0,0 0 0 0 0,0-1 0 0 0,0 1 1 0 0,0 0-1 0 0,0-1 0 0 0,0 1 1 0 0,0-1-1 0 0,-1 0 0 0 0,1 1 0 0 0,0-1 1 0 0,-1 0-1 0 0,1 0 0 0 0,-1 0 0 0 0,1 0 1 0 0,-4 1-1 0 0,-32 13-47 0 0,30-12 57 0 0,-27 7-8 0 0,-67 12 0 0 0,101-22 0 0 0,0 0 0 0 0,0 0 0 0 0,0 0-1 0 0,0 0 1 0 0,0 0 0 0 0,0 0 0 0 0,0 0 0 0 0,0 0 0 0 0,0 0-1 0 0,0 0 1 0 0,0 0 0 0 0,0-1 0 0 0,0 1 0 0 0,0 0 0 0 0,0 0-1 0 0,0 0 1 0 0,0 0 0 0 0,0 0 0 0 0,0 0 0 0 0,0 0 0 0 0,0 0-1 0 0,0 0 1 0 0,0 0 0 0 0,0 0 0 0 0,0 0 0 0 0,0 0 0 0 0,0 0 0 0 0,0 0-1 0 0,0-1 1 0 0,0 1 0 0 0,0 0 0 0 0,0 0 0 0 0,0 0 0 0 0,0 0-1 0 0,0 0 1 0 0,0 0 0 0 0,0 0 0 0 0,-1 0 0 0 0,1 0 0 0 0,0 0-1 0 0,0 0 1 0 0,0 0 0 0 0,0 0 0 0 0,0 0 0 0 0,0 0 0 0 0,0 0-1 0 0,0 0 1 0 0,0 0 0 0 0,0 0 0 0 0,0 0 0 0 0,0 0 0 0 0,0 0 0 0 0,0 0-1 0 0,0 0 1 0 0,-1 0 0 0 0,1 0 0 0 0,0 0 0 0 0,0 0 0 0 0,0 0-1 0 0,0 0 1 0 0,0 0 0 0 0,0 0 0 0 0,0 0 0 0 0,0 0 0 0 0,0 0-1 0 0,0 0 1 0 0,0 0 0 0 0,0 0 0 0 0,5-6-27 0 0,10-6-10 0 0,138-85-201 0 0,-11 8 39 0 0,-109 65 199 0 0,-2-1 0 0 0,36-39 0 0 0,-61 59 0 0 0,-1-1 0 0 0,0 0 0 0 0,7-12 0 0 0,-12 17 0 0 0,1 1 0 0 0,-1-1 1 0 0,0 1-1 0 0,1-1 0 0 0,-1 1 0 0 0,0-1 0 0 0,0 1 1 0 0,1-1-1 0 0,-1 1 0 0 0,0-1 0 0 0,0 1 0 0 0,0-1 0 0 0,0 1 1 0 0,0-1-1 0 0,0 1 0 0 0,0-1 0 0 0,0 0 0 0 0,0 1 1 0 0,0-1-1 0 0,0 1 0 0 0,0-1 0 0 0,0 1 0 0 0,0-1 1 0 0,0 1-1 0 0,-1-1 0 0 0,1 1 0 0 0,0-1 0 0 0,0 1 0 0 0,-1-1 1 0 0,1 1-1 0 0,0-1 0 0 0,-1 1 0 0 0,1-1 0 0 0,0 1 1 0 0,-1 0-1 0 0,1-1 0 0 0,-1 1 0 0 0,1 0 0 0 0,-1-1 1 0 0,1 1-1 0 0,-1 0 0 0 0,1-1 0 0 0,-1 1 0 0 0,1 0 0 0 0,-1 0 1 0 0,1 0-1 0 0,-1 0 0 0 0,1-1 0 0 0,-1 1 0 0 0,1 0 1 0 0,-1 0-1 0 0,0 0 0 0 0,1 0 0 0 0,-1 0 0 0 0,1 0 1 0 0,-1 1-1 0 0,-3-1 11 0 0,1 1 1 0 0,-1-1 0 0 0,1 1 0 0 0,0 0 0 0 0,0 0-1 0 0,-1 1 1 0 0,1-1 0 0 0,0 0 0 0 0,0 1-1 0 0,0 0 1 0 0,1 0 0 0 0,-6 4 0 0 0,-3 4 38 0 0,-15 16 0 0 0,26-26-50 0 0,-15 17 53 0 0,1 0 1 0 0,1 0-1 0 0,1 1 0 0 0,0 1 0 0 0,-14 32 1 0 0,22-42-31 0 0,0 1-1 0 0,0 0 1 0 0,1 1 0 0 0,1-1 0 0 0,-1 0 0 0 0,2 1 0 0 0,0 0 0 0 0,0-1 0 0 0,1 1 0 0 0,0 0-1 0 0,0-1 1 0 0,2 1 0 0 0,3 16 0 0 0,-4-23-18 0 0,0 0 0 0 0,0 0 0 0 0,1 0 0 0 0,0-1 0 0 0,0 1 0 0 0,0 0 0 0 0,0-1 0 0 0,0 1 0 0 0,1-1 0 0 0,0 0 0 0 0,-1 0 0 0 0,1 0 0 0 0,0 0 0 0 0,1-1 0 0 0,-1 1 0 0 0,0-1 0 0 0,1 1 0 0 0,-1-1 0 0 0,1 0 0 0 0,7 2 0 0 0,-4-2-53 0 0,-1 0 0 0 0,1-1 0 0 0,0 0 0 0 0,0 0 0 0 0,0-1 0 0 0,1 1 0 0 0,-1-2-1 0 0,0 1 1 0 0,0-1 0 0 0,0 0 0 0 0,11-3 0 0 0,3-3-475 0 0,0 0 0 0 0,0-2 0 0 0,25-13 0 0 0,20-19-3701 0 0,-35 19-5148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22775 0 0,'-4'77'2849'0'0,"-22"126"0"0"0,13-124-974 0 0,-4 107-1 0 0,28 46-1387 0 0,-4-138-429 0 0,-6-10-3119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4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78 10423 0 0,'0'0'474'0'0,"-8"-2"162"0"0,4 0-556 0 0,1 0 0 0 0,0 0 0 0 0,-1 0 1 0 0,1-1-1 0 0,0 1 0 0 0,-4-5 0 0 0,-15-11 3465 0 0,15 12-1110 0 0,8 2 653 0 0,13-3 1427 0 0,-5 4-4902 0 0,3-1 647 0 0,1 0 1 0 0,-1 1-1 0 0,1 1 1 0 0,0 0-1 0 0,0 1 1 0 0,-1 0-1 0 0,16 1 1 0 0,-12 1-202 0 0,-1 1 1 0 0,0 0 0 0 0,16 4-1 0 0,-25-4-57 0 0,-1 0 0 0 0,0 0 0 0 0,1 0 0 0 0,-1 0 0 0 0,0 1 0 0 0,0 0 0 0 0,-1 0 0 0 0,1 1 0 0 0,0-1 0 0 0,-1 1 0 0 0,0 0 0 0 0,0 0 0 0 0,0 0 0 0 0,-1 1 0 0 0,1-1 0 0 0,-1 1 0 0 0,0 0 0 0 0,0 0 0 0 0,-1 0 0 0 0,1 0 0 0 0,-1 1 0 0 0,2 7 0 0 0,1 9 4 0 0,-1 0-1 0 0,0 1 1 0 0,-2-1 0 0 0,-1 30 0 0 0,-1-52-6 0 0,-11 246 102 0 0,-22-1 63 0 0,18-139-128 0 0,-11 58 69 0 0,-9 66 47 0 0,29-167-11 0 0,2 104 1 0 0,4-163-132 0 0,0 0 0 0 0,1 0-1 0 0,-1 0 1 0 0,1-1 0 0 0,0 1 0 0 0,0 0-1 0 0,0 0 1 0 0,0 0 0 0 0,1-1 0 0 0,-1 1 0 0 0,1-1-1 0 0,3 5 1 0 0,-4-7-10 0 0,-1 0-1 0 0,1 0 1 0 0,0-1-1 0 0,-1 1 1 0 0,1 0-1 0 0,0 0 1 0 0,0-1-1 0 0,0 1 1 0 0,-1-1 0 0 0,1 1-1 0 0,0-1 1 0 0,0 1-1 0 0,0-1 1 0 0,0 1-1 0 0,0-1 1 0 0,0 0-1 0 0,0 1 1 0 0,0-1 0 0 0,2 0-1 0 0,-1 0 1 0 0,-1 1-1 0 0,-1-1 0 0 0,1 0 0 0 0,0 0 0 0 0,-1 1 0 0 0,1-1 0 0 0,-1 0 0 0 0,1 0 0 0 0,0 0 0 0 0,-1 0 0 0 0,1 0 0 0 0,0 0 0 0 0,-1 0 0 0 0,1 0 0 0 0,-1 0 0 0 0,1 0 0 0 0,0 0 0 0 0,-1 0 0 0 0,1-1 0 0 0,-1 1 0 0 0,1 0 0 0 0,0 0 0 0 0,-1-1 0 0 0,1 1 0 0 0,0-1 0 0 0,1 0 0 0 0,7-1 0 0 0,-2-3 0 0 0,-2 0 16 0 0,-4 4 60 0 0,9 19 137 0 0,-10-18-205 0 0,9 26 141 0 0,8 39-1 0 0,3 10-215 0 0,64 140-20 0 0,71 146-49 0 0,-142-325 217 0 0,-2 0 0 0 0,-2 1-1 0 0,-1 0 1 0 0,5 67 0 0 0,-13-83-34 0 0,0 0 0 0 0,0 0 0 0 0,-2 0 0 0 0,-1 0 0 0 0,-1-1 0 0 0,0 1-1 0 0,-1-1 1 0 0,-2 0 0 0 0,0 0 0 0 0,-11 22 0 0 0,8-26 63 0 0,0-1 1 0 0,-1 1-1 0 0,0-2 1 0 0,-1 0-1 0 0,-1 0 0 0 0,0-1 1 0 0,-1 0-1 0 0,0-2 0 0 0,-1 1 1 0 0,0-2-1 0 0,-1 0 1 0 0,0-1-1 0 0,0 0 0 0 0,-28 9 1 0 0,15-8-125 0 0,-1-1 1 0 0,0-1-1 0 0,0-1 1 0 0,-1-2-1 0 0,1-2 1 0 0,-1 0-1 0 0,-61-4 1 0 0,83 0-278 0 0,0 0 1 0 0,0 0-1 0 0,-15-5 1 0 0,19 4-1384 0 0,0 0 1 0 0,1 0 0 0 0,-1 0-1 0 0,-7-5 1 0 0,-2-6-7770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12 216 3223 0 0,'-2'-4'221'0'0,"0"0"0"0"0,1 0 0 0 0,-1 0 0 0 0,1 0 0 0 0,0-1 0 0 0,0 1 0 0 0,0 0 0 0 0,0-7 0 0 0,8-18 21185 0 0,1 39-19246 0 0,-5-1-1852 0 0,-1-1 0 0 0,1 0 0 0 0,-1 0 0 0 0,0 1 0 0 0,-1-1 0 0 0,0 14 0 0 0,1-4-134 0 0,9 132 642 0 0,3 24-237 0 0,0-69-399 0 0,18 174-176 0 0,-31-271-15 0 0,-1-7-42 0 0,-5-22-347 0 0,0 4 244 0 0,-1-42-434 0 0,2-1 1 0 0,9-116-1 0 0,39-116-93 0 0,-37 259 664 0 0,2 1 0 0 0,22-56 0 0 0,-24 72 75 0 0,1 0 0 0 0,1 1 0 0 0,0-1 0 0 0,1 2 0 0 0,1 0 0 0 0,24-26 0 0 0,-28 34-20 0 0,0 1 0 0 0,0-1 0 0 0,0 1 1 0 0,1 1-1 0 0,-1 0 0 0 0,1 0 0 0 0,0 0 1 0 0,1 1-1 0 0,13-4 0 0 0,-19 6-16 0 0,1 0-1 0 0,0 1 1 0 0,0 0-1 0 0,-1-1 1 0 0,1 1 0 0 0,0 1-1 0 0,0-1 1 0 0,-1 0-1 0 0,1 1 1 0 0,0 0-1 0 0,3 1 1 0 0,-4-1-4 0 0,-1 0 0 0 0,0 0-1 0 0,1 1 1 0 0,-1-1 0 0 0,0 1 0 0 0,0-1-1 0 0,0 1 1 0 0,0 0 0 0 0,0 0 0 0 0,0 0 0 0 0,0 0-1 0 0,-1 0 1 0 0,1 0 0 0 0,-1 0 0 0 0,1 1-1 0 0,-1-1 1 0 0,1 3 0 0 0,0 1 4 0 0,0-1 0 0 0,-1 1 1 0 0,1 0-1 0 0,-1 0 0 0 0,-1 0 0 0 0,1 0 0 0 0,-1 0 1 0 0,0 0-1 0 0,0 0 0 0 0,-1 1 0 0 0,0-1 0 0 0,0-1 0 0 0,-2 9 1 0 0,-3 5 11 0 0,-1 1 1 0 0,-15 28-1 0 0,6-17 60 0 0,-2-1 1 0 0,-1 0-1 0 0,-2-2 1 0 0,-26 30-1 0 0,13-22-477 0 0,-2 0 0 0 0,-51 38 0 0 0,79-68-555 0 0,-1-1 1 0 0,-14 8-1 0 0,22-12-345 0 0,5-13-4623 0 0,4-2 4142 0 0,1 0 1 0 0,0 1-1 0 0,1 0 1 0 0,12-12-1 0 0,4-6-529 0 0,66-88-1609 0 0,13-16 5570 0 0,-51 73 1144 0 0,-48 55-1952 0 0,1 1 0 0 0,0 0 0 0 0,1 0 0 0 0,-1 1 0 0 0,1-1 0 0 0,14-5 0 0 0,-21 10-641 0 0,0 0 0 0 0,1 1 0 0 0,-1-1 0 0 0,0 1 0 0 0,0-1 0 0 0,0 1 0 0 0,1 0 1 0 0,-1-1-1 0 0,0 1 0 0 0,0 0 0 0 0,1 0 0 0 0,-1 0 0 0 0,0 0 0 0 0,0 0 0 0 0,1 0 1 0 0,-1 0-1 0 0,0 1 0 0 0,0-1 0 0 0,1 0 0 0 0,-1 1 0 0 0,0-1 0 0 0,0 1 0 0 0,0-1 1 0 0,0 1-1 0 0,1 0 0 0 0,0 1 0 0 0,0 0 68 0 0,0 0-1 0 0,-1 0 1 0 0,0 0 0 0 0,1 0-1 0 0,-1 1 1 0 0,0-1 0 0 0,0 1-1 0 0,0-1 1 0 0,-1 1 0 0 0,1-1-1 0 0,0 6 1 0 0,2 17 712 0 0,-2 0 0 0 0,0 1 0 0 0,-6 48 0 0 0,2-51-1201 0 0,2 0 0 0 0,0-1 0 0 0,1 1 0 0 0,2 0 0 0 0,4 30 0 0 0,-2-41-1545 0 0,3-1-4862 0 0,3-3-1849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5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143 141 11055 0 0,'0'-1'-45'0'0,"-7"-18"1423"0"0,-6-22 1 0 0,12 35-198 0 0,0 1 1 0 0,0-1-1 0 0,0 0 0 0 0,1 1 1 0 0,0-1-1 0 0,0 0 0 0 0,1 0 1 0 0,1-9-1 0 0,-2 14-1113 0 0,1 0 0 0 0,-1-1 0 0 0,1 1 0 0 0,0 0-1 0 0,-1 0 1 0 0,1 0 0 0 0,0 0 0 0 0,-1 0 0 0 0,1 0 0 0 0,0 0-1 0 0,0 0 1 0 0,0 1 0 0 0,0-1 0 0 0,0 0 0 0 0,0 0 0 0 0,0 1 0 0 0,2-2-1 0 0,6 2-40 0 0,6 0-17 0 0,-13 2 22 0 0,0-1 7 0 0,0 0 48 0 0,10 19 352 0 0,-11-17-341 0 0,0 1 0 0 0,0-1 1 0 0,0 0-1 0 0,-1 1 0 0 0,0-1 1 0 0,1 1-1 0 0,-1-1 0 0 0,0 1 1 0 0,-1-1-1 0 0,1 0 0 0 0,-1 1 1 0 0,-1 5-1 0 0,-3 6 522 0 0,-10 23-1 0 0,1-2-79 0 0,13-33-528 0 0,0 1-1 0 0,0-1 1 0 0,0 1-1 0 0,1-1 1 0 0,-1 1-1 0 0,1-1 1 0 0,0 1-1 0 0,0-1 1 0 0,0 1-1 0 0,1-1 1 0 0,-1 1-1 0 0,1-1 1 0 0,0 1-1 0 0,0-1 1 0 0,0 1 0 0 0,2 3-1 0 0,0-3-3 0 0,-1 0 1 0 0,1 0-1 0 0,0-1 0 0 0,0 1 1 0 0,0-1-1 0 0,0 0 0 0 0,0 0 1 0 0,1 0-1 0 0,0 0 0 0 0,0 0 0 0 0,-1-1 1 0 0,6 3-1 0 0,35 14 6 0 0,-26-12 7 0 0,18 11 1 0 0,-31-16-16 0 0,-1 1 0 0 0,1 1 0 0 0,-1-1 0 0 0,1 0 0 0 0,-1 1 0 0 0,0 0 0 0 0,0 0 0 0 0,4 6 0 0 0,-8-9 29 0 0,1 0 1 0 0,0 1-1 0 0,0-1 0 0 0,0 1 1 0 0,-1-1-1 0 0,1 0 1 0 0,-1 1-1 0 0,1-1 1 0 0,-1 1-1 0 0,1-1 0 0 0,-1 1 1 0 0,0 0-1 0 0,0-1 1 0 0,0 1-1 0 0,0-1 1 0 0,0 1-1 0 0,0-1 0 0 0,0 1 1 0 0,-1 3-1 0 0,0-3 28 0 0,0 1-1 0 0,-1-1 0 0 0,1 1 1 0 0,-1-1-1 0 0,1 1 1 0 0,-1-1-1 0 0,0 0 0 0 0,0 0 1 0 0,0 0-1 0 0,-3 3 0 0 0,-4 1 102 0 0,0 1 0 0 0,0-1 0 0 0,-1-1 0 0 0,-15 7 0 0 0,0-1-183 0 0,-1-2 0 0 0,-1-1 0 0 0,1-1 0 0 0,-1-1 0 0 0,-1-1 0 0 0,-34 1 0 0 0,58-6-255 0 0,0 0 0 0 0,0 0 1 0 0,1 0-1 0 0,-1-1 0 0 0,0 1 0 0 0,0-1 1 0 0,1 0-1 0 0,-7-2 0 0 0,19-7-5278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9 14279 0 0,'-5'-8'12829'0'0,"-4"34"-12064"0"0,2 0 0 0 0,0 0 0 0 0,2 1 0 0 0,-2 33 0 0 0,3-27-472 0 0,-2 29-300 0 0,2 0 0 0 0,3 1 0 0 0,3-1 0 0 0,16 105 0 0 0,-15-145-634 0 0,9 43-1185 0 0,0-24-2490 0 0,-7-30 2291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3 303 7831 0 0,'-1'-4'368'0'0,"1"0"0"0"0,-1 0 0 0 0,1 1-1 0 0,-1-1 1 0 0,1 0 0 0 0,0 0 0 0 0,0 0-1 0 0,1 0 1 0 0,-1 0 0 0 0,1 0-1 0 0,0 1 1 0 0,0-1 0 0 0,3-6 0 0 0,-2 5 343 0 0,1 0 1 0 0,0 0 0 0 0,0 1 0 0 0,1-1 0 0 0,-1 1-1 0 0,1 0 1 0 0,0 0 0 0 0,7-6 0 0 0,1 1 814 0 0,0 1 0 0 0,1 0 1 0 0,17-7-1 0 0,16-6-255 0 0,-24 11-1995 0 0,5-1 1220 0 0,1 0 0 0 0,0 1 1 0 0,0 2-1 0 0,31-5 0 0 0,-56 13-431 0 0,1-1 1 0 0,-1 1-1 0 0,1 0 1 0 0,0 0-1 0 0,-1 0 0 0 0,1 0 1 0 0,-1 1-1 0 0,1-1 0 0 0,-1 1 1 0 0,1 0-1 0 0,5 3 1 0 0,-7-4-30 0 0,-1 1 0 0 0,1 0 0 0 0,-1 0 0 0 0,1 1 0 0 0,-1-1 0 0 0,1 0 1 0 0,-1 0-1 0 0,0 1 0 0 0,0-1 0 0 0,0 0 0 0 0,0 1 0 0 0,0 0 0 0 0,0-1 1 0 0,0 1-1 0 0,0-1 0 0 0,-1 1 0 0 0,1 0 0 0 0,0 0 0 0 0,-1-1 0 0 0,0 1 1 0 0,1 0-1 0 0,-1 0 0 0 0,0 0 0 0 0,0 3 0 0 0,0 7 78 0 0,-1-1-1 0 0,-1 1 1 0 0,0-1 0 0 0,-5 17 0 0 0,-19 46 164 0 0,7-22-133 0 0,11-31-95 0 0,3-6-49 0 0,0-1-1 0 0,0 1 1 0 0,2-1-1 0 0,0 1 1 0 0,-1 16-1 0 0,4-30-14 0 0,0-1-1 0 0,0 1 0 0 0,0-1 1 0 0,0 1-1 0 0,0 0 0 0 0,1-1 0 0 0,-1 1 1 0 0,0-1-1 0 0,0 1 0 0 0,1-1 0 0 0,-1 1 1 0 0,0-1-1 0 0,0 1 0 0 0,1-1 1 0 0,-1 1-1 0 0,1-1 0 0 0,-1 1 0 0 0,0-1 1 0 0,1 1-1 0 0,-1-1 0 0 0,1 0 1 0 0,-1 1-1 0 0,1-1 0 0 0,-1 0 0 0 0,1 0 1 0 0,0 1-1 0 0,-1-1 0 0 0,1 0 1 0 0,-1 0-1 0 0,1 0 0 0 0,0 0 0 0 0,-1 1 1 0 0,1-1-1 0 0,-1 0 0 0 0,2 0 1 0 0,0 0-27 0 0,0 0 1 0 0,1 0-1 0 0,-1-1 1 0 0,0 1-1 0 0,0 0 1 0 0,1-1-1 0 0,2 0 1 0 0,3-3-87 0 0,1-1 1 0 0,-1 0-1 0 0,0 0 1 0 0,-1 0-1 0 0,1-1 0 0 0,-1 0 1 0 0,11-12-1 0 0,40-53-295 0 0,16-40 104 0 0,-6 8 392 0 0,-64 98-178 0 0,3-4 778 0 0,-7 9-656 0 0,0 0 0 0 0,1 0 1 0 0,-1 0-1 0 0,0 0 0 0 0,0 0 1 0 0,1 0-1 0 0,-1 0 0 0 0,0 1 1 0 0,0-1-1 0 0,0 0 0 0 0,1 0 1 0 0,-1 0-1 0 0,0 0 0 0 0,0 0 1 0 0,1 0-1 0 0,-1 0 0 0 0,0 1 1 0 0,0-1-1 0 0,0 0 0 0 0,0 0 1 0 0,1 0-1 0 0,-1 0 0 0 0,0 1 1 0 0,0-1-1 0 0,0 0 0 0 0,0 0 1 0 0,0 0-1 0 0,0 1 0 0 0,0-1 1 0 0,1 0-1 0 0,-1 0 0 0 0,0 1 1 0 0,0-1-1 0 0,0 0 0 0 0,0 0 1 0 0,0 0-1 0 0,0 1 0 0 0,0-1 1 0 0,0 1-1 0 0,3 11 171 0 0,-1 1-1 0 0,0 0 1 0 0,-1 1 0 0 0,0-1-1 0 0,-2 17 1 0 0,0-16-120 0 0,1-1 0 0 0,1 1-1 0 0,0-1 1 0 0,6 27 0 0 0,-5-31-59 0 0,1-1 0 0 0,0 0 0 0 0,1 1 1 0 0,-1-1-1 0 0,2-1 0 0 0,8 14 0 0 0,-12-19-9 0 0,0-1 1 0 0,0 1-1 0 0,1-1 1 0 0,-1 1-1 0 0,1-1 1 0 0,-1 0-1 0 0,1 0 1 0 0,-1 1-1 0 0,1-1 1 0 0,0 0-1 0 0,-1 0 1 0 0,1-1-1 0 0,0 1 1 0 0,0 0-1 0 0,0 0 1 0 0,0-1-1 0 0,0 0 1 0 0,0 1-1 0 0,0-1 0 0 0,0 0 1 0 0,0 0-1 0 0,0 0 1 0 0,0 0-1 0 0,0 0 1 0 0,-1 0-1 0 0,1 0 1 0 0,0-1-1 0 0,0 1 1 0 0,0-1-1 0 0,0 0 1 0 0,0 1-1 0 0,0-1 1 0 0,-1 0-1 0 0,1 0 1 0 0,3-2-1 0 0,6-5-1 0 0,-1 0 0 0 0,1-1 0 0 0,-1 0 0 0 0,-1-1 0 0 0,0 0 0 0 0,11-16 0 0 0,41-72 0 0 0,-38 59 0 0 0,7-16 0 0 0,-13 24 0 0 0,24-35 0 0 0,-32 56 11 0 0,-9 10-10 0 0,0 1 1 0 0,0-1 0 0 0,0 0 0 0 0,0 0 0 0 0,0 1 0 0 0,0-1-1 0 0,0 0 1 0 0,0 0 0 0 0,0 0 0 0 0,0 0 0 0 0,0 1-1 0 0,0-1 1 0 0,0 0 0 0 0,0 0 0 0 0,0 0 0 0 0,0 1-1 0 0,0-1 1 0 0,1 0 0 0 0,-1 0 0 0 0,0 0 0 0 0,0 0-1 0 0,0 1 1 0 0,0-1 0 0 0,0 0 0 0 0,1 0 0 0 0,-1 0-1 0 0,0 0 1 0 0,0 0 0 0 0,0 0 0 0 0,0 0 0 0 0,1 0-1 0 0,-1 0 1 0 0,0 1 0 0 0,0-1 0 0 0,0 0 0 0 0,1 0-1 0 0,-1 0 1 0 0,0 0 0 0 0,0 0 0 0 0,0 0 0 0 0,1 0-1 0 0,-1 0 1 0 0,0 0 0 0 0,0 0 0 0 0,0-1 0 0 0,1 1-1 0 0,-1 0 1 0 0,0 0 0 0 0,0 0 0 0 0,0 0 0 0 0,1 0-1 0 0,-1 0 1 0 0,0 0 0 0 0,0 0 0 0 0,0 0 0 0 0,0-1-1 0 0,0 1 1 0 0,1 0 0 0 0,-1 0 0 0 0,0 0 7 0 0,2 31 128 0 0,-2 55 1 0 0,-2-62-222 0 0,1 0 0 0 0,2 0 0 0 0,0 0 1 0 0,8 34-1 0 0,-6-44-528 0 0,1-1 1 0 0,1 0-1 0 0,10 20 0 0 0,-3-12-653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7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13823 0 0,'1'-2'105'0'0,"0"-1"-1"0"0,0 0 0 0 0,0 0 1 0 0,1 1-1 0 0,-1-1 0 0 0,1 0 0 0 0,-1 1 1 0 0,1 0-1 0 0,0-1 0 0 0,0 1 1 0 0,0 0-1 0 0,0 0 0 0 0,0 0 1 0 0,5-3-1 0 0,3-2 548 0 0,1 1 0 0 0,15-7 0 0 0,-9 5 1849 0 0,118-51 5113 0 0,-65 34-9450 0 0,0 2-5312 0 0,-37 14-800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7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0 4143 0 0,'0'0'191'0'0,"-6"5"26"0"0,-6 5-1046 0 0,1 3 3716 0 0,-18 27 15062 0 0,23-30-16962 0 0,1 0 1 0 0,-1 1-1 0 0,2-1 1 0 0,-1 1-1 0 0,-4 22 1 0 0,8-32-877 0 0,1-1-64 0 0,-1 5 4 0 0,2-4-46 0 0,-1-1 1 0 0,0 0-1 0 0,0 0 1 0 0,1 1-1 0 0,-1-1 1 0 0,0 0-1 0 0,1 0 1 0 0,-1 1-1 0 0,0-1 1 0 0,1 0-1 0 0,-1 0 1 0 0,1 0-1 0 0,-1 0 1 0 0,0 0-1 0 0,1 0 1 0 0,-1 1-1 0 0,0-1 1 0 0,1 0-1 0 0,-1 0 1 0 0,1 0-1 0 0,-1 0 1 0 0,0 0-1 0 0,1-1 1 0 0,-1 1-1 0 0,1 0 1 0 0,0 0-1 0 0,0 0-18 0 0,1 0 0 0 0,-1 0 0 0 0,1 0 0 0 0,-1-1 0 0 0,1 1 0 0 0,-1 0 0 0 0,0-1 0 0 0,1 1 0 0 0,-1-1 0 0 0,1 1 0 0 0,-1-1 0 0 0,0 0 0 0 0,0 1 0 0 0,3-3 0 0 0,0 0-25 0 0,0 1 9 0 0,-1-1 0 0 0,1 1 1 0 0,-1-1-1 0 0,0 0 0 0 0,0 0 0 0 0,0 0 0 0 0,0 0 0 0 0,-1-1 1 0 0,1 1-1 0 0,1-5 0 0 0,-2 6 20 0 0,-1 0 0 0 0,0 0 0 0 0,0-1 0 0 0,0 1 0 0 0,0-1 0 0 0,0 1 0 0 0,-1 0 0 0 0,1-1 0 0 0,-1 1 0 0 0,0-1 0 0 0,1 0 0 0 0,-1 1 0 0 0,0-1 0 0 0,0 1 0 0 0,-1-1 0 0 0,1 1 0 0 0,-1-1 0 0 0,0-2 0 0 0,0 4 9 0 0,0-1 0 0 0,0 1 0 0 0,0-1 0 0 0,0 1 0 0 0,0 0 0 0 0,0 0 0 0 0,0 0 0 0 0,-1 0 0 0 0,1 0 0 0 0,0 0 0 0 0,-1 0 0 0 0,1 0 0 0 0,-1 0 0 0 0,1 1-1 0 0,-1-1 1 0 0,1 0 0 0 0,-1 1 0 0 0,1-1 0 0 0,-1 1 0 0 0,0 0 0 0 0,1 0 0 0 0,-1-1 0 0 0,0 1 0 0 0,-1 1 0 0 0,-6-2 3 0 0,1 2 0 0 0,-1-1 0 0 0,-10 3 0 0 0,3 0 16 0 0,1 1 0 0 0,-1 1 1 0 0,1 0-1 0 0,0 1 0 0 0,0 1 1 0 0,1 0-1 0 0,-15 10 0 0 0,0 3 28 0 0,1 1-1 0 0,-30 30 0 0 0,52-45-52 0 0,0 1 1 0 0,0 0-1 0 0,1 0 1 0 0,0 0-1 0 0,0 1 0 0 0,1-1 1 0 0,0 1-1 0 0,0 0 0 0 0,1 1 1 0 0,0-1-1 0 0,0 0 1 0 0,1 1-1 0 0,0 0 0 0 0,1-1 1 0 0,0 1-1 0 0,0 13 0 0 0,1-17 1 0 0,0 0 0 0 0,0 1 0 0 0,1-1 0 0 0,0 0 0 0 0,0 0 0 0 0,0 1 0 0 0,0-1 0 0 0,1 0 0 0 0,0 0 0 0 0,0 0 0 0 0,1-1 0 0 0,-1 1 0 0 0,1 0 0 0 0,0-1 0 0 0,0 0 0 0 0,1 1 0 0 0,-1-1 0 0 0,1-1 0 0 0,0 1 0 0 0,0 0 0 0 0,0-1 0 0 0,0 0 0 0 0,1 0 0 0 0,-1 0 0 0 0,1-1 0 0 0,0 1 0 0 0,0-1 0 0 0,6 2 0 0 0,2-1-76 0 0,0 0 0 0 0,1-1 1 0 0,0 0-1 0 0,-1-1 0 0 0,1-1 0 0 0,0 0 1 0 0,-1-1-1 0 0,1 0 0 0 0,26-6 1 0 0,-10-1-128 0 0,0-1 0 0 0,-1-1 0 0 0,37-19 0 0 0,-54 22 141 0 0,-1 0 0 0 0,0 0 0 0 0,0-1 0 0 0,-1-1 0 0 0,1 0 0 0 0,-2 0 0 0 0,0-1 0 0 0,0 0 0 0 0,0-1 0 0 0,-1 0 0 0 0,-1 0 0 0 0,0-1 0 0 0,-1 0 0 0 0,0 0 0 0 0,7-21 0 0 0,-13 33 68 0 0,0 0 0 0 0,0 0 0 0 0,0 0 0 0 0,0 0 0 0 0,-1 0 0 0 0,1 0 0 0 0,0 0 0 0 0,0 0 0 0 0,0 0 0 0 0,0 0 0 0 0,0 0 0 0 0,0 0 0 0 0,0 0 0 0 0,0 0 0 0 0,0 0 0 0 0,0 0 0 0 0,-1 0 0 0 0,1 0 0 0 0,0 0 0 0 0,0 0 0 0 0,0 0 0 0 0,0 0 0 0 0,0 0 0 0 0,0 0 0 0 0,0 0 0 0 0,0 0 0 0 0,0 0 0 0 0,0 0 0 0 0,0 0 0 0 0,0 0 0 0 0,0 0 0 0 0,-1 0 0 0 0,1 0 0 0 0,0 0 0 0 0,0 0 1 0 0,0-1-1 0 0,0 1 0 0 0,0 0 0 0 0,0 0 0 0 0,0 0 0 0 0,0 0 0 0 0,0 0 0 0 0,0 0 0 0 0,0 0 0 0 0,0 0 0 0 0,0 0 0 0 0,0 0 0 0 0,0-1 0 0 0,0 1 0 0 0,0 0 0 0 0,0 0 0 0 0,0 0 0 0 0,0 0 0 0 0,0 0 0 0 0,0 0 0 0 0,0 0 0 0 0,0 0 0 0 0,0 0 0 0 0,0 0 0 0 0,0 0 0 0 0,0-1 0 0 0,1 1 0 0 0,-1 0 0 0 0,0 0 0 0 0,0 0 0 0 0,-10 7 150 0 0,-9 12 111 0 0,14-12-227 0 0,-1 1 0 0 0,1 0 0 0 0,1 0 0 0 0,-1 0 1 0 0,1 0-1 0 0,1 1 0 0 0,0 0 0 0 0,0-1 0 0 0,0 1 0 0 0,1 0 0 0 0,1 0 0 0 0,-1 10 0 0 0,1-14-48 0 0,1 0 0 0 0,0 0 0 0 0,1 0-1 0 0,-1 0 1 0 0,1-1 0 0 0,0 1 0 0 0,0 0 0 0 0,0 0 0 0 0,1-1-1 0 0,0 1 1 0 0,0-1 0 0 0,0 1 0 0 0,0-1 0 0 0,1 0 0 0 0,0 0-1 0 0,0 0 1 0 0,0 0 0 0 0,0 0 0 0 0,0-1 0 0 0,1 1-1 0 0,0-1 1 0 0,-1 0 0 0 0,1 0 0 0 0,5 2 0 0 0,-3-1-27 0 0,0-1 0 0 0,1 0 1 0 0,-1 0-1 0 0,1-1 0 0 0,-1 1 1 0 0,1-2-1 0 0,0 1 1 0 0,-1-1-1 0 0,1 0 0 0 0,0 0 1 0 0,0-1-1 0 0,0 1 0 0 0,0-2 1 0 0,0 1-1 0 0,0-1 0 0 0,-1 0 1 0 0,1-1-1 0 0,0 1 0 0 0,0-1 1 0 0,-1-1-1 0 0,1 1 0 0 0,-1-1 1 0 0,0 0-1 0 0,0 0 0 0 0,0-1 1 0 0,10-8-1 0 0,1-4 49 0 0,1-1 0 0 0,-2-1-1 0 0,20-28 1 0 0,37-65 95 0 0,-46 68-44 0 0,-32 64 1493 0 0,-6 16-1141 0 0,-20 48 216 0 0,1-5 140 0 0,-21 92 0 0 0,45-146-939 0 0,1 0-1 0 0,2 0 1 0 0,0 1 0 0 0,2-1 0 0 0,1 1 0 0 0,1-1 0 0 0,9 51 0 0 0,-9-70-494 0 0,1 1-1 0 0,0 0 1 0 0,1-1 0 0 0,0 0 0 0 0,0 1 0 0 0,0-1 0 0 0,9 11-1 0 0,1-1-8411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25 123 20039 0 0,'-5'-18'666'0'0,"0"-1"0"0"0,2 1 0 0 0,-3-29 0 0 0,2 33-407 0 0,3 8-57 0 0,6 13-111 0 0,16 33-2432 0 0,-16-30 1034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8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84 8751 0 0,'0'-8'794'0'0,"-1"-8"-705"0"0,2-20 2922 0 0,3 12 14194 0 0,-4 26-16833 0 0,-4 5-114 0 0,1 0 0 0 0,0 1-1 0 0,-3 11 1 0 0,-2 9-24 0 0,-24 53-163 0 0,-36 103 86 0 0,60-156-141 0 0,1 0-1 0 0,2 1 0 0 0,0 0 0 0 0,-1 48 0 0 0,7-70-32 0 0,-1 0 0 0 0,1 0 0 0 0,0 1 0 0 0,0-1 0 0 0,1 0 0 0 0,0 0 0 0 0,5 11 0 0 0,-6-16 9 0 0,0 0 0 0 0,0-1 1 0 0,0 1-1 0 0,0 0 0 0 0,1-1 0 0 0,-1 1 0 0 0,0 0 1 0 0,1-1-1 0 0,-1 1 0 0 0,1-1 0 0 0,0 0 0 0 0,-1 0 1 0 0,4 2-1 0 0,-4-3 4 0 0,1 1 0 0 0,-1-1-1 0 0,1 1 1 0 0,-1-1 0 0 0,1 0 0 0 0,-1 0 0 0 0,1 0 0 0 0,-1 0 0 0 0,1 0-1 0 0,0 0 1 0 0,-1 0 0 0 0,1 0 0 0 0,-1-1 0 0 0,1 1 0 0 0,-1-1 0 0 0,1 1-1 0 0,-1-1 1 0 0,1 1 0 0 0,2-3 0 0 0,3-1-70 0 0,0-1-1 0 0,1 0 1 0 0,-2-1 0 0 0,1 1-1 0 0,-1-1 1 0 0,0-1-1 0 0,0 1 1 0 0,6-10 0 0 0,5-10-210 0 0,13-27 0 0 0,-19 33 161 0 0,15-29-28 0 0,-13 22 17 0 0,2 0 1 0 0,26-36-1 0 0,-37 60 132 0 0,-1 1 2 0 0,6-16 13 0 0,-8 16 40 0 0,1 14 24 0 0,0 14-14 0 0,-1 0 0 0 0,-3 28-1 0 0,0-28-22 0 0,4 52-1 0 0,-1-71-45 0 0,6 37 20 0 0,-6-41-23 0 0,0 0-1 0 0,0 0 1 0 0,1 1-1 0 0,-1-1 1 0 0,1 0-1 0 0,-1 0 1 0 0,1 0-1 0 0,0 0 1 0 0,5 5-1 0 0,-6-7-53 0 0,0 0 0 0 0,1 0 0 0 0,-1 0 0 0 0,1 0 0 0 0,-1-1 0 0 0,1 1 0 0 0,-1 0 0 0 0,1-1 0 0 0,-1 1 0 0 0,1-1-1 0 0,0 1 1 0 0,-1-1 0 0 0,1 0 0 0 0,2 0 0 0 0,22-2-3533 0 0,-11-1-5647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8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12 6447 0 0,'-21'-5'576'0'0,"3"-1"14280"0"0,16 17-16272 0 0,4 2 584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39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62 344 8751 0 0,'-2'1'674'0'0,"-1"2"-332"0"0,0 0-1 0 0,-1 1 1 0 0,1-1 0 0 0,0 0 0 0 0,-4 8 0 0 0,3-3 1361 0 0,0 0 0 0 0,0 0 1 0 0,0 0-1 0 0,-2 14 0 0 0,1-5 2223 0 0,-2 26 0 0 0,4-7-3058 0 0,4-20-246 0 0,0 6 1923 0 0,18-26-2324 0 0,-12 0-223 0 0,-1-1 0 0 0,1 0-1 0 0,-1 0 1 0 0,0 0 0 0 0,0-1 0 0 0,0 0-1 0 0,-1 0 1 0 0,8-12 0 0 0,2-1-110 0 0,71-78-569 0 0,-78 88 542 0 0,2-1 0 0 0,-1 1-1 0 0,1 1 1 0 0,0 0 0 0 0,1 1 0 0 0,13-8-1 0 0,-22 14-13 0 0,4 13-311 0 0,-4-2 440 0 0,0 0 0 0 0,0 0 0 0 0,-1 0 0 0 0,0 0 0 0 0,-1 16 0 0 0,0-5 13 0 0,0-6 3 0 0,2 0 0 0 0,0-1-1 0 0,0 1 1 0 0,1-1-1 0 0,1 1 1 0 0,0-1 0 0 0,1 0-1 0 0,14 25 1 0 0,-16-32 20 0 0,2 0 1 0 0,-1 0-1 0 0,1-1 0 0 0,0 0 1 0 0,0 0-1 0 0,1 0 1 0 0,0-1-1 0 0,0 1 0 0 0,0-1 1 0 0,1-1-1 0 0,-1 1 1 0 0,1-1-1 0 0,0 0 0 0 0,0-1 1 0 0,1 0-1 0 0,-1 0 1 0 0,1 0-1 0 0,9 1 0 0 0,-4-2-7 0 0,1-1 0 0 0,0 0 0 0 0,0 0 1 0 0,0-2-1 0 0,0 0 0 0 0,0 0 0 0 0,0-2 0 0 0,0 0 0 0 0,0 0 0 0 0,-1-1 0 0 0,0-1 0 0 0,0 0 0 0 0,0 0 0 0 0,21-14 0 0 0,-13 6 3 0 0,-1-1 0 0 0,0-1 0 0 0,-1-1-1 0 0,-1 0 1 0 0,0-2 0 0 0,-1 0 0 0 0,21-31 0 0 0,-11 7-59 0 0,-25 39 29 0 0,0-1 1 0 0,0 1 0 0 0,-1-1-1 0 0,1 0 1 0 0,-1 0-1 0 0,0 0 1 0 0,0 0 0 0 0,-1 0-1 0 0,1 0 1 0 0,-1-5-1 0 0,0 8 17 0 0,0 1-1 0 0,0-1 0 0 0,0 0 0 0 0,0 0 0 0 0,0 0 0 0 0,0 0 1 0 0,-1 0-1 0 0,1 1 0 0 0,0-1 0 0 0,0 0 0 0 0,-1 0 0 0 0,1 0 1 0 0,-1 1-1 0 0,1-1 0 0 0,-1 0 0 0 0,1 1 0 0 0,-1-1 1 0 0,0 0-1 0 0,1 1 0 0 0,-1-1 0 0 0,0 0 0 0 0,1 1 0 0 0,-2-1 1 0 0,1 0 4 0 0,-1 1 1 0 0,1 0-1 0 0,-1-1 1 0 0,1 1-1 0 0,-1 0 1 0 0,1 0-1 0 0,-1 0 1 0 0,1 0-1 0 0,-1 0 1 0 0,1 0-1 0 0,-1 0 1 0 0,-1 1-1 0 0,-6 1 38 0 0,0 1 0 0 0,1 1 1 0 0,-15 6-1 0 0,16-6-13 0 0,-9 4 19 0 0,-1 2 1 0 0,1 0-1 0 0,0 0 0 0 0,1 2 1 0 0,-20 19-1 0 0,27-24-44 0 0,1 1 1 0 0,0 0-1 0 0,1 0 0 0 0,0 0 1 0 0,0 1-1 0 0,1 0 0 0 0,0 0 1 0 0,0 0-1 0 0,1 1 0 0 0,0-1 1 0 0,-3 18-1 0 0,6-25-2 0 0,1 1 0 0 0,-1-1 0 0 0,1 1 1 0 0,0 0-1 0 0,0-1 0 0 0,0 1 0 0 0,0 0 0 0 0,0-1 0 0 0,0 1 0 0 0,1-1 0 0 0,0 1 1 0 0,-1 0-1 0 0,1-1 0 0 0,0 1 0 0 0,0-1 0 0 0,0 0 0 0 0,0 1 0 0 0,1-1 0 0 0,-1 0 1 0 0,1 0-1 0 0,-1 0 0 0 0,1 0 0 0 0,3 3 0 0 0,-1-2-16 0 0,-1-1-1 0 0,1 0 1 0 0,-1 0-1 0 0,1 0 1 0 0,0-1 0 0 0,0 1-1 0 0,0-1 1 0 0,0 0-1 0 0,0 0 1 0 0,0-1 0 0 0,0 1-1 0 0,0-1 1 0 0,0 1-1 0 0,6-2 1 0 0,1 0-17 0 0,0-1 1 0 0,0 0-1 0 0,0 0 0 0 0,0-1 0 0 0,-1-1 1 0 0,1 0-1 0 0,-1 0 0 0 0,0-1 0 0 0,0-1 1 0 0,13-9-1 0 0,9-8-56 0 0,45-44-1 0 0,-74 64 87 0 0,124-130-282 0 0,-98 98 233 0 0,-2-1 1 0 0,-2-1-1 0 0,34-66 0 0 0,-50 86 87 0 0,-1 0-1 0 0,0 0 0 0 0,-2-1 0 0 0,0 0 1 0 0,-1 0-1 0 0,4-23 0 0 0,-9 39-1 0 0,0 0-1 0 0,0 1 1 0 0,0-1-1 0 0,0 0 1 0 0,0 0-1 0 0,0 0 1 0 0,-1 1-1 0 0,1-1 1 0 0,-1 0 0 0 0,1 0-1 0 0,-1 1 1 0 0,-1-4-1 0 0,2 4-18 0 0,-1 1-1 0 0,1-1 1 0 0,-1 1-1 0 0,1 0 1 0 0,-1-1-1 0 0,1 1 1 0 0,-1-1-1 0 0,1 1 1 0 0,-1 0-1 0 0,0-1 1 0 0,1 1-1 0 0,-1 0 1 0 0,1 0 0 0 0,-1 0-1 0 0,0-1 1 0 0,1 1-1 0 0,-1 0 1 0 0,0 0-1 0 0,1 0 1 0 0,-1 0-1 0 0,0 0 1 0 0,1 0-1 0 0,-1 0 1 0 0,0 0-1 0 0,1 0 1 0 0,-1 1-1 0 0,1-1 1 0 0,-1 0-1 0 0,0 0 1 0 0,1 0-1 0 0,-1 1 1 0 0,0-1-1 0 0,1 0 1 0 0,-1 1-1 0 0,1-1 1 0 0,-1 1 0 0 0,0 0-1 0 0,-6 4 38 0 0,1 0 0 0 0,-1 0 0 0 0,1 1 0 0 0,0 0 0 0 0,-6 8 0 0 0,-26 37-12 0 0,30-39-24 0 0,-11 16-8 0 0,1 1-1 0 0,1 1 1 0 0,-16 39-1 0 0,28-56 9 0 0,0 0 0 0 0,1 1 0 0 0,0-1-1 0 0,1 1 1 0 0,1 0 0 0 0,0 0 0 0 0,1 0 0 0 0,1 0-1 0 0,0 0 1 0 0,3 23 0 0 0,-2-30-7 0 0,1-1 0 0 0,0 1 0 0 0,0-1-1 0 0,0 0 1 0 0,1 0 0 0 0,0 0 0 0 0,0 0 0 0 0,0 0 0 0 0,1-1 0 0 0,0 1-1 0 0,0-1 1 0 0,9 10 0 0 0,-7-10-3 0 0,1 0 0 0 0,0 0 1 0 0,0 0-1 0 0,0-1 0 0 0,1 0 0 0 0,-1 0 0 0 0,1-1 1 0 0,0 0-1 0 0,11 3 0 0 0,-6-3-38 0 0,-1-1-1 0 0,1 0 1 0 0,-1-1-1 0 0,1 0 1 0 0,-1-1-1 0 0,1-1 1 0 0,-1 0-1 0 0,1 0 1 0 0,-1-2 0 0 0,1 1-1 0 0,-1-1 1 0 0,0-1-1 0 0,20-9 1 0 0,-19 6-150 0 0,0-1 0 0 0,0-1 1 0 0,-1 0-1 0 0,0-1 0 0 0,0 0 1 0 0,18-21-1 0 0,-6 1-944 0 0,31-49 0 0 0,-48 67 558 0 0,10-21 1 0 0,-15 30 420 0 0,-1 0 0 0 0,0-1-1 0 0,0 1 1 0 0,0 0 0 0 0,0-1-1 0 0,0 1 1 0 0,-1-1-1 0 0,0 1 1 0 0,1-1 0 0 0,-1 1-1 0 0,-1-7 1 0 0,1 10 147 0 0,-1-1-1 0 0,1 1 1 0 0,0 0-1 0 0,0 0 0 0 0,0 0 1 0 0,0 0-1 0 0,-1 0 1 0 0,1 0-1 0 0,0 0 1 0 0,0 0-1 0 0,-1 0 1 0 0,1 0-1 0 0,0 0 1 0 0,0 0-1 0 0,0 0 0 0 0,-1 0 1 0 0,1 0-1 0 0,0 0 1 0 0,0 0-1 0 0,-1 0 1 0 0,1 0-1 0 0,0 0 1 0 0,0 0-1 0 0,0 0 1 0 0,-1 0-1 0 0,1 0 1 0 0,0 0-1 0 0,0 1 0 0 0,0-1 1 0 0,-1 0-1 0 0,1 0 1 0 0,0 0-1 0 0,0 0 1 0 0,0 0-1 0 0,0 1 1 0 0,0-1-1 0 0,-1 0 1 0 0,-6 6 315 0 0,0 4-79 0 0,1 0 0 0 0,0 0 1 0 0,1 1-1 0 0,-1 0 0 0 0,2 0 0 0 0,-6 18 1 0 0,5-7-151 0 0,0 0 1 0 0,-2 34-1 0 0,6-43-72 0 0,0-1-1 0 0,1 1 1 0 0,1 0 0 0 0,0-1-1 0 0,1 1 1 0 0,4 16-1 0 0,-4-23-49 0 0,0 0-1 0 0,0 0 1 0 0,0-1 0 0 0,1 1-1 0 0,0-1 1 0 0,0 1-1 0 0,1-1 1 0 0,-1 0-1 0 0,1-1 1 0 0,0 1-1 0 0,0 0 1 0 0,1-1 0 0 0,-1 0-1 0 0,1 0 1 0 0,6 3-1 0 0,-7-4-17 0 0,0 0-1 0 0,1-1 1 0 0,-1 0 0 0 0,1 0-1 0 0,-1-1 1 0 0,1 1-1 0 0,0-1 1 0 0,-1 0 0 0 0,1 0-1 0 0,5 0 1 0 0,-7-1 60 0 0,-1 0 1 0 0,0 0-1 0 0,1 0 0 0 0,-1-1 1 0 0,1 1-1 0 0,-1-1 0 0 0,0 0 1 0 0,1 0-1 0 0,-1 0 0 0 0,0 0 1 0 0,0 0-1 0 0,0 0 0 0 0,0-1 1 0 0,0 1-1 0 0,0-1 0 0 0,0 1 1 0 0,0-1-1 0 0,0 0 0 0 0,-1 1 1 0 0,1-1-1 0 0,2-4 0 0 0,1-3 243 0 0,0 0 0 0 0,-1-1-1 0 0,1 0 1 0 0,4-18-1 0 0,3-9 412 0 0,-7 26-349 0 0,-1 1 113 0 0,1-1 0 0 0,-1 0 0 0 0,0 0 0 0 0,-1 0 1 0 0,-1 0-1 0 0,2-17 0 0 0,-4 26-118 0 0,1-5 1680 0 0,8 3-1634 0 0,4 1-247 0 0,0 0-1 0 0,0 1 1 0 0,22-1 0 0 0,8-1-15 0 0,36-11 4 0 0,97-32 0 0 0,-68 15-47 0 0,-22 8-253 0 0,46-12-487 0 0,-81 25 148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53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63 8751 0 0,'-3'1'184'0'0,"-1"0"0"0"0,1-1 0 0 0,-1 1 0 0 0,0-1 0 0 0,1 0-1 0 0,-1 0 1 0 0,1 0 0 0 0,-1-1 0 0 0,1 1 0 0 0,-1-1-1 0 0,1 0 1 0 0,-1 0 0 0 0,1 0 0 0 0,-4-2 0 0 0,-12-3 5663 0 0,-1 3 6395 0 0,75-4-10578 0 0,333-11-1250 0 0,-317 16-328 0 0,338-3-12 0 0,-156 5-330 0 0,-150 0-250 0 0,-12 0-2449 0 0,94-11-1 0 0,-147 5 536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53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15 12895 0 0,'-87'-8'2766'0'0,"59"5"1111"0"0,-1 1 4033 0 0,19 1-4902 0 0,12 2-2681 0 0,49 16-196 0 0,1-3 0 0 0,90 14 0 0 0,-9-2-132 0 0,-129-25-1 0 0,16 2 15 0 0,-1 2 0 0 0,-1 0 0 0 0,1 1 0 0 0,-1 1 0 0 0,35 19 0 0 0,-52-25 2 0 0,1 0 1 0 0,-1 0-1 0 0,1 0 0 0 0,-1 0 1 0 0,1 0-1 0 0,-1 0 0 0 0,1 1 1 0 0,-1-1-1 0 0,0 1 1 0 0,0-1-1 0 0,0 1 0 0 0,0-1 1 0 0,0 1-1 0 0,0 0 0 0 0,0-1 1 0 0,-1 1-1 0 0,1 0 0 0 0,0 0 1 0 0,-1-1-1 0 0,0 1 0 0 0,1 0 1 0 0,-1 0-1 0 0,0 0 0 0 0,0 0 1 0 0,0-1-1 0 0,0 1 0 0 0,0 0 1 0 0,0 0-1 0 0,-1 0 0 0 0,1 0 1 0 0,-1 0-1 0 0,1-1 0 0 0,-1 1 1 0 0,0 0-1 0 0,1-1 1 0 0,-1 1-1 0 0,-2 3 0 0 0,-4 4 100 0 0,1 0 0 0 0,-2 0 0 0 0,1-1 0 0 0,-18 15 0 0 0,21-19-96 0 0,-34 27-148 0 0,-75 48 0 0 0,76-56-390 0 0,15-8-340 0 0,-1-2-206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55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41 13823 0 0,'-4'-8'1247'0'0,"0"0"-354"0"0,-7-16 10155 0 0,13 35-10668 0 0,0-1-1 0 0,0 1 1 0 0,-1 0-1 0 0,-1 19 1 0 0,0-8-145 0 0,2 286 1288 0 0,-1-241-1537 0 0,14 84 0 0 0,-15-149-171 0 0,11-21-8125 0 0,-7 5 6173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55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55 107 12439 0 0,'-8'-4'821'0'0,"-20"-11"-104"0"0,17 6 1876 0 0,4-4 6756 0 0,11 10-9156 0 0,0 0-1 0 0,0 0 1 0 0,0 0-1 0 0,0 1 1 0 0,0 0-1 0 0,1 0 1 0 0,-1 0-1 0 0,9-3 1 0 0,39-6 447 0 0,-48 10-509 0 0,63-11 257 0 0,-1 4 1 0 0,76-1-1 0 0,-108 10-341 0 0,0 0-1 0 0,-1 3 1 0 0,1 0-1 0 0,-1 2 1 0 0,0 2-1 0 0,37 13 1 0 0,-66-19-31 0 0,1-1 0 0 0,-1 1 0 0 0,0 1-1 0 0,0-1 1 0 0,0 0 0 0 0,0 1 0 0 0,0 0 0 0 0,0 0 0 0 0,5 6 0 0 0,-8-8 2 0 0,0 0-1 0 0,0 0 1 0 0,-1 1-1 0 0,1-1 1 0 0,0 0-1 0 0,-1 1 1 0 0,1-1-1 0 0,0 1 1 0 0,-1-1-1 0 0,0 1 1 0 0,1-1-1 0 0,-1 1 1 0 0,0-1-1 0 0,0 1 1 0 0,0-1-1 0 0,0 1 1 0 0,0-1-1 0 0,0 1 1 0 0,0 0-1 0 0,0-1 1 0 0,-1 1-1 0 0,1-1 1 0 0,-1 1-1 0 0,1-1 1 0 0,-1 0-1 0 0,1 1 1 0 0,-1-1-1 0 0,0 0 1 0 0,0 1 0 0 0,0-1-1 0 0,0 0 1 0 0,-1 2-1 0 0,-6 7 109 0 0,-1-1 0 0 0,0-1 0 0 0,-1 1 0 0 0,-14 9 1 0 0,-46 25 172 0 0,48-30-233 0 0,-25 15-1 0 0,13-10-506 0 0,2 2 0 0 0,-54 43 1 0 0,82-60 126 0 0,0 1 1 0 0,0 0 0 0 0,1 1-1 0 0,-1-1 1 0 0,1 1-1 0 0,-5 8 1 0 0,3 2-2840 0 0,3 1-3381 0 0,3-5-1472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5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9671 0 0,'1'2'12819'0'0,"5"1"-12305"0"0,0 0 0 0 0,0 0 1 0 0,0-1-1 0 0,1 1 0 0 0,-1-1 0 0 0,0-1 1 0 0,13 3-1 0 0,52 1 965 0 0,-35-3-942 0 0,-31-2-463 0 0,97 11 1183 0 0,-100-11-905 0 0,-2 2-164 0 0,0 1-129 0 0,0-1 0 0 0,0 1 0 0 0,0 0 0 0 0,-1-1 0 0 0,1 1 1 0 0,-1 0-1 0 0,0-1 0 0 0,1 1 0 0 0,-1-1 0 0 0,0 1 0 0 0,-1-1 0 0 0,1 0 0 0 0,0 1 0 0 0,-1-1 0 0 0,1 0 0 0 0,-1 0 1 0 0,0 0-1 0 0,1 0 0 0 0,-4 2 0 0 0,-5 6 176 0 0,-1-1 0 0 0,-18 12 0 0 0,14-11-98 0 0,-22 15-54 0 0,25-18-55 0 0,0 1 0 0 0,0 0 1 0 0,1 0-1 0 0,1 1 0 0 0,-15 15 0 0 0,21-15-28 0 0,4-8 0 0 0,1 1 0 0 0,-1-1 0 0 0,0 0 0 0 0,1 1 0 0 0,-1-1 0 0 0,0 0 0 0 0,1 1 0 0 0,0-1 0 0 0,-1 0 0 0 0,1 1 0 0 0,0-1 0 0 0,0 0 0 0 0,-1 0 0 0 0,1 0 0 0 0,0 0 0 0 0,0 0 0 0 0,0 0 0 0 0,0 0 0 0 0,1 0 0 0 0,-1 0 0 0 0,2 1 0 0 0,28 14 0 0 0,-16-11-300 0 0,0 0 1 0 0,0-2-1 0 0,0 0 0 0 0,1 0 0 0 0,-1-1 1 0 0,1-1-1 0 0,-1-1 0 0 0,29-2 0 0 0,-16-2-676 0 0,1-1 1 0 0,-1-1-1 0 0,51-19 0 0 0,-39 10-1535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56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869 0 25487 0 0,'0'0'2553'0'0,"-3"3"-2314"0"0,-21 21 441 0 0,1 1 0 0 0,1 2-1 0 0,-26 40 1 0 0,-28 36 869 0 0,-158 148-1346 0 0,176-191-186 0 0,-132 166-17 0 0,102-117 0 0 0,63-80-554 0 0,3 2 0 0 0,-25 42-1 0 0,45-70 338 0 0,1-1 0 0 0,0 0 0 0 0,0 1 0 0 0,0-1 0 0 0,0 1-1 0 0,1-1 1 0 0,-1 1 0 0 0,1-1 0 0 0,0 1 0 0 0,-1 0-1 0 0,2 3 1 0 0,-1-5 26 0 0,0 0 0 0 0,0 1-1 0 0,0-1 1 0 0,1 0-1 0 0,-1 0 1 0 0,0 0 0 0 0,1 1-1 0 0,0-1 1 0 0,-1 0 0 0 0,1 0-1 0 0,-1 0 1 0 0,1 0-1 0 0,0 0 1 0 0,0 0 0 0 0,0 0-1 0 0,-1 0 1 0 0,1-1 0 0 0,0 1-1 0 0,0 0 1 0 0,0 0-1 0 0,0-1 1 0 0,1 1 0 0 0,-1 0-1 0 0,0-1 1 0 0,0 1 0 0 0,1-1-1 0 0,11 3-2684 0 0</inkml:trace>
  <inkml:trace contextRef="#ctx0" brushRef="#br0" timeOffset="1">751 600 2303 0 0,'14'-3'21063'0'0,"-13"3"-20815"0"0,5 9 2379 0 0,2 8-1198 0 0,-5-9-1057 0 0,-1 0 1 0 0,0 0-1 0 0,-1 0 0 0 0,0 0 1 0 0,0 1-1 0 0,-1 10 1 0 0,-5 53 529 0 0,0-23-522 0 0,1 5-325 0 0,-1 47 369 0 0,5-85-831 0 0,1-1 0 0 0,0 1-1 0 0,1-1 1 0 0,6 20 0 0 0,-2-25-1463 0 0,-3-4-511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6:56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86 8287 0 0,'-36'-54'17204'0'0,"56"44"-15111"0"0,-20 10-1890 0 0,13-4 198 0 0,-1 0-1 0 0,1 2 1 0 0,0-1-1 0 0,0 2 0 0 0,26-1 1 0 0,-20 1-179 0 0,70-4 80 0 0,168 14-1 0 0,-237-7-288 0 0,-1 1 0 0 0,0 0-1 0 0,0 2 1 0 0,20 7 0 0 0,-38-11-7 0 0,0-1 0 0 0,0 0 0 0 0,-1 1 0 0 0,1-1 0 0 0,0 0 0 0 0,-1 1 0 0 0,1-1 0 0 0,0 1-1 0 0,-1-1 1 0 0,1 1 0 0 0,0 0 0 0 0,-1-1 0 0 0,1 1 0 0 0,-1 0 0 0 0,1-1 0 0 0,-1 1 0 0 0,1 0 0 0 0,-1-1 0 0 0,0 1 0 0 0,1 0 0 0 0,-1 0 0 0 0,0-1 0 0 0,0 1 0 0 0,1 0-1 0 0,-1 0 1 0 0,0 0 0 0 0,0 1 0 0 0,0 0 9 0 0,-1 0 0 0 0,1-1 0 0 0,-1 1 0 0 0,1 0 0 0 0,-1 0 0 0 0,0 0 0 0 0,0 0 0 0 0,0 0 0 0 0,0-1 0 0 0,0 1 0 0 0,-1 1-1 0 0,-4 4 45 0 0,1 0-1 0 0,-1-1 0 0 0,-1 0 0 0 0,-9 7 0 0 0,-78 44 213 0 0,-5 5-250 0 0,82-50-26 0 0,-7 5-590 0 0,1 1 0 0 0,1 0 0 0 0,-21 24 0 0 0,41-40 193 0 0,0 1 0 0 0,0-1 1 0 0,0 1-1 0 0,0 0 0 0 0,1 0 1 0 0,-1 0-1 0 0,1 0 0 0 0,0 0 1 0 0,0 0-1 0 0,0 0 0 0 0,0 0 1 0 0,0 0-1 0 0,1 0 0 0 0,-1 1 1 0 0,1-1-1 0 0,0 0 0 0 0,0 1 1 0 0,0-1-1 0 0,2 6 1 0 0,-1-7 116 0 0,0 0 1 0 0,0 0 0 0 0,0 0 0 0 0,0-1 0 0 0,1 1 0 0 0,-1 0-1 0 0,1-1 1 0 0,2 3 0 0 0</inkml:trace>
  <inkml:trace contextRef="#ctx0" brushRef="#br0" timeOffset="1">777 428 25023 0 0,'0'0'2269'0'0,"0"3"-1870"0"0,1 21 438 0 0,-2 1 0 0 0,0 0 0 0 0,-8 34 0 0 0,1-4 144 0 0,-2 56 1 0 0,10-91-1594 0 0,0 1 0 0 0,2-1 0 0 0,0 0 0 0 0,1 0 0 0 0,1 0 0 0 0,9 24 0 0 0,-6-23-9787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3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19351 0 0,'0'0'3019'0'0,"0"2"-2017"0"0,-1 197 5565 0 0,1 159-5878 0 0,0-341-720 0 0,4 44-241 0 0,-4-55 44 0 0,1 0 1 0 0,0-1-1 0 0,1 1 1 0 0,-1 0-1 0 0,1-1 0 0 0,1 1 1 0 0,4 9-1 0 0,-6-13-33 0 0,0-1-1 0 0,0 1 1 0 0,1-1-1 0 0,-1 0 1 0 0,0 1-1 0 0,1-1 1 0 0,-1 0-1 0 0,1 0 1 0 0,-1 0 0 0 0,3 1-1 0 0,10 2-6517 0 0,0-5-1359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3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15 19927 0 0,'-4'-11'2124'0'0,"2"7"672"0"0,-11 38 2294 0 0,10-23-4669 0 0,1 0 0 0 0,-1 19 0 0 0,1 29-187 0 0,3 0 0 0 0,2 0-1 0 0,22 111 1 0 0,-23-160-513 0 0,29 136-1081 0 0,-18-98-2355 0 0,2-1-4236 0 0,-9-31-184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43 293 9671 0 0,'-3'1'158'0'0,"-1"0"1"0"0,1 0-1 0 0,0 0 0 0 0,-1 0 0 0 0,1 1 0 0 0,0-1 0 0 0,0 1 0 0 0,0 0 1 0 0,-11 7 10968 0 0,14-8-10934 0 0,4 6 4538 0 0,8 5-2841 0 0,-5-10-1769 0 0,-1 0-1 0 0,0 0 1 0 0,1 0-1 0 0,0-1 0 0 0,-1 1 1 0 0,1-2-1 0 0,0 1 0 0 0,-1-1 1 0 0,1 0-1 0 0,9-1 1 0 0,10-3-87 0 0,32-7 0 0 0,-53 10-4 0 0,37-10-2 0 0,-1-2 1 0 0,0-2-1 0 0,-1-1 0 0 0,0-2 1 0 0,-2-2-1 0 0,0-1 0 0 0,-1-2 1 0 0,-1-2-1 0 0,-2-1 0 0 0,0-1 1 0 0,44-49-1 0 0,-49 40-17 0 0,-28 34 221 0 0,-2 2-107 0 0,-5 2-77 0 0,1-1 0 0 0,0 1 0 0 0,0 0 0 0 0,1 0 0 0 0,-1 1 0 0 0,0 0 0 0 0,1 0 0 0 0,-1 0 0 0 0,1 0 0 0 0,0 0 1 0 0,0 1-1 0 0,0 0 0 0 0,1 0 0 0 0,-5 6 0 0 0,-6 9 14 0 0,-21 39 1 0 0,32-53-58 0 0,-9 17 19 0 0,1 0 0 0 0,1 0 0 0 0,-12 41 0 0 0,20-55-94 0 0,0 1 0 0 0,0-1 0 0 0,1 1 0 0 0,0 0 0 0 0,0 0 0 0 0,1-1 0 0 0,0 1 0 0 0,1 0 0 0 0,0 0 0 0 0,0-1 0 0 0,1 1 0 0 0,0 0 0 0 0,6 13 0 0 0,-6-19-89 0 0,0 1-1 0 0,0-1 1 0 0,0 0 0 0 0,0 0 0 0 0,1 0 0 0 0,-1 0 0 0 0,1 0 0 0 0,0-1 0 0 0,0 1-1 0 0,0-1 1 0 0,0 0 0 0 0,0 0 0 0 0,0 0 0 0 0,1 0 0 0 0,-1-1 0 0 0,1 1 0 0 0,-1-1 0 0 0,1 0-1 0 0,0 0 1 0 0,-1 0 0 0 0,1 0 0 0 0,0-1 0 0 0,4 1 0 0 0,10-1-1354 0 0,0 0 0 0 0,0-1-1 0 0,29-5 1 0 0,-29 4-114 0 0,18-3-5761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250 338 14135 0 0,'0'0'647'0'0,"0"-15"242"0"0,3-14 509 0 0,-3 21-79 0 0,0-1 0 0 0,0 1 0 0 0,-1 0 0 0 0,0 0 0 0 0,-1 0 0 0 0,-3-12 0 0 0,4 19-1230 0 0,1-1 0 0 0,0 1 0 0 0,-1 0 0 0 0,1 0 0 0 0,0 0 0 0 0,-1 1 0 0 0,1-1 0 0 0,-1 0 0 0 0,0 0 0 0 0,1 0 0 0 0,-1 0 0 0 0,0 0 0 0 0,1 1 0 0 0,-1-1 0 0 0,0 0 0 0 0,0 0 0 0 0,0 1 0 0 0,0-1 0 0 0,1 1 0 0 0,-1-1 0 0 0,0 1 0 0 0,0-1 0 0 0,0 1 0 0 0,0 0 0 0 0,0-1 0 0 0,0 1 0 0 0,0 0 0 0 0,0 0 0 0 0,-1 0 0 0 0,1 0 0 0 0,0-1 0 0 0,0 2 0 0 0,0-1 0 0 0,0 0 0 0 0,0 0 0 0 0,0 0 0 0 0,0 0 0 0 0,0 1 0 0 0,0-1 0 0 0,0 0 0 0 0,0 1 0 0 0,0-1 0 0 0,-1 2 0 0 0,-3 0 44 0 0,0 1-1 0 0,1 1 1 0 0,-1-1-1 0 0,1 1 0 0 0,0 0 1 0 0,0 0-1 0 0,-4 4 1 0 0,-56 86 473 0 0,33-48-478 0 0,22-32-121 0 0,0 1-1 0 0,1 0 1 0 0,0 0-1 0 0,1 0 0 0 0,1 1 1 0 0,0 0-1 0 0,1 0 1 0 0,1 1-1 0 0,0-1 1 0 0,-1 24-1 0 0,5-36-43 0 0,0-1 1 0 0,0 1-1 0 0,0 0 0 0 0,1-1 1 0 0,-1 1-1 0 0,1 0 1 0 0,0-1-1 0 0,0 1 0 0 0,0-1 1 0 0,1 1-1 0 0,-1-1 0 0 0,1 1 1 0 0,0-1-1 0 0,0 0 0 0 0,0 0 1 0 0,0 0-1 0 0,1 0 0 0 0,3 4 1 0 0,-3-5-53 0 0,-1 0-1 0 0,1-1 1 0 0,0 1 0 0 0,0 0 0 0 0,-1-1-1 0 0,1 0 1 0 0,0 0 0 0 0,0 0-1 0 0,0 0 1 0 0,0 0 0 0 0,0-1 0 0 0,1 1-1 0 0,-1-1 1 0 0,0 0 0 0 0,0 0 0 0 0,0 0-1 0 0,0 0 1 0 0,0 0 0 0 0,1-1 0 0 0,-1 0-1 0 0,0 1 1 0 0,4-3 0 0 0,0 1-41 0 0,-1-2 1 0 0,1 1-1 0 0,-1-1 0 0 0,1 0 1 0 0,-1 0-1 0 0,0-1 1 0 0,0 1-1 0 0,6-8 1 0 0,0 0-211 0 0,-2-1 0 0 0,16-23 0 0 0,-7 8 68 0 0,15-34 0 0 0,-27 47 302 0 0,-1 0 1 0 0,-1 1-1 0 0,0-2 1 0 0,4-23-1 0 0,-9 39-28 0 0,3-21 502 0 0,2-34 1593 0 0,-4 66-1565 0 0,1 28-211 0 0,-1-17-223 0 0,0 0-1 0 0,8 40 0 0 0,-7-55-123 0 0,0 0 0 0 0,0-1-1 0 0,1 1 1 0 0,0 0-1 0 0,0-1 1 0 0,1 0 0 0 0,-1 0-1 0 0,1 0 1 0 0,0 0 0 0 0,1-1-1 0 0,0 1 1 0 0,0-1-1 0 0,6 5 1 0 0,-8-8-81 0 0,0 1 1 0 0,1-1-1 0 0,0 0 0 0 0,-1 0 0 0 0,1 0 1 0 0,0-1-1 0 0,0 1 0 0 0,0-1 0 0 0,0 0 1 0 0,0 0-1 0 0,0 0 0 0 0,0 0 1 0 0,0-1-1 0 0,0 0 0 0 0,0 0 0 0 0,0 0 1 0 0,0 0-1 0 0,1-1 0 0 0,-1 1 0 0 0,0-1 1 0 0,0 0-1 0 0,0-1 0 0 0,0 1 1 0 0,5-3-1 0 0,-2 0-41 0 0,0 0 1 0 0,0 0-1 0 0,-1 0 1 0 0,1-1-1 0 0,-1 0 0 0 0,0 0 1 0 0,-1 0-1 0 0,1-1 1 0 0,-1 0-1 0 0,0 0 1 0 0,-1-1-1 0 0,5-7 0 0 0,1-5 151 0 0,-1-1 0 0 0,-1-1 0 0 0,0 1 0 0 0,6-33-1 0 0,8-87 840 0 0,-17 98-363 0 0,8-111 2166 0 0,-13 152-1397 0 0,0 2-942 0 0,-3 86 606 0 0,0 29-883 0 0,4-86-29 0 0,1 37 0 0 0,12 69 0 0 0,-4-66-426 0 0,4 19-1546 0 0,1-30-3709 0 0,-13-50 3184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4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12 195 1375 0 0,'-12'-5'28302'0'0,"18"2"-27918"0"0,12-6-4216 0 0,-11 7 6071 0 0,183-66-1890 0 0,-35 12-3343 0 0,-33 19-1543 0 0,-52 23 2202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5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6 415 22519 0 0,'0'0'2523'0'0,"7"-6"-1026"0"0,1-3-1032 0 0,0 0 1 0 0,-1-1-1 0 0,0 0 0 0 0,0 0 1 0 0,-1-1-1 0 0,-1 1 0 0 0,0-1 1 0 0,7-21-1 0 0,25-92-348 0 0,-32 104-164 0 0,-1-1-1 0 0,-2 0 1 0 0,0 1 0 0 0,-1-26-1 0 0,-1 43 34 0 0,0 0 0 0 0,0 1 0 0 0,-1-1 0 0 0,1 0 0 0 0,-1 1 0 0 0,0-1 0 0 0,0 0 0 0 0,0 1 0 0 0,0-1-1 0 0,0 1 1 0 0,-1-1 0 0 0,-2-3 0 0 0,4 5 9 0 0,-1 1 0 0 0,1-1 0 0 0,-1 1-1 0 0,0-1 1 0 0,1 1 0 0 0,-1-1 0 0 0,0 1 0 0 0,1-1-1 0 0,-1 1 1 0 0,0 0 0 0 0,1-1 0 0 0,-1 1-1 0 0,0 0 1 0 0,0 0 0 0 0,0 0 0 0 0,1-1 0 0 0,-1 1-1 0 0,-1 0 1 0 0,0 1-1 0 0,1-1 1 0 0,0 0-1 0 0,-1 1 0 0 0,1-1 0 0 0,0 0 1 0 0,0 1-1 0 0,-1 0 0 0 0,1-1 0 0 0,0 1 1 0 0,0 0-1 0 0,0 0 0 0 0,0-1 1 0 0,0 1-1 0 0,-2 2 0 0 0,-3 5 15 0 0,0-1-1 0 0,0 1 1 0 0,0 1 0 0 0,1-1 0 0 0,0 1-1 0 0,1 0 1 0 0,-6 15 0 0 0,1 2 328 0 0,-7 42 0 0 0,13-53-292 0 0,0-1 1 0 0,2 1-1 0 0,0 0 1 0 0,1 0-1 0 0,0 0 1 0 0,1 0-1 0 0,5 24 1 0 0,-5-32-88 0 0,1-1 1 0 0,0 0 0 0 0,0 0-1 0 0,0 0 1 0 0,1-1-1 0 0,0 1 1 0 0,0 0 0 0 0,0-1-1 0 0,1 0 1 0 0,0 0 0 0 0,0 0-1 0 0,0 0 1 0 0,0-1-1 0 0,1 1 1 0 0,0-1 0 0 0,0 0-1 0 0,0 0 1 0 0,0-1-1 0 0,1 0 1 0 0,9 4 0 0 0,-10-5-58 0 0,0 0 0 0 0,1-1 0 0 0,-1 0 0 0 0,1 0 0 0 0,-1 0 0 0 0,1-1-1 0 0,0 0 1 0 0,-1 0 0 0 0,1 0 0 0 0,-1-1 0 0 0,8-2 0 0 0,1 0-115 0 0,-1 0-1 0 0,0-2 1 0 0,19-8-1 0 0,-26 9 167 0 0,1 0 0 0 0,0-1 1 0 0,-1 1-1 0 0,0-1 0 0 0,0-1 0 0 0,-1 1 0 0 0,1-1 0 0 0,-1 0 0 0 0,0 0 1 0 0,-1 0-1 0 0,1-1 0 0 0,4-9 0 0 0,-1-1 129 0 0,0 0 0 0 0,-2 0 1 0 0,0-1-1 0 0,4-20 0 0 0,24-121 143 0 0,-30 146 283 0 0,9-25 1 0 0,-13 38-475 0 0,1-2 308 0 0,0 2-261 0 0,1 0-1 0 0,0 0 0 0 0,-1 0 0 0 0,1 0 0 0 0,-1 0 1 0 0,1 0-1 0 0,-1 1 0 0 0,1-1 0 0 0,-1 1 1 0 0,1-1-1 0 0,2 2 0 0 0,-4-2-43 0 0,6 2 97 0 0,0 1 0 0 0,0 0 0 0 0,0 1 1 0 0,-1-1-1 0 0,1 1 0 0 0,-1 0 0 0 0,0 1 0 0 0,6 5 0 0 0,34 43 191 0 0,-26-28-350 0 0,13 10-198 0 0,1-1 0 0 0,67 53 0 0 0,-89-80-247 0 0,-1 0 1 0 0,1 0-1 0 0,14 6 0 0 0,1-1-4093 0 0,-12-6-318 0 0,3 2-3877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5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18431 0 0,'-3'1'266'0'0,"0"1"-1"0"0,0 0 0 0 0,0 0 0 0 0,0 0 1 0 0,0 1-1 0 0,0-1 0 0 0,1 1 1 0 0,-1-1-1 0 0,1 1 0 0 0,-3 4 1 0 0,-20 34 4033 0 0,20-33-2820 0 0,-60 135 3495 0 0,41-86-4625 0 0,-10 33-353 0 0,31-79-423 0 0,0 1 1 0 0,0-1-1 0 0,2 1 1 0 0,-1 0 0 0 0,1 0-1 0 0,1 11 1 0 0,3 0-1861 0 0</inkml:trace>
  <inkml:trace contextRef="#ctx0" brushRef="#br0" timeOffset="1">734 109 12895 0 0,'-2'-1'187'0'0,"0"-1"-1"0"0,0 1 1 0 0,1-1-1 0 0,-1 1 1 0 0,0-1-1 0 0,0 0 1 0 0,1 0-1 0 0,0 0 1 0 0,-1 0-1 0 0,1 0 1 0 0,0 0-1 0 0,0 0 1 0 0,-2-4-1 0 0,3 4 395 0 0,-1 0 0 0 0,0 1 0 0 0,1-1 1 0 0,-1 0-1 0 0,0 0 0 0 0,0 1 0 0 0,0-1 0 0 0,0 1 0 0 0,0-1 1 0 0,0 1-1 0 0,-1-1 0 0 0,1 1 0 0 0,-1 0 0 0 0,1 0 0 0 0,0 0 1 0 0,-1-1-1 0 0,0 1 0 0 0,1 1 0 0 0,-1-1 0 0 0,0 0 0 0 0,1 0 1 0 0,-1 1-1 0 0,0-1 0 0 0,-3 0 0 0 0,-1 1-431 0 0,0 0-1 0 0,1 1 1 0 0,-1-1-1 0 0,0 1 1 0 0,1 1-1 0 0,-1-1 1 0 0,1 1-1 0 0,0 0 1 0 0,0 0 0 0 0,-1 0-1 0 0,1 1 1 0 0,0 0-1 0 0,-6 4 1 0 0,-5 6-97 0 0,0-1-1 0 0,-19 21 1 0 0,15-13-34 0 0,2 1 0 0 0,0 1 0 0 0,2 0 0 0 0,0 1 0 0 0,1 0 0 0 0,-21 50 0 0 0,33-66-93 0 0,1-1-1 0 0,0 1 0 0 0,0-1 1 0 0,1 1-1 0 0,0 0 1 0 0,0-1-1 0 0,0 1 0 0 0,1 0 1 0 0,1 13-1 0 0,0-17-64 0 0,-1 1 0 0 0,1-1 1 0 0,0 0-1 0 0,0 0 0 0 0,0 1 0 0 0,0-1 0 0 0,1 0 1 0 0,-1 0-1 0 0,1 0 0 0 0,0 0 0 0 0,0-1 0 0 0,0 1 1 0 0,0 0-1 0 0,1-1 0 0 0,-1 1 0 0 0,0-1 0 0 0,1 0 1 0 0,0 0-1 0 0,0 0 0 0 0,-1 0 0 0 0,7 2 0 0 0,2 0-693 0 0,0-1 0 0 0,0 0 0 0 0,0-1 0 0 0,0 0 0 0 0,1-1 0 0 0,-1 0 0 0 0,0-1 1 0 0,1 0-1 0 0,20-3 0 0 0,3-3-1662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6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33 18975 0 0,'-29'-29'2056'0'0,"28"29"-1951"0"0,1-1 0 0 0,-1 1 0 0 0,1-1 0 0 0,-1 1 0 0 0,1 0 0 0 0,-1-1 0 0 0,1 1 0 0 0,-1 0-1 0 0,0 0 1 0 0,1 0 0 0 0,-1-1 0 0 0,1 1 0 0 0,-1 0 0 0 0,0 0 0 0 0,1 0 0 0 0,-1 0 0 0 0,1 0 0 0 0,-1 0 0 0 0,0 0 0 0 0,1 0 0 0 0,-1 0-1 0 0,1 0 1 0 0,-1 1 0 0 0,0-1 0 0 0,1 0 0 0 0,-1 0 0 0 0,1 0 0 0 0,-1 1 0 0 0,1-1 0 0 0,-1 0 0 0 0,1 1 0 0 0,-1 0 0 0 0,-10 11 3017 0 0,8-6-2820 0 0,0 0 0 0 0,1 0 0 0 0,-1 1-1 0 0,1-1 1 0 0,0 1 0 0 0,1 0 0 0 0,0 0 0 0 0,0-1-1 0 0,0 10 1 0 0,1 9-86 0 0,3 30 1 0 0,-1-31 6 0 0,3 26-114 0 0,3 0-1 0 0,2 0 1 0 0,2-1 0 0 0,2 0 0 0 0,26 60 0 0 0,-32-92-113 0 0,0 0 0 0 0,12 18 0 0 0,-19-34-60 0 0,7-32-412 0 0,-1-10 273 0 0,1 1-1 0 0,2 0 1 0 0,2 0-1 0 0,1 1 1 0 0,3 1-1 0 0,24-47 1 0 0,-36 76 158 0 0,1 0 0 0 0,0 0 0 0 0,1 0 0 0 0,0 1 0 0 0,0 0 0 0 0,1 0 0 0 0,0 1 0 0 0,12-10 0 0 0,-11 12 47 0 0,-8 5 3 0 0,1 1 0 0 0,0-1 0 0 0,0 0-1 0 0,-1 1 1 0 0,1-1 0 0 0,0 1-1 0 0,-1-1 1 0 0,1 1 0 0 0,-1-1 0 0 0,1 1-1 0 0,0 0 1 0 0,-1-1 0 0 0,1 1 0 0 0,-1 0-1 0 0,0-1 1 0 0,1 1 0 0 0,-1 1-1 0 0,1-2 9 0 0,3 7 59 0 0,0-1 1 0 0,-1 1 0 0 0,0 0-1 0 0,0 0 1 0 0,0 0 0 0 0,1 10-1 0 0,7 48 351 0 0,-3-15-81 0 0,-5-33-316 0 0,1-1 0 0 0,1 0 0 0 0,1-1 1 0 0,0 1-1 0 0,1-1 0 0 0,0 0 0 0 0,1-1 0 0 0,19 25 0 0 0,-22-33-84 0 0,0 0 0 0 0,0 0 0 0 0,1 0-1 0 0,0-1 1 0 0,0 0 0 0 0,0 0 0 0 0,1-1-1 0 0,0 0 1 0 0,0 0 0 0 0,0 0 0 0 0,0-1-1 0 0,0 0 1 0 0,1-1 0 0 0,-1 1 0 0 0,1-2-1 0 0,0 1 1 0 0,0-1 0 0 0,-1 0 0 0 0,1 0-1 0 0,13-1 1 0 0,-8-2-10 0 0,0 1 0 0 0,0-1 0 0 0,-1-1 0 0 0,1 0 0 0 0,-1-1 0 0 0,0 0 0 0 0,0-1 1 0 0,0-1-1 0 0,0 1 0 0 0,-1-2 0 0 0,0 0 0 0 0,-1 0 0 0 0,1-1 0 0 0,-2 0 0 0 0,1-1 0 0 0,-1 0 0 0 0,0 0 0 0 0,-1-1 0 0 0,0 0 0 0 0,0-1 0 0 0,8-15 0 0 0,-10 14 80 0 0,0-1-1 0 0,0 1 1 0 0,-1-1-1 0 0,-1-1 1 0 0,5-20-1 0 0,-8 30 8 0 0,0 0 0 0 0,-1 0 1 0 0,1 0-1 0 0,-1 0 0 0 0,0 0 0 0 0,0 0 0 0 0,-1 0 0 0 0,1 0 0 0 0,-1 0 0 0 0,0 0 0 0 0,0 0 0 0 0,0 0 0 0 0,0 0 0 0 0,-1 1 0 0 0,1-1 0 0 0,-1 0 0 0 0,0 1 0 0 0,0-1 0 0 0,-1 1 0 0 0,1 0 0 0 0,-1 0 0 0 0,1 0 0 0 0,-6-5 0 0 0,5 7 29 0 0,1-1 0 0 0,-1 1-1 0 0,0 0 1 0 0,0-1 0 0 0,0 1 0 0 0,1 0 0 0 0,-1 1 0 0 0,0-1 0 0 0,0 1 0 0 0,0-1 0 0 0,0 1 0 0 0,0 0-1 0 0,0 0 1 0 0,0 0 0 0 0,-1 0 0 0 0,1 1 0 0 0,0-1 0 0 0,1 1 0 0 0,-1 0 0 0 0,0 0 0 0 0,0 0 0 0 0,0 0 0 0 0,-5 3-1 0 0,-1 1 94 0 0,1 0-1 0 0,-1 1 1 0 0,1-1-1 0 0,0 2 0 0 0,-14 13 1 0 0,14-11-101 0 0,0 1 1 0 0,0-1 0 0 0,1 2-1 0 0,1-1 1 0 0,-1 1 0 0 0,2 0-1 0 0,-6 14 1 0 0,8-17-50 0 0,0 1-1 0 0,0 0 1 0 0,1 0 0 0 0,1 1-1 0 0,-1-1 1 0 0,1 0 0 0 0,1 1-1 0 0,0-1 1 0 0,0 0 0 0 0,2 11-1 0 0,-1-16-77 0 0,0 1-1 0 0,1 0 0 0 0,-1-1 1 0 0,1 1-1 0 0,0-1 1 0 0,0 0-1 0 0,0 1 0 0 0,0-1 1 0 0,1 0-1 0 0,0-1 0 0 0,0 1 1 0 0,0 0-1 0 0,0-1 0 0 0,1 1 1 0 0,-1-1-1 0 0,1 0 1 0 0,0 0-1 0 0,0-1 0 0 0,0 1 1 0 0,0-1-1 0 0,0 0 0 0 0,1 0 1 0 0,-1 0-1 0 0,1 0 0 0 0,-1-1 1 0 0,1 0-1 0 0,8 1 0 0 0,-4-1-187 0 0,-1 0 1 0 0,1 0-1 0 0,0-1 0 0 0,0-1 0 0 0,0 1 0 0 0,-1-1 0 0 0,1-1 0 0 0,0 0 0 0 0,-1 0 0 0 0,1 0 0 0 0,-1-1 0 0 0,0-1 0 0 0,0 1 0 0 0,10-7 0 0 0,-11 4 89 0 0,1 1 0 0 0,-1-2 0 0 0,0 1 0 0 0,-1-1 0 0 0,1 0-1 0 0,-1 0 1 0 0,-1-1 0 0 0,6-8 0 0 0,5-12 101 0 0,12-32 0 0 0,-15 31 187 0 0,-4 8 4826 0 0,-3 32-4233 0 0,19 34-33 0 0,-19-33-753 0 0,0-1 1 0 0,0 0-1 0 0,1-1 1 0 0,0 1-1 0 0,13 12 0 0 0,28 22-2643 0 0,-30-31 575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70 24447 0 0,'0'0'2217'0'0,"0"3"-1722"0"0,-3 26 161 0 0,1 1 0 0 0,1 0 0 0 0,5 39 0 0 0,-3-55-416 0 0,1 0 0 0 0,1 0 0 0 0,0-1 0 0 0,1 1 0 0 0,0-1 0 0 0,1 0 0 0 0,1 0 0 0 0,0 0 0 0 0,11 16 0 0 0,-14-26-240 0 0,-1 1 0 0 0,1-1 0 0 0,0-1 0 0 0,0 1 0 0 0,0 0 0 0 0,0-1 0 0 0,4 3 0 0 0,-5-4-4 0 0,-1 0 1 0 0,1 0-1 0 0,-1-1 0 0 0,1 1 0 0 0,-1 0 1 0 0,1-1-1 0 0,0 1 0 0 0,-1-1 0 0 0,1 1 1 0 0,0-1-1 0 0,-1 0 0 0 0,1 1 0 0 0,0-1 1 0 0,0 0-1 0 0,-1 0 0 0 0,1-1 0 0 0,0 1 1 0 0,-1 0-1 0 0,1 0 0 0 0,0-1 0 0 0,1 0 1 0 0,0 0-14 0 0,0-1 0 0 0,0 0 0 0 0,0 0 1 0 0,-1 0-1 0 0,1 0 0 0 0,-1 0 1 0 0,4-3-1 0 0,-5 3 9 0 0,3-2-41 0 0,0-1 0 0 0,0 0-1 0 0,0 0 1 0 0,-1-1 0 0 0,0 1 0 0 0,4-11-1 0 0,12-38-177 0 0,-10 26 127 0 0,89-194-797 0 0,-97 221 1250 0 0,0 14-105 0 0,3 20-178 0 0,1-1 0 0 0,2 0 0 0 0,15 45 0 0 0,-18-68-79 0 0,0-1 0 0 0,0 0-1 0 0,1 0 1 0 0,0 0 0 0 0,1-1 0 0 0,-1 1 0 0 0,2-1-1 0 0,-1-1 1 0 0,1 1 0 0 0,0-1 0 0 0,0 0 0 0 0,1-1 0 0 0,-1 0-1 0 0,1 0 1 0 0,11 4 0 0 0,-6-2-83 0 0,1-2-1 0 0,0 0 1 0 0,0 0-1 0 0,0-2 1 0 0,1 0 0 0 0,0 0-1 0 0,-1-1 1 0 0,29-1-1 0 0,-26-1 3 0 0,0-2 1 0 0,-1 0-1 0 0,1-1 0 0 0,-1 0 0 0 0,0-2 0 0 0,0 0 0 0 0,0-1 0 0 0,0 0 0 0 0,-1-1 0 0 0,25-16 0 0 0,-31 17 99 0 0,-1 0 0 0 0,0 0 0 0 0,0-1 1 0 0,-1 0-1 0 0,1-1 0 0 0,-2 0 0 0 0,1 0 0 0 0,-1 0 0 0 0,0-1 0 0 0,-1 1 0 0 0,0-1 1 0 0,-1-1-1 0 0,0 1 0 0 0,0-1 0 0 0,-1 0 0 0 0,0 1 0 0 0,0-1 0 0 0,1-17 0 0 0,-4 16-37 0 0,0 0 0 0 0,-1 1 0 0 0,0-1-1 0 0,-1 1 1 0 0,0 0 0 0 0,-4-12-1 0 0,0-2-298 0 0,-2 6 90 0 0,4 11 122 0 0,3 6 19 0 0,1 1 39 0 0,-1 0 67 0 0,0 1 0 0 0,1-1 0 0 0,-1 1 0 0 0,1-1-1 0 0,-1 1 1 0 0,0-1 0 0 0,1 1 0 0 0,0-1 0 0 0,-1 1 0 0 0,1-1 0 0 0,-1 1-1 0 0,1 0 1 0 0,0-1 0 0 0,-1 1 0 0 0,1 0 0 0 0,0-1 0 0 0,-1 1 0 0 0,1 0-1 0 0,0-1 1 0 0,0 2 0 0 0,-3 16 200 0 0,3 6 6 0 0,2 0 0 0 0,1 0-1 0 0,0-1 1 0 0,12 38 0 0 0,-10-42-172 0 0,61 179 136 0 0,-47-146-163 0 0,-11-30-18 0 0,76 235-101 0 0,-76-225 86 0 0,-2 0 1 0 0,-1 0-1 0 0,-2 0 1 0 0,-1 0-1 0 0,-1 0 1 0 0,-5 44-1 0 0,3-68 22 0 0,-1 0 0 0 0,0 0 0 0 0,0 0 0 0 0,-1-1 0 0 0,0 1 0 0 0,0-1 0 0 0,-1 1 0 0 0,-8 12 0 0 0,9-15 0 0 0,-1 0-1 0 0,0-1 1 0 0,1 0 0 0 0,-1 0-1 0 0,0 0 1 0 0,-1 0 0 0 0,1-1-1 0 0,-1 0 1 0 0,0 0 0 0 0,1 0-1 0 0,-1 0 1 0 0,-1-1 0 0 0,-8 4-1 0 0,6-4-136 0 0,1-1 0 0 0,0 0-1 0 0,0 0 1 0 0,0 0 0 0 0,-1-1-1 0 0,1 0 1 0 0,0 0 0 0 0,0-1-1 0 0,-1 0 1 0 0,1 0-1 0 0,0-1 1 0 0,0 0 0 0 0,-12-5-1 0 0,15 5 7 0 0,-1 0-1 0 0,1-1 0 0 0,0 1 0 0 0,0-1 1 0 0,0 0-1 0 0,0 0 0 0 0,0-1 0 0 0,1 1 1 0 0,0-1-1 0 0,0 0 0 0 0,0 1 0 0 0,0-2 1 0 0,0 1-1 0 0,1 0 0 0 0,-1 0 1 0 0,1-1-1 0 0,0 1 0 0 0,1-1 0 0 0,-1 0 1 0 0,1 1-1 0 0,-1-8 0 0 0,1-2 38 0 0,0-1-1 0 0,1 1 0 0 0,1-1 1 0 0,0 1-1 0 0,1 0 1 0 0,0 0-1 0 0,1-1 1 0 0,8-22-1 0 0,6-7-8 0 0,28-54-1 0 0,46-68 36 0 0,-46 85 48 0 0,31-36 164 0 0,-20 37-12 0 0,-43 58-86 0 0,13-17 371 0 0,39-84 1 0 0,-59 109-295 0 0,10-29 359 0 0,-15 40-413 0 0,0 0 0 0 0,-1-1-1 0 0,1 1 1 0 0,-1 0 0 0 0,0-1-1 0 0,0 1 1 0 0,0-1-1 0 0,0 1 1 0 0,-1-1 0 0 0,-1-5-1 0 0,2 8-24 0 0,0 1-1 0 0,0 0 1 0 0,0-1-1 0 0,0 1 0 0 0,0-1 1 0 0,0 1-1 0 0,0 0 0 0 0,0-1 1 0 0,0 1-1 0 0,-1 0 1 0 0,1-1-1 0 0,0 1 0 0 0,0-1 1 0 0,0 1-1 0 0,-1 0 1 0 0,1 0-1 0 0,0-1 0 0 0,-1 1 1 0 0,1 0-1 0 0,0-1 0 0 0,-1 1 1 0 0,1 0-1 0 0,0 0 1 0 0,-1-1-1 0 0,-7 7 1627 0 0,3 0-1839 0 0,0-2 232 0 0,1 0-1 0 0,0 1 1 0 0,1-1 0 0 0,-1 1-1 0 0,1 0 1 0 0,0 0-1 0 0,0 0 1 0 0,1 0-1 0 0,-5 11 1 0 0,5-8-17 0 0,0 1 1 0 0,0 0 0 0 0,1 0-1 0 0,0 0 1 0 0,1 17 0 0 0,5 61 124 0 0,-5-81-316 0 0,1 1-1 0 0,1-1 1 0 0,-1 1-1 0 0,1-1 1 0 0,0 1-1 0 0,0-1 1 0 0,1 0-1 0 0,0 0 1 0 0,0 0-1 0 0,0-1 1 0 0,1 1-1 0 0,0-1 1 0 0,7 8-1 0 0,-5-7-137 0 0,0 0-1 0 0,0-1 1 0 0,0 0 0 0 0,0 0-1 0 0,1-1 1 0 0,0 0 0 0 0,0 0-1 0 0,0 0 1 0 0,0-1-1 0 0,16 4 1 0 0,1-1-2007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1 227 25511 0 0,'0'0'2313'0'0,"0"3"-1903"0"0,0 11-15 0 0,0-1 0 0 0,0 1 0 0 0,1 0 0 0 0,1-1 0 0 0,1 1 0 0 0,-1-1 0 0 0,2 1 0 0 0,5 13 0 0 0,51 104 176 0 0,-45-102-580 0 0,-11-21 20 0 0,-3-31 42 0 0,-1-2-68 0 0,1 1 0 0 0,5-29 0 0 0,-5 44-13 0 0,1 1 1 0 0,1-1-1 0 0,-1 1 1 0 0,1 0-1 0 0,1 0 1 0 0,-1 0-1 0 0,1 1 1 0 0,1-1-1 0 0,9-12 1 0 0,12-10-515 0 0,2 1 0 0 0,1 2 1 0 0,2 0-1 0 0,0 2 0 0 0,42-25 0 0 0,-34 27-1865 0 0,1 1 0 0 0,52-20 0 0 0,-60 32 1568 0 0,0 1 0 0 0,0 1 0 0 0,44-4 0 0 0,-48 10 9467 0 0,-36 18-5239 0 0,1-9-3127 0 0,0 0-1 0 0,0-1 0 0 0,-1 0 0 0 0,1 0 1 0 0,-1-1-1 0 0,-1 0 0 0 0,-10 5 0 0 0,9-5-206 0 0,-1 1 0 0 0,1 1 0 0 0,-16 12 0 0 0,20-14-47 0 0,1 0 0 0 0,0 0 1 0 0,1 0-1 0 0,-1 1 0 0 0,1-1 0 0 0,-4 8 1 0 0,7-11-9 0 0,0-1-1 0 0,1 1 1 0 0,-1 0 0 0 0,1 0 0 0 0,-1-1 0 0 0,1 1 0 0 0,-1 0-1 0 0,1 0 1 0 0,0 0 0 0 0,0 0 0 0 0,0-1 0 0 0,0 1 0 0 0,0 0-1 0 0,0 0 1 0 0,1 0 0 0 0,-1-1 0 0 0,1 1 0 0 0,-1 0 0 0 0,1 0 0 0 0,-1-1-1 0 0,1 1 1 0 0,0 0 0 0 0,0-1 0 0 0,0 1 0 0 0,0-1 0 0 0,0 1-1 0 0,0-1 1 0 0,1 1 0 0 0,1 0 0 0 0,4 4-25 0 0,0 0 1 0 0,1-1-1 0 0,0 0 1 0 0,0-1-1 0 0,0 0 1 0 0,13 5-1 0 0,2 1-11 0 0,10 5-13 0 0,-5-3-9 0 0,41 25 0 0 0,-61-32 84 0 0,0 1 0 0 0,0 0 0 0 0,-1 1 0 0 0,1-1 0 0 0,-1 1 0 0 0,-1 1 0 0 0,1-1 0 0 0,9 18 0 0 0,-14-23-19 0 0,-1 0 0 0 0,1 0-1 0 0,-1 0 1 0 0,0 1 0 0 0,0-1 0 0 0,0 1-1 0 0,0-1 1 0 0,0 1 0 0 0,0-1 0 0 0,-1 1-1 0 0,1-1 1 0 0,-1 1 0 0 0,0 0-1 0 0,0-1 1 0 0,0 1 0 0 0,0 0 0 0 0,0-1-1 0 0,0 1 1 0 0,-1 0 0 0 0,1-1-1 0 0,-1 1 1 0 0,0-1 0 0 0,0 1 0 0 0,0-1-1 0 0,0 1 1 0 0,-3 3 0 0 0,2-3-4 0 0,0 0 0 0 0,-1-1 0 0 0,1 1 1 0 0,0-1-1 0 0,-1 0 0 0 0,0 1 1 0 0,1-1-1 0 0,-1 0 0 0 0,0-1 0 0 0,0 1 1 0 0,0-1-1 0 0,-4 2 0 0 0,-42 15 31 0 0,41-16-33 0 0,-93 23 265 0 0,33-13-3033 0 0,31-7-8068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132 255 18431 0 0,'-28'-6'1662'0'0,"-35"-10"228"0"0,23 1 7538 0 0,42 14-9384 0 0,0 1 0 0 0,0-1 1 0 0,0 1-1 0 0,0-1 0 0 0,0 0 0 0 0,0 0 0 0 0,3-1 0 0 0,10-4 98 0 0,17-1 22 0 0,1 1 0 0 0,0 2 0 0 0,56 1 1 0 0,-52 2-177 0 0,394-26 46 0 0,-61 3 40 0 0,927-16-8 0 0,-111 5-24 0 0,-1086 31-42 0 0,850-32 0 0 0,-2 19 0 0 0,-452 30 0 0 0,217 6 0 0 0,-549-24 0 0 0,-115 10 0 0 0,-41-7 0 0 0,-4-2 194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49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47 21911 0 0,'-3'-3'243'0'0,"0"0"1"0"0,0 0-1 0 0,0-1 0 0 0,0 1 0 0 0,1-1 0 0 0,-1 0 1 0 0,1 0-1 0 0,0 0 0 0 0,-2-4 0 0 0,0 2 3736 0 0,2 8-2284 0 0,1 17-1797 0 0,0-4 441 0 0,-8 39 111 0 0,3-24-342 0 0,1-1-1 0 0,2 1 1 0 0,0 32 0 0 0,3-58-108 0 0,0 0 0 0 0,1 0 0 0 0,-1 0 0 0 0,1 0 1 0 0,0 0-1 0 0,0 0 0 0 0,0 0 0 0 0,1 0 0 0 0,-1 0 0 0 0,1 0 0 0 0,0-1 0 0 0,0 1 0 0 0,5 6 1 0 0,-4-8-95 0 0,-1 0 0 0 0,0 0 0 0 0,1 0 0 0 0,-1 0 0 0 0,1-1 0 0 0,-1 1 0 0 0,1-1 0 0 0,0 1 0 0 0,0-1 0 0 0,-1 0 0 0 0,1 0 0 0 0,0 0 0 0 0,0-1 0 0 0,0 1 0 0 0,0-1 0 0 0,0 0 1 0 0,0 1-1 0 0,0-1 0 0 0,5-1 0 0 0,21-2-2510 0 0,0-4-3680 0 0,6-2-2495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16583 0 0,'-2'1'762'0'0,"-25"8"223"0"0,-3 2-561 0 0,10-1 4428 0 0,20-10-4786 0 0,-1 1-1 0 0,1-1 1 0 0,0 0 0 0 0,-1 0 0 0 0,1 1 0 0 0,0-1 0 0 0,0 0-1 0 0,-1 0 1 0 0,1 1 0 0 0,0-1 0 0 0,0 0 0 0 0,-1 1 0 0 0,1-1-1 0 0,0 0 1 0 0,0 1 0 0 0,0-1 0 0 0,0 0 0 0 0,0 1-1 0 0,0-1 1 0 0,-1 1 0 0 0,1-1 0 0 0,0 0 0 0 0,0 1 0 0 0,0-1-1 0 0,0 1 1 0 0,0-1 0 0 0,0 0 0 0 0,0 1 0 0 0,1-1 0 0 0,-1 1-1 0 0,9 12 2560 0 0,-6-10-1978 0 0,1 0-1 0 0,0 0 0 0 0,0-1 1 0 0,7 5-1 0 0,11 1-717 0 0,1 0 0 0 0,-1-2 0 0 0,1 0 0 0 0,27 2-1 0 0,-9-1-13 0 0,-28-5 4 0 0,6 1-64 0 0,23 8-1 0 0,-38-10 123 0 0,1 1 0 0 0,-1 0 0 0 0,1-1 0 0 0,-1 2 1 0 0,0-1-1 0 0,0 0 0 0 0,0 1 0 0 0,0 0 1 0 0,-1 0-1 0 0,7 6 0 0 0,-9-7 25 0 0,0 0 0 0 0,1 1 0 0 0,-1-1 0 0 0,0 1 0 0 0,0-1 0 0 0,0 1 0 0 0,-1-1 0 0 0,1 1 0 0 0,-1-1 0 0 0,1 1 0 0 0,-1 0 0 0 0,0-1 0 0 0,0 1 0 0 0,0 0 0 0 0,0-1 0 0 0,-1 1 0 0 0,1-1 0 0 0,-1 1 0 0 0,1 0 0 0 0,-1-1 0 0 0,0 1 0 0 0,0-1 0 0 0,-2 4 0 0 0,-3 7 26 0 0,-1 0 0 0 0,-1 0 0 0 0,-9 11-1 0 0,11-15-42 0 0,-8 9-31 0 0,-10 17-1095 0 0,12-11-2399 0 0,8-11-5917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3 119 9671 0 0,'-3'-3'17723'0'0,"29"116"-13816"0"0,-10-33-3596 0 0,-9-52-239 0 0,75 370 219 0 0,-80-384-291 0 0,-4-4-1 0 0,-4-9-14 0 0,-2-6-36 0 0,5 3 32 0 0,1 0-1 0 0,-1 0 1 0 0,1-1 0 0 0,0 1-1 0 0,0-1 1 0 0,0 0-1 0 0,0 1 1 0 0,1-1-1 0 0,-1 0 1 0 0,-1-4 0 0 0,-11-33-185 0 0,11 28 159 0 0,-7-22-102 0 0,2 0 1 0 0,1-1-1 0 0,1 0 0 0 0,-1-48 1 0 0,7 58 90 0 0,1 1 0 0 0,0-1 0 0 0,2 1 0 0 0,1 0 0 0 0,1 0 0 0 0,1 0 1 0 0,11-28-1 0 0,-10 37 51 0 0,0 0 0 0 0,1 1 0 0 0,1 0 0 0 0,0 0 0 0 0,1 1 0 0 0,1 0 0 0 0,0 1 0 0 0,0 0 0 0 0,24-19 0 0 0,-23 22 3 0 0,0 0-1 0 0,0 1 0 0 0,1 1 0 0 0,0 0 0 0 0,0 1 1 0 0,0 0-1 0 0,1 1 0 0 0,0 1 0 0 0,0 0 1 0 0,0 1-1 0 0,20-3 0 0 0,-31 6 16 0 0,1 0-1 0 0,-1 0 1 0 0,1 0 0 0 0,-1 0-1 0 0,1 0 1 0 0,-1 1 0 0 0,1-1-1 0 0,-1 1 1 0 0,0 0 0 0 0,1 0-1 0 0,-1 1 1 0 0,0-1 0 0 0,0 1-1 0 0,0-1 1 0 0,0 1 0 0 0,0 0-1 0 0,0 0 1 0 0,0 0 0 0 0,-1 0-1 0 0,1 1 1 0 0,-1-1 0 0 0,1 1-1 0 0,2 5 1 0 0,-2-4 11 0 0,-1 1 0 0 0,0 0 0 0 0,0 0 0 0 0,0 0 0 0 0,-1 0 0 0 0,1 0 0 0 0,-1 0 0 0 0,0 0 0 0 0,-1 0 0 0 0,0 0 0 0 0,1 1 0 0 0,-2-1 0 0 0,1 0 0 0 0,0 0 0 0 0,-3 8 0 0 0,-3 12 143 0 0,-1 1-1 0 0,-16 36 1 0 0,-28 47 145 0 0,42-89-260 0 0,-25 42 51 0 0,22-43-71 0 0,2 0-1 0 0,0 1 1 0 0,1 0 0 0 0,-10 34-1 0 0,18-52-34 0 0,0 0-1 0 0,1 0 1 0 0,-1 0 0 0 0,1 0-1 0 0,0 0 1 0 0,0 0-1 0 0,0 0 1 0 0,0 0-1 0 0,0 0 1 0 0,0 0-1 0 0,0 0 1 0 0,0 0 0 0 0,1 0-1 0 0,-1 0 1 0 0,1 0-1 0 0,0 0 1 0 0,-1 0-1 0 0,1 0 1 0 0,0 0-1 0 0,0 0 1 0 0,0-1-1 0 0,1 1 1 0 0,-1 0 0 0 0,0-1-1 0 0,1 1 1 0 0,-1-1-1 0 0,0 0 1 0 0,1 1-1 0 0,0-1 1 0 0,-1 0-1 0 0,1 0 1 0 0,0 0 0 0 0,0 0-1 0 0,-1 0 1 0 0,1 0-1 0 0,0-1 1 0 0,0 1-1 0 0,0 0 1 0 0,0-1-1 0 0,3 1 1 0 0,10 1-147 0 0,0 0-1 0 0,0 0 1 0 0,0-2-1 0 0,0 0 1 0 0,22-3-1 0 0,75-17-1722 0 0,3-13-1718 0 0,-39 3-4730 0 0,-36 13 889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3 8287 0 0,'-4'-1'370'0'0,"-1"0"-1"0"0,0 1 1 0 0,1 0-1 0 0,-1 0 1 0 0,0 0-1 0 0,1 0 1 0 0,-10 3-1 0 0,7-1 889 0 0,0 0 1 0 0,-1 1-1 0 0,1 0 0 0 0,1 0 0 0 0,-1 1 0 0 0,0 0 0 0 0,-7 6 0 0 0,1 1 1530 0 0,0-1 0 0 0,-16 20 0 0 0,0 5-2854 0 0,14-14 584 0 0,0 0 1 0 0,-19 39 0 0 0,28-49-457 0 0,1 1 1 0 0,0 0 0 0 0,1 1-1 0 0,1-1 1 0 0,0 1 0 0 0,0-1-1 0 0,0 18 1 0 0,3-28-106 0 0,-1 0 0 0 0,1 1 0 0 0,0-1 1 0 0,1 0-1 0 0,-1 0 0 0 0,0 1 0 0 0,1-1 0 0 0,-1 0 0 0 0,1 0 0 0 0,-1 1 0 0 0,1-1 1 0 0,0 0-1 0 0,0 0 0 0 0,0 0 0 0 0,1 0 0 0 0,-1 0 0 0 0,0 0 0 0 0,1 0 1 0 0,-1-1-1 0 0,1 1 0 0 0,-1 0 0 0 0,1-1 0 0 0,0 0 0 0 0,0 1 0 0 0,0-1 0 0 0,0 0 1 0 0,2 2-1 0 0,-1-2-160 0 0,1 0 0 0 0,0 0 1 0 0,0 0-1 0 0,0 0 0 0 0,0-1 1 0 0,-1 1-1 0 0,1-1 1 0 0,0 0-1 0 0,0 0 0 0 0,0-1 1 0 0,0 1-1 0 0,0-1 0 0 0,0 0 1 0 0,-1 0-1 0 0,5-1 0 0 0,6-4-340 0 0,0 1-1 0 0,0-2 0 0 0,0 0 1 0 0,-1-1-1 0 0,0 0 0 0 0,0-1 0 0 0,-1 0 1 0 0,-1-1-1 0 0,13-13 0 0 0,-16 14 524 0 0,0-1 1 0 0,0 0-1 0 0,-1-1 0 0 0,0 1 0 0 0,-1-1 0 0 0,0 0 0 0 0,-1-1 0 0 0,0 0 0 0 0,-1 1 0 0 0,0-2 0 0 0,3-18 5276 0 0,-10 43-4125 0 0,1-4-1041 0 0,1 0 0 0 0,0 0 0 0 0,1 0 0 0 0,0 1 0 0 0,0-1 0 0 0,0 0 0 0 0,1 0 0 0 0,1 0 0 0 0,-1 0 0 0 0,5 13 0 0 0,-2-11-143 0 0,-1 0 0 0 0,1-1 0 0 0,1 1 0 0 0,0-1 0 0 0,0 0 1 0 0,1 0-1 0 0,13 15 0 0 0,-14-19-954 0 0,1 0-1 0 0,0 0 1 0 0,0 0 0 0 0,9 4 0 0 0,-3-2-7644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13823 0 0,'0'0'1062'0'0,"1"2"-282"0"0,11 44 7980 0 0,-2 0-3948 0 0,-3-10-4300 0 0,1-2-1 0 0,3 1 0 0 0,0-2 0 0 0,17 35 1 0 0,-27-66-482 0 0,0-3-40 0 0,0 1 0 0 0,0 0 0 0 0,0-1-1 0 0,0 1 1 0 0,0-1 0 0 0,0 1 0 0 0,0-1-1 0 0,0 1 1 0 0,0-1 0 0 0,-1 0 0 0 0,1 0 0 0 0,0 1-1 0 0,0-1 1 0 0,-1 0 0 0 0,1 0 0 0 0,-1 0-1 0 0,1 0 1 0 0,0 0 0 0 0,0-1 0 0 0,8-19-154 0 0,7-51-213 0 0,7-21 17 0 0,-19 81 315 0 0,0-3 31 0 0,1 1 1 0 0,0 0-1 0 0,1 0 1 0 0,1 1-1 0 0,0-1 1 0 0,10-14-1 0 0,-15 27 294 0 0,7 6-36 0 0,-7-3-222 0 0,0 0 0 0 0,0 0 0 0 0,-1 0 0 0 0,1 0 0 0 0,-1 0 0 0 0,1 0 0 0 0,-1 0 0 0 0,0 0 0 0 0,0 1 0 0 0,0-1 0 0 0,0 0 0 0 0,1 5 0 0 0,6 33 36 0 0,-5-23-9 0 0,26 112 22 0 0,-24-112-672 0 0,1 0 0 0 0,0-1 0 0 0,2 0 0 0 0,-1 0 1 0 0,16 22-1 0 0,-16-29-1459 0 0,3-1-4681 0 0,1-2-1541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1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88 10135 0 0,'-4'-26'894'0'0,"-2"-12"-476"0"0,4 14 17506 0 0,3 27-17271 0 0,16 57-88 0 0,-4 1-1 0 0,8 75 0 0 0,-12-73-402 0 0,14 45-599 0 0,-16-76-367 0 0,-5-25 478 0 0,0 0 0 0 0,0-1 1 0 0,1 1-1 0 0,5 10 0 0 0,-6-15-116 0 0,-1 1 1 0 0,1-1-1 0 0,0 0 0 0 0,0 1 1 0 0,0-1-1 0 0,2 2 0 0 0,-3-3-134 0 0,1 0 0 0 0,-1 0-1 0 0,0-1 1 0 0,0 1 0 0 0,0 0-1 0 0,1-1 1 0 0,-1 1 0 0 0,0-1-1 0 0,1 0 1 0 0,-1 1 0 0 0,0-1-1 0 0,1 0 1 0 0,1 1 0 0 0,10-4-7146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251 131 7367 0 0,'-9'-2'83'0'0,"1"1"-1"0"0,-1 0 0 0 0,0 0 0 0 0,-11 1 0 0 0,16 0 254 0 0,1 1 0 0 0,-1-1-1 0 0,0 1 1 0 0,0 0 0 0 0,1 0-1 0 0,-1 0 1 0 0,1 1 0 0 0,-1-1-1 0 0,1 1 1 0 0,-1 0 0 0 0,1 0-1 0 0,-5 4 1 0 0,-28 29 9942 0 0,3 6-5206 0 0,21-25-4570 0 0,2 0 1 0 0,0 1-1 0 0,1 0 1 0 0,1 1-1 0 0,-12 36 1 0 0,18-47-460 0 0,0 1 0 0 0,1-1 0 0 0,0 0 0 0 0,1 0 0 0 0,-1 1 0 0 0,1-1 0 0 0,0 0 0 0 0,1 1 0 0 0,0-1 0 0 0,0 0 0 0 0,1 0 0 0 0,4 12 0 0 0,-5-15-58 0 0,1 0 0 0 0,0 1 1 0 0,1-1-1 0 0,-1-1 1 0 0,1 1-1 0 0,-1 0 0 0 0,1-1 1 0 0,0 1-1 0 0,0-1 1 0 0,1 0-1 0 0,-1 0 0 0 0,1 0 1 0 0,-1 0-1 0 0,1-1 1 0 0,0 1-1 0 0,0-1 0 0 0,0 0 1 0 0,1 0-1 0 0,-1-1 1 0 0,0 1-1 0 0,5 0 0 0 0,1 0-65 0 0,-1-1 0 0 0,1 0 0 0 0,0-1 0 0 0,-1 0 0 0 0,1-1 0 0 0,0 0 0 0 0,-1 0 0 0 0,1-1-1 0 0,-1 0 1 0 0,0 0 0 0 0,0-1 0 0 0,0-1 0 0 0,0 0 0 0 0,0 0 0 0 0,11-7 0 0 0,-7 2-54 0 0,1 0-1 0 0,-2-1 1 0 0,1 0 0 0 0,-1-1 0 0 0,-1 0 0 0 0,0-1-1 0 0,-1 0 1 0 0,13-20 0 0 0,-13 14 315 0 0,-1 0 1 0 0,-1 0-1 0 0,10-34 0 0 0,-14 40 1718 0 0,3 35-1063 0 0,-2-7-544 0 0,-2 1-236 0 0,1-1 0 0 0,1 1 1 0 0,1-1-1 0 0,10 21 0 0 0,-13-31-359 0 0,0-1 0 0 0,0 1 0 0 0,1-1 0 0 0,0 0 0 0 0,0 0 0 0 0,0-1 0 0 0,0 1-1 0 0,1-1 1 0 0,0 0 0 0 0,0 0 0 0 0,0 0 0 0 0,0-1 0 0 0,0 0 0 0 0,1 0 0 0 0,6 3 0 0 0,-3-3-1449 0 0</inkml:trace>
  <inkml:trace contextRef="#ctx0" brushRef="#br0" timeOffset="1">616 32 12895 0 0,'-18'-15'1152'0'0,"13"10"-928"0"0,0-1-224 0 0,-13 1 13648 0 0,20 15-14640 0 0,1-1 592 0 0,2 3-1488 0 0,3 1-304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15199 0 0,'0'0'1172'0'0,"1"2"-765"0"0,7 34 5113 0 0,17 43 0 0 0,0-23-1559 0 0,-17-42-3688 0 0,16 23 1 0 0,-16-27-156 0 0,-1-5-107 0 0,2-4-11 0 0,-7-1 0 0 0,-1-1 0 0 0,1 1 1 0 0,-1-1-1 0 0,1 0 0 0 0,-1 0 0 0 0,1 1 0 0 0,-1-1 1 0 0,0 0-1 0 0,0 0 0 0 0,1-1 0 0 0,-1 1 0 0 0,0 0 1 0 0,0 0-1 0 0,0 0 0 0 0,0-1 0 0 0,0 1 0 0 0,1-3 0 0 0,12-31-29 0 0,-9 21-53 0 0,8-18-75 0 0,63-142-978 0 0,-70 163 980 0 0,1 0 0 0 0,9-10 0 0 0,-15 19 124 0 0,6 25-60 0 0,0 34 455 0 0,-4-31-233 0 0,7 25-1 0 0,-8-42-114 0 0,1 1 0 0 0,0-2-1 0 0,1 1 1 0 0,-1 0 0 0 0,2-1-1 0 0,7 12 1 0 0,-7-13-6 0 0,0-1 0 0 0,0 1 0 0 0,1-1 0 0 0,0-1 0 0 0,0 1 0 0 0,0-1 0 0 0,1 0 0 0 0,0-1 0 0 0,0 0 0 0 0,0 0 0 0 0,0 0 0 0 0,1-1 0 0 0,-1 0 0 0 0,14 3 0 0 0,-7-3-19 0 0,1 0-1 0 0,-1-2 0 0 0,0 1 0 0 0,1-2 0 0 0,-1 0 1 0 0,1-1-1 0 0,21-4 0 0 0,-15 2-18 0 0,0-2 0 0 0,0-1 1 0 0,-1 0-1 0 0,1-2 0 0 0,28-14 0 0 0,-34 14 9 0 0,-1-1 1 0 0,0-1-1 0 0,0 0 1 0 0,-1-1-1 0 0,0 0 0 0 0,-1-1 1 0 0,16-20-1 0 0,-16 16 19 0 0,-2 1 0 0 0,12-21 0 0 0,-18 28 0 0 0,0 0 0 0 0,0-1 0 0 0,-1 0 0 0 0,0 0 0 0 0,-1 1 0 0 0,2-15 0 0 0,-3 22 1 0 0,-1-1 0 0 0,0 1 1 0 0,0 0-1 0 0,0 0 0 0 0,0-1 0 0 0,0 1 1 0 0,0 0-1 0 0,0 0 0 0 0,0 0 0 0 0,-1-1 0 0 0,1 1 1 0 0,0 0-1 0 0,-1 0 0 0 0,1 0 0 0 0,-1 0 1 0 0,1-1-1 0 0,-1 1 0 0 0,1 0 0 0 0,-1 0 0 0 0,0 0 1 0 0,0 0-1 0 0,1 0 0 0 0,-3-1 0 0 0,2 2 3 0 0,0-1 1 0 0,-1 0-1 0 0,1 1 0 0 0,-1-1 0 0 0,0 1 0 0 0,1-1 0 0 0,-1 1 1 0 0,1 0-1 0 0,-1 0 0 0 0,0 0 0 0 0,1 0 0 0 0,-1 0 1 0 0,1 0-1 0 0,-1 0 0 0 0,-2 1 0 0 0,-3 1 11 0 0,0 0 0 0 0,0 0 0 0 0,1 1 0 0 0,-1 0 0 0 0,1 0 0 0 0,-1 1 0 0 0,-5 4 0 0 0,5-2 0 0 0,0 0 0 0 0,1 0 0 0 0,0 1 1 0 0,0 0-1 0 0,1 0 0 0 0,-1 0 0 0 0,1 1 0 0 0,1-1 0 0 0,0 1 1 0 0,0 1-1 0 0,0-1 0 0 0,1 0 0 0 0,0 1 0 0 0,1 0 0 0 0,0-1 1 0 0,0 1-1 0 0,1 0 0 0 0,0 0 0 0 0,1 0 0 0 0,0 0 0 0 0,0 0 0 0 0,1 0 1 0 0,0 0-1 0 0,0 0 0 0 0,1 0 0 0 0,1 0 0 0 0,-1-1 0 0 0,1 1 1 0 0,1-1-1 0 0,-1 0 0 0 0,1 0 0 0 0,1 0 0 0 0,0 0 0 0 0,0-1 1 0 0,0 1-1 0 0,1-1 0 0 0,8 7 0 0 0,-5-6-166 0 0,1-1 0 0 0,0 0 0 0 0,0-1 0 0 0,1 0-1 0 0,0-1 1 0 0,0 0 0 0 0,0-1 0 0 0,0 0 0 0 0,1-1 0 0 0,12 3 0 0 0,0-2-321 0 0,0-1 0 0 0,0-2 0 0 0,0 0-1 0 0,25-3 1 0 0,-12-1-937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3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3223 0 0,'-14'6'27758'0'0,"7"8"-26309"0"0,7-9-1642 0 0,0 0 1 0 0,1 0-1 0 0,-1 0 1 0 0,1 0-1 0 0,2 7 1 0 0,4 4-6074 0 0,-5-12 3776 0 0,5 11-7198 0 0</inkml:trace>
  <inkml:trace contextRef="#ctx0" brushRef="#br0" timeOffset="1">164 417 19351 0 0,'-11'7'1491'0'0,"9"-5"-964"0"0,1-1-187 0 0,-13 29 5975 0 0,13-29-5239 0 0,-4 7 1036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7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50 10135 0 0,'-3'-5'830'0'0,"0"-1"-1011"0"0,0 1 0 0 0,-1-1 0 0 0,-4-6 0 0 0,-6 1 2278 0 0,13 10-1240 0 0,0 1 0 0 0,-1-1-1 0 0,1 1 1 0 0,0-1 0 0 0,-1 1 0 0 0,1 0 0 0 0,-1-1-1 0 0,1 1 1 0 0,-3 0 0 0 0,1 0 93 0 0,-1 0 1 0 0,1 0-1 0 0,0 1 0 0 0,-1-1 1 0 0,1 1-1 0 0,-5 2 1 0 0,5-2-696 0 0,-1 1 0 0 0,0 0 0 0 0,1 0 0 0 0,0 0 0 0 0,-1 1 0 0 0,1-1 0 0 0,0 1 0 0 0,-5 5 0 0 0,3-2-141 0 0,0-1 1 0 0,1 1-1 0 0,-1 1 1 0 0,1-1-1 0 0,0 1 1 0 0,1-1-1 0 0,0 1 1 0 0,-4 11-1 0 0,5-9-50 0 0,2 9 0 0 0,1-15-61 0 0,3 7-3 0 0,4-4 0 0 0,-6-4 0 0 0,-1-2 0 0 0,0 1 0 0 0,-1-1 0 0 0,1 1 0 0 0,0-1 0 0 0,0 1 0 0 0,-1-1 0 0 0,1 0 0 0 0,0 1 0 0 0,0-1 0 0 0,0 0 0 0 0,0 0 0 0 0,-1 1 0 0 0,1-1 0 0 0,0 0 0 0 0,0 0 0 0 0,0 0 0 0 0,0 0 0 0 0,0 0 0 0 0,0-1 0 0 0,1 2 0 0 0,3 0 0 0 0,7-7 0 0 0,-5 0 0 0 0,-6 5 2 0 0,0 0 1 0 0,-1 0-1 0 0,1 1 1 0 0,0-1-1 0 0,-1 0 1 0 0,1 0-1 0 0,-1 0 0 0 0,1 0 1 0 0,-1 0-1 0 0,1 0 1 0 0,-1 0-1 0 0,0 0 1 0 0,1 0-1 0 0,-1 0 0 0 0,0-1 1 0 0,0 1-1 0 0,0 0 1 0 0,0 0-1 0 0,0 0 0 0 0,0 0 1 0 0,0 0-1 0 0,0 0 1 0 0,-1 0-1 0 0,1 0 1 0 0,0 0-1 0 0,0 0 0 0 0,-2-2 1 0 0,1-1-7 0 0,0 1-83 0 0,-5-19 280 0 0,5 21-250 0 0,1 1 1 0 0,0-1-1 0 0,-1 0 1 0 0,1 0-1 0 0,0 1 0 0 0,-1-1 1 0 0,1 0-1 0 0,-1 1 1 0 0,1-1-1 0 0,-1 1 0 0 0,1-1 1 0 0,-1 1-1 0 0,0-1 0 0 0,1 1 1 0 0,-1-1-1 0 0,0 1 1 0 0,1-1-1 0 0,-1 1 0 0 0,0 0 1 0 0,0-1-1 0 0,1 1 1 0 0,-1 0-1 0 0,0 0 0 0 0,-1-1 1 0 0,1 2-444 0 0,0-1 0 0 0,1 0 0 0 0,-1 1 1 0 0,0-1-1 0 0,1 1 0 0 0,-1-1 0 0 0,0 1 0 0 0,1-1 1 0 0,-1 1-1 0 0,1-1 0 0 0,-1 1 0 0 0,1-1 0 0 0,-1 1 1 0 0,1 0-1 0 0,-1-1 0 0 0,1 1 0 0 0,0 0 0 0 0,-1 0 1 0 0,1 1-1 0 0,-5 10-8027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4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17047 0 0,'0'0'2887'0'0,"0"2"-1751"0"0,0 11-124 0 0,-1 0 0 0 0,2 0 0 0 0,4 26-1 0 0,-1-5-234 0 0,0 5-268 0 0,11 247 1446 0 0,-15-259-1804 0 0,-2 47 236 0 0,9 84 1 0 0,-6-148-324 0 0,0-8-26 0 0,-1-4-118 0 0,36-89-486 0 0,-27 67 515 0 0,0-1 1 0 0,1 2-1 0 0,17-29 1 0 0,-18 38 34 0 0,1 0 1 0 0,0 0-1 0 0,1 1 1 0 0,1 1-1 0 0,16-14 0 0 0,-20 19 9 0 0,1 1-1 0 0,-1 0 0 0 0,1 1 0 0 0,1-1 1 0 0,-1 2-1 0 0,1-1 0 0 0,0 1 1 0 0,0 1-1 0 0,16-4 0 0 0,-7 3 24 0 0,-1 2 0 0 0,1 0 0 0 0,0 1 0 0 0,0 1 0 0 0,20 2 0 0 0,-29-1-6 0 0,-1 1 0 0 0,1 0 0 0 0,-1 0 0 0 0,0 1 0 0 0,0 0 0 0 0,0 1 0 0 0,0 0 0 0 0,-1 0 0 0 0,0 1 0 0 0,0 0 0 0 0,15 12 0 0 0,-20-14 6 0 0,-1 0-1 0 0,1 0 1 0 0,-1 0-1 0 0,0 0 1 0 0,0 0-1 0 0,0 1 1 0 0,0-1-1 0 0,0 1 1 0 0,-1-1-1 0 0,0 1 1 0 0,1 0-1 0 0,-2-1 1 0 0,1 1-1 0 0,0 0 1 0 0,-1 0-1 0 0,1 0 1 0 0,-1 0-1 0 0,0-1 1 0 0,0 1 0 0 0,-1 0-1 0 0,1 0 1 0 0,-1 0-1 0 0,0 0 1 0 0,-2 6-1 0 0,0-1 52 0 0,0 0-1 0 0,-1 0 0 0 0,0-1 1 0 0,-1 1-1 0 0,0-1 0 0 0,0 0 1 0 0,0 0-1 0 0,-14 13 0 0 0,7-9-3 0 0,-1-1 0 0 0,1 0 0 0 0,-2-1 0 0 0,0 0 0 0 0,0-1 1 0 0,0-1-1 0 0,-1 0 0 0 0,-1-2 0 0 0,1 1 0 0 0,-1-2 0 0 0,0 0 0 0 0,0 0 0 0 0,-1-2 0 0 0,-17 2 0 0 0,-78 8-2497 0 0,100-13 669 0 0,3-3-399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5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12439 0 0,'0'0'958'0'0,"-7"3"-588"0"0,-3 5 2399 0 0,0 0 0 0 0,1 0 0 0 0,-12 14 0 0 0,-10 13 476 0 0,28-31-3355 0 0,-12 14 654 0 0,1 0-1 0 0,1 1 1 0 0,1 1 0 0 0,0 0 0 0 0,-14 36-1 0 0,18-24-345 0 0,9-19-136 0 0,0-11-74 0 0,0 0-1 0 0,1 0 1 0 0,-1 0-1 0 0,1 0 1 0 0,-1-1-1 0 0,1 1 0 0 0,0 0 1 0 0,-1-1-1 0 0,1 0 1 0 0,0 1-1 0 0,0-1 1 0 0,0 0-1 0 0,0 0 0 0 0,0 0 1 0 0,0 0-1 0 0,1 0 1 0 0,-1 0-1 0 0,0-1 1 0 0,4 1-1 0 0,3 1-95 0 0,0 0-1 0 0,0-1 1 0 0,14 0-1 0 0,-9-3-97 0 0,0 0 0 0 0,-1 0 1 0 0,1-1-1 0 0,0-1 0 0 0,-1 0 0 0 0,0-1 0 0 0,0-1 1 0 0,0 0-1 0 0,-1 0 0 0 0,14-11 0 0 0,-21 14 129 0 0,-1 0 0 0 0,1 0 0 0 0,-1 0 0 0 0,0-1 0 0 0,-1 0 0 0 0,1 0-1 0 0,-1 0 1 0 0,6-7 0 0 0,-9 9 83 0 0,1 0-1 0 0,0 1 0 0 0,0-1 0 0 0,-1 0 1 0 0,1 0-1 0 0,-1 1 0 0 0,0-1 0 0 0,1 0 1 0 0,-1 0-1 0 0,0 0 0 0 0,0 0 0 0 0,0 1 1 0 0,0-1-1 0 0,-1 0 0 0 0,1 0 0 0 0,0 0 1 0 0,-1 1-1 0 0,1-1 0 0 0,-1 0 0 0 0,0 0 1 0 0,1 1-1 0 0,-1-1 0 0 0,0 0 0 0 0,0 1 1 0 0,0-1-1 0 0,0 1 0 0 0,-1-1 0 0 0,0 0 1 0 0,-4-4 102 0 0,0 1 0 0 0,0-1 0 0 0,-1 1 0 0 0,1 1 0 0 0,-1-1 0 0 0,0 1 0 0 0,-15-6 0 0 0,5 3-73 0 0,-1 1 1 0 0,-25-6-1 0 0,19 10-4476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5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41 321 15663 0 0,'0'0'1207'0'0,"-1"1"-788"0"0,1-1-294 0 0,-1 0 1 0 0,0 0-1 0 0,0 1 1 0 0,1-1 0 0 0,-1 0-1 0 0,0 1 1 0 0,0-1-1 0 0,1 0 1 0 0,-1 1-1 0 0,1-1 1 0 0,-1 1 0 0 0,0-1-1 0 0,1 1 1 0 0,-1 0-1 0 0,1-1 1 0 0,-1 1 0 0 0,1-1-1 0 0,-1 1 1 0 0,1 0-1 0 0,0-1 1 0 0,-1 1 0 0 0,1 0-1 0 0,-1 0 1 0 0,0 3 781 0 0,-2 0 22 0 0,0 1 0 0 0,1 0 1 0 0,-1 0-1 0 0,1-1 0 0 0,-2 8 0 0 0,2-4-166 0 0,0 0 0 0 0,-1 17 1 0 0,2-15-608 0 0,1 0 0 0 0,1 0 1 0 0,-1 0-1 0 0,2 0 1 0 0,-1 0-1 0 0,4 11 1 0 0,-2-13-199 0 0,1 1 0 0 0,-1-1 0 0 0,1 0 0 0 0,1 0 0 0 0,8 12 0 0 0,-8-14-1087 0 0,0 0 0 0 0,0 0 1 0 0,11 8-1 0 0,-4-5-8171 0 0</inkml:trace>
  <inkml:trace contextRef="#ctx0" brushRef="#br0" timeOffset="1">80 54 19351 0 0,'-5'-8'1720'0'0,"1"-2"-1376"0"0,-3 0-280 0 0,2 1-64 0 0,2 4 3768 0 0,3-2-3880 0 0,10 4-7168 0 0,3 1-528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6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2303 0 0,'0'0'102'0'0,"0"1"792"0"0,0 43 11599 0 0,-1-1-4042 0 0,0 29-1511 0 0,3 37-6463 0 0,9-2-2780 0 0,3-37 4301 0 0,-12-60-1978 0 0,1 0-1 0 0,1 0 1 0 0,0-1 0 0 0,0 1-1 0 0,0-1 1 0 0,2 0-1 0 0,-1-1 1 0 0,9 12 0 0 0,-12-18-30 0 0,0 1 1 0 0,0-1 0 0 0,1 1 0 0 0,-1-1 0 0 0,1 0-1 0 0,-1 0 1 0 0,1 0 0 0 0,0 0 0 0 0,0-1-1 0 0,0 1 1 0 0,-1-1 0 0 0,2 0 0 0 0,-1 1 0 0 0,0-1-1 0 0,0-1 1 0 0,0 1 0 0 0,0 0 0 0 0,1-1-1 0 0,-1 0 1 0 0,0 1 0 0 0,0-1 0 0 0,1-1 0 0 0,-1 1-1 0 0,0 0 1 0 0,0-1 0 0 0,1 1 0 0 0,-1-1-1 0 0,0 0 1 0 0,5-2 0 0 0,5-4-106 0 0,1 0 0 0 0,-1-1-1 0 0,-1 0 1 0 0,0-1 0 0 0,0 0 0 0 0,-1-1 0 0 0,0 0-1 0 0,0-1 1 0 0,-1 0 0 0 0,17-25 0 0 0,-16 17 39 0 0,0-1-1 0 0,-1 0 1 0 0,0-1 0 0 0,-2 0 0 0 0,-1 0 0 0 0,8-37 0 0 0,-14 54 91 0 0,0 0 0 0 0,0-1 0 0 0,0 1 0 0 0,-1-1 0 0 0,0 1 0 0 0,0-1 0 0 0,0 1 0 0 0,0-1-1 0 0,-1 1 1 0 0,0 0 0 0 0,0-1 0 0 0,0 1 0 0 0,0 0 0 0 0,-3-5 0 0 0,4 9 0 0 0,-1-1 0 0 0,1 1 0 0 0,0 0 0 0 0,-1-1 0 0 0,1 1 0 0 0,-1 0 0 0 0,1-1 0 0 0,-1 1 0 0 0,1 0 0 0 0,-1 0 0 0 0,1 0 0 0 0,-1-1 0 0 0,1 1 0 0 0,-1 0 0 0 0,1 0 0 0 0,-1 0 0 0 0,1 0-1 0 0,-1 0 1 0 0,1 0 0 0 0,-1 0 0 0 0,1 0 0 0 0,-1 0 0 0 0,1 0 0 0 0,-2 1 0 0 0,-10 3 251 0 0,9-1-240 0 0,-1-1 1 0 0,1 1-1 0 0,0 0 0 0 0,1 0 1 0 0,-1 0-1 0 0,1 0 0 0 0,-1 1 0 0 0,1-1 1 0 0,0 1-1 0 0,0 0 0 0 0,0-1 1 0 0,-2 9-1 0 0,-1 5 130 0 0,-5 28-1 0 0,8-34-144 0 0,0-1-209 0 0,1 1-1 0 0,0-1 1 0 0,1 1-1 0 0,0 0 1 0 0,0 0 0 0 0,2-1-1 0 0,-1 1 1 0 0,1-1-1 0 0,0 1 1 0 0,1-1 0 0 0,0 0-1 0 0,9 18 1 0 0,-9-22-3 0 0,0-1 0 0 0,0 1 1 0 0,1-1-1 0 0,0 1 0 0 0,0-1 1 0 0,0 0-1 0 0,1-1 0 0 0,-1 1 1 0 0,1-1-1 0 0,0 0 0 0 0,1 0 1 0 0,-1 0-1 0 0,1-1 0 0 0,-1 0 1 0 0,1 0-1 0 0,0-1 0 0 0,0 1 1 0 0,0-1-1 0 0,0 0 0 0 0,1-1 1 0 0,-1 1-1 0 0,9-1 0 0 0,7 1-5848 0 0,2 1-1619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68 5527 0 0,'-15'7'590'0'0,"14"-6"-591"0"0,-1 0 1 0 0,0 0-1 0 0,1 1 1 0 0,-1-1 0 0 0,1 0-1 0 0,-1 1 1 0 0,1-1-1 0 0,-2 3 1 0 0,1-1 1151 0 0,0 0 0 0 0,1 0-1 0 0,-1 1 1 0 0,1-1 0 0 0,0 0 0 0 0,0 0 0 0 0,-1 6 0 0 0,0 26 9674 0 0,2-13-7954 0 0,0-18-3041 0 0,1 11 369 0 0,0 0-1 0 0,1 0 1 0 0,0 0 0 0 0,1 0 0 0 0,1-1 0 0 0,1 1 0 0 0,0-1-1 0 0,0 0 1 0 0,2 0 0 0 0,0-1 0 0 0,0 1 0 0 0,1-2 0 0 0,1 1-1 0 0,0-1 1 0 0,13 14 0 0 0,-22-26-190 0 0,1 1 1 0 0,-1-1-1 0 0,0 0 0 0 0,0 0 0 0 0,1 1 1 0 0,-1-1-1 0 0,0 0 0 0 0,0 0 0 0 0,1 1 1 0 0,-1-1-1 0 0,0 0 0 0 0,0 0 0 0 0,1 0 1 0 0,-1 1-1 0 0,0-1 0 0 0,1 0 0 0 0,-1 0 1 0 0,0 0-1 0 0,1 0 0 0 0,-1 0 0 0 0,1 0 1 0 0,-1 0-1 0 0,0 0 0 0 0,1 0 0 0 0,-1 0 1 0 0,0 0-1 0 0,1 0 0 0 0,-1 0 0 0 0,0 0 1 0 0,1 0-1 0 0,-1 0 0 0 0,0 0 0 0 0,1 0 1 0 0,0-1-1 0 0,7-12 143 0 0,-5 2-129 0 0,1 0 0 0 0,-1 0-1 0 0,-1 0 1 0 0,0 0 0 0 0,-1-1 0 0 0,0 1 0 0 0,-1-13 0 0 0,0 7 17 0 0,5-32 1 0 0,-2 35-401 0 0,1 1-1 0 0,0 0 1 0 0,1 0-1 0 0,1 0 1 0 0,0 1 0 0 0,0 0-1 0 0,1 0 1 0 0,1 1 0 0 0,0-1-1 0 0,0 2 1 0 0,1-1-1 0 0,1 1 1 0 0,-1 1 0 0 0,2-1-1 0 0,-1 2 1 0 0,1-1 0 0 0,1 2-1 0 0,-1-1 1 0 0,1 2-1 0 0,24-11 1 0 0,-7 8-1704 0 0</inkml:trace>
  <inkml:trace contextRef="#ctx0" brushRef="#br0" timeOffset="1">1142 177 24847 0 0,'0'0'2432'0'0,"12"0"-2168"0"0,2 0-264 0 0,3 0 0 0 0,0-2 0 0 0,0-4 536 0 0,0 1 48 0 0,6-1 16 0 0,5-1 0 0 0,-1-1-400 0 0,6 0-72 0 0,1-2-24 0 0,3 0 0 0 0,4 1-1064 0 0,4-3-224 0 0,5-1-32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60 9215 0 0,'-7'-21'-444'0'0,"6"18"1613"0"0,0 1 0 0 0,0-1 0 0 0,0 1 0 0 0,0 0 0 0 0,-1-1 0 0 0,1 1 0 0 0,-1 0 0 0 0,1 0 0 0 0,-1 0-1 0 0,0 0 1 0 0,0 0 0 0 0,0 1 0 0 0,0-1 0 0 0,0 1 0 0 0,0-1 0 0 0,-4-1 0 0 0,5 4-1014 0 0,-1-1-1 0 0,0 0 1 0 0,1 1-1 0 0,-1-1 1 0 0,1 1-1 0 0,-1-1 1 0 0,1 1-1 0 0,-1 0 1 0 0,1 0-1 0 0,-1 0 1 0 0,-1 1-1 0 0,1-1 17 0 0,-16 12 75 0 0,2 0 0 0 0,0 1 0 0 0,0 1-1 0 0,1 0 1 0 0,-19 27 0 0 0,8-10-159 0 0,3 0-1 0 0,0 2 1 0 0,-25 53-1 0 0,39-69-55 0 0,1 1 0 0 0,1 1 0 0 0,0 0 0 0 0,2 0-1 0 0,0 0 1 0 0,1 0 0 0 0,1 1 0 0 0,0 32 0 0 0,3-45-32 0 0,0 0 1 0 0,1 0-1 0 0,0 0 0 0 0,0 0 1 0 0,1 0-1 0 0,0 0 0 0 0,0 0 1 0 0,1-1-1 0 0,0 1 0 0 0,0-1 1 0 0,1 0-1 0 0,0 0 0 0 0,0 0 1 0 0,1 0-1 0 0,-1-1 0 0 0,2 0 1 0 0,-1 0-1 0 0,1 0 0 0 0,0 0 1 0 0,0-1-1 0 0,0 0 0 0 0,1-1 1 0 0,-1 1-1 0 0,1-1 0 0 0,10 4 1 0 0,-3-2-37 0 0,0 0 0 0 0,0-1 0 0 0,1-1 0 0 0,-1-1 0 0 0,1 0 0 0 0,0-1 0 0 0,0 0 0 0 0,26-1 0 0 0,-17-3-7 0 0,0 0 0 0 0,-1-2 0 0 0,1 0-1 0 0,39-14 1 0 0,-49 13 43 0 0,0-1 0 0 0,-1 0 0 0 0,-1-1-1 0 0,1 0 1 0 0,-1-1 0 0 0,0-1 0 0 0,0 0-1 0 0,-1 0 1 0 0,-1-1 0 0 0,0-1-1 0 0,0 1 1 0 0,-1-2 0 0 0,0 1 0 0 0,-1-1-1 0 0,0-1 1 0 0,-1 1 0 0 0,8-20 0 0 0,-8 17 0 0 0,-2-1 1 0 0,0 1-1 0 0,-1-1 1 0 0,-1 0 0 0 0,0 0-1 0 0,-1 0 1 0 0,0 0-1 0 0,-2-1 1 0 0,0 1 0 0 0,-1 0-1 0 0,0-1 1 0 0,-1 1-1 0 0,-1 0 1 0 0,-1 0-1 0 0,-7-20 1 0 0,5 20-63 0 0,-2-1 0 0 0,0 2 0 0 0,0-1 0 0 0,-2 1 1 0 0,0 1-1 0 0,0-1 0 0 0,-1 2 0 0 0,-1-1 0 0 0,-1 2 0 0 0,1 0 0 0 0,-17-12 0 0 0,21 17-398 0 0,-2-1 44 0 0,0 1 1 0 0,-19-11-1 0 0,27 17 73 0 0,0-1 1 0 0,0 1-1 0 0,0 0 0 0 0,-1 0 0 0 0,1 0 0 0 0,-1 1 0 0 0,1-1 1 0 0,0 1-1 0 0,-1-1 0 0 0,1 1 0 0 0,-1 0 0 0 0,1 0 0 0 0,-1 0 1 0 0,0 0-1 0 0,1 0 0 0 0,0 1 0 0 0,-1-1 0 0 0,1 1 0 0 0,-5 1 0 0 0,-3 4-8121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7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7367 0 0,'0'2'9122'0'0,"-2"1"-7321"0"0,0 0 0 0 0,1 0 0 0 0,0 1 0 0 0,-1-1 0 0 0,0 7 0 0 0,-1 22 2057 0 0,8 33-3478 0 0,-4-55 221 0 0,0 3-563 0 0,1-1 1 0 0,1 1-1 0 0,0-1 1 0 0,0 1-1 0 0,1-1 1 0 0,1 0-1 0 0,0-1 1 0 0,1 1-1 0 0,0-1 1 0 0,1 0-1 0 0,0 0 1 0 0,1-1-1 0 0,0 0 1 0 0,17 16-1 0 0,-19-21-204 0 0,-1 0 1 0 0,1-1-1 0 0,1 0 0 0 0,-1 0 1 0 0,0-1-1 0 0,1 1 0 0 0,10 2 0 0 0,29 6-6828 0 0,-33-11-2094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 20527 0 0,'-1'-3'6731'0'0,"-3"26"-5727"0"0,1 0 0 0 0,1 1 1 0 0,1-1-1 0 0,3 36 0 0 0,-2-51-1004 0 0,0-5 0 0 0,0 0 0 0 0,0 0 0 0 0,0 0 0 0 0,0 0 0 0 0,1-1 0 0 0,-1 1 0 0 0,2 3 0 0 0,1 2-77 0 0,-3-6-318 0 0,3 4-392 0 0,4 3-4522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64 16127 0 0,'-1'-14'712'0'0,"-2"5"152"0"0,-1 3-696 0 0,3-2-168 0 0,1 3 0 0 0,0 0 0 0 0,-5-11 10376 0 0,8 29-13272 0 0,4 1 1248 0 0</inkml:trace>
  <inkml:trace contextRef="#ctx0" brushRef="#br0" timeOffset="1">153 364 22719 0 0,'2'8'580'0'0,"0"1"-1"0"0,1-1 1 0 0,0 0-1 0 0,6 12 1 0 0,-3-5 1031 0 0,-3-10-1106 0 0,0 0-1 0 0,-1 0 0 0 0,1 0 1 0 0,1-1-1 0 0,-1 1 0 0 0,1-1 0 0 0,0 0 1 0 0,6 5-1 0 0,-9-8-244 0 0,18 4 232 0 0,-16-5-486 0 0,-1 0 0 0 0,1 0 0 0 0,0-1 0 0 0,-1 1 0 0 0,1 0-1 0 0,-1-1 1 0 0,1 0 0 0 0,-1 0 0 0 0,0 1 0 0 0,1-1 0 0 0,-1-1 0 0 0,0 1 0 0 0,0 0 0 0 0,1 0 0 0 0,-1-1-1 0 0,0 0 1 0 0,0 1 0 0 0,-1-1 0 0 0,1 0 0 0 0,2-2 0 0 0,3-4 19 0 0,0-1 0 0 0,-1 1 0 0 0,7-14 0 0 0,-2 4-51 0 0,0 1-1 0 0,27-31 1 0 0,-31 40 18 0 0,1 0 1 0 0,0 0-1 0 0,1 1 1 0 0,-1 0 0 0 0,1 1-1 0 0,1 0 1 0 0,12-6-1 0 0,-21 11 10 0 0,1 0 1 0 0,0 1-1 0 0,0-1 0 0 0,0 0 0 0 0,0 1 0 0 0,0 0 0 0 0,0-1 0 0 0,0 1 1 0 0,0 0-1 0 0,1 0 0 0 0,-1 0 0 0 0,0 0 0 0 0,0 0 0 0 0,0 1 0 0 0,0-1 1 0 0,0 1-1 0 0,0-1 0 0 0,3 2 0 0 0,-2 0-3 0 0,0 0 0 0 0,0 0 0 0 0,0 0 0 0 0,0 0 0 0 0,-1 1 0 0 0,1-1 0 0 0,-1 1 0 0 0,0 0 0 0 0,0-1 0 0 0,3 5 0 0 0,2 6 24 0 0,0 0 0 0 0,-1 1-1 0 0,-1 0 1 0 0,5 15 0 0 0,-10-26-8 0 0,11 31-18 0 0,24 73 17 0 0,-27-86-33 0 0,1-1 1 0 0,0-1 0 0 0,15 21-1 0 0,-22-36-219 0 0,1-1-1 0 0,0 1 1 0 0,0-1-1 0 0,0 0 1 0 0,0 0-1 0 0,0 0 1 0 0,1 0-1 0 0,6 4 1 0 0,0-3-893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97 14279 0 0,'-11'-29'624'0'0,"8"22"804"0"0,-1 1-1 0 0,1-1 1 0 0,-1 1-1 0 0,-9-11 1 0 0,11 15-888 0 0,0 0 1 0 0,0 0-1 0 0,0 0 1 0 0,0 0-1 0 0,-1 0 1 0 0,1 0-1 0 0,-1 1 0 0 0,0-1 1 0 0,1 1-1 0 0,-1-1 1 0 0,0 1-1 0 0,0 0 1 0 0,-4-1-1 0 0,5 2-414 0 0,-1 0 0 0 0,0 0-1 0 0,1 0 1 0 0,-1 0 0 0 0,0 0 0 0 0,1 0 0 0 0,-1 1 0 0 0,0-1-1 0 0,1 1 1 0 0,-5 1 0 0 0,-6 3 159 0 0,1 0 1 0 0,-1 1-1 0 0,-13 9 0 0 0,22-13-270 0 0,0 1 0 0 0,0 1 0 0 0,0-1 0 0 0,1 1 0 0 0,-1 0 0 0 0,1-1 0 0 0,-1 1-1 0 0,1 1 1 0 0,1-1 0 0 0,-1 0 0 0 0,-3 9 0 0 0,2 1-15 0 0,5-9 0 0 0,0-3 0 0 0,0 1-4 0 0,-1-1 1 0 0,1 1-1 0 0,0-1 0 0 0,0 0 1 0 0,0 1-1 0 0,0-1 0 0 0,0 0 0 0 0,0 0 1 0 0,1 0-1 0 0,-1 1 0 0 0,1-2 1 0 0,0 1-1 0 0,-1 0 0 0 0,1 0 1 0 0,0 0-1 0 0,0-1 0 0 0,0 1 1 0 0,0-1-1 0 0,0 0 0 0 0,1 1 0 0 0,-1-1 1 0 0,0 0-1 0 0,0 0 0 0 0,5 1 1 0 0,2-1-53 0 0,0 1 1 0 0,1-1 0 0 0,-1-1 0 0 0,0 1-1 0 0,14-3 1 0 0,-19 2 43 0 0,0 0 0 0 0,0-1 0 0 0,0 1 0 0 0,0-1 0 0 0,-1 0 0 0 0,1 0 0 0 0,0-1 0 0 0,0 1 0 0 0,-1-1 0 0 0,1 0 0 0 0,-1 0 0 0 0,0 0 0 0 0,0 0 0 0 0,0 0 0 0 0,0-1 0 0 0,0 0 0 0 0,0 1 0 0 0,0-1 0 0 0,-1 0 0 0 0,1 0 0 0 0,-1-1 0 0 0,3-4 0 0 0,-4 6-39 0 0,0-1 1 0 0,0 1-1 0 0,0 0 0 0 0,-1-1 0 0 0,1 1 1 0 0,-1-1-1 0 0,0 1 0 0 0,1-1 0 0 0,-1 1 1 0 0,0 0-1 0 0,0-1 0 0 0,0 1 0 0 0,-1-1 1 0 0,1 1-1 0 0,-1-1 0 0 0,1 1 0 0 0,-1-1 1 0 0,-1-2-1 0 0,1 4-364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8:59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117 122 5983 0 0,'-2'-7'331'0'0,"0"0"0"0"0,1 0-1 0 0,-1-14 1 0 0,4-8 4820 0 0,-1 24-3834 0 0,0 1 1 0 0,-1-1-1 0 0,1 1 0 0 0,-1-1 1 0 0,0 0-1 0 0,0 1 1 0 0,0-1-1 0 0,-3-9 981 0 0,-5 18-529 0 0,4 0-1495 0 0,0 0 0 0 0,0-1 1 0 0,0 1-1 0 0,1 0 0 0 0,-1 1 0 0 0,1-1 0 0 0,0 1 0 0 0,-5 9 0 0 0,-15 43 663 0 0,22-54-885 0 0,-10 29 307 0 0,-13 62 1 0 0,21-79-356 0 0,1 1-1 0 0,1 0 1 0 0,0 0-1 0 0,1 0 1 0 0,1-1-1 0 0,3 20 1 0 0,-3-30-63 0 0,0 0 0 0 0,0-1 0 0 0,0 1-1 0 0,1-1 1 0 0,0 1 0 0 0,0-1 0 0 0,0 0 0 0 0,1 0 0 0 0,-1 0-1 0 0,1 0 1 0 0,0 0 0 0 0,0 0 0 0 0,0-1 0 0 0,1 1-1 0 0,-1-1 1 0 0,1 0 0 0 0,0 0 0 0 0,0-1 0 0 0,6 4 0 0 0,-4-3-281 0 0,0 0 1 0 0,0-1-1 0 0,0 0 0 0 0,1-1 1 0 0,-1 1-1 0 0,0-1 1 0 0,1-1-1 0 0,-1 1 1 0 0,1-1-1 0 0,-1 0 0 0 0,1 0 1 0 0,-1-1-1 0 0,13-2 1 0 0,14-7-1827 0 0,3-2-59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0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285 318 14279 0 0,'-42'22'1252'0'0,"19"-10"2429"0"0,1 1 0 0 0,-40 30 0 0 0,61-42-3663 0 0,-25 21 1623 0 0,-25 28 0 0 0,43-43-1492 0 0,2 2 0 0 0,-1-1 1 0 0,1 1-1 0 0,0 0 0 0 0,1 0 1 0 0,0 1-1 0 0,-7 19 0 0 0,11-28-150 0 0,1 1-1 0 0,0-1 0 0 0,-1 1 0 0 0,1 0 1 0 0,0-1-1 0 0,0 1 0 0 0,0-1 0 0 0,0 1 1 0 0,0 0-1 0 0,0-1 0 0 0,0 1 0 0 0,0 0 1 0 0,1-1-1 0 0,-1 1 0 0 0,1-1 0 0 0,-1 1 1 0 0,1-1-1 0 0,0 1 0 0 0,0-1 0 0 0,1 2 1 0 0,-1-1-27 0 0,1 0 1 0 0,0 0 0 0 0,-1 0 0 0 0,1-1 0 0 0,0 1-1 0 0,0-1 1 0 0,0 1 0 0 0,1-1 0 0 0,-1 0-1 0 0,0 0 1 0 0,0 0 0 0 0,6 1 0 0 0,-1 0-161 0 0,0-1 1 0 0,0 0-1 0 0,1 0 1 0 0,-1 0-1 0 0,1-1 1 0 0,-1-1-1 0 0,1 1 1 0 0,-1-1-1 0 0,0 0 1 0 0,1-1-1 0 0,9-3 1 0 0,-7 2 8 0 0,0-1 1 0 0,0 0-1 0 0,0-1 0 0 0,-1-1 1 0 0,1 1-1 0 0,-1-1 1 0 0,9-8-1 0 0,83-89-162 0 0,-18 15 939 0 0,-82 87-558 0 0,-1 1 0 0 0,0 0 0 0 0,0-1 0 0 0,1 1 0 0 0,-1-1 0 0 0,0 1-1 0 0,1 0 1 0 0,-1-1 0 0 0,1 1 0 0 0,-1 0 0 0 0,0 0 0 0 0,1-1 0 0 0,-1 1 0 0 0,1 0-1 0 0,-1 0 1 0 0,0 0 0 0 0,1 0 0 0 0,-1-1 0 0 0,1 1 0 0 0,-1 0 0 0 0,1 0-1 0 0,-1 0 1 0 0,1 0 0 0 0,-1 0 0 0 0,1 0 0 0 0,-1 0 0 0 0,1 0 0 0 0,0 1 0 0 0,-1-1 37 0 0,1 1 1 0 0,0 0 0 0 0,-1 0 0 0 0,1 0 0 0 0,-1 0 0 0 0,1 1 0 0 0,-1-1 0 0 0,1 0-1 0 0,-1 0 1 0 0,0 0 0 0 0,1 2 0 0 0,0 9 168 0 0,0-1 1 0 0,-1 1-1 0 0,0-1 0 0 0,-1 0 1 0 0,0 1-1 0 0,-5 18 0 0 0,-1 17 111 0 0,3-21-212 0 0,2-12-54 0 0,1 0 1 0 0,0 15-1 0 0,1-28 165 0 0,2-2-271 0 0,1 0 0 0 0,0 0 0 0 0,-1 0 1 0 0,1-1-1 0 0,-1 1 0 0 0,0-1 0 0 0,1 1 0 0 0,-1-1 0 0 0,0 0 1 0 0,0 0-1 0 0,0 0 0 0 0,3-5 0 0 0,-2 4 3 0 0,16-21-191 0 0,31-46 0 0 0,2-5-165 0 0,-44 65 309 0 0,0-1-48 0 0,0 1 0 0 0,1 0-1 0 0,0 1 1 0 0,12-10-1 0 0,-20 19 102 0 0,-1 0-1 0 0,1-1 0 0 0,0 1 0 0 0,0 0 1 0 0,0 0-1 0 0,0 0 0 0 0,-1 0 0 0 0,1 0 1 0 0,0 0-1 0 0,0 0 0 0 0,0 0 0 0 0,-1 0 1 0 0,1 0-1 0 0,0 0 0 0 0,0 0 0 0 0,0 1 1 0 0,-1-1-1 0 0,1 0 0 0 0,0 1 0 0 0,1 0 1 0 0,12 8-94 0 0,-9-4 121 0 0,-1 0-1 0 0,-1 0 0 0 0,1 0 1 0 0,-1 1-1 0 0,0-1 1 0 0,0 1-1 0 0,0 0 1 0 0,-1 0-1 0 0,2 10 1 0 0,-1-7 14 0 0,1 1 1 0 0,8 15 0 0 0,-6-14-54 0 0,1-1 0 0 0,0 0-1 0 0,1 0 1 0 0,0-1 0 0 0,0 0 0 0 0,1 0-1 0 0,16 12 1 0 0,-17-16-2 0 0,0 0 0 0 0,0 0-1 0 0,1-1 1 0 0,-1 0 0 0 0,1-1 0 0 0,0 0 0 0 0,0 0 0 0 0,1-1-1 0 0,-1 0 1 0 0,14 1 0 0 0,1-1-115 0 0,1-1 0 0 0,0-1 0 0 0,-1-2-1 0 0,1 0 1 0 0,-1-2 0 0 0,35-8 0 0 0,-49 9 84 0 0,1-1 0 0 0,-1 1 0 0 0,0-2-1 0 0,0 0 1 0 0,0 0 0 0 0,0 0 0 0 0,-1-1 0 0 0,0-1-1 0 0,0 1 1 0 0,0-2 0 0 0,-1 1 0 0 0,-1-1 0 0 0,1 0 0 0 0,-1-1-1 0 0,0 0 1 0 0,8-15 0 0 0,-12 18 83 0 0,-1 0 0 0 0,0-1 0 0 0,0 1 0 0 0,0 0 0 0 0,-1-1 0 0 0,0 1 0 0 0,-1-1 0 0 0,1 1 0 0 0,-2-10 0 0 0,1 13-15 0 0,0 1 1 0 0,-1 0 0 0 0,1 0-1 0 0,0-1 1 0 0,-1 1 0 0 0,0 0-1 0 0,0 0 1 0 0,0 0 0 0 0,0 0-1 0 0,0 0 1 0 0,0 0 0 0 0,0 0-1 0 0,-2-2 1 0 0,2 3-11 0 0,-1 0 1 0 0,1 0-1 0 0,0 0 1 0 0,0 0-1 0 0,-1 0 1 0 0,1 1-1 0 0,0-1 0 0 0,-1 1 1 0 0,1-1-1 0 0,-1 1 1 0 0,1-1-1 0 0,-1 1 0 0 0,1 0 1 0 0,-1 0-1 0 0,1-1 1 0 0,-1 1-1 0 0,1 0 0 0 0,-1 1 1 0 0,1-1-1 0 0,-1 0 1 0 0,1 0-1 0 0,-3 1 0 0 0,-3 1 74 0 0,1 1-1 0 0,-1-1 1 0 0,0 1-1 0 0,1 1 1 0 0,-1-1-1 0 0,1 1 0 0 0,-7 5 1 0 0,-39 35 236 0 0,44-37-279 0 0,-6 5 13 0 0,1 1-1 0 0,0 1 1 0 0,-13 18-1 0 0,22-27-40 0 0,0 1 0 0 0,1-1 0 0 0,0 1 1 0 0,0-1-1 0 0,1 1 0 0 0,-1 0 0 0 0,1 0 0 0 0,1 0 0 0 0,-1 0 0 0 0,1 0 1 0 0,0 1-1 0 0,0-1 0 0 0,1 9 0 0 0,0-13-24 0 0,0 0 0 0 0,0 0 0 0 0,0 0 0 0 0,1 0 0 0 0,-1 0-1 0 0,1 0 1 0 0,-1 0 0 0 0,1 0 0 0 0,0 0 0 0 0,0 0 0 0 0,0 0 0 0 0,0 0 0 0 0,0 0 0 0 0,1-1 0 0 0,-1 1-1 0 0,0 0 1 0 0,4 2 0 0 0,-3-2-34 0 0,1-1 1 0 0,0 1-1 0 0,0 0 0 0 0,-1-1 0 0 0,1 0 0 0 0,0 0 0 0 0,0 0 0 0 0,0 0 1 0 0,0 0-1 0 0,0-1 0 0 0,4 1 0 0 0,3-1-93 0 0,0 0 0 0 0,1 0 0 0 0,-1-1-1 0 0,0-1 1 0 0,0 0 0 0 0,14-4 0 0 0,-2-1-65 0 0,0-2 1 0 0,-1 0-1 0 0,0-2 1 0 0,-1 0-1 0 0,0-1 0 0 0,0-1 1 0 0,-2-1-1 0 0,0-1 1 0 0,23-23-1 0 0,-4 0 76 0 0,-1-2 1 0 0,-3-1-1 0 0,-2-2 0 0 0,-1-1 0 0 0,44-88 0 0 0,-68 119 129 0 0,2-2 17 0 0,0-1 1 0 0,-1 0-1 0 0,-1-1 0 0 0,-1 0 0 0 0,6-27 0 0 0,-11 43 7 0 0,0 0-1 0 0,0 0 0 0 0,0 0 0 0 0,0 0 0 0 0,1 0 0 0 0,-2 0 0 0 0,1 1 0 0 0,0-1 0 0 0,0 0 1 0 0,0 0-1 0 0,0 0 0 0 0,0 0 0 0 0,-1 0 0 0 0,1 0 0 0 0,0 0 0 0 0,-1 1 0 0 0,1-1 0 0 0,-1-1 0 0 0,0 2 1 0 0,1 0 0 0 0,-1-1 0 0 0,1 1-1 0 0,0 0 1 0 0,-1 0 0 0 0,1 0 0 0 0,-1-1 0 0 0,1 1-1 0 0,-1 0 1 0 0,1 0 0 0 0,-1 0 0 0 0,1 0-1 0 0,-1 0 1 0 0,1 0 0 0 0,-1 0 0 0 0,1 0-1 0 0,-1 0 1 0 0,1 0 0 0 0,-1 0 0 0 0,1 1-1 0 0,-1-1 1 0 0,1 0 0 0 0,-1 0 0 0 0,-3 2 101 0 0,0 0 0 0 0,1 0 0 0 0,-1 1 0 0 0,1-1 0 0 0,0 1 0 0 0,-5 4 0 0 0,-2 4 32 0 0,1 0-1 0 0,1 0 0 0 0,-1 1 1 0 0,2 0-1 0 0,-8 15 1 0 0,-25 68 11 0 0,34-80-124 0 0,1 0 0 0 0,1 1-1 0 0,0 0 1 0 0,1 0 0 0 0,1 0 0 0 0,1 0-1 0 0,0 1 1 0 0,2 27 0 0 0,0-35-38 0 0,0 0 0 0 0,1 0 1 0 0,1 0-1 0 0,-1 0 0 0 0,1-1 0 0 0,1 1 0 0 0,0-1 1 0 0,0 0-1 0 0,0 0 0 0 0,1 0 0 0 0,0 0 0 0 0,1-1 1 0 0,0 0-1 0 0,0 0 0 0 0,0 0 0 0 0,14 9 0 0 0,-10-8-84 0 0,1 0 0 0 0,1-1 0 0 0,0-1 0 0 0,-1 0 0 0 0,2 0 0 0 0,-1-1 0 0 0,1-1 0 0 0,0 0 0 0 0,0-1 0 0 0,0 0 0 0 0,0-1 0 0 0,0-1 0 0 0,0 0-1 0 0,1-1 1 0 0,-1 0 0 0 0,0-1 0 0 0,1 0 0 0 0,-1-1 0 0 0,19-5 0 0 0,-15 2-3 0 0,0 0 0 0 0,-1-2 0 0 0,0 1 0 0 0,31-19 1 0 0,-41 21 72 0 0,1-1 1 0 0,-1 0-1 0 0,0 0 1 0 0,0 0-1 0 0,0-1 1 0 0,-1 0-1 0 0,0 0 1 0 0,0 0-1 0 0,0-1 1 0 0,-1 0-1 0 0,0 0 1 0 0,0 0 0 0 0,3-9-1 0 0,-4 5 9 0 0,-4 1 17 0 0,1 9-8 0 0,-1 1 0 0 0,1-1 0 0 0,0 0 0 0 0,-1 0 0 0 0,1 0 0 0 0,-1 0 0 0 0,1 1 0 0 0,-1-1-1 0 0,1 0 1 0 0,-1 1 0 0 0,0-1 0 0 0,1 0 0 0 0,-1 1 0 0 0,0-1 0 0 0,0 1 0 0 0,1-1 0 0 0,-1 1-1 0 0,0-1 1 0 0,0 1 0 0 0,0-1 0 0 0,0 1 0 0 0,-1-1 0 0 0,0 1 18 0 0,1 0-1 0 0,-1 0 1 0 0,0 0 0 0 0,0 0-1 0 0,0 0 1 0 0,0 0 0 0 0,0 1 0 0 0,0-1-1 0 0,1 1 1 0 0,-4 0 0 0 0,-2 2 79 0 0,1 0 0 0 0,-1 1 0 0 0,1-1-1 0 0,-11 10 1 0 0,10-7-70 0 0,-1 1 0 0 0,1 0 0 0 0,1 0-1 0 0,-1 1 1 0 0,1 0 0 0 0,1 0 0 0 0,0 1-1 0 0,0-1 1 0 0,0 1 0 0 0,-5 15 0 0 0,8-17-16 0 0,0 0 0 0 0,0 1 1 0 0,0-1-1 0 0,1 0 0 0 0,0 1 1 0 0,0-1-1 0 0,1 1 1 0 0,0-1-1 0 0,1 1 0 0 0,-1-1 1 0 0,1 0-1 0 0,1 1 0 0 0,-1-1 1 0 0,6 13-1 0 0,-5-16-181 0 0,0 0-1 0 0,0 0 1 0 0,1 0-1 0 0,-1-1 1 0 0,1 1-1 0 0,0-1 1 0 0,0 1-1 0 0,1-1 1 0 0,-1 0-1 0 0,1 0 1 0 0,-1-1 0 0 0,8 5-1 0 0,-4-3-301 0 0,0-1 0 0 0,0 0 0 0 0,0 0 0 0 0,0-1 0 0 0,0 0 0 0 0,16 3 0 0 0,4-3-1909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0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66 17047 0 0,'-4'-6'598'0'0,"0"1"1"0"0,0 0-1 0 0,0 1 0 0 0,0-1 0 0 0,-11-8 3964 0 0,4 42 372 0 0,8-12-4708 0 0,0 1 0 0 0,1 0 1 0 0,1-1-1 0 0,1 1 0 0 0,0 0 1 0 0,1 0-1 0 0,1 0 0 0 0,1-1 1 0 0,1 1-1 0 0,0-1 0 0 0,7 17 1 0 0,-10-31-210 0 0,-1-2-10 0 0,1 1 0 0 0,-1-1-1 0 0,1 0 1 0 0,-1 0 0 0 0,1 0 0 0 0,0 0 0 0 0,-1 0 0 0 0,1 0 0 0 0,0 0 0 0 0,0 0 0 0 0,0 0-1 0 0,1 2 1 0 0,0-3-15 0 0,-1 1 0 0 0,0 0 1 0 0,0 0-1 0 0,1 0 0 0 0,-1-1 0 0 0,0 1 0 0 0,1-1 0 0 0,-1 1 0 0 0,0-1 0 0 0,1 1 0 0 0,-1-1 0 0 0,1 0 0 0 0,-1 0 0 0 0,1 0 0 0 0,-1 0 0 0 0,1 0 1 0 0,-1 0-1 0 0,0 0 0 0 0,1 0 0 0 0,-1-1 0 0 0,1 1 0 0 0,-1 0 0 0 0,1-1 0 0 0,-1 1 0 0 0,0-1 0 0 0,1 0 0 0 0,-1 1 0 0 0,0-1 0 0 0,0 0 0 0 0,1 0 0 0 0,-1 0 1 0 0,0 0-1 0 0,0 0 0 0 0,0 0 0 0 0,0 0 0 0 0,0 0 0 0 0,0 0 0 0 0,0-2 0 0 0,13-17-81 0 0,-1 0 1 0 0,-1-1-1 0 0,-1-1 0 0 0,-1 0 1 0 0,10-29-1 0 0,13-29-99 0 0,-26 65 153 0 0,15-23 1 0 0,-22 37 34 0 0,1 1 1 0 0,-1 0-1 0 0,0 0 0 0 0,0 0 1 0 0,0-1-1 0 0,0 1 1 0 0,0 0-1 0 0,0 0 0 0 0,0 0 1 0 0,1 0-1 0 0,-1-1 1 0 0,0 1-1 0 0,0 0 1 0 0,0 0-1 0 0,0 0 0 0 0,1 0 1 0 0,-1 0-1 0 0,0-1 1 0 0,0 1-1 0 0,0 0 0 0 0,1 0 1 0 0,-1 0-1 0 0,0 0 1 0 0,0 0-1 0 0,0 0 1 0 0,1 0-1 0 0,-1 0 0 0 0,0 0 1 0 0,0 0-1 0 0,1 0 1 0 0,-1 0-1 0 0,0 0 0 0 0,0 0 1 0 0,0 0-1 0 0,1 0 1 0 0,-1 0-1 0 0,0 0 1 0 0,0 0-1 0 0,1 0 0 0 0,-1 0 1 0 0,0 1-1 0 0,0-1 1 0 0,0 0-1 0 0,1 0 1 0 0,-1 0-1 0 0,0 0 0 0 0,0 0 1 0 0,0 1-1 0 0,0-1 1 0 0,1 0-1 0 0,2 7 21 0 0,5 12 38 0 0,-1 1 0 0 0,-1 0 0 0 0,7 38 0 0 0,-7-30-36 0 0,-1-4-11 0 0,2 0 0 0 0,1 0 0 0 0,12 27 0 0 0,-18-48-126 0 0,-1-1 0 0 0,1 1 1 0 0,-1-1-1 0 0,1 1 0 0 0,0-1 0 0 0,0 0 0 0 0,0 0 1 0 0,0 0-1 0 0,0 0 0 0 0,1 0 0 0 0,-1 0 0 0 0,0 0 1 0 0,1-1-1 0 0,4 2 0 0 0,-4-1-381 0 0,0-1 0 0 0,1 0 0 0 0,-1 0 0 0 0,1 0 0 0 0,-1-1 0 0 0,1 1 0 0 0,-1-1 0 0 0,1 0 0 0 0,-1 0 0 0 0,1 0 0 0 0,6-1 0 0 0,3-2-1602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4 23759 0 0,'0'0'2152'0'0,"-2"0"-1771"0"0,0-1-254 0 0,0 0-1 0 0,0 1 1 0 0,0-1-1 0 0,0 1 1 0 0,0 0-1 0 0,0-1 0 0 0,-1 1 1 0 0,1 0-1 0 0,0 1 1 0 0,0-1-1 0 0,0 0 0 0 0,0 0 1 0 0,0 1-1 0 0,-1-1 1 0 0,1 1-1 0 0,0 0 1 0 0,0 0-1 0 0,-2 1 0 0 0,-6 2 624 0 0,-1-1-391 0 0,0 1 0 0 0,1 0 0 0 0,0 1-1 0 0,0 0 1 0 0,0 1 0 0 0,-16 12-1 0 0,12-7-345 0 0,0 1 0 0 0,1 0 0 0 0,-18 23 0 0 0,29-32-16 0 0,-1 0-1 0 0,1 0 1 0 0,0 1-1 0 0,0-1 1 0 0,0 0-1 0 0,1 1 1 0 0,-1 0-1 0 0,1-1 1 0 0,0 1 0 0 0,0 0-1 0 0,-1 4 1 0 0,2-6-10 0 0,0 1 0 0 0,0-1 1 0 0,0 0-1 0 0,1 1 0 0 0,-1-1 0 0 0,0 0 1 0 0,1 1-1 0 0,0-1 0 0 0,-1 0 0 0 0,1 0 1 0 0,0 0-1 0 0,0 1 0 0 0,0-1 0 0 0,0 0 1 0 0,1 0-1 0 0,-1 0 0 0 0,0-1 0 0 0,1 1 1 0 0,1 2-1 0 0,6 3-42 0 0,0 1 0 0 0,0-1 0 0 0,0 0 0 0 0,1-1 0 0 0,19 9 0 0 0,55 18-73 0 0,-48-21 122 0 0,-31-10 6 0 0,23 12 0 0 0,-24-12 0 0 0,4 3 11 0 0,-7-4-9 0 0,-1-1-1 0 0,0 1 1 0 0,0-1 0 0 0,1 0 0 0 0,-1 1 0 0 0,0-1-1 0 0,0 1 1 0 0,1-1 0 0 0,-1 1 0 0 0,0-1 0 0 0,0 0-1 0 0,0 1 1 0 0,0-1 0 0 0,0 1 0 0 0,0-1 0 0 0,0 1-1 0 0,0-1 1 0 0,0 1 0 0 0,0-1 0 0 0,0 1 0 0 0,0-1 0 0 0,0 1-1 0 0,0-1 1 0 0,0 1 0 0 0,-1-1 0 0 0,1 0 0 0 0,0 1-1 0 0,0-1 1 0 0,-1 1 0 0 0,1-1 0 0 0,-1 1 0 0 0,-7 11-7 0 0,0-6 44 0 0,-1-1-1 0 0,1 0 1 0 0,-1 0 0 0 0,0-1 0 0 0,0 0-1 0 0,-14 4 1 0 0,-8 4 67 0 0,27-10-94 0 0,-18 4 135 0 0,44-23-315 0 0,14-4 68 0 0,-22 14 58 0 0,20-15 0 0 0,0-3 19 0 0,-5 5-35 0 0,-1-2 0 0 0,-1 0 1 0 0,-1-2-1 0 0,23-27 0 0 0,2-10 69 0 0,-50 60 53 0 0,-3 0-36 0 0,0 1 1 0 0,1-1-1 0 0,-1 1 1 0 0,0 0-1 0 0,0 0 1 0 0,0 0-1 0 0,0 0 1 0 0,0 0 0 0 0,1 0-1 0 0,-1 0 1 0 0,0 1-1 0 0,0-1 1 0 0,0 1-1 0 0,0-1 1 0 0,1 1-1 0 0,-1 0 1 0 0,0-1-1 0 0,1 1 1 0 0,-1 0-1 0 0,0 0 1 0 0,-1 2 0 0 0,-3 1 22 0 0,1 0 0 0 0,0 0 0 0 0,1 1 0 0 0,-9 9 1 0 0,10-10-70 0 0,0 1 1 0 0,0-1 0 0 0,1 1-1 0 0,0 0 1 0 0,-1 0 0 0 0,2-1-1 0 0,-1 2 1 0 0,1-1 0 0 0,0 0-1 0 0,0 0 1 0 0,0 0 0 0 0,0 0-1 0 0,1 1 1 0 0,0-1 0 0 0,0 0-1 0 0,1 0 1 0 0,-1 1 0 0 0,1-1-1 0 0,0 0 1 0 0,1 0 0 0 0,-1 0-1 0 0,1 0 1 0 0,0 0 0 0 0,0 0-1 0 0,1-1 1 0 0,-1 1 0 0 0,1-1-1 0 0,0 1 1 0 0,0-1 0 0 0,1 0-1 0 0,-1 0 1 0 0,1 0 0 0 0,0-1-1 0 0,0 1 1 0 0,0-1 0 0 0,0 0-1 0 0,1 0 1 0 0,-1-1 0 0 0,1 1-1 0 0,0-1 1 0 0,5 2 0 0 0,-2-1-315 0 0,-1-1 1 0 0,1-1 0 0 0,0 1 0 0 0,0-1-1 0 0,0-1 1 0 0,0 1 0 0 0,0-1-1 0 0,13-2 1 0 0,-12 1-294 0 0,-1-1-1 0 0,0 0 1 0 0,0-1 0 0 0,0 1-1 0 0,-1-1 1 0 0,1-1-1 0 0,-1 0 1 0 0,0 0 0 0 0,0 0-1 0 0,0-1 1 0 0,0 0-1 0 0,-1 0 1 0 0,9-9 0 0 0,0-2-1334 0 0,-1 0 0 0 0,19-30 1 0 0,-28 37 1825 0 0,0 0 0 0 0,0 0 0 0 0,2-9 1 0 0,-5 12 592 0 0,0-1 1 0 0,-1 1 0 0 0,0 0-1 0 0,0 0 1 0 0,0-12 8425 0 0,-1 31-5667 0 0,1 17-1352 0 0,5 32 1 0 0,-3-42-1674 0 0,1 1 0 0 0,0-2 0 0 0,2 1 0 0 0,15 35 0 0 0,-19-50-171 0 0,0 0 0 0 0,1 0 0 0 0,0-1 0 0 0,0 1-1 0 0,0 0 1 0 0,1-1 0 0 0,-1 0 0 0 0,1 0 0 0 0,0 0 0 0 0,0 0 0 0 0,7 4 0 0 0,-10-8-22 0 0,-1 0 0 0 0,1 1 0 0 0,-1-1 0 0 0,1 0 0 0 0,-1 1 1 0 0,1-1-1 0 0,-1 0 0 0 0,1 0 0 0 0,-1 1 0 0 0,1-1 0 0 0,0 0 0 0 0,-1 0 1 0 0,1 0-1 0 0,-1 0 0 0 0,1 0 0 0 0,0 0 0 0 0,-1 0 0 0 0,1 0 0 0 0,-1 0 1 0 0,1 0-1 0 0,0 0 0 0 0,-1-1 0 0 0,1 1 0 0 0,-1 0 0 0 0,1 0 0 0 0,-1 0 1 0 0,1-1-1 0 0,-1 1 0 0 0,1 0 0 0 0,-1-1 0 0 0,1 1 0 0 0,-1 0 0 0 0,1-1 1 0 0,-1 1-1 0 0,0-1 0 0 0,1 1 0 0 0,-1-1 0 0 0,1 1 0 0 0,-1-1 0 0 0,0 1 1 0 0,0-1-1 0 0,1 0 0 0 0,0 0 3 0 0,1-4 0 0 0,0 0-1 0 0,0 0 1 0 0,0-1 0 0 0,0 1-1 0 0,-1 0 1 0 0,0-1 0 0 0,0 1-1 0 0,0-1 1 0 0,-1 1 0 0 0,0-1-1 0 0,-1-6 1 0 0,3-18 8 0 0,2-30-12 0 0,-3 31 0 0 0,8-40 0 0 0,-8 60 0 0 0,1 1 0 0 0,0 0 0 0 0,1 0 0 0 0,0 0 0 0 0,0 0 0 0 0,1 1 0 0 0,0-1 0 0 0,0 1 0 0 0,8-9 0 0 0,-7 10-188 0 0,1 1 1 0 0,-1 0-1 0 0,1 0 0 0 0,0 1 0 0 0,0 0 1 0 0,1 0-1 0 0,0 0 0 0 0,-1 1 0 0 0,1 0 1 0 0,0 0-1 0 0,12-3 0 0 0,3 1-2150 0 0,1 0-1 0 0,35-2 1 0 0,-15 4-7754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25055 0 0,'0'0'2712'0'0,"13"0"-2712"0"0,1-2 0 0 0,4-1 0 0 0,0-2 240 0 0,3 0-8 0 0,2 2 0 0 0,2-1 0 0 0,5 1-64 0 0,2 0-8 0 0,2 0-8 0 0,2-1 0 0 0,3 0-1192 0 0,0-1-240 0 0,0 0-40 0 0,1 3-9096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541 207 5527 0 0,'5'-27'-1166'0'0,"-5"-4"5830"0"0,0 29-4037 0 0,0 1 0 0 0,0-1 0 0 0,-1 0 0 0 0,1 0 0 0 0,-1 0 0 0 0,1 0 0 0 0,-1 0 0 0 0,0 0 0 0 0,1 0 0 0 0,-1 0 0 0 0,0 1 0 0 0,0-1 0 0 0,-1 0 0 0 0,1 1 0 0 0,0-1 0 0 0,0 1 1 0 0,-1-1-1 0 0,1 1 0 0 0,-1 0 0 0 0,1-1 0 0 0,-1 1 0 0 0,0 0 0 0 0,1 0 0 0 0,-1 0 0 0 0,0 0 0 0 0,-2 0 0 0 0,-3-1-364 0 0,1 1 1 0 0,-1 0-1 0 0,1 0 1 0 0,-1 1-1 0 0,0 0 0 0 0,1 0 1 0 0,-1 1-1 0 0,0-1 0 0 0,1 1 1 0 0,-1 1-1 0 0,1-1 0 0 0,0 1 1 0 0,-1 0-1 0 0,1 1 0 0 0,0 0 1 0 0,-7 3-1 0 0,-9 8-3 0 0,-1 0-1 0 0,-34 30 0 0 0,42-31-47 0 0,-112 95 344 0 0,103-86-448 0 0,1 1-1 0 0,2 2 0 0 0,-22 30 0 0 0,37-46-92 0 0,1 0 0 0 0,0 1 0 0 0,0 0 0 0 0,1 0 0 0 0,0 0 0 0 0,1 1 0 0 0,0-1 0 0 0,1 1 1 0 0,0 0-1 0 0,0-1 0 0 0,1 23 0 0 0,1-27-23 0 0,0 0-1 0 0,1 0 1 0 0,0 0 0 0 0,0 0 0 0 0,0 0 0 0 0,1 0 0 0 0,0-1 0 0 0,0 1-1 0 0,0 0 1 0 0,1-1 0 0 0,0 0 0 0 0,0 1 0 0 0,0-1 0 0 0,1 0 0 0 0,-1-1-1 0 0,1 1 1 0 0,0-1 0 0 0,1 1 0 0 0,-1-1 0 0 0,1-1 0 0 0,0 1-1 0 0,9 5 1 0 0,-2-4-30 0 0,0 0-1 0 0,1 0 1 0 0,-1-1-1 0 0,1-1 1 0 0,0 0-1 0 0,0-1 1 0 0,0-1-1 0 0,20 1 1 0 0,12-3-93 0 0,49-7 0 0 0,-64 5 99 0 0,0-2 0 0 0,-1-1 1 0 0,0-1-1 0 0,0-1 0 0 0,-1-2 0 0 0,28-13 0 0 0,-42 16 19 0 0,-1 0 1 0 0,0-1-1 0 0,0-1 1 0 0,-1 0 0 0 0,0 0-1 0 0,-1-2 1 0 0,0 1-1 0 0,-1-1 1 0 0,0-1 0 0 0,0 1-1 0 0,-1-2 1 0 0,-1 1-1 0 0,12-25 1 0 0,-9 13 3 0 0,-2 0-1 0 0,-1 0 1 0 0,-1 0-1 0 0,-1-1 1 0 0,-1 0-1 0 0,2-38 1 0 0,-6 44-30 0 0,0-1 1 0 0,-2 0 0 0 0,-1 0-1 0 0,0 1 1 0 0,-2-1-1 0 0,0 1 1 0 0,-1 0-1 0 0,-13-34 1 0 0,16 48-69 0 0,-1 0 1 0 0,1 0-1 0 0,-1 0 1 0 0,0 0-1 0 0,0 1 0 0 0,0-1 1 0 0,-1 1-1 0 0,0 0 0 0 0,0 0 1 0 0,0 0-1 0 0,0 0 1 0 0,0 1-1 0 0,-1 0 0 0 0,0 0 1 0 0,1 0-1 0 0,-1 0 1 0 0,0 1-1 0 0,-1 0 0 0 0,1 0 1 0 0,0 0-1 0 0,0 0 1 0 0,-1 1-1 0 0,1 0 0 0 0,-1 0 1 0 0,-9 0-1 0 0,-19 2-1813 0 0,-2 4-460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3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6447 0 0,'0'0'499'0'0,"-13"6"408"0"0,11-5 29 0 0,1 1 1 0 0,-1-1-1 0 0,1 1 0 0 0,-1 0 1 0 0,1 0-1 0 0,0-1 1 0 0,0 1-1 0 0,0 0 0 0 0,0 0 1 0 0,0 0-1 0 0,0 0 1 0 0,0 1-1 0 0,1-1 0 0 0,-1 2 1 0 0,-6 38 6397 0 0,5-26-7003 0 0,1-4-66 0 0,0 0-1 0 0,1 0 1 0 0,0 0-1 0 0,0-1 1 0 0,2 1-1 0 0,-1 0 1 0 0,1 0-1 0 0,6 16 1 0 0,-5-19-268 0 0,0-1-1 0 0,0 1 1 0 0,1-1 0 0 0,1 0 0 0 0,-1 0-1 0 0,1 0 1 0 0,1-1 0 0 0,-1 0-1 0 0,1 0 1 0 0,0 0 0 0 0,12 9 0 0 0,-11-11-345 0 0,0-1-1 0 0,1 0 1 0 0,-1-1 0 0 0,1 1 0 0 0,0-1 0 0 0,0-1 0 0 0,0 0 0 0 0,0 0 0 0 0,17 2-1 0 0,-1-2-1116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170 273 6447 0 0,'7'-51'552'0'0,"2"-28"11176"0"0,-8 67-9958 0 0,-1 0 1 0 0,-1 0-1 0 0,1 0 1 0 0,-5-17-1 0 0,5 27-1681 0 0,0 1 0 0 0,-1 0 0 0 0,1-1 0 0 0,0 1 0 0 0,-1-1 0 0 0,1 1 0 0 0,-1 0 0 0 0,0-1 0 0 0,1 1 0 0 0,-1 0 0 0 0,0 0 0 0 0,0 0 0 0 0,0-1 0 0 0,1 1 0 0 0,-1 0 0 0 0,0 0 0 0 0,-1 0 0 0 0,1 0 0 0 0,0 1 0 0 0,0-1 0 0 0,0 0 0 0 0,0 0 0 0 0,-1 1 0 0 0,1-1 0 0 0,0 1 0 0 0,-1-1 0 0 0,1 1 0 0 0,-1-1 0 0 0,1 1 0 0 0,0 0-1 0 0,-1 0 1 0 0,1 0 0 0 0,-1 0 0 0 0,1 0 0 0 0,-1 0 0 0 0,1 0 0 0 0,0 0 0 0 0,-1 0 0 0 0,1 1 0 0 0,-1-1 0 0 0,1 1 0 0 0,0-1 0 0 0,-2 1 0 0 0,-7 3 67 0 0,1 1-1 0 0,0-1 0 0 0,0 2 1 0 0,-14 9-1 0 0,18-11-28 0 0,-1 0-115 0 0,0 1 1 0 0,0 0 0 0 0,1 0 0 0 0,0 0 0 0 0,0 0-1 0 0,1 1 1 0 0,-1 0 0 0 0,1 0 0 0 0,0 0 0 0 0,1 1-1 0 0,-6 13 1 0 0,8-17-16 0 0,0 0-1 0 0,0 1 1 0 0,0-1-1 0 0,0 1 1 0 0,1-1 0 0 0,-1 1-1 0 0,1-1 1 0 0,0 1-1 0 0,0-1 1 0 0,1 1 0 0 0,-1-1-1 0 0,1 1 1 0 0,-1-1-1 0 0,1 0 1 0 0,0 1 0 0 0,1-1-1 0 0,-1 0 1 0 0,0 0-1 0 0,1 1 1 0 0,0-1-1 0 0,0 0 1 0 0,0 0 0 0 0,0-1-1 0 0,0 1 1 0 0,0 0-1 0 0,5 3 1 0 0,0-1-66 0 0,0 0 0 0 0,0 0 0 0 0,1-1 1 0 0,-1 0-1 0 0,1-1 0 0 0,0 1 0 0 0,0-2 0 0 0,15 5 0 0 0,-8-4-96 0 0,0-1 1 0 0,0 0-1 0 0,0-1 0 0 0,17-1 0 0 0,-25 0 64 0 0,0 0-1 0 0,0-1 1 0 0,0 0 0 0 0,0 0 0 0 0,0-1-1 0 0,12-5 1 0 0,-16 6 74 0 0,-1 0-1 0 0,1 0 1 0 0,-1-1 0 0 0,0 0-1 0 0,1 1 1 0 0,-1-1 0 0 0,0 0-1 0 0,0 0 1 0 0,0 0 0 0 0,0 0-1 0 0,-1-1 1 0 0,1 1 0 0 0,0 0-1 0 0,-1-1 1 0 0,0 1-1 0 0,1-1 1 0 0,-1 1 0 0 0,0-1-1 0 0,1-5 1 0 0,2-12-810 0 0,1-38 1 0 0,-2 28-591 0 0,-3 25 1034 0 0,1-1 1 0 0,0 1-1 0 0,1 0 0 0 0,-1 0 1 0 0,1 0-1 0 0,3-6 0 0 0,-2 5-560 0 0,0 0 1 0 0,1 0-1 0 0,0 0 0 0 0,0 1 0 0 0,1 0 1 0 0,-1-1-1 0 0,1 1 0 0 0,0 1 1 0 0,1-1-1 0 0,-1 1 0 0 0,1 0 0 0 0,9-5 1 0 0,-9 6 261 0 0,9-4-1156 0 0,-9 2 4690 0 0,0 24 4152 0 0,-5-13-6192 0 0,-2-1 1 0 0,1 1 0 0 0,0-1 0 0 0,-1 1 0 0 0,0-1 0 0 0,0 1 0 0 0,-1-1 0 0 0,-2 8-1 0 0,-4 15 1160 0 0,7-25-1886 0 0,0 0 1 0 0,1 0 0 0 0,0 0-1 0 0,-1 0 1 0 0,1 0 0 0 0,0 0-1 0 0,1 0 1 0 0,-1 0 0 0 0,0 0-1 0 0,1 0 1 0 0,0 0 0 0 0,-1-1-1 0 0,1 1 1 0 0,1 0 0 0 0,-1 0-1 0 0,0 0 1 0 0,1-1 0 0 0,-1 1-1 0 0,1-1 1 0 0,0 1 0 0 0,-1-1-1 0 0,1 0 1 0 0,0 1-1 0 0,1-1 1 0 0,-1 0 0 0 0,0 0-1 0 0,1-1 1 0 0,-1 1 0 0 0,1 0-1 0 0,-1-1 1 0 0,1 0 0 0 0,5 2-1 0 0,2 1-112 0 0,0-1-1 0 0,1-1 0 0 0,-1 0 0 0 0,1 0 0 0 0,0-1 0 0 0,-1 0 0 0 0,1-1 0 0 0,0 0 1 0 0,0-1-1 0 0,-1 0 0 0 0,1-1 0 0 0,-1 0 0 0 0,1-1 0 0 0,-1 0 0 0 0,0 0 1 0 0,0-1-1 0 0,0-1 0 0 0,17-10 0 0 0,-24 13 33 0 0,-1 0 1 0 0,1 0-1 0 0,-1-1 1 0 0,1 1-1 0 0,-1-1 0 0 0,0 0 1 0 0,0 0-1 0 0,0 0 1 0 0,-1 0-1 0 0,1 0 0 0 0,1-5 1 0 0,1-5-406 0 0,5-23 0 0 0,-8 27-356 0 0,1 0 0 0 0,0 1 0 0 0,1-1-1 0 0,6-14 1 0 0,-1 5-1408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 21887 0 0,'0'0'4747'0'0,"0"3"-3958"0"0,9 77 2214 0 0,7 44-2656 0 0,-4-36-384 0 0,-4-37-357 0 0,3 29-4490 0 0,-12-60 337 0 0</inkml:trace>
  <inkml:trace contextRef="#ctx0" brushRef="#br0" timeOffset="1">4 251 23783 0 0,'-3'-9'1155'0'0,"3"8"-1078"0"0,0 0-1 0 0,0 1 1 0 0,-1-1 0 0 0,1 0 0 0 0,0 0-1 0 0,0 0 1 0 0,0 0 0 0 0,0 0 0 0 0,0 0-1 0 0,0 0 1 0 0,0 0 0 0 0,1 0 0 0 0,-1 0-1 0 0,0 0 1 0 0,1-1 0 0 0,-1 2-71 0 0,0-1 1 0 0,0 1 0 0 0,0 0 0 0 0,0-1-1 0 0,1 1 1 0 0,-1-1 0 0 0,0 1-1 0 0,0 0 1 0 0,1-1 0 0 0,-1 1-1 0 0,0-1 1 0 0,0 1 0 0 0,1 0-1 0 0,-1-1 1 0 0,0 1 0 0 0,1 0 0 0 0,-1 0-1 0 0,0-1 1 0 0,1 1 0 0 0,-1 0-1 0 0,1 0 1 0 0,-1-1 0 0 0,0 1-1 0 0,1 0 1 0 0,-1 0 0 0 0,1 0-1 0 0,-1 0 1 0 0,1 0 0 0 0,-1 0 0 0 0,1 0-1 0 0,-1 0 1 0 0,1 0 0 0 0,0 0-1 0 0,0 0-8 0 0,16-3 524 0 0,1 2-1 0 0,-1 0 1 0 0,1 1-1 0 0,0 0 1 0 0,21 4 0 0 0,9 0 300 0 0,143 10-560 0 0,-128-9-3305 0 0,-31-2-6936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8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49 9215 0 0,'-2'-4'453'0'0,"0"-1"-1"0"0,-1 1 0 0 0,1 0 1 0 0,-1 0-1 0 0,-20-24 15413 0 0,23 42-14520 0 0,4 79-233 0 0,19 106 0 0 0,-16-150-952 0 0,60 315-684 0 0,-65-354 316 0 0,6 31-1924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18 281 14743 0 0,'-13'-21'506'0'0,"12"19"-53"0"0,0 0 1 0 0,0 0-1 0 0,1 0 1 0 0,-1-1-1 0 0,1 1 1 0 0,0 0-1 0 0,0 0 1 0 0,-1-1-1 0 0,1 1 1 0 0,1 0-1 0 0,-1-4 1 0 0,1 2 134 0 0,1 0 0 0 0,-1 1 0 0 0,1-1 0 0 0,-1 0 0 0 0,1 0 0 0 0,0 1 0 0 0,1 0 0 0 0,-1-1 0 0 0,1 1 0 0 0,-1 0 0 0 0,6-5 0 0 0,9-8-285 0 0,1 1 0 0 0,0 1 1 0 0,2 1-1 0 0,-1 0 0 0 0,1 2 0 0 0,1 0 0 0 0,30-11 0 0 0,4 3-187 0 0,100-21-1 0 0,-141 37-106 0 0,1 0 1 0 0,-1 2-1 0 0,0 0 1 0 0,16 1-1 0 0,-23 0-6 0 0,1 1 0 0 0,-1 0 0 0 0,1 0 0 0 0,-1 1 0 0 0,0 0-1 0 0,1 0 1 0 0,-1 1 0 0 0,-1 0 0 0 0,11 5 0 0 0,-15-6 6 0 0,0-1 0 0 0,0 1 0 0 0,0-1 0 0 0,0 1 0 0 0,-1 0 0 0 0,1 0 0 0 0,-1 0 0 0 0,1 0 0 0 0,-1 0 0 0 0,1 0 0 0 0,-1 0 0 0 0,0 0 0 0 0,0 1 0 0 0,0-1 0 0 0,0 0 0 0 0,-1 1 0 0 0,1-1 0 0 0,-1 1 0 0 0,1-1 0 0 0,-1 1 0 0 0,0-1 0 0 0,0 0 0 0 0,0 1 0 0 0,0-1 0 0 0,0 1 0 0 0,-1-1 0 0 0,1 1 0 0 0,-1-1 0 0 0,0 4 0 0 0,-2 2 38 0 0,0 1 0 0 0,-1-1 0 0 0,0 0 1 0 0,0 0-1 0 0,0 0 0 0 0,-11 13 0 0 0,-14 11 81 0 0,-1 0 0 0 0,-2-2 0 0 0,-39 29 0 0 0,25-20-85 0 0,37-31-1 0 0,9-8-43 0 0,0 0 0 0 0,0 1-1 0 0,-1-1 1 0 0,1 0 0 0 0,0 0-1 0 0,0 0 1 0 0,0 1 0 0 0,-1-1-1 0 0,1 0 1 0 0,0 0 0 0 0,0 1-1 0 0,0-1 1 0 0,0 0 0 0 0,0 0-1 0 0,0 1 1 0 0,0-1 0 0 0,0 0-1 0 0,0 0 1 0 0,0 1 0 0 0,0-1-1 0 0,-1 0 1 0 0,2 0 0 0 0,-1 1-1 0 0,0-1 1 0 0,0 0 0 0 0,0 1-1 0 0,0-1 1 0 0,0 0 0 0 0,0 0-1 0 0,0 1 1 0 0,0-1 0 0 0,0 0-1 0 0,0 0 1 0 0,1 1 0 0 0,-1-1-1 0 0,0 0 1 0 0,0 0 0 0 0,0 0-1 0 0,0 1 1 0 0,1-1 0 0 0,-1 0-1 0 0,0 0 1 0 0,0 0 0 0 0,0 0-1 0 0,1 1 1 0 0,-1-1 0 0 0,0 0-1 0 0,0 0 1 0 0,1 0 0 0 0,-1 0-1 0 0,0 0 1 0 0,0 0 0 0 0,1 0-1 0 0,-1 0 1 0 0,0 0 0 0 0,1 0-1 0 0,-1 0 1 0 0,0 0 0 0 0,1 0-1 0 0,8 3-25 0 0,0-2 0 0 0,0 1 0 0 0,1-1-1 0 0,-1-1 1 0 0,0 0 0 0 0,1 0 0 0 0,-1 0 0 0 0,13-4-1 0 0,6 2 16 0 0,-19 1-5 0 0,76-2-31 0 0,-73 3 49 0 0,1 1 0 0 0,-1 0 0 0 0,0 1 0 0 0,22 6 0 0 0,-30-7 8 0 0,-1 1 0 0 0,1-1-1 0 0,0 1 1 0 0,-1 0 0 0 0,0 0 0 0 0,1 0-1 0 0,-1 0 1 0 0,0 1 0 0 0,0-1 0 0 0,0 1 0 0 0,0 0-1 0 0,0 0 1 0 0,-1 0 0 0 0,0 0 0 0 0,1 0-1 0 0,-1 1 1 0 0,0-1 0 0 0,0 1 0 0 0,-1-1 0 0 0,1 1-1 0 0,1 6 1 0 0,-2-4 16 0 0,0 0 0 0 0,0 1 1 0 0,-1-1-1 0 0,1 0 0 0 0,-1 1 0 0 0,-1-1 0 0 0,1 0 0 0 0,-1 1 0 0 0,0-1 1 0 0,-1 0-1 0 0,0 0 0 0 0,-4 11 0 0 0,-2 1 28 0 0,-2 0 0 0 0,1-1 0 0 0,-2 0 0 0 0,0 0 0 0 0,-2-1 0 0 0,1-1-1 0 0,-27 24 1 0 0,19-22-80 0 0,0 0-1 0 0,-1-2 0 0 0,-1 0 0 0 0,-1-2 0 0 0,-33 15 0 0 0,22-11-312 0 0,-35 13-3897 0 0,49-24-5762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8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6447 0 0,'0'0'499'0'0,"1"1"321"0"0,5 0 1726 0 0,-1 1 0 0 0,1 0-1 0 0,-1 1 1 0 0,0-1 0 0 0,0 1 0 0 0,9 7-1 0 0,-11-7-2083 0 0,0 0 0 0 0,0 0 0 0 0,0 0 0 0 0,0 1-1 0 0,-1-1 1 0 0,4 7 0 0 0,6 13-63 0 0,-1 1 0 0 0,13 41 0 0 0,8 55 1147 0 0,-5-16-909 0 0,-25-99-639 0 0,3 16 15 0 0,-6-14 267 0 0,-3-15-209 0 0,-5-17-41 0 0,6 11-20 0 0,2 1-1 0 0,0-1 1 0 0,1 0-1 0 0,0 0 1 0 0,1 1-1 0 0,1-1 1 0 0,3-14-1 0 0,3-5-52 0 0,19-53 1 0 0,-21 72-90 0 0,0 0 0 0 0,0 0 1 0 0,1 1-1 0 0,1 0 0 0 0,13-18 1 0 0,-16 25-371 0 0,1 1 1 0 0,-1-1 0 0 0,1 1-1 0 0,-1 0 1 0 0,10-5 0 0 0,-10 7-521 0 0,-1 0 0 0 0,1 1 1 0 0,0 0-1 0 0,1 0 0 0 0,-1 0 1 0 0,0 0-1 0 0,0 1 0 0 0,8-1 1 0 0,15 0-7441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9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3 12895 0 0,'-2'1'13532'0'0,"-2"0"-13268"0"0,0 0 0 0 0,1 0-1 0 0,-1 1 1 0 0,0 0 0 0 0,1 0 0 0 0,-1 0-1 0 0,1 0 1 0 0,0 0 0 0 0,0 1 0 0 0,0-1-1 0 0,0 1 1 0 0,0 0 0 0 0,0 0 0 0 0,-4 5 0 0 0,-4 8 38 0 0,-16 31 1 0 0,17-29 14 0 0,-12 19-164 0 0,-21 38 349 0 0,37-62-428 0 0,0 0-1 0 0,1 1 1 0 0,-7 25-1 0 0,12-37-96 0 0,-1 1-1 0 0,1-1 1 0 0,0 0-1 0 0,0 1 1 0 0,0-1-1 0 0,0 1 1 0 0,0-1-1 0 0,0 1 1 0 0,0-1-1 0 0,1 1 1 0 0,0-1 0 0 0,-1 0-1 0 0,1 1 1 0 0,0-1-1 0 0,0 0 1 0 0,0 0-1 0 0,0 0 1 0 0,3 3-1 0 0,-3-3 1 0 0,0-1 0 0 0,0 0 0 0 0,1 0-1 0 0,-1 1 1 0 0,1-1 0 0 0,-1 0 0 0 0,1-1 0 0 0,0 1-1 0 0,-1 0 1 0 0,1 0 0 0 0,0-1 0 0 0,-1 1 0 0 0,1 0-1 0 0,0-1 1 0 0,0 0 0 0 0,0 0 0 0 0,0 1-1 0 0,-1-1 1 0 0,1 0 0 0 0,0 0 0 0 0,0-1 0 0 0,0 1-1 0 0,0 0 1 0 0,-1 0 0 0 0,3-1 0 0 0,4-2-158 0 0,1 0 0 0 0,-1 0 1 0 0,0-1-1 0 0,0 1 1 0 0,0-2-1 0 0,0 1 0 0 0,-1-1 1 0 0,0 0-1 0 0,0-1 0 0 0,0 0 1 0 0,8-9-1 0 0,-6 4 97 0 0,0 0 1 0 0,-1-1-1 0 0,0 1 0 0 0,-1-2 1 0 0,0 1-1 0 0,7-19 0 0 0,-10 20 337 0 0,0 1-1 0 0,0 0 0 0 0,-1-1 1 0 0,-1 0-1 0 0,0 0 0 0 0,0 0 1 0 0,0-14-1 0 0,-10 34 193 0 0,5-4-424 0 0,-1 0-1 0 0,1 0 1 0 0,1 1-1 0 0,-1-1 0 0 0,1 1 1 0 0,0-1-1 0 0,0 1 1 0 0,1 0-1 0 0,0 0 0 0 0,0 0 1 0 0,0 0-1 0 0,1 0 1 0 0,-1 0-1 0 0,1 0 1 0 0,1 0-1 0 0,-1 0 0 0 0,1 0 1 0 0,0-1-1 0 0,1 1 1 0 0,-1 0-1 0 0,1 0 0 0 0,0-1 1 0 0,1 1-1 0 0,-1-1 1 0 0,7 10-1 0 0,-4-8-38 0 0,0-1 1 0 0,0 0-1 0 0,13 11 1 0 0,-16-15 7 0 0,1 0 0 0 0,-1 0 0 0 0,1-1 1 0 0,0 0-1 0 0,-1 1 0 0 0,1-1 1 0 0,0 0-1 0 0,0 0 0 0 0,0 0 0 0 0,0-1 1 0 0,0 1-1 0 0,0-1 0 0 0,6 1 0 0 0,4-1-111 0 0,0-1 0 0 0,0 0 0 0 0,0-1 0 0 0,0 0-1 0 0,-1-1 1 0 0,1 0 0 0 0,-1-1 0 0 0,1-1 0 0 0,17-9-1 0 0,-22 9 81 0 0,0 1-1 0 0,-1-2 0 0 0,0 1 0 0 0,0-1 0 0 0,0 0 1 0 0,0-1-1 0 0,-1 1 0 0 0,0-1 0 0 0,-1 0 1 0 0,1-1-1 0 0,-2 0 0 0 0,1 1 0 0 0,-1-2 0 0 0,5-11 1 0 0,-5 8 54 0 0,0 0 0 0 0,-1 0 0 0 0,2-23 0 0 0,-4 28 41 0 0,-1 0 1 0 0,0 0 0 0 0,0 0-1 0 0,0 0 1 0 0,-1 1 0 0 0,0-1-1 0 0,-1 0 1 0 0,-2-9 0 0 0,4 16-38 0 0,0 0 0 0 0,0 0 0 0 0,0 0 0 0 0,0-1 0 0 0,0 1 0 0 0,0 0 0 0 0,0 0 0 0 0,0 0-1 0 0,-1-1 1 0 0,1 1 0 0 0,0 0 0 0 0,0 0 0 0 0,0 0 0 0 0,0 0 0 0 0,0-1 0 0 0,-1 1 0 0 0,1 0 0 0 0,0 0 0 0 0,0 0 0 0 0,0 0 0 0 0,0 0 0 0 0,-1 0 0 0 0,1-1 0 0 0,0 1 0 0 0,0 0 0 0 0,0 0 0 0 0,-1 0 0 0 0,1 0 0 0 0,0 0 0 0 0,0 0 0 0 0,0 0 0 0 0,-1 0 0 0 0,1 0 0 0 0,0 0 0 0 0,0 0 0 0 0,0 0 0 0 0,-1 0 0 0 0,1 0 0 0 0,-7 7 217 0 0,-3 12-29 0 0,7-9-184 0 0,1-1 1 0 0,0 0-1 0 0,0 1 0 0 0,1-1 0 0 0,0 1 1 0 0,0 0-1 0 0,1-1 0 0 0,1 1 1 0 0,2 17-1 0 0,-1-21-38 0 0,-1 0-1 0 0,1 0 1 0 0,0 0-1 0 0,1-1 1 0 0,-1 1 0 0 0,1-1-1 0 0,1 0 1 0 0,-1 1-1 0 0,1-1 1 0 0,-1-1 0 0 0,1 1-1 0 0,1 0 1 0 0,-1-1 0 0 0,1 0-1 0 0,-1 0 1 0 0,10 5-1 0 0,-7-5-115 0 0,0 0 0 0 0,0 0 0 0 0,1-1 0 0 0,-1 0-1 0 0,1-1 1 0 0,0 0 0 0 0,0 0 0 0 0,-1 0-1 0 0,1-1 1 0 0,1 0 0 0 0,-1-1 0 0 0,0 0 0 0 0,0 0-1 0 0,12-2 1 0 0,-13 1 49 0 0,0-1 0 0 0,-1 0 0 0 0,1 0 0 0 0,0 0 0 0 0,-1-1 0 0 0,0 0 0 0 0,1 0 0 0 0,-1 0 0 0 0,0-1 0 0 0,-1 0 0 0 0,1 0 0 0 0,-1-1 0 0 0,0 1 0 0 0,0-1 0 0 0,0 0 0 0 0,-1-1 0 0 0,6-6 0 0 0,2-10 187 0 0,-1 0 0 0 0,-1 0 0 0 0,-1-1 0 0 0,-1-1 0 0 0,-1 1 0 0 0,7-48 0 0 0,-9 57 569 0 0,-5 14-646 0 0,0 0 0 0 0,0 0 1 0 0,0 0-1 0 0,0 0 0 0 0,0 0 1 0 0,0 0-1 0 0,0 0 0 0 0,0 0 0 0 0,1 0 1 0 0,-1 0-1 0 0,0 0 0 0 0,0 0 1 0 0,0 0-1 0 0,0 0 0 0 0,0 0 0 0 0,0 0 1 0 0,0 0-1 0 0,0 0 0 0 0,0 0 1 0 0,1 0-1 0 0,-1 0 0 0 0,0 0 0 0 0,0 0 1 0 0,0 0-1 0 0,0 0 0 0 0,0 0 1 0 0,0 0-1 0 0,0 0 0 0 0,0 0 0 0 0,0 0 1 0 0,0 0-1 0 0,1 0 0 0 0,-1 0 1 0 0,0 0-1 0 0,0 1 0 0 0,0-1 0 0 0,0 0 1 0 0,0 0-1 0 0,0 0 0 0 0,0 0 1 0 0,0 0-1 0 0,0 0 0 0 0,0 0 0 0 0,0 0 1 0 0,0 0-1 0 0,0 0 0 0 0,0 1 1 0 0,0-1-1 0 0,0 0 0 0 0,0 0 0 0 0,0 0 1 0 0,0 0-1 0 0,0 0 0 0 0,0 0 1 0 0,0 0-1 0 0,0 0 0 0 0,0 1 0 0 0,5 25 942 0 0,3 205-146 0 0,-6-96-691 0 0,1 113-55 0 0,-3-195-25 0 0,-1-24-842 0 0,-6 31-1 0 0,7-58-170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09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 15663 0 0,'-5'-5'11272'0'0,"3"14"-10630"0"0,0 0 1 0 0,0 1-1 0 0,1-1 0 0 0,0 1 0 0 0,1 16 0 0 0,-1 7-338 0 0,-7 88-198 0 0,6 1-1 0 0,15 129 0 0 0,-11-233-157 0 0,7 73-1622 0 0,1-32-2744 0 0,-7-44 2057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12439 0 0,'0'0'958'0'0,"2"1"-217"0"0,5 0 959 0 0,0 0 1 0 0,0 0-1 0 0,0 0 1 0 0,13-1-1 0 0,33-5 2358 0 0,-35 3-3906 0 0,243-39 2150 0 0,-147 20-3461 0 0,0 4-3692 0 0,-82 14-3700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14 23183 0 0,'0'0'1060'0'0,"-13"-6"392"0"0,9 4-1369 0 0,0 1 0 0 0,1 0 0 0 0,-1 0 1 0 0,0 0-1 0 0,0 0 0 0 0,0 1 0 0 0,0-1 0 0 0,0 1 0 0 0,0 0 0 0 0,0 0 0 0 0,-8 2 0 0 0,6-1 232 0 0,-1 1-1 0 0,0 0 1 0 0,1 0-1 0 0,0 1 0 0 0,-1 0 1 0 0,-7 5-1 0 0,-2 3 503 0 0,1 0-1 0 0,-1 1 1 0 0,-25 28-1 0 0,27-25-726 0 0,0 1 0 0 0,-21 32 1 0 0,31-40-98 0 0,-1 0 1 0 0,1 0-1 0 0,0 0 1 0 0,1 0 0 0 0,0 1-1 0 0,0-1 1 0 0,1 1-1 0 0,0 0 1 0 0,0 10 0 0 0,1-16-15 0 0,1-1 1 0 0,0 0-1 0 0,1 1 1 0 0,-1-1-1 0 0,0 0 1 0 0,1 1 0 0 0,-1-1-1 0 0,1 0 1 0 0,0 1-1 0 0,0-1 1 0 0,0 0-1 0 0,0 0 1 0 0,0 0-1 0 0,0 0 1 0 0,0 0-1 0 0,3 3 1 0 0,-2-3-77 0 0,1 1-1 0 0,0-1 1 0 0,0 0-1 0 0,-1 0 1 0 0,1 0-1 0 0,1 0 1 0 0,-1 0 0 0 0,0 0-1 0 0,0-1 1 0 0,4 1-1 0 0,0 0-166 0 0,1 0 0 0 0,-1 0 0 0 0,0-1 0 0 0,1-1-1 0 0,-1 1 1 0 0,0-1 0 0 0,1 0 0 0 0,-1-1 0 0 0,15-2-1 0 0,-3-2-50 0 0,0 0-1 0 0,-1-2 1 0 0,0 0-1 0 0,0-1 1 0 0,18-11-1 0 0,-24 11 261 0 0,0-1-1 0 0,-1 1 1 0 0,0-2 0 0 0,0 1-1 0 0,-1-2 1 0 0,-1 1 0 0 0,14-20-1 0 0,-17 22 128 0 0,6-10 249 0 0,0 1 0 0 0,1 0 0 0 0,1 0 0 0 0,27-23-1 0 0,-40 39 76 0 0,10 2 867 0 0,-8 1-1122 0 0,-1 1-1 0 0,0-1 1 0 0,1 1-1 0 0,-1-1 1 0 0,0 1-1 0 0,0 0 1 0 0,-1 0 0 0 0,1 0-1 0 0,0 0 1 0 0,-1 0-1 0 0,2 5 1 0 0,0 5 232 0 0,4 22 0 0 0,-3-9-117 0 0,2 22-78 0 0,-5-37-130 0 0,0 0-1 0 0,0-1 1 0 0,1 1-1 0 0,1 0 1 0 0,3 10-1 0 0,-2-14-62 0 0,-3-5-54 0 0,8-8-239 0 0,0-2 275 0 0,-1 0 1 0 0,0 0-1 0 0,0-1 0 0 0,-1 0 1 0 0,0-1-1 0 0,-1 1 0 0 0,8-17 0 0 0,14-20-29 0 0,40-39 2 0 0,-56 72 43 0 0,0 1 0 0 0,1 1 1 0 0,0 0-1 0 0,21-13 0 0 0,-32 22 23 0 0,2 1 0 0 0,-1-1 1 0 0,0 0-1 0 0,0 1 0 0 0,0 0 0 0 0,1 0 0 0 0,-1 0 1 0 0,1 0-1 0 0,-1 0 0 0 0,1 1 0 0 0,-1-1 1 0 0,1 1-1 0 0,-1 0 0 0 0,1 0 0 0 0,-1 1 0 0 0,5 0 1 0 0,-5 0 19 0 0,0 0 0 0 0,0 0 0 0 0,0 0 0 0 0,-1 1 0 0 0,1-1 0 0 0,-1 1 0 0 0,1 0 1 0 0,-1 0-1 0 0,1-1 0 0 0,-1 2 0 0 0,0-1 0 0 0,0 0 0 0 0,0 0 0 0 0,0 1 0 0 0,-1-1 1 0 0,1 1-1 0 0,-1-1 0 0 0,1 1 0 0 0,1 4 0 0 0,4 13 104 0 0,-1 1 1 0 0,-1 0-1 0 0,5 37 1 0 0,6 25-99 0 0,-13-73-108 0 0,0 1-1 0 0,1-2 0 0 0,0 1 1 0 0,0 0-1 0 0,12 17 1 0 0,-15-25-130 0 0,1 0 1 0 0,0 0 0 0 0,0 0 0 0 0,-1 0 0 0 0,1 0-1 0 0,0 0 1 0 0,1 0 0 0 0,-1-1 0 0 0,0 1 0 0 0,0-1-1 0 0,1 1 1 0 0,-1-1 0 0 0,1 0 0 0 0,-1 0 0 0 0,1 0-1 0 0,0 0 1 0 0,-1-1 0 0 0,1 1 0 0 0,0-1 0 0 0,4 1-1 0 0,9-1-1443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2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10135 0 0,'0'0'778'0'0,"-2"1"-506"0"0,-4 5-1719 0 0,-18 16 22282 0 0,16-15-20201 0 0,7-6-271 0 0,-17 20-1047 0 0,18-14-1910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12439 0 0,'0'0'566'0'0,"-3"8"191"0"0,2-5-456 0 0,-1 1 0 0 0,1 0 0 0 0,0-1 0 0 0,0 1 0 0 0,0 5 0 0 0,1 4 4451 0 0,1-3 2146 0 0,2 16-3825 0 0,-3-24-2497 0 0,0 0-147 0 0,0-1-520 0 0,0-1 0 0 0,0 1 0 0 0,0-1 0 0 0,0 1 0 0 0,0-1 0 0 0,1 0 0 0 0,-1 1 0 0 0,0-1 0 0 0,0 1 0 0 0,0-1 0 0 0,0 1 0 0 0,0-1 0 0 0,1 0 0 0 0,-1 1 0 0 0,0-1 0 0 0,0 1 0 0 0,0-1 0 0 0,1 1 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82 218 9215 0 0,'-2'-7'160'0'0,"1"5"-86"0"0,0 1 1 0 0,1-1-1 0 0,-1 0 1 0 0,1 0 0 0 0,-1 0-1 0 0,1 1 1 0 0,0-1-1 0 0,0-2 1 0 0,0 2-62 0 0,0 1-1 0 0,1 0 1 0 0,-1-1-1 0 0,1 1 1 0 0,-1 0-1 0 0,1-1 1 0 0,0 1 0 0 0,-1 0-1 0 0,1 0 1 0 0,0 0-1 0 0,0-1 1 0 0,1 0 0 0 0,2-3-16 0 0,1-2 58 0 0,13-19 1939 0 0,0 0 0 0 0,31-31 1 0 0,-28 38-1183 0 0,14-16 8986 0 0,-44 46-7710 0 0,-38 56 165 0 0,13-18-1771 0 0,10-17-354 0 0,2 1 1 0 0,1 1 0 0 0,1 1 0 0 0,-27 67 0 0 0,45-95-134 0 0,0 0 0 0 0,0-1 0 0 0,1 1 1 0 0,-1 0-1 0 0,1 0 0 0 0,1 0 0 0 0,0 0 1 0 0,0-1-1 0 0,1 10 0 0 0,-1-14-47 0 0,1 1 0 0 0,-1 0-1 0 0,1 0 1 0 0,0-1 0 0 0,0 1-1 0 0,1-1 1 0 0,-1 1 0 0 0,0-1 0 0 0,1 1-1 0 0,-1-1 1 0 0,1 0 0 0 0,0 0 0 0 0,0 0-1 0 0,0 0 1 0 0,0 0 0 0 0,0 0-1 0 0,0 0 1 0 0,1-1 0 0 0,-1 1 0 0 0,1-1-1 0 0,-1 1 1 0 0,1-1 0 0 0,-1 0 0 0 0,1 0-1 0 0,3 1 1 0 0,2 0-296 0 0,1-1 1 0 0,0 0-1 0 0,0 0 1 0 0,-1 0-1 0 0,1-1 1 0 0,0-1-1 0 0,0 1 1 0 0,0-1-1 0 0,-1-1 1 0 0,13-3-1 0 0,10-5-1895 0 0,44-19 0 0 0,-63 24 1543 0 0,33-16-2536 0 0,0-1-3883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254 110 13415 0 0,'5'-7'313'0'0,"9"-16"598"0"0,-14 22-894 0 0,0 1 1 0 0,0-1 0 0 0,1 1-1 0 0,-1-1 1 0 0,0 0 0 0 0,0 1 0 0 0,1-1-1 0 0,-1 1 1 0 0,0-1 0 0 0,0 0 0 0 0,0 1-1 0 0,0-1 1 0 0,0 0 0 0 0,0 1 0 0 0,0-1-1 0 0,0 0 1 0 0,0 1 0 0 0,-1-1-1 0 0,1 1 1 0 0,0-1 0 0 0,0 0 0 0 0,0 1-1 0 0,-1-1 1 0 0,1 1 0 0 0,0-1 0 0 0,-1 1-1 0 0,1-1 1 0 0,0 0 0 0 0,-1 1-1 0 0,1 0 1 0 0,-1-1 0 0 0,-1 1 488 0 0,1 0 0 0 0,-1 0 0 0 0,1 0 0 0 0,0 1 0 0 0,-1-1 0 0 0,1 1 1 0 0,-1-1-1 0 0,1 1 0 0 0,0-1 0 0 0,-2 2 0 0 0,1-1 434 0 0,-12 6 1038 0 0,0 0 0 0 0,-15 10 1 0 0,-48 43 840 0 0,61-47-2518 0 0,1 0-1 0 0,1 2 1 0 0,-14 17-1 0 0,22-25-259 0 0,1 1 1 0 0,0-1-1 0 0,0 1 0 0 0,1 0 0 0 0,0 0 1 0 0,1 0-1 0 0,0 0 0 0 0,0 1 0 0 0,-3 13 1 0 0,7-8-31 0 0,2-11-48 0 0,-2-2 23 0 0,1 1-17 0 0,-1-1-1 0 0,1 1 1 0 0,0 0 0 0 0,0-1 0 0 0,0 0 0 0 0,1 1-1 0 0,-1-1 1 0 0,0 0 0 0 0,0 0 0 0 0,0 0 0 0 0,1-1 0 0 0,-1 1-1 0 0,1 0 1 0 0,-1-1 0 0 0,0 1 0 0 0,1-1 0 0 0,-1 0-1 0 0,1 0 1 0 0,-1 0 0 0 0,1 0 0 0 0,-1-1 0 0 0,1 1 0 0 0,-1 0-1 0 0,4-2 1 0 0,5-1-177 0 0,1-1 1 0 0,-1 0-1 0 0,17-8 0 0 0,-14 4 104 0 0,0 0-1 0 0,-1-1 1 0 0,0-1-1 0 0,0 0 1 0 0,-1-1-1 0 0,-1 0 1 0 0,0-1-1 0 0,0 0 1 0 0,9-14-1 0 0,2-6 175 0 0,-2 0 0 0 0,27-59 0 0 0,-47 90-21 0 0,0 0 0 0 0,1 0 0 0 0,-1 0 0 0 0,0 0 0 0 0,1 1 0 0 0,-1-1-1 0 0,1 0 1 0 0,-1 0 0 0 0,1 0 0 0 0,-1 1 0 0 0,1-1 0 0 0,0 0 0 0 0,-1 1-1 0 0,2-2 1 0 0,2 14 761 0 0,-3-5-922 0 0,15 84 317 0 0,-11-57-85 0 0,1 1 0 0 0,2-1-1 0 0,18 52 1 0 0,-16-62-120 0 0,-9-23-1 0 0,-1-1 0 0 0,0 1 0 0 0,0-1 0 0 0,0 1 0 0 0,0-1-1 0 0,0 1 1 0 0,1-1 0 0 0,-1 0 0 0 0,0 1 0 0 0,0-1 0 0 0,1 0 0 0 0,-1 1 0 0 0,0-1 0 0 0,1 0 0 0 0,-1 1 0 0 0,0-1 0 0 0,1 0-1 0 0,-1 1 1 0 0,1-1 0 0 0,-1 0 0 0 0,0 0 0 0 0,1 0 0 0 0,-1 1 0 0 0,1-1 0 0 0,-1 0 0 0 0,1 0 0 0 0,-1 0 0 0 0,0 0-1 0 0,1 0 1 0 0,-1 0 0 0 0,1 0 0 0 0,-1 0 0 0 0,1 0 0 0 0,-1 0 0 0 0,1 0 0 0 0,-1 0 0 0 0,1 0 0 0 0,-1 0 0 0 0,0 0 0 0 0,1 0-1 0 0,-1-1 1 0 0,1 1 0 0 0,0 0 0 0 0,11-11-84 0 0,-11 10 77 0 0,4-6-35 0 0,1 0 1 0 0,-1-1-1 0 0,0 0 1 0 0,-1 1-1 0 0,0-2 1 0 0,6-16-1 0 0,12-57-72 0 0,-13 45 56 0 0,-5 19 44 0 0,-2 6 5 0 0,1 1 0 0 0,0 0 0 0 0,1 0 0 0 0,0 0 0 0 0,11-19 0 0 0,-15 29 10 0 0,0 1 1 0 0,1 0-1 0 0,-1 0 0 0 0,0-1 0 0 0,0 1 1 0 0,0 0-1 0 0,1 0 0 0 0,-1 0 1 0 0,0-1-1 0 0,0 1 0 0 0,1 0 0 0 0,-1 0 1 0 0,0 0-1 0 0,0 0 0 0 0,1 0 0 0 0,-1 0 1 0 0,0-1-1 0 0,0 1 0 0 0,1 0 1 0 0,-1 0-1 0 0,0 0 0 0 0,1 0 0 0 0,-1 0 1 0 0,0 0-1 0 0,0 0 0 0 0,1 0 0 0 0,-1 0 1 0 0,0 0-1 0 0,1 0 0 0 0,-1 0 1 0 0,0 1-1 0 0,1-1 0 0 0,-1 0 0 0 0,0 0 1 0 0,0 0-1 0 0,1 0 0 0 0,-1 0 0 0 0,0 1 1 0 0,0-1-1 0 0,0 0 0 0 0,1 0 1 0 0,-1 0-1 0 0,0 1 0 0 0,0-1 0 0 0,0 0 1 0 0,1 0-1 0 0,-1 1 0 0 0,0-1 1 0 0,0 0-1 0 0,0 0 0 0 0,0 1 0 0 0,0-1 1 0 0,0 0-1 0 0,1 0 0 0 0,-1 1 0 0 0,0-1 1 0 0,0 1-1 0 0,4 10 52 0 0,1 0 1 0 0,-2 0-1 0 0,1 1 0 0 0,-2-1 0 0 0,1 1 1 0 0,-2 0-1 0 0,1 14 0 0 0,2 6 38 0 0,-3-21-83 0 0,9 47 42 0 0,-8-51-45 0 0,0 0 0 0 0,0 0 0 0 0,0-1 0 0 0,1 1 0 0 0,0-1 0 0 0,4 7 0 0 0,-6-12-5 0 0,0 0-1 0 0,-1 0 1 0 0,1 0-1 0 0,0 0 1 0 0,0 0 0 0 0,0 0-1 0 0,0 0 1 0 0,0 0-1 0 0,0 0 1 0 0,0-1 0 0 0,2 2-1 0 0,5-2-33 0 0,-6-1 20 0 0,1 1-4 0 0,-1 0-1 0 0,0-1 0 0 0,0 0 0 0 0,0 1 1 0 0,-1-1-1 0 0,1 0 0 0 0,0 0 0 0 0,0 0 1 0 0,0 0-1 0 0,-1 0 0 0 0,1-1 0 0 0,0 1 1 0 0,-1 0-1 0 0,1-1 0 0 0,-1 1 0 0 0,1-1 1 0 0,-1 0-1 0 0,2-2 0 0 0,2-5-81 0 0,0 0 0 0 0,6-15 0 0 0,-4 8 31 0 0,49-112-104 0 0,-19 43 107 0 0,-33 75 86 0 0,1 0-1 0 0,1 1 1 0 0,10-15 0 0 0,-15 23 37 0 0,0 2-37 0 0,1 0 1 0 0,-1 1-1 0 0,0-1 1 0 0,0 0-1 0 0,1 1 1 0 0,-1-1-1 0 0,0 0 1 0 0,0 1-1 0 0,-1-1 1 0 0,1 1-1 0 0,0 0 1 0 0,0 1-1 0 0,5 13 52 0 0,-1 0 1 0 0,-1 1-1 0 0,-1 0 0 0 0,0-1 1 0 0,0 20-1 0 0,3 16-6 0 0,-4-40-176 0 0,2 18 302 0 0,11 35 1 0 0,-13-57-424 0 0,1 0 1 0 0,0 0-1 0 0,0 0 1 0 0,1-1 0 0 0,0 1-1 0 0,1-1 1 0 0,-1 0 0 0 0,1 0-1 0 0,7 7 1 0 0,1-4-2215 0 0,1-3-4168 0 0,5-1-2169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4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15 9215 0 0,'-11'-15'16527'0'0,"8"23"-16152"0"0,3-7 171 0 0,-4 13 89 0 0,2-1 0 0 0,-1 0-1 0 0,2 1 1 0 0,0-1 0 0 0,1 15 0 0 0,-1-8-432 0 0,2 30 73 0 0,1 1 0 0 0,3-1 0 0 0,2 0 0 0 0,25 92 0 0 0,-30-134-276 0 0,0 0 0 0 0,1-1 0 0 0,0 1 0 0 0,8 13 0 0 0,-10-21 0 0 0,-1 1 0 0 0,0-1-1 0 0,1 1 1 0 0,-1-1 0 0 0,0 0 0 0 0,1 1-1 0 0,-1-1 1 0 0,1 0 0 0 0,-1 0 0 0 0,1 1-1 0 0,-1-1 1 0 0,1 0 0 0 0,-1 0 0 0 0,1 0-1 0 0,-1 1 1 0 0,1-1 0 0 0,-1 0 0 0 0,1 0-1 0 0,-1 0 1 0 0,1 0 0 0 0,-1 0 0 0 0,1 0-1 0 0,-1 0 1 0 0,1 0 0 0 0,0 0 0 0 0,-1 0-1 0 0,1-1 1 0 0,-1 1 0 0 0,1 0 0 0 0,-1 0 0 0 0,1 0-1 0 0,-1-1 1 0 0,0 1 0 0 0,1 0 0 0 0,-1-1-1 0 0,1 1 1 0 0,-1 0 0 0 0,1-1 0 0 0,-1 1-1 0 0,0 0 1 0 0,1-1 0 0 0,-1 1 0 0 0,1-2-1 0 0,-1 2-4 0 0,5-6-16 0 0,-1 1 0 0 0,1-2 0 0 0,-1 1 0 0 0,-1 0 0 0 0,1-1 0 0 0,-1 1-1 0 0,0-1 1 0 0,-1 0 0 0 0,3-9 0 0 0,5-12-37 0 0,-3 11 37 0 0,2 2 0 0 0,-1-1 0 0 0,2 2 0 0 0,0-1 1 0 0,1 1-1 0 0,0 0 0 0 0,1 1 0 0 0,1 1 0 0 0,14-12 1 0 0,-21 20 21 0 0,0-1 0 0 0,1 1 0 0 0,0 1 1 0 0,0-1-1 0 0,0 1 0 0 0,0 1 0 0 0,1-1 1 0 0,-1 1-1 0 0,1 0 0 0 0,-1 1 0 0 0,1-1 1 0 0,0 2-1 0 0,-1-1 0 0 0,13 2 0 0 0,-16-1 1 0 0,1 0-1 0 0,-1 1 0 0 0,0-1 0 0 0,1 1 1 0 0,-1 0-1 0 0,0 1 0 0 0,0-1 1 0 0,0 1-1 0 0,0 0 0 0 0,0 0 0 0 0,0 0 1 0 0,-1 0-1 0 0,1 1 0 0 0,-1 0 1 0 0,1-1-1 0 0,-1 1 0 0 0,0 0 0 0 0,0 1 1 0 0,0-1-1 0 0,-1 0 0 0 0,1 1 1 0 0,-1 0-1 0 0,0-1 0 0 0,0 1 0 0 0,0 0 1 0 0,2 7-1 0 0,-2-2 2 0 0,0 0 0 0 0,-1-1 0 0 0,0 1 0 0 0,0 0-1 0 0,-1-1 1 0 0,0 1 0 0 0,-1 0 0 0 0,0-1 0 0 0,-1 1 0 0 0,1 0 0 0 0,-1-1 0 0 0,-1 1-1 0 0,0-1 1 0 0,0 0 0 0 0,-7 12 0 0 0,3-8-2 0 0,0 0 0 0 0,0-1 0 0 0,-1 0 0 0 0,-1 0 0 0 0,0-1 0 0 0,0 0 0 0 0,-1-1 0 0 0,0 0 0 0 0,-16 11 0 0 0,13-12-517 0 0,1 0-1 0 0,-1-1 1 0 0,0 0 0 0 0,0-1-1 0 0,-1 0 1 0 0,0-2 0 0 0,-19 5-1 0 0,17-7-1528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5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13359 0 0,'1'1'4259'0'0,"4"8"-1698"0"0,-1-1 0 0 0,-1 0 0 0 0,5 17 0 0 0,-2 2-537 0 0,3 29 1 0 0,-7-35-1967 0 0,1 0 1 0 0,1-1 0 0 0,10 28 0 0 0,-11-40-51 0 0,0-1 1 0 0,1 1-1 0 0,0-1 1 0 0,0 0-1 0 0,1 0 1 0 0,-1 0 0 0 0,2-1-1 0 0,-1 1 1 0 0,10 7-1 0 0,-13-12-28 0 0,1 0 0 0 0,-1 0 0 0 0,1 0-1 0 0,0 0 1 0 0,0-1 0 0 0,0 1 0 0 0,0-1 0 0 0,0 0-1 0 0,0 0 1 0 0,0 0 0 0 0,0 0 0 0 0,0-1 0 0 0,0 1-1 0 0,1-1 1 0 0,-1 0 0 0 0,0 0 0 0 0,0 0 0 0 0,0 0-1 0 0,1 0 1 0 0,-1-1 0 0 0,0 1 0 0 0,0-1 0 0 0,0 0-1 0 0,0 0 1 0 0,0 0 0 0 0,5-3 0 0 0,-1-1-64 0 0,0 1-1 0 0,-1-1 1 0 0,0 0 0 0 0,0 0 0 0 0,-1-1 0 0 0,1 0 0 0 0,-1 0-1 0 0,0 0 1 0 0,-1 0 0 0 0,0-1 0 0 0,5-8 0 0 0,3-9-167 0 0,16-48 1 0 0,2-25 123 0 0,-26 80 175 0 0,0-1 0 0 0,-1 0-1 0 0,0-27 1 0 0,-3 44 843 0 0,-1 12-494 0 0,0 2-352 0 0,2 0 0 0 0,-1-1 0 0 0,2 1 0 0 0,0-1 0 0 0,0 1 0 0 0,1-1 0 0 0,0 0 1 0 0,1 0-1 0 0,1 0 0 0 0,0-1 0 0 0,1 1 0 0 0,0-1 0 0 0,0 0 0 0 0,1-1 0 0 0,12 15 0 0 0,-13-18-304 0 0,1 0-1 0 0,0 0 0 0 0,0-1 1 0 0,0 0-1 0 0,1 0 1 0 0,-1 0-1 0 0,1-1 1 0 0,1-1-1 0 0,-1 1 1 0 0,1-1-1 0 0,0 0 1 0 0,0-1-1 0 0,0 0 1 0 0,0-1-1 0 0,0 0 0 0 0,0 0 1 0 0,1-1-1 0 0,-1 0 1 0 0,1-1-1 0 0,18-1 1 0 0,24-7-3091 0 0,-26 1 1069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174 137 8751 0 0,'-1'-2'174'0'0,"-1"0"0"0"0,1 0 1 0 0,0 0-1 0 0,-1 0 0 0 0,1 0 0 0 0,-1 1 0 0 0,0-1 0 0 0,0 0 0 0 0,1 1 0 0 0,-1 0 0 0 0,0-1 0 0 0,0 1 0 0 0,0 0 0 0 0,-1 0 0 0 0,-3-2 0 0 0,3 3 896 0 0,0-1 1 0 0,-1 1-1 0 0,1-1 0 0 0,0 1 0 0 0,-1 0 0 0 0,1 0 1 0 0,-4 1-1 0 0,-2 0 951 0 0,-1 1 1 0 0,1 0-1 0 0,-11 4 1 0 0,16-5-1828 0 0,0 1 1 0 0,1 0 0 0 0,-1 0 0 0 0,1 0 0 0 0,-1 0 0 0 0,1 0 0 0 0,0 1-1 0 0,0 0 1 0 0,0-1 0 0 0,-3 5 0 0 0,4-4-129 0 0,-1 0 1 0 0,1 0-1 0 0,-1 1 1 0 0,1-1-1 0 0,0 1 1 0 0,1-1-1 0 0,-1 1 1 0 0,1-1-1 0 0,-1 1 0 0 0,1 0 1 0 0,-1 5-1 0 0,2-7-56 0 0,0 1 0 0 0,0 0 0 0 0,0 0 0 0 0,0 0 0 0 0,1-1 0 0 0,-1 1 0 0 0,1 0-1 0 0,0 0 1 0 0,-1-1 0 0 0,1 1 0 0 0,0 0 0 0 0,1-1 0 0 0,-1 1 0 0 0,0-1 0 0 0,1 1-1 0 0,3 3 1 0 0,-1-1-8 0 0,0-1 0 0 0,1 0-1 0 0,0 1 1 0 0,0-2-1 0 0,0 1 1 0 0,0 0-1 0 0,8 3 1 0 0,44 18-13 0 0,-47-21 5 0 0,158 56 8 0 0,-162-57 11 0 0,0-1-1 0 0,0 1 1 0 0,-1 1 0 0 0,1-1 0 0 0,-1 1 0 0 0,0 0 0 0 0,8 8-1 0 0,-12-11-8 0 0,1 1-1 0 0,-1-1 0 0 0,1 1 0 0 0,-1 0 0 0 0,0-1 1 0 0,0 1-1 0 0,0 0 0 0 0,0 0 0 0 0,0 0 0 0 0,0 0 1 0 0,-1 0-1 0 0,1 0 0 0 0,0 0 0 0 0,-1 0 1 0 0,0 0-1 0 0,1 1 0 0 0,-1-1 0 0 0,0 0 0 0 0,0 0 1 0 0,0 0-1 0 0,-1 0 0 0 0,1 0 0 0 0,0 1 0 0 0,-1-1 1 0 0,0 0-1 0 0,-1 3 0 0 0,-1 2-73 0 0,-1-1 1 0 0,-1 1-1 0 0,1-1 1 0 0,-1 0-1 0 0,-1 0 0 0 0,1 0 1 0 0,-1-1-1 0 0,0 0 1 0 0,0 0-1 0 0,0 0 0 0 0,-1-1 1 0 0,1 0-1 0 0,-1 0 1 0 0,-14 5-1 0 0,-1-1-333 0 0,-1 0 0 0 0,0-2 0 0 0,-38 6 0 0 0,42-10-785 0 0,0-3-40 0 0</inkml:trace>
  <inkml:trace contextRef="#ctx0" brushRef="#br0" timeOffset="1">347 54 4143 0 0,'7'-12'1219'0'0,"-5"7"-1436"0"0,1 0-1 0 0,-1 0 1 0 0,8-8-1 0 0,18 0 24786 0 0,-26 13-24430 0 0,-1 0 0 0 0,1 0-1 0 0,0 1 1 0 0,0-1 0 0 0,-1 1-1 0 0,1 0 1 0 0,-1-1 0 0 0,1 1-1 0 0,0 0 1 0 0,-1 0 0 0 0,1 0-1 0 0,-1 0 1 0 0,0 0 0 0 0,1 0-1 0 0,-1 0 1 0 0,0 0 0 0 0,2 3-1 0 0,15 24 316 0 0,-12-16-410 0 0,-2 0-1 0 0,1 0 1 0 0,-1 0-1 0 0,-1 1 1 0 0,3 21-1 0 0,3 66-88 0 0,-9-88 56 0 0,7 225-3512 0 0,-6-208 58 0 0,-4-18 1523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5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23063 0 0,'0'0'528'0'0,"1"-1"69"0"0,1-2-473 0 0,0 1-1 0 0,0-1 1 0 0,1 1-1 0 0,-1 0 1 0 0,0 0-1 0 0,1 0 1 0 0,0 0-1 0 0,-1 1 1 0 0,1-1-1 0 0,0 1 0 0 0,4-3 1 0 0,41-12-155 0 0,-28 10 598 0 0,16-5 431 0 0,0 0-1 0 0,68-9 1 0 0,-85 18-812 0 0,-8 0 7 0 0,1 0 0 0 0,-1 1 0 0 0,1 0 0 0 0,0 1 0 0 0,11 2 0 0 0,-21-2-153 0 0,0 1 0 0 0,0-1 1 0 0,0 0-1 0 0,0 1 0 0 0,0 0 1 0 0,0-1-1 0 0,0 1 0 0 0,0 0 1 0 0,0 0-1 0 0,0 0 0 0 0,0 0 1 0 0,-1 1-1 0 0,1-1 1 0 0,-1 0-1 0 0,1 1 0 0 0,-1-1 1 0 0,1 1-1 0 0,-1 0 0 0 0,0-1 1 0 0,1 1-1 0 0,-1 0 0 0 0,0 0 1 0 0,0-1-1 0 0,-1 1 0 0 0,1 0 1 0 0,0 0-1 0 0,-1 0 1 0 0,1 0-1 0 0,-1 0 0 0 0,1 0 1 0 0,-1 0-1 0 0,0 1 0 0 0,0-1 1 0 0,0 2-1 0 0,-1 8 35 0 0,-1 0 1 0 0,0 0-1 0 0,-1-1 1 0 0,0 1-1 0 0,-1-1 1 0 0,0 0-1 0 0,-10 18 1 0 0,6-11-43 0 0,-10 32 1 0 0,15-42-25 0 0,1 1 1 0 0,1 0 0 0 0,-2 12-1 0 0,3-20-24 0 0,1-1 1 0 0,-1 1-1 0 0,0 0 0 0 0,0-1 0 0 0,1 1 0 0 0,-1 0 0 0 0,0-1 0 0 0,1 1 0 0 0,-1 0 0 0 0,0-1 0 0 0,1 1 0 0 0,-1-1 1 0 0,1 1-1 0 0,-1-1 0 0 0,1 1 0 0 0,-1-1 0 0 0,1 1 0 0 0,0-1 0 0 0,-1 1 0 0 0,1-1 0 0 0,-1 0 0 0 0,1 1 0 0 0,0-1 1 0 0,-1 0-1 0 0,1 0 0 0 0,1 1 0 0 0,17 3-271 0 0,-14-4 158 0 0,-1 0-1 0 0,1-1 1 0 0,0 1-1 0 0,-1-1 0 0 0,1 0 1 0 0,0 0-1 0 0,-1 0 1 0 0,1 0-1 0 0,-1-1 1 0 0,0 0-1 0 0,0 0 0 0 0,1 0 1 0 0,-1 0-1 0 0,0-1 1 0 0,-1 0-1 0 0,1 1 1 0 0,0-2-1 0 0,-1 1 0 0 0,0 0 1 0 0,0-1-1 0 0,0 1 1 0 0,0-1-1 0 0,5-7 1 0 0,0-5-744 0 0,0 0 1 0 0,0-1 0 0 0,-2 0 0 0 0,9-31 0 0 0,3-8-5066 0 0,-12 37-1046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6447 0 0,'0'0'499'0'0,"0"1"-328"0"0,7 27 2681 0 0,0-8 3649 0 0,13 26-1 0 0,-2-7-4177 0 0,-17-37-2485 0 0,14 27 1189 0 0,2-1 0 0 0,0 0 1 0 0,2-1-1 0 0,29 32 0 0 0,-38-50-857 0 0,-8-8-35 0 0,0 0 1 0 0,-1 1-1 0 0,1-1 0 0 0,0 0 0 0 0,-1 1 1 0 0,1-1-1 0 0,1 4 0 0 0,-1-26 193 0 0,-6-7-131 0 0,-6-64 93 0 0,9 78-282 0 0,1 0 1 0 0,1 0-1 0 0,1-1 0 0 0,4-20 0 0 0,1 10-140 0 0,2-1 0 0 0,0 2 0 0 0,2-1 0 0 0,0 1-1 0 0,2 1 1 0 0,1 0 0 0 0,0 1 0 0 0,2 1 0 0 0,1 0 0 0 0,0 1 0 0 0,32-28 0 0 0,-13 16-1355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26551 0 0,'0'0'2875'0'0,"1"1"-2615"0"0,4 2-183 0 0,0-1 0 0 0,0 0 0 0 0,0 0-1 0 0,0 0 1 0 0,0 0 0 0 0,1-1 0 0 0,-1 0 0 0 0,0 0 0 0 0,1-1 0 0 0,-1 1 0 0 0,11-1 0 0 0,8-2-219 0 0,33-7 0 0 0,-31 5-84 0 0,90-18-1436 0 0,62-23-4480 0 0,-165 42 5462 0 0,64-19-1569 0 0,-2-3-14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46 22863 0 0,'-4'-1'265'0'0,"0"-1"-1"0"0,-1 1 1 0 0,1 0-1 0 0,-1 0 0 0 0,1 1 1 0 0,-1-1-1 0 0,1 1 1 0 0,-1 0-1 0 0,0 0 1 0 0,1 1-1 0 0,-1-1 1 0 0,1 1-1 0 0,-1 0 1 0 0,1 0-1 0 0,0 1 1 0 0,-1-1-1 0 0,1 1 0 0 0,0 0 1 0 0,-8 5-1 0 0,-1 3 225 0 0,0 1 0 0 0,1 0 0 0 0,0 1-1 0 0,0 0 1 0 0,-11 16 0 0 0,-43 74 352 0 0,47-70-776 0 0,1 1 1 0 0,2 0 0 0 0,2 2 0 0 0,1 0 0 0 0,-11 46-1 0 0,23-73-41 0 0,-1 0-1 0 0,1 0 0 0 0,1 1 0 0 0,-1-1 0 0 0,1 1 1 0 0,1-1-1 0 0,0 0 0 0 0,0 1 0 0 0,1-1 1 0 0,-1 0-1 0 0,2 0 0 0 0,4 12 0 0 0,-4-13-40 0 0,1-1 1 0 0,0 1-1 0 0,0-1 0 0 0,0 0 0 0 0,1 0 0 0 0,-1 0 0 0 0,2-1 1 0 0,-1 1-1 0 0,0-1 0 0 0,1-1 0 0 0,0 1 0 0 0,0-1 0 0 0,1 0 1 0 0,7 4-1 0 0,1-2-24 0 0,0-1 0 0 0,-1 0 0 0 0,2-1 0 0 0,-1 0 0 0 0,0-1 0 0 0,1-1 1 0 0,-1-1-1 0 0,27 0 0 0 0,-2-3-143 0 0,-1-2 0 0 0,49-11 0 0 0,-60 9 75 0 0,-1-1 0 0 0,0-1 0 0 0,0-1 0 0 0,-1-1 0 0 0,33-18 0 0 0,-50 23 78 0 0,-1-1 0 0 0,1 1-1 0 0,-1-1 1 0 0,0-1-1 0 0,0 0 1 0 0,-1 0 0 0 0,0 0-1 0 0,0-1 1 0 0,0 0-1 0 0,-1 0 1 0 0,-1 0-1 0 0,1-1 1 0 0,-1 0 0 0 0,-1 0-1 0 0,0-1 1 0 0,0 1-1 0 0,4-19 1 0 0,-5 10 56 0 0,0 0-1 0 0,-2 0 1 0 0,0 0 0 0 0,-2-1 0 0 0,0 1-1 0 0,0 0 1 0 0,-2 0 0 0 0,0 0 0 0 0,-1 0-1 0 0,-9-22 1 0 0,6 20 5 0 0,-2 0 0 0 0,0 1 1 0 0,-1 0-1 0 0,-1 1 0 0 0,0 0 0 0 0,-2 0 1 0 0,0 2-1 0 0,-23-24 0 0 0,27 32-64 0 0,0 0-1 0 0,0 1 1 0 0,-1 0 0 0 0,0 0-1 0 0,0 1 1 0 0,0 0 0 0 0,-17-6-1 0 0,19 9-177 0 0,1 1 1 0 0,0 0-1 0 0,-1 1 0 0 0,1-1 0 0 0,-1 1 0 0 0,1 1 0 0 0,-1-1 0 0 0,0 1 0 0 0,1 1 0 0 0,-1-1 1 0 0,1 1-1 0 0,-13 4 0 0 0,-11 5-2149 0 0,2 5-4006 0 0,1 4-1844 0 0</inkml:trace>
  <inkml:trace contextRef="#ctx0" brushRef="#br0" timeOffset="1">350 408 5063 0 0,'-14'0'544'0'0,"6"3"1037"0"0,0 10 4913 0 0,2 13 5685 0 0,5-18-10201 0 0,-1 2-1567 0 0,1 0-1 0 0,0-1 0 0 0,1 1 1 0 0,0 0-1 0 0,0 0 1 0 0,1-1-1 0 0,1 1 1 0 0,4 18-1 0 0,-3-18-369 0 0,0 0 0 0 0,1-1-1 0 0,0 1 1 0 0,1-1 0 0 0,0 0-1 0 0,0 0 1 0 0,1 0 0 0 0,0-1-1 0 0,0 0 1 0 0,1 0 0 0 0,0 0 0 0 0,1-1-1 0 0,14 11 1 0 0,-17-15-145 0 0,0 0 0 0 0,1 0-1 0 0,0 0 1 0 0,0-1 0 0 0,0 0 0 0 0,0 0-1 0 0,9 2 1 0 0,-7-3-1242 0 0,0 0 0 0 0,16-1 0 0 0,-3-1-8590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18431 0 0,'-1'1'7891'0'0,"-1"2"-7704"0"0,-1 0 1 0 0,2-1-1 0 0,-1 1 0 0 0,0 0 1 0 0,1 0-1 0 0,-1 0 1 0 0,1 0-1 0 0,0 0 0 0 0,0 1 1 0 0,0-1-1 0 0,0 0 1 0 0,1 0-1 0 0,-1 1 0 0 0,1-1 1 0 0,0 0-1 0 0,0 1 1 0 0,0-1-1 0 0,1 5 1 0 0,0-4-147 0 0,-1 0 1 0 0,1 1-1 0 0,0-1 1 0 0,0 0 0 0 0,1 0-1 0 0,-1 0 1 0 0,1 0 0 0 0,0-1-1 0 0,0 1 1 0 0,0 0-1 0 0,1-1 1 0 0,-1 1 0 0 0,1-1-1 0 0,5 5 1 0 0,-3-4-32 0 0,0 1-1 0 0,1-1 1 0 0,0 0-1 0 0,0-1 1 0 0,0 1-1 0 0,12 4 1 0 0,-14-7-24 0 0,0 0 1 0 0,1 0 0 0 0,-1 0-1 0 0,0-1 1 0 0,1 0-1 0 0,-1 1 1 0 0,0-1-1 0 0,1-1 1 0 0,-1 1-1 0 0,0-1 1 0 0,1 0-1 0 0,4-1 1 0 0,-6 1 7 0 0,-1 1 5 0 0,1-1 0 0 0,-1 0 1 0 0,0 1-1 0 0,1-1 0 0 0,-1 0 0 0 0,0 0 1 0 0,1-1-1 0 0,-1 1 0 0 0,0 0 0 0 0,0-1 1 0 0,0 1-1 0 0,3-4 0 0 0,-4 4 3 0 0,0 0 1 0 0,-1 1-1 0 0,1-1 0 0 0,0 0 1 0 0,-1 0-1 0 0,1 0 0 0 0,-1 0 1 0 0,1 1-1 0 0,-1-1 0 0 0,1 0 1 0 0,-1 0-1 0 0,0 0 0 0 0,1 0 0 0 0,-1 0 1 0 0,0 0-1 0 0,0 0 0 0 0,0 0 1 0 0,0 0-1 0 0,0 0 0 0 0,0 0 1 0 0,0-1-1 0 0,0 1 0 0 0,-1-1 1 0 0,1-1 14 0 0,-1 0-16 0 0,0 0 0 0 0,0 1 0 0 0,0-1 0 0 0,0 1 0 0 0,0-1 0 0 0,0 1-1 0 0,-1-1 1 0 0,1 1 0 0 0,-1 0 0 0 0,1 0 0 0 0,-1-1 0 0 0,0 1-1 0 0,0 1 1 0 0,0-1 0 0 0,-3-2 0 0 0,2 1-104 0 0,0 1-1 0 0,-1 0 1 0 0,1-1 0 0 0,-1 1-1 0 0,1 1 1 0 0,-1-1-1 0 0,0 0 1 0 0,0 1 0 0 0,-6-2-1 0 0,6 3-229 0 0,0 0 0 0 0,0 0-1 0 0,0 1 1 0 0,1-1-1 0 0,-1 1 1 0 0,0 0-1 0 0,0 0 1 0 0,1 0-1 0 0,-1 0 1 0 0,1 1 0 0 0,-1-1-1 0 0,-3 3 1 0 0,-8 5-1866 0 0</inkml:trace>
  <inkml:trace contextRef="#ctx0" brushRef="#br0" timeOffset="1">386 1026 16127 0 0,'0'0'1460'0'0,"0"3"-782"0"0,-2 45 8311 0 0,-2 3-5175 0 0,-2 53-3080 0 0,7-94-1893 0 0,-1-1 1 0 0,4 16 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8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63 12439 0 0,'-4'-6'1104'0'0,"0"-4"-880"0"0,-1-1-224 0 0,1 1 0 0 0,1 4 2384 0 0,0-6 6264 0 0,1 4-7080 0 0,14 11-5296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18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7367 0 0,'0'0'667'0'0,"1"2"-547"0"0,14 31 613 0 0,10 23 14235 0 0,-17-30-11299 0 0,-6-21-3312 0 0,34 151 4040 0 0,-36-155-4375 0 0,0 0-1 0 0,0 0 1 0 0,0 0 0 0 0,1 0 0 0 0,-1 0 0 0 0,0 0 0 0 0,0 0-1 0 0,1 0 1 0 0,-1 0 0 0 0,0 0 0 0 0,1 0 0 0 0,-1 0 0 0 0,2 1 0 0 0,5-10 107 0 0,-2 1-163 0 0,30-40 34 0 0,-14 17 0 0 0,42-44 0 0 0,-59 69 0 0 0,1 1 0 0 0,1-1 0 0 0,-1 1 0 0 0,0 0 0 0 0,1 1 0 0 0,0-1 0 0 0,0 1 0 0 0,0 0 0 0 0,0 1 0 0 0,1-1 0 0 0,7-1 0 0 0,-10 3 0 0 0,-1 1 0 0 0,0 0 0 0 0,0-1 0 0 0,0 1 0 0 0,1 0 0 0 0,-1 1 0 0 0,0-1 0 0 0,0 0 0 0 0,0 1 0 0 0,1 0 0 0 0,-1 0 0 0 0,0 0 0 0 0,0 0 0 0 0,0 0 0 0 0,0 1 0 0 0,-1-1 0 0 0,1 1 0 0 0,0 0 0 0 0,-1 0 0 0 0,1 0 0 0 0,-1 0 0 0 0,1 0 0 0 0,-1 1 0 0 0,0-1 0 0 0,2 4 0 0 0,2 4 14 0 0,0 0 1 0 0,-1 0-1 0 0,0 0 0 0 0,-1 1 1 0 0,0 0-1 0 0,-1 0 0 0 0,4 21 1 0 0,-4-17-142 0 0,0 0 1 0 0,2 0 0 0 0,9 24-1 0 0,-7-26-414 0 0,-1 0-31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2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90 11519 0 0,'-3'-4'13637'0'0,"38"203"-9990"0"0,-18-128-3421 0 0,3-1 1 0 0,3-1-1 0 0,3 0 1 0 0,52 94-1 0 0,-70-148-204 0 0,2 4 28 0 0,19 26 0 0 0,-26-40-18 0 0,1-1-1 0 0,0 1 1 0 0,-1-1 0 0 0,2 0 0 0 0,-1 0 0 0 0,0-1 0 0 0,1 0-1 0 0,-1 1 1 0 0,1-1 0 0 0,9 4 0 0 0,-12-7-28 0 0,-1 1 1 0 0,1-1-1 0 0,-1 0 1 0 0,1 1-1 0 0,0-1 1 0 0,-1 0-1 0 0,1 0 1 0 0,-1 0-1 0 0,1 0 1 0 0,-1-1-1 0 0,1 1 0 0 0,0 0 1 0 0,-1 0-1 0 0,1-1 1 0 0,-1 1-1 0 0,1-1 1 0 0,-1 0-1 0 0,1 1 1 0 0,-1-1-1 0 0,0 0 0 0 0,1 0 1 0 0,-1 0-1 0 0,0 0 1 0 0,0 0-1 0 0,1 0 1 0 0,-1 0-1 0 0,0 0 1 0 0,0-1-1 0 0,0 1 1 0 0,-1 0-1 0 0,1-1 0 0 0,0 1 1 0 0,1-2-1 0 0,3-7 55 0 0,-1-1 0 0 0,1 1 0 0 0,4-20 0 0 0,-5 17 18 0 0,76-289 90 0 0,-65 237-269 0 0,11-59-490 0 0,-16 66-1318 0 0,33-104-1 0 0,-31 135-888 0 0,-1 9-5934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26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125 310 6911 0 0,'9'-38'165'0'0,"0"2"3459"0"0,8-38 6437 0 0,-9 24-7508 0 0,-7 37-1997 0 0,1 4-81 0 0,-1 0 1 0 0,-1-1-1 0 0,1 1 1 0 0,-2 0-1 0 0,1-1 0 0 0,-3-10 1 0 0,3 19-434 0 0,0 1 0 0 0,0-1 0 0 0,-1 1 0 0 0,1-1 0 0 0,0 0 0 0 0,0 1 0 0 0,0-1 0 0 0,-1 1 0 0 0,1-1 0 0 0,0 1 1 0 0,-1-1-1 0 0,1 1 0 0 0,-1-1 0 0 0,1 1 0 0 0,0-1 0 0 0,-1 1 0 0 0,1-1 0 0 0,-1 1 0 0 0,1 0 0 0 0,-1-1 0 0 0,1 1 0 0 0,-1 0 0 0 0,0-1 0 0 0,1 1 0 0 0,-1 0 1 0 0,1 0-1 0 0,-1 0 0 0 0,0-1 0 0 0,1 1 0 0 0,-1 0 0 0 0,0 0 0 0 0,1 0 0 0 0,-1 0 0 0 0,1 0 0 0 0,-1 0 0 0 0,0 0 0 0 0,1 1 0 0 0,-1-1 0 0 0,0 0 1 0 0,1 0-1 0 0,-1 0 0 0 0,1 0 0 0 0,-1 1 0 0 0,1-1 0 0 0,-1 0 0 0 0,0 1 0 0 0,1-1 0 0 0,-1 1 0 0 0,-3 2 107 0 0,0-1 0 0 0,1 1 0 0 0,-1 0 1 0 0,1-1-1 0 0,-5 7 0 0 0,-7 11-23 0 0,1 1 0 0 0,0 0-1 0 0,2 0 1 0 0,1 2 0 0 0,0-1 0 0 0,2 1 0 0 0,1 1 0 0 0,-11 47 0 0 0,19-69-134 0 0,-2 7 16 0 0,1 0 0 0 0,0 1-1 0 0,0 11 1 0 0,1-19-29 0 0,0 0 1 0 0,0 0-1 0 0,0 0 0 0 0,0-1 1 0 0,1 1-1 0 0,-1 0 0 0 0,1 0 1 0 0,-1 0-1 0 0,1 0 0 0 0,0 0 1 0 0,0-1-1 0 0,0 1 0 0 0,0 0 0 0 0,0-1 1 0 0,0 1-1 0 0,0 0 0 0 0,0-1 1 0 0,1 1-1 0 0,-1-1 0 0 0,1 0 1 0 0,1 2-1 0 0,-1-2-26 0 0,-1-1 1 0 0,0 0-1 0 0,1 1 0 0 0,-1-1 1 0 0,0 1-1 0 0,1-1 0 0 0,-1 0 1 0 0,1 0-1 0 0,-1 0 0 0 0,0 0 1 0 0,1 0-1 0 0,-1 0 0 0 0,1 0 1 0 0,-1-1-1 0 0,0 1 0 0 0,2-1 1 0 0,21-8-530 0 0,-22 8 505 0 0,11-6-112 0 0,1 0 1 0 0,-1-1-1 0 0,0-1 0 0 0,-1 0 1 0 0,0-1-1 0 0,-1 0 0 0 0,0 0 1 0 0,0-1-1 0 0,-1-1 0 0 0,0 0 1 0 0,-1 0-1 0 0,-1-1 0 0 0,0 0 1 0 0,0 0-1 0 0,-2-1 0 0 0,10-27 1 0 0,-15 40 352 0 0,-2 4-124 0 0,1-1-1 0 0,-1 1 0 0 0,1 0 1 0 0,-1 0-1 0 0,0-1 0 0 0,-2 5 1 0 0,-2 4 95 0 0,1 4 37 0 0,0 0 0 0 0,0 0 0 0 0,1 1 0 0 0,1-1 1 0 0,1 1-1 0 0,0 26 0 0 0,2-35-191 0 0,-1-1 0 0 0,1 0 0 0 0,0 0 0 0 0,1 1 0 0 0,-1-1 0 0 0,1 0 0 0 0,1 0 0 0 0,-1 0 0 0 0,1-1 0 0 0,0 1 0 0 0,0-1 0 0 0,1 1 0 0 0,-1-1 0 0 0,1 0 0 0 0,0 0 0 0 0,1-1 0 0 0,-1 1 0 0 0,1-1 0 0 0,6 5 0 0 0,-7-7-72 0 0,0 0 0 0 0,0 0 0 0 0,1-1 0 0 0,-1 1 1 0 0,0-1-1 0 0,1 0 0 0 0,-1 0 0 0 0,1 0 0 0 0,-1-1 1 0 0,1 1-1 0 0,0-1 0 0 0,-1 0 0 0 0,1-1 0 0 0,-1 1 0 0 0,1-1 1 0 0,-1 0-1 0 0,5-1 0 0 0,0-1-64 0 0,0 1 1 0 0,0-2-1 0 0,0 1 0 0 0,-1-1 1 0 0,1-1-1 0 0,-1 1 0 0 0,10-9 1 0 0,-5 2 39 0 0,-2 0 0 0 0,1 0 0 0 0,-2-2 0 0 0,1 1 0 0 0,-2-1 0 0 0,0 0 0 0 0,0-1 1 0 0,8-19-1 0 0,-8 13 360 0 0,0-1 0 0 0,-2-1 0 0 0,0 1 0 0 0,-2-1 0 0 0,5-30 0 0 0,-7 12 2724 0 0,-1 52-2240 0 0,41 300 942 0 0,-28-236-1681 0 0,3-2 0 0 0,30 81 0 0 0,-14-54-73 0 0,-33-100 3 0 0,-2-5-268 0 0,1 1 297 0 0,-1-1-1 0 0,0 0 1 0 0,0 1 0 0 0,-1-1-1 0 0,-1-3 1 0 0,-3-12-33 0 0,-8-35 7 0 0,3-1 0 0 0,-7-91 0 0 0,14-32 17 0 0,6 140 51 0 0,1 1 0 0 0,15-64 0 0 0,-15 88 61 0 0,1 1 0 0 0,1 0 0 0 0,-1 0 0 0 0,2 0 0 0 0,0 1 1 0 0,10-16-1 0 0,-13 23-46 0 0,-1 0 0 0 0,1 1 1 0 0,0-1-1 0 0,0 1 0 0 0,0 0 1 0 0,1-1-1 0 0,-1 2 1 0 0,1-1-1 0 0,0 0 0 0 0,-1 1 1 0 0,1-1-1 0 0,0 1 1 0 0,1 0-1 0 0,-1 1 0 0 0,0-1 1 0 0,0 1-1 0 0,1 0 0 0 0,-1 0 1 0 0,1 0-1 0 0,-1 0 1 0 0,8 1-1 0 0,-9 0-10 0 0,-1 0 0 0 0,1 1 1 0 0,-1 0-1 0 0,1-1 0 0 0,-1 1 0 0 0,1 0 0 0 0,-1 0 1 0 0,0 0-1 0 0,0 1 0 0 0,1-1 0 0 0,-1 0 1 0 0,0 1-1 0 0,0-1 0 0 0,0 1 0 0 0,-1 0 0 0 0,1 0 1 0 0,0 0-1 0 0,-1 0 0 0 0,1 0 0 0 0,-1 0 0 0 0,1 0 1 0 0,-1 0-1 0 0,0 1 0 0 0,0-1 0 0 0,0 0 0 0 0,0 1 1 0 0,-1-1-1 0 0,1 4 0 0 0,1 3 7 0 0,0 0 0 0 0,-1 0 0 0 0,0 0 1 0 0,-1 0-1 0 0,0 0 0 0 0,-1 15 0 0 0,-3-3-138 0 0,-1 0 0 0 0,-1-1 0 0 0,0 1 1 0 0,-2-1-1 0 0,0-1 0 0 0,-1 1 0 0 0,-1-2 0 0 0,-1 1 0 0 0,-1-1 1 0 0,-21 25-1 0 0,32-41-866 0 0,12-7-7601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27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30 6911 0 0,'0'-16'715'0'0,"1"16"-458"0"0,-1-1 0 0 0,0 1 0 0 0,0-1 1 0 0,0 1-1 0 0,0-1 0 0 0,0 1 0 0 0,0-1 0 0 0,0 1 0 0 0,0-1 0 0 0,0 1 0 0 0,0-1 1 0 0,-1 1-1 0 0,1 0 0 0 0,0-1 0 0 0,0 1 0 0 0,0-1 0 0 0,-1 1 0 0 0,1-1 0 0 0,0 1 1 0 0,0 0-1 0 0,-1-1 0 0 0,1 1 0 0 0,0 0 0 0 0,-1-1 0 0 0,1 1 0 0 0,0 0 1 0 0,-1-1-1 0 0,1 1 0 0 0,0 0 0 0 0,-1 0 0 0 0,1-1 0 0 0,-1 1 0 0 0,1 0 0 0 0,-1 0 1 0 0,1 0-1 0 0,-1 0 0 0 0,1 0 0 0 0,0-1 0 0 0,-1 1 0 0 0,1 0 0 0 0,-1 0 0 0 0,1 0 1 0 0,-1 0-1 0 0,1 0 0 0 0,-1 1 0 0 0,0-1-316 0 0,0 0 452 0 0,-1 0 0 0 0,1 0 0 0 0,0 1 1 0 0,-1-1-1 0 0,1 1 0 0 0,0-1 0 0 0,0 1 0 0 0,-1 0 0 0 0,1-1 0 0 0,0 1 0 0 0,0 0 0 0 0,0 0 0 0 0,0 0 1 0 0,0 0-1 0 0,0 0 0 0 0,-1 1 0 0 0,-17 23 1522 0 0,11-13-784 0 0,-4 3-621 0 0,1 1 0 0 0,-17 32 0 0 0,24-39-375 0 0,0 1 0 0 0,0-1 0 0 0,1 1 0 0 0,0 0 1 0 0,1 0-1 0 0,0 0 0 0 0,-1 11 0 0 0,3-18-168 0 0,0-1 0 0 0,0 1 0 0 0,0-1 0 0 0,0 0 0 0 0,0 1 0 0 0,1-1 0 0 0,-1 1 0 0 0,1-1 0 0 0,0 0 0 0 0,0 1 0 0 0,-1-1 0 0 0,2 0 0 0 0,-1 1 0 0 0,0-1 0 0 0,0 0 0 0 0,1 0 0 0 0,-1 0 0 0 0,3 2 0 0 0,-1-2-86 0 0,0 1 0 0 0,0-1 1 0 0,0 0-1 0 0,0 0 0 0 0,1-1 0 0 0,-1 1 1 0 0,0 0-1 0 0,1-1 0 0 0,0 0 1 0 0,-1 0-1 0 0,5 0 0 0 0,3 1-193 0 0,0-1-1 0 0,1-1 1 0 0,-1 0-1 0 0,0 0 1 0 0,1-1-1 0 0,-1-1 1 0 0,12-2-1 0 0,-11 1-483 0 0,0 0-1 0 0,-1-1 1 0 0,13-6-1 0 0,-19 8 344 0 0,-1-1 0 0 0,1 1 0 0 0,-1-1 0 0 0,0 0-1 0 0,0 0 1 0 0,0-1 0 0 0,0 1 0 0 0,-1-1 0 0 0,0 0 0 0 0,4-5 0 0 0,-6 8 338 0 0,0 0 1 0 0,-1 0 0 0 0,1 0 0 0 0,0 0-1 0 0,-1-1 1 0 0,1 1 0 0 0,-1 0 0 0 0,0-1-1 0 0,1 1 1 0 0,-1 0 0 0 0,0-1 0 0 0,0 1-1 0 0,0 0 1 0 0,0-1 0 0 0,0 1 0 0 0,0 0-1 0 0,0-1 1 0 0,-1-1 0 0 0,-2-5-801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27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10135 0 0,'0'0'919'0'0,"1"2"-759"0"0,13 33 1942 0 0,-7-7 3115 0 0,4 36 0 0 0,0 0-1963 0 0,-6-38-2289 0 0,2 1-1 0 0,0-1 0 0 0,20 43 1 0 0,-26-65-916 0 0,1-1-1 0 0,1 0 1 0 0,-1 1 0 0 0,0-1 0 0 0,1 0 0 0 0,0 0 0 0 0,3 3-1 0 0,-4-5 35 0 0,0-1-65 0 0,0 0 0 0 0,0 1-1 0 0,0-1 1 0 0,0-1 0 0 0,0 1 0 0 0,0 0-1 0 0,0 0 1 0 0,1-1 0 0 0,-1 1 0 0 0,0-1 0 0 0,0 0-1 0 0,0 0 1 0 0,-1 0 0 0 0,1 0 0 0 0,0 0-1 0 0,0 0 1 0 0,0 0 0 0 0,-1 0 0 0 0,1-1 0 0 0,-1 1-1 0 0,1-1 1 0 0,-1 1 0 0 0,1-1 0 0 0,-1 0-1 0 0,0 1 1 0 0,2-4 0 0 0,10-20 47 0 0,-1 1-1 0 0,-1-2 1 0 0,8-29 0 0 0,15-36 60 0 0,-25 72-286 0 0,0 1-1 0 0,0 0 1 0 0,2 0-1 0 0,0 1 1 0 0,1 0-1 0 0,1 1 1 0 0,27-27-1 0 0,-11 18-506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2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186 163 12439 0 0,'3'-15'1328'0'0,"6"-21"2830"0"0,-6 28-3221 0 0,-1 0 1 0 0,0 0-1 0 0,0 0 1 0 0,-1 0-1 0 0,0 0 1 0 0,-1-10-1 0 0,0 5-103 0 0,-3-20 4075 0 0,1 34-4835 0 0,1 0 0 0 0,-1 0 0 0 0,1 0 0 0 0,-1 0 0 0 0,1 0 0 0 0,0 1 0 0 0,0-1 0 0 0,0 0 0 0 0,0 0 0 0 0,0 1 1 0 0,-1 1-1 0 0,-1 0 37 0 0,-36 51 222 0 0,1 2-1 0 0,-36 75 1 0 0,68-120-310 0 0,0 0 1 0 0,1 1-1 0 0,0 0 0 0 0,1 0 0 0 0,-4 18 0 0 0,8-27-68 0 0,-1 1-1 0 0,1-1 1 0 0,0 0-1 0 0,0 1 1 0 0,0-1-1 0 0,0 1 1 0 0,1-1-1 0 0,-1 0 1 0 0,1 1-1 0 0,0-1 1 0 0,1 4-1 0 0,-1-5-64 0 0,1 0-1 0 0,-1 0 0 0 0,0 0 1 0 0,1 0-1 0 0,-1 0 0 0 0,1 0 1 0 0,0-1-1 0 0,-1 1 1 0 0,1 0-1 0 0,0-1 0 0 0,0 1 1 0 0,0-1-1 0 0,0 0 0 0 0,1 0 1 0 0,-1 0-1 0 0,0 0 0 0 0,3 1 1 0 0,3 0-357 0 0,0 0 0 0 0,0-1 1 0 0,1-1-1 0 0,-1 1 0 0 0,0-1 1 0 0,0 0-1 0 0,0-1 0 0 0,1 0 0 0 0,8-2 1 0 0,-16 3 399 0 0,38-7-1966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28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20 13359 0 0,'-13'1'1256'0'0,"0"0"0"0"0,0 1 0 0 0,0 0-1 0 0,0 1 1 0 0,0 1 0 0 0,0 0 0 0 0,-20 10 0 0 0,11-3 1804 0 0,-26 17 1 0 0,7 1-2833 0 0,18-11 449 0 0,-30 31-1 0 0,44-40-578 0 0,1 1-1 0 0,0-1 0 0 0,1 1 1 0 0,0 0-1 0 0,1 1 0 0 0,-7 13 1 0 0,12-21-122 0 0,0-1 0 0 0,0 0 1 0 0,0 1-1 0 0,0-1 1 0 0,0 1-1 0 0,1-1 1 0 0,-1 1-1 0 0,1 0 0 0 0,0-1 1 0 0,0 1-1 0 0,0-1 1 0 0,0 1-1 0 0,0 0 0 0 0,1-1 1 0 0,-1 1-1 0 0,1-1 1 0 0,-1 1-1 0 0,1-1 0 0 0,0 1 1 0 0,0-1-1 0 0,0 0 1 0 0,0 1-1 0 0,1-1 0 0 0,-1 0 1 0 0,0 0-1 0 0,1 0 1 0 0,0 0-1 0 0,-1 0 0 0 0,1 0 1 0 0,0 0-1 0 0,0-1 1 0 0,0 1-1 0 0,0 0 0 0 0,1-1 1 0 0,-1 0-1 0 0,0 0 1 0 0,1 1-1 0 0,-1-2 0 0 0,0 1 1 0 0,1 0-1 0 0,-1 0 1 0 0,4 0-1 0 0,2 0-51 0 0,-1 0-1 0 0,1-1 1 0 0,0 0 0 0 0,-1 0 0 0 0,1 0-1 0 0,0-1 1 0 0,-1-1 0 0 0,1 1-1 0 0,-1-1 1 0 0,1 0 0 0 0,-1-1 0 0 0,0 0-1 0 0,0 0 1 0 0,0 0 0 0 0,0-1-1 0 0,12-9 1 0 0,2-3-213 0 0,-1-1 0 0 0,0-1 0 0 0,26-32 0 0 0,3-15 321 0 0,-12 14 33 0 0,-13 25 484 0 0,-23 25 274 0 0,6 11-177 0 0,2 6-428 0 0,0 1-1 0 0,-1 0 1 0 0,-1 0-1 0 0,-1 1 1 0 0,7 29 0 0 0,10 27 45 0 0,-19-62-217 0 0,-3-8-45 0 0,0-1 0 0 0,0 1 0 0 0,0-1 0 0 0,1 0 1 0 0,-1 1-1 0 0,1-1 0 0 0,4 6 0 0 0,-1-3-14 0 0,-5-6 9 0 0,1 0 0 0 0,-1 0 1 0 0,0 0-1 0 0,1 0 0 0 0,-1 0 0 0 0,0 0 0 0 0,1 0 1 0 0,-1 0-1 0 0,0 0 0 0 0,1 0 0 0 0,-1 0 1 0 0,0-1-1 0 0,1 1 0 0 0,-1 0 0 0 0,0 0 0 0 0,1 0 1 0 0,-1 0-1 0 0,0-1 0 0 0,1 1 0 0 0,-1 0 0 0 0,0 0 1 0 0,0 0-1 0 0,1-1 0 0 0,-1 1 0 0 0,0 0 1 0 0,0-1-1 0 0,1 1 0 0 0,6-8-32 0 0,2-8-10 0 0,-1 1 1 0 0,0-1-1 0 0,-1-1 1 0 0,0 1-1 0 0,-1-1 1 0 0,5-27-1 0 0,14-39-58 0 0,-20 69 61 0 0,2 0 1 0 0,-1 0-1 0 0,2 0 1 0 0,0 0-1 0 0,11-14 1 0 0,-18 27 33 0 0,0 0 0 0 0,-1 1 0 0 0,1-1 0 0 0,-1 0 0 0 0,1 1 0 0 0,0-1 0 0 0,0 0-1 0 0,-1 1 1 0 0,1-1 0 0 0,0 1 0 0 0,0-1 0 0 0,0 1 0 0 0,0-1 0 0 0,0 1 0 0 0,-1 0 0 0 0,1-1 0 0 0,0 1 0 0 0,0 0 0 0 0,0 0 0 0 0,0 0 0 0 0,0 0 0 0 0,0 0 0 0 0,0 0 0 0 0,0 0 0 0 0,0 0 0 0 0,0 0 0 0 0,0 0 0 0 0,0 0 0 0 0,0 1 0 0 0,0-1 0 0 0,0 0 0 0 0,0 1 0 0 0,-1-1 0 0 0,1 0 0 0 0,0 1 0 0 0,0-1 0 0 0,0 1 0 0 0,-1 0 0 0 0,1-1 0 0 0,0 1 0 0 0,0 0 0 0 0,-1-1 0 0 0,1 1 0 0 0,-1 0 0 0 0,2 1 0 0 0,2 3 14 0 0,-1 0-1 0 0,0 1 1 0 0,0-1 0 0 0,0 1 0 0 0,4 9 0 0 0,1 13 152 0 0,6 30-1 0 0,4 15 107 0 0,-15-65-283 0 0,0 1 0 0 0,0-1-1 0 0,0 0 1 0 0,1 0 0 0 0,1 0 0 0 0,-1-1 0 0 0,1 1-1 0 0,0-1 1 0 0,7 7 0 0 0,-4-7 3 0 0,-7-7 16 0 0,-1 1 0 0 0,1-1 0 0 0,-1 0 0 0 0,1 1 0 0 0,-1-1 0 0 0,1 0 0 0 0,-1 1 0 0 0,1-1 0 0 0,-1 0 0 0 0,1 0 0 0 0,-1 1 0 0 0,1-1 0 0 0,0 0 0 0 0,-1 0 0 0 0,1 0 0 0 0,-1 0 0 0 0,1 0 0 0 0,-1 0 0 0 0,1 0 0 0 0,0 0 0 0 0,-1 0 0 0 0,1 0 0 0 0,-1 0 0 0 0,1 0 0 0 0,0 0 0 0 0,-1 0 0 0 0,1 0 0 0 0,-1-1 0 0 0,1 1 0 0 0,-1 0 0 0 0,2-1 0 0 0,-1 0 0 0 0,3 0-16 0 0,0-1 0 0 0,0 0 0 0 0,0-1-1 0 0,0 1 1 0 0,0-1 0 0 0,0 1 0 0 0,0-1 0 0 0,-1 0 0 0 0,0-1 0 0 0,1 1-1 0 0,-1-1 1 0 0,0 1 0 0 0,4-8 0 0 0,3-6 14 0 0,-1 0 0 0 0,7-20 0 0 0,-6 14 171 0 0,4-6-168 0 0,0 1-1 0 0,32-44 1 0 0,-45 71-73 0 0,1 3-155 0 0,-1-1 226 0 0,1 1 1 0 0,0-1 0 0 0,-1 1-1 0 0,1 0 1 0 0,-1-1-1 0 0,0 1 1 0 0,1 0 0 0 0,-1 0-1 0 0,1 4 1 0 0,5 10 125 0 0,-2 1 1 0 0,8 31-1 0 0,-10-34-117 0 0,0 0-1 0 0,1-1 1 0 0,0 1-1 0 0,1-1 1 0 0,9 15-1 0 0,-13-25-103 0 0,1-1 0 0 0,0 0 0 0 0,0 1 0 0 0,0-1-1 0 0,0 0 1 0 0,0 0 0 0 0,0-1 0 0 0,1 1 0 0 0,-1 0 0 0 0,1-1-1 0 0,-1 1 1 0 0,1-1 0 0 0,-1 0 0 0 0,1 0 0 0 0,0 0 0 0 0,0 0-1 0 0,-1 0 1 0 0,1-1 0 0 0,5 1 0 0 0,-3 0-301 0 0,0-1 1 0 0,-1 0-1 0 0,1-1 1 0 0,-1 1-1 0 0,1-1 1 0 0,0 0 0 0 0,-1 0-1 0 0,1 0 1 0 0,-1 0-1 0 0,0-1 1 0 0,7-3-1 0 0,-4 1-585 0 0,-1 1 0 0 0,0-1 0 0 0,0-1 0 0 0,0 1 0 0 0,-1-1 0 0 0,8-8 0 0 0,-2-1-5720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28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6911 0 0,'0'2'315'0'0,"-3"52"215"0"0,-6 31 12381 0 0,2-30-6451 0 0,4-28-5687 0 0,-3 18-34 0 0,2 0 1 0 0,4 72 0 0 0,1-101-913 0 0,11 83-467 0 0,0-51-1985 0 0,-8-37 556 0 0,0-1 0 0 0,8 15 0 0 0,-6-15-5606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29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62 152 18743 0 0,'-1'-2'402'0'0,"0"0"0"0"0,1 0 0 0 0,-1 0 0 0 0,1 0 0 0 0,-1 0 1 0 0,1 0-1 0 0,5-8 8680 0 0,-5 10-8963 0 0,8 12 1288 0 0,5 16-1750 0 0,-1 28 560 0 0,-8-35-121 0 0,8 24-1 0 0,15 38-31 0 0,-21-71-64 0 0,-1-5-27 0 0,-4-6-102 0 0,-14-11-699 0 0,-2-7 668 0 0,0-1-1 0 0,2-1 0 0 0,-14-23 1 0 0,-2-2 162 0 0,23 35-1 0 0,1 1 0 0 0,0-1 0 0 0,0 0 0 0 0,1 0 0 0 0,-6-16 0 0 0,9 21-5 0 0,0 0-1 0 0,0 0 1 0 0,1 0 0 0 0,0 0 0 0 0,-1 0 0 0 0,1 0 0 0 0,0-1 0 0 0,1 1 0 0 0,-1 0 0 0 0,1 0 0 0 0,0 0 0 0 0,0 0-1 0 0,0 1 1 0 0,0-1 0 0 0,1 0 0 0 0,3-6 0 0 0,-2 5 11 0 0,1 0 0 0 0,0 0 1 0 0,0 1-1 0 0,0-1 0 0 0,0 1 0 0 0,1 0 1 0 0,-1 0-1 0 0,1 1 0 0 0,0-1 0 0 0,8-3 0 0 0,5-2 157 0 0,33-11-1 0 0,-42 17-105 0 0,4-1-35 0 0,0 1 1 0 0,0 0-1 0 0,25-1 1 0 0,-6 1 49 0 0,-24 3-56 0 0,0-1 1 0 0,0 1-1 0 0,1 0 1 0 0,-1 1-1 0 0,0 0 1 0 0,0 1-1 0 0,0-1 0 0 0,0 1 1 0 0,0 1-1 0 0,9 4 1 0 0,-14-6-22 0 0,-1 0 1 0 0,1 0 0 0 0,-1 1-1 0 0,0 0 1 0 0,1-1-1 0 0,-1 1 1 0 0,0 0-1 0 0,0 0 1 0 0,0 0 0 0 0,0 0-1 0 0,-1 0 1 0 0,1 1-1 0 0,0-1 1 0 0,0 3-1 0 0,-1-2 2 0 0,0-1 1 0 0,0 0-1 0 0,-1 1 0 0 0,0-1 0 0 0,1 1 0 0 0,-1-1 0 0 0,0 1 0 0 0,0-1 1 0 0,0 1-1 0 0,-1-1 0 0 0,1 1 0 0 0,0-1 0 0 0,-1 1 0 0 0,0-1 0 0 0,1 0 1 0 0,-1 1-1 0 0,0-1 0 0 0,-2 4 0 0 0,-1 1-9 0 0,-1 1 1 0 0,0 0-1 0 0,0-1 1 0 0,0 0-1 0 0,-1-1 1 0 0,0 1-1 0 0,0-1 0 0 0,-1 0 1 0 0,-8 6-1 0 0,2-4-204 0 0,0 1-1 0 0,-1-2 0 0 0,0 0 1 0 0,-19 6-1 0 0,-30 11-2831 0 0,39-17 1598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2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89 2303 0 0,'-19'2'20494'0'0,"19"-1"-20057"0"0,-1 12 5197 0 0,2-2-4666 0 0,-1-8-1898 0 0,2 9 1258 0 0,0 0 0 0 0,1 0 0 0 0,0-1 0 0 0,1 1 0 0 0,9 18 0 0 0,0 2-107 0 0,11 22-6 0 0,-16-37-148 0 0,0 0 1 0 0,-1 1-1 0 0,6 26 0 0 0,-13-43 94 0 0,-8 4 66 0 0,6-5-204 0 0,0-1 0 0 0,0 1 1 0 0,0 0-1 0 0,0-1 0 0 0,0 0 0 0 0,1 1 0 0 0,-1-1 1 0 0,0 0-1 0 0,0 0 0 0 0,0 0 0 0 0,1 0 0 0 0,-1 0 1 0 0,0 0-1 0 0,1-1 0 0 0,-1 1 0 0 0,1 0 0 0 0,0-1 1 0 0,-1 1-1 0 0,1-1 0 0 0,0 0 0 0 0,0 1 0 0 0,0-1 1 0 0,0 0-1 0 0,0 0 0 0 0,0 1 0 0 0,0-5 0 0 0,-1 1-14 0 0,0-1 0 0 0,1 1-1 0 0,0-1 1 0 0,0 0-1 0 0,0 1 1 0 0,1-1 0 0 0,0 0-1 0 0,1-9 1 0 0,2-2-43 0 0,1-1-1 0 0,0 1 1 0 0,1 0 0 0 0,2 0 0 0 0,-1 0-1 0 0,2 1 1 0 0,0 0 0 0 0,1 1 0 0 0,1-1-1 0 0,0 2 1 0 0,23-26 0 0 0,-20 26-1044 0 0,1 1 0 0 0,1 0 0 0 0,23-16 0 0 0,-18 17-9063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0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0 328 15663 0 0,'0'0'1207'0'0,"2"-1"-510"0"0,9-2 718 0 0,0-1 0 0 0,0-1 0 0 0,-1 0 0 0 0,0 0 0 0 0,19-13 0 0 0,-16 8-668 0 0,0-1 1 0 0,-1 0 0 0 0,18-21-1 0 0,-13 9-583 0 0,0-1 0 0 0,-1 0-1 0 0,-2-1 1 0 0,18-40 0 0 0,-30 60-146 0 0,9-24 17 0 0,-10 28-35 0 0,-1 0 0 0 0,0 0 0 0 0,0 0 0 0 0,1 0 0 0 0,-1-1 0 0 0,0 1 0 0 0,0 0 0 0 0,0 0 0 0 0,0 0 0 0 0,0 0 0 0 0,0-1 0 0 0,0 1 0 0 0,-1 0 0 0 0,1 0 0 0 0,0 0 0 0 0,-1 0 0 0 0,1 0 0 0 0,0 0 0 0 0,-1 0 0 0 0,-1-2 0 0 0,2 2 6 0 0,-1 1 1 0 0,1 0-1 0 0,-1 0 0 0 0,1 0 1 0 0,-1-1-1 0 0,1 1 0 0 0,-1 0 1 0 0,1 0-1 0 0,-1 0 0 0 0,1 0 1 0 0,-1 0-1 0 0,1 0 0 0 0,-1 0 1 0 0,1 0-1 0 0,-1 0 0 0 0,1 0 1 0 0,-1 0-1 0 0,1 0 0 0 0,-1 0 0 0 0,1 0 1 0 0,-1 0-1 0 0,1 1 0 0 0,-1-1 1 0 0,1 0-1 0 0,-1 0 0 0 0,1 1 1 0 0,-1-1-1 0 0,1 0 0 0 0,0 1 1 0 0,-2 0-1 0 0,-12 12 233 0 0,13-12-226 0 0,-9 11 147 0 0,0 0 0 0 0,1 1-1 0 0,0 0 1 0 0,1 0 0 0 0,0 1 0 0 0,-6 17-1 0 0,10-22-108 0 0,0 1-1 0 0,1 0 0 0 0,1 0 1 0 0,-1 0-1 0 0,1 0 0 0 0,1 0 1 0 0,0 1-1 0 0,1-1 0 0 0,0 0 1 0 0,1 15-1 0 0,0-20-82 0 0,0-1 0 0 0,0 0 0 0 0,0 0 1 0 0,0 0-1 0 0,1 0 0 0 0,0 0 0 0 0,0-1 0 0 0,0 1 0 0 0,0 0 0 0 0,0-1 1 0 0,1 1-1 0 0,-1-1 0 0 0,1 0 0 0 0,0 0 0 0 0,6 5 0 0 0,-5-5-213 0 0,1 0 0 0 0,-1-1 0 0 0,0 0-1 0 0,1 0 1 0 0,-1 0 0 0 0,1 0 0 0 0,0-1 0 0 0,0 0-1 0 0,-1 0 1 0 0,1 0 0 0 0,0-1 0 0 0,0 1 0 0 0,7-2-1 0 0,15-1-1227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0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59 12439 0 0,'-2'-3'274'0'0,"0"0"0"0"0,0 0-1 0 0,-1 0 1 0 0,1 1-1 0 0,-1-1 1 0 0,1 1 0 0 0,-1-1-1 0 0,0 1 1 0 0,0 0 0 0 0,0 0-1 0 0,-1 0 1 0 0,1 0-1 0 0,0 1 1 0 0,-8-3 0 0 0,10 4 49 0 0,-33-13 9362 0 0,-1 6-6181 0 0,29 6-3333 0 0,0 0 0 0 0,0 1 0 0 0,0 0 0 0 0,-1 0 0 0 0,1 1 0 0 0,0 0 1 0 0,0 0-1 0 0,0 0 0 0 0,-9 4 0 0 0,0 1 109 0 0,-24 10 46 0 0,36-14-322 0 0,1-1 1 0 0,-1 1 0 0 0,1-1-1 0 0,0 1 1 0 0,0 0 0 0 0,0 0-1 0 0,0 0 1 0 0,0 0 0 0 0,0 1 0 0 0,0-1-1 0 0,1 0 1 0 0,-3 4 0 0 0,1 3 37 0 0,4 1-31 0 0,0-6-16 0 0,0 0-1 0 0,1 1 1 0 0,-1-1 0 0 0,1 0-1 0 0,0 0 1 0 0,1 0 0 0 0,-1-1-1 0 0,1 1 1 0 0,-1 0 0 0 0,1-1-1 0 0,0 0 1 0 0,0 0 0 0 0,1 0-1 0 0,-1 0 1 0 0,1 0 0 0 0,5 3-1 0 0,6 2-4 0 0,0 0 0 0 0,0-2 0 0 0,20 7-1 0 0,4 1 7 0 0,-26-8 4 0 0,63 29 0 0 0,-67-30 0 0 0,-1 0 0 0 0,0 0 0 0 0,0 1 0 0 0,-1 0 0 0 0,1 0 0 0 0,9 12 0 0 0,-16-16 0 0 0,0 0 0 0 0,0-1 0 0 0,0 1 0 0 0,0 0 0 0 0,0 0 0 0 0,0 0 0 0 0,0 0 0 0 0,-1 0 0 0 0,1 0 0 0 0,-1 0 0 0 0,0 0 0 0 0,0 0 0 0 0,0 0 0 0 0,0 1 0 0 0,0-1 0 0 0,0 0 0 0 0,0 0 0 0 0,0 0 0 0 0,-1 0 0 0 0,1 0 0 0 0,-1 0 0 0 0,0 0 0 0 0,0 0 0 0 0,1 0 0 0 0,-1 0 0 0 0,0-1 0 0 0,-1 1 0 0 0,1 0 0 0 0,0 0 0 0 0,-2 1 0 0 0,0 1 0 0 0,0 0 0 0 0,-1 0 0 0 0,1-1 0 0 0,-1 1 0 0 0,0-1 0 0 0,0 0 0 0 0,-1 0 0 0 0,1 0 0 0 0,-1-1 0 0 0,1 1 0 0 0,-7 2 0 0 0,0-2 6 0 0,0 0 0 0 0,0-1 0 0 0,-23 2 0 0 0,30-3-406 0 0,-1-1-1 0 0,0 0 0 0 0,0-1 0 0 0,0 1 1 0 0,0-1-1 0 0,0 0 0 0 0,0 0 1 0 0,1-1-1 0 0,-1 1 0 0 0,1-1 1 0 0,-7-3-1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60 2303 0 0,'3'-6'103'0'0,"-2"5"-96"0"0,0 0 1 0 0,0-1-1 0 0,0 1 1 0 0,0-1-1 0 0,0 1 1 0 0,0 0-1 0 0,0 0 1 0 0,0 0-1 0 0,1-1 1 0 0,-1 1-1 0 0,23-20 19965 0 0,-22 14-16236 0 0,-2 6-3617 0 0,-1 1-1 0 0,1-1 1 0 0,0 1-1 0 0,0-1 0 0 0,-1 1 1 0 0,1-1-1 0 0,0 1 0 0 0,-1-1 1 0 0,1 1-1 0 0,0-1 0 0 0,-1 1 1 0 0,1 0-1 0 0,-1-1 0 0 0,1 1 1 0 0,0 0-1 0 0,-1-1 0 0 0,1 1 1 0 0,-1 0-1 0 0,1 0 1 0 0,-1 0-1 0 0,1-1 0 0 0,-1 1 1 0 0,1 0-1 0 0,-2 0 0 0 0,-12-3 725 0 0,5 5-726 0 0,0-1 0 0 0,0 1 0 0 0,0 0 0 0 0,1 1 0 0 0,-1 0 0 0 0,1 0 0 0 0,-1 1 0 0 0,1 0 0 0 0,0 1 1 0 0,0 0-1 0 0,1 0 0 0 0,0 1 0 0 0,-1-1 0 0 0,2 1 0 0 0,-10 11 0 0 0,15-16-119 0 0,-1 1 0 0 0,1-1 1 0 0,0 0-1 0 0,0 0 0 0 0,0 1 0 0 0,1-1 1 0 0,-1 1-1 0 0,0-1 0 0 0,0 1 0 0 0,1-1 1 0 0,-1 1-1 0 0,1-1 0 0 0,0 1 0 0 0,-1 0 1 0 0,1-1-1 0 0,0 1 0 0 0,0-1 0 0 0,0 1 0 0 0,0 2 1 0 0,1-1-5 0 0,-1-1-1 0 0,1 0 1 0 0,0 0 0 0 0,0 0 0 0 0,0 0 0 0 0,0 0 0 0 0,0-1 0 0 0,0 1-1 0 0,1 0 1 0 0,-1 0 0 0 0,1-1 0 0 0,2 4 0 0 0,5 1-21 0 0,-1 0 0 0 0,1 0 0 0 0,0-1 0 0 0,17 7 0 0 0,-25-11 26 0 0,24 9-63 0 0,-1 0 0 0 0,29 6 0 0 0,-34-11 62 0 0,-1 1-1 0 0,0 0 0 0 0,0 2 1 0 0,26 14-1 0 0,-43-22 8 0 0,1 1 0 0 0,-1 0 0 0 0,0 0 0 0 0,1 0 0 0 0,-1 0 0 0 0,0 0 0 0 0,0 0 0 0 0,1 0 1 0 0,-1 0-1 0 0,0 1 0 0 0,0-1 0 0 0,0 0 0 0 0,0 1 0 0 0,-1-1 0 0 0,1 1 0 0 0,0-1 0 0 0,-1 1 0 0 0,1-1 0 0 0,-1 1 0 0 0,1 0 0 0 0,-1-1 0 0 0,0 1 0 0 0,1-1 0 0 0,-1 1 0 0 0,0 0 0 0 0,0-1 0 0 0,-1 3 1 0 0,1-1 20 0 0,-1-1 1 0 0,0 1-1 0 0,0-1 1 0 0,0 1-1 0 0,-1-1 1 0 0,1 1 0 0 0,-1-1-1 0 0,1 0 1 0 0,-1 0-1 0 0,0 0 1 0 0,0 0-1 0 0,0 0 1 0 0,0 0 0 0 0,0 0-1 0 0,-4 2 1 0 0,-7 4-168 0 0,0-1 0 0 0,-1 0 0 0 0,0 0 0 0 0,-1-2 0 0 0,1 0 0 0 0,-1-1 0 0 0,0 0 1 0 0,0-1-1 0 0,0-1 0 0 0,-1 0 0 0 0,-28-1 0 0 0,41-1-428 0 0,0 0-1 0 0,0-1 1 0 0,0 0-1 0 0,0 1 1 0 0,0-1-1 0 0,0 0 1 0 0,1 0-1 0 0,-6-3 1 0 0</inkml:trace>
  <inkml:trace contextRef="#ctx0" brushRef="#br0" timeOffset="1">408 18 4607 0 0,'0'0'208'0'0,"1"2"-9"0"0,18 22-665 0 0,-5-5 13115 0 0,19 36 0 0 0,-24-38-10212 0 0,-1 0-3648 0 0,-1 0 1589 0 0,1 0-1 0 0,0-1 0 0 0,13 18 0 0 0,-17-28-547 0 0,1-1 0 0 0,0 1 1 0 0,0-1-1 0 0,7 6 0 0 0,-8-8-457 0 0,1 0 0 0 0,-1 0 0 0 0,0 0 0 0 0,1-1 0 0 0,0 0 0 0 0,-1 0 0 0 0,6 1 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6447 0 0,'0'0'499'0'0,"1"-8"-310"0"0,0 7 229 0 0,0-1 0 0 0,0 0 0 0 0,-1 1-1 0 0,1-1 1 0 0,0 1 0 0 0,0 0-1 0 0,0-1 1 0 0,1 1 0 0 0,-1 0 0 0 0,0-1-1 0 0,0 1 1 0 0,1 0 0 0 0,-1 0-1 0 0,1 0 1 0 0,-1 0 0 0 0,1 0 0 0 0,-1 1-1 0 0,1-1 1 0 0,-1 0 0 0 0,1 1 0 0 0,0-1-1 0 0,-1 1 1 0 0,1 0 0 0 0,0-1-1 0 0,0 1 1 0 0,-1 0 0 0 0,1 0 0 0 0,3 0-1 0 0,5 1 285 0 0,1 0 0 0 0,-1 0 0 0 0,16 4 0 0 0,-18-3-1047 0 0,56 10 31 0 0,24 5-974 0 0,-63-11 747 0 0,37 10-321 0 0,-56-14 966 0 0,1 1 1 0 0,0 0-1 0 0,-1 0 1 0 0,0 0-1 0 0,0 1 0 0 0,9 6 1 0 0,-13-8 196 0 0,0 0 1 0 0,0 0-1 0 0,0 0 0 0 0,0 0 0 0 0,-1 1 1 0 0,1-1-1 0 0,-1 0 0 0 0,1 1 1 0 0,-1-1-1 0 0,0 1 0 0 0,0 0 1 0 0,0-1-1 0 0,0 1 0 0 0,0 3 1 0 0,0-1 158 0 0,-1-1 0 0 0,1 1 0 0 0,-1 0 1 0 0,-1 0-1 0 0,1 0 0 0 0,-1-1 0 0 0,-1 9 1 0 0,-3 1 254 0 0,0 1 0 0 0,-1-1 1 0 0,0 0-1 0 0,-9 14 0 0 0,-6 7-207 0 0,11-20-353 0 0,1 0 1 0 0,1 1-1 0 0,-9 23 1 0 0,17-38-162 0 0,0-1-1 0 0,-1 1 1 0 0,1 0 0 0 0,0 0 0 0 0,0 0 0 0 0,-1-1 0 0 0,1 1 0 0 0,0 0 0 0 0,0 0-1 0 0,0 0 1 0 0,0 0 0 0 0,0 0 0 0 0,1-1 0 0 0,-1 1 0 0 0,0 0 0 0 0,0 0 0 0 0,0 0-1 0 0,1 0 1 0 0,-1-1 0 0 0,0 1 0 0 0,1 0 0 0 0,-1 0 0 0 0,1-1 0 0 0,-1 1 0 0 0,1 0-1 0 0,-1-1 1 0 0,1 1 0 0 0,-1 0 0 0 0,1-1 0 0 0,0 1 0 0 0,-1-1 0 0 0,1 1 0 0 0,0-1 0 0 0,0 1-1 0 0,-1-1 1 0 0,1 0 0 0 0,0 1 0 0 0,0-1 0 0 0,0 0 0 0 0,-1 0 0 0 0,1 1 0 0 0,0-1-1 0 0,0 0 1 0 0,0 0 0 0 0,0 0 0 0 0,0 0 0 0 0,-1 0 0 0 0,2 0 0 0 0,3-1-33 0 0,-1 1 0 0 0,0-1 0 0 0,1 0 0 0 0,-1 0 0 0 0,0-1 0 0 0,0 1 0 0 0,0-1 0 0 0,0 0 0 0 0,0 0 0 0 0,0 0 0 0 0,-1 0 0 0 0,1-1 0 0 0,-1 1 0 0 0,1-1 0 0 0,3-5 0 0 0,6-5-55 0 0,0-2 0 0 0,12-18-1 0 0,-17 21 78 0 0,26-38-54 0 0,-22 31 51 0 0,0 1 0 0 0,29-32 0 0 0,-40 49 20 0 0,0 0 0 0 0,0 0 0 0 0,1 0 0 0 0,-1 0 0 0 0,0 0 0 0 0,1 0 0 0 0,-1 0 0 0 0,0 0 0 0 0,1 0 0 0 0,-1 1 0 0 0,1-1 0 0 0,-1 1 0 0 0,3-1 0 0 0,6 1 15 0 0,-6 1 18 0 0,-1 1-1 0 0,0-1 1 0 0,1 1 0 0 0,-1 0 0 0 0,0 0 0 0 0,0 0 0 0 0,0 0 0 0 0,-1 0-1 0 0,1 1 1 0 0,0-1 0 0 0,2 5 0 0 0,3 3 130 0 0,12 22 0 0 0,-4-5 6 0 0,4 2-56 0 0,1-1 0 0 0,27 28 0 0 0,-46-55-59 0 0,0 0-51 0 0,1 0 0 0 0,-1-1 0 0 0,1 1 0 0 0,-1-1-1 0 0,1 0 1 0 0,0 0 0 0 0,-1 0 0 0 0,1 0 0 0 0,0 0 0 0 0,-1-1-1 0 0,1 1 1 0 0,-1-1 0 0 0,1 1 0 0 0,-1-1 0 0 0,1 0 0 0 0,-1 0-1 0 0,0 0 1 0 0,1-1 0 0 0,-1 1 0 0 0,0 0 0 0 0,0-1 0 0 0,0 1-1 0 0,0-1 1 0 0,3-2 0 0 0,8-17-43 0 0,0-1 1 0 0,18-39-1 0 0,9-19-186 0 0,-34 71 201 0 0,0 0 0 0 0,0 0 0 0 0,1 1 0 0 0,0 0 0 0 0,1 0 0 0 0,9-7 0 0 0,-15 13 37 0 0,0 0 0 0 0,0 1 1 0 0,0-1-1 0 0,0 1 0 0 0,0-1 0 0 0,0 1 1 0 0,1 0-1 0 0,-1 0 0 0 0,0 0 0 0 0,1 0 1 0 0,-1 1-1 0 0,1-1 0 0 0,-1 1 0 0 0,1-1 1 0 0,-1 1-1 0 0,1 0 0 0 0,-1 0 0 0 0,1 0 1 0 0,-1 0-1 0 0,1 0 0 0 0,-1 1 0 0 0,1-1 1 0 0,-1 1-1 0 0,1 0 0 0 0,-1-1 0 0 0,0 1 0 0 0,1 0 1 0 0,-1 0-1 0 0,0 1 0 0 0,0-1 0 0 0,0 0 1 0 0,0 1-1 0 0,0 0 0 0 0,0-1 0 0 0,0 1 1 0 0,0 0-1 0 0,0 0 0 0 0,1 3 0 0 0,6 6 93 0 0,-1 0 0 0 0,6 12 0 0 0,7 10 26 0 0,3 3-126 0 0,-15-22-11 0 0,0 0 1 0 0,1 0 0 0 0,21 21 0 0 0,-23-28-164 0 0,1 0 0 0 0,0 0 0 0 0,0 0 0 0 0,1-1 0 0 0,-1-1-1 0 0,2 1 1 0 0,10 3 0 0 0,-13-6-2249 0 0,0-1 1 0 0,0 0-1 0 0,10 1 0 0 0,1-1-6937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2303 0 0,'-5'8'27560'0'0,"0"0"-27256"0"0,2-1-840 0 0,1 3-832 0 0</inkml:trace>
  <inkml:trace contextRef="#ctx0" brushRef="#br0" timeOffset="1">119 316 6447 0 0,'0'0'298'0'0,"-1"2"-10"0"0,-1 0-240 0 0,0 1-14 0 0,-1 13-6 0 0,1 4 1928 0 0,2 24 17870 0 0,0-22-16200 0 0,1-21-3526 0 0,2 5-77 0 0,-2-5 26 0 0,0-1-12 0 0,6 1-153 0 0,-6 0-518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4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341 111 6447 0 0,'-14'-24'406'0'0,"-5"-7"2697"0"0,0 3 5160 0 0,17 25-7814 0 0,1 1 0 0 0,-1 0 1 0 0,0 0-1 0 0,0 0 0 0 0,-1 0 0 0 0,1 0 0 0 0,0 0 0 0 0,-1 1 0 0 0,1-1 0 0 0,-1 1 1 0 0,1-1-1 0 0,-1 1 0 0 0,0 0 0 0 0,-4-1 0 0 0,4 2-228 0 0,0-1-1 0 0,1 1 1 0 0,-1 0-1 0 0,0 0 1 0 0,0 0-1 0 0,0 1 1 0 0,0-1-1 0 0,1 1 1 0 0,-1-1 0 0 0,0 1-1 0 0,0 0 1 0 0,-3 2-1 0 0,-2 2-40 0 0,0-1 0 0 0,1 2 0 0 0,0-1 0 0 0,0 1-1 0 0,1 0 1 0 0,0 0 0 0 0,0 0 0 0 0,-8 12 0 0 0,-4 6-125 0 0,2 1 0 0 0,0 1 0 0 0,2 0 0 0 0,1 1 1 0 0,1 1-1 0 0,1 0 0 0 0,2 1 0 0 0,0-1 0 0 0,2 2 1 0 0,2-1-1 0 0,0 1 0 0 0,0 48 0 0 0,5-71-245 0 0,0 0 0 0 0,1-1 1 0 0,0 1-1 0 0,0 0 0 0 0,0-1 0 0 0,1 1 1 0 0,0-1-1 0 0,0 1 0 0 0,1-1 0 0 0,0 0 0 0 0,0 0 1 0 0,0 0-1 0 0,4 5 0 0 0,-3-7-7 0 0,0 0-1 0 0,-1 0 1 0 0,1 0 0 0 0,0 0-1 0 0,1-1 1 0 0,-1 0 0 0 0,1 0-1 0 0,-1 0 1 0 0,1 0 0 0 0,0-1-1 0 0,0 0 1 0 0,0 0 0 0 0,0 0-1 0 0,1-1 1 0 0,-1 1-1 0 0,8 0 1 0 0,2-2-594 0 0,-1 1 0 0 0,1-2 0 0 0,0 0 0 0 0,-1-1 0 0 0,1 0 0 0 0,-1-1-1 0 0,0-1 1 0 0,27-11 0 0 0,1-3-1453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139 117 4143 0 0,'1'-12'811'0'0,"0"1"-1"0"0,-1-20 1 0 0,-5-5 12635 0 0,4 36-13152 0 0,0 0 1 0 0,0 0 0 0 0,0 0 0 0 0,0 0 0 0 0,0 0 0 0 0,0 0-1 0 0,0 0 1 0 0,0 0 0 0 0,0 0 0 0 0,0 0 0 0 0,0 1 0 0 0,0-1-1 0 0,0 0 1 0 0,-2 2 0 0 0,-1 0 9 0 0,0 1-1 0 0,1 0 1 0 0,-1 0 0 0 0,1 0-1 0 0,-1 0 1 0 0,1 1-1 0 0,0 0 1 0 0,0-1 0 0 0,-3 7-1 0 0,-19 39 784 0 0,21-41-986 0 0,-7 16 108 0 0,1 1-1 0 0,1 0 1 0 0,1 1-1 0 0,-5 35 1 0 0,12-55-220 0 0,0-1 1 0 0,1 1 0 0 0,0 0-1 0 0,1 0 1 0 0,-1 0-1 0 0,1-1 1 0 0,0 1 0 0 0,0 0-1 0 0,1-1 1 0 0,-1 1 0 0 0,1-1-1 0 0,1 0 1 0 0,5 10-1 0 0,-7-13-46 0 0,1-1-1 0 0,-1 0 0 0 0,1 0 1 0 0,0 0-1 0 0,0-1 0 0 0,-1 1 0 0 0,1 0 1 0 0,0 0-1 0 0,0-1 0 0 0,0 0 1 0 0,0 1-1 0 0,0-1 0 0 0,0 0 1 0 0,0 0-1 0 0,0 0 0 0 0,-1 0 0 0 0,4 0 1 0 0,1-1-123 0 0,-1 0 1 0 0,1 0-1 0 0,0 0 1 0 0,0-1-1 0 0,-1 0 1 0 0,1 0-1 0 0,-1 0 1 0 0,0-1-1 0 0,1 0 1 0 0,-1 0-1 0 0,-1 0 1 0 0,1-1-1 0 0,0 0 1 0 0,-1 1-1 0 0,7-9 1 0 0,2-4-72 0 0,0 0 0 0 0,-1-2 1 0 0,10-19-1 0 0,-10 17 223 0 0,16-31-47 0 0,-17 29 242 0 0,1 1 0 0 0,1 1 0 0 0,26-32 0 0 0,-38 51-115 0 0,-1 0-1 0 0,1 0 1 0 0,-1 1-1 0 0,1-1 0 0 0,0 0 1 0 0,-1 1-1 0 0,1-1 1 0 0,0 1-1 0 0,-1-1 0 0 0,1 1 1 0 0,0-1-1 0 0,0 1 1 0 0,0-1-1 0 0,-1 1 0 0 0,1 0 1 0 0,0-1-1 0 0,0 1 0 0 0,0 0 1 0 0,0 0-1 0 0,0 0 1 0 0,-1 0-1 0 0,1-1 0 0 0,0 1 1 0 0,0 0-1 0 0,0 1 1 0 0,0-1-1 0 0,0 0 0 0 0,0 0 1 0 0,0 0-1 0 0,-1 0 1 0 0,2 1-1 0 0,0 1 50 0 0,0-1 0 0 0,-1 0 0 0 0,1 1 0 0 0,-1 0 0 0 0,1-1 0 0 0,-1 1 1 0 0,0 0-1 0 0,0 0 0 0 0,0-1 0 0 0,0 1 0 0 0,0 0 0 0 0,1 4 0 0 0,4 16 278 0 0,0-1 0 0 0,-2 1-1 0 0,0 1 1 0 0,0 22 0 0 0,-2-17-64 0 0,11 51 0 0 0,0-37-212 0 0,-11-39-61 0 0,-1-2-50 0 0,0-1 0 0 0,0 1-1 0 0,1 0 1 0 0,-1 0-1 0 0,0-1 1 0 0,1 1-1 0 0,-1-1 1 0 0,0 1 0 0 0,1-1-1 0 0,-1 0 1 0 0,1 1-1 0 0,-1-1 1 0 0,1 0-1 0 0,-1 0 1 0 0,1 0-1 0 0,-1 0 1 0 0,1 0 0 0 0,-1 0-1 0 0,0-1 1 0 0,1 1-1 0 0,-1 0 1 0 0,1-1-1 0 0,-1 1 1 0 0,0-1 0 0 0,1 0-1 0 0,-1 1 1 0 0,0-1-1 0 0,1 0 1 0 0,-1 0-1 0 0,0 0 1 0 0,0 0 0 0 0,2-2-1 0 0,-1 2-17 0 0,3-4-23 0 0,0 1 0 0 0,-1 0 0 0 0,0-1-1 0 0,0 0 1 0 0,0 1 0 0 0,6-12-1 0 0,16-37-83 0 0,-15 29 105 0 0,14-30-43 0 0,-7 15 24 0 0,1 1 1 0 0,38-56-1 0 0,-49 84 36 0 0,-1 6-6 0 0,-4 5 0 0 0,-2 4-2 0 0,1 11 72 0 0,0-1 0 0 0,-1 1 0 0 0,-2 28 0 0 0,1 1 55 0 0,0-16-93 0 0,2-1 0 0 0,1 1 1 0 0,8 35-1 0 0,-9-55-349 0 0,1 0 0 0 0,0 0 0 0 0,0 0 0 0 0,1 0 0 0 0,1-1 0 0 0,-1 1 0 0 0,1-1 0 0 0,0 0 0 0 0,1-1 0 0 0,0 1 0 0 0,0-1 0 0 0,1 0 0 0 0,13 11 0 0 0,3-3-2011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5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313 327 11519 0 0,'-3'-5'203'0'0,"-2"-1"0"0"0,1 1 1 0 0,-1 0-1 0 0,1 0 0 0 0,-1 1 0 0 0,-8-6 0 0 0,10 8 68 0 0,1 1 0 0 0,-1 0 0 0 0,1 0-1 0 0,-1 0 1 0 0,1 0 0 0 0,-1 0 0 0 0,-4 0 0 0 0,4 0 522 0 0,0 1 0 0 0,0 0-1 0 0,0 0 1 0 0,-1 1 0 0 0,1-1-1 0 0,0 0 1 0 0,-5 3 0 0 0,-2 0 208 0 0,1 0 1 0 0,0 1 0 0 0,0 1-1 0 0,0-1 1 0 0,-9 8-1 0 0,6-4-220 0 0,1 2 1 0 0,-21 20-1 0 0,16-12-549 0 0,1 0 1 0 0,1 1-1 0 0,1 1 1 0 0,-12 24 0 0 0,22-38-209 0 0,1-1 0 0 0,-1 1 0 0 0,1 0 0 0 0,1 0 0 0 0,-1 0 0 0 0,1 0 0 0 0,0 0 1 0 0,0 1-1 0 0,1-1 0 0 0,0 9 0 0 0,0-13-46 0 0,0 0 1 0 0,0 0-1 0 0,1 1 1 0 0,-1-1-1 0 0,1 0 1 0 0,-1 0-1 0 0,1 1 1 0 0,0-1-1 0 0,0 0 1 0 0,0 0-1 0 0,0 0 1 0 0,0 0-1 0 0,1 0 1 0 0,-1-1-1 0 0,1 1 1 0 0,-1 0-1 0 0,1 0 1 0 0,0-1-1 0 0,-1 1 1 0 0,1-1-1 0 0,0 0 1 0 0,0 1-1 0 0,0-1 1 0 0,0 0-1 0 0,0 0 1 0 0,0 0-1 0 0,0 0 1 0 0,1-1-1 0 0,-1 1 1 0 0,5 0-1 0 0,2 0-131 0 0,0 0 0 0 0,0 0 0 0 0,1-1 0 0 0,-1-1 0 0 0,0 1 0 0 0,1-2 0 0 0,-1 1 0 0 0,0-1 0 0 0,0 0 0 0 0,0-1 0 0 0,0 0 0 0 0,0-1 0 0 0,-1 0 0 0 0,0 0 0 0 0,0-1 0 0 0,0 0 0 0 0,11-9 0 0 0,-7 4 104 0 0,0 0 0 0 0,-2-2 1 0 0,1 1-1 0 0,-1-1 0 0 0,-1-1 1 0 0,0 0-1 0 0,-1 0 0 0 0,0 0 1 0 0,9-25-1 0 0,3-15 210 0 0,-3-1 0 0 0,-3 0 0 0 0,13-93 0 0 0,-22 93 170 0 0,-5 50-252 0 0,0 0 1 0 0,0 1 0 0 0,0-1 0 0 0,-1 0 0 0 0,1 0-1 0 0,-1 0 1 0 0,0 1 0 0 0,0-1 0 0 0,-1 0-1 0 0,1 1 1 0 0,-4-6 0 0 0,5 9-48 0 0,-1 0 1 0 0,0 0-1 0 0,0 0 1 0 0,0 0-1 0 0,1 0 0 0 0,-1 0 1 0 0,0 0-1 0 0,1 0 1 0 0,-1 1-1 0 0,0-1 0 0 0,0 0 1 0 0,1 1-1 0 0,-1-1 1 0 0,0 0-1 0 0,1 1 0 0 0,-1-1 1 0 0,1 1-1 0 0,-1-1 0 0 0,1 1 1 0 0,-1-1-1 0 0,0 2 1 0 0,1-2-2 0 0,-3 3 34 0 0,0 0 0 0 0,1 0 0 0 0,-1 0 0 0 0,1 1 0 0 0,0-1 0 0 0,0 1 0 0 0,-3 7 0 0 0,-9 31 25 0 0,8-21-60 0 0,-1 1-17 0 0,2-1-1 0 0,0 1 1 0 0,2-1-1 0 0,0 1 1 0 0,2 0 0 0 0,1 32-1 0 0,1-38-14 0 0,0 1 0 0 0,2 0-1 0 0,0-1 1 0 0,1 0 0 0 0,0 0 0 0 0,1 0-1 0 0,1 0 1 0 0,1-1 0 0 0,9 17-1 0 0,-12-25-43 0 0,0-1-1 0 0,1 0 1 0 0,0 0-1 0 0,0 0 1 0 0,0 0-1 0 0,1-1 1 0 0,-1 0 0 0 0,1 0-1 0 0,1-1 1 0 0,-1 1-1 0 0,1-1 1 0 0,-1 0-1 0 0,13 4 1 0 0,-11-5-33 0 0,0-1 1 0 0,1 0-1 0 0,-1-1 0 0 0,0 0 1 0 0,1 0-1 0 0,-1 0 1 0 0,1-1-1 0 0,-1-1 1 0 0,1 1-1 0 0,-1-1 1 0 0,0-1-1 0 0,11-2 0 0 0,-10 1 39 0 0,0 0 0 0 0,0 0-1 0 0,0-1 1 0 0,-1 0 0 0 0,1-1-1 0 0,-1 0 1 0 0,0 0-1 0 0,0 0 1 0 0,7-8 0 0 0,-5 3-15 0 0,-1 1 1 0 0,0-2 0 0 0,-1 1 0 0 0,-1-1-1 0 0,13-23 1 0 0,-6 9 65 0 0,14-42-1 0 0,-24 56-4 0 0,-1 0-1 0 0,0 1 1 0 0,-1-2-1 0 0,0 1 1 0 0,-1 0-1 0 0,1-21 1 0 0,-2 31-1 0 0,0-1 0 0 0,0 1-1 0 0,-1 0 1 0 0,1 0 0 0 0,0 0 0 0 0,0 0 0 0 0,0 0-1 0 0,-1-1 1 0 0,1 1 0 0 0,-1 0 0 0 0,1 0-1 0 0,-1 0 1 0 0,1 0 0 0 0,-1 0 0 0 0,0 0 0 0 0,1 0-1 0 0,-3-1 1 0 0,3 1 10 0 0,-1 1-1 0 0,0 0 1 0 0,1-1-1 0 0,-1 1 1 0 0,0 0 0 0 0,0 0-1 0 0,1-1 1 0 0,-1 1-1 0 0,0 0 1 0 0,0 0-1 0 0,0 0 1 0 0,1 0 0 0 0,-1 0-1 0 0,0 0 1 0 0,0 0-1 0 0,1 0 1 0 0,-1 0 0 0 0,0 1-1 0 0,0-1 1 0 0,0 0-1 0 0,-3 2 45 0 0,1 0 0 0 0,-1 0 0 0 0,1 0 0 0 0,-1 0 1 0 0,1 0-1 0 0,0 1 0 0 0,0-1 0 0 0,0 1 0 0 0,-2 3 0 0 0,-6 8 34 0 0,1 0 0 0 0,0 1 0 0 0,1-1 0 0 0,1 2 0 0 0,0-1 0 0 0,1 1 0 0 0,-5 17 0 0 0,9-23-45 0 0,0 1 0 0 0,1-1 0 0 0,0 1-1 0 0,0-1 1 0 0,1 1 0 0 0,1 0 0 0 0,0-1-1 0 0,0 1 1 0 0,1 0 0 0 0,0-1 0 0 0,1 1-1 0 0,4 15 1 0 0,-4-21-176 0 0,1 1 0 0 0,-1-1 0 0 0,1-1-1 0 0,0 1 1 0 0,0 0 0 0 0,0-1 0 0 0,1 1 0 0 0,0-1 0 0 0,0 0-1 0 0,0-1 1 0 0,0 1 0 0 0,0 0 0 0 0,1-1 0 0 0,0 0 0 0 0,6 3-1 0 0,-4-3-137 0 0,0 0 0 0 0,0 0-1 0 0,0 0 1 0 0,1-1-1 0 0,-1-1 1 0 0,0 1-1 0 0,1-1 1 0 0,0-1 0 0 0,-1 1-1 0 0,14-2 1 0 0,40-5-4619 0 0,-30 0-2929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25 19007 0 0,'0'0'870'0'0,"-1"0"-20"0"0,-6 0-547 0 0,6 0-142 0 0,-1 0 0 0 0,1 0 1 0 0,0 1-1 0 0,0-1 0 0 0,-1 0 1 0 0,1 0-1 0 0,0 1 0 0 0,0-1 1 0 0,-1 1-1 0 0,1 0 0 0 0,0-1 0 0 0,0 1 1 0 0,0 0-1 0 0,0-1 0 0 0,0 1 1 0 0,0 0-1 0 0,0 0 0 0 0,0 0 1 0 0,0 0-1 0 0,1 0 0 0 0,-1 0 1 0 0,0 0-1 0 0,0 0 0 0 0,1 0 0 0 0,-1 2 1 0 0,-1 1 464 0 0,-2 3-100 0 0,1-1 0 0 0,1 1 0 0 0,-1 0 1 0 0,1 0-1 0 0,0 1 0 0 0,1-1 0 0 0,-2 11 0 0 0,1 54 462 0 0,3-49-660 0 0,-2-8-284 0 0,2 0 1 0 0,0 0-1 0 0,0 0 0 0 0,1 0 1 0 0,1-1-1 0 0,1 1 1 0 0,0-1-1 0 0,1 1 0 0 0,0-1 1 0 0,14 23-1 0 0,-13-29-44 0 0,-1-2-16 0 0,-2-5-48 0 0,-1-2 55 0 0,1 0 0 0 0,0 0 0 0 0,-1 0 0 0 0,1 0 0 0 0,-1-1 0 0 0,1 1 0 0 0,-1-1 0 0 0,1 0 0 0 0,-1 1 0 0 0,0-1 0 0 0,0 0 0 0 0,0 0 0 0 0,0 0 0 0 0,0-1 0 0 0,-1 1 0 0 0,1 0 0 0 0,-1-1 0 0 0,1 1 0 0 0,-1-1 0 0 0,1-3 0 0 0,1 1-14 0 0,67-151-231 0 0,-42 88 173 0 0,-21 51 75 0 0,1-1-1 0 0,1 1 0 0 0,0 0 1 0 0,2 0-1 0 0,0 1 0 0 0,17-19 1 0 0,-27 34 84 0 0,8 8 172 0 0,-6-3-215 0 0,0-1 0 0 0,0 1 1 0 0,0 0-1 0 0,-1-1 1 0 0,1 1-1 0 0,-1 0 1 0 0,0 0-1 0 0,0 1 0 0 0,-1-1 1 0 0,2 6-1 0 0,2 8 67 0 0,2 23-1 0 0,-4-19-73 0 0,6 40 22 0 0,3 22 5 0 0,-9-73-60 0 0,-1 0 0 0 0,2 0-1 0 0,-1-1 1 0 0,2 1-1 0 0,5 10 1 0 0,-9-19-142 0 0,0 0 0 0 0,0 0 0 0 0,1 0-1 0 0,-1-1 1 0 0,1 1 0 0 0,-1 0 0 0 0,1-1 0 0 0,-1 1 0 0 0,1-1-1 0 0,0 0 1 0 0,0 0 0 0 0,0 0 0 0 0,-1 0 0 0 0,1 0 0 0 0,0 0-1 0 0,0 0 1 0 0,1 0 0 0 0,3 0 0 0 0,-1 0-473 0 0,0-1-1 0 0,1 0 1 0 0,-1 0 0 0 0,0 0-1 0 0,1-1 1 0 0,5-1-1 0 0,8-2-1716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6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22 13823 0 0,'0'0'630'0'0,"0"-1"-13"0"0,-3-5-393 0 0,-4-3 8025 0 0,6 8-7499 0 0,0 0 0 0 0,0 1 0 0 0,0-1 0 0 0,0 1 0 0 0,-1-1 0 0 0,1 0-430 0 0,0 1 0 0 0,-1 0 1 0 0,1 0-1 0 0,0 0 0 0 0,0 0 1 0 0,-1 0-1 0 0,1 0 0 0 0,0 0 1 0 0,0 0-1 0 0,-1 0 0 0 0,-1 1 0 0 0,-1 0-267 0 0,1 1 0 0 0,0-1 0 0 0,0 1-1 0 0,0-1 1 0 0,0 1 0 0 0,0 0 0 0 0,-4 4-1 0 0,2-2 25 0 0,-7 7 48 0 0,-18 20 0 0 0,27-28-125 0 0,1 1 0 0 0,-1-1-1 0 0,1 1 1 0 0,0 0 0 0 0,0-1-1 0 0,0 1 1 0 0,0 0-1 0 0,1 0 1 0 0,-1 0 0 0 0,1 0-1 0 0,-1 7 1 0 0,2-9-4 0 0,-1-1 0 0 0,1 1-1 0 0,0-1 1 0 0,0 1 0 0 0,0-1 0 0 0,0 1 0 0 0,0-1-1 0 0,0 1 1 0 0,1-1 0 0 0,-1 1 0 0 0,0-1 0 0 0,1 1-1 0 0,-1-1 1 0 0,1 0 0 0 0,0 1 0 0 0,-1-1 0 0 0,2 2-1 0 0,1 1-8 0 0,-1 0-1 0 0,1 0-1 0 0,-1 0 1 0 0,1 0 0 0 0,0-1 0 0 0,1 1 0 0 0,-1-1 0 0 0,0 0-1 0 0,1 0 1 0 0,0 0 0 0 0,-1-1 0 0 0,7 4 0 0 0,6 2-96 0 0,28 10 0 0 0,-20-8 77 0 0,9 3 22 0 0,-8-3-26 0 0,28 15-1 0 0,-46-21 33 0 0,0 0-1 0 0,0 1 0 0 0,-1 0 1 0 0,1 0-1 0 0,-1 0 1 0 0,-1 1-1 0 0,1 0 1 0 0,6 9-1 0 0,-11-13 6 0 0,1-1-1 0 0,-1 1 1 0 0,0 0-1 0 0,0 0 1 0 0,-1 0-1 0 0,1-1 1 0 0,0 1 0 0 0,0 0-1 0 0,-1 0 1 0 0,0 0-1 0 0,1 0 1 0 0,-1 0 0 0 0,0 0-1 0 0,0 0 1 0 0,0 0-1 0 0,0 0 1 0 0,0 0-1 0 0,-1 3 1 0 0,0-3 1 0 0,0 1 1 0 0,0 0-1 0 0,0-1 1 0 0,0 1-1 0 0,-1-1 1 0 0,1 1-1 0 0,-1-1 1 0 0,0 0-1 0 0,0 0 1 0 0,0 0-1 0 0,-3 3 1 0 0,-5 3 12 0 0,-1-1-1 0 0,0 0 1 0 0,0-1 0 0 0,-18 8-1 0 0,25-12-8 0 0,-17 6 31 0 0,0-1 1 0 0,-30 7-1 0 0,31-9-28 0 0,12-4-8 0 0,3-3-17 0 0,4 1-66 0 0,10-7-73 0 0,17-11-51 0 0,49-29 0 0 0,-48 32 182 0 0,0-1 1 0 0,25-21-1 0 0,230-223 256 0 0,-280 260 43 0 0,-4 2-178 0 0,-86 98 402 0 0,74-82-490 0 0,2 2-1 0 0,0-1 0 0 0,1 2 1 0 0,-9 21-1 0 0,18-36-7 0 0,0 0 1 0 0,1 1-1 0 0,-1-1 1 0 0,1 0-1 0 0,0 1 0 0 0,0-1 1 0 0,1 0-1 0 0,0 1 0 0 0,0-1 1 0 0,0 1-1 0 0,0-1 1 0 0,1 1-1 0 0,0-1 0 0 0,3 10 1 0 0,-3-11-21 0 0,1-1-1 0 0,0 1 1 0 0,0-1 0 0 0,0 0-1 0 0,0 1 1 0 0,0-1 0 0 0,1 0 0 0 0,-1 0-1 0 0,1 0 1 0 0,0 0 0 0 0,0-1 0 0 0,0 1-1 0 0,0-1 1 0 0,0 0 0 0 0,1 0 0 0 0,-1 0-1 0 0,1 0 1 0 0,-1-1 0 0 0,1 1 0 0 0,0-1-1 0 0,4 1 1 0 0,5 2-339 0 0,0-2 0 0 0,0 0 1 0 0,0 0-1 0 0,0-1 0 0 0,0-1 0 0 0,0 0 1 0 0,0 0-1 0 0,0-2 0 0 0,0 0 0 0 0,17-4 0 0 0,20-11-3699 0 0,-25 6-4817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6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42 25055 0 0,'0'0'1149'0'0,"-1"2"-29"0"0,-2 14-810 0 0,1-1-1 0 0,1 0 1 0 0,0 1-1 0 0,3 27 1 0 0,-1-3 632 0 0,-1-18-398 0 0,0 1 1 0 0,2 0-1 0 0,8 36 1 0 0,-8-52-503 0 0,0 1 0 0 0,0-1 1 0 0,1 0-1 0 0,0 0 0 0 0,0 0 0 0 0,1 0 1 0 0,0 0-1 0 0,0-1 0 0 0,1 1 0 0 0,-1-1 1 0 0,1 0-1 0 0,1-1 0 0 0,-1 1 0 0 0,10 6 1 0 0,-8-7 10 0 0,-4-5 4 0 0,-1 0-56 0 0,0 0 1 0 0,-1-1-1 0 0,1 0 0 0 0,0 1 0 0 0,0-1 0 0 0,-1 0 0 0 0,1 0 0 0 0,0 0 0 0 0,-1 0 1 0 0,1 0-1 0 0,-1 0 0 0 0,1 0 0 0 0,-1 0 0 0 0,1-1 0 0 0,-1 1 0 0 0,0-1 0 0 0,0 1 1 0 0,0-1-1 0 0,0 1 0 0 0,0-1 0 0 0,0 0 0 0 0,0 1 0 0 0,0-1 0 0 0,-1 0 1 0 0,1 0-1 0 0,0-2 0 0 0,2-3-1 0 0,25-67 0 0 0,-20 47 0 0 0,2 1 0 0 0,1 1 0 0 0,15-25 0 0 0,-14 30-221 0 0,2 1 1 0 0,0 0-1 0 0,26-25 0 0 0,-30 34 48 0 0,-1 2 0 0 0,2-1-1 0 0,-1 1 1 0 0,1 1 0 0 0,0 0-1 0 0,1 0 1 0 0,22-8 0 0 0,-9 6-846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7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20271 0 0,'0'0'2112'0'0,"2"1"-2004"0"0,-1-1-72 0 0,91 8 8439 0 0,-50-9-7553 0 0,195-28-1066 0 0,-193 21-365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337 191 18143 0 0,'2'-6'266'0'0,"1"0"0"0"0,0 0 0 0 0,0 1 0 0 0,0-1-1 0 0,1 1 1 0 0,5-7 0 0 0,-3 5-202 0 0,-1 0-1 0 0,0 0 0 0 0,4-9 1 0 0,6-22 2628 0 0,-14 36-2350 0 0,-1-1 1 0 0,1 1-1 0 0,0-1 0 0 0,-1 1 1 0 0,0-1-1 0 0,0 1 0 0 0,0-1 1 0 0,0 0-1 0 0,0 1 1 0 0,0-1-1 0 0,0 1 0 0 0,-1-1 1 0 0,0-3-1 0 0,0 6-278 0 0,1 0 0 0 0,0-1 0 0 0,-1 1 0 0 0,1-1 0 0 0,-1 1 0 0 0,1 0 0 0 0,0-1-1 0 0,-1 1 1 0 0,1 0 0 0 0,-1-1 0 0 0,1 1 0 0 0,-1 0 0 0 0,1 0 0 0 0,-1-1 0 0 0,1 1 0 0 0,-1 0 0 0 0,1 0 0 0 0,-1 0 0 0 0,1 0 0 0 0,-1 0 0 0 0,1 0-1 0 0,-1 0 1 0 0,1 0 0 0 0,-1 0 0 0 0,1 0 0 0 0,-1 0 0 0 0,1 0 0 0 0,-1 0 0 0 0,0 0 0 0 0,1 0 0 0 0,-2 1 0 0 0,-16 7 537 0 0,4 3-405 0 0,1 1 0 0 0,0 0 0 0 0,1 0 0 0 0,0 1 0 0 0,-18 28 0 0 0,1-3 29 0 0,-25 25-16 0 0,-30 39 44 0 0,64-77-167 0 0,2 2 0 0 0,-15 29 0 0 0,27-44-64 0 0,0 0 1 0 0,1 0-1 0 0,0 1 0 0 0,1 0 0 0 0,1 0 1 0 0,-4 25-1 0 0,6-31-15 0 0,1 1 0 0 0,0-1 0 0 0,0 1 1 0 0,1-1-1 0 0,0 1 0 0 0,1-1 0 0 0,-1 1 0 0 0,1-1 0 0 0,1 0 0 0 0,-1 0 1 0 0,1 0-1 0 0,1 0 0 0 0,6 10 0 0 0,-5-9-21 0 0,1 0 0 0 0,0-1 0 0 0,0 0-1 0 0,1 0 1 0 0,0 0 0 0 0,1-1 0 0 0,-1 0 0 0 0,1 0 0 0 0,17 8 0 0 0,-12-7-40 0 0,1-1 1 0 0,1-1 0 0 0,-1 0 0 0 0,1-1 0 0 0,25 3 0 0 0,0-3-80 0 0,0-3 0 0 0,0-1 0 0 0,74-9 0 0 0,-75 4-15 0 0,1-2 0 0 0,-1-1 0 0 0,73-26 0 0 0,-97 28 111 0 0,0 0 0 0 0,-1-1 0 0 0,1-1 0 0 0,-1 0 0 0 0,-1-1 0 0 0,0-1 0 0 0,0 0 1 0 0,-1-1-1 0 0,0 0 0 0 0,-1-1 0 0 0,0 0 0 0 0,14-21 0 0 0,-16 18 34 0 0,-1 0 0 0 0,0-1-1 0 0,-1 0 1 0 0,-1 0 0 0 0,0-1 0 0 0,-1 0-1 0 0,-1 0 1 0 0,-1 0 0 0 0,0 0 0 0 0,-1-1-1 0 0,-1 1 1 0 0,-1-1 0 0 0,0 1 0 0 0,-1-1-1 0 0,-1 1 1 0 0,-1-1 0 0 0,0 1 0 0 0,-1 0-1 0 0,-1 0 1 0 0,-1 1 0 0 0,0-1 0 0 0,-12-20-1 0 0,11 25-45 0 0,-1 2-1 0 0,1-1 0 0 0,-2 1 0 0 0,0 0 1 0 0,0 1-1 0 0,-1 0 0 0 0,0 1 1 0 0,0 0-1 0 0,-23-14 0 0 0,14 12-240 0 0,-1 0 0 0 0,0 1-1 0 0,0 1 1 0 0,-1 1 0 0 0,-26-6 0 0 0,34 11-269 0 0,0-1-1 0 0,0 2 1 0 0,-1 0 0 0 0,-21 1 0 0 0,-6 5-1028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0 887 15199 0 0,'0'3'4063'0'0,"5"91"6855"0"0,-5-61-10157 0 0,2 0 1 0 0,6 36 0 0 0,-6-60-752 0 0,0 1 0 0 0,1-1-1 0 0,0 0 1 0 0,0 0 0 0 0,1 0 0 0 0,0-1 0 0 0,1 1 0 0 0,-1-1-1 0 0,2 0 1 0 0,-1 0 0 0 0,12 12 0 0 0,-14-17-106 0 0,-1-1 1 0 0,1 0-1 0 0,0 1 1 0 0,-1-1-1 0 0,1 0 0 0 0,0-1 1 0 0,0 1-1 0 0,1 0 1 0 0,-1-1-1 0 0,0 0 0 0 0,0 0 1 0 0,1 0-1 0 0,-1 0 1 0 0,1 0-1 0 0,-1-1 0 0 0,1 1 1 0 0,4-1-1 0 0,-5 0-269 0 0,0-1-1 0 0,0 1 1 0 0,0-1-1 0 0,-1 0 1 0 0,1 1 0 0 0,0-2-1 0 0,0 1 1 0 0,0 0-1 0 0,-1 0 1 0 0,1-1-1 0 0,0 1 1 0 0,-1-1-1 0 0,3-2 1 0 0,7-7-1710 0 0</inkml:trace>
  <inkml:trace contextRef="#ctx0" brushRef="#br0" timeOffset="1">251 40 17047 0 0,'-28'-39'12898'0'0,"28"38"-12847"0"0,-1 1-1 0 0,1 0 1 0 0,0 0-1 0 0,-1 0 1 0 0,1 0 0 0 0,0 0-1 0 0,-1 0 1 0 0,1 0 0 0 0,0 0-1 0 0,0 0 1 0 0,-1 0 0 0 0,1 1-1 0 0,0-1 1 0 0,-1 0 0 0 0,1 0-1 0 0,0 0 1 0 0,0 0 0 0 0,-1 0-1 0 0,1 0 1 0 0,0 1 0 0 0,0-1-1 0 0,-1 0 1 0 0,1 0-1 0 0,0 0 1 0 0,0 1 0 0 0,-1-1-1 0 0,1 0 1 0 0,0 1 0 0 0,-3 3 41 0 0,1 1 1 0 0,0 0 0 0 0,-1 1-1 0 0,2-1 1 0 0,-1 0-1 0 0,1 0 1 0 0,0 1 0 0 0,0-1-1 0 0,0 1 1 0 0,1 9-1 0 0,0-12-92 0 0,0 0-1 0 0,0 0 0 0 0,1 0 0 0 0,-1 0 0 0 0,1 0 1 0 0,0 0-1 0 0,0 0 0 0 0,0 0 0 0 0,0 0 1 0 0,0 0-1 0 0,1-1 0 0 0,-1 1 0 0 0,1 0 0 0 0,0-1 1 0 0,0 1-1 0 0,0-1 0 0 0,0 0 0 0 0,0 0 0 0 0,0 0 1 0 0,1 0-1 0 0,3 3 0 0 0,2 0-28 0 0,1-1-1 0 0,1 1 1 0 0,-1-1 0 0 0,1-1-1 0 0,-1 0 1 0 0,1 0 0 0 0,0-1-1 0 0,0 0 1 0 0,0-1 0 0 0,1 0-1 0 0,-1 0 1 0 0,0-1 0 0 0,0-1-1 0 0,0 0 1 0 0,1 0 0 0 0,14-4-1 0 0,-21 3 23 0 0,0 1 0 0 0,0-1 0 0 0,0 0 0 0 0,-1 0-1 0 0,1 0 1 0 0,0-1 0 0 0,-1 1 0 0 0,0-1 0 0 0,0 0 0 0 0,0 1-1 0 0,0-1 1 0 0,4-6 0 0 0,-3 2 7 0 0,-3 6-3 0 0,0 0 0 0 0,-1 0 0 0 0,1 0-1 0 0,-1 0 1 0 0,0 0 0 0 0,1 0 0 0 0,-1 0 0 0 0,0 0 0 0 0,0 0 0 0 0,0 0-1 0 0,0 0 1 0 0,0 0 0 0 0,0 0 0 0 0,0 0 0 0 0,0-1 0 0 0,0 1-1 0 0,0 0 1 0 0,-1 0 0 0 0,1 0 0 0 0,-1-1 0 0 0,0-2-40 0 0,1 2-146 0 0,-1 0 1 0 0,1 0-1 0 0,-1 0 1 0 0,1 0 0 0 0,-1 0-1 0 0,0 0 1 0 0,0 0-1 0 0,-1-3 1 0 0,2 5-34 0 0,-1-1 1 0 0,1 1-1 0 0,-1 0 0 0 0,1-1 0 0 0,0 1 0 0 0,-1 0 1 0 0,1-1-1 0 0,-1 1 0 0 0,1 0 0 0 0,-1 0 1 0 0,1 0-1 0 0,-1-1 0 0 0,1 1 0 0 0,-1 0 0 0 0,1 0 1 0 0,-1 0-1 0 0,1 0 0 0 0,-1 0 0 0 0,1 0 1 0 0,-1 0-1 0 0,1 0 0 0 0,-1 0 0 0 0,1 0 1 0 0,-1 0-1 0 0,1 0 0 0 0,-1 1 0 0 0,1-1 0 0 0,-1 0 1 0 0,1 0-1 0 0,-1 0 0 0 0,1 1 0 0 0,-1-1 1 0 0,1 0-1 0 0,0 1 0 0 0,-1-1 0 0 0,1 0 0 0 0,-1 1 1 0 0,1-1-1 0 0,-1 1 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212 235 14279 0 0,'0'0'1103'0'0,"-1"-13"3984"0"0,-29-6 2586 0 0,27 17-7407 0 0,-1 1 0 0 0,1 0-1 0 0,-1 0 1 0 0,1 0 0 0 0,-1 0 0 0 0,0 1 0 0 0,1-1 0 0 0,-1 1-1 0 0,0 0 1 0 0,0 0 0 0 0,1 0 0 0 0,-7 2 0 0 0,-5 1-30 0 0,-1 0 1 0 0,-20 9-1 0 0,29-10-178 0 0,1 1-1 0 0,-1 1 1 0 0,1-1-1 0 0,0 1 1 0 0,0 0-1 0 0,0 0 1 0 0,-7 9-1 0 0,9-6-57 0 0,5-5-10 0 0,0-1 0 0 0,-1 1 0 0 0,1 0 0 0 0,0 0-1 0 0,0-1 1 0 0,0 1 0 0 0,0 0 0 0 0,0-1 0 0 0,1 1 0 0 0,-1-1 0 0 0,0 0 0 0 0,1 1 0 0 0,-1-1 0 0 0,1 0-1 0 0,-1 0 1 0 0,1 0 0 0 0,0 0 0 0 0,1 1 0 0 0,4 2-50 0 0,1-1 0 0 0,-1 0 0 0 0,9 3 0 0 0,-6-4-7 0 0,-1 0 0 0 0,1-1 0 0 0,0 0 0 0 0,-1 0 0 0 0,1-1 0 0 0,0 0 0 0 0,-1-1 0 0 0,1 0 0 0 0,-1-1 0 0 0,12-3 0 0 0,-15 3-55 0 0,0-1-1 0 0,-1 0 1 0 0,1 0 0 0 0,-1-1 0 0 0,1 1 0 0 0,-1-1-1 0 0,0 0 1 0 0,-1-1 0 0 0,9-8 0 0 0,-10 9-225 0 0,0 1 1 0 0,0-1-1 0 0,-1 0 1 0 0,1 0-1 0 0,-1 0 1 0 0,0-1-1 0 0,0 1 1 0 0,0 0-1 0 0,-1-1 1 0 0,1 0-1 0 0,-1 1 1 0 0,0-1-1 0 0,0-7 0 0 0,3-7-6543 0 0,-4 17 6690 0 0,4-3-2204 0 0,14 2 907 0 0,-16 3 1691 0 0,-1 0 0 0 0,0 0 0 0 0,1 1 0 0 0,-1-1 0 0 0,1 0 1 0 0,-1 1-1 0 0,1-1 0 0 0,-1 1 0 0 0,0-1 0 0 0,1 1 0 0 0,-1 0 1 0 0,0 0-1 0 0,0-1 0 0 0,0 1 0 0 0,1 0 0 0 0,-1 0 0 0 0,0 0 1 0 0,0 0-1 0 0,0 0 0 0 0,0 0 0 0 0,-1 1 0 0 0,1-1 0 0 0,0 0 1 0 0,0 2-1 0 0,4 6 2037 0 0,-1-1 1 0 0,5 17-1 0 0,-1-5-724 0 0,-6-16-1346 0 0,0 0 0 0 0,0 0 0 0 0,1 0-1 0 0,-1-1 1 0 0,1 1 0 0 0,0-1 0 0 0,0 0-1 0 0,0 0 1 0 0,0 0 0 0 0,1 0 0 0 0,-1 0 0 0 0,1-1-1 0 0,-1 0 1 0 0,1 1 0 0 0,0-1 0 0 0,0-1-1 0 0,7 3 1 0 0,-4-2-128 0 0,1-1 0 0 0,-1 0-1 0 0,1 0 1 0 0,-1-1 0 0 0,1 0 0 0 0,0 0-1 0 0,-1 0 1 0 0,1-1 0 0 0,8-2 0 0 0,-6 0-26 0 0,0 1 1 0 0,0-1-1 0 0,0-1 1 0 0,0 1-1 0 0,-1-2 1 0 0,0 1-1 0 0,16-11 1 0 0,-21 12-3 0 0,0 0-1 0 0,0 0 1 0 0,-1-1 0 0 0,1 1 0 0 0,-1-1 0 0 0,0 1 0 0 0,0-1-1 0 0,0 0 1 0 0,-1 0 0 0 0,1 0 0 0 0,-1-1 0 0 0,0 1 0 0 0,0-1-1 0 0,0 1 1 0 0,-1-1 0 0 0,0 0 0 0 0,0 1 0 0 0,1-10 0 0 0,-2-3-169 0 0,0-1 0 0 0,-1 0 0 0 0,-1 1 0 0 0,-1 0 0 0 0,-7-25 0 0 0,6 11-3318 0 0,3 16-6159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9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22 13359 0 0,'-1'-2'194'0'0,"-2"0"22"0"0,1-1 1 0 0,-1 1-1 0 0,1 0 1 0 0,-1 0-1 0 0,0 0 1 0 0,0 0-1 0 0,-5-3 6094 0 0,-13 31 2971 0 0,17-21-9115 0 0,1 1 1 0 0,0-1 0 0 0,0 1-1 0 0,0 0 1 0 0,1 0 0 0 0,0 0 0 0 0,0 0-1 0 0,1 0 1 0 0,-2 11 0 0 0,-1 27-79 0 0,1 0 0 0 0,2 0 0 0 0,2 0 1 0 0,12 80-1 0 0,-9-104-588 0 0,0 0 0 0 0,2 0-1 0 0,0 0 1 0 0,2 0 0 0 0,0-1 0 0 0,14 24 0 0 0</inkml:trace>
  <inkml:trace contextRef="#ctx0" brushRef="#br0" timeOffset="1">0 336 17047 0 0,'0'0'1776'0'0,"2"0"-1320"0"0,19-2 4925 0 0,29 1-1 0 0,-9 1-4000 0 0,36-1-369 0 0,28-1-779 0 0,75-16-1113 0 0,-124 8-134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3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17 342 27903 0 0,'0'0'2529'0'0,"3"-1"-2073"0"0,95-14-353 0 0,-97 14-99 0 0,1 1 0 0 0,-1-1 0 0 0,1 0 0 0 0,-1 0 0 0 0,0 0 0 0 0,1 0 0 0 0,-1 0 0 0 0,0 0 0 0 0,0 0 0 0 0,0 0 0 0 0,0 0 0 0 0,0 0 0 0 0,0-1 0 0 0,0 1 0 0 0,0-1 1 0 0,0 1-1 0 0,0 0 0 0 0,-1-1 0 0 0,1 1 0 0 0,-1-1 0 0 0,1-1 0 0 0,5-9 310 0 0,12-14-165 0 0,27-28 0 0 0,-25 30 60 0 0,26-38-1 0 0,-40 53-187 0 0,-2 1 0 0 0,1-1 0 0 0,-1 1 0 0 0,-1-1 0 0 0,1 0 0 0 0,-2-1 0 0 0,1 1 0 0 0,-1-1 0 0 0,1-10 0 0 0,-3 19-21 0 0,0 1-1 0 0,0-1 1 0 0,0 1-1 0 0,0-1 1 0 0,0 1 0 0 0,0-1-1 0 0,0 0 1 0 0,0 1 0 0 0,0-1-1 0 0,-1 1 1 0 0,1-1-1 0 0,0 1 1 0 0,0-1 0 0 0,0 1-1 0 0,-1-1 1 0 0,1 1-1 0 0,0-1 1 0 0,0 1 0 0 0,-1-1-1 0 0,1 1 1 0 0,-1-1-1 0 0,1 1 1 0 0,0 0 0 0 0,-1-1-1 0 0,1 1 1 0 0,-1 0 0 0 0,1-1-1 0 0,-2 1 1 0 0,1-1-2 0 0,-1 1-1 0 0,1-1 1 0 0,-1 1 0 0 0,1 0 0 0 0,-1 0-1 0 0,1 0 1 0 0,-1 0 0 0 0,0 0 0 0 0,1 0-1 0 0,-3 1 1 0 0,-3 0-5 0 0,1 1 0 0 0,0 0-1 0 0,0 0 1 0 0,-9 5 0 0 0,-6 5 7 0 0,1 0 0 0 0,1 2 0 0 0,0 1 0 0 0,1 0 0 0 0,1 1 0 0 0,0 1 0 0 0,1 0 0 0 0,1 2 0 0 0,1 0 0 0 0,0 0 0 0 0,-19 38 0 0 0,29-49-3 0 0,1 0 0 0 0,0 0 0 0 0,0 0 0 0 0,1 0 0 0 0,0 1 1 0 0,0-1-1 0 0,1 1 0 0 0,0-1 0 0 0,0 1 0 0 0,2 9 0 0 0,-1-13-1 0 0,1-1 0 0 0,-1 0-1 0 0,1 0 1 0 0,1 0 0 0 0,-1 0 0 0 0,0 0 0 0 0,1 0 0 0 0,0 0-1 0 0,0 0 1 0 0,0-1 0 0 0,1 1 0 0 0,-1-1 0 0 0,1 0 0 0 0,0 1-1 0 0,-1-1 1 0 0,1 0 0 0 0,1-1 0 0 0,-1 1 0 0 0,0 0 0 0 0,1-1-1 0 0,-1 0 1 0 0,6 3 0 0 0,-3-2-6 0 0,1-1 0 0 0,-1 0 0 0 0,0 0 0 0 0,1 0 0 0 0,-1 0 1 0 0,1-1-1 0 0,0 0 0 0 0,-1-1 0 0 0,1 1 0 0 0,0-1 0 0 0,-1-1 0 0 0,1 1 0 0 0,0-1 0 0 0,-1 0 0 0 0,1-1 0 0 0,-1 0 0 0 0,1 0 0 0 0,-1 0 1 0 0,0 0-1 0 0,0-1 0 0 0,0 0 0 0 0,0-1 0 0 0,-1 1 0 0 0,8-6 0 0 0,-3 0-5 0 0,0 0-1 0 0,0 0 1 0 0,0-1 0 0 0,-1 0-1 0 0,-1-1 1 0 0,0 1 0 0 0,0-2-1 0 0,-1 1 1 0 0,-1-1 0 0 0,0 0-1 0 0,5-14 1 0 0,20-68 84 0 0,-31 92 413 0 0,2 3-409 0 0,10 11-35 0 0,0 0 0 0 0,-1 1 0 0 0,10 14 0 0 0,-7-9-37 0 0,16 17 1 0 0,-18-23 15 0 0,1 0 1 0 0,0-1-1 0 0,19 12 0 0 0,-25-18-11 0 0,1-1-1 0 0,0 0 0 0 0,0-1 1 0 0,0 0-1 0 0,1 0 0 0 0,-1-1 0 0 0,1 0 1 0 0,10 2-1 0 0,-10-3-5 0 0,0-1 0 0 0,-1 1 0 0 0,1-2-1 0 0,0 1 1 0 0,-1-1 0 0 0,16-3 0 0 0,-20 3 1 0 0,-1 0-1 0 0,1-1 1 0 0,-1 1 0 0 0,1-1-1 0 0,-1 1 1 0 0,0-1 0 0 0,1 0-1 0 0,-1 0 1 0 0,0-1 0 0 0,0 1-1 0 0,0-1 1 0 0,-1 1-1 0 0,1-1 1 0 0,-1 0 0 0 0,1 0-1 0 0,-1 0 1 0 0,3-6 0 0 0,2-8 0 0 0,-1 0 0 0 0,-1-1 0 0 0,0 0 0 0 0,-2 0 0 0 0,0 0 0 0 0,1-29 0 0 0,-2 17-499 0 0,9-37-1 0 0,5 8-2121 0 0,-9 34 1091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0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1 257 19895 0 0,'0'0'911'0'0,"1"2"-19"0"0,1 1-713 0 0,1 0 0 0 0,0 0-1 0 0,0 0 1 0 0,0 0 0 0 0,1 0 0 0 0,-1-1 0 0 0,1 1 0 0 0,-1-1-1 0 0,1 0 1 0 0,0 0 0 0 0,0 0 0 0 0,0-1 0 0 0,0 1 0 0 0,0-1-1 0 0,0 0 1 0 0,0 0 0 0 0,0-1 0 0 0,1 1 0 0 0,-1-1 0 0 0,0 0 0 0 0,0 0-1 0 0,1 0 1 0 0,-1-1 0 0 0,0 1 0 0 0,0-1 0 0 0,1 0 0 0 0,-1 0-1 0 0,0-1 1 0 0,4-1 0 0 0,6-4-86 0 0,0 0-1 0 0,-1-2 1 0 0,0 1-1 0 0,0-1 1 0 0,-1-1-1 0 0,0-1 1 0 0,0 1-1 0 0,-1-2 1 0 0,-1 1-1 0 0,0-2 1 0 0,-1 1-1 0 0,0-1 1 0 0,-1-1 0 0 0,8-15-1 0 0,-13 22-9 0 0,0 0 0 0 0,-1-1-1 0 0,0 1 1 0 0,0-1 0 0 0,0 1 0 0 0,-1-1-1 0 0,0 0 1 0 0,-1 0 0 0 0,1 0 0 0 0,-2 1 0 0 0,1-1-1 0 0,-3-10 1 0 0,3 17 428 0 0,-1 0-424 0 0,-1 1 0 0 0,0-1 0 0 0,0 1 0 0 0,1 0 0 0 0,-1-1 0 0 0,0 1 0 0 0,0 0 0 0 0,1 0 0 0 0,-1 0 0 0 0,0 0 1 0 0,0 0-1 0 0,0 1 0 0 0,1-1 0 0 0,-1 1 0 0 0,-2 0 0 0 0,0 0 76 0 0,3-1-78 0 0,-5 1 166 0 0,6 0-227 0 0,-1-1 0 0 0,0 0 0 0 0,0 1 0 0 0,1-1-1 0 0,-1 0 1 0 0,0 1 0 0 0,1-1 0 0 0,-1 0 0 0 0,0 0-1 0 0,0 0 1 0 0,0 0 0 0 0,1 0 0 0 0,-1 0 0 0 0,0 0-1 0 0,0 0 1 0 0,-1 0 0 0 0,-13 0 31 0 0,1 1-46 0 0,11 0-9 0 0,0-1 0 0 0,0 1 0 0 0,0 0 0 0 0,0 0 0 0 0,0 0 0 0 0,0 0 0 0 0,0 0 0 0 0,0 0 0 0 0,1 1 0 0 0,-1 0 0 0 0,1-1 0 0 0,-4 4 0 0 0,-2 2 0 0 0,0 0 0 0 0,-9 12 0 0 0,2-1 10 0 0,0 0 1 0 0,2 1-1 0 0,-19 35 0 0 0,29-48-8 0 0,0 0-1 0 0,0 1 0 0 0,1 0 1 0 0,0 0-1 0 0,0 0 0 0 0,0 0 1 0 0,1 0-1 0 0,0 0 0 0 0,1 0 1 0 0,-1 0-1 0 0,1 0 0 0 0,1 0 1 0 0,-1 0-1 0 0,1 0 0 0 0,1 0 1 0 0,2 10-1 0 0,-3-13-5 0 0,1-1-1 0 0,0 0 1 0 0,-1 1-1 0 0,1-1 1 0 0,1 0-1 0 0,-1 0 1 0 0,0 0-1 0 0,1 0 1 0 0,-1 0-1 0 0,1-1 1 0 0,0 1-1 0 0,0-1 1 0 0,0 0 0 0 0,0 0-1 0 0,1 0 1 0 0,-1 0-1 0 0,0 0 1 0 0,1-1-1 0 0,-1 1 1 0 0,1-1-1 0 0,0 0 1 0 0,-1 0-1 0 0,1-1 1 0 0,5 2-1 0 0,-1-2-39 0 0,1 1-1 0 0,-1-1 0 0 0,1-1 0 0 0,-1 1 0 0 0,1-1 0 0 0,-1-1 1 0 0,1 0-1 0 0,-1 0 0 0 0,15-6 0 0 0,-14 3 21 0 0,0 0-1 0 0,0 0 1 0 0,0-1-1 0 0,-1 0 1 0 0,0-1-1 0 0,0 0 1 0 0,-1 0 0 0 0,1 0-1 0 0,-2-1 1 0 0,1-1-1 0 0,-1 1 1 0 0,8-14 0 0 0,-8 10 20 0 0,0 1 0 0 0,-1-1 0 0 0,0 0 0 0 0,-1-1 0 0 0,0 1 0 0 0,-1-1 0 0 0,0 1 0 0 0,-1-1 0 0 0,1-22 0 0 0,-3 34 12 0 0,0 1-1 0 0,0-1 1 0 0,0 1 0 0 0,0-1 0 0 0,0 1 0 0 0,0-1-1 0 0,0 1 1 0 0,0-1 0 0 0,0 1 0 0 0,0-1 0 0 0,0 1 0 0 0,-1-1-1 0 0,1 1 1 0 0,0-1 0 0 0,0 1 0 0 0,0-1 0 0 0,-1 1 0 0 0,1-1-1 0 0,0 1 1 0 0,-1-1 0 0 0,1 1 0 0 0,-1 0 4 0 0,1 0 1 0 0,-1 0-1 0 0,1 0 1 0 0,0 0-1 0 0,-1 0 1 0 0,1 0-1 0 0,0 0 1 0 0,-1 0-1 0 0,1 0 1 0 0,0 1-1 0 0,-1-1 1 0 0,1 0-1 0 0,0 0 1 0 0,0 0-1 0 0,-1 1 1 0 0,1-1-1 0 0,0 0 1 0 0,0 0-1 0 0,-1 1 1 0 0,1-1-1 0 0,0 0 1 0 0,-1 1 0 0 0,-11 22 191 0 0,11-19-196 0 0,0 0 1 0 0,0 1-1 0 0,0-1 1 0 0,0 1-1 0 0,1-1 1 0 0,0 0-1 0 0,0 1 1 0 0,0-1-1 0 0,1 1 1 0 0,-1-1-1 0 0,1 1 1 0 0,0-1-1 0 0,2 7 1 0 0,0-6-11 0 0,0 1 0 0 0,-1-1 1 0 0,2 0-1 0 0,-1 0 0 0 0,1 0 1 0 0,-1 0-1 0 0,1 0 0 0 0,1-1 1 0 0,4 4-1 0 0,1 1-82 0 0,1-2 0 0 0,0 1 1 0 0,0-2-1 0 0,0 1 0 0 0,1-2 0 0 0,0 0 0 0 0,0 0 0 0 0,20 5 1 0 0,-17-7-812 0 0,-1-1 1 0 0,1 0-1 0 0,0-1 1 0 0,22 0-1 0 0,-28-2-153 0 0,0 0 1 0 0,0 0-1 0 0,0-1 0 0 0,0 0 0 0 0,-1 0 1 0 0,1-1-1 0 0,-1 0 0 0 0,14-7 0 0 0,-18 8 376 0 0,-1 0 0 0 0,0-1-1 0 0,0 1 1 0 0,-1 0 0 0 0,1-1-1 0 0,0 0 1 0 0,-1 1-1 0 0,1-1 1 0 0,-1 0 0 0 0,0 0-1 0 0,3-6 1 0 0,-3 4 516 0 0,0 0 0 0 0,-1 0 1 0 0,1 0-1 0 0,-1 0 0 0 0,0 0 0 0 0,0 0 0 0 0,-1-8 0 0 0,0 2 1555 0 0,0 0 0 0 0,-4-18 0 0 0,-7-20 11611 0 0,9 61-10598 0 0,-2 20-1468 0 0,2 0 0 0 0,1 0-1 0 0,6 55 1 0 0,-4-68-774 0 0,62 387 429 0 0,-61-398-591 0 0,5 20-8 0 0,-10-77-192 0 0,2 30 143 0 0,-15-206-185 0 0,15 172 170 0 0,9-67-1 0 0,-5 96 47 0 0,1 0 1 0 0,1 1-1 0 0,1-1 1 0 0,2 1-1 0 0,11-26 1 0 0,-14 40 15 0 0,-1 0 1 0 0,2 1-1 0 0,-1 0 1 0 0,1 0-1 0 0,1 0 1 0 0,-1 1-1 0 0,1 0 1 0 0,14-11-1 0 0,-18 15 2 0 0,1 1 1 0 0,-1 0-1 0 0,1 0 0 0 0,0 0 0 0 0,0 0 0 0 0,0 1 0 0 0,0 0 0 0 0,0-1 0 0 0,0 1 1 0 0,5 0-1 0 0,-6 1 0 0 0,0 0 0 0 0,0 0 0 0 0,0 0 0 0 0,-1 0 0 0 0,1 1 0 0 0,0-1 0 0 0,0 1 0 0 0,-1 0 0 0 0,1 0 0 0 0,0 0 1 0 0,-1 0-1 0 0,1 0 0 0 0,-1 1 0 0 0,1-1 0 0 0,-1 1 0 0 0,4 3 0 0 0,-3-2 0 0 0,0 1 0 0 0,0-1 0 0 0,-1 1 0 0 0,1 0 0 0 0,-1-1 0 0 0,0 1 0 0 0,0 0 0 0 0,0 0 0 0 0,0 1 0 0 0,-1-1 0 0 0,0 0 0 0 0,0 1 0 0 0,0-1 0 0 0,0 0 0 0 0,-1 1 0 0 0,1-1 0 0 0,-1 1 0 0 0,-1-1 0 0 0,0 7 0 0 0,-1 6 0 0 0,0 0 0 0 0,-2-1 0 0 0,-10 30 0 0 0,6-27-134 0 0,0 0 1 0 0,-2-1-1 0 0,0 0 1 0 0,-1-1-1 0 0,-19 23 1 0 0,26-33-76 0 0,-1 2-820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1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149 451 7831 0 0,'-8'-3'706'0'0,"5"3"-886"0"0,1 0 0 0 0,0 0 1 0 0,-1 0-1 0 0,1 0 1 0 0,-1 0-1 0 0,1 0 0 0 0,0 1 1 0 0,-4 0-1 0 0,3 0 939 0 0,-1 0-1 0 0,1 1 0 0 0,0 0 1 0 0,0-1-1 0 0,0 1 1 0 0,-1 0-1 0 0,2 0 0 0 0,-5 4 1 0 0,-2 3 4585 0 0,0 1 0 0 0,-15 22-1 0 0,13-17-4050 0 0,7-9-1130 0 0,0 0 0 0 0,0 0 1 0 0,1 0-1 0 0,0 0 0 0 0,0 0 1 0 0,0 1-1 0 0,-1 7 0 0 0,3-12-161 0 0,1 0 1 0 0,-1 0-1 0 0,1 1 0 0 0,0-1 1 0 0,0 0-1 0 0,-1 0 0 0 0,2 0 1 0 0,-1 1-1 0 0,0-1 0 0 0,0 0 1 0 0,1 0-1 0 0,-1 0 0 0 0,1 0 1 0 0,-1 0-1 0 0,1 0 0 0 0,0 0 1 0 0,0 0-1 0 0,0 0 0 0 0,0 0 0 0 0,0 0 1 0 0,1 0-1 0 0,-1-1 0 0 0,0 1 1 0 0,1 0-1 0 0,3 2 0 0 0,-1-1-132 0 0,1 0-1 0 0,0 0 0 0 0,0-1 1 0 0,0 1-1 0 0,0-1 0 0 0,0-1 1 0 0,0 1-1 0 0,1-1 0 0 0,-1 1 1 0 0,1-2-1 0 0,-1 1 0 0 0,1 0 1 0 0,-1-1-1 0 0,1 0 0 0 0,6-1 1 0 0,-8-1 17 0 0,0 0 0 0 0,0 0 0 0 0,0 0 1 0 0,0 0-1 0 0,0-1 0 0 0,0 1 0 0 0,-1-1 0 0 0,1 0 1 0 0,-1 0-1 0 0,0-1 0 0 0,0 1 0 0 0,0 0 0 0 0,3-6 1 0 0,3-6 13 0 0,16-33 0 0 0,-16 29 73 0 0,2-3 95 0 0,19-35 105 0 0,-27 51-87 0 0,1 0-1 0 0,0 1 0 0 0,0 0 0 0 0,0 0 1 0 0,1 0-1 0 0,0 0 0 0 0,6-4 0 0 0,-10 8-32 0 0,0 0 0 0 0,1 1-1 0 0,-1-1 1 0 0,0 0 0 0 0,0 1-1 0 0,1-1 1 0 0,-1 1 0 0 0,0 0-1 0 0,1-1 1 0 0,-1 1 0 0 0,1 0-1 0 0,-1 0 1 0 0,0 0 0 0 0,1 0-1 0 0,-1 0 1 0 0,1 0 0 0 0,-1 0-1 0 0,0 0 1 0 0,1 0 0 0 0,1 1-1 0 0,0 1 17 0 0,0-1 0 0 0,0 0 0 0 0,-1 1 0 0 0,1 0 0 0 0,0 0-1 0 0,-1-1 1 0 0,1 1 0 0 0,3 5 0 0 0,3 3 62 0 0,-1 0 0 0 0,0 1-1 0 0,8 15 1 0 0,-7-8-10 0 0,0 2-1 0 0,10 30 1 0 0,8 19 60 0 0,-27-69-180 0 0,0 1 0 0 0,0-1 0 0 0,0 0 0 0 0,1 0 1 0 0,-1 1-1 0 0,0-1 0 0 0,0 0 0 0 0,0 1 0 0 0,0-1 1 0 0,1 0-1 0 0,-1 0 0 0 0,0 1 0 0 0,0-1 0 0 0,1 0 1 0 0,-1 0-1 0 0,0 0 0 0 0,0 1 0 0 0,1-1 0 0 0,-1 0 1 0 0,0 0-1 0 0,1 0 0 0 0,-1 0 0 0 0,0 0 0 0 0,0 1 0 0 0,1-1 1 0 0,-1 0-1 0 0,0 0 0 0 0,1 0 0 0 0,-1 0 0 0 0,0 0 1 0 0,1 0-1 0 0,-1 0 0 0 0,0 0 0 0 0,1 0 0 0 0,-1 0 1 0 0,1-1-1 0 0,9-9 155 0 0,5-18 66 0 0,-2-2-235 0 0,31-50 1 0 0,-35 66 3 0 0,1 0 1 0 0,0 1 0 0 0,1 0 0 0 0,1 0 0 0 0,17-14-1 0 0,-15 16-34 0 0,1 1 0 0 0,1 0-1 0 0,0 2 1 0 0,0-1 0 0 0,0 2-1 0 0,1 0 1 0 0,0 1 0 0 0,23-5-1 0 0,-7 4-597 0 0,1 2 0 0 0,0 1 0 0 0,49 1 0 0 0,-30 6-174 0 0,-48-2 758 0 0,0 0-1 0 0,0 0 0 0 0,0 0 0 0 0,0 0 0 0 0,0 1 0 0 0,0 0 0 0 0,0 0 1 0 0,4 3-1 0 0,-8-4 74 0 0,1 0 1 0 0,-1 0 0 0 0,0 0-1 0 0,1 0 1 0 0,-1 0 0 0 0,0 1-1 0 0,0-1 1 0 0,0 0 0 0 0,0 1-1 0 0,0-1 1 0 0,0 1 0 0 0,0-1-1 0 0,-1 1 1 0 0,1-1 0 0 0,-1 1 0 0 0,1-1-1 0 0,-1 1 1 0 0,1 3 0 0 0,-1-2 62 0 0,0-1 1 0 0,0 1 0 0 0,0 0 0 0 0,-1-1 0 0 0,1 1 0 0 0,-1-1 0 0 0,0 1 0 0 0,0 0-1 0 0,0-1 1 0 0,-2 5 0 0 0,-3 3 233 0 0,-1 0 0 0 0,0-1 0 0 0,0 1 0 0 0,-12 9 0 0 0,18-17-296 0 0,-67 63 828 0 0,36-36-539 0 0,-44 53 0 0 0,62-61-247 0 0,9-7-60 0 0,7-10 0 0 0,-1-3 0 0 0,-1 1-6 0 0,1-1 0 0 0,-1 0 0 0 0,1 1 0 0 0,-1-1 0 0 0,1 0 0 0 0,0 0 0 0 0,0 1 0 0 0,-1-1 0 0 0,1 0-1 0 0,0 0 1 0 0,0 0 0 0 0,0 0 0 0 0,0 0 0 0 0,0 0 0 0 0,1 0 0 0 0,-1 0 0 0 0,2 0 0 0 0,0 1-25 0 0,0-1 0 0 0,0 0 0 0 0,0 0 1 0 0,0-1-1 0 0,0 1 0 0 0,0 0 0 0 0,6-1 0 0 0,-1 0-40 0 0,0 0-1 0 0,0-1 1 0 0,0 0 0 0 0,0 0-1 0 0,11-4 1 0 0,-4-1 5 0 0,-2 0 0 0 0,1 0 0 0 0,-1-1 0 0 0,0-1 0 0 0,0-1 0 0 0,-1 1 0 0 0,0-2 0 0 0,-1 0 0 0 0,0 0 0 0 0,0-1 0 0 0,-1 0 0 0 0,-1-1 0 0 0,1 0 0 0 0,-2-1 0 0 0,13-24 0 0 0,-20 35 68 0 0,3-7 140 0 0,-2 12 119 0 0,-2-1-227 0 0,0-1-1 0 0,1 1 1 0 0,-1 0-1 0 0,1 0 1 0 0,0 0-1 0 0,-1 0 1 0 0,1-1-1 0 0,2 4 1 0 0,2 0-30 0 0,0 1 1 0 0,0-1-1 0 0,1 1 1 0 0,-1-2-1 0 0,1 1 1 0 0,0-1-1 0 0,1 1 1 0 0,-1-2-1 0 0,1 1 1 0 0,0-1-1 0 0,0 0 1 0 0,0 0-1 0 0,13 2 1 0 0,-2-1-19 0 0,0 0 0 0 0,0-2 0 0 0,0 0 0 0 0,30-1 0 0 0,-37-1 4 0 0,1-1 0 0 0,-1-1-1 0 0,0 0 1 0 0,1 0 0 0 0,-1-1 0 0 0,18-7 0 0 0,-21 6-4 0 0,0 0 0 0 0,0 0 0 0 0,-1-1 0 0 0,0 0 1 0 0,0 0-1 0 0,0-1 0 0 0,-1 1 0 0 0,0-1 0 0 0,9-12 1 0 0,13-20-14 0 0,-3-1 1 0 0,0-1 0 0 0,-3-2-1 0 0,-1 0 1 0 0,-3-1 0 0 0,-1-1-1 0 0,16-68 1 0 0,-31 103 22 0 0,2-5 26 0 0,3-25 0 0 0,-7 36 3 0 0,0 0 1 0 0,0 0-1 0 0,1 0 1 0 0,-2 0 0 0 0,1 1-1 0 0,0-1 1 0 0,0 0-1 0 0,-1 0 1 0 0,0 0 0 0 0,1 1-1 0 0,-1-1 1 0 0,0 0 0 0 0,-1 1-1 0 0,1-1 1 0 0,-3-4-1 0 0,4 7-7 0 0,-1-1 0 0 0,1 1-1 0 0,-1-1 1 0 0,1 1 0 0 0,-1-1-1 0 0,0 1 1 0 0,1-1 0 0 0,-1 1-1 0 0,0-1 1 0 0,1 1 0 0 0,-1 0-1 0 0,0-1 1 0 0,0 1-1 0 0,1 0 1 0 0,-1 0 0 0 0,0-1-1 0 0,0 1 1 0 0,1 0 0 0 0,-1 0-1 0 0,0 0 1 0 0,0 0 0 0 0,0 0-1 0 0,-1 0 1 0 0,1 1 4 0 0,-1-1 0 0 0,1 1 0 0 0,-1 0-1 0 0,1-1 1 0 0,-1 1 0 0 0,1 0 0 0 0,-1 0 0 0 0,1 0 0 0 0,0 0 0 0 0,-3 2-1 0 0,0 2 16 0 0,-1 0 1 0 0,1 1-1 0 0,0-1 0 0 0,-4 9 0 0 0,0 4-34 0 0,0-1-1 0 0,2 1 1 0 0,0 1 0 0 0,1-1 0 0 0,0 1 0 0 0,2 0 0 0 0,-1 20 0 0 0,0 137-216 0 0,5-169 192 0 0,6 106-1082 0 0,0-25-4219 0 0,-7-72-1235 0 0,-2-1-1789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4 103 21999 0 0,'-1'-1'117'0'0,"0"-1"0"0"0,1 1-1 0 0,-1-1 1 0 0,1 0 0 0 0,0 1-1 0 0,0-1 1 0 0,0 0 0 0 0,-1 0-1 0 0,2 1 1 0 0,-1-1 0 0 0,0 0-1 0 0,0 1 1 0 0,0-1 0 0 0,1 0-1 0 0,-1 1 1 0 0,1-3 0 0 0,1 2-68 0 0,-1-1 1 0 0,1 1 0 0 0,0 0-1 0 0,0 0 1 0 0,0 0 0 0 0,0 0-1 0 0,0 0 1 0 0,0 0-1 0 0,5-2 1 0 0,4-2 511 0 0,0 0 0 0 0,1 1 0 0 0,0 0 0 0 0,0 1 0 0 0,1 1 0 0 0,-1 0 0 0 0,21-2 0 0 0,106-8 979 0 0,-125 13-1424 0 0,0 0-1 0 0,0 1 1 0 0,0 0-1 0 0,0 1 1 0 0,-1 1-1 0 0,1 0 1 0 0,25 10-1 0 0,-36-12-99 0 0,-1 0-1 0 0,1 1 1 0 0,-1-1-1 0 0,0 1 1 0 0,1-1-1 0 0,-1 1 1 0 0,0 0-1 0 0,0 0 1 0 0,0 0 0 0 0,0 0-1 0 0,0 1 1 0 0,-1-1-1 0 0,1 0 1 0 0,-1 1-1 0 0,1-1 1 0 0,-1 1 0 0 0,0-1-1 0 0,0 1 1 0 0,0 0-1 0 0,0-1 1 0 0,-1 1-1 0 0,1 0 1 0 0,-1 0-1 0 0,0-1 1 0 0,1 1 0 0 0,-1 3-1 0 0,-1 7 71 0 0,-1-1 1 0 0,1 0-1 0 0,-2 1 0 0 0,-5 18 1 0 0,4-20-75 0 0,3-6-126 0 0,-1 0 0 0 0,1 1-1 0 0,0-1 1 0 0,0 1 0 0 0,1-1 0 0 0,-1 7-1 0 0,2-10 69 0 0,-1-1-1 0 0,0 1 0 0 0,1 0 0 0 0,-1-1 1 0 0,1 1-1 0 0,0 0 0 0 0,-1-1 0 0 0,1 1 1 0 0,0-1-1 0 0,0 1 0 0 0,0-1 1 0 0,0 1-1 0 0,0-1 0 0 0,0 0 0 0 0,1 1 1 0 0,-1-1-1 0 0,0 0 0 0 0,1 0 0 0 0,-1 0 1 0 0,1 0-1 0 0,-1 0 0 0 0,1 0 0 0 0,2 1 1 0 0,0-1-290 0 0,1 0 0 0 0,0 1 0 0 0,-1-2 0 0 0,1 1 0 0 0,0 0 0 0 0,0-1 0 0 0,-1 0 1 0 0,1 0-1 0 0,7-1 0 0 0,44-9-3975 0 0,-51 9 3822 0 0,18-5-2007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2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15199 0 0,'0'0'1172'0'0,"0"2"-765"0"0,0 30 1274 0 0,0 22 3865 0 0,6 53 0 0 0,-3-84-4649 0 0,7 23 1 0 0,-5-20-495 0 0,3 8 38 0 0,-8-33 105 0 0,2-3-541 0 0,0 0-1 0 0,-1 0 0 0 0,1 0 1 0 0,-1 0-1 0 0,0-1 0 0 0,2-3 1 0 0,-2 5-5 0 0,15-30 0 0 0,54-90 0 0 0,-59 105 0 0 0,0 1 0 0 0,1 1 0 0 0,1 0 0 0 0,0 0 0 0 0,22-16 0 0 0,-4 8-353 0 0,1 1-1 0 0,69-32 1 0 0,-44 27-243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3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74 26263 0 0,'-1'-1'2380'0'0,"1"1"-2364"0"0,0 0-1 0 0,0 0 1 0 0,0 0-1 0 0,0-1 1 0 0,-1 1-1 0 0,1 0 0 0 0,0 0 1 0 0,0 0-1 0 0,0 0 1 0 0,0-1-1 0 0,0 1 1 0 0,0 0-1 0 0,0 0 1 0 0,0 0-1 0 0,0-1 1 0 0,0 1-1 0 0,0 0 1 0 0,0 0-1 0 0,0 0 1 0 0,0-1-1 0 0,0 1 1 0 0,0 0-1 0 0,0 0 1 0 0,0 0-1 0 0,0-1 1 0 0,0 1-1 0 0,0 0 1 0 0,0 0-1 0 0,1 0 1 0 0,-1 0-1 0 0,0-1 1 0 0,0 1-1 0 0,0 0 1 0 0,0 0-1 0 0,0 0 1 0 0,0 0-1 0 0,1 0 1 0 0,-1-1-1 0 0,0 1 1 0 0,0 0-1 0 0,0 0 1 0 0,0 0-1 0 0,1 0 1 0 0,-1 0-1 0 0,10-6 91 0 0,-9 5-25 0 0,7-4 47 0 0,0 1 0 0 0,0 0 0 0 0,1 1 0 0 0,-1 0 0 0 0,1 0 0 0 0,10-1 0 0 0,57-7 26 0 0,-51 8-327 0 0,96-8-1132 0 0,-40 6-2371 0 0,-34 3-5612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405 214 2303 0 0,'0'-4'-305'0'0,"0"1"-1"0"0,0 0 1 0 0,0 0-1 0 0,0 0 1 0 0,-1-1-1 0 0,-1-3 1 0 0,1 3 1361 0 0,0 0 0 0 0,0 0 0 0 0,-1 0 0 0 0,0 0 0 0 0,-2-3 1 0 0,3 5-329 0 0,0 0 0 0 0,0 1 0 0 0,0-1 0 0 0,0 1 0 0 0,0-1 0 0 0,-1 1 0 0 0,1 0 0 0 0,0-1 0 0 0,-1 1 0 0 0,1 0 0 0 0,-1 0 0 0 0,1 0 0 0 0,-1 0 0 0 0,1 0 0 0 0,-1 0 0 0 0,0 1 0 0 0,1-1 0 0 0,-1 0 0 0 0,0 1 0 0 0,0-1 0 0 0,1 1 0 0 0,-1 0 0 0 0,0 0 0 0 0,0 0 0 0 0,0 0 0 0 0,0 0 0 0 0,1 0 0 0 0,-3 0 0 0 0,-2 2-450 0 0,1 0 0 0 0,0 1 0 0 0,0-1 0 0 0,0 1 0 0 0,0 0 0 0 0,0 0 0 0 0,0 0 0 0 0,1 1 1 0 0,-5 5-1 0 0,-7 7 7 0 0,-13 18 0 0 0,14-16 14 0 0,-89 109 314 0 0,78-91-388 0 0,-37 65 0 0 0,57-90-205 0 0,0 1 0 0 0,1 0 0 0 0,0 0 0 0 0,1 1-1 0 0,1-1 1 0 0,0 1 0 0 0,1 0 0 0 0,-1 15 0 0 0,2-21-20 0 0,1-1-1 0 0,1 1 1 0 0,-1-1-1 0 0,1 1 1 0 0,0-1-1 0 0,0 1 1 0 0,1-1-1 0 0,0 0 1 0 0,0 1-1 0 0,1-1 1 0 0,0 0-1 0 0,0 0 1 0 0,0-1 0 0 0,0 1-1 0 0,1-1 1 0 0,0 1-1 0 0,9 7 1 0 0,-4-5-35 0 0,1 0 0 0 0,0-1 0 0 0,1 0 0 0 0,-1-1 0 0 0,1 0 0 0 0,1 0 0 0 0,-1-2 0 0 0,1 1 0 0 0,0-1 0 0 0,0-1 0 0 0,0 0 0 0 0,0-1 0 0 0,21 1 0 0 0,3-1-89 0 0,-1-2-1 0 0,0-2 1 0 0,55-9 0 0 0,-58 6 68 0 0,-1-2-1 0 0,0-1 1 0 0,0-1 0 0 0,-1-1 0 0 0,0-2-1 0 0,-1-1 1 0 0,32-20 0 0 0,-49 26 53 0 0,1-2-1 0 0,-2 1 1 0 0,1-2 0 0 0,-1 0 0 0 0,-1 0 0 0 0,1-1 0 0 0,-2 0 0 0 0,0-1 0 0 0,0 0-1 0 0,-1 0 1 0 0,0-1 0 0 0,-1 0 0 0 0,-1 0 0 0 0,0 0 0 0 0,-1-1 0 0 0,0 0 0 0 0,4-25-1 0 0,-6 21 34 0 0,-2-1 0 0 0,0 0 0 0 0,0 0-1 0 0,-2 0 1 0 0,-1 1 0 0 0,0-1 0 0 0,-1 0-1 0 0,-1 1 1 0 0,-1 0 0 0 0,0 0 0 0 0,-2 0-1 0 0,0 0 1 0 0,0 1 0 0 0,-2 0 0 0 0,-15-22-1 0 0,15 26-110 0 0,0 0 0 0 0,-1 1 0 0 0,-1 0 0 0 0,0 1 0 0 0,-1 0 0 0 0,0 0 0 0 0,0 1 0 0 0,-1 1 0 0 0,-1 0 1 0 0,1 1-1 0 0,-1 1 0 0 0,-1 0 0 0 0,0 0 0 0 0,1 2 0 0 0,-2 0 0 0 0,1 1 0 0 0,0 0 0 0 0,-25-2 0 0 0,32 5-407 0 0,0 1 1 0 0,-1 0 0 0 0,1 0-1 0 0,0 1 1 0 0,0 0-1 0 0,-1 1 1 0 0,1-1 0 0 0,0 2-1 0 0,0-1 1 0 0,-12 7-1 0 0,-11 6-8573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25487 0 0,'0'0'2307'0'0,"0"2"-1899"0"0,27 102 928 0 0,-16-54-531 0 0,3-1 0 0 0,28 71-1 0 0,-38-112-826 0 0,0-1 0 0 0,0 0 0 0 0,0 0 0 0 0,7 8 0 0 0,-9-13-276 0 0,0 1 0 0 0,0-1 0 0 0,1 0 0 0 0,-1 0 1 0 0,1 0-1 0 0,-1 0 0 0 0,1 0 0 0 0,0 0 0 0 0,-1-1 1 0 0,1 1-1 0 0,0-1 0 0 0,0 0 0 0 0,4 1 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34 9215 0 0,'0'-1'707'0'0,"-1"-1"-674"0"0,1 0 0 0 0,-1 0-1 0 0,0 0 1 0 0,0 0 0 0 0,0 0 0 0 0,-1 0 0 0 0,1 0 0 0 0,0 0-1 0 0,-1 1 1 0 0,1-1 0 0 0,-2-1 0 0 0,-11-6 11293 0 0,4 10-7487 0 0,5 0-1672 0 0,0-1-1904 0 0,1 1-1 0 0,-1-1 0 0 0,0 1 0 0 0,0 0 0 0 0,1 1 1 0 0,-1-1-1 0 0,1 1 0 0 0,-1 0 0 0 0,1 0 0 0 0,0 0 0 0 0,0 1 1 0 0,-1 0-1 0 0,2-1 0 0 0,-8 7 0 0 0,3 0-202 0 0,-1 0 0 0 0,1 0 0 0 0,1 0 1 0 0,-12 20-1 0 0,15-23-47 0 0,1 0 0 0 0,0 1 1 0 0,-3 11-1 0 0,3-3 14 0 0,4-11-11 0 0,1-2-6 0 0,-1 1-10 0 0,0-1-1 0 0,0 1 0 0 0,1-1 1 0 0,-1 1-1 0 0,1-1 0 0 0,0 1 0 0 0,-1-1 1 0 0,1 0-1 0 0,0 0 0 0 0,1 0 1 0 0,-1 0-1 0 0,0 0 0 0 0,0-1 0 0 0,1 1 1 0 0,-1-1-1 0 0,1 1 0 0 0,-1-1 1 0 0,1 0-1 0 0,5 2 0 0 0,3 0-53 0 0,1 1 1 0 0,0-2-1 0 0,16 3 0 0 0,-12-3-14 0 0,0-1 1 0 0,0-1-1 0 0,20-1 0 0 0,-31 1 56 0 0,0-1-1 0 0,0 0 1 0 0,-1 0 0 0 0,1 0-1 0 0,-1 0 1 0 0,1-1 0 0 0,-1 1 0 0 0,1-1-1 0 0,-1 0 1 0 0,0-1 0 0 0,0 1-1 0 0,0-1 1 0 0,0 0 0 0 0,-1 0-1 0 0,7-6 1 0 0,-9 8-6 0 0,0-1 0 0 0,0 1 0 0 0,0-1-1 0 0,0 1 1 0 0,0-1 0 0 0,0 0 0 0 0,0 1 0 0 0,0-1 0 0 0,-1 0-1 0 0,1 0 1 0 0,-1 0 0 0 0,0 0 0 0 0,1 0 0 0 0,-1 1 0 0 0,0-1-1 0 0,0 0 1 0 0,0 0 0 0 0,0 0 0 0 0,0 0 0 0 0,-1 0 0 0 0,1 0-1 0 0,0 0 1 0 0,-2-2 0 0 0,2 3-92 0 0,-1-1-1 0 0,0 1 1 0 0,0 0-1 0 0,0-1 1 0 0,0 1 0 0 0,0 0-1 0 0,0 0 1 0 0,-1 0-1 0 0,1 0 1 0 0,0 0-1 0 0,0 0 1 0 0,-1 0 0 0 0,1 0-1 0 0,-1 0 1 0 0,1 0-1 0 0,-1 1 1 0 0,1-1-1 0 0,-1 1 1 0 0,1-1 0 0 0,-1 1-1 0 0,0 0 1 0 0,1-1-1 0 0,-1 1 1 0 0,0 0-1 0 0,1 0 1 0 0,-1 0-1 0 0,-1 0 1 0 0,-13 3-2379 0 0,2 3-3574 0 0,-1 5-2221 0 0</inkml:trace>
  <inkml:trace contextRef="#ctx0" brushRef="#br0" timeOffset="1">440 1151 18887 0 0,'0'0'2352'0'0,"6"7"1099"0"0,-5-5-2983 0 0,1 0 0 0 0,-1 0-1 0 0,0 1 1 0 0,0-1 0 0 0,0 0 0 0 0,0 1 0 0 0,0-1 0 0 0,0 1 0 0 0,-1-1-1 0 0,1 1 1 0 0,-1 0 0 0 0,0 3 0 0 0,0 35 656 0 0,-1-20-689 0 0,1-5-273 0 0,-1 3-110 0 0,2-1 1 0 0,0 1-1 0 0,6 30 1 0 0,-7-48-386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32 24767 0 0,'-5'-10'2416'0'0,"1"5"-2152"0"0,3-1-264 0 0,1 1 0 0 0,1 0 1968 0 0,11 8-1824 0 0,-2 4-1248 0 0,-1 1-248 0 0,1 5-56 0 0,0 3-9016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09:4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15663 0 0,'0'0'1207'0'0,"0"2"-788"0"0,-1 28 1485 0 0,9 46 8532 0 0,-5-50-9922 0 0,0-11 87 0 0,-1 0-1 0 0,8 20 1 0 0,-8-29-529 0 0,0 0 1 0 0,1 0 0 0 0,-1 0 0 0 0,1 0-1 0 0,1-1 1 0 0,-1 0 0 0 0,1 1-1 0 0,5 5 1 0 0,-9-11-68 0 0,1 1 0 0 0,0 0-1 0 0,0 0 1 0 0,-1-1 0 0 0,1 1 0 0 0,0 0-1 0 0,0-1 1 0 0,0 1 0 0 0,0-1 0 0 0,0 1-1 0 0,0-1 1 0 0,0 0 0 0 0,0 1 0 0 0,0-1-1 0 0,0 0 1 0 0,0 0 0 0 0,0 1 0 0 0,0-1-1 0 0,0 0 1 0 0,0 0 0 0 0,0 0 0 0 0,0 0-1 0 0,0-1 1 0 0,0 1 0 0 0,0 0 0 0 0,0 0-1 0 0,0 0 1 0 0,0-1 0 0 0,0 1 0 0 0,0-1-1 0 0,1 0 1 0 0,1 0 7 0 0,-1 0-12 0 0,0 0 1 0 0,0 0-1 0 0,0 0 0 0 0,0-1 1 0 0,0 1-1 0 0,-1-1 1 0 0,1 1-1 0 0,0-1 0 0 0,-1 0 1 0 0,1 1-1 0 0,-1-1 0 0 0,3-4 1 0 0,13-28-2 0 0,-8 15 1 0 0,3-4 0 0 0,1 1 0 0 0,18-22 0 0 0,-25 36 0 0 0,1 0 0 0 0,0 0 0 0 0,0 0 0 0 0,1 1 0 0 0,0 1 0 0 0,0-1 0 0 0,1 1 0 0 0,9-5 0 0 0,-16 10 0 0 0,0 0 0 0 0,0 0 0 0 0,0 0 0 0 0,0 1 0 0 0,0-1 0 0 0,0 0 0 0 0,0 1 0 0 0,0-1 0 0 0,1 1 0 0 0,-1 0 0 0 0,0 0 0 0 0,0 0 0 0 0,1 0 0 0 0,-1 0 0 0 0,0 1 0 0 0,0-1 0 0 0,0 0 0 0 0,0 1 0 0 0,0 0 0 0 0,3 0 0 0 0,-3 1 0 0 0,0-1 0 0 0,1 1 0 0 0,-1 0 0 0 0,0 0 0 0 0,0 0 0 0 0,0 0 0 0 0,0 0 0 0 0,-1 0 0 0 0,1 0 0 0 0,-1 1 0 0 0,1-1 0 0 0,-1 0 0 0 0,0 1 0 0 0,0 0 0 0 0,2 4 0 0 0,6 26 0 0 0,10 69 0 0 0,2 10 0 0 0,-8-54-3879 0 0,-7-29-1270 0 0,-3-14-5047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18167 0 0,'0'0'1646'0'0,"0"1"-1249"0"0,-16 54 2333 0 0,1-9-1534 0 0,3 2-1 0 0,-9 65 0 0 0,13-47-852 0 0,-9 115 347 0 0,15-135-520 0 0,8 90 0 0 0,-4-122-160 0 0,0 1 1 0 0,1 0-1 0 0,1-1 0 0 0,0 1 0 0 0,1-1 0 0 0,1 0 1 0 0,12 23-1 0 0,-15-32-23 0 0,0 0 1 0 0,1 0 0 0 0,0 0-1 0 0,-1 0 1 0 0,1-1-1 0 0,1 0 1 0 0,-1 0-1 0 0,1 0 1 0 0,-1 0 0 0 0,1-1-1 0 0,0 0 1 0 0,1 0-1 0 0,-1 0 1 0 0,0-1 0 0 0,1 0-1 0 0,-1 0 1 0 0,1 0-1 0 0,0 0 1 0 0,0-1-1 0 0,-1 0 1 0 0,1 0 0 0 0,8-1-1 0 0,0 0-89 0 0,0-1-1 0 0,-1-1 0 0 0,1-1 1 0 0,-1 0-1 0 0,0 0 1 0 0,0-1-1 0 0,0-1 1 0 0,-1 0-1 0 0,1-1 0 0 0,18-12 1 0 0,-14 7-740 0 0,-2 0 0 0 0,23-21 0 0 0,-24 18-1632 0 0,0-1-1 0 0,15-20 1 0 0,-6-2-4697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0 245 22375 0 0,'0'0'2025'0'0,"4"-8"-1583"0"0,-2 5-381 0 0,0 1 0 0 0,0 0 0 0 0,0 0 0 0 0,0 0 0 0 0,0 0 0 0 0,1 0 0 0 0,-1 0 0 0 0,0 0 0 0 0,6-2 0 0 0,27-12 341 0 0,-17 9-193 0 0,113-42 594 0 0,-20 8-646 0 0,150-50-1798 0 0,-252 89 985 0 0,1-1 1 0 0,-1 2-1 0 0,1-1 1 0 0,-1 1-1 0 0,15 0 1 0 0,-7 3-1107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2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33 229 8287 0 0,'0'0'4'0'0,"-6"5"255"0"0,1 0 0 0 0,0 0 0 0 0,0 1 0 0 0,-6 12 7705 0 0,14-16-7663 0 0,-1 0-1 0 0,1-1 1 0 0,0 1-1 0 0,0-1 1 0 0,0 1-1 0 0,1-1 1 0 0,-1 0-1 0 0,0 0 0 0 0,0-1 1 0 0,0 1-1 0 0,1-1 1 0 0,-1 1-1 0 0,0-1 1 0 0,1 0-1 0 0,-1 0 1 0 0,0-1-1 0 0,6 0 1 0 0,7-2-104 0 0,-1-1 1 0 0,22-8 0 0 0,-29 9 43 0 0,108-45 831 0 0,-78 30-219 0 0,71-23-1 0 0,-100 39-698 0 0,-1 0-1 0 0,0 1 0 0 0,0 0 1 0 0,1 0-1 0 0,-1 1 1 0 0,0 0-1 0 0,1 1 1 0 0,-1 0-1 0 0,0 0 0 0 0,0 1 1 0 0,1 0-1 0 0,-1 0 1 0 0,-1 1-1 0 0,1 0 1 0 0,0 0-1 0 0,-1 1 0 0 0,1 0 1 0 0,6 4-1 0 0,2 4 24 0 0,-1 0-1 0 0,-1 1 1 0 0,0 0-1 0 0,0 1 1 0 0,-2 0-1 0 0,20 28 1 0 0,-2-1-216 0 0,2-2-1 0 0,71 67 1 0 0,-96-100-1004 0 0,1 0 0 0 0,11 6 0 0 0,-19-12 962 0 0,11 4-5294 0 0</inkml:trace>
  <inkml:trace contextRef="#ctx0" brushRef="#br0" timeOffset="1">909 1 17967 0 0,'-4'1'237'0'0,"1"0"0"0"0,0 0-1 0 0,0 0 1 0 0,0 1 0 0 0,1-1 0 0 0,-1 1-1 0 0,0 0 1 0 0,1 0 0 0 0,-1 0 0 0 0,1 0-1 0 0,-4 3 1 0 0,-23 32 2801 0 0,20-26-1658 0 0,-144 202 4374 0 0,85-115-5398 0 0,-12 17-61 0 0,63-88-1042 0 0,1 2 1 0 0,-16 38-1 0 0,27-44-1003 0 0,4-14 432 0 0,-3 4-1222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20015 0 0,'0'0'6032'0'0,"-1"1"-4747"0"0,-20 18-501 0 0,2 1 0 0 0,0 1 0 0 0,2 0-1 0 0,-21 32 1 0 0,25-32-735 0 0,0 0 0 0 0,1 0 0 0 0,-18 47 0 0 0,25-34-1026 0 0,8-33 815 0 0,0 0 1 0 0,1-1-1 0 0,-1 0 0 0 0,0 1 1 0 0,5-1-1 0 0,-4-1 77 0 0,0 1 0 0 0,-1-1 1 0 0,1 0-1 0 0,-1 0 0 0 0,1 0 0 0 0,-1 0 0 0 0,1 0 0 0 0,-1-1 0 0 0,0 0 0 0 0,0 0 0 0 0,1 0 0 0 0,-1 0 0 0 0,-1 0 0 0 0,1 0 0 0 0,0-1 0 0 0,3-4 0 0 0,5-6-81 0 0,0 0-1 0 0,11-20 1 0 0,-11 17 59 0 0,8-14 63 0 0,-10 15 45 0 0,1 0 0 0 0,22-25 1 0 0,-31 39 659 0 0,0 3-559 0 0,1 0 0 0 0,-1 0 0 0 0,0 0 0 0 0,-1 0 1 0 0,1 1-1 0 0,0-1 0 0 0,0 5 0 0 0,-1-6-38 0 0,5 21 397 0 0,0 25-1 0 0,-4-33-431 0 0,1 0 0 0 0,0 0 0 0 0,1 0 0 0 0,0-1 0 0 0,9 24 0 0 0,-3-17-360 0 0,15 31-336 0 0,-22-47 27 0 0,0 1 0 0 0,1-1 0 0 0,0 0 0 0 0,0-1 0 0 0,0 1 0 0 0,1 0 0 0 0,-1-1 0 0 0,8 6-1 0 0,1-4-7944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3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15199 0 0,'1'2'3648'0'0,"8"87"5173"0"0,-1 48-5584 0 0,2 22-2579 0 0,-8-129-604 0 0,0-3 25 0 0,10 49 0 0 0,-12-76-79 0 0,0-1 0 0 0,0 1 0 0 0,0 0 0 0 0,0 0 0 0 0,0 0 0 0 0,0 0 0 0 0,1 0 0 0 0,-1 0 0 0 0,0 0 0 0 0,0 0 0 0 0,0-1 1 0 0,0 1-1 0 0,0 0 0 0 0,0 0 0 0 0,0 0 0 0 0,1 0 0 0 0,-1 0 0 0 0,0 0 0 0 0,0 0 0 0 0,0 0 0 0 0,0 0 0 0 0,0 0 0 0 0,0 0 0 0 0,1 0 0 0 0,-1 0 0 0 0,0 0 0 0 0,0 0 0 0 0,0 0 0 0 0,0 0 0 0 0,0 0 0 0 0,0 0 0 0 0,1 0 0 0 0,-1 0 0 0 0,0 0 1 0 0,0 0-1 0 0,0 0 0 0 0,0 0 0 0 0,0 0 0 0 0,0 0 0 0 0,0 1 0 0 0,1-1 0 0 0,-1 0 0 0 0,0 0 0 0 0,0 0 0 0 0,0 0 0 0 0,0 0 0 0 0,0 0 0 0 0,0 0 0 0 0,0 0 0 0 0,0 0 0 0 0,0 1 0 0 0,0-1 0 0 0,0 0 0 0 0,0 0 0 0 0,1 0 0 0 0,-1 0 0 0 0,0 0 1 0 0,0 0-1 0 0,0 1 0 0 0,0-1 0 0 0,0 0 0 0 0,4-10-12 0 0,-4 10 10 0 0,18-67-193 0 0,-12 39 68 0 0,11-27-1 0 0,-3 17 81 0 0,26-62-181 0 0,-34 87 204 0 0,1 0 0 0 0,1 0 0 0 0,0 0 0 0 0,0 1 0 0 0,12-12 0 0 0,-18 21 24 0 0,1 1 0 0 0,-1 0 0 0 0,1-1 0 0 0,-1 1 0 0 0,1 0 0 0 0,3-2 0 0 0,8 0 15 0 0,-9 5 25 0 0,-4 0-11 0 0,2 1-12 0 0,0 0 1 0 0,1-1-1 0 0,-1 1 0 0 0,-1 0 1 0 0,1 0-1 0 0,0 0 0 0 0,-1 1 0 0 0,1-1 1 0 0,-1 1-1 0 0,1 0 0 0 0,-1-1 1 0 0,0 1-1 0 0,0 0 0 0 0,-1 0 1 0 0,1 0-1 0 0,1 5 0 0 0,3 5 30 0 0,-1 0-1 0 0,6 24 0 0 0,6 45 45 0 0,11 44 29 0 0,-28-125-120 0 0,0-1-1 0 0,0 0 1 0 0,0 0 0 0 0,0 0 0 0 0,0 0-1 0 0,0 1 1 0 0,0-1 0 0 0,0 0-1 0 0,0 0 1 0 0,0 0 0 0 0,0 0-1 0 0,0 0 1 0 0,1 1 0 0 0,-1-1-1 0 0,0 0 1 0 0,0 0 0 0 0,0 0 0 0 0,0 0-1 0 0,0 0 1 0 0,0 0 0 0 0,0 1-1 0 0,1-1 1 0 0,-1 0 0 0 0,0 0-1 0 0,0 0 1 0 0,0 0 0 0 0,0 0 0 0 0,0 0-1 0 0,1 0 1 0 0,-1 0 0 0 0,0 0-1 0 0,0 0 1 0 0,0 0 0 0 0,0 0-1 0 0,1 0 1 0 0,-1 0 0 0 0,0 0 0 0 0,0 0-1 0 0,0 0 1 0 0,0 0 0 0 0,1 0-1 0 0,-1 0 1 0 0,0 0 0 0 0,0 0-1 0 0,0 0 1 0 0,0 0 0 0 0,0 0-1 0 0,1 0 1 0 0,-1 0 0 0 0,0 0 0 0 0,0 0-1 0 0,0-1 1 0 0,0 1 0 0 0,0 0-1 0 0,0 0 1 0 0,1 0 0 0 0,-1 0-1 0 0,0 0 1 0 0,0 0 0 0 0,0-1 0 0 0,0 1-1 0 0,0 0 1 0 0,0 0 0 0 0,7-10-39 0 0,-6 8 30 0 0,9-15-114 0 0,12-28-1 0 0,-2 2-2 0 0,5-10-13 0 0,-17 34 90 0 0,1 1 0 0 0,0 0 0 0 0,1 1 1 0 0,1 0-1 0 0,14-16 0 0 0,-15 24-15 0 0,-1 6 48 0 0,-7 4 21 0 0,-1-1 0 0 0,0 1 0 0 0,1 0 0 0 0,-1 0 0 0 0,0 0-1 0 0,0 0 1 0 0,0 0 0 0 0,0 0 0 0 0,0 0 0 0 0,0 0 0 0 0,0 0 0 0 0,0 1 0 0 0,0-1 0 0 0,0 0-1 0 0,-1 0 1 0 0,1 1 0 0 0,0-1 0 0 0,-1 1 0 0 0,1 2 0 0 0,8 30 158 0 0,-8-33-160 0 0,8 64-437 0 0,-6-38 958 0 0,2-1 0 0 0,9 37 1 0 0,-11-54-1118 0 0,1-1 0 0 0,-1 0 0 0 0,1 0 0 0 0,7 10 0 0 0,-8-13-473 0 0,1 0 0 0 0,0 0 0 0 0,1-1 0 0 0,-1 1 0 0 0,1-1 1 0 0,-1 0-1 0 0,7 4 0 0 0,9 3-7805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6 101 15663 0 0,'0'0'159'0'0,"-1"-1"0"0"0,0 0 0 0 0,1 1-1 0 0,-1-1 1 0 0,1 0 0 0 0,-1 0 0 0 0,1 0-1 0 0,-1 0 1 0 0,1 1 0 0 0,0-1 0 0 0,0 0-1 0 0,-1-1 1 0 0,2 0 391 0 0,-1 0 0 0 0,1 0 0 0 0,0 1 0 0 0,0-1 0 0 0,0 0 0 0 0,0 0 0 0 0,0 1 0 0 0,0-1 0 0 0,0 1 0 0 0,0-1 0 0 0,1 1 0 0 0,-1-1 0 0 0,1 1 0 0 0,-1 0-1 0 0,1 0 1 0 0,1-1 0 0 0,29-17 1775 0 0,-30 18-2384 0 0,15-7 125 0 0,0 1-1 0 0,1 1 1 0 0,0 1 0 0 0,0 0 0 0 0,0 1 0 0 0,0 1 0 0 0,0 1 0 0 0,1 0 0 0 0,-1 2 0 0 0,1 0-1 0 0,26 3 1 0 0,-42-2-53 0 0,0-1 0 0 0,0 1 0 0 0,0 0 0 0 0,0 0-1 0 0,0 0 1 0 0,0 0 0 0 0,0 0 0 0 0,0 0 0 0 0,0 1-1 0 0,-1 0 1 0 0,1-1 0 0 0,-1 1 0 0 0,1 0-1 0 0,-1 0 1 0 0,0 0 0 0 0,1 1 0 0 0,-1-1 0 0 0,2 4-1 0 0,-2-2 14 0 0,0-1 0 0 0,0 1-1 0 0,-1 0 1 0 0,0 0 0 0 0,1 0 0 0 0,-1 0-1 0 0,-1 0 1 0 0,1 0 0 0 0,-1 0-1 0 0,1 1 1 0 0,-1-1 0 0 0,0 0-1 0 0,-1 6 1 0 0,-2 9 77 0 0,-1 0 1 0 0,0-1-1 0 0,-2 1 1 0 0,-7 17-1 0 0,-35 70 328 0 0,27-64-283 0 0,0 2-52 0 0,9-23-94 0 0,2 0-1 0 0,0 1 1 0 0,2 1-1 0 0,-8 29 1 0 0,15-47-9 0 0,0 0-1 0 0,1 0 1 0 0,-1-1 0 0 0,1 1-1 0 0,1 0 1 0 0,-1 0 0 0 0,1-1-1 0 0,-1 1 1 0 0,1 0 0 0 0,0-1-1 0 0,1 1 1 0 0,2 5 0 0 0,-3-8-41 0 0,0 1 0 0 0,1-1 0 0 0,-1 1 0 0 0,1-1 0 0 0,0 0 0 0 0,-1 0 0 0 0,1 0 0 0 0,0 0 0 0 0,1 0 0 0 0,-1 0 0 0 0,0 0 0 0 0,0-1 0 0 0,1 1 0 0 0,-1-1 0 0 0,1 0 0 0 0,-1 1 0 0 0,1-1 0 0 0,0 0 0 0 0,-1-1 0 0 0,1 1 0 0 0,4 0 0 0 0,2 0-296 0 0,1 0-1 0 0,-1-1 1 0 0,1 0-1 0 0,-1 0 1 0 0,1-1 0 0 0,-1 0-1 0 0,0-1 1 0 0,1 0-1 0 0,10-5 1 0 0,-7 2-207 0 0,-1 0-1 0 0,1-2 1 0 0,-1 1 0 0 0,-1-1 0 0 0,19-15 0 0 0,-3-3-513 0 0,0-1 0 0 0,-2-1 0 0 0,38-54 0 0 0,-20 19 381 0 0,-4-1 0 0 0,61-132 1 0 0,-97 189 1260 0 0,-1 0 0 0 0,1-1 0 0 0,-1 1 1 0 0,0-1-1 0 0,-1 0 0 0 0,2-13 5215 0 0,-5 21-5549 0 0,0 0-1 0 0,1 1 1 0 0,-1-1-1 0 0,0 1 1 0 0,0-1-1 0 0,1 1 1 0 0,-1 0-1 0 0,-2 3 1 0 0,3-4-24 0 0,-7 10-29 0 0,1 0-1 0 0,1 0 1 0 0,0 0-1 0 0,0 1 1 0 0,1 0 0 0 0,-4 16-1 0 0,-6 12-36 0 0,7-18-140 0 0,0 0 1 0 0,1 0-1 0 0,-4 25 0 0 0,9-33-10 0 0,0 0 0 0 0,1 1 0 0 0,0-1-1 0 0,1 1 1 0 0,1-1 0 0 0,3 17 0 0 0,-3-26-26 0 0,0 1 1 0 0,0-1-1 0 0,1 0 1 0 0,-1 0-1 0 0,1 0 0 0 0,1 0 1 0 0,-1 0-1 0 0,1-1 0 0 0,0 1 1 0 0,0-1-1 0 0,0 1 1 0 0,0-1-1 0 0,1 0 0 0 0,0 0 1 0 0,4 3-1 0 0,-4-4-6 0 0,1 0-1 0 0,-1-1 1 0 0,1 1 0 0 0,-1-1-1 0 0,1 0 1 0 0,0 0-1 0 0,0-1 1 0 0,0 0 0 0 0,0 0-1 0 0,0 0 1 0 0,0 0 0 0 0,0-1-1 0 0,0 0 1 0 0,0 0-1 0 0,10-1 1 0 0,-5-1-55 0 0,1 0-1 0 0,-1 0 1 0 0,0-1-1 0 0,1 0 1 0 0,-2-1-1 0 0,1 0 1 0 0,0-1-1 0 0,-1 0 1 0 0,0-1-1 0 0,0 1 1 0 0,0-2-1 0 0,-1 1 1 0 0,9-10-1 0 0,-11 10 78 0 0,0 0 1 0 0,-1 0-1 0 0,0-1 1 0 0,0 0-1 0 0,0 0 0 0 0,-1-1 1 0 0,0 1-1 0 0,-1-1 0 0 0,1 0 1 0 0,-1 0-1 0 0,-1 0 0 0 0,0 0 1 0 0,0 0-1 0 0,0 0 0 0 0,-1-1 1 0 0,-1 1-1 0 0,1-10 0 0 0,-2 12 32 0 0,0 1 1 0 0,0-1-1 0 0,-1 1 0 0 0,1 0 0 0 0,-1-1 0 0 0,0 1 0 0 0,-1 0 0 0 0,1 0 0 0 0,-1 0 0 0 0,0 1 0 0 0,0-1 0 0 0,-1 1 0 0 0,1-1 0 0 0,-1 1 0 0 0,-4-4 1 0 0,-3-2-73 0 0,0 1 0 0 0,-1 0 1 0 0,0 1-1 0 0,-20-11 1 0 0,26 16-303 0 0,-25-12-774 0 0,10 10-4747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48 105 3223 0 0,'-10'-5'245'0'0,"-22"-16"21807"0"0,26 8-19138 0 0,9 10-2673 0 0,0 0-1 0 0,0 0 1 0 0,1 0 0 0 0,-1 0 0 0 0,1 0 0 0 0,0 1-1 0 0,0 0 1 0 0,-1 0 0 0 0,1 0 0 0 0,7-2-1 0 0,7-3-194 0 0,21-3-1 0 0,-23 6 58 0 0,3-1 57 0 0,38-3 0 0 0,-48 7-140 0 0,0 1-1 0 0,1 0 1 0 0,-1 0-1 0 0,0 1 1 0 0,0 0-1 0 0,12 4 0 0 0,-18-5-8 0 0,-1 1 0 0 0,1 0 0 0 0,-1 0 0 0 0,0 0 0 0 0,1 0 0 0 0,-1 0 0 0 0,0 1 0 0 0,0-1 0 0 0,0 1 0 0 0,0-1 0 0 0,0 1-1 0 0,0 0 1 0 0,0 0 0 0 0,-1 0 0 0 0,1 0 0 0 0,0 0 0 0 0,1 3 0 0 0,-2-2 5 0 0,0 0-1 0 0,0 0 1 0 0,0 0-1 0 0,-1 0 1 0 0,1 0-1 0 0,-1 0 1 0 0,1 0-1 0 0,-1 0 1 0 0,0 0-1 0 0,0 0 1 0 0,-1 0-1 0 0,0 5 1 0 0,-3 6 40 0 0,0 0 0 0 0,-2 0 1 0 0,1 0-1 0 0,-15 23 0 0 0,16-30-45 0 0,-71 118 147 0 0,-19 36 28 0 0,91-155-199 0 0,1-1 0 0 0,0 0 0 0 0,0 1 0 0 0,0-1 0 0 0,1 1 0 0 0,0 0 0 0 0,0-1 0 0 0,-1 12 0 0 0,3-15 6 0 0,-1 1 1 0 0,0-1-1 0 0,1 0 0 0 0,-1 1 1 0 0,1-1-1 0 0,-1 0 1 0 0,1 1-1 0 0,0-1 1 0 0,0 0-1 0 0,0 0 1 0 0,0 0-1 0 0,1 0 0 0 0,-1 0 1 0 0,1 0-1 0 0,-1 0 1 0 0,1 0-1 0 0,-1-1 1 0 0,1 1-1 0 0,0-1 1 0 0,0 1-1 0 0,0-1 0 0 0,0 1 1 0 0,3 0-1 0 0,0 1-71 0 0,0-1-1 0 0,0 0 0 0 0,0-1 0 0 0,1 1 1 0 0,-1-1-1 0 0,0 0 0 0 0,1 0 0 0 0,-1-1 1 0 0,1 0-1 0 0,-1 0 0 0 0,1 0 0 0 0,-1 0 1 0 0,10-3-1 0 0,4-2-791 0 0,1 0-1 0 0,25-12 1 0 0,-34 13 481 0 0,25-11-1479 0 0,5-1-335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9671 0 0,'0'0'748'0'0,"0"1"-492"0"0,-22 36 10985 0 0,2 1-5050 0 0,-5 16-3338 0 0,12-23-2694 0 0,2 1 0 0 0,-9 39 1 0 0,11-30-109 0 0,2 0-1 0 0,2 0 1 0 0,1 1 0 0 0,2-1 0 0 0,3 1 0 0 0,1 0 0 0 0,7 41-1 0 0,29 99-4368 0 0,-29-150 2207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5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4249 315 1375 0 0,'-8'0'128'0'0,"-1"-1"4222"0"0,0-2 0 0 0,0 1 0 0 0,0-1 0 0 0,-15-6 0 0 0,-6-3-755 0 0,-61-14 397 0 0,-49-4-2582 0 0,87 19-1126 0 0,-486-59-58 0 0,444 61-219 0 0,-426-29-7 0 0,308 24 0 0 0,-427-14 0 0 0,-2 19 0 0 0,341 5 0 0 0,-139-6-74 0 0,1-19-53 0 0,417 26-1633 0 0,8 0-5547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5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8287 0 0,'0'0'639'0'0,"-22"2"6222"0"0,18 1-4953 0 0,1 0 0 0 0,-1 0 0 0 0,0 0 0 0 0,-4 7 0 0 0,-11 18 1275 0 0,-12 35-2356 0 0,29-57-350 0 0,-14 32-115 0 0,2 1-1 0 0,-14 64 1 0 0,22-74-204 0 0,1 0-1 0 0,2 1 1 0 0,1 0-1 0 0,3 40 1 0 0,-1-64-194 0 0,1 0 0 0 0,0 0-1 0 0,0 0 1 0 0,1-1 0 0 0,0 1 0 0 0,0 0-1 0 0,0-1 1 0 0,0 1 0 0 0,1-1 0 0 0,0 0-1 0 0,4 7 1 0 0,-4-9-2 0 0,-1-1-1 0 0,1 1 1 0 0,-1 0 0 0 0,1-1-1 0 0,0 1 1 0 0,0-1-1 0 0,0 0 1 0 0,0 0 0 0 0,0 0-1 0 0,1 0 1 0 0,-1 0 0 0 0,1-1-1 0 0,-1 0 1 0 0,1 0-1 0 0,-1 0 1 0 0,1 0 0 0 0,0 0-1 0 0,6 0 1 0 0,9-1-1441 0 0,0-1 1 0 0,0-1-1 0 0,1-1 0 0 0,32-9 1 0 0,-23 4-7117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6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8751 0 0,'-13'3'863'0'0,"1"1"0"0"0,-15 5-1 0 0,9 2 11318 0 0,17-10-11963 0 0,0-1 0 0 0,0 1-1 0 0,1 0 1 0 0,-1 0 0 0 0,0 0 0 0 0,1 0-1 0 0,-1 0 1 0 0,1 0 0 0 0,-1 0 0 0 0,1-1-1 0 0,0 2 1 0 0,-1-1 0 0 0,1 0 0 0 0,0 0 0 0 0,0 0-1 0 0,0 0 1 0 0,-1 0 0 0 0,1 0 0 0 0,0 0-1 0 0,0 0 1 0 0,1 0 0 0 0,-1 0 0 0 0,0 0-1 0 0,0 0 1 0 0,0 0 0 0 0,1 0 0 0 0,-1 0-1 0 0,1 0 1 0 0,-1 0 0 0 0,1 1 0 0 0,1 2-152 0 0,0-1-1 0 0,0 1 1 0 0,0-1 0 0 0,0 0 0 0 0,1 0 0 0 0,4 5-1 0 0,-2-4-57 0 0,1 0 0 0 0,-1-1 0 0 0,1 1 0 0 0,0-1-1 0 0,0-1 1 0 0,0 1 0 0 0,1-1 0 0 0,-1 0 0 0 0,1 0-1 0 0,8 0 1 0 0,30 11 17 0 0,-29-6-24 0 0,21 12 0 0 0,-36-19 0 0 0,0 0 0 0 0,0 1 0 0 0,0 0 0 0 0,0-1 0 0 0,0 1 0 0 0,0 0 0 0 0,0-1 0 0 0,0 1 0 0 0,-1 0 0 0 0,1 0 0 0 0,0 0 0 0 0,0-1 0 0 0,-1 1 0 0 0,1 0 0 0 0,0 0 0 0 0,-1 0 0 0 0,1 0 0 0 0,-1 1 0 0 0,1-1 0 0 0,-1 0 0 0 0,0 0 0 0 0,1 1 0 0 0,0 2 0 0 0,-1-1 15 0 0,1-1 0 0 0,-1 1 1 0 0,1-1-1 0 0,-1 0 0 0 0,0 1 0 0 0,0-1 0 0 0,0 1 0 0 0,0-1 1 0 0,0 0-1 0 0,-1 1 0 0 0,1-1 0 0 0,-1 1 0 0 0,0-1 0 0 0,1 0 1 0 0,-1 0-1 0 0,0 1 0 0 0,0-1 0 0 0,-1 0 0 0 0,-2 4 0 0 0,-3 4 140 0 0,-1 0-1 0 0,-15 15 1 0 0,11-14-82 0 0,-5 7-8 0 0,8-9-148 0 0,0 0-1 0 0,0 0 1 0 0,1 1-1 0 0,1 0 1 0 0,-11 19-1 0 0,17-28-104 0 0,1 1 1 0 0,-1-1-1 0 0,0 1 1 0 0,1-1-1 0 0,0 1 1 0 0,-1-1-1 0 0,1 1 0 0 0,0 0 1 0 0,0-1-1 0 0,0 1 1 0 0,0-1-1 0 0,0 1 0 0 0,0 0 1 0 0,1-1-1 0 0,-1 1 1 0 0,0-1-1 0 0,1 1 0 0 0,-1-1 1 0 0,1 1-1 0 0,0-1 1 0 0,-1 0-1 0 0,1 1 1 0 0,0-1-1 0 0,0 1 0 0 0,1 0 1 0 0,10 7-2028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6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26 18255 0 0,'0'0'836'0'0,"1"-2"-18"0"0,8-22 5875 0 0,-9 40-4614 0 0,-5 27 1 0 0,-15 44-1303 0 0,11-52-349 0 0,-9 51-257 0 0,3 0 0 0 0,-5 162 0 0 0,18-221-724 0 0,-4 29 1 0 0,5-54-143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6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23263 0 0,'0'0'2113'0'0,"1"-1"-1739"0"0,26-15 183 0 0,-20 11-92 0 0,0 0 0 0 0,0 1 0 0 0,12-5 0 0 0,119-36 1753 0 0,-57 20-1791 0 0,-30 9-309 0 0,56-11-1 0 0,-87 24-510 0 0,0 0 1 0 0,0 1-1 0 0,0 1 0 0 0,0 1 0 0 0,0 1 1 0 0,24 3-1 0 0,-23 1-1815 0 0,-1 3-4316 0 0,-1 3-1923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91 16127 0 0,'-4'3'134'0'0,"-1"1"0"0"0,1-1-1 0 0,0 1 1 0 0,0 0 0 0 0,0 0 0 0 0,1 0-1 0 0,0 0 1 0 0,-1 1 0 0 0,1-1 0 0 0,1 1-1 0 0,-1 0 1 0 0,1 0 0 0 0,0 0 0 0 0,0 0-1 0 0,0 11 8548 0 0,6-11-7664 0 0,-2-3-286 0 0,1 0-601 0 0,-1 0 0 0 0,1 0-1 0 0,-1-1 1 0 0,1 1 0 0 0,0-1 0 0 0,-1 0 0 0 0,1 0 0 0 0,0 0 0 0 0,0 0 0 0 0,0 0 0 0 0,0-1-1 0 0,0 1 1 0 0,0-1 0 0 0,0 0 0 0 0,0 1 0 0 0,0-2 0 0 0,0 1 0 0 0,0 0 0 0 0,0-1 0 0 0,4 0 0 0 0,7-3-145 0 0,-1 0 1 0 0,0-1-1 0 0,16-8 1 0 0,-8 3 133 0 0,120-56 120 0 0,-62 28-2123 0 0,1 3-6780 0 0,-38 19-403 0 0</inkml:trace>
  <inkml:trace contextRef="#ctx0" brushRef="#br0" timeOffset="1">816 31 13823 0 0,'-8'38'1581'0'0,"5"-29"-108"0"0,1 0-1 0 0,0 0 1 0 0,1 0-1 0 0,0 0 1 0 0,0 0-1 0 0,1 1 1 0 0,1 8-1 0 0,-1-16-1361 0 0,0 1-1 0 0,0-1 0 0 0,1 1 1 0 0,0-1-1 0 0,-1 1 1 0 0,1-1-1 0 0,0 0 0 0 0,0 1 1 0 0,0-1-1 0 0,0 0 0 0 0,0 0 1 0 0,1 0-1 0 0,1 2 0 0 0,-1-2-225 0 0,0-1 0 0 0,-1 0 0 0 0,1 0 0 0 0,0 0-1 0 0,0 0 1 0 0,0 0 0 0 0,0 0 0 0 0,0-1 0 0 0,0 1-1 0 0,0-1 1 0 0,0 1 0 0 0,0-1 0 0 0,0 0 0 0 0,0 0-1 0 0,0 0 1 0 0,3 0 0 0 0,8-1-1416 0 0,1-4-62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3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17967 0 0,'0'0'1878'0'0,"1"-1"-1498"0"0,4-7 2269 0 0,0-1 0 0 0,9-9 0 0 0,9-2-313 0 0,3 2-1252 0 0,-16 10-956 0 0,0 1 0 0 0,0 0 0 0 0,1 1-1 0 0,0 0 1 0 0,22-7 0 0 0,-18 8-101 0 0,0 1 0 0 0,29-3 0 0 0,-40 6-24 0 0,0 1 0 0 0,0 0 0 0 0,0 0 0 0 0,0 0 0 0 0,0 0 0 0 0,0 1 0 0 0,0-1 0 0 0,0 1 1 0 0,0 0-1 0 0,0 1 0 0 0,0-1 0 0 0,0 0 0 0 0,0 1 0 0 0,-1 0 0 0 0,1 0 0 0 0,4 4 0 0 0,-7-5-2 0 0,1 1 0 0 0,-1 0 0 0 0,1 0 0 0 0,-1 0 0 0 0,0 0 0 0 0,0 0 0 0 0,0 0 0 0 0,0 0 0 0 0,-1 0 0 0 0,1 0 0 0 0,0 0 0 0 0,-1 1 0 0 0,0-1 0 0 0,1 0 0 0 0,-1 0 0 0 0,0 1 0 0 0,0-1 0 0 0,0 0 0 0 0,0 0 0 0 0,-1 4 0 0 0,-1 4 15 0 0,0 0 0 0 0,-1-1 0 0 0,-4 12 1 0 0,-2-4 10 0 0,1 1 0 0 0,-2-1 0 0 0,-1-1 0 0 0,0 0 0 0 0,-1 0 0 0 0,-21 21 0 0 0,-3-3-27 0 0,21-20 0 0 0,-18 21 0 0 0,20-20 0 0 0,9-7 0 0 0,3 2 0 0 0,1-8-6 0 0,0-2 4 0 0,0 1 0 0 0,0 0-1 0 0,0-1 1 0 0,0 1-1 0 0,0-1 1 0 0,1 1-1 0 0,-1 0 1 0 0,0-1-1 0 0,0 1 1 0 0,0 0 0 0 0,1-1-1 0 0,-1 1 1 0 0,0-1-1 0 0,1 1 1 0 0,-1-1-1 0 0,0 1 1 0 0,1-1-1 0 0,-1 1 1 0 0,1-1 0 0 0,-1 1-1 0 0,1-1 1 0 0,-1 1-1 0 0,1-1 1 0 0,0 1-1 0 0,7 5-1 0 0,0-1 0 0 0,0 0 0 0 0,0 0 0 0 0,1-1 0 0 0,0 0 0 0 0,0 0 0 0 0,18 4-1 0 0,-13-4-28 0 0,33 12 33 0 0,103 39 73 0 0,-135-48-65 0 0,1 1-1 0 0,-2 1 1 0 0,1 0-1 0 0,-1 1 1 0 0,0 0-1 0 0,-1 1 0 0 0,15 16 1 0 0,-25-23-8 0 0,1 0 0 0 0,-1 0 0 0 0,0 0 0 0 0,0 0 0 0 0,-1 0 0 0 0,1 1 0 0 0,-1-1 0 0 0,0 1 0 0 0,0-1 0 0 0,0 1 0 0 0,-1 0 0 0 0,0 0 0 0 0,0 0 0 0 0,0 0 0 0 0,0 0 0 0 0,-1 0 0 0 0,0 0 0 0 0,0 0 0 0 0,0 0 0 0 0,-1 0 0 0 0,0 0 0 0 0,1 0 0 0 0,-2 0 0 0 0,1 0 0 0 0,-1 0 0 0 0,1-1 0 0 0,-1 1 0 0 0,-1-1 0 0 0,1 1 0 0 0,-1-1 0 0 0,-5 8 0 0 0,1-4 0 0 0,-1 0 0 0 0,0 0 0 0 0,0-1 0 0 0,-1 0 0 0 0,0 0 0 0 0,0-1 0 0 0,-16 8 0 0 0,9-7 0 0 0,-1 0 0 0 0,0-2 0 0 0,-33 8 0 0 0,15-7 0 0 0,-1-1 0 0 0,0-2 0 0 0,1-1 0 0 0,-1-2 0 0 0,-59-8 0 0 0,88 7-18 0 0,1 0 0 0 0,0-1 0 0 0,0 0 0 0 0,0 0 0 0 0,0 0 0 0 0,0-1 0 0 0,1 0 0 0 0,-1 0 1 0 0,1-1-1 0 0,-7-4 0 0 0,11 7-36 0 0,1 1 0 0 0,0-1 0 0 0,-1 1 0 0 0,1-1 1 0 0,0 1-1 0 0,-1-1 0 0 0,1 1 0 0 0,0-1 0 0 0,0 0 1 0 0,-1 1-1 0 0,1-1 0 0 0,0 0 0 0 0,0 1 0 0 0,0-1 0 0 0,0 1 1 0 0,0-1-1 0 0,0 0 0 0 0,0 1 0 0 0,0-1 0 0 0,0 0 1 0 0,0 1-1 0 0,0-1 0 0 0,0 1 0 0 0,1-1 0 0 0,-1 0 0 0 0,0 1 1 0 0,0-1-1 0 0,1 1 0 0 0,-1-1 0 0 0,0 1 0 0 0,1-2 1 0 0,13-14-1445 0 0,-11 14 1022 0 0,0 0 1 0 0,0 0-1 0 0,0 0 1 0 0,1 1 0 0 0,-1 0-1 0 0,6-2 1 0 0,6 1-2148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0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42 9671 0 0,'-21'-11'17308'0'0,"21"11"-17118"0"0,1 0 1 0 0,-1-1-1 0 0,1 1 1 0 0,-1 0-1 0 0,0-1 1 0 0,1 1 0 0 0,-1 0-1 0 0,1 0 1 0 0,-1-1-1 0 0,1 1 1 0 0,-1 0-1 0 0,1 0 1 0 0,-1 0-1 0 0,1 0 1 0 0,-1 0-1 0 0,1-1 1 0 0,-1 1-1 0 0,1 0 1 0 0,0 0 0 0 0,38-1-1825 0 0,-36 1 2645 0 0,352 6 48 0 0,-318-4-1059 0 0,36 0 29 0 0,84-7 0 0 0,161-22-3745 0 0,-231 23 310 0 0,-43 6 1531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16 5063 0 0,'-6'-2'-4202'0'0,"-26"-12"29793"0"0,37 16-21308 0 0,7 4-3907 0 0,0-1-374 0 0,0-2 1 0 0,0 1-1 0 0,1-1 1 0 0,-1-1-1 0 0,1 0 0 0 0,15 0 1 0 0,-10-1-3 0 0,-1 1-1 0 0,27 7 1 0 0,-39-8 1 0 0,1 1-1 0 0,-1 0 1 0 0,0 0 0 0 0,0 0-1 0 0,0 1 1 0 0,0 0 0 0 0,0 0 0 0 0,-1 0-1 0 0,1 0 1 0 0,4 6 0 0 0,-7-7 5 0 0,0 0-1 0 0,-1 0 1 0 0,1 0 0 0 0,-1 0 0 0 0,0 1 0 0 0,0-1 0 0 0,0 0 0 0 0,0 1 0 0 0,0-1-1 0 0,0 0 1 0 0,-1 1 0 0 0,1-1 0 0 0,-1 1 0 0 0,0-1 0 0 0,0 1 0 0 0,0 0 0 0 0,0-1 0 0 0,0 1-1 0 0,0-1 1 0 0,0 1 0 0 0,-1-1 0 0 0,0 1 0 0 0,1-1 0 0 0,-3 5 0 0 0,-1 1 36 0 0,0 1 1 0 0,-1-1 0 0 0,0 0-1 0 0,0 0 1 0 0,0-1-1 0 0,-1 0 1 0 0,-8 8 0 0 0,-2 1 56 0 0,-35 24 1 0 0,-67 37-101 0 0,47-32-785 0 0,34-21 246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1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8 182 6447 0 0,'-1'-1'298'0'0,"-2"-17"516"0"0,-1-28 1 0 0,4 37 1200 0 0,1 0 0 0 0,0 1 0 0 0,1-11 0 0 0,13-52 12062 0 0,-12 85-13428 0 0,2 34-243 0 0,-2 68-1 0 0,-3-62-289 0 0,0 89 34 0 0,4 102-49 0 0,-3-225-94 0 0,1 1 1 0 0,1-1 0 0 0,0 0-1 0 0,2 0 1 0 0,0-1-1 0 0,10 23 1 0 0,-9-31-8 0 0,3-2 0 0 0,-4-9 0 0 0,-4 0 0 0 0,1 0 0 0 0,0 0 0 0 0,0-1 0 0 0,0 1 0 0 0,0 0 0 0 0,0-1 0 0 0,0 1 0 0 0,0-1-1 0 0,-1 0 1 0 0,1 0 0 0 0,0 1 0 0 0,0-1 0 0 0,-1 0 0 0 0,1-1 0 0 0,0 1 0 0 0,-1 0 0 0 0,1 0 0 0 0,-1-1 0 0 0,0 1 0 0 0,1-1 0 0 0,-1 1 0 0 0,0-1 0 0 0,1-1-1 0 0,5-7 10 0 0,-2 0-1 0 0,9-18 0 0 0,-8 14 22 0 0,15-34-34 0 0,20-74-1 0 0,-9 24-150 0 0,-16 52 125 0 0,-3 7 4 0 0,2 0-1 0 0,1 1 0 0 0,31-51 0 0 0,-45 85 27 0 0,1 0 0 0 0,0 0 0 0 0,0 1 0 0 0,7-8 0 0 0,-10 11 0 0 0,1 0 0 0 0,-1-1 0 0 0,0 1 0 0 0,1 0 0 0 0,-1-1 0 0 0,1 1 0 0 0,-1 0 0 0 0,0 0 0 0 0,1 0 0 0 0,-1-1 0 0 0,1 1 0 0 0,-1 0 0 0 0,1 0 0 0 0,-1 0 0 0 0,1 0 0 0 0,-1 0 0 0 0,1 0 0 0 0,0 0 0 0 0,0 0-2 0 0,0 1 1 0 0,0-1-1 0 0,0 1 0 0 0,0 0 1 0 0,0-1-1 0 0,0 1 0 0 0,0 0 1 0 0,0 0-1 0 0,0 0 0 0 0,0 0 0 0 0,0 0 1 0 0,0 0-1 0 0,-1 0 0 0 0,1 0 1 0 0,0 0-1 0 0,-1 0 0 0 0,1 0 1 0 0,0 2-1 0 0,9 25-30 0 0,21 135 75 0 0,-13-60-22 0 0,-13-73-18 0 0,19 75 32 0 0,-20-92-31 0 0,0-1 1 0 0,1 0-1 0 0,0 0 0 0 0,1 0 1 0 0,15 22-1 0 0,-20-32-4 0 0,1 0 0 0 0,0 0 0 0 0,-1 0 0 0 0,1 0 0 0 0,0-1 0 0 0,0 1 0 0 0,-1-1 0 0 0,1 1 0 0 0,1-1 0 0 0,-1 1 0 0 0,0-1 0 0 0,0 0 0 0 0,0 0 0 0 0,1 0 0 0 0,-1 0 0 0 0,0-1 0 0 0,1 1 0 0 0,-1-1 0 0 0,5 1 0 0 0,-4-1 0 0 0,0-1 0 0 0,0 1 0 0 0,0-1 0 0 0,0 1 0 0 0,0-1 0 0 0,0 0 0 0 0,-1 0 0 0 0,1-1 0 0 0,0 1 0 0 0,-1 0 0 0 0,1-1 0 0 0,-1 0 0 0 0,1 1 0 0 0,-1-1 0 0 0,0 0 0 0 0,2-3 0 0 0,3-2 6 0 0,-1-1 1 0 0,0 0-1 0 0,0 0 0 0 0,-1 0 1 0 0,0-1-1 0 0,-1 1 0 0 0,7-19 1 0 0,16-70 63 0 0,-21 67-63 0 0,34-172-280 0 0,-36 158-3311 0 0,-2 0-3603 0 0,-2 27-1993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61 17503 0 0,'-6'0'600'0'0,"1"0"-1"0"0,-1-1 0 0 0,0 0 1 0 0,0 0-1 0 0,-12-4 6521 0 0,31 0-6216 0 0,15-3-1232 0 0,1 1 0 0 0,0 2 0 0 0,45-4 0 0 0,1 1-2089 0 0,-41 3-616 0 0,35 1 0 0 0,-29 3-4009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6911 0 0,'36'-5'164'0'0,"17"5"4308"0"0,-37 1-1653 0 0,0-1 0 0 0,29-4-1 0 0,29-6 2423 0 0,19-4-1843 0 0,36-1-2190 0 0,-58 9-2480 0 0,-49 4-1199 0 0,0 0-6997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19 176 15663 0 0,'0'-2'1207'0'0,"0"-11"-2814"0"0,1-12 13563 0 0,1 44-9776 0 0,-2 17-1527 0 0,-7 58 0 0 0,1-39-383 0 0,5-35-180 0 0,-5 118 185 0 0,5-123-263 0 0,1-11-14 0 0,0 0-1 0 0,-1 0 1 0 0,1 0 0 0 0,1 0 0 0 0,-1 0 0 0 0,1 5-1 0 0,0-8-70 0 0,-1-2-115 0 0,10-78-613 0 0,7-32 445 0 0,-14 95 329 0 0,1 0 0 0 0,1 0 0 0 0,1 1 0 0 0,14-27 0 0 0,-8 20 74 0 0,1 1-1 0 0,1 0 1 0 0,2 1 0 0 0,-1 1-1 0 0,2 0 1 0 0,1 2 0 0 0,0 0-1 0 0,1 0 1 0 0,1 2 0 0 0,0 1-1 0 0,38-21 1 0 0,-52 32 6 0 0,-3 1-6 0 0,-1 1 0 0 0,1 0-1 0 0,-1 0 1 0 0,1 0 0 0 0,0 0-1 0 0,-1 0 1 0 0,1 0 0 0 0,0 1-1 0 0,4-1 1 0 0,-6 1 289 0 0,-1 11-112 0 0,-1-5-167 0 0,-1-1 0 0 0,0 1 0 0 0,0-1 0 0 0,0 0 0 0 0,0 1-1 0 0,-6 6 1 0 0,-21 31 142 0 0,19-29-148 0 0,-15 18-13 0 0,11-14-5 0 0,-13 18 0 0 0,24-31-30 0 0,0 1 1 0 0,1-1 0 0 0,-1 0-1 0 0,1 1 1 0 0,0-1-1 0 0,0 1 1 0 0,1 0-1 0 0,-2 10 1 0 0,4-1-4 0 0,3-12 0 0 0,-3-1 0 0 0,2 0-5 0 0,0 1 0 0 0,0 0 1 0 0,0-1-1 0 0,0 1 0 0 0,0-1 0 0 0,1 0 0 0 0,-1 0 1 0 0,1 0-1 0 0,-1-1 0 0 0,1 1 0 0 0,0-1 0 0 0,-1 0 1 0 0,5 1-1 0 0,9 1-51 0 0,30 1-1 0 0,-18-2 25 0 0,-7 1 21 0 0,-2-2-3 0 0,0 2 0 0 0,21 5 0 0 0,-36-7 12 0 0,0 0 1 0 0,-1 1-1 0 0,1 0 0 0 0,-1 0 1 0 0,1 0-1 0 0,-1 0 0 0 0,0 1 1 0 0,0-1-1 0 0,0 1 1 0 0,0 0-1 0 0,0 0 0 0 0,-1 1 1 0 0,7 7-1 0 0,-8-9 15 0 0,-1 1-1 0 0,0 0 1 0 0,1 0 0 0 0,-1 0-1 0 0,0 0 1 0 0,0 0 0 0 0,-1 0-1 0 0,1 0 1 0 0,-1 1 0 0 0,0-1 0 0 0,1 0-1 0 0,-1 0 1 0 0,-1 0 0 0 0,1 1-1 0 0,0-1 1 0 0,-1 0 0 0 0,0 0-1 0 0,1 0 1 0 0,-1 0 0 0 0,-2 5-1 0 0,0-1 26 0 0,-1 0-1 0 0,1-1 1 0 0,-1 1 0 0 0,0-1-1 0 0,0 0 1 0 0,-1 0-1 0 0,-9 9 1 0 0,2-4-10 0 0,-2-1 1 0 0,0 0-1 0 0,0-1 0 0 0,0-1 1 0 0,-1 0-1 0 0,-1-1 1 0 0,1 0-1 0 0,-18 4 1 0 0,22-9-126 0 0,0 0-1 0 0,-11 1 1 0 0,-7 1-1293 0 0,27-4 268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3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26263 0 0,'0'0'3311'0'0,"11"4"-1849"0"0,0 0-1308 0 0,-2 1 0 0 0,1 0 0 0 0,0 0 0 0 0,8 8 0 0 0,-7-5-2 0 0,1-1 1 0 0,16 8-1 0 0,31 15-152 0 0,-38-18 0 0 0,24 10 0 0 0,-40-21-13 0 0,0 1 0 0 0,0 1 0 0 0,0-1 1 0 0,0 1-1 0 0,-1-1 0 0 0,1 1 0 0 0,-1 1 0 0 0,0-1 0 0 0,0 1 1 0 0,6 6-1 0 0,-6 0 2 0 0,-4-8 13 0 0,0 1 1 0 0,0-1-1 0 0,0 0 1 0 0,-1 1-1 0 0,1-1 1 0 0,-1 0-1 0 0,0 0 0 0 0,1 1 1 0 0,-1-1-1 0 0,0 0 1 0 0,0 0-1 0 0,0 0 1 0 0,-1 0-1 0 0,1 0 1 0 0,-1 0-1 0 0,1 0 0 0 0,-3 2 1 0 0,-4 4 23 0 0,0-2-1 0 0,-16 12 1 0 0,6-5 0 0 0,-2 1 25 0 0,-1 0 0 0 0,-30 14 0 0 0,17-10-63 0 0,26-13-186 0 0,1-1 1 0 0,0 1-1 0 0,-12 12 0 0 0,19-16 110 0 0,-1-1 1 0 0,1 0-1 0 0,0 1 0 0 0,0-1 0 0 0,0 0 0 0 0,0 0 0 0 0,0 1 0 0 0,-1-1 0 0 0,1 0 0 0 0,0 1 0 0 0,0-1 0 0 0,0 0 1 0 0,0 1-1 0 0,0-1 0 0 0,0 0 0 0 0,0 1 0 0 0,0-1 0 0 0,0 0 0 0 0,0 1 0 0 0,0-1 0 0 0,1 0 0 0 0,-1 1 0 0 0,0-1 0 0 0,0 1 1 0 0,0-1-221 0 0,3 7-1172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6447 0 0,'0'-17'1392'0'0,"4"-23"0"0"0,7-15 10894 0 0,-10 52-11440 0 0,1-7 702 0 0,7-28 5831 0 0,-7 40-7039 0 0,0 2-256 0 0,0 0 1 0 0,0 1 0 0 0,-1-1 0 0 0,1 0 0 0 0,-1 1-1 0 0,0-1 1 0 0,0 1 0 0 0,1 7 0 0 0,0 43 94 0 0,-2-28-96 0 0,4 51-54 0 0,2 0 1 0 0,20 85-1 0 0,14-4-29 0 0,-32-136 0 0 0,0 0 0 0 0,2 0 0 0 0,0-1 0 0 0,22 35 0 0 0,-10-33 4 0 0,-21-24-3 0 0,1 0 0 0 0,-1 0 1 0 0,0 0-1 0 0,0-1 0 0 0,0 1 0 0 0,0 0 0 0 0,0-1 0 0 0,0 1 1 0 0,0 0-1 0 0,1-1 0 0 0,-1 1 0 0 0,0-1 0 0 0,0 0 0 0 0,-1 1 1 0 0,1-1-1 0 0,1-1 0 0 0,-2 2-1 0 0,3-2 0 0 0,-1 0 0 0 0,1-1 0 0 0,-1 1 0 0 0,0-1 0 0 0,0 1 0 0 0,0-1 0 0 0,0 0 0 0 0,-1 0 0 0 0,1 0 0 0 0,1-4 0 0 0,10-35 0 0 0,-8 25 0 0 0,25-80 0 0 0,63-179 0 0 0,-88 264 0 0 0,-2 3 0 0 0,1 1 0 0 0,-1 0 0 0 0,1 0 0 0 0,1 0 0 0 0,0 1 0 0 0,0-1 0 0 0,10-10 0 0 0,-15 17 0 0 0,0 1 0 0 0,0 0 0 0 0,1 0 0 0 0,-1-1 0 0 0,0 1 0 0 0,0 0 0 0 0,1 0 0 0 0,-1 0 0 0 0,0 0 0 0 0,0-1 0 0 0,1 1 0 0 0,-1 0 0 0 0,0 0 0 0 0,0 0 0 0 0,1 0 0 0 0,-1 0 0 0 0,0 0 0 0 0,1 0 0 0 0,-1 0 0 0 0,0 0 0 0 0,0 0 0 0 0,1 0 0 0 0,-1 0 0 0 0,0 0 0 0 0,1 0 0 0 0,0 1 0 0 0,1 0 0 0 0,-1 0 0 0 0,0 0 0 0 0,0 0 0 0 0,1 1 0 0 0,-1-1 0 0 0,0 0 0 0 0,0 1 0 0 0,0-1 0 0 0,0 1 0 0 0,-1-1 0 0 0,1 1 0 0 0,0-1 0 0 0,-1 1 0 0 0,1-1 0 0 0,-1 1 0 0 0,1 1 0 0 0,5 34 0 0 0,-5-33 0 0 0,-1-2 0 0 0,26 171 0 0 0,-19-137 0 0 0,2 0 0 0 0,24 60 0 0 0,-30-90 0 0 0,0 0 0 0 0,0 0 0 0 0,0 0 0 0 0,1 0 0 0 0,0-1 0 0 0,0 0 0 0 0,1 0 0 0 0,-1 0 0 0 0,1 0 0 0 0,0-1 0 0 0,10 8 0 0 0,-11-10 0 0 0,-1 0 0 0 0,0-1 0 0 0,1 1 0 0 0,0 0 0 0 0,-1-1 0 0 0,1 0 0 0 0,0 0 0 0 0,0 0 0 0 0,0 0 0 0 0,0-1 0 0 0,0 1 0 0 0,0-1 0 0 0,0 0 0 0 0,0 0 0 0 0,0-1 0 0 0,0 1 0 0 0,0-1 0 0 0,-1 0 0 0 0,1 0 0 0 0,0 0 0 0 0,3-2 0 0 0,2-1 0 0 0,-1-1 0 0 0,0 0 0 0 0,0 0 0 0 0,0-1 0 0 0,-1 0 0 0 0,1-1 0 0 0,-2 1 0 0 0,12-15 0 0 0,3-6 0 0 0,18-35 0 0 0,-25 39 0 0 0,5-9-29 0 0,-1-2-1 0 0,13-37 1 0 0,19-73-91 0 0,-45 127-312 0 0,6-32 1 0 0,-10 44 88 0 0,0-1 0 0 0,-1 0 1 0 0,0 0-1 0 0,0 0 0 0 0,-1 0 0 0 0,1 0 1 0 0,-1 1-1 0 0,0-1 0 0 0,-3-8 0 0 0,-6-5-1726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4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59 4607 0 0,'-9'-8'22816'0'0,"16"6"-22713"0"0,-6 2 502 0 0,40-9-295 0 0,0 2 1 0 0,0 2-1 0 0,42 0 0 0 0,-65 4-243 0 0,37-2-38 0 0,111-10-1405 0 0,-122 7 627 0 0</inkml:trace>
  <inkml:trace contextRef="#ctx0" brushRef="#br0" timeOffset="1">943 39 16127 0 0,'0'0'1242'0'0,"2"1"-812"0"0,2 0-282 0 0,0-1 0 0 0,-1 1 0 0 0,1-1 0 0 0,0 1-1 0 0,4-2 1 0 0,38-5 5582 0 0,-8 1-2502 0 0,42-3-1406 0 0,42-3-446 0 0,-61 13-4243 0 0,-44-1-657 0 0,26 8-1 0 0,-10 0-5482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12439 0 0,'2'1'4795'0'0,"1"1"-3589"0"0,0 1 1 0 0,0-1-1 0 0,0 1 0 0 0,-1-1 1 0 0,1 1-1 0 0,-1 0 0 0 0,1 0 1 0 0,-1 0-1 0 0,3 5 0 0 0,-3-2-502 0 0,1 0 0 0 0,-1 0 0 0 0,1 1-1 0 0,1 11 1 0 0,-1 3-1029 0 0,-1 1 0 0 0,-1 30 0 0 0,-2-35 1196 0 0,3 42-829 0 0,-2 42-29 0 0,-1-96-13 0 0,-1-9 0 0 0,0-6 0 0 0,2 4 0 0 0,0 0 0 0 0,0 1 0 0 0,1-1 0 0 0,0 0 0 0 0,0 1 0 0 0,0-1 0 0 0,1 1 0 0 0,0-1 0 0 0,0 1 0 0 0,3-6 0 0 0,6-8 0 0 0,16-24 0 0 0,-8 14 0 0 0,-13 19 0 0 0,69-106 0 0 0,-63 100 0 0 0,1 0 0 0 0,0 1 0 0 0,1 1 0 0 0,28-23 0 0 0,-40 36 0 0 0,0-1 0 0 0,0 1 0 0 0,0 0 0 0 0,0-1 0 0 0,0 1 0 0 0,0 0 0 0 0,0 0 0 0 0,0 1 0 0 0,1-1 0 0 0,-1 0 0 0 0,0 1 0 0 0,0-1 0 0 0,1 1 0 0 0,-1 0 0 0 0,0 0 0 0 0,4 0 0 0 0,-4 0 0 0 0,-1 1 0 0 0,1 0 0 0 0,0-1 0 0 0,-1 1 0 0 0,1 0 0 0 0,0 0 0 0 0,-1 0 0 0 0,1 0 0 0 0,-1 0 0 0 0,0 0 0 0 0,1 0 0 0 0,-1 1 0 0 0,0-1 0 0 0,0 1 0 0 0,0-1 0 0 0,0 1 0 0 0,0-1 0 0 0,0 1 0 0 0,0-1 0 0 0,1 4 0 0 0,2 7 0 0 0,0 0 0 0 0,0 1 0 0 0,-2-1 0 0 0,1 1 0 0 0,0 21 0 0 0,2 11 0 0 0,4 0-635 0 0,3 0 1 0 0,25 64-1 0 0,-36-107 322 0 0,5 13-436 0 0,-2-9-3160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5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20271 0 0,'0'0'928'0'0,"7"4"308"0"0,-1-2-1101 0 0,1 0-1 0 0,-1 0 0 0 0,1-1 1 0 0,7 1-1 0 0,6 0 3043 0 0,24-2 1 0 0,-4 0-1346 0 0,17-2-1385 0 0,1-1 1 0 0,77-16-1 0 0,-26 3-1796 0 0,-75 12-267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6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25 20735 0 0,'0'0'1595'0'0,"-2"0"-1031"0"0,-6-3 3232 0 0,10 2-2628 0 0,23-5-765 0 0,0 1 1 0 0,0 1-1 0 0,35-2 1 0 0,78 7 436 0 0,-108 0-1105 0 0,349 12 804 0 0,-254-12-3443 0 0,2-1-4336 0 0,-52-2-1571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6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12 25455 0 0,'-12'-3'552'0'0,"0"0"0"0"0,0 1 0 0 0,0 1 0 0 0,-18 0 0 0 0,27 1-550 0 0,-11-2 68 0 0,13 2 247 0 0,11 4 230 0 0,7 1-525 0 0,0-1-1 0 0,18 3 0 0 0,14 2-253 0 0,-5 1 66 0 0,-21-6 17 0 0,28 9 0 0 0,-46-11 130 0 0,1 0-1 0 0,0 1 0 0 0,0-1 1 0 0,-1 1-1 0 0,1 0 1 0 0,-1 1-1 0 0,0-1 0 0 0,0 1 1 0 0,6 7-1 0 0,-3-2-28 0 0,-5 1 53 0 0,-4-7 16 0 0,1-1 0 0 0,0 0 0 0 0,-1 1-1 0 0,0-1 1 0 0,0 0 0 0 0,0 0 0 0 0,0 1-1 0 0,0-1 1 0 0,0 0 0 0 0,0 0-1 0 0,-1 0 1 0 0,1 0 0 0 0,-1 0 0 0 0,1-1-1 0 0,-1 1 1 0 0,0 0 0 0 0,0-1 0 0 0,-3 3-1 0 0,-5 3 138 0 0,0-1-1 0 0,-15 7 0 0 0,23-12-136 0 0,-37 16 345 0 0,-67 21 1 0 0,71-28-1315 0 0,1 2 0 0 0,0 1 0 0 0,-32 18 0 0 0,54-22-865 0 0,10 2-11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9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14 14743 0 0,'-7'-3'325'0'0,"0"0"0"0"0,-15-3-1 0 0,-2 4 1317 0 0,10 6 2422 0 0,14-3-3554 0 0,-1-1 1 0 0,0 1-1 0 0,0 0 1 0 0,0-1 0 0 0,0 1-1 0 0,1 0 1 0 0,-1 0 0 0 0,0 0-1 0 0,1-1 1 0 0,-1 1 0 0 0,0 1-1 0 0,-7 20 673 0 0,7-20-841 0 0,-3 18 9 0 0,0 1 0 0 0,1 0 0 0 0,2-1 0 0 0,0 1 0 0 0,3 30 0 0 0,-1-4-161 0 0,-2 40-15 0 0,5 0-1 0 0,19 117 0 0 0,-20-190-145 0 0,9 27-1 0 0,-10-36-19 0 0,0 0 0 0 0,1-1 1 0 0,-1 1-1 0 0,1 0 0 0 0,0-1 0 0 0,0 1 0 0 0,0-1 0 0 0,6 6 0 0 0,-9-9-7 0 0,1-1-1 0 0,-1 0 0 0 0,0 1 0 0 0,0-1 1 0 0,1 0-1 0 0,-1 1 0 0 0,0-1 0 0 0,1 0 1 0 0,-1 0-1 0 0,0 1 0 0 0,1-1 0 0 0,-1 0 0 0 0,1 0 1 0 0,-1 0-1 0 0,0 1 0 0 0,1-1 0 0 0,-1 0 1 0 0,1 0-1 0 0,-1 0 0 0 0,1 0 0 0 0,-1 0 1 0 0,1 0-1 0 0,-1 0 0 0 0,0 0 0 0 0,1 0 1 0 0,-1 0-1 0 0,1 0 0 0 0,-1 0 0 0 0,1 0 1 0 0,-1 0-1 0 0,0-1 0 0 0,1 1 0 0 0,-1 0 1 0 0,1 0-1 0 0,-1 0 0 0 0,0-1 0 0 0,1 1 1 0 0,-1 0-1 0 0,1-1 0 0 0,0 1 1 0 0,1-2-1 0 0,1 0 0 0 0,-1 1 0 0 0,1-1 0 0 0,-1 0 0 0 0,1 0 0 0 0,-1 0 0 0 0,0-1 0 0 0,0 1 0 0 0,0 0 0 0 0,0-1 0 0 0,-1 0 0 0 0,2-2 0 0 0,17-39 0 0 0,-11 22 0 0 0,58-163 2 0 0,-20 46-4 0 0,-35 110-22 0 0,1 1 0 0 0,27-45 0 0 0,-38 70 24 0 0,0 1 0 0 0,0-1 0 0 0,-1 1 0 0 0,1 0 0 0 0,1-1 0 0 0,-1 1 0 0 0,0 0 0 0 0,1 0 0 0 0,-1 1 0 0 0,3-3 0 0 0,-4 4 0 0 0,0 0 0 0 0,0-1 0 0 0,0 1 0 0 0,0 0 0 0 0,0 0 0 0 0,0-1 0 0 0,0 1 0 0 0,0 0 0 0 0,0 0 0 0 0,-1 0 0 0 0,1 0 0 0 0,0 1 0 0 0,0-1 0 0 0,0 0 0 0 0,0 0 0 0 0,0 0 0 0 0,0 1 0 0 0,0-1 0 0 0,0 0 0 0 0,-1 1 0 0 0,1-1 0 0 0,0 1 0 0 0,0-1 0 0 0,0 1 0 0 0,-1 0 0 0 0,1-1 0 0 0,0 1 0 0 0,-1-1 0 0 0,1 1 0 0 0,0 0 0 0 0,-1 0 0 0 0,1 0 0 0 0,-1-1 0 0 0,1 1 0 0 0,0 1 0 0 0,3 8 0 0 0,1 1 1 0 0,-2-1-1 0 0,1 0 0 0 0,-1 1 1 0 0,-1 0-1 0 0,3 21 0 0 0,-2-8 9 0 0,12 85 43 0 0,18 90 9 0 0,-28-180-61 0 0,1 1 1 0 0,1-1-1 0 0,0 1 1 0 0,2-2-1 0 0,0 1 1 0 0,1-2-1 0 0,20 29 1 0 0,-27-43-1 0 0,0 0 0 0 0,0 1 0 0 0,0-1 0 0 0,0 0 0 0 0,1-1 0 0 0,0 1 0 0 0,-1-1 0 0 0,1 1 0 0 0,0-1 0 0 0,0 0 0 0 0,0 0 0 0 0,0-1 0 0 0,0 1 0 0 0,1-1 0 0 0,8 1 0 0 0,-10-1 0 0 0,0-1 0 0 0,0 0 0 0 0,0 0 0 0 0,0-1 0 0 0,0 1 0 0 0,0 0 0 0 0,0-1 0 0 0,-1 0 0 0 0,1 0 0 0 0,0 0 0 0 0,0 0 0 0 0,0 0 0 0 0,-1-1 0 0 0,1 1 0 0 0,-1-1 0 0 0,1 1 0 0 0,-1-1 0 0 0,1 0 0 0 0,-1 0 0 0 0,0 0 0 0 0,0 0 0 0 0,0-1 0 0 0,0 1 0 0 0,2-4 0 0 0,3-8 29 0 0,1 1 0 0 0,-2-1-1 0 0,0 0 1 0 0,5-22 0 0 0,12-63 92 0 0,-18 71-101 0 0,18-85-5 0 0,32-148-1890 0 0,-39 208-1941 0 0,-12 35-5921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9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78 21655 0 0,'0'0'2253'0'0,"2"-1"-2135"0"0,33-7 1459 0 0,53-16 2602 0 0,-55 13-3899 0 0,54-11 1 0 0,-5 10-2954 0 0,-66 13 1115 0 0,-1 3-59 0 0</inkml:trace>
  <inkml:trace contextRef="#ctx0" brushRef="#br0" timeOffset="1">1 282 17967 0 0,'0'0'1878'0'0,"1"0"-1510"0"0,13-1 2311 0 0,0 0 0 0 0,18-4 0 0 0,60-18-1490 0 0,-49 11-874 0 0,35-14-2441 0 0,-46 14-5745 0 0,-14 6-647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4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27007 0 0,'0'0'2891'0'0,"2"0"-2801"0"0,34-7-233 0 0,46-6 130 0 0,-25 8-34 0 0,17-2-2601 0 0,84 4-1 0 0,-108 6 176 0 0</inkml:trace>
  <inkml:trace contextRef="#ctx0" brushRef="#br0" timeOffset="1">1152 124 7367 0 0,'50'17'2684'0'0,"-34"-12"387"0"0,1-2 0 0 0,0 0 1 0 0,0-1-1 0 0,0 0 0 0 0,24-2 0 0 0,-3-4-327 0 0,-1-5-4106 0 0,173-51-483 0 0,-169 52-43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5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658 202 21567 0 0,'-3'-3'180'0'0,"1"0"0"0"0,-1-1 0 0 0,1 1 0 0 0,0-1 0 0 0,-1 0 0 0 0,2 1 0 0 0,-1-1 0 0 0,0 0 0 0 0,1 0 0 0 0,0 0 0 0 0,0 0 0 0 0,-1-6 0 0 0,-9-23 339 0 0,5 19 160 0 0,-1 1 0 0 0,0 1 1 0 0,-1-1-1 0 0,-14-16 0 0 0,19 25-478 0 0,0 1-1 0 0,-1 0 0 0 0,0 0 1 0 0,1 0-1 0 0,-1 0 0 0 0,0 0 1 0 0,-8-3-1 0 0,9 5-125 0 0,1 0 0 0 0,-1 0 0 0 0,0 0 0 0 0,0 1 0 0 0,0-1 0 0 0,0 1 0 0 0,1-1 0 0 0,-1 1 0 0 0,0 0 0 0 0,0 0 0 0 0,0 1 0 0 0,0-1 0 0 0,0 1 0 0 0,-2 0 0 0 0,1 0-32 0 0,1 1 0 0 0,0-1 0 0 0,0 1 0 0 0,0 0 1 0 0,0 0-1 0 0,1 0 0 0 0,-1 0 0 0 0,0 0 0 0 0,1 1 0 0 0,0-1 1 0 0,-1 1-1 0 0,1-1 0 0 0,0 1 0 0 0,0 0 0 0 0,-2 5 0 0 0,-3 5 42 0 0,1 0 0 0 0,-5 18 0 0 0,10-30-78 0 0,-19 62 89 0 0,2 2 0 0 0,3 0 1 0 0,-11 104-1 0 0,8 16 113 0 0,-26 293 97 0 0,25-280-152 0 0,-88 381 1 0 0,69-455-127 0 0,31-106-22 0 0,-1 1-1 0 0,-1-2 1 0 0,-1 1-1 0 0,-15 21 1 0 0,-5-8-53 0 0,29-31 6 0 0,0 0 0 0 0,0 0 0 0 0,1 0 0 0 0,-1 0 0 0 0,0 0-1 0 0,0 0 1 0 0,0 0 0 0 0,0 0 0 0 0,0 0 0 0 0,0 0 0 0 0,0-1 0 0 0,0 1-1 0 0,0 0 1 0 0,1 0 0 0 0,-1-1 0 0 0,0 1 0 0 0,0-1 0 0 0,0 1-1 0 0,1-1 1 0 0,-1 1 0 0 0,-1-2 0 0 0,2 1-35 0 0,-1 0 0 0 0,0 1 0 0 0,1-1 0 0 0,-1 0 0 0 0,0 0 1 0 0,1 0-1 0 0,0 0 0 0 0,-1 0 0 0 0,1 0 0 0 0,-1 0 0 0 0,1 0 0 0 0,0-1 0 0 0,0 1 0 0 0,0 0 0 0 0,0 0 0 0 0,0 0 0 0 0,0 0 0 0 0,0 0 1 0 0,0-2-1 0 0,6-22-1681 0 0,-5 22 1585 0 0,9-27-1517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5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47 16127 0 0,'-1'-2'437'0'0,"1"2"-372"0"0,0-1 1 0 0,0 1-1 0 0,-1-1 1 0 0,1 1 0 0 0,0-1-1 0 0,0 1 1 0 0,8-13 10741 0 0,-8 13-10609 0 0,7 9 2044 0 0,2 15-1950 0 0,-3 6 97 0 0,-1 0 1 0 0,-2 0-1 0 0,0 49 1 0 0,-3-68-367 0 0,-14 323 369 0 0,6-228-376 0 0,6-67 5 0 0,-2-1 1 0 0,-15 60-1 0 0,19-97-21 0 0,0-1-1 0 0,0 0 1 0 0,0 1 0 0 0,0-1 0 0 0,0 0-1 0 0,0 1 1 0 0,0-1 0 0 0,-1 0-1 0 0,1 1 1 0 0,0-1 0 0 0,0 0 0 0 0,0 1-1 0 0,0-1 1 0 0,-1 0 0 0 0,1 1 0 0 0,0-1-1 0 0,0 0 1 0 0,-1 0 0 0 0,1 1-1 0 0,0-1 1 0 0,0 0 0 0 0,-1 0 0 0 0,1 1-1 0 0,0-1 1 0 0,-1 0 0 0 0,1 0-1 0 0,0 0 1 0 0,-1 0 0 0 0,1 0 0 0 0,0 1-1 0 0,-1-1 1 0 0,1 0 0 0 0,0 0-1 0 0,-1 0 1 0 0,1 0 0 0 0,-1 0 0 0 0,1 0-1 0 0,0 0 1 0 0,-1 0 0 0 0,1 0-1 0 0,0 0 1 0 0,-1-1 0 0 0,1 1 0 0 0,0 0-1 0 0,-1 0 1 0 0,1 0 0 0 0,0 0 0 0 0,-1 0-1 0 0,1-1 1 0 0,0 1 0 0 0,-1 0-1 0 0,1 0 1 0 0,0-1 0 0 0,0 1 0 0 0,-1 0-1 0 0,1 0 1 0 0,0-1 0 0 0,0 1-1 0 0,0 0 1 0 0,-1-1 0 0 0,1 1 0 0 0,0 0-1 0 0,0-1 1 0 0,0 1-1 0 0,-3-5-31 0 0,0 1-1 0 0,1-1 1 0 0,-1 0-1 0 0,1 0 1 0 0,0 0-1 0 0,1 0 1 0 0,-1 0-1 0 0,0-8 1 0 0,-4-44-161 0 0,5 15 77 0 0,2-1 0 0 0,2 0 0 0 0,1 1 0 0 0,15-58 0 0 0,-4 44-61 0 0,2 0-1 0 0,40-88 1 0 0,-56 141 177 0 0,47-93 178 0 0,-40 82-130 0 0,0 1-1 0 0,1 0 0 0 0,1 0 0 0 0,18-19 1 0 0,-23 28 1 0 0,0 0 1 0 0,0 1-1 0 0,1-1 1 0 0,0 1-1 0 0,-1 1 1 0 0,1-1-1 0 0,0 1 1 0 0,8-3-1 0 0,-3 2 20 0 0,1 0 0 0 0,0 1 0 0 0,17-1 0 0 0,-22 3-63 0 0,0 0 0 0 0,-1 1 0 0 0,1 0 1 0 0,0 0-1 0 0,-1 0 0 0 0,0 1 0 0 0,1 0 0 0 0,-1 0 0 0 0,0 1 1 0 0,0-1-1 0 0,0 2 0 0 0,10 5 0 0 0,-14-7-4 0 0,0-1-1 0 0,1 1 1 0 0,-1 0-1 0 0,0 0 1 0 0,0 0-1 0 0,0 1 1 0 0,0-1-1 0 0,0 0 1 0 0,-1 1 0 0 0,1-1-1 0 0,-1 1 1 0 0,1-1-1 0 0,-1 1 1 0 0,0 0-1 0 0,0 0 1 0 0,0-1-1 0 0,-1 1 1 0 0,1 0-1 0 0,0 0 1 0 0,-1 0 0 0 0,0 0-1 0 0,0 0 1 0 0,0 0-1 0 0,0 0 1 0 0,0 0-1 0 0,-1 0 1 0 0,1 0-1 0 0,-1-1 1 0 0,0 1-1 0 0,-1 4 1 0 0,-4 7 14 0 0,0-2 1 0 0,-1 1-1 0 0,-1 0 1 0 0,0-1-1 0 0,0-1 0 0 0,-13 15 1 0 0,-4-1 48 0 0,-38 30 0 0 0,-55 38-1761 0 0,105-82-1045 0 0,3 2-7459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51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467 276 1839 0 0,'0'0'83'0'0,"1"-2"-6"0"0,2 1-40 0 0,0-2-116 0 0,4-12 1012 0 0,-3-1 12698 0 0,-7 5-5169 0 0,2 10-8128 0 0,0 1 0 0 0,0-1 0 0 0,0 0-1 0 0,0 0 1 0 0,0 1 0 0 0,0-1 0 0 0,0 1 0 0 0,0-1 0 0 0,0 1-1 0 0,0 0 1 0 0,0-1 0 0 0,-1 1 0 0 0,1 0 0 0 0,0 0 0 0 0,0 0-1 0 0,0 0 1 0 0,-2 0 0 0 0,-4 0-250 0 0,-1 1 0 0 0,1 0 0 0 0,0 0 0 0 0,1 1 0 0 0,-13 4 0 0 0,-20 12 156 0 0,2 1 0 0 0,1 2-1 0 0,-59 44 1 0 0,72-47-214 0 0,0 1 0 0 0,2 1 0 0 0,-28 31-1 0 0,37-37-73 0 0,2 1 0 0 0,-1 0 0 0 0,2 0 0 0 0,0 1 0 0 0,0 0 0 0 0,-10 30 0 0 0,18-42-19 0 0,0 0 1 0 0,0-1-1 0 0,1 1 1 0 0,-1 0-1 0 0,1 0 1 0 0,0 0-1 0 0,0 0 1 0 0,1 4-1 0 0,-1-7 43 0 0,0-1 1 0 0,0 1-1 0 0,1-1 0 0 0,-1 1 0 0 0,0-1 1 0 0,1 1-1 0 0,-1-1 0 0 0,0 0 0 0 0,1 1 1 0 0,-1-1-1 0 0,1 1 0 0 0,-1-1 0 0 0,1 0 1 0 0,-1 1-1 0 0,0-1 0 0 0,1 0 0 0 0,-1 0 1 0 0,1 0-1 0 0,0 1 0 0 0,-1-1 0 0 0,1 0 1 0 0,-1 0-1 0 0,1 0 0 0 0,0 0 0 0 0,13 2-335 0 0,-5-3 213 0 0,0 0 0 0 0,-1 0 0 0 0,1-1-1 0 0,0 0 1 0 0,0-1 0 0 0,-1 0 0 0 0,0 0 0 0 0,1-1 0 0 0,-1 0 0 0 0,0 0 0 0 0,-1-1 0 0 0,1 0 0 0 0,-1 0 0 0 0,10-10 0 0 0,6-7-22 0 0,-1-1 1 0 0,32-44-1 0 0,-28 30 215 0 0,-2 0-1 0 0,-2-2 0 0 0,20-45 0 0 0,39-129 1312 0 0,-78 204-1129 0 0,-1 0 0 0 0,1-1-1 0 0,-1 1 1 0 0,1-19 0 0 0,-4 24 474 0 0,-1 5-298 0 0,-5 11-209 0 0,-5 20-273 0 0,6-11 91 0 0,2 1 1 0 0,0-1-1 0 0,-1 33 1 0 0,4 66-20 0 0,2-94-474 0 0,8 43 1 0 0,-7-55-151 0 0,1-1-1 0 0,1 0 1 0 0,0-1-1 0 0,1 1 1 0 0,6 12 0 0 0,-7-20-107 0 0,-1 0 1 0 0,0 0 0 0 0,1 0-1 0 0,0-1 1 0 0,0 0-1 0 0,8 6 1 0 0,-2-1-1632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5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1 262 18575 0 0,'36'-133'2008'0'0,"-35"129"-1274"0"0,0 0-1 0 0,1-1 0 0 0,0 1 0 0 0,-1 0 1 0 0,2-1-1 0 0,-1 1 0 0 0,5-7 3122 0 0,-6 14-2992 0 0,4 11-506 0 0,-1 0 1 0 0,0 0 0 0 0,-2 0 0 0 0,1 1-1 0 0,0 22 1 0 0,-5 78-394 0 0,0-74 184 0 0,-1 27-135 0 0,-1 37 18 0 0,11 146 0 0 0,-5-236-31 0 0,0 1 0 0 0,0-1 0 0 0,2 0 0 0 0,0 0 0 0 0,1 0 0 0 0,0 0 0 0 0,1-1 0 0 0,9 16 0 0 0,-14-28 0 0 0,0 0 0 0 0,0 0 0 0 0,0-1 0 0 0,1 1 0 0 0,-1 0 0 0 0,0-1 0 0 0,1 1 0 0 0,-1-1 0 0 0,1 0 0 0 0,0 1 0 0 0,-1-1 0 0 0,1 0 0 0 0,0 0 0 0 0,0 0 0 0 0,0 0 0 0 0,4 1 0 0 0,2-3 0 0 0,-5-1 0 0 0,-1 0 0 0 0,1 0 0 0 0,-1 0 0 0 0,0 0 0 0 0,1 0 0 0 0,-1-1 0 0 0,0 1 0 0 0,0-1 0 0 0,-1 1 0 0 0,1-1 0 0 0,-1 1 0 0 0,1-1 0 0 0,1-6 0 0 0,3-6 0 0 0,4-24 0 0 0,-4 18 0 0 0,62-232-11 0 0,82-248-86 0 0,-140 478-1172 0 0,20-38-1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7:5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92 24623 0 0,'-9'1'2620'0'0,"3"-2"-639"0"0,8 0-1335 0 0,15-4-163 0 0,0 1 0 0 0,0 0 1 0 0,34-2-1 0 0,-22 3-424 0 0,125-13 50 0 0,96-15 55 0 0,-142 17-2520 0 0,1 7-4625 0 0,-67 7-2818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8:07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16559 0 0,'0'-12'1763'0'0,"3"3"2225"0"0,8 14-1179 0 0,-5 1-2554 0 0,0 1-1 0 0,-1 0 1 0 0,-1 1 0 0 0,1-1-1 0 0,-1 1 1 0 0,0 0-1 0 0,-1 0 1 0 0,0 0 0 0 0,2 9-1 0 0,3 12 86 0 0,4 41-1 0 0,-2 51 44 0 0,0-3-47 0 0,-9-112-280 0 0,0-1 0 0 0,0 0 1 0 0,1 1-1 0 0,-1-1 0 0 0,1 0 0 0 0,5 9 0 0 0,-6-12 167 0 0,0-2-184 0 0,1-1 0 0 0,-1 1 0 0 0,1-1-1 0 0,-1 1 1 0 0,1-1 0 0 0,-1 1 0 0 0,1-1 0 0 0,-1 1 0 0 0,0-1-1 0 0,0 0 1 0 0,1 0 0 0 0,-1 0 0 0 0,2-2 0 0 0,15-15 259 0 0,-15 14-227 0 0,14-18 124 0 0,-1-1 0 0 0,-1-1 0 0 0,15-29-1 0 0,-22 37-166 0 0,83-186 117 0 0,-36 73-90 0 0,-23 68-1130 0 0,-32 60 550 0 0,4 2-2028 0 0,-2 0 2118 0 0,-1-1 1 0 0,1 1-1 0 0,-1 0 1 0 0,1 0-1 0 0,-1 0 1 0 0,1 0-1 0 0,-1 1 0 0 0,1-1 1 0 0,-1 0-1 0 0,0 1 1 0 0,2 1-1 0 0,0 5-1973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8:07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90 136 10591 0 0,'-3'0'221'0'0,"-50"-1"1801"0"0,20-6 9440 0 0,40 2-10003 0 0,-2 2-1231 0 0,1-1-1 0 0,0 1 1 0 0,0 0-1 0 0,0 1 1 0 0,0 0-1 0 0,13-3 1 0 0,5-2 15 0 0,46-16-59 0 0,96-19 0 0 0,-115 30-933 0 0,-36 8 188 0 0,-1 0 0 0 0,1 1 0 0 0,0 1 0 0 0,0 0 0 0 0,0 1 0 0 0,0 1 0 0 0,16 1 0 0 0,-5 4-1626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8:08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83 5983 0 0,'-3'-3'95'0'0,"-1"-16"16268"0"0,11 14-15111 0 0,-1 0-651 0 0,73-23 2343 0 0,-38 14-2367 0 0,-20 8-306 0 0,-19 5-175 0 0,-1 1 44 0 0,-1 0-110 0 0,0 0 1 0 0,1 0 0 0 0,-1-1 0 0 0,1 1 0 0 0,-1 0-1 0 0,1 0 1 0 0,-1 0 0 0 0,0 0 0 0 0,1 0 0 0 0,-1 0-1 0 0,1 0 1 0 0,-1 0 0 0 0,0 0 0 0 0,1 0 0 0 0,-1 0-1 0 0,1 0 1 0 0,-1 0 0 0 0,0 1 0 0 0,1-1 0 0 0,0 0-1 0 0,-1 4 17 0 0,0-1 0 0 0,0 1 0 0 0,0-1 0 0 0,-1 1 0 0 0,0-1 0 0 0,1 1 0 0 0,-1-1 0 0 0,0 0 0 0 0,0 1 0 0 0,-1-1 0 0 0,1 0 0 0 0,-4 5 0 0 0,-4 8 98 0 0,-14 16 0 0 0,12-17-87 0 0,3-3-13 0 0,2-4-10 0 0,0 1-1 0 0,0-1 0 0 0,1 1 1 0 0,1 0-1 0 0,0 1 0 0 0,0-1 1 0 0,-4 16-1 0 0,8-25-21 0 0,0 1-1 0 0,-1-1 1 0 0,1 1 0 0 0,0-1 0 0 0,0 1-1 0 0,0 0 1 0 0,0-1 0 0 0,0 1 0 0 0,0-1-1 0 0,0 1 1 0 0,0-1 0 0 0,0 1-1 0 0,0 0 1 0 0,0-1 0 0 0,1 1 0 0 0,-1-1-1 0 0,0 1 1 0 0,0-1 0 0 0,0 1 0 0 0,1-1-1 0 0,-1 1 1 0 0,0-1 0 0 0,1 1-1 0 0,-1-1 1 0 0,0 1 0 0 0,1-1 0 0 0,-1 0-1 0 0,1 1 1 0 0,0 0 0 0 0,0-1 7 0 0,1 1 0 0 0,-1 0 0 0 0,1-1 0 0 0,0 1-1 0 0,-1-1 1 0 0,1 1 0 0 0,0-1 0 0 0,-1 0 0 0 0,1 0 0 0 0,2 1 0 0 0,3-2 18 0 0,1 1-1 0 0,0-1 1 0 0,10-2 0 0 0,136-48 127 0 0,-96 29-751 0 0,-51 21-168 0 0,-1-1 0 0 0,0 1 0 0 0,1 0 0 0 0,7-1 0 0 0,-3 1-1439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8:0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1 210 15143 0 0,'0'0'695'0'0,"3"-14"250"0"0,-1 8-618 0 0,1 0-1 0 0,-1 0 0 0 0,1 0 1 0 0,5-7 1539 0 0,-8 13-1754 0 0,0 0 1 0 0,0-1-1 0 0,1 1 0 0 0,-1 0 1 0 0,0 0-1 0 0,0-1 0 0 0,1 1 0 0 0,-1 0 1 0 0,0 0-1 0 0,1-1 0 0 0,-1 1 1 0 0,0 0-1 0 0,1 0 0 0 0,-1 0 0 0 0,0 0 1 0 0,1-1-1 0 0,-1 1 0 0 0,0 0 1 0 0,1 0-1 0 0,-1 0 0 0 0,0 0 0 0 0,1 0 1 0 0,-1 0-1 0 0,1 0 0 0 0,-1 0 1 0 0,0 0-1 0 0,1 0 0 0 0,-1 0 0 0 0,0 0 1 0 0,1 1-1 0 0,14 2 1819 0 0,-10 1-1701 0 0,1 1 1 0 0,-1-1-1 0 0,0 1 0 0 0,-1 0 1 0 0,1 0-1 0 0,-1 1 0 0 0,0-1 1 0 0,0 1-1 0 0,-1 0 0 0 0,0 0 1 0 0,0 1-1 0 0,0-1 0 0 0,-1 0 0 0 0,0 1 1 0 0,2 9-1 0 0,2 14 66 0 0,-1-1 0 0 0,1 37 0 0 0,-5-52-237 0 0,3 65 131 0 0,7 69 124 0 0,-11-146-58 0 0,1-2-176 0 0,3-2-71 0 0,-1 0 0 0 0,0 0-1 0 0,-1-1 1 0 0,1 1 0 0 0,0-1 0 0 0,-1 1 0 0 0,1-1 0 0 0,-1 0-1 0 0,0 0 1 0 0,0 0 0 0 0,0 0 0 0 0,0 0 0 0 0,1-4 0 0 0,7-11 11 0 0,7-9-1 0 0,0-1 0 0 0,17-44 0 0 0,17-65 56 0 0,-39 105-71 0 0,24-65 54 0 0,24-68-580 0 0,-60 165 407 0 0,0-1 1 0 0,0 1-1 0 0,0-1 1 0 0,0 1-1 0 0,0 0 1 0 0,0-1-1 0 0,0 1 1 0 0,0-1-1 0 0,0 1 0 0 0,1 0 1 0 0,-1-1-1 0 0,0 1 1 0 0,0-1-1 0 0,0 1 1 0 0,1 0-1 0 0,-1-1 0 0 0,0 1 1 0 0,0 0-1 0 0,1 0 1 0 0,-1-1-1 0 0,0 1 1 0 0,1-1-1 0 0,2 10-1588 0 0,-4 19-1020 0 0,0-6 832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8:06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64 13359 0 0,'-60'7'1441'0'0,"35"-3"12885"0"0,27-4-14074 0 0,70-13-1398 0 0,86-26-1 0 0,-108 25-1111 0 0,-20 6 62 0 0</inkml:trace>
  <inkml:trace contextRef="#ctx0" brushRef="#br0" timeOffset="1">579 49 14279 0 0,'0'0'655'0'0,"-1"2"-12"0"0,-19 60 730 0 0,-5 37 8533 0 0,22-86-9768 0 0,1 0-1 0 0,0 1 1 0 0,1-1-1 0 0,1 1 1 0 0,0 0-1 0 0,1-1 1 0 0,4 19-1 0 0,2-11-4117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8:30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66 195 20239 0 0,'-17'-10'1120'0'0,"-31"-23"0"0"0,47 32-424 0 0,5 0-657 0 0,0 0-1 0 0,0-1 0 0 0,1 2 1 0 0,-1-1-1 0 0,8 0 1 0 0,-2 0-35 0 0,47-4-162 0 0,77 5 0 0 0,-58 1 87 0 0,897-9 307 0 0,1-31 0 0 0,-749 24-243 0 0,380-27 206 0 0,-261 24 30 0 0,-64 5 105 0 0,-188 8 13 0 0,0 5 1 0 0,149 18-1 0 0,-185-5-192 0 0,-39-9-84 0 0,21 3-1 0 0,-25-6 42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07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 3679 0 0,'-4'-9'27341'0'0,"7"16"-27307"0"0,-1 0-1 0 0,0 0 1 0 0,0 0-1 0 0,-1 0 1 0 0,0 0-1 0 0,0 10 1 0 0,-2 46 362 0 0,-1-50-327 0 0,1 0 0 0 0,1 0 0 0 0,0 0 0 0 0,1 1 1 0 0,0-1-1 0 0,6 24 0 0 0,-6-34-72 0 0,1 0 1 0 0,-1 0-1 0 0,0 0 0 0 0,1 0 1 0 0,-1-1-1 0 0,1 1 0 0 0,0 0 1 0 0,0-1-1 0 0,0 1 0 0 0,0-1 1 0 0,1 0-1 0 0,-1 1 0 0 0,1-1 1 0 0,4 2-1 0 0,-3-1-7 0 0,0-1 0 0 0,0 0 1 0 0,1-1-1 0 0,-1 1 0 0 0,1-1 1 0 0,-1 0-1 0 0,1 0 0 0 0,-1 0 1 0 0,7-1-1 0 0,7 0-34 0 0,0-1-1 0 0,0-1 1 0 0,0-1 0 0 0,21-6-1 0 0,-19 5 13 0 0,16-5-965 0 0,56-21-1 0 0,-9-4-4263 0 0,-62 24 3092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08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24647 0 0,'-2'1'1127'0'0,"-28"15"1062"0"0,29-15-1496 0 0,1 2-519 0 0,1 0 1 0 0,0 0-1 0 0,-1 0 0 0 0,1 0 0 0 0,0 0 0 0 0,0 0 0 0 0,0 0 0 0 0,1 0 0 0 0,-1-1 0 0 0,1 1 0 0 0,-1-1 0 0 0,1 1 0 0 0,0-1 0 0 0,0 1 0 0 0,0-1 1 0 0,0 0-1 0 0,1 0 0 0 0,-1 0 0 0 0,1 0 0 0 0,-1-1 0 0 0,4 3 0 0 0,7 3-259 0 0,0 0 0 0 0,29 11 1 0 0,-36-16 222 0 0,69 21-83 0 0,-58-19-46 0 0,1 1 0 0 0,-1 0-1 0 0,-1 1 1 0 0,1 1 0 0 0,-1 1 0 0 0,17 10 0 0 0,-32-17-9 0 0,1 1 0 0 0,0-1 0 0 0,-1 0 0 0 0,1 1 0 0 0,-1-1 0 0 0,1 1 0 0 0,-1-1 0 0 0,0 1 0 0 0,0-1-1 0 0,0 1 1 0 0,0 0 0 0 0,0 0 0 0 0,0 0 0 0 0,0 0 0 0 0,0 0 0 0 0,-1 0 0 0 0,1 0 0 0 0,0 3 0 0 0,-1-2 1 0 0,0-1 0 0 0,-1 1-1 0 0,1-1 1 0 0,0 0 0 0 0,-1 1 0 0 0,0-1 0 0 0,1 1-1 0 0,-1-1 1 0 0,0 0 0 0 0,0 0 0 0 0,0 0 0 0 0,-1 1 0 0 0,1-1-1 0 0,0 0 1 0 0,-4 3 0 0 0,-3 4 34 0 0,-1 0 1 0 0,0-1-1 0 0,-1 0 1 0 0,0 0-1 0 0,-12 7 0 0 0,-57 27-6 0 0,29-16-571 0 0,35-17-1259 0 0,1 1-5534 0 0,-1 1-2576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18431 0 0,'0'0'2116'0'0,"7"-5"-861"0"0,0 2-1013 0 0,0 0 1 0 0,0 1 0 0 0,0-1-1 0 0,0 1 1 0 0,12-1 0 0 0,40-3-677 0 0,-48 5 672 0 0,268-23 1568 0 0,-113 9-978 0 0,355-7 582 0 0,1 26-829 0 0,-405-2-513 0 0,801 37 110 0 0,-595-21-131 0 0,-70-2-38 0 0,49 2 60 0 0,-50-12 4 0 0,220 15 75 0 0,-345-8 36 0 0,-119-11-140 0 0,-10 4-484 0 0,-2 2-484 0 0,0 4-403 0 0,-3-1-58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3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76 12439 0 0,'-21'-36'1291'0'0,"10"23"9310"0"0,10 14-10346 0 0,-1 0 0 0 0,1-1-1 0 0,0 1 1 0 0,0 0 0 0 0,0 0 0 0 0,0 0-1 0 0,0 0 1 0 0,0 0 0 0 0,1 0 0 0 0,-1 0 0 0 0,0 0-1 0 0,-1 2 1 0 0,-5 13 234 0 0,0 0-1 0 0,0 1 1 0 0,2-1 0 0 0,-7 31-1 0 0,-1 4-226 0 0,-65 181 369 0 0,30-91-416 0 0,31-90-127 0 0,55-136-256 0 0,6-36-17 0 0,-6 13 68 0 0,66-131 0 0 0,-56 165 130 0 0,-43 83 134 0 0,3 12-43 0 0,-1 0 1 0 0,5 29-1 0 0,-7-28-76 0 0,0-1-1 0 0,12 30 1 0 0,-11-37-21 0 0,1-1 1 0 0,1 1-1 0 0,0-1 0 0 0,1 0 0 0 0,1-1 1 0 0,-1 0-1 0 0,2 0 0 0 0,13 11 0 0 0,-7-9-8 0 0,0-1 1 0 0,1-1-1 0 0,1 0 0 0 0,0-1 0 0 0,26 10 0 0 0,101 31-50 0 0,-61-25-186 0 0,-76-21 181 0 0,-9-2 47 0 0,-6 1 26 0 0,1-2 15 0 0,1 0 1 0 0,-1-1-1 0 0,0 1 0 0 0,0-1 1 0 0,-1 0-1 0 0,1 0 0 0 0,0-1 1 0 0,-1 0-1 0 0,-6 1 0 0 0,-11 3 72 0 0,-241 50 853 0 0,235-50-933 0 0,-296 27-56 0 0,315-32-480 0 0,8 0-147 0 0,4 0-27 0 0,27-3-2417 0 0,-1-2 471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0 192 5527 0 0,'22'-63'712'0'0,"-3"6"5580"0"0,3 2 4655 0 0,-12 39-3787 0 0,-9 17-6712 0 0,0 3-361 0 0,1 0 1 0 0,-1 0 0 0 0,0 0-1 0 0,0 0 1 0 0,-1 0 0 0 0,1 0 0 0 0,-1 1-1 0 0,0 7 1 0 0,-5 37 75 0 0,3-38-131 0 0,-15 86 123 0 0,-4 39 11 0 0,15-60-131 0 0,4 112 0 0 0,4-151-36 0 0,2-1 0 0 0,1 0 0 0 0,2 0 0 0 0,2 0 0 0 0,16 41 0 0 0,-22-66-8 0 0,2-1 0 0 0,0 0 0 0 0,0 0 0 0 0,1-1 0 0 0,0 0 0 0 0,0 0 0 0 0,1 0 1 0 0,10 9-1 0 0,-14-15-9 0 0,0 0 1 0 0,0-1-1 0 0,0 0 1 0 0,0 1-1 0 0,1-1 0 0 0,-1 0 1 0 0,1-1-1 0 0,-1 1 1 0 0,1 0-1 0 0,0-1 1 0 0,0 0-1 0 0,0 0 1 0 0,0 0-1 0 0,-1-1 1 0 0,1 1-1 0 0,0-1 1 0 0,0 0-1 0 0,0 0 1 0 0,0 0-1 0 0,0-1 1 0 0,0 1-1 0 0,0-1 1 0 0,0 0-1 0 0,0 0 1 0 0,6-3-1 0 0,-2 0 2 0 0,-1 0 0 0 0,1 0-1 0 0,-1-1 1 0 0,0 0 0 0 0,0-1 0 0 0,-1 1 0 0 0,1-1-1 0 0,-1-1 1 0 0,0 1 0 0 0,-1-1 0 0 0,0 0-1 0 0,6-10 1 0 0,2-7-73 0 0,0 0-1 0 0,14-41 0 0 0,61-213 339 0 0,-62 188-194 0 0,24-119 24 0 0,-49 208 410 0 0,4 14-361 0 0,51 190-197 0 0,-19-63-1370 0 0,-33-126 1035 0 0,4 11-3534 0 0,0 1-4324 0 0,-3-10 1646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4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75 2303 0 0,'-16'-1'98'0'0,"11"1"26"0"0,0-1 0 0 0,0 1-1 0 0,-23-8 24240 0 0,34 8-24014 0 0,-4 0 342 0 0,37-2 124 0 0,0-1-1 0 0,55-12 1 0 0,-20-1-2284 0 0,22-4-6963 0 0,-47 11-487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4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11055 0 0,'0'0'852'0'0,"1"0"-34"0"0,9 1 3185 0 0,-1 0-1 0 0,16-2 1 0 0,43-8 1353 0 0,-19 2-4645 0 0,-19 4-564 0 0,0 2 0 0 0,0 0 0 0 0,30 4 0 0 0,-45-1-570 0 0,0 1 0 0 0,-1-1 0 0 0,1 2 0 0 0,-1 0 0 0 0,0 1 0 0 0,0 1 0 0 0,-1 0 0 0 0,16 9-1 0 0,-24-12-29 0 0,0 1 0 0 0,0 0-1 0 0,8 6 1 0 0,8 18-1371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5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56 22319 0 0,'-7'-40'2481'0'0,"5"25"5209"0"0,8 52-7644 0 0,37 180 185 0 0,-35-179-855 0 0,-8-30 321 0 0,1 0 0 0 0,1-1 0 0 0,0 1 0 0 0,0-1 0 0 0,0 1 0 0 0,6 10 0 0 0,-7-17 23 0 0,-1 0 1 0 0,1 0-1 0 0,0 0 1 0 0,0 0-1 0 0,0 0 1 0 0,0 0-1 0 0,0 0 1 0 0,0 0-1 0 0,0 0 1 0 0,2 0-1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26 109 12439 0 0,'-15'-12'-115'0'0,"6"-2"3345"0"0,9 13-2847 0 0,-1 0-1 0 0,1 0 1 0 0,0 0 0 0 0,0 0-1 0 0,0-1 1 0 0,0 1 0 0 0,0 0 0 0 0,0 0-1 0 0,0 0 1 0 0,0-1 0 0 0,0 1-1 0 0,1 0 1 0 0,-1 0 0 0 0,0 0 0 0 0,1 0-1 0 0,-1 0 1 0 0,1 0 0 0 0,-1 0-1 0 0,1-1 1 0 0,0 1 0 0 0,-1 1-1 0 0,1-1 1 0 0,0 0 0 0 0,0 0 0 0 0,0 0-1 0 0,-1 0 1 0 0,1 0 0 0 0,1 0-1 0 0,4-3 27 0 0,0 0-1 0 0,0 0 0 0 0,0 0 1 0 0,1 1-1 0 0,-1 0 0 0 0,1 0 1 0 0,-1 1-1 0 0,11-3 0 0 0,60-9-62 0 0,-62 12-196 0 0,6 0-111 0 0,0 1 0 0 0,22 2 0 0 0,-9-1 33 0 0,-30-1-62 0 0,1 1-11 0 0,12 6 87 0 0,-8-1 10 0 0,-7-4-13 0 0,-2 1-10 0 0,0 1-46 0 0,0 0 0 0 0,0 1 0 0 0,-1-1 0 0 0,1 0 0 0 0,-1 1 0 0 0,0-1 0 0 0,0 0-1 0 0,0 0 1 0 0,0 0 0 0 0,0 1 0 0 0,-1-1 0 0 0,0-1 0 0 0,1 1 0 0 0,-1 0 0 0 0,0 0 0 0 0,0-1 0 0 0,-1 1 0 0 0,-4 3 0 0 0,-6 7 30 0 0,0-1 1 0 0,-18 11-1 0 0,30-22-53 0 0,-24 16 30 0 0,-32 25 64 0 0,50-36-139 0 0,-1 1 0 0 0,1 0 0 0 0,1 0 0 0 0,-12 16 0 0 0,17-22 15 0 0,0 0 0 0 0,1 0 0 0 0,-1 0 1 0 0,0 0-1 0 0,1 0 0 0 0,-1 0 0 0 0,1 1 0 0 0,-1-1 1 0 0,1 0-1 0 0,0 0 0 0 0,-1 1 0 0 0,1-1 0 0 0,0 0 1 0 0,0 0-1 0 0,0 1 0 0 0,0-1 0 0 0,0 0 0 0 0,0 1 1 0 0,0-1-1 0 0,1 0 0 0 0,-1 0 0 0 0,0 1 0 0 0,1 0 1 0 0,0 0-12 0 0,1 0 0 0 0,-1-1 0 0 0,0 1-1 0 0,1-1 1 0 0,-1 1 0 0 0,1-1 0 0 0,-1 0 0 0 0,1 0 0 0 0,0 0 0 0 0,0 0 0 0 0,-1 0 0 0 0,1 0 0 0 0,0 0 0 0 0,2 1 0 0 0,16 4-52 0 0,-1-1 0 0 0,1-1 0 0 0,39 4-1 0 0,-37-6 28 0 0,-1 1-1 0 0,1 1 0 0 0,23 8 0 0 0,-44-12 63 0 0,6 2 77 0 0,-1 0 0 0 0,0 1 0 0 0,1 0 0 0 0,-1 0 0 0 0,11 7 0 0 0,-16-9-60 0 0,0 0 1 0 0,0 0 0 0 0,0 1-1 0 0,1-1 1 0 0,-1 0 0 0 0,0 1-1 0 0,-1-1 1 0 0,1 0-1 0 0,0 1 1 0 0,0-1 0 0 0,-1 1-1 0 0,1-1 1 0 0,0 1-1 0 0,-1 0 1 0 0,0-1 0 0 0,1 1-1 0 0,-1-1 1 0 0,0 1 0 0 0,0 0-1 0 0,0-1 1 0 0,0 1-1 0 0,0 0 1 0 0,0-1 0 0 0,0 1-1 0 0,-1 0 1 0 0,1-1 0 0 0,-1 1-1 0 0,1-1 1 0 0,-1 1-1 0 0,0 1 1 0 0,-2 2 53 0 0,0 1 0 0 0,0-1-1 0 0,0 0 1 0 0,-1-1 0 0 0,1 1 0 0 0,-7 6-1 0 0,-29 24 265 0 0,31-28-264 0 0,-12 10-152 0 0,-1-1-1 0 0,0 0 0 0 0,-1-2 1 0 0,-1 0-1 0 0,0-2 1 0 0,-1 0-1 0 0,0-2 0 0 0,-46 13 1 0 0,49-21-2225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5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65 27271 0 0,'0'0'1249'0'0,"2"0"-29"0"0,33-11-608 0 0,-6 1-141 0 0,128-27 430 0 0,-87 31-10034 0 0,-43 5-579 0 0</inkml:trace>
  <inkml:trace contextRef="#ctx0" brushRef="#br0" timeOffset="1">1 224 27071 0 0,'0'0'2448'0'0,"1"2"-2005"0"0,0 1-376 0 0,1 0 1 0 0,0 0 0 0 0,0-1-1 0 0,0 1 1 0 0,0 0 0 0 0,1-1-1 0 0,-1 1 1 0 0,1-1 0 0 0,0 0-1 0 0,-1 0 1 0 0,7 3 0 0 0,-3-2 79 0 0,0 0 1 0 0,0 0-1 0 0,1-1 1 0 0,0 0-1 0 0,9 2 0 0 0,5-2 40 0 0,0 0-1 0 0,-1-1 1 0 0,23-2-1 0 0,141-14-285 0 0,-92 7-748 0 0,-45 4-1697 0 0,0-2-7899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19551 0 0,'9'-2'400'0'0,"-1"0"-1"0"0,0-1 1 0 0,1 0-1 0 0,12-7 1 0 0,-16 7 14 0 0,1 0-1 0 0,0 1 1 0 0,1-1-1 0 0,-1 1 1 0 0,0 0-1 0 0,1 1 1 0 0,-1 0 0 0 0,8-1-1 0 0,-13 2-296 0 0,0 0-1 0 0,0 0 1 0 0,0 0-1 0 0,0 1 1 0 0,-1-1 0 0 0,1 0-1 0 0,0 1 1 0 0,0-1-1 0 0,-1 0 1 0 0,1 1 0 0 0,0-1-1 0 0,-1 1 1 0 0,1-1-1 0 0,0 1 1 0 0,-1-1 0 0 0,1 1-1 0 0,0 0 1 0 0,-1-1-1 0 0,1 1 1 0 0,-1 0-1 0 0,0-1 1 0 0,1 1 0 0 0,-1 0-1 0 0,1 0 1 0 0,-1-1-1 0 0,0 1 1 0 0,1 1 0 0 0,2 21 1046 0 0,-3 1-720 0 0,-2 0 0 0 0,-1 0 1 0 0,-8 28-1 0 0,-23 69 203 0 0,28-100-514 0 0,-19 54-92 0 0,-18 73 40 0 0,56-186-237 0 0,-2 9-329 0 0,40-149-1261 0 0,10-30 971 0 0,-59 200 788 0 0,1-1-1 0 0,1 1 1 0 0,0 0 0 0 0,0 0-1 0 0,0 1 1 0 0,1-1-1 0 0,0 1 1 0 0,8-9-1 0 0,-12 14 135 0 0,1 3 8 0 0,2 0-65 0 0,0 0-1 0 0,-1 1 1 0 0,1-1-1 0 0,0 1 1 0 0,-1 0-1 0 0,1 0 1 0 0,-1 1-1 0 0,0-1 1 0 0,0 1-1 0 0,5 5 1 0 0,30 34 365 0 0,-36-40-435 0 0,34 37 101 0 0,1-2-1 0 0,78 60 1 0 0,7 7-6 0 0,-117-100-98 0 0,0 1 0 0 0,0 0 0 0 0,-1 0 0 0 0,0 1-1 0 0,0-1 1 0 0,6 12 0 0 0,-8-7-16 0 0,-2-9 8 0 0,-1 1 0 0 0,0 0 0 0 0,1 0 0 0 0,-1-1-1 0 0,0 1 1 0 0,0-1 0 0 0,0 1 0 0 0,0 0 0 0 0,0-1 0 0 0,0 0 0 0 0,0 1 0 0 0,0-1-1 0 0,-1 0 1 0 0,1 1 0 0 0,0-1 0 0 0,-3 2 0 0 0,-2 0 37 0 0,1 0-1 0 0,0 0 1 0 0,-10 4-1 0 0,-5 0 61 0 0,1-1 1 0 0,-1-1-1 0 0,-26 3 0 0 0,-63 3-60 0 0,40-6-47 0 0,-109 6-1012 0 0,160-10 539 0 0,9-1-812 0 0,-1 0 0 0 0,-15-3-1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43 22231 0 0,'1'-1'1017'0'0,"6"-5"77"0"0,-5 4-1037 0 0,0 0 0 0 0,0 0 1 0 0,0 0-1 0 0,0 0 0 0 0,0 0 0 0 0,0 1 0 0 0,5-3 3049 0 0,-6 4-2975 0 0,0 1 0 0 0,0 0-1 0 0,-1 0 1 0 0,1 0 0 0 0,0-1-1 0 0,0 1 1 0 0,-1 0 0 0 0,1 0-1 0 0,-1 0 1 0 0,1 0 0 0 0,-1 0-1 0 0,1 0 1 0 0,-1 0 0 0 0,1 0-1 0 0,-1 0 1 0 0,0 0 0 0 0,0 0-1 0 0,1 3 1 0 0,-2 10 209 0 0,1-1 1 0 0,-2 1-1 0 0,0 0 1 0 0,-7 27-1 0 0,1-8-142 0 0,-3 24-96 0 0,-6 80 0 0 0,16-111-95 0 0,1 1 0 0 0,1-1 0 0 0,1 1 0 0 0,2-1-1 0 0,8 34 1 0 0,-8-43-4 0 0,1-1 0 0 0,1 0-1 0 0,0 0 1 0 0,17 30 0 0 0,-19-41-5 0 0,-1 0 1 0 0,1 0 0 0 0,0 0-1 0 0,0-1 1 0 0,0 0 0 0 0,0 0-1 0 0,1 0 1 0 0,0 0 0 0 0,0 0-1 0 0,0-1 1 0 0,0 0 0 0 0,1 0-1 0 0,-1-1 1 0 0,1 1 0 0 0,-1-1-1 0 0,1 0 1 0 0,8 1 0 0 0,-4-2-42 0 0,1 1 0 0 0,-1-2 0 0 0,0 0 0 0 0,0 0 1 0 0,0-1-1 0 0,0 0 0 0 0,0 0 0 0 0,0-1 1 0 0,0-1-1 0 0,0 0 0 0 0,0 0 0 0 0,-1-1 0 0 0,0 0 1 0 0,17-10-1 0 0,-12 5 11 0 0,0-1-1 0 0,-1-1 1 0 0,0 0 0 0 0,-1 0 0 0 0,0-1-1 0 0,0-1 1 0 0,-2 0 0 0 0,11-17 0 0 0,6-14-7 0 0,-1-1 0 0 0,-3-1 0 0 0,29-85 0 0 0,25-153 196 0 0,-74 260 47 0 0,-3 22 112 0 0,-1 16-63 0 0,-3 36-178 0 0,3 1-1 0 0,3 0 1 0 0,1-1-1 0 0,2 1 1 0 0,17 66-1 0 0,-5-41-326 0 0,3-1 0 0 0,45 111 0 0 0,-58-175 141 0 0,-2-1-3780 0 0,-11-15-630 0 0,-4-6-4132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7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1 192 11519 0 0,'0'0'887'0'0,"5"-7"-16"0"0,14-9 8245 0 0,3 5-4320 0 0,28-3-2918 0 0,-5 1-1717 0 0,78-26-567 0 0,-39 20-3393 0 0,-41 11-5337 0 0</inkml:trace>
  <inkml:trace contextRef="#ctx0" brushRef="#br0" timeOffset="1">771 4 5527 0 0,'0'0'423'0'0,"2"0"-278"0"0,52-1 11271 0 0,2 1-3724 0 0,0-1-3724 0 0,0 0-3724 0 0,4 0-321 0 0,59 9-1 0 0,-82-1-1792 0 0,-2 5-4729 0 0,-1 5-2345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5063 0 0,'1'2'390'0'0,"2"38"6108"0"0,-2 1 1 0 0,-2 0-1 0 0,-5 41 0 0 0,0-13-6646 0 0,3-29 635 0 0,0-3-156 0 0,3 50 0 0 0,1-79-319 0 0,-1-6 176 0 0,11-17-68 0 0,11-36-198 0 0,-6 11-20 0 0,-2 10-2 0 0,42-81-92 0 0,-49 99 175 0 0,1 1 0 0 0,0-1 0 0 0,1 1 0 0 0,0 1-1 0 0,0-1 1 0 0,19-13 0 0 0,-24 21 15 0 0,0 0 0 0 0,1 0 0 0 0,-1 0 0 0 0,1 1 0 0 0,5-2 0 0 0,3 1 2 0 0,-11 3 5 0 0,0 0 0 0 0,0 1 0 0 0,0-1-1 0 0,0 1 1 0 0,0-1 0 0 0,0 1 0 0 0,0 0 0 0 0,0 0 0 0 0,0 0 0 0 0,0 0 0 0 0,-1 0-1 0 0,1 0 1 0 0,0 0 0 0 0,0 1 0 0 0,-1-1 0 0 0,1 0 0 0 0,-1 1 0 0 0,0 0 0 0 0,1-1-1 0 0,-1 1 1 0 0,0 0 0 0 0,0 0 0 0 0,2 3 0 0 0,2 6 45 0 0,0 0 0 0 0,6 20 1 0 0,-10-27-47 0 0,76 247 191 0 0,-69-219-749 0 0,-8-30 38 0 0,-8-2-5353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8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18431 0 0,'0'0'1916'0'0,"2"0"-1818"0"0,18 5 2914 0 0,1 0 1 0 0,28 1 0 0 0,-20-4-1892 0 0,37-3 1 0 0,199-13-1952 0 0,-226 12-523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8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24103 0 0,'0'0'2180'0'0,"1"0"-1795"0"0,10 0-75 0 0,175-5 3815 0 0,274-6-3221 0 0,-275 10-896 0 0,-106 0-358 0 0,144-2-792 0 0,-76 0-4339 0 0,-108 3-3746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1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10 17967 0 0,'-44'-7'2050'0'0,"33"6"531"0"0,-4-1 6132 0 0,30 12-8063 0 0,-7-3-492 0 0,30 11-67 0 0,1-2 0 0 0,59 18-1 0 0,-88-31-86 0 0,209 80 184 0 0,-209-79-206 0 0,-1 0 0 0 0,0 1 0 0 0,15 11 0 0 0,-22-15 17 0 0,0 0 1 0 0,-1 1-1 0 0,1-1 0 0 0,0 1 1 0 0,0-1-1 0 0,-1 1 0 0 0,1 0 1 0 0,-1 0-1 0 0,0-1 0 0 0,0 1 1 0 0,1 0-1 0 0,-1 0 0 0 0,0 1 1 0 0,-1-1-1 0 0,1 0 0 0 0,0 0 1 0 0,-1 0-1 0 0,1 0 0 0 0,-1 1 1 0 0,1-1-1 0 0,-1 0 0 0 0,0 1 1 0 0,0 1-1 0 0,-1-1 7 0 0,0-1 0 0 0,0 0 0 0 0,0 1 0 0 0,0-1 1 0 0,-1 0-1 0 0,1 0 0 0 0,-1 0 0 0 0,1 0 0 0 0,-1 0 0 0 0,1 0 0 0 0,-1 0 0 0 0,0-1 1 0 0,0 1-1 0 0,0-1 0 0 0,-3 2 0 0 0,-36 20 90 0 0,39-22-85 0 0,-15 6 9 0 0,-1 0 0 0 0,1-1 1 0 0,-24 5-1 0 0,-57 5-204 0 0,27-4-305 0 0,47-7-528 0 0,2 2-315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0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101 138 2303 0 0,'16'-52'1654'0'0,"-14"43"876"0"0,0 0 1 0 0,0 0 0 0 0,-1-17-1 0 0,-1 24-2181 0 0,0 1 0 0 0,0-1 1 0 0,-1 0-1 0 0,1 1 0 0 0,0-1 0 0 0,-1 1 0 0 0,0-1 0 0 0,1 1 0 0 0,-1 0 0 0 0,0-1 0 0 0,0 1 0 0 0,0-1 1 0 0,1 1-1 0 0,-3-2 0 0 0,2 3-113 0 0,1-1 1 0 0,-1 0-1 0 0,0 1 1 0 0,1-1-1 0 0,-1 0 1 0 0,0 1-1 0 0,0-1 0 0 0,1 1 1 0 0,-1-1-1 0 0,0 1 1 0 0,0 0-1 0 0,0-1 1 0 0,0 1-1 0 0,0 0 1 0 0,0-1-1 0 0,0 1 1 0 0,0 0-1 0 0,0 0 0 0 0,1 0 1 0 0,-1 0-1 0 0,0 0 1 0 0,0 0-1 0 0,0 0 1 0 0,-2 1 1250 0 0,-7 21 1031 0 0,-7 26-1987 0 0,2 0 0 0 0,3 2-1 0 0,-11 83 1 0 0,14-41-447 0 0,4 104 0 0 0,6-160-41 0 0,1 0 1 0 0,12 62-1 0 0,-12-86-48 0 0,1-1-1 0 0,0 0 0 0 0,1 0 0 0 0,0 0 1 0 0,1 0-1 0 0,0-1 0 0 0,1 0 1 0 0,0 0-1 0 0,1 0 0 0 0,0 0 0 0 0,0-1 1 0 0,13 12-1 0 0,-17-18 2 0 0,1 0 0 0 0,0-1 0 0 0,0 1 0 0 0,0-1 0 0 0,0 0 0 0 0,0 0 1 0 0,0 0-1 0 0,0 0 0 0 0,1-1 0 0 0,-1 1 0 0 0,1-1 0 0 0,-1 0 0 0 0,1-1 0 0 0,6 1 0 0 0,-4-1-22 0 0,-1 0 1 0 0,1-1-1 0 0,-1 0 0 0 0,1-1 1 0 0,-1 1-1 0 0,0-1 0 0 0,1-1 1 0 0,-1 1-1 0 0,7-4 0 0 0,2-3-51 0 0,0-1 0 0 0,-1 0 0 0 0,0-1 0 0 0,-1-1-1 0 0,0 0 1 0 0,19-24 0 0 0,-12 9-9 0 0,-1 0 0 0 0,-1-1-1 0 0,22-49 1 0 0,32-96 4 0 0,-61 145 85 0 0,34-99-4 0 0,8-23 13 0 0,-42 127 62 0 0,-10 22 33 0 0,-2 24 115 0 0,-8 44 1 0 0,3-27-163 0 0,-15 187 152 0 0,21-189-435 0 0,1 1 0 0 0,2-1-1 0 0,15 73 1 0 0,-8-78-1384 0 0,-1-12-2785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0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25455 0 0,'0'0'2307'0'0,"2"-1"-1899"0"0,16-5-305 0 0,0 1 1 0 0,0 0-1 0 0,22-2 0 0 0,3-1-119 0 0,92-14-1405 0 0,-45 12-4173 0 0,-56 6 1336 0 0,9-1-3221 0 0</inkml:trace>
  <inkml:trace contextRef="#ctx0" brushRef="#br0" timeOffset="1">762 10 4607 0 0,'0'0'208'0'0,"2"0"-9"0"0,67-2 11618 0 0,2-1-3887 0 0,16-1-3137 0 0,0 4-4965 0 0,-64 0-392 0 0,41 8 1 0 0,-51-5-2107 0 0,0 0 0 0 0,17 8 1 0 0,6 5-6050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1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1 490 17047 0 0,'0'0'1543'0'0,"0"2"-870"0"0,7 52 9818 0 0,0 0-7635 0 0,-3-24-3071 0 0,2 0 0 0 0,10 33 1 0 0,-15-61-120 0 0,0 0-1 0 0,0-1 1 0 0,0 1 0 0 0,0 0 0 0 0,0-1 0 0 0,0 1-1 0 0,0-1 1 0 0,1 1 0 0 0,-1-1 0 0 0,0 1 0 0 0,1-1-1 0 0,-1 0 1 0 0,4 2 0 0 0</inkml:trace>
  <inkml:trace contextRef="#ctx0" brushRef="#br0" timeOffset="1">255 30 23007 0 0,'-9'-10'1024'0'0,"6"5"200"0"0,-1-1-976 0 0,1 1-248 0 0,0 2 1888 0 0,16 9-3128 0 0,3 1-5800 0 0,2 1-1312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1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3679 0 0,'-20'12'-1841'0'0,"-1"-1"4338"0"0,-49 22 18439 0 0,40-20-14779 0 0,4-2-6625 0 0,10-5 709 0 0,1 0 0 0 0,1 2 0 0 0,-1 0 0 0 0,1 0 0 0 0,1 1 0 0 0,-18 15 0 0 0,25-16-188 0 0,6 2-42 0 0,1-7-23 0 0,0 0 1 0 0,1-1-1 0 0,-1 0 1 0 0,1 1-1 0 0,-1-1 1 0 0,1 0-1 0 0,0 0 1 0 0,0 0-1 0 0,0 0 1 0 0,0 0-1 0 0,0 0 1 0 0,0 0-1 0 0,1-1 1 0 0,4 3-1 0 0,4 2-92 0 0,23 9-1 0 0,-32-14 95 0 0,86 27-199 0 0,13 5 121 0 0,-88-28 87 0 0,0 1 0 0 0,-1 1 0 0 0,0 0-1 0 0,0 0 1 0 0,16 15 0 0 0,-25-21 4 0 0,-1 1 0 0 0,0 0 0 0 0,0 0 0 0 0,0 1 0 0 0,-1-1-1 0 0,1 0 1 0 0,0 0 0 0 0,-1 1 0 0 0,0-1 0 0 0,1 1 0 0 0,-1-1 0 0 0,0 1 0 0 0,0 0 0 0 0,-1 0-1 0 0,1-1 1 0 0,-1 1 0 0 0,1 0 0 0 0,-1 0 0 0 0,0 0 0 0 0,0-1 0 0 0,0 1 0 0 0,0 0 0 0 0,-1 4 0 0 0,0-2 17 0 0,-1 0 1 0 0,0-1-1 0 0,0 1 1 0 0,0 0-1 0 0,0-1 1 0 0,-1 0-1 0 0,0 1 1 0 0,1-1-1 0 0,-2 0 1 0 0,1 0-1 0 0,0-1 1 0 0,-6 5-1 0 0,-3 3 30 0 0,-1-2-1 0 0,-1 1 1 0 0,0-2-1 0 0,-28 14 1 0 0,-63 17-4218 0 0,93-37 2488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92 25831 0 0,'0'0'3419'0'0,"1"2"-2757"0"0,2 6-377 0 0,-1-1 0 0 0,1 0 0 0 0,-1 1 0 0 0,-1-1 0 0 0,1 1 0 0 0,-1 0 0 0 0,0 11 0 0 0,-4 61 96 0 0,1-49-296 0 0,10 458-127 0 0,-7-454-30 0 0,-1-20 884 0 0,-1-8-2804 0 0</inkml:trace>
  <inkml:trace contextRef="#ctx0" brushRef="#br0" timeOffset="1">0 32 6911 0 0,'0'0'528'0'0,"1"-1"-341"0"0,1-2 670 0 0,0 1 1 0 0,-1 0-1 0 0,1-1 0 0 0,0 1 0 0 0,1 0 1 0 0,-1 0-1 0 0,0 1 0 0 0,1-1 0 0 0,-1 0 0 0 0,1 1 1 0 0,-1-1-1 0 0,1 1 0 0 0,-1 0 0 0 0,1 0 1 0 0,0 0-1 0 0,0 0 0 0 0,0 1 0 0 0,0-1 1 0 0,0 1-1 0 0,-1-1 0 0 0,7 1 0 0 0,30 1 4861 0 0,-4 3-6754 0 0,-24-2 1105 0 0,1 1 0 0 0,-2 0 0 0 0,1 0-1 0 0,0 1 1 0 0,0 1 0 0 0,-1 0 0 0 0,0 0 0 0 0,0 1 0 0 0,-1 0 0 0 0,10 8 0 0 0,-12-9-64 0 0,-1 0 0 0 0,-1 1-1 0 0,1 0 1 0 0,-1 0 0 0 0,0 0 0 0 0,0 1 0 0 0,0-1 0 0 0,-1 1 0 0 0,0 0 0 0 0,-1 1 0 0 0,1-1 0 0 0,-2 1 0 0 0,1-1 0 0 0,3 16 0 0 0,-5-12-13 0 0,0 0 0 0 0,-1 1 0 0 0,-1-1 0 0 0,1 0 0 0 0,-2 0 0 0 0,1 0 0 0 0,-2 0 0 0 0,1 0 0 0 0,-2 0 1 0 0,1 0-1 0 0,-1-1 0 0 0,-1 1 0 0 0,0-1 0 0 0,0-1 0 0 0,-1 1 0 0 0,0-1 0 0 0,-1 0 0 0 0,0 0 0 0 0,-1 0 0 0 0,-12 10 0 0 0,12-12-1212 0 0,-1 0 0 0 0,-17 10-1 0 0,17-12-635 0 0,0-1 0 0 0,0 0 0 0 0,-13 3 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7831 0 0,'7'-5'810'0'0,"-5"4"-280"0"0,-1 0 0 0 0,1 0 0 0 0,-1 0-1 0 0,1 0 1 0 0,-1 1 0 0 0,1-1 0 0 0,-1 1 0 0 0,1-1 0 0 0,0 1 0 0 0,-1 0 0 0 0,1-1 0 0 0,0 1 0 0 0,-1 0 0 0 0,1 0 0 0 0,0 0 0 0 0,-1 0 0 0 0,1 0 0 0 0,0 1 0 0 0,-1-1 0 0 0,3 1-1 0 0,-1 0 88 0 0,-1 1-1 0 0,1-1 0 0 0,0 1 0 0 0,-1-1 0 0 0,1 1 0 0 0,-1 0 0 0 0,0 0 0 0 0,0 0 0 0 0,0 0 1 0 0,3 4-1 0 0,1 3 19 0 0,0-1 1 0 0,-1 1 0 0 0,-1 0 0 0 0,1 0 0 0 0,5 19 0 0 0,8 30 279 0 0,39 149-78 0 0,-46-171-715 0 0,-11-34 161 0 0,41-88-123 0 0,-28 62-192 0 0,0 0-1 0 0,1 2 1 0 0,2 0 0 0 0,0 0 0 0 0,1 1-1 0 0,2 2 1 0 0,0-1 0 0 0,24-18-1 0 0,-32 31 8 0 0,-1 0-1 0 0,1 1 0 0 0,1 0 1 0 0,-1 0-1 0 0,1 1 0 0 0,0 1 1 0 0,19-5-1 0 0,-31 9 26 0 0,0 0-1 0 0,1 0 1 0 0,-1 0 0 0 0,0 0 0 0 0,0 0-1 0 0,1 0 1 0 0,-1 0 0 0 0,0 0 0 0 0,0 0-1 0 0,1 0 1 0 0,-1 0 0 0 0,0 0 0 0 0,0 0-1 0 0,1 0 1 0 0,-1 0 0 0 0,0 0 0 0 0,0 0-1 0 0,0 0 1 0 0,1 0 0 0 0,-1 0 0 0 0,0 1-1 0 0,0-1 1 0 0,0 0 0 0 0,1 0 0 0 0,-1 0-1 0 0,0 0 1 0 0,0 1 0 0 0,0-1-1 0 0,1 0 1 0 0,-1 0 0 0 0,0 0 0 0 0,0 1-1 0 0,0-1 1 0 0,0 0 0 0 0,0 1 0 0 0,0 11-21 0 0,-11 16-5 0 0,9-24 31 0 0,-19 38 42 0 0,15-31-33 0 0,0 1 0 0 0,1 0 0 0 0,0 0 0 0 0,0 0 0 0 0,-2 14 0 0 0,7-24-29 0 0,0 0-1 0 0,0 0 1 0 0,-1 1-1 0 0,1-1 1 0 0,1 0-1 0 0,-1 0 1 0 0,0 1-1 0 0,1-1 1 0 0,-1 0-1 0 0,1 0 1 0 0,-1 0-1 0 0,1 1 1 0 0,0-1-1 0 0,0 0 1 0 0,0 0-1 0 0,0 0 1 0 0,2 2 0 0 0,-1-2-48 0 0,1 1 0 0 0,-1 0 1 0 0,1-1-1 0 0,0 1 1 0 0,0-1-1 0 0,0 0 1 0 0,0 0-1 0 0,1 0 1 0 0,5 3-1 0 0,-2-3-31 0 0,0 1 0 0 0,0-1 1 0 0,0 0-1 0 0,0-1 0 0 0,0 0 0 0 0,1 0 0 0 0,-1 0 0 0 0,1-1 1 0 0,-1 0-1 0 0,9-1 0 0 0,-11-1 45 0 0,1 1 0 0 0,0-1 0 0 0,-1 0 1 0 0,1 0-1 0 0,-1-1 0 0 0,0 1 0 0 0,0-1 0 0 0,0-1 0 0 0,0 1 0 0 0,0-1 1 0 0,-1 1-1 0 0,1-1 0 0 0,-1-1 0 0 0,0 1 0 0 0,0 0 0 0 0,-1-1 0 0 0,1 0 0 0 0,-1 0 1 0 0,0 0-1 0 0,-1 0 0 0 0,1-1 0 0 0,-1 1 0 0 0,0-1 0 0 0,0 1 0 0 0,-1-1 1 0 0,1 0-1 0 0,-1 0 0 0 0,-1 0 0 0 0,1 1 0 0 0,-1-1 0 0 0,0 0 0 0 0,0 0 1 0 0,-1 0-1 0 0,1 0 0 0 0,-1 0 0 0 0,-4-9 0 0 0,2 3-320 0 0,-2 1 1 0 0,1 0-1 0 0,-1 0 0 0 0,-1 0 0 0 0,0 1 1 0 0,-10-13-1 0 0,4 3-1517 0 0,11 19 477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3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5527 0 0,'35'7'-1143'0'0,"-30"-6"2014"0"0,-1 1 0 0 0,1 0 0 0 0,0 0 0 0 0,6 4 0 0 0,-7-3 266 0 0,-1-1 1 0 0,1 1 0 0 0,-1 0-1 0 0,0 0 1 0 0,0 0-1 0 0,0 0 1 0 0,0 1-1 0 0,-1-1 1 0 0,1 1-1 0 0,-1 0 1 0 0,0 0-1 0 0,0-1 1 0 0,3 9-1 0 0,14 57 3307 0 0,0 38-2369 0 0,-12-62-1459 0 0,15 168 53 0 0,-18-158-613 0 0,-2-27-56 0 0,1-3 36 0 0,-1-1 0 0 0,-2 1-1 0 0,-4 42 1 0 0,-5-31 33 0 0,1-44-38 0 0,4 3-53 0 0,0-1-1 0 0,0-1 1 0 0,0 1-1 0 0,1-1 1 0 0,0 1-1 0 0,1-1 1 0 0,-4-9-1 0 0,2-5-107 0 0,-4-26-1 0 0,6 24-55 0 0,1 0-1 0 0,1 0 1 0 0,1 0 0 0 0,1 0 0 0 0,1 0 0 0 0,8-30 0 0 0,2 6-134 0 0,37-88 0 0 0,-38 109 314 0 0,0 0-1 0 0,2 1 1 0 0,1 0-1 0 0,18-22 1 0 0,-26 38 38 0 0,-1 1 1 0 0,2 0-1 0 0,-1 1 0 0 0,1 0 1 0 0,0 0-1 0 0,0 1 0 0 0,1-1 1 0 0,0 2-1 0 0,0 0 1 0 0,1 0-1 0 0,-1 0 0 0 0,1 1 1 0 0,0 1-1 0 0,11-4 0 0 0,-14 6-25 0 0,-1 1 0 0 0,0-1 0 0 0,1 1 0 0 0,-1 0 0 0 0,1 0 0 0 0,-1 1 0 0 0,0 0 0 0 0,1 0 0 0 0,-1 0 0 0 0,0 1 0 0 0,10 4 0 0 0,-14-5-5 0 0,1 0 0 0 0,-1 0 0 0 0,0 0 0 0 0,0 0 0 0 0,1 1 0 0 0,-1-1 0 0 0,0 1 0 0 0,0 0 0 0 0,-1-1 0 0 0,1 1 0 0 0,0 0 0 0 0,0 0 0 0 0,-1 0 0 0 0,1 1 0 0 0,-1-1 0 0 0,0 0 0 0 0,0 0 0 0 0,0 1 1 0 0,0-1-1 0 0,0 1 0 0 0,0-1 0 0 0,-1 1 0 0 0,1-1 0 0 0,-1 1 0 0 0,1-1 0 0 0,-1 1 0 0 0,0 0 0 0 0,0-1 0 0 0,-1 1 0 0 0,0 4 0 0 0,-2 6 10 0 0,0 1-1 0 0,-2-1 1 0 0,1 0 0 0 0,-14 24-1 0 0,-33 48 93 0 0,16-31-63 0 0,33-50-23 0 0,0 1-1 0 0,-1-1 1 0 0,1 0 0 0 0,1 1 0 0 0,-3 7 0 0 0,3-11-17 0 0,1 0 1 0 0,0 0-1 0 0,0-1 1 0 0,0 1-1 0 0,0 0 0 0 0,0 0 1 0 0,0 0-1 0 0,0-1 1 0 0,0 1-1 0 0,1 0 0 0 0,-1 0 1 0 0,0-1-1 0 0,0 1 1 0 0,1 0-1 0 0,-1-1 0 0 0,0 1 1 0 0,1 0-1 0 0,-1 0 0 0 0,1 0-1 0 0,0-1 0 0 0,0 1-1 0 0,0 0 1 0 0,0-1-1 0 0,-1 1 1 0 0,1-1-1 0 0,0 0 1 0 0,0 1-1 0 0,0-1 1 0 0,0 0-1 0 0,0 1 1 0 0,0-1-1 0 0,0 0 1 0 0,0 0-1 0 0,0 0 1 0 0,0 0 0 0 0,2 0-1 0 0,3 0-3 0 0,0-1-1 0 0,-1 0 1 0 0,1 0 0 0 0,0-1 0 0 0,-1 1-1 0 0,1-1 1 0 0,7-4 0 0 0,36-21-28 0 0,-48 26 34 0 0,24-14-1 0 0,0-2 1 0 0,-2-1-1 0 0,0 0 0 0 0,-1-2 1 0 0,-1-1-1 0 0,-1 0 0 0 0,26-36 1 0 0,-41 51 7 0 0,-2-1-1 0 0,1 1 1 0 0,0-1 0 0 0,-1 1 0 0 0,3-11 0 0 0,-6 17-1 0 0,0-1-1 0 0,1 0 1 0 0,-1 0 0 0 0,0 0 0 0 0,0 0-1 0 0,0 0 1 0 0,0 0 0 0 0,0 0 0 0 0,0 0-1 0 0,0 1 1 0 0,0-1 0 0 0,0 0-1 0 0,-1-2 1 0 0,1 3-2 0 0,0 0 0 0 0,0-1 0 0 0,0 1 0 0 0,-1 0 0 0 0,1 0 1 0 0,0-1-1 0 0,0 1 0 0 0,-1 0 0 0 0,1 0 0 0 0,0-1 0 0 0,0 1 0 0 0,-1 0 0 0 0,1 0 0 0 0,0 0 0 0 0,-1 0 0 0 0,1-1 0 0 0,0 1 0 0 0,-1 0 0 0 0,1 0 0 0 0,0 0 0 0 0,-1 0 1 0 0,1 0-1 0 0,-15 2 172 0 0,15-2-177 0 0,-4 3 17 0 0,-1-1 1 0 0,1 1 0 0 0,0-1-1 0 0,0 1 1 0 0,1 0-1 0 0,-1 0 1 0 0,1 1 0 0 0,-1-1-1 0 0,1 1 1 0 0,0 0-1 0 0,0 0 1 0 0,0 0 0 0 0,1 0-1 0 0,0 0 1 0 0,-4 8 0 0 0,2 0-19 0 0,-1 0 1 0 0,2 0 0 0 0,-1 0-1 0 0,-2 24 1 0 0,5-28-3 0 0,1 0-1 0 0,0 0 1 0 0,0 0-1 0 0,0 0 1 0 0,1 0-1 0 0,0 0 1 0 0,1 0-1 0 0,0 0 1 0 0,3 7-1 0 0,-4-11-138 0 0,1-1 0 0 0,-1 1 0 0 0,1-1 0 0 0,0 0 0 0 0,0 1 0 0 0,0-1-1 0 0,1 0 1 0 0,-1 0 0 0 0,1-1 0 0 0,0 1 0 0 0,-1 0 0 0 0,1-1 0 0 0,0 0 0 0 0,1 0 0 0 0,-1 0-1 0 0,0 0 1 0 0,0 0 0 0 0,1 0 0 0 0,-1-1 0 0 0,1 0 0 0 0,5 2 0 0 0,38 3-3387 0 0,-21-2 817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3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2 498 18719 0 0,'-2'-11'6768'0'0,"2"22"-4103"0"0,3 12-1497 0 0,0-1 0 0 0,6 26 0 0 0,-4-32-1113 0 0,0-1 0 0 0,0 1 1 0 0,1-1-1 0 0,1 0 0 0 0,1-1 1 0 0,14 22-1 0 0,-21-34-52 0 0,0-1 1 0 0,0 1-1 0 0,1-1 1 0 0,-1 1-1 0 0,0-1 0 0 0,1 1 1 0 0,-1-1-1 0 0,1 0 1 0 0,-1 0-1 0 0,1 0 0 0 0,-1 0 1 0 0,1 0-1 0 0,0 0 0 0 0,0 0 1 0 0,-1-1-1 0 0,1 1 1 0 0,0 0-1 0 0,0-1 0 0 0,0 0 1 0 0,0 1-1 0 0,0-1 1 0 0,-1 0-1 0 0,1 0 0 0 0,0 0 1 0 0,0 0-1 0 0,0 0 1 0 0,0-1-1 0 0,0 1 0 0 0,0-1 1 0 0,0 1-1 0 0,-1-1 0 0 0,1 1 1 0 0,0-1-1 0 0,0 0 1 0 0,-1 0-1 0 0,1 0 0 0 0,0 0 1 0 0,2-2-1 0 0,3-4-32 0 0,1 1 0 0 0,-1-1 0 0 0,0 0 0 0 0,-1 0 0 0 0,0-1 0 0 0,7-10 0 0 0,161-286-2196 0 0,-76 123 986 0 0,-25 41 1239 0 0,-52 96 2419 0 0,-20 46-2011 0 0,8 40 10 0 0,7 70 0 0 0,-11-74-363 0 0,7 69-33 0 0,18 118 9 0 0,-1-28-2351 0 0,-29-192 1980 0 0,0 1 1 0 0,-1 0-1 0 0,1-1 1 0 0,-1 1-1 0 0,-2 5 0 0 0,0 5-2367 0 0,2 1-3625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4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9215 0 0,'0'0'707'0'0,"0"-2"-464"0"0,3-8 5688 0 0,-2 10-5543 0 0,-1 0 1 0 0,1 0 0 0 0,-1-1-1 0 0,1 1 1 0 0,-1 0 0 0 0,1 0-1 0 0,-1 0 1 0 0,1 0-1 0 0,-1-1 1 0 0,1 1 0 0 0,-1 0-1 0 0,2 0 1 0 0,14-3 3121 0 0,1 3-2391 0 0,1 0 1 0 0,0 1-1 0 0,-1 1 1 0 0,35 7-1 0 0,-19-3-635 0 0,0 1-372 0 0,-1 1 1 0 0,0 1-1 0 0,58 26 0 0 0,-82-31-103 0 0,-1 0 0 0 0,1 0 0 0 0,-1 1-1 0 0,0 0 1 0 0,-1 0 0 0 0,1 1 0 0 0,7 9-1 0 0,2 5 55 0 0,16 25-1 0 0,12 14 44 0 0,-38-52-99 0 0,0 0 1 0 0,1 0 0 0 0,0-1 0 0 0,0 0-1 0 0,16 9 1 0 0,-16-11-49 0 0,1 0 1 0 0,-1-1-1 0 0,1 0 1 0 0,0 0-1 0 0,0 0 1 0 0,0-1-1 0 0,1-1 1 0 0,-1 1-1 0 0,0-1 1 0 0,1-1-1 0 0,-1 1 0 0 0,0-1 1 0 0,10-2-1 0 0,-11 1 6 0 0,0-1 1 0 0,0 1-1 0 0,-1-1 0 0 0,1 0 0 0 0,-1-1 0 0 0,0 0 0 0 0,0 0 0 0 0,0 0 0 0 0,0-1 0 0 0,0 0 0 0 0,-1 0 0 0 0,0 0 0 0 0,1-1 0 0 0,-2 0 1 0 0,1 0-1 0 0,6-8 0 0 0,55-92-191 0 0,-62 97 326 0 0,0 0-1 0 0,0 0 0 0 0,-1 0 0 0 0,0 0 0 0 0,-1-1 1 0 0,0 0-1 0 0,0 1 0 0 0,-1-1 0 0 0,1-10 0 0 0,5 29 136 0 0,5 11-60 0 0,-1 1-1 0 0,16 44 1 0 0,-6-11-3 0 0,129 349 232 0 0,-146-390-380 0 0,48 190 140 0 0,-47-178-184 0 0,-2-1 0 0 0,0 1 0 0 0,-2 0 0 0 0,-1-1 0 0 0,-1 1 0 0 0,-5 28 0 0 0,4-42 20 0 0,-1-1 0 0 0,0 1 0 0 0,0-1 1 0 0,-2 0-1 0 0,1 0 0 0 0,-1-1 0 0 0,-1 1 0 0 0,0-1 0 0 0,0 0 0 0 0,-1-1 0 0 0,0 1 1 0 0,-1-1-1 0 0,0-1 0 0 0,0 0 0 0 0,-1 0 0 0 0,0 0 0 0 0,0-1 0 0 0,-1 0 0 0 0,0-1 1 0 0,-19 9-1 0 0,10-7 14 0 0,-1-2 1 0 0,0 0 0 0 0,0-1-1 0 0,0-1 1 0 0,0-1-1 0 0,-1 0 1 0 0,1-2 0 0 0,-37-2-1 0 0,0-4 41 0 0,-102-24 0 0 0,115 19-213 0 0,1-2 0 0 0,0-2 0 0 0,1-2 0 0 0,1-2 0 0 0,0-1-1 0 0,-47-31 1 0 0,65 33-2432 0 0,6 0-7913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6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21655 0 0,'-5'1'9135'0'0,"23"-2"-8975"0"0,-1 0 0 0 0,1 1 0 0 0,0 1 0 0 0,22 4 0 0 0,4 0-7 0 0,345 10-3154 0 0,-382-15 2842 0 0,85 3-5658 0 0,-70 0 3170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6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319 156 9215 0 0,'-97'15'841'0'0,"-123"33"18759"0"0,219-48-18689 0 0,9-1-823 0 0,-1 0-1 0 0,1 0 0 0 0,-1-1 1 0 0,10-3-1 0 0,10-2-240 0 0,320-76-4755 0 0,-121 8-4380 0 0,-132 43 5758 0 0,-54 20 18372 0 0,-29 19-12911 0 0,-4-2-1321 0 0,0-1-469 0 0,1 0 0 0 0,0-1 0 0 0,0 0 0 0 0,1 0 0 0 0,16 2 0 0 0,48 4-154 0 0,-37-5 39 0 0,-11-1-46 0 0,-1 1 0 0 0,1 0 0 0 0,33 13 0 0 0,-47-12 20 0 0,-5 4 0 0 0,-6-8 4 0 0,0 1-1 0 0,0-1 0 0 0,0 0 1 0 0,-1 0-1 0 0,1 1 1 0 0,0-1-1 0 0,-1 0 1 0 0,1 0-1 0 0,-1 0 1 0 0,1 0-1 0 0,-1 1 1 0 0,1-1-1 0 0,-1 0 1 0 0,0 0-1 0 0,0 0 1 0 0,1 0-1 0 0,-1 0 1 0 0,-1 1-1 0 0,-18 15 219 0 0,-1-4 110 0 0,0-2 1 0 0,0-1-1 0 0,-33 12 0 0 0,-1-1-2110 0 0,39-14-2401 0 0,-19 12-1 0 0,17-8-5612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13359 0 0,'-6'0'16408'0'0,"-3"22"-15485"0"0,5-11-610 0 0,0-1 0 0 0,-4 22-1 0 0,-24 236 729 0 0,25-195-1031 0 0,-5 199 78 0 0,10-250-147 0 0,1-21-242 0 0,-2-13-3810 0 0,1-2 990 0 0,-2-5-6183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13359 0 0,'0'0'1027'0'0,"7"-5"-630"0"0,15-6 2002 0 0,-7 6 1438 0 0,0 1-1 0 0,16-2 1 0 0,-18 3-2959 0 0,236-37 1602 0 0,-207 37-2552 0 0,62 2 1 0 0,-88 2-439 0 0,1 1 1 0 0,-1 0-1 0 0,0 1 0 0 0,0 1 0 0 0,0 1 1 0 0,27 11-1 0 0,-15-2-1774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7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22 260 14743 0 0,'-6'-2'229'0'0,"-10"1"1524"0"0,19 0-705 0 0,-1 0 1 0 0,0 1-1 0 0,0-1 0 0 0,1 0 1 0 0,-1 0-1 0 0,0 0 1 0 0,2-2-1 0 0,8-3 1235 0 0,140-47 1665 0 0,-133 47-3844 0 0,1 2 1 0 0,0 1-1 0 0,0 0 0 0 0,0 1 0 0 0,40 2 0 0 0,-52 1-65 0 0,0 0 1 0 0,0 0-1 0 0,0 1 0 0 0,0 0 0 0 0,0 0 0 0 0,-1 1 0 0 0,1 0 0 0 0,-1 1 0 0 0,12 7 0 0 0,-13-8-33 0 0,-1 2-1 0 0,0-1 1 0 0,0 1-1 0 0,-1-1 0 0 0,1 1 1 0 0,-1 1-1 0 0,0-1 1 0 0,-1 0-1 0 0,1 1 0 0 0,-1 0 1 0 0,0 0-1 0 0,3 8 1 0 0,-1 0 12 0 0,-1 1 0 0 0,0 0 0 0 0,-1 0 0 0 0,-1 0 0 0 0,0 1 0 0 0,-1-1 0 0 0,-1 1 0 0 0,-1-1 0 0 0,0 0 1 0 0,0 1-1 0 0,-2-1 0 0 0,0 0 0 0 0,0 0 0 0 0,-2 0 0 0 0,-7 18 0 0 0,6-22-312 0 0</inkml:trace>
  <inkml:trace contextRef="#ctx0" brushRef="#br0" timeOffset="1">554 1 25023 0 0,'0'0'2904'0'0,"-5"8"-2904"0"0,0 1-536 0 0,4 3-160 0 0,4 1-32 0 0,0 1-6296 0 0,2 2-1264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5983 0 0,'1'2'464'0'0,"14"41"2328"0"0,19 64 17104 0 0,-23-69-19259 0 0,-3-14 346 0 0,1 0 0 0 0,14 28-1 0 0,-23-52-981 0 0,0 0 0 0 0,0-1-1 0 0,0 1 1 0 0,0 0 0 0 0,0 0-1 0 0,0 0 1 0 0,0-1 0 0 0,0 1 0 0 0,0 0-1 0 0,0 0 1 0 0,0 0 0 0 0,0-1-1 0 0,0 1 1 0 0,0 0 0 0 0,0 0-1 0 0,0 0 1 0 0,0-1 0 0 0,1 1-1 0 0,-1 0 1 0 0,0 0 0 0 0,0 0-1 0 0,0 0 1 0 0,0-1 0 0 0,1 1-1 0 0,-1 0 1 0 0,0 0 0 0 0,0 0 0 0 0,0 0-1 0 0,0 0 1 0 0,1 0 0 0 0,-1 0-1 0 0,0 0 1 0 0,0-1 0 0 0,0 1-1 0 0,1 0 1 0 0,-1 0 0 0 0,0 0-1 0 0,0 0 1 0 0,0 0 0 0 0,1 0-1 0 0,-1 0 1 0 0,0 0 0 0 0,0 0-1 0 0,1 0 1 0 0,-1 0 0 0 0,0 1 0 0 0,0-1-1 0 0,0 0 1 0 0,1 0 0 0 0,-1 0-1 0 0,0 0 1 0 0,0 0 0 0 0,0 0-1 0 0,0 0 1 0 0,1 0 0 0 0,-1 1-1 0 0,0-1 1 0 0,0 0 0 0 0,0 0-1 0 0,0 0 1 0 0,0 0 0 0 0,1 1 0 0 0,-1-1-1 0 0,0 0 1 0 0,0 0 0 0 0,0 0-1 0 0,0 1 1 0 0,5-15-1 0 0,-1 0 0 0 0,0-1 0 0 0,2-27 0 0 0,3-7 0 0 0,-5 31-367 0 0,1 1-1 0 0,1 0 1 0 0,0 1 0 0 0,2-1-1 0 0,0 1 1 0 0,0 0 0 0 0,18-22-1 0 0,-20 29 87 0 0,1 1 0 0 0,0 0-1 0 0,1 0 1 0 0,0 1 0 0 0,0 0-1 0 0,1 0 1 0 0,0 1 0 0 0,0 0-1 0 0,0 1 1 0 0,1 0 0 0 0,-1 0-1 0 0,1 1 1 0 0,19-5 0 0 0,-2 3-1730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385 242 20015 0 0,'0'0'1811'0'0,"-1"1"-1251"0"0,-13 6 1827 0 0,1-1 1 0 0,-17 6-1 0 0,-5 1-1024 0 0,-47 16-248 0 0,5-3-414 0 0,53-16-697 0 0,10-5 1 0 0,1 0 0 0 0,0 1 0 0 0,-1 1 0 0 0,2 0 1 0 0,-1 1-1 0 0,-11 9 0 0 0,24-17-5 0 0,-1 0 0 0 0,1 1 0 0 0,0-1 0 0 0,-1 0 0 0 0,1 0 0 0 0,0 0 0 0 0,0 0 0 0 0,-1 1 0 0 0,1-1 0 0 0,0 0 0 0 0,0 0 0 0 0,-1 1 0 0 0,1-1 0 0 0,0 0 0 0 0,0 0 0 0 0,0 1 0 0 0,0-1 0 0 0,-1 0 0 0 0,1 1 0 0 0,0-1 0 0 0,0 0 0 0 0,0 1 0 0 0,0-1 0 0 0,0 0 0 0 0,0 0 0 0 0,0 1 0 0 0,0-1 0 0 0,0 0 0 0 0,0 1 0 0 0,0-1 0 0 0,0 0 0 0 0,0 1 0 0 0,0-1 0 0 0,0 0 0 0 0,0 1 0 0 0,0-1 0 0 0,0 0 0 0 0,1 1 0 0 0,-1-1 0 0 0,0 0 0 0 0,0 0 0 0 0,0 1 0 0 0,0-1 0 0 0,1 0 0 0 0,-1 1 0 0 0,0-1 0 0 0,0 0 0 0 0,1 0 0 0 0,-1 0 0 0 0,0 1 0 0 0,0-1 0 0 0,1 0 0 0 0,-1 0 0 0 0,0 0 0 0 0,1 1 0 0 0,3 2 0 0 0,-1-1 0 0 0,1 1 0 0 0,0 0 0 0 0,0-1 0 0 0,0 0 0 0 0,0 0 0 0 0,1 0 0 0 0,-1-1 0 0 0,0 1 0 0 0,1-1 0 0 0,-1 0 0 0 0,7 1 0 0 0,8 0 0 0 0,32-1 0 0 0,-40-1 0 0 0,127 4 0 0 0,-112-2 0 0 0,0 1 0 0 0,0 2 0 0 0,31 9 0 0 0,-54-14 0 0 0,-1 1 0 0 0,0 0 0 0 0,0-1 0 0 0,0 1 0 0 0,0 0 0 0 0,0 0 0 0 0,-1 1 0 0 0,1-1 0 0 0,0 0 0 0 0,0 1 0 0 0,-1-1 0 0 0,1 1 0 0 0,-1-1 0 0 0,1 1 0 0 0,-1 0 0 0 0,0-1 0 0 0,1 1 0 0 0,-1 0 0 0 0,0 0 0 0 0,0 0 0 0 0,0 0 0 0 0,-1 0 0 0 0,1 0 0 0 0,-1 1 0 0 0,2 2 0 0 0,-2-2 0 0 0,0 0 0 0 0,0 0 0 0 0,-1 0 0 0 0,1-1 0 0 0,-1 1 0 0 0,1 0 0 0 0,-1 0 0 0 0,0-1 0 0 0,0 1 0 0 0,0 0 0 0 0,0-1 0 0 0,0 1 0 0 0,-1-1 0 0 0,1 1 0 0 0,-1-1 0 0 0,0 0 0 0 0,1 0 0 0 0,-1 0 0 0 0,-4 4 0 0 0,-7 4-110 0 0,1-1 0 0 0,-2 0-1 0 0,1-1 1 0 0,-1 0 0 0 0,-1-1 0 0 0,-25 9 0 0 0,14-8-188 0 0,-1-1 0 0 0,0-1 0 0 0,-29 3 0 0 0,36-8-1565 0 0,1-2-5465 0 0,6-2-1990 0 0</inkml:trace>
  <inkml:trace contextRef="#ctx0" brushRef="#br0" timeOffset="1">594 30 12439 0 0,'25'-13'1518'0'0,"-7"3"1499"0"0,-1 4 4573 0 0,-16 6-7233 0 0,0 0-1 0 0,0 0 1 0 0,-1 0-1 0 0,1 0 1 0 0,0 0-1 0 0,0 0 1 0 0,0 0-1 0 0,-1 0 1 0 0,1 1-1 0 0,0-1 1 0 0,0 0-1 0 0,-1 0 1 0 0,1 1-1 0 0,0-1 1 0 0,0 0-1 0 0,0 2 0 0 0,10 10 1223 0 0,-8-7-1541 0 0,-1-1 1 0 0,0 0-1 0 0,0 1 1 0 0,1 7-1 0 0,1 9 28 0 0,-2 0-1 0 0,-1 1 1 0 0,0-1-1 0 0,-4 35 1 0 0,0-8-22 0 0,2 21-190 0 0,0 0-466 0 0,-10 76 1 0 0,2-110-4189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1 424 15663 0 0,'2'0'9185'0'0,"55"-6"-4267"0"0,32 2-3853 0 0,-21 1-742 0 0,186-20-1925 0 0,-197 17-119 0 0</inkml:trace>
  <inkml:trace contextRef="#ctx0" brushRef="#br0" timeOffset="1">1442 1 26119 0 0,'0'0'2365'0'0,"0"2"-1945"0"0,-8 161 2849 0 0,3-93-3020 0 0,4 94 0 0 0,2-154-265 0 0,14 127 67 0 0,-12-121-110 0 0,0-2 1 0 0,1 1 0 0 0,1 0 0 0 0,0-1-1 0 0,1 0 1 0 0,15 26 0 0 0,-17-36-187 0 0,-1 1 1 0 0,1-1-1 0 0,0 1 1 0 0,0-1 0 0 0,0 0-1 0 0,1 0 1 0 0,-1-1-1 0 0,1 1 1 0 0,0-1 0 0 0,8 4-1 0 0,-8-5-692 0 0,1 0 0 0 0,0 0-1 0 0,0 0 1 0 0,0 0 0 0 0,11 1 0 0 0,7-3-8010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29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248 293 18799 0 0,'6'-30'1237'0'0,"-3"16"-641"0"0,0-1-1 0 0,-1 1 0 0 0,1-28 1 0 0,-3 40-359 0 0,0 1 0 0 0,0-1 0 0 0,0 0 1 0 0,0 0-1 0 0,0 0 0 0 0,-1 1 0 0 0,1-1 1 0 0,-1 0-1 0 0,1 0 0 0 0,-1 1 0 0 0,0-1 0 0 0,1 1 1 0 0,-1-1-1 0 0,0 0 0 0 0,0 1 0 0 0,0-1 0 0 0,0 1 1 0 0,-1 0-1 0 0,1-1 0 0 0,0 1 0 0 0,0 0 1 0 0,-1 0-1 0 0,1 0 0 0 0,-1 0 0 0 0,1 0 0 0 0,-1 0 1 0 0,1 0-1 0 0,-1 0 0 0 0,0 1 0 0 0,0-1 0 0 0,1 1 1 0 0,-1-1-1 0 0,0 1 0 0 0,0 0 0 0 0,-1-1 0 0 0,-3 1-82 0 0,1 1 0 0 0,-1-1 0 0 0,1 1 0 0 0,0 0 0 0 0,-1 0-1 0 0,1 1 1 0 0,0 0 0 0 0,0 0 0 0 0,-1 0 0 0 0,-5 4-1 0 0,-8 4-129 0 0,1 1-1 0 0,1 1 0 0 0,-22 19 1 0 0,32-26-24 0 0,1 2-1 0 0,0-1 1 0 0,0 1 0 0 0,0 0 0 0 0,1 0 0 0 0,0 0 0 0 0,0 1-1 0 0,1 0 1 0 0,0 0 0 0 0,-5 15 0 0 0,8-20-17 0 0,0 1 0 0 0,0-1 1 0 0,1 1-1 0 0,-1 0 0 0 0,1 0 0 0 0,0-1 1 0 0,0 1-1 0 0,0 0 0 0 0,0-1 0 0 0,1 1 1 0 0,0 0-1 0 0,-1-1 0 0 0,1 1 0 0 0,1 0 0 0 0,-1-1 1 0 0,0 0-1 0 0,3 5 0 0 0,-1-4-37 0 0,0 0 0 0 0,0 0 0 0 0,1 0 1 0 0,0 0-1 0 0,-1 0 0 0 0,1-1 0 0 0,0 1 0 0 0,1-1 0 0 0,-1 0 0 0 0,0-1 1 0 0,7 4-1 0 0,-3-2-20 0 0,1-1 0 0 0,-1 0 1 0 0,1 0-1 0 0,0-1 1 0 0,0 0-1 0 0,0-1 1 0 0,0 1-1 0 0,0-2 0 0 0,0 1 1 0 0,0-1-1 0 0,0-1 1 0 0,0 0-1 0 0,17-3 0 0 0,-17 1 16 0 0,0-1 0 0 0,0 0 1 0 0,-1 0-1 0 0,0-1 0 0 0,1 0 0 0 0,-2 0 0 0 0,1-1 0 0 0,-1 0 0 0 0,0-1 0 0 0,0 1 0 0 0,0-1 0 0 0,-1 0 0 0 0,0-1 0 0 0,7-11 0 0 0,-5 4 77 0 0,0 0 0 0 0,0-1 0 0 0,-1 0 0 0 0,-1 0 0 0 0,-1-1 0 0 0,-1 1 0 0 0,4-20 0 0 0,-8 34-263 0 0,2-12 1248 0 0,-4 11-92 0 0,-3 7-527 0 0,3 0-362 0 0,-1-1-1 0 0,1 2 1 0 0,0-1 0 0 0,0 0 0 0 0,1 0-1 0 0,-1 1 1 0 0,1-1 0 0 0,0 0-1 0 0,0 1 1 0 0,1 0 0 0 0,-1-1 0 0 0,1 1-1 0 0,1 6 1 0 0,-1-1 15 0 0,1-1 1 0 0,0 0-1 0 0,1 0 0 0 0,0 0 1 0 0,6 16-1 0 0,-5-18-39 0 0,1 1 0 0 0,0-1 0 0 0,0 0 0 0 0,1 0 0 0 0,-1-1 0 0 0,2 1 0 0 0,-1-1 0 0 0,1 0 0 0 0,0-1 0 0 0,0 1 0 0 0,0-1 0 0 0,1 0 0 0 0,-1-1 0 0 0,1 0 0 0 0,1 0 0 0 0,-1 0 0 0 0,0-1 0 0 0,1 0 0 0 0,0 0 0 0 0,-1-1 0 0 0,1 0 0 0 0,0 0 0 0 0,0-1 0 0 0,1 0 0 0 0,-1-1 0 0 0,0 0 0 0 0,0 0 0 0 0,12-2 0 0 0,-12 1-2 0 0,-1 0-1 0 0,1-1 1 0 0,-1 1-1 0 0,1-2 1 0 0,-1 1-1 0 0,0-1 1 0 0,1 0-1 0 0,-1-1 1 0 0,-1 0-1 0 0,1 0 1 0 0,-1 0-1 0 0,7-6 1 0 0,-5 3-2 0 0,-1-1 1 0 0,-1 1-1 0 0,1-1 1 0 0,-1 0-1 0 0,-1-1 1 0 0,1 0-1 0 0,-1 0 1 0 0,6-16-1 0 0,-6 15 5 0 0,-2 3 0 0 0,-1 1 0 0 0,1-1 0 0 0,-1 0 0 0 0,0 0 0 0 0,-1 0 0 0 0,0 0 1 0 0,0 0-1 0 0,0-11 0 0 0,-4 32 29 0 0,2-12-27 0 0,0 1 0 0 0,1-1 1 0 0,-1 0-1 0 0,0 1 0 0 0,1 0 1 0 0,0 4-1 0 0,0-1-3 0 0,1 0 0 0 0,0 1 0 0 0,0-1 0 0 0,1 0 0 0 0,0 0 0 0 0,0 0 0 0 0,0 0 0 0 0,1 0 0 0 0,0-1 0 0 0,0 1 0 0 0,1-1 0 0 0,3 6 0 0 0,-1-4 0 0 0,0-1 0 0 0,1 1 0 0 0,0-1 0 0 0,0-1 0 0 0,0 1 0 0 0,1-1 0 0 0,13 7 0 0 0,-6-5 0 0 0,0-1 0 0 0,0 0 0 0 0,0-1 0 0 0,1-1 0 0 0,-1-1 0 0 0,1 0 0 0 0,0-1 0 0 0,0 0 0 0 0,19-2 0 0 0,-26 0-4 0 0,0-1 1 0 0,0 0-1 0 0,-1 0 0 0 0,1-1 1 0 0,-1 0-1 0 0,1-1 1 0 0,-1 0-1 0 0,0 0 0 0 0,0-1 1 0 0,15-9-1 0 0,-19 10 2 0 0,1 0 0 0 0,-1 0 0 0 0,-1-1 0 0 0,1 0 0 0 0,0 0 0 0 0,-1 0 0 0 0,0 0 0 0 0,0 0 0 0 0,0-1 0 0 0,0 1 0 0 0,-1-1 0 0 0,0 0 0 0 0,0 0 0 0 0,0 0 0 0 0,0 0 0 0 0,-1 0 0 0 0,0 0 0 0 0,0 0 0 0 0,0-7 0 0 0,0 8 2 0 0,-1 1 0 0 0,0 0 0 0 0,0-1 0 0 0,0 1 0 0 0,0 0 0 0 0,-1-5 0 0 0,0 2 11 0 0,1 4 34 0 0,-1 1-24 0 0,-5-5-18 0 0,-2 5-3 0 0,7 1 0 0 0,0 1 0 0 0,1-1 0 0 0,-1 0 0 0 0,0 0 0 0 0,0 1 0 0 0,0-1 0 0 0,0 1 0 0 0,1-1 0 0 0,-1 0 0 0 0,0 1 0 0 0,0-1 0 0 0,1 1 0 0 0,-1 0 0 0 0,0-1 0 0 0,1 1 0 0 0,-1 0 0 0 0,0-1 0 0 0,1 1 0 0 0,-1 0 0 0 0,1 0 0 0 0,-1-1 0 0 0,1 1 0 0 0,-1 1 0 0 0,1 0 0 0 0,-1 0 0 0 0,1 0 0 0 0,0 1 0 0 0,0-1 0 0 0,0 0 0 0 0,0 0 0 0 0,0 0 0 0 0,0 0 0 0 0,0 0 0 0 0,1 2 0 0 0,1 3 0 0 0,0-1 0 0 0,0 0 0 0 0,1 0 0 0 0,0 0 0 0 0,6 10 0 0 0,-2-7 0 0 0,0-1 0 0 0,0 0 0 0 0,1 0 0 0 0,1 0 0 0 0,-1-1 0 0 0,1-1 0 0 0,0 1 0 0 0,1-1 0 0 0,0-1 0 0 0,0 0 0 0 0,15 6 0 0 0,-7-5 0 0 0,1 0 0 0 0,0-1 0 0 0,0 0 0 0 0,0-2 0 0 0,33 2 0 0 0,-43-5 0 0 0,0 0 0 0 0,1 0 0 0 0,-1-1 0 0 0,0-1 0 0 0,0 1 0 0 0,0-1 0 0 0,0-1 0 0 0,12-4 0 0 0,-18 5 0 0 0,1 0 0 0 0,0 0 0 0 0,-1 0 0 0 0,1 0 0 0 0,-1 0 0 0 0,0-1 0 0 0,1 0 0 0 0,-1 1 0 0 0,-1-1 0 0 0,1 0 0 0 0,0-1 0 0 0,-1 1 0 0 0,1 0 0 0 0,-1-1 0 0 0,0 1 0 0 0,0-1 0 0 0,-1 0 0 0 0,1 0 0 0 0,-1 0 0 0 0,2-7 0 0 0,-1 0 0 0 0,-1 0 0 0 0,0 1 0 0 0,-1-1 0 0 0,0 0 0 0 0,-3-18 0 0 0,-2 1 0 0 0,-9-26 0 0 0,9 40-84 0 0,-1 1 0 0 0,0 0 0 0 0,-1 0 0 0 0,-1 0 0 0 0,-17-22 0 0 0,0 0-235 0 0,-1 0-1458 0 0,6 15-6220 0 0,4 5-1542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0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20271 0 0,'0'0'11968'0'0</inkml:trace>
  <inkml:trace contextRef="#ctx0" brushRef="#br0" timeOffset="1">59 320 19351 0 0,'-6'16'1218'0'0,"3"-10"-968"0"0,1 0 1 0 0,0 0 0 0 0,1 0 0 0 0,-2 8 0 0 0,-1 8 4790 0 0,0 7 791 0 0,4-28-5855 0 0,0-1 0 0 0,0 1 0 0 0,0-1 0 0 0,0 1 0 0 0,0-1 0 0 0,0 1 0 0 0,0-1 0 0 0,0 1 0 0 0,0 0 0 0 0,0-1 0 0 0,0 1-1 0 0,0-1 1 0 0,1 1 0 0 0,-1-1 0 0 0,0 1 0 0 0,0-1 0 0 0,1 1 0 0 0,-1-1 0 0 0,0 1 0 0 0,1-1 0 0 0,-1 1 0 0 0,0-1 0 0 0,1 0 0 0 0,-1 1 0 0 0,0-1-1 0 0,1 0 1 0 0,-1 1 0 0 0,1-1 0 0 0,-1 0 0 0 0,1 1 0 0 0,-1-1 0 0 0,2 0 0 0 0,-1 1-602 0 0,10 6-6953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22 13359 0 0,'0'0'612'0'0,"3"-21"8827"0"0,-3 34-7514 0 0,-1 1-1 0 0,-3 13 1 0 0,-9 27 159 0 0,-26 50-2055 0 0,27-73 561 0 0,-26 57-326 0 0,-64 112 0 0 0,71-155-341 0 0,30-44 10 0 0,2-3-517 0 0,59-143-1329 0 0,-13 34 1123 0 0,-36 81 801 0 0,2 0-1 0 0,1 0 0 0 0,33-51 1 0 0,-47 81 24 0 0,0 0-1 0 0,0 0 1 0 0,0-1 0 0 0,0 1 0 0 0,0 0 0 0 0,1 0-1 0 0,-1 0 1 0 0,0-1 0 0 0,0 1 0 0 0,0 0 0 0 0,0 0-1 0 0,1 0 1 0 0,-1 0 0 0 0,0 0 0 0 0,0-1 0 0 0,0 1-1 0 0,1 0 1 0 0,-1 0 0 0 0,0 0 0 0 0,0 0 0 0 0,0 0-1 0 0,1 0 1 0 0,-1 0 0 0 0,0 0 0 0 0,0 0 0 0 0,1 0 0 0 0,-1 0-1 0 0,0 0 1 0 0,0 0 0 0 0,0 0 0 0 0,1 0 0 0 0,-1 0-1 0 0,0 0 1 0 0,0 0 0 0 0,1 0 0 0 0,-1 0 0 0 0,0 0-1 0 0,0 0 1 0 0,1 1 0 0 0,5 10 671 0 0,4 25-339 0 0,-8-26-236 0 0,2 4-100 0 0,0-1 0 0 0,1 0 0 0 0,0 0 0 0 0,1 0 0 0 0,1 0 0 0 0,0-1 0 0 0,0 0 0 0 0,2-1 0 0 0,-1 0 0 0 0,1 0 0 0 0,1 0 0 0 0,0-1 0 0 0,0-1 0 0 0,15 11 0 0 0,14 4-76 0 0,1-2 0 0 0,46 19-1 0 0,-32-16-14 0 0,-46-22-2 0 0,-4-1 15 0 0,-1 0-1 0 0,1 0 1 0 0,0 0 0 0 0,0 1-1 0 0,-1-1 1 0 0,0 1 0 0 0,1 0-1 0 0,3 5 1 0 0,-6-7 227 0 0,-22 10-84 0 0,-31-1-32 0 0,0-2 1 0 0,-82 2-1 0 0,66-6-76 0 0,38-2-347 0 0,-32 3-289 0 0,23 0-2734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6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15 12895 0 0,'-2'-1'277'0'0,"-35"-11"1016"0"0,17 10 1408 0 0,19 2-2022 0 0,-1 0 1 0 0,1 1 0 0 0,0-1-1 0 0,0 0 1 0 0,-1 0 0 0 0,1 1-1 0 0,0-1 1 0 0,0 1 0 0 0,0-1-1 0 0,0 1 1 0 0,-2 1 0 0 0,-5 4 310 0 0,1 0 1 0 0,0 1 0 0 0,1 0-1 0 0,-1 1 1 0 0,-6 10-1 0 0,5-5-551 0 0,0 0-1 0 0,-10 26 1 0 0,7-6-497 0 0,1 0 0 0 0,-6 41 0 0 0,10-41 64 0 0,2-1 0 0 0,1 1-1 0 0,2 0 1 0 0,1 0 0 0 0,2 0 0 0 0,1 0 0 0 0,1 0-1 0 0,12 39 1 0 0,-10-49-98 0 0,1-1 0 0 0,1 0 0 0 0,1 0 0 0 0,1-1 0 0 0,0-1-1 0 0,2 1 1 0 0,0-2 0 0 0,2 0 0 0 0,0 0 0 0 0,1-1 0 0 0,1-1 0 0 0,25 22 0 0 0,-35-34 33 0 0,-1-1 0 0 0,1 0 1 0 0,0 0-1 0 0,0 0 1 0 0,1-1-1 0 0,-1 0 0 0 0,1 0 1 0 0,-1-1-1 0 0,1 1 0 0 0,0-1 1 0 0,0-1-1 0 0,0 0 1 0 0,0 0-1 0 0,0 0 0 0 0,0-1 1 0 0,0 1-1 0 0,0-2 1 0 0,0 1-1 0 0,1-1 0 0 0,-1 0 1 0 0,0-1-1 0 0,-1 0 0 0 0,1 0 1 0 0,0 0-1 0 0,0-1 1 0 0,-1 0-1 0 0,0 0 0 0 0,1 0 1 0 0,8-8-1 0 0,1-1 81 0 0,-2-1 0 0 0,1-1 0 0 0,-2-1 0 0 0,0 0 0 0 0,-1 0 0 0 0,0-1 0 0 0,-1-1 0 0 0,-1 0 0 0 0,8-18 0 0 0,9-26 103 0 0,25-83 0 0 0,-50 136-123 0 0,34-129 270 0 0,-31 111-18 0 0,-2 0 0 0 0,0 0 0 0 0,-2-39 0 0 0,-4 49 231 0 0,-2 25 9 0 0,-2 26-229 0 0,4 0-241 0 0,0 1 1 0 0,3-1-1 0 0,7 70 1 0 0,0-58-162 0 0,3 0 1 0 0,21 65-1 0 0,-20-83-406 0 0,5 17-720 0 0,-15-43 567 0 0,0 1 0 0 0,0 0 0 0 0,-1 0 1 0 0,0 0-1 0 0,0 6 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26983 0 0,'0'0'2984'0'0,"9"0"-2984"0"0,1-2 0 0 0,5 2 136 0 0,3 0 24 0 0,1-1 0 0 0,4-1 0 0 0,3 0-160 0 0,4-1 0 0 0,3 0 0 0 0,7 0 0 0 0,4 0-1032 0 0,5-1-240 0 0,1-1-40 0 0</inkml:trace>
  <inkml:trace contextRef="#ctx0" brushRef="#br0" timeOffset="1">868 46 13359 0 0,'0'0'1210'0'0,"2"0"-996"0"0,82 9 11261 0 0,2-7-6126 0 0,88-5-5649 0 0,-75 0-1884 0 0,-59 3-8300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20735 0 0,'0'0'2159'0'0,"2"0"-1783"0"0,8-3 1519 0 0,54-15 4345 0 0,36-4-5086 0 0,-13 5-1340 0 0,38-6 811 0 0,-63 16-3758 0 0,0 7-4608 0 0,-35 3-1792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37 24215 0 0,'-13'0'753'0'0,"-17"1"3754"0"0,270-17-3732 0 0,-105 4-2661 0 0,-75 8-124 0 0,1-1-481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7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444 162 17047 0 0,'0'-8'446'0'0,"0"0"-1"0"0,-1 0 1 0 0,0 0-1 0 0,-3-14 1 0 0,-1-10 3370 0 0,4 28-3344 0 0,1 0-1 0 0,-1 0 1 0 0,0 1 0 0 0,0-1-1 0 0,-1 0 1 0 0,1 0 0 0 0,-1 1-1 0 0,0-1 1 0 0,0 1-1 0 0,0-1 1 0 0,0 1 0 0 0,0 0-1 0 0,-6-5 1 0 0,6 6-371 0 0,0 0 0 0 0,0 0 0 0 0,0 1 0 0 0,-1-1 0 0 0,1 1 0 0 0,0-1 0 0 0,-1 1 0 0 0,1 0 0 0 0,-1 0 0 0 0,1 0 0 0 0,-1 0 0 0 0,0 1 0 0 0,1-1 0 0 0,-1 1 0 0 0,0 0 0 0 0,0-1 0 0 0,1 1 0 0 0,-1 0 0 0 0,0 1 0 0 0,-5 0 0 0 0,-4 2-43 0 0,0 1 0 0 0,0 0 1 0 0,0 1-1 0 0,1 1 0 0 0,0-1 0 0 0,0 2 0 0 0,0-1 1 0 0,1 2-1 0 0,-14 12 0 0 0,-1 3 65 0 0,1 1 1 0 0,-26 35-1 0 0,33-37-123 0 0,2 0 0 0 0,0 1 0 0 0,1 0 0 0 0,1 1 0 0 0,-16 44 0 0 0,25-56 0 0 0,0 0 0 0 0,1 1 0 0 0,0-1 0 0 0,1 1 0 0 0,0-1 0 0 0,1 1 0 0 0,1 0 0 0 0,0 0 0 0 0,1-1 0 0 0,0 1 0 0 0,1 0 0 0 0,0-1 0 0 0,1 1 0 0 0,5 15 0 0 0,-3-17 0 0 0,0 0 0 0 0,1 0 0 0 0,-1 0 0 0 0,2-1 0 0 0,0 0 0 0 0,0 0 0 0 0,1-1 0 0 0,0 0 0 0 0,0 0 0 0 0,12 8 0 0 0,-8-8 0 0 0,0-1 0 0 0,1-1 0 0 0,-1 0 0 0 0,2 0 0 0 0,-1-1 0 0 0,1-1 0 0 0,0 0 0 0 0,15 3 0 0 0,9-1-28 0 0,1-1 0 0 0,0-2 0 0 0,0-2 0 0 0,0-1 0 0 0,0-2 0 0 0,0-2 0 0 0,-1-2 0 0 0,1-1 0 0 0,-1-2 0 0 0,41-14 0 0 0,-54 14 12 0 0,-1-1 1 0 0,0-1-1 0 0,0-1 0 0 0,-2-1 0 0 0,1-1 1 0 0,-1-1-1 0 0,-1-1 0 0 0,30-28 0 0 0,-42 34-1 0 0,0 0 0 0 0,-1-1 0 0 0,0 0-1 0 0,0 0 1 0 0,-1 0 0 0 0,-1-1 0 0 0,0 0-1 0 0,0-1 1 0 0,-1 1 0 0 0,0-1 0 0 0,-1 0-1 0 0,-1 0 1 0 0,0 0 0 0 0,0-1 0 0 0,-1 1-1 0 0,-1-1 1 0 0,0 0 0 0 0,-1 1 0 0 0,-2-21-1 0 0,0 19 1 0 0,-1 0-1 0 0,-1 0 0 0 0,0 0 0 0 0,-1 1 0 0 0,-1-1 0 0 0,0 1 0 0 0,0 0 1 0 0,-2 1-1 0 0,1 0 0 0 0,-2 0 0 0 0,1 0 0 0 0,-2 1 0 0 0,1 1 1 0 0,-18-16-1 0 0,8 11-127 0 0,0 0-1 0 0,-1 1 1 0 0,0 1 0 0 0,-1 1 0 0 0,-1 1-1 0 0,1 0 1 0 0,-46-13 0 0 0,44 18-590 0 0,1 2 0 0 0,-1 1 0 0 0,1 0-1 0 0,-1 2 1 0 0,0 0 0 0 0,0 2 0 0 0,-43 7 0 0 0,8 1-8352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 17967 0 0,'0'1'6951'0'0,"-2"15"-5041"0"0,1-1 1 0 0,0 0-1 0 0,2 23 0 0 0,0-23-1924 0 0,1 1 0 0 0,1 0 0 0 0,0-1-1 0 0,1 0 1 0 0,1 0 0 0 0,1 0 0 0 0,0-1 0 0 0,0 1-1 0 0,2-1 1 0 0,15 23 0 0 0,-18-31-234 0 0,1 1-1 0 0,0-1 1 0 0,0-1 0 0 0,1 1-1 0 0,-1-1 1 0 0,1 0 0 0 0,10 5-1 0 0,-6-4-1431 0 0,0-1-1 0 0,15 5 0 0 0,-3-3-7670 0 0</inkml:trace>
  <inkml:trace contextRef="#ctx0" brushRef="#br0" timeOffset="1">685 36 6911 0 0,'0'0'22985'0'0,"8"-2"-21191"0"0,10 2-1380 0 0,36 2 1 0 0,-4 1-167 0 0,80-7-2444 0 0,170-26 0 0 0,-267 25 484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14743 0 0,'2'2'14801'0'0,"0"1"-14574"0"0,1 0-1 0 0,-1 1 0 0 0,0-1 0 0 0,0 0 0 0 0,0 1 0 0 0,0 0 0 0 0,-1-1 0 0 0,1 1 1 0 0,-1 0-1 0 0,0 0 0 0 0,0 0 0 0 0,0 4 0 0 0,1 11-160 0 0,0 25-1 0 0,-2-28 28 0 0,16 229-47 0 0,-8-182-40 0 0,31 114 1 0 0,-37-169-7 0 0,0 0 0 0 0,1 0 0 0 0,-1 0 0 0 0,2 0 0 0 0,-1-1 0 0 0,1 0 0 0 0,0 0 0 0 0,0 0 0 0 0,1 0 0 0 0,7 8 0 0 0,-1-6 0 0 0,-7-8 0 0 0,-2-2 0 0 0,7 1 0 0 0,-6-1 0 0 0,-1 0 0 0 0,0 0 0 0 0,0 0 0 0 0,0 0 0 0 0,0 0 0 0 0,0 0 0 0 0,0-1 0 0 0,-1 1 0 0 0,1-1 0 0 0,0 0 0 0 0,-1 1 0 0 0,1-1 0 0 0,-1 0 0 0 0,1 0 0 0 0,1-3 0 0 0,2-5 0 0 0,8-21 0 0 0,-10 24 0 0 0,40-128 0 0 0,-9 26 0 0 0,-16 56 0 0 0,37-70 0 0 0,-55 122 0 0 0,0 1 0 0 0,0 0 0 0 0,0 0 0 0 0,0-1 0 0 0,0 1 0 0 0,0 0 0 0 0,1 0 0 0 0,-1-1 0 0 0,0 1 0 0 0,0 0 0 0 0,0 0 0 0 0,0-1 0 0 0,1 1 0 0 0,-1 0 0 0 0,0 0 0 0 0,0 0 0 0 0,0 0 0 0 0,1-1 0 0 0,-1 1 0 0 0,0 0 0 0 0,0 0 0 0 0,1 0 0 0 0,-1 0 0 0 0,0 0 0 0 0,0 0 0 0 0,1 0 0 0 0,-1 0 0 0 0,0 0 0 0 0,0-1 0 0 0,1 1 0 0 0,0 1 0 0 0,0 0 0 0 0,0 0 0 0 0,0 0 0 0 0,0 0 0 0 0,0 0 0 0 0,0 0 0 0 0,-1 0 0 0 0,1 1 0 0 0,0-1 0 0 0,-1 0 0 0 0,1 0 0 0 0,-1 0 0 0 0,1 2 0 0 0,7 23 0 0 0,-6-19 0 0 0,36 103 0 0 0,-27-80 0 0 0,-6-17 0 0 0,1 0 0 0 0,0 0 0 0 0,1-1 0 0 0,1 1 0 0 0,0-1 0 0 0,0-1 0 0 0,1 0 0 0 0,0 0 0 0 0,1 0 0 0 0,1-2 0 0 0,-1 1 0 0 0,2-1 0 0 0,-1-1 0 0 0,1 0 0 0 0,0 0 0 0 0,1-1 0 0 0,0-1 0 0 0,19 7 0 0 0,-26-11 0 0 0,0 0 0 0 0,0-1 0 0 0,1 0 0 0 0,-1 0 0 0 0,0 0 0 0 0,0-1 0 0 0,1 0 0 0 0,-1 0 0 0 0,0 0 0 0 0,1-1 0 0 0,-1 0 0 0 0,0-1 0 0 0,0 1 0 0 0,0-1 0 0 0,0 0 0 0 0,9-4 0 0 0,-8 1 0 0 0,0 1 0 0 0,0-1 0 0 0,0 0 0 0 0,-1-1 0 0 0,0 0 0 0 0,0 0 0 0 0,0 0 0 0 0,-1 0 0 0 0,0-1 0 0 0,0 0 0 0 0,7-13 0 0 0,1-5 0 0 0,-1-1 0 0 0,-1 0 0 0 0,-2-1 0 0 0,0 0 0 0 0,-2 0 0 0 0,-1 0 0 0 0,-1-1 0 0 0,-1 0 0 0 0,-1-54 0 0 0,-4 68-488 0 0,0 1 1 0 0,-1 0-1 0 0,-1 0 0 0 0,-4-13 0 0 0,3 15-940 0 0,0 1-1 0 0,-1-1 1 0 0,0 1-1 0 0,-13-19 1 0 0,5 13-8535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38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12 116 6911 0 0,'0'0'528'0'0,"-6"-6"-320"0"0,0-5 2159 0 0,6 10-1836 0 0,0 1 0 0 0,0-1 0 0 0,0 0 0 0 0,0 0 0 0 0,0 0 0 0 0,1 1 0 0 0,-1-1 0 0 0,0 0 0 0 0,0 0 0 0 0,0 1 0 0 0,1-1 0 0 0,-1 0 0 0 0,0 0 0 0 0,1 1 0 0 0,-1-1 0 0 0,1-1 0 0 0,12-9 8538 0 0,-3 6-6625 0 0,6-1-2359 0 0,1 0 1 0 0,-1 1 0 0 0,35-4-1 0 0,-19 3-51 0 0,112-17-2124 0 0,-87 18 881 0 0</inkml:trace>
  <inkml:trace contextRef="#ctx0" brushRef="#br0" timeOffset="1">1108 1 12895 0 0,'0'0'998'0'0,"2"0"-657"0"0,107 2 12717 0 0,2 3-7900 0 0,26 1-4845 0 0,-70-4-532 0 0,150 7 545 0 0,-74 9-3220 0 0,-109-11-7867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9 22055 0 0,'-7'-3'2001'0'0,"1"-2"-162"0"0,6 7-1308 0 0,-1 40 1542 0 0,-7 50 0 0 0,3-62-1808 0 0,-1 0 0 0 0,-1-1 0 0 0,-2 1 1 0 0,-20 47-1 0 0,20-60-240 0 0,8-16 10 0 0,-3-8-245 0 0,3 5 173 0 0,0-1 0 0 0,0 1 0 0 0,0-1 0 0 0,0 0-1 0 0,1 0 1 0 0,0 1 0 0 0,-1-1 0 0 0,1 0-1 0 0,0 0 1 0 0,0 0 0 0 0,0 1 0 0 0,1-1 0 0 0,0-3-1 0 0,11-37-426 0 0,-11 38 404 0 0,0 5 60 0 0,20-64-716 0 0,51-109 0 0 0,-61 157 813 0 0,-10 15 318 0 0,0 3-199 0 0,18 18 333 0 0,23 34-1 0 0,-24-29-440 0 0,23 25-1 0 0,-25-35-101 0 0,1 0-1 0 0,0-2 1 0 0,30 20 0 0 0,62 25-73 0 0,-45-33-96 0 0,-46-18 30 0 0,0 0-1 0 0,0 1 0 0 0,29 17 1 0 0,-44-23 124 0 0,-1 0 0 0 0,1 0-1 0 0,0 0 1 0 0,-1 0 0 0 0,1 1 0 0 0,-1-1 0 0 0,1 1 0 0 0,-1 0 0 0 0,3 4 0 0 0,-5-6 9 0 0,0 0 0 0 0,1-1 1 0 0,-1 1-1 0 0,0 0 0 0 0,0 0 0 0 0,0 0 1 0 0,0 0-1 0 0,1 0 0 0 0,-1-1 0 0 0,0 1 0 0 0,0 0 1 0 0,-1 0-1 0 0,1 0 0 0 0,0 0 0 0 0,0-1 0 0 0,0 1 1 0 0,-1 1-1 0 0,1-1 6 0 0,-1 1 0 0 0,0-1 1 0 0,0 0-1 0 0,0 0 0 0 0,0 1 1 0 0,0-1-1 0 0,0 0 0 0 0,0 0 0 0 0,0 0 1 0 0,0 0-1 0 0,-1-1 0 0 0,-1 3 0 0 0,-13 5 201 0 0,0 0-1 0 0,-1-1 0 0 0,-24 7 1 0 0,-54 10 154 0 0,92-24-353 0 0,-220 31 135 0 0,143-23-670 0 0,38-7-349 0 0,16-3-3431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35 14743 0 0,'0'-3'188'0'0,"-1"0"0"0"0,0 0 0 0 0,0 0-1 0 0,0 0 1 0 0,0 0 0 0 0,0 0 0 0 0,-1 1-1 0 0,1-1 1 0 0,-1 0 0 0 0,-6-2 4590 0 0,-3 11-285 0 0,8-4-4013 0 0,1 1 0 0 0,0-1 0 0 0,-1 1 0 0 0,2 0 0 0 0,-1 0 0 0 0,0 0 0 0 0,0 0 0 0 0,1 0 0 0 0,-1 0 0 0 0,-1 6 0 0 0,-8 37-45 0 0,7-25 114 0 0,-2 9-468 0 0,1 1-1 0 0,1 0 1 0 0,1 1 0 0 0,2-1-1 0 0,1 1 1 0 0,2-1-1 0 0,7 42 1 0 0,-5-52-92 0 0,1 0 0 0 0,1-1 0 0 0,0 0 1 0 0,2 0-1 0 0,0 0 0 0 0,1-1 0 0 0,1 0 0 0 0,1-1 0 0 0,1 0 1 0 0,0-1-1 0 0,27 28 0 0 0,-33-39-30 0 0,0 0 0 0 0,0-1 0 0 0,1 0 1 0 0,0 0-1 0 0,0-1 0 0 0,0 0 0 0 0,0 0 0 0 0,0-1 0 0 0,1 0 0 0 0,0 0 1 0 0,0-1-1 0 0,0 0 0 0 0,0 0 0 0 0,0 0 0 0 0,11-1 0 0 0,-10-1-25 0 0,1 0-1 0 0,-1-1 1 0 0,1 0-1 0 0,-1-1 1 0 0,0 0 0 0 0,0 0-1 0 0,0-1 1 0 0,0 0-1 0 0,0-1 1 0 0,-1 0-1 0 0,1 0 1 0 0,-1-1-1 0 0,9-6 1 0 0,-4 1 6 0 0,0 0 0 0 0,-1-1 0 0 0,0-1 0 0 0,-1 0 0 0 0,0-1 0 0 0,-1 0 0 0 0,13-20 0 0 0,-11 11 56 0 0,0-2 0 0 0,-2 1 0 0 0,0-1 0 0 0,6-27 0 0 0,9-48 662 0 0,18-142 0 0 0,-51 329-226 0 0,5 155 0 0 0,32 8-5596 0 0,-26-240-1744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2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25655 0 0,'0'0'2328'0'0,"5"-6"-1872"0"0,-2 5-402 0 0,-1-1 1 0 0,0 1-1 0 0,0 0 1 0 0,1 0-1 0 0,-1 0 0 0 0,0 0 1 0 0,1 0-1 0 0,-1 0 1 0 0,1 1-1 0 0,3-1 0 0 0,30-2 572 0 0,-20 2-493 0 0,202-6 485 0 0,-43 2-4285 0 0,-128 3-2997 0 0,0 3-1988 0 0</inkml:trace>
  <inkml:trace contextRef="#ctx0" brushRef="#br0" timeOffset="1">864 19 8751 0 0,'0'0'952'0'0,"12"0"-952"0"0,-1 0 3344 0 0,2 2 656 0 0,1-2 128 0 0,3 0 24 0 0,-1-2-2896 0 0,2 1-576 0 0,1 1-112 0 0,2 0-24 0 0,2 0-544 0 0,1 1-224 0 0,2 2 8 0 0,2 6-10984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38 12439 0 0,'-2'-5'2282'0'0,"-3"-28"14937"0"0,2 67-17095 0 0,1 1-1 0 0,2-1 0 0 0,5 38 1 0 0,21 104 209 0 0,-13-92-333 0 0,-19-103 2 0 0,2 7-6 0 0,0 0 0 0 0,-3-16-1 0 0,6 16-32 0 0,1 0 0 0 0,0-1 1 0 0,1 1-1 0 0,0 0 0 0 0,0 0 0 0 0,2 0 0 0 0,3-13 0 0 0,3-3-78 0 0,21-47 0 0 0,-25 65 87 0 0,1-1-1 0 0,0 2 1 0 0,0-1-1 0 0,1 1 1 0 0,0 0 0 0 0,1 0-1 0 0,13-11 1 0 0,-17 16 33 0 0,1 0 1 0 0,-1 0-1 0 0,1 1 1 0 0,0 0 0 0 0,1 0-1 0 0,-1 0 1 0 0,1 0-1 0 0,-1 1 1 0 0,1 0-1 0 0,0 0 1 0 0,-1 1-1 0 0,1-1 1 0 0,0 1-1 0 0,0 1 1 0 0,12-1-1 0 0,-2 3 89 0 0,-13 0-81 0 0,-1 0 0 0 0,-1-1-9 0 0,0-1 0 0 0,1 1 0 0 0,-1 0-1 0 0,0-1 1 0 0,0 1 0 0 0,0 0-1 0 0,0 0 1 0 0,0 0 0 0 0,0 0 0 0 0,0 0-1 0 0,0 0 1 0 0,-1 0 0 0 0,1 0-1 0 0,0 0 1 0 0,-1 0 0 0 0,1 0 0 0 0,0 1-1 0 0,-1-1 1 0 0,1 2 0 0 0,0 2 4 0 0,0-3-3 0 0,0 0-1 0 0,0 0 1 0 0,-1 0 0 0 0,1 0-1 0 0,-1 0 1 0 0,1 0-1 0 0,-1 0 1 0 0,0 0 0 0 0,0 0-1 0 0,0 0 1 0 0,0 0-1 0 0,0 0 1 0 0,-1 0 0 0 0,1 0-1 0 0,0 0 1 0 0,-1 0 0 0 0,0 0-1 0 0,1 0 1 0 0,-1 0-1 0 0,0 0 1 0 0,0 0 0 0 0,-2 2-1 0 0,-2 3 23 0 0,0-1 0 0 0,0 0 1 0 0,-1 0-1 0 0,-9 7 0 0 0,12-10-24 0 0,-12 9 48 0 0,1 1 0 0 0,1 1-1 0 0,-14 18 1 0 0,22-23-51 0 0,3-1 4 0 0,2-6-3 0 0,1 0-1 0 0,0 0 1 0 0,0-1 0 0 0,0 1-1 0 0,0 0 1 0 0,0 0 0 0 0,1-1-1 0 0,-1 1 1 0 0,0-1 0 0 0,1 1 0 0 0,-1-1-1 0 0,1 1 1 0 0,-1-1 0 0 0,1 0-1 0 0,0 0 1 0 0,0 0 0 0 0,-1 0-1 0 0,5 1 1 0 0,3 2 1 0 0,0-1 1 0 0,15 4-1 0 0,3 0-2 0 0,63 17 0 0 0,-78-20 0 0 0,-1 0 0 0 0,1 1 0 0 0,-1 0 0 0 0,0 1 0 0 0,14 11 0 0 0,-22-15 0 0 0,-1 0 0 0 0,1 0 0 0 0,-1 0 0 0 0,0 1 0 0 0,0-1 0 0 0,0 0 0 0 0,0 1 0 0 0,0 0 0 0 0,0-1 0 0 0,-1 1 0 0 0,1 0 0 0 0,-1 0 0 0 0,0 0 0 0 0,0 0 0 0 0,0 0 0 0 0,0 0 0 0 0,-1 0 0 0 0,1 7 0 0 0,-1-7 0 0 0,0 1 0 0 0,0-1 0 0 0,-1 1 0 0 0,0-1 0 0 0,0 1 0 0 0,0-1 0 0 0,0 1 0 0 0,0-1 0 0 0,-1 0 0 0 0,1 1 0 0 0,-1-1 0 0 0,0 0 0 0 0,0 0 0 0 0,0 0 0 0 0,-1 0 0 0 0,-3 4 0 0 0,-5 3-41 0 0,-1 0 0 0 0,0 0 0 0 0,0-1 0 0 0,-1-1 0 0 0,0 0 1 0 0,-1-1-1 0 0,1 0 0 0 0,-1-1 0 0 0,-1 0 0 0 0,1-2 0 0 0,-1 1 0 0 0,0-2 0 0 0,0 0 0 0 0,0-1 0 0 0,0 0 0 0 0,-1-1 1 0 0,1-1-1 0 0,-29-3 0 0 0,40 2-511 0 0,-1 1 0 0 0,1-1 0 0 0,0-1 1 0 0,-1 1-1 0 0,-5-3 0 0 0,-4-3-9832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3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28591 0 0,'0'0'653'0'0,"2"0"90"0"0,60 1 647 0 0,258-12-339 0 0,-296 8-1424 0 0,0-1-463 0 0,-8 4-2649 0 0</inkml:trace>
  <inkml:trace contextRef="#ctx0" brushRef="#br0" timeOffset="1">12 182 13359 0 0,'2'1'7922'0'0,"5"3"-6033"0"0,0 0 0 0 0,0 0 1 0 0,9 2-1 0 0,26 5 875 0 0,48 1-2652 0 0,-68-10 469 0 0,186 11-415 0 0,-120-14-2695 0 0,-49-1-8196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14279 0 0,'0'0'1298'0'0,"-1"1"-1069"0"0,-8 13 2969 0 0,0 1 0 0 0,0 0 0 0 0,-8 23 0 0 0,-1 1-2153 0 0,-116 225 1588 0 0,128-253-2624 0 0,-44 80 73 0 0,49-89-185 0 0,7-14-330 0 0,89-178-1214 0 0,-82 162 1535 0 0,5-14-15 0 0,39-62 0 0 0,-53 98 159 0 0,1 0-1 0 0,-1 1 1 0 0,1-1 0 0 0,0 1 0 0 0,0 0 0 0 0,10-7-1 0 0,-14 12-6 0 0,0 0 0 0 0,0 0 0 0 0,0 0 0 0 0,0 0 0 0 0,0 0 0 0 0,0 1 0 0 0,1-1-1 0 0,-1 0 1 0 0,0 0 0 0 0,0 1 0 0 0,0-1 0 0 0,0 1 0 0 0,0-1 0 0 0,0 1 0 0 0,0-1 0 0 0,0 1-1 0 0,0 0 1 0 0,0 0 0 0 0,1 1 0 0 0,-1-2 12 0 0,7 8 111 0 0,0 1 0 0 0,0-1 1 0 0,-1 1-1 0 0,0 1 0 0 0,0-1 0 0 0,7 16 0 0 0,17 22 223 0 0,-13-26-309 0 0,0 0 0 0 0,38 30-1 0 0,47 29-431 0 0,-63-51 343 0 0,-34-24-20 0 0,-1-1-1 0 0,1 1 1 0 0,-1 0-1 0 0,0 0 1 0 0,0 0-1 0 0,0 1 1 0 0,5 9 0 0 0,-9-14 45 0 0,0 1 1 0 0,0 0 0 0 0,0 0 0 0 0,-1 0 0 0 0,1 0 0 0 0,-1 0 0 0 0,1 0 0 0 0,-1 0 0 0 0,0 0 0 0 0,0 0 0 0 0,1 0 0 0 0,-1 0 0 0 0,-1 0 0 0 0,1 0 0 0 0,0 0 0 0 0,0 0 0 0 0,-1 0 0 0 0,0 0 0 0 0,1 0 0 0 0,-1-1 0 0 0,0 1 0 0 0,0 0 0 0 0,0 0 0 0 0,0 0 0 0 0,0-1 0 0 0,0 1 0 0 0,0 0 0 0 0,0-1 0 0 0,-1 1 0 0 0,1-1 0 0 0,-3 2 0 0 0,-2 2 15 0 0,1-1-1 0 0,-1 0 1 0 0,-1 0-1 0 0,1 0 1 0 0,0-1-1 0 0,-8 3 1 0 0,-43 13 273 0 0,52-18-261 0 0,-44 12-6 0 0,-2-3 1 0 0,1-2-1 0 0,-103 4 0 0 0,146-12-376 0 0,-68-1-251 0 0,51-3-2427 0 0,0-3-3873 0 0,9 1-2126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5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10135 0 0,'3'-4'390'0'0,"26"-26"358"0"0,-12 24 12379 0 0,-12 14-11534 0 0,0 0-678 0 0,-2 1-457 0 0,-1 0-1 0 0,-1 0 0 0 0,0 1 0 0 0,0-1 0 0 0,0 0 0 0 0,-1 0 0 0 0,-1 1 1 0 0,-1 8-1 0 0,0 7 30 0 0,0 17-397 0 0,-2 100 267 0 0,4-104-166 0 0,11 68 0 0 0,-8-87-141 0 0,2 0 1 0 0,0 0 0 0 0,1 0-1 0 0,1-1 1 0 0,10 21 0 0 0,-10-27-37 0 0,0 0-1 0 0,1-1 1 0 0,0 0 0 0 0,1 0 0 0 0,0 0 0 0 0,1-1-1 0 0,0-1 1 0 0,14 11 0 0 0,-18-15-40 0 0,0-1 0 0 0,0 0 0 0 0,1-1 0 0 0,0 1 0 0 0,-1-1 0 0 0,1 0 0 0 0,0-1 0 0 0,1 0 0 0 0,-1 0 0 0 0,0 0 0 0 0,1-1 0 0 0,-1 0 0 0 0,1-1 0 0 0,-1 1 0 0 0,11-2 0 0 0,-10 0-5 0 0,0-1-1 0 0,0 0 1 0 0,0 0-1 0 0,0 0 1 0 0,-1-1-1 0 0,1-1 1 0 0,-1 1-1 0 0,1-1 0 0 0,-1 0 1 0 0,0-1-1 0 0,0 1 1 0 0,-1-2-1 0 0,11-9 1 0 0,-6 2-36 0 0,0 0 1 0 0,0 0-1 0 0,-1-2 1 0 0,-1 1-1 0 0,0-1 1 0 0,12-31-1 0 0,28-102-93 0 0,-32 88 195 0 0,11-36 95 0 0,54-159 335 0 0,-73 236-292 0 0,-8 18 12 0 0,-1 4-74 0 0,2 63-28 0 0,-2 1 1 0 0,-12 80-1 0 0,-1 75 51 0 0,16-149-215 0 0,-4 115-478 0 0,0-183 208 0 0,1 1-1 0 0,-1-1 1 0 0,0 0-1 0 0,-4 9 1 0 0,5-12-784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5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27071 0 0,'0'0'2891'0'0,"1"0"-2801"0"0,30-8 119 0 0,1 1 0 0 0,0 2-1 0 0,44-1 1 0 0,-42 3-166 0 0,63-6-992 0 0,35-3-2153 0 0,-45 7-6148 0 0,-57 5 1620 0 0</inkml:trace>
  <inkml:trace contextRef="#ctx0" brushRef="#br0" timeOffset="1">644 30 18831 0 0,'0'0'2202'0'0,"2"-1"-1164"0"0,42-9 3496 0 0,27 3-2643 0 0,-32 4-1221 0 0,13-3-468 0 0,98 4 1 0 0,-135 3-767 0 0,0 0 0 0 0,0 1 0 0 0,0 1 0 0 0,0 0 0 0 0,-1 1 1 0 0,0 1-1 0 0,1 0 0 0 0,-2 1 0 0 0,1 1 0 0 0,-1 0 0 0 0,14 9 0 0 0,-22-11 79 0 0,1 0-1 0 0,-1 0 0 0 0,0 0 0 0 0,7 10 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14743 0 0,'1'2'4356'0'0,"11"37"5472"0"0,-1 27-6952 0 0,-4-17-2228 0 0,13 76-332 0 0,-19-113-316 0 0,22-67 0 0 0,-7 10 0 0 0,31-59 0 0 0,-39 90 0 0 0,0 0 0 0 0,0 1 0 0 0,1 0 0 0 0,1 1 0 0 0,0 0 0 0 0,1 0 0 0 0,1 1 0 0 0,14-12 0 0 0,-24 22 0 0 0,0 0 0 0 0,0 0 0 0 0,0-1 0 0 0,0 1 0 0 0,0 0 0 0 0,0 1 0 0 0,0-1 0 0 0,3-1 0 0 0,4 3 0 0 0,-7 0 0 0 0,-1 0 0 0 0,1 0 0 0 0,-1 0 0 0 0,1 0 0 0 0,-1 0 0 0 0,1 0 0 0 0,-1 1 0 0 0,1-1 0 0 0,-1 1 0 0 0,0-1 0 0 0,0 1 0 0 0,0-1 0 0 0,0 1 0 0 0,0 0 0 0 0,0-1 0 0 0,1 4 0 0 0,9 34 0 0 0,-8-27 0 0 0,12 48-443 0 0,-3 0 1 0 0,6 72-1 0 0,-18-127-140 0 0,0 0 1 0 0,0-1-1 0 0,0 1 0 0 0,-1 0 1 0 0,1-1-1 0 0,-3 6 0 0 0,-1 0-1370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6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10591 0 0,'0'0'819'0'0,"1"0"14"0"0,52-8 12554 0 0,1 0-8732 0 0,101-17-4454 0 0,43-22-808 0 0,-130 30-905 0 0,-12 2 288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20735 0 0,'0'0'2513'0'0,"2"-1"-1229"0"0,7-1 137 0 0,-1 1 0 0 0,1-1 0 0 0,15 1-1 0 0,56 5 284 0 0,-28 0-1180 0 0,382 5-200 0 0,110-37-1175 0 0,-541 28 778 0 0,11-1-1358 0 0,24-5 1 0 0,-26 3-745 0 0</inkml:trace>
  <inkml:trace contextRef="#ctx0" brushRef="#br0" timeOffset="1">490 185 26951 0 0,'-3'3'402'0'0,"2"-2"-195"0"0,1 0-1 0 0,-1-1 1 0 0,0 1 0 0 0,0 0 0 0 0,0 0-1 0 0,1-1 1 0 0,-1 1 0 0 0,0-1 0 0 0,0 1-1 0 0,0-1 1 0 0,-2 1 0 0 0,3 2-100 0 0,2 6 314 0 0,3-5-257 0 0,0 0 1 0 0,0 0 0 0 0,1-1-1 0 0,-1 1 1 0 0,1-1 0 0 0,0-1-1 0 0,0 1 1 0 0,0-1 0 0 0,1 0-1 0 0,-1 0 1 0 0,0 0 0 0 0,7 0-1 0 0,15 1-100 0 0,42 0-1 0 0,-52-3-2 0 0,108 1-1337 0 0,207-26 0 0 0,-298 20-535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7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20735 0 0,'2'1'3996'0'0,"22"15"-2638"0"0,1 0 0 0 0,0-2 0 0 0,2-1 0 0 0,30 11 0 0 0,4 2-112 0 0,-25-10-1246 0 0,-16-8 0 0 0,-1 0 0 0 0,33 22 0 0 0,-49-29-2 0 0,-1 1-1 0 0,1 0 1 0 0,-1 0-1 0 0,1 1 1 0 0,-1-1-1 0 0,0 0 1 0 0,1 1-1 0 0,-1-1 1 0 0,-1 1-1 0 0,1 0 1 0 0,0 0-1 0 0,-1 0 1 0 0,1 0-1 0 0,-1 0 1 0 0,2 5-1 0 0,-3-4 0 0 0,0 0 0 0 0,0-1 0 0 0,0 1 1 0 0,0 0-1 0 0,0-1 0 0 0,-1 1 0 0 0,0 0 0 0 0,0-1 0 0 0,0 1 0 0 0,0-1 1 0 0,0 1-1 0 0,-1-1 0 0 0,-2 6 0 0 0,-3 2 7 0 0,-1 1 1 0 0,0-1-1 0 0,-1 0 0 0 0,0-1 0 0 0,0 1 1 0 0,-1-2-1 0 0,0 0 0 0 0,-13 9 0 0 0,-96 57 38 0 0,112-71-42 0 0,-47 26 420 0 0,17-11-3104 0 0,5-2-8236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7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567 123 18431 0 0,'-9'-15'1702'0'0,"1"0"1"0"0,-8-23-1 0 0,15 34-1368 0 0,0 1 1 0 0,-1 0 0 0 0,1 0 0 0 0,-1 0-1 0 0,0 0 1 0 0,0 0 0 0 0,0 0-1 0 0,0 0 1 0 0,0 0 0 0 0,-1 1-1 0 0,1 0 1 0 0,-1-1 0 0 0,0 1-1 0 0,0 0 1 0 0,0 0 0 0 0,0 0-1 0 0,-4-1 1 0 0,3 1-218 0 0,0 1 1 0 0,1 0-1 0 0,-1 1 0 0 0,0-1 1 0 0,0 1-1 0 0,0-1 0 0 0,0 1 0 0 0,0 0 1 0 0,1 1-1 0 0,-1-1 0 0 0,0 1 1 0 0,0-1-1 0 0,0 1 0 0 0,1 0 1 0 0,-8 3-1 0 0,0 2-37 0 0,0 0 0 0 0,0 0 0 0 0,0 1 0 0 0,1 0 0 0 0,0 1-1 0 0,0 1 1 0 0,1-1 0 0 0,-12 15 0 0 0,-3 7-53 0 0,-29 47 0 0 0,23-32 4 0 0,-99 170 144 0 0,114-187-145 0 0,2 1 0 0 0,2 0-1 0 0,0 1 1 0 0,2 0 0 0 0,-10 59-1 0 0,17-73-18 0 0,1-1 1 0 0,0 1-1 0 0,2 0 0 0 0,0 0 0 0 0,0 0 0 0 0,1-1 0 0 0,1 1 0 0 0,1-1 0 0 0,0 0 1 0 0,1 1-1 0 0,10 19 0 0 0,-10-25-20 0 0,1 0 1 0 0,-1-1-1 0 0,2 0 0 0 0,-1 0 1 0 0,1-1-1 0 0,1 0 1 0 0,0 0-1 0 0,0 0 0 0 0,0-1 1 0 0,1-1-1 0 0,0 1 1 0 0,0-1-1 0 0,0-1 0 0 0,1 0 1 0 0,0 0-1 0 0,0-1 1 0 0,15 5-1 0 0,-2-4-16 0 0,0 0 0 0 0,1-2 1 0 0,-1 0-1 0 0,34-1 0 0 0,95-13-120 0 0,-111 5 133 0 0,0-1 1 0 0,0-2-1 0 0,-1-2 1 0 0,52-21-1 0 0,-72 24 9 0 0,-1-1-1 0 0,-1-1 0 0 0,0 0 0 0 0,0-1 1 0 0,-1-1-1 0 0,-1-1 0 0 0,0 0 0 0 0,-1-1 1 0 0,0-1-1 0 0,21-27 0 0 0,-28 30 4 0 0,-1 0 0 0 0,0-1 0 0 0,-1 0 0 0 0,0 0 0 0 0,-1 0 0 0 0,-1-1 0 0 0,0 0 0 0 0,-1 1 0 0 0,0-1 0 0 0,-1-1 0 0 0,-1 1 0 0 0,0 0 0 0 0,-1 0 0 0 0,0 0 0 0 0,-1-1 0 0 0,-1 1 0 0 0,0 0 0 0 0,-1 0 0 0 0,-1 0 0 0 0,-10-26 0 0 0,5 20-54 0 0,-1 0 0 0 0,0 1-1 0 0,-2 0 1 0 0,0 1 0 0 0,-27-30 0 0 0,26 35-29 0 0,0 1 0 0 0,0 0 1 0 0,-1 1-1 0 0,0 1 0 0 0,-1 0 1 0 0,0 1-1 0 0,-30-12 0 0 0,21 11-960 0 0,-38-9-1 0 0,1 7-6606 0 0,10 6-1610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17503 0 0,'2'1'1352'0'0,"3"2"-872"0"0,1 1 0 0 0,-1 0 0 0 0,0 0 0 0 0,0 0 0 0 0,0 0 0 0 0,-1 1 0 0 0,0 0 0 0 0,0 0 0 0 0,0 0 0 0 0,0 1 0 0 0,-1-1 0 0 0,0 1 0 0 0,0 0 0 0 0,0 0 0 0 0,2 7 1 0 0,3 13 1147 0 0,-1 0 1 0 0,5 35 0 0 0,-10-49-1667 0 0,7 44 545 0 0,16 73 70 0 0,-21-115-654 0 0,0 1 1 0 0,1-1 0 0 0,1 0-1 0 0,0-1 1 0 0,1 0 0 0 0,13 20 0 0 0,-13-24-370 0 0,1 0 0 0 0,0-1 1 0 0,16 15-1 0 0,-16-17-1111 0 0,0-1-1 0 0,14 8 1 0 0,-2-3-7843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11519 0 0,'5'-16'861'0'0,"-4"11"-194"0"0,0 1 0 0 0,8-17 14461 0 0,-4 32-13343 0 0,-2-6-1485 0 0,7 15 139 0 0,-2 1 0 0 0,-1 1 1 0 0,6 24-1 0 0,7 24-364 0 0,-5-26-66 0 0,14 35-10 0 0,-29-79 1 0 0,1 0 0 0 0,-1 0 0 0 0,0-1 0 0 0,0 1 0 0 0,1 0 0 0 0,-1 0 0 0 0,0 0 0 0 0,0-1 0 0 0,1 1 0 0 0,-1 0 0 0 0,0 0 0 0 0,0-1 0 0 0,0 1 0 0 0,1 0 0 0 0,-1 0 0 0 0,0-1 0 0 0,0 1 0 0 0,0 0 0 0 0,0-1 0 0 0,0 1 0 0 0,0 0 0 0 0,0-1 0 0 0,1 1 0 0 0,-1 0 0 0 0,0-1 0 0 0,0 1 0 0 0,0 0 0 0 0,0-1 0 0 0,-1 1 0 0 0,7-23 0 0 0,-2 10 0 0 0,-1 3 0 0 0,2 0 0 0 0,-1 0 0 0 0,1 0 0 0 0,1 1 0 0 0,11-16 0 0 0,40-42 0 0 0,-53 62 0 0 0,7-7 0 0 0,0 1 0 0 0,1-1 0 0 0,0 2 0 0 0,1-1 0 0 0,24-13 0 0 0,-33 21 0 0 0,1 1 0 0 0,0-1 0 0 0,0 1 0 0 0,0 1 0 0 0,0-1 0 0 0,1 1 0 0 0,-1 0 0 0 0,0 0 0 0 0,1 0 0 0 0,-1 1 0 0 0,0 0 0 0 0,1 0 0 0 0,-1 0 0 0 0,0 1 0 0 0,1-1 0 0 0,-1 1 0 0 0,0 1 0 0 0,0-1 0 0 0,1 1 0 0 0,8 4 0 0 0,-9-3 0 0 0,0 0 0 0 0,-1 0 0 0 0,1 0 0 0 0,-1 0 0 0 0,0 1 0 0 0,0 0 0 0 0,0 0 0 0 0,0 0 0 0 0,-1 0 0 0 0,0 1 0 0 0,0-1 0 0 0,0 1 0 0 0,0 0 0 0 0,-1 0 0 0 0,0 0 0 0 0,0 0 0 0 0,0 0 0 0 0,0 0 0 0 0,-1 1 0 0 0,0-1 0 0 0,0 0 0 0 0,-1 1 0 0 0,1-1 0 0 0,-1 1 0 0 0,0-1 0 0 0,-1 1 0 0 0,1-1 0 0 0,-1 1 0 0 0,0-1 0 0 0,-1 0 0 0 0,1 1 0 0 0,-1-1 0 0 0,0 0 0 0 0,0 0 0 0 0,-1 0 0 0 0,1 0 0 0 0,-1-1 0 0 0,0 1 0 0 0,-1-1 0 0 0,1 1 0 0 0,-1-1 0 0 0,1 0 0 0 0,-7 4 0 0 0,-4 3 0 0 0,-1-1 0 0 0,0 0 0 0 0,-1-2 0 0 0,1 0 0 0 0,-2 0 0 0 0,1-2 0 0 0,-20 6 0 0 0,-125 22 0 0 0,146-31 0 0 0,-96 12-21 0 0,110-15-89 0 0,11-3-943 0 0,17-1-1032 0 0,1 1-1 0 0,47 0 1 0 0,-52 3 149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13 3911 0 0,'-1'0'176'0'0,"-10"-3"2106"0"0,-1 1 0 0 0,0 0-1 0 0,-15-1 1 0 0,6 2 1382 0 0,5 0-309 0 0,-13 0-4287 0 0,8 3 4463 0 0,41 0-603 0 0,22 1-1 0 0,22-4-674 0 0,-34 0-1857 0 0,1 1-1 0 0,34 5 1 0 0,-55-4-371 0 0,73 15 339 0 0,-74-13-332 0 0,0-1-1 0 0,0 1 0 0 0,-1 1 1 0 0,0 0-1 0 0,1 0 0 0 0,-1 0 1 0 0,7 7-1 0 0,-13-10-31 0 0,0 0 0 0 0,-1 1 0 0 0,1-1 0 0 0,-1 1 0 0 0,1-1 0 0 0,-1 1 0 0 0,0-1 0 0 0,0 1 0 0 0,1 0 0 0 0,-1-1 0 0 0,0 1 0 0 0,-1 0 0 0 0,1 0 0 0 0,0 0 0 0 0,0 0 0 0 0,-1 0 0 0 0,1 0 0 0 0,-1 4 0 0 0,0-4 0 0 0,0 1 0 0 0,0 0 0 0 0,-1-1 0 0 0,1 1 0 0 0,-1-1 0 0 0,0 1 0 0 0,0-1 0 0 0,0 0 0 0 0,0 1 0 0 0,0-1 0 0 0,-1 0 0 0 0,1 0 0 0 0,-2 3 0 0 0,-4 3 0 0 0,0-1 0 0 0,-1 1 0 0 0,0-1 0 0 0,0-1 0 0 0,-1 0 0 0 0,-10 7 0 0 0,-3-1-72 0 0,0 0 1 0 0,-1-1-1 0 0,-1-1 0 0 0,0-2 0 0 0,0 0 1 0 0,-1-2-1 0 0,0 0 0 0 0,0-2 1 0 0,0 0-1 0 0,0-2 0 0 0,-1-1 0 0 0,1-1 1 0 0,-30-4-1 0 0,36 0-2343 0 0,7 0-4387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49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27727 0 0,'0'0'3119'0'0,"12"-4"-2006"0"0,13-2-969 0 0,0 1 1 0 0,0 1-1 0 0,1 1 0 0 0,28 1 1 0 0,-12 0-83 0 0,131-17-1789 0 0,-91 8 614 0 0,-50 7-311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0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10591 0 0,'2'-16'558'0'0,"0"0"0"0"0,9-29 0 0 0,0 12 15220 0 0,5 47-12978 0 0,-12-6-2658 0 0,0 0 0 0 0,-1-1 1 0 0,0 1-1 0 0,-1 1 0 0 0,0-1 0 0 0,0 0 0 0 0,0 1 1 0 0,0 12-1 0 0,0-4-73 0 0,13 191 243 0 0,2 13-49 0 0,-15-211-263 0 0,16 90 0 0 0,-14-82 0 0 0,1 0 0 0 0,1-1 0 0 0,12 24 0 0 0,-17-39 0 0 0,0 1 0 0 0,0-1 0 0 0,0 0 0 0 0,0 0 0 0 0,1-1 0 0 0,-1 1 0 0 0,1 0 0 0 0,0 0 0 0 0,-1-1 0 0 0,1 1 0 0 0,0-1 0 0 0,0 1 0 0 0,0-1 0 0 0,0 0 0 0 0,4 2 0 0 0,-4-3 0 0 0,-1 1 0 0 0,0-1 0 0 0,1 0 0 0 0,-1 0 0 0 0,1 0 0 0 0,-1 0 0 0 0,1 0 0 0 0,-1 0 0 0 0,1 0 0 0 0,-1-1 0 0 0,0 1 0 0 0,1 0 0 0 0,-1-1 0 0 0,1 1 0 0 0,-1-1 0 0 0,0 0 0 0 0,1 1 0 0 0,-1-1 0 0 0,0 0 0 0 0,0 0 0 0 0,0 0 0 0 0,0 0 0 0 0,0 0 0 0 0,0 0 0 0 0,0 0 0 0 0,2-2 0 0 0,3-5-2 0 0,-1 0 0 0 0,0 0 0 0 0,0 0 0 0 0,-1-1 0 0 0,0 0 0 0 0,0 0 0 0 0,4-14 0 0 0,10-69-32 0 0,-11 48 17 0 0,-4 32 12 0 0,42-186-136 0 0,-34 170 130 0 0,-11 28 11 0 0,0 0 0 0 0,0-1 0 0 0,0 1 0 0 0,0 0 0 0 0,0 0 0 0 0,0 0 0 0 0,0-1 0 0 0,0 1 0 0 0,0 0 0 0 0,1 0 0 0 0,-1 0 0 0 0,0 0 0 0 0,0-1 0 0 0,0 1 0 0 0,0 0 0 0 0,1 0 0 0 0,-1 0 0 0 0,0 0 0 0 0,0 0 0 0 0,0-1 0 0 0,0 1 0 0 0,1 0 0 0 0,-1 0 0 0 0,0 0 0 0 0,0 0 0 0 0,1 0 0 0 0,-1 0 0 0 0,0 0 0 0 0,0 0 0 0 0,0 0 0 0 0,1 0 0 0 0,-1 0 0 0 0,0 0 0 0 0,1 0 0 0 0,0 1 3 0 0,1 0 0 0 0,0 1 0 0 0,-1-1 0 0 0,1 0 0 0 0,-1 1-1 0 0,0-1 1 0 0,1 1 0 0 0,-1 0 0 0 0,0-1 0 0 0,0 1 0 0 0,0 0 0 0 0,0 0 0 0 0,0-1 0 0 0,0 3 0 0 0,13 35 50 0 0,-10-24-26 0 0,20 61 8 0 0,-13-38-14 0 0,2 1 1 0 0,22 45 0 0 0,-27-68-22 0 0,1-1 0 0 0,0 0 0 0 0,1-1 0 0 0,0 0 0 0 0,24 24 0 0 0,-30-34 0 0 0,0 0 0 0 0,1-1 0 0 0,0 1 0 0 0,0-1 0 0 0,0 0 0 0 0,0-1 0 0 0,0 1 0 0 0,1-1 0 0 0,7 2 0 0 0,-9-3 0 0 0,0 0 0 0 0,0-1 0 0 0,1 1 0 0 0,-1-1 0 0 0,0 0 0 0 0,1 0 0 0 0,-1-1 0 0 0,0 1 0 0 0,1-1 0 0 0,-1 0 0 0 0,0 0 0 0 0,0-1 0 0 0,0 1 0 0 0,4-3 0 0 0,2-1 0 0 0,-1-1 0 0 0,0 0 0 0 0,0 0 0 0 0,-1-1 0 0 0,0 0 0 0 0,0 0 0 0 0,0-1 0 0 0,-1 0 0 0 0,0-1 0 0 0,-1 0 0 0 0,0 0 0 0 0,0 0 0 0 0,6-15 0 0 0,4-13 0 0 0,-1 0 0 0 0,11-53 0 0 0,-12 43 0 0 0,-3 11-10 0 0,32-122-616 0 0,-35 124-238 0 0,-2-1 0 0 0,3-56 0 0 0,-9 66-6432 0 0,-3 4-2276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17967 0 0,'2'0'4273'0'0,"121"-18"3716"0"0,37-5-6186 0 0,82-7-6209 0 0,-177 23-5597 0 0</inkml:trace>
  <inkml:trace contextRef="#ctx0" brushRef="#br0" timeOffset="1">1161 49 15663 0 0,'0'0'1207'0'0,"2"-1"-350"0"0,8-5 1241 0 0,0 0 0 0 0,0 1 0 0 0,1 0-1 0 0,0 1 1 0 0,17-5 0 0 0,-11 5-1438 0 0,0 1 0 0 0,1 0 0 0 0,20 1 0 0 0,-8 2-1016 0 0,0 1-1 0 0,0 2 0 0 0,-1 1 1 0 0,32 8-1 0 0,-44-8-274 0 0,-1 1-1 0 0,1 0 1 0 0,-1 2-1 0 0,31 16 1 0 0,-16-1-1664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13823 0 0,'0'0'1247'0'0,"1"2"-1023"0"0,22 90 12373 0 0,-6 1-8433 0 0,26 105-3585 0 0,-41-190-526 0 0,-2-14-44 0 0,0 1 1 0 0,0-1-1 0 0,0 1 0 0 0,1 0 1 0 0,1-7-1 0 0,2-9-1 0 0,-1-12-6 0 0,1-1-1 0 0,2 1 1 0 0,2 0-1 0 0,16-46 1 0 0,-18 65-1 0 0,0 1 0 0 0,1-1 0 0 0,0 1 0 0 0,1 0 0 0 0,12-13 0 0 0,-14 18-1 0 0,1 1 0 0 0,0 0 0 0 0,1 0 1 0 0,0 0-1 0 0,0 1 0 0 0,0 0 0 0 0,1 1 1 0 0,14-7-1 0 0,-18 10 0 0 0,0 0 0 0 0,-1 0 0 0 0,1 0 0 0 0,1 1 0 0 0,-1 0 0 0 0,0 0 0 0 0,0 0 0 0 0,0 1 0 0 0,0-1 0 0 0,1 1 0 0 0,8 2 0 0 0,-5 1 0 0 0,3 4 0 0 0,-11-2 0 0 0,-1-3 0 0 0,1 1 0 0 0,-1 0 0 0 0,1-1 0 0 0,-1 1 0 0 0,0 0 0 0 0,0 0 0 0 0,0 0 0 0 0,0-1 0 0 0,0 1 0 0 0,0 0 0 0 0,-1 0 0 0 0,0-1 0 0 0,1 1 0 0 0,-1 0 0 0 0,0-1 0 0 0,0 1 0 0 0,-1-1 0 0 0,-1 5 0 0 0,-3 2 0 0 0,1-1 0 0 0,-1 0 0 0 0,-11 13 0 0 0,1-6 0 0 0,-24 19 0 0 0,26-23 0 0 0,1 0 0 0 0,0 1 0 0 0,-15 18 0 0 0,27-29 0 0 0,1-1 0 0 0,-1 1 0 0 0,1 0 0 0 0,-1-1 0 0 0,1 1 0 0 0,-1 0 0 0 0,1 0 0 0 0,0-1 0 0 0,0 1 0 0 0,-1 0 0 0 0,1 0 0 0 0,0-1 0 0 0,0 1 0 0 0,0 0 0 0 0,0 0 0 0 0,0 0 0 0 0,0-1 0 0 0,0 1 0 0 0,0 0 0 0 0,0 0 0 0 0,0 0 0 0 0,0-1 0 0 0,0 1 0 0 0,1 0 0 0 0,-1 0 0 0 0,0-1 0 0 0,0 1 0 0 0,1 0 0 0 0,-1 0 0 0 0,1-1 0 0 0,-1 1 0 0 0,1 0 0 0 0,0 0 0 0 0,0 1 0 0 0,0 0 0 0 0,0-1 0 0 0,0 1 0 0 0,0 0 0 0 0,0-1 0 0 0,1 1 0 0 0,-1-1 0 0 0,0 1 0 0 0,1-1 0 0 0,-1 0 0 0 0,1 1 0 0 0,-1-1 0 0 0,1 0 0 0 0,0 0 0 0 0,-1 0 0 0 0,4 1 0 0 0,1 1 0 0 0,36 16 0 0 0,45 16 0 0 0,16 7 0 0 0,-86-34 0 0 0,0 1 0 0 0,-1 1 0 0 0,29 21 0 0 0,-43-29 0 0 0,0 0 0 0 0,0 0 0 0 0,1 0 0 0 0,-1 0 0 0 0,-1 0 0 0 0,1 1 0 0 0,0-1 0 0 0,-1 0 0 0 0,1 1 0 0 0,-1 0 0 0 0,1-1 0 0 0,-1 1 0 0 0,0 0 0 0 0,0-1 0 0 0,-1 1 0 0 0,1 0 0 0 0,-1 0 0 0 0,1 4 0 0 0,-1-4 0 0 0,0 0 0 0 0,-1 0 0 0 0,1 0 0 0 0,-1 0 0 0 0,0 0 0 0 0,0 0 0 0 0,0 0 0 0 0,0-1 0 0 0,-1 1 0 0 0,1 0 0 0 0,-1-1 0 0 0,1 1 0 0 0,-1-1 0 0 0,0 1 0 0 0,0-1 0 0 0,0 0 0 0 0,-3 3 0 0 0,-3 1 0 0 0,0 1 0 0 0,0-2 0 0 0,-1 1 0 0 0,0-1 0 0 0,0-1 0 0 0,0 1 0 0 0,-11 2 0 0 0,-8 2 0 0 0,-35 7 0 0 0,21-9-113 0 0,-63 3 1 0 0,-44-8-291 0 0,137-2 374 0 0,-8 0-2386 0 0,2-1-8257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1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67 7367 0 0,'-1'-12'787'0'0,"1"11"-497"0"0,0 0-1 0 0,0 0 1 0 0,0 1-1 0 0,0-1 1 0 0,0 0 0 0 0,1 0-1 0 0,-1 1 1 0 0,0-1 0 0 0,0 0-1 0 0,1 1 1 0 0,-1-1-1 0 0,0 0 1 0 0,1 1 0 0 0,-1-1-1 0 0,0 0 1 0 0,1 1-1 0 0,-1-1 1 0 0,1 1 0 0 0,0-1-1 0 0,-1 1 1 0 0,1-1-1 0 0,-1 1 1 0 0,1-1 0 0 0,0 1-1 0 0,-1 0 1 0 0,1-1-1 0 0,0 1 1 0 0,2-2 1701 0 0,26-10 8883 0 0,4 3-7371 0 0,34 2-4662 0 0,-47 5 2107 0 0,46-2-1219 0 0,0 2-1 0 0,70 8 1 0 0,-128-5 205 0 0,4-1-729 0 0,0 2 0 0 0,0-1 0 0 0,21 7 0 0 0,-11 2-798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34 7367 0 0,'-13'-2'1132'0'0,"2"0"-3499"0"0,-19-5 23923 0 0,52 3-18466 0 0,195-12-2853 0 0,-179 15-1348 0 0,2-1-354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80 12895 0 0,'-6'-13'10'0'0,"3"6"1899"0"0,0 0-1 0 0,-1 0 1 0 0,0 1-1 0 0,0-1 0 0 0,-10-11 1 0 0,13 17-1516 0 0,-1 0 1 0 0,1-1-1 0 0,-1 1 1 0 0,1 0-1 0 0,-1 0 1 0 0,0 0-1 0 0,1 0 1 0 0,-1 1-1 0 0,0-1 1 0 0,0 0-1 0 0,0 1 1 0 0,1-1-1 0 0,-1 1 0 0 0,0-1 1 0 0,-3 1-1 0 0,3 0-425 0 0,-1 0-1 0 0,1 0 1 0 0,0 1 0 0 0,-1-1-1 0 0,1 1 1 0 0,-1-1-1 0 0,1 1 1 0 0,-5 2-1 0 0,-2 2 213 0 0,0 0 1 0 0,0 1-1 0 0,1 0 1 0 0,0 0-1 0 0,0 1 0 0 0,-9 10 1 0 0,-38 50 120 0 0,54-67-298 0 0,-112 155 387 0 0,84-110-192 0 0,-37 78-1 0 0,58-106-191 0 0,1 0-1 0 0,0 1 1 0 0,2 0-1 0 0,0 0 1 0 0,1 0-1 0 0,1 1 1 0 0,1-1-1 0 0,-1 36 1 0 0,4-44-6 0 0,0 0 1 0 0,0 0-1 0 0,1 0 0 0 0,0 0 1 0 0,1-1-1 0 0,0 1 0 0 0,0-1 1 0 0,1 0-1 0 0,0 0 0 0 0,1 0 0 0 0,0 0 1 0 0,0-1-1 0 0,1 0 0 0 0,0 0 1 0 0,0 0-1 0 0,1-1 0 0 0,0 0 1 0 0,11 8-1 0 0,-6-5-5 0 0,1-2 1 0 0,0 0-1 0 0,0 0 0 0 0,1-1 0 0 0,0-1 1 0 0,1 0-1 0 0,-1-1 0 0 0,19 3 1 0 0,-12-4-12 0 0,0 0 0 0 0,0-2 1 0 0,1-1-1 0 0,-1-1 1 0 0,28-3-1 0 0,-7-3-7 0 0,0-2 1 0 0,-1-1-1 0 0,0-3 0 0 0,-1-1 1 0 0,56-27-1 0 0,-69 28-4 0 0,-2-1-1 0 0,1-1 1 0 0,-2-2 0 0 0,0 0-1 0 0,40-36 1 0 0,-54 42 15 0 0,0-1 1 0 0,-1 0-1 0 0,0 0 0 0 0,0-1 0 0 0,-1 0 1 0 0,-1-1-1 0 0,0 0 0 0 0,-1 0 1 0 0,0 0-1 0 0,-1-1 0 0 0,0 0 0 0 0,-1 0 1 0 0,3-21-1 0 0,-6 15-54 0 0,0 1-1 0 0,-1 0 1 0 0,-1 0 0 0 0,0 0-1 0 0,-2 0 1 0 0,0 0 0 0 0,-1 0-1 0 0,-1 0 1 0 0,-1 1 0 0 0,0 0-1 0 0,-2 0 1 0 0,0 1 0 0 0,-1 0-1 0 0,0 0 1 0 0,-2 1 0 0 0,-12-16-1 0 0,12 18-18 0 0,-1 0 0 0 0,0 1-1 0 0,0 1 1 0 0,-2 0-1 0 0,1 0 1 0 0,-2 2-1 0 0,1-1 1 0 0,-1 2 0 0 0,-1 0-1 0 0,0 1 1 0 0,0 0-1 0 0,0 2 1 0 0,-1 0-1 0 0,0 0 1 0 0,-1 2 0 0 0,1 0-1 0 0,-25-2 1 0 0,18 7-1034 0 0,0 0 0 0 0,0 2 1 0 0,1 0-1 0 0,-1 2 0 0 0,1 0 1 0 0,-41 17-1 0 0,46-15-113 0 0,-26 17 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2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6911 0 0,'0'0'23695'0'0,"1"2"-22979"0"0,16 36-245 0 0,12 44 1 0 0,13 27 30 0 0,-33-88-502 0 0,2-1 0 0 0,0 0 0 0 0,1-1 0 0 0,1 0 0 0 0,0-1 0 0 0,31 31 0 0 0,-31-37-21 0 0,-7-6-18 0 0,0 1 0 0 0,1-2-1 0 0,-1 1 1 0 0,1-1 0 0 0,13 7 0 0 0,-9-6-638 0 0,24 11-324 0 0,-11-9-8570 0 0,-13-5 396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3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76 14279 0 0,'-1'-6'12004'0'0,"1"25"-11542"0"0,5 135 3489 0 0,-3-132-3606 0 0,1-1 0 0 0,1 1 0 0 0,1-1 1 0 0,1 0-1 0 0,9 21 0 0 0,-10-35-345 0 0,-1-7 0 0 0,0-6 0 0 0,-1 1 0 0 0,0 0 0 0 0,-1-1 0 0 0,0 1 0 0 0,3-12 0 0 0,3-7 0 0 0,68-142 0 0 0,-64 144 0 0 0,1 1 0 0 0,1 0 0 0 0,1 1 0 0 0,0 1 0 0 0,24-23 0 0 0,-36 40 0 0 0,-1-1 0 0 0,1 1 0 0 0,0 0 0 0 0,0 0 0 0 0,5-3 0 0 0,6 1 0 0 0,-10 7 0 0 0,-3-2 0 0 0,2 1 0 0 0,-1 0 0 0 0,1 0 0 0 0,-1 1 0 0 0,0-1 0 0 0,0 0 0 0 0,0 1 0 0 0,0 0 0 0 0,0-1 0 0 0,0 1 0 0 0,1 5 0 0 0,12 33 0 0 0,-9-23 0 0 0,50 168 0 0 0,-47-162-139 0 0,-1-3-537 0 0,9 42 0 0 0,-16-61 325 0 0,-1 0-1 0 0,0 0 0 0 0,0 0 0 0 0,0 0 1 0 0,0 0-1 0 0,0 0 0 0 0,-1 0 1 0 0,1 0-1 0 0,-1 3 0 0 0,-2 3-2008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1 604 4143 0 0,'1'-37'26285'0'0,"2"36"-25391"0"0,10-5-2798 0 0,4 0 2270 0 0,1 2 1 0 0,0-1 0 0 0,20-1-1 0 0,14-3-332 0 0,141-33-3024 0 0,-150 31 1589 0 0</inkml:trace>
  <inkml:trace contextRef="#ctx0" brushRef="#br0" timeOffset="1">664 25 14743 0 0,'2'-1'4082'0'0,"11"-3"-504"0"0,0 1 1 0 0,24-3 0 0 0,64 2-2528 0 0,-40 2-645 0 0,-40 1-975 0 0,47-2-535 0 0,-23 3-6966 0 0,-15 0-1086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3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16127 0 0,'0'0'1242'0'0,"0"-2"-812"0"0,0-13 11869 0 0,0 17-11474 0 0,10 40 52 0 0,7 75 1 0 0,-9-49-793 0 0,-6-56-84 0 0,25 164 3 0 0,-15-120-4 0 0,20 60-1 0 0,-22-84 1 0 0,-4-10 0 0 0,14 29 0 0 0,-18-45 0 0 0,1-1 0 0 0,-1 0 0 0 0,2 1 0 0 0,-1-2 0 0 0,0 1 0 0 0,1 0 0 0 0,0-1 0 0 0,0 1 0 0 0,0-1 0 0 0,8 5 0 0 0,-11-8 0 0 0,0 0 0 0 0,1-1 0 0 0,-1 1 0 0 0,0-1 0 0 0,1 1 0 0 0,-1-1 0 0 0,0 1 0 0 0,1-1 0 0 0,-1 0 0 0 0,1 0 0 0 0,-1 0 0 0 0,1 0 0 0 0,-1 0 0 0 0,0 0 0 0 0,1 0 0 0 0,-1 0 0 0 0,1 0 0 0 0,-1-1 0 0 0,0 1 0 0 0,1-1 0 0 0,-1 1 0 0 0,0-1 0 0 0,1 1 0 0 0,-1-1 0 0 0,0 0 0 0 0,0 1 0 0 0,0-1 0 0 0,1 0 0 0 0,-1 0 0 0 0,1-1 0 0 0,3-4 0 0 0,1 0 0 0 0,-1 0 0 0 0,0 0 0 0 0,4-8 0 0 0,-6 10 0 0 0,7-13 0 0 0,-1-1 0 0 0,0 0 0 0 0,-2-1 0 0 0,0 0 0 0 0,6-24 0 0 0,16-45 0 0 0,-22 72 0 0 0,1 1 0 0 0,0 0 0 0 0,1 0 0 0 0,1 1 0 0 0,13-15 0 0 0,-23 29 0 0 0,0 0 0 0 0,0-1 0 0 0,1 1 0 0 0,-1 0 0 0 0,0 0 0 0 0,0-1 0 0 0,1 1 0 0 0,-1 0 0 0 0,0 0 0 0 0,0 0 0 0 0,1-1 0 0 0,-1 1 0 0 0,0 0 0 0 0,1 0 0 0 0,-1 0 0 0 0,0 0 0 0 0,1 0 0 0 0,-1 0 0 0 0,0 0 0 0 0,1 0 0 0 0,-1 0 0 0 0,1 0 0 0 0,0 0 0 0 0,0 1 0 0 0,1-1 0 0 0,-1 1 0 0 0,0 0 0 0 0,0-1 0 0 0,0 1 0 0 0,0 0 0 0 0,0 0 0 0 0,0 0 0 0 0,0 0 0 0 0,0 0 0 0 0,0 0 0 0 0,-1 0 0 0 0,1 0 0 0 0,0 1 0 0 0,12 23 0 0 0,-8-16 0 0 0,30 67 0 0 0,-24-49 0 0 0,1-1 0 0 0,2 0 0 0 0,18 28 0 0 0,-27-47 0 0 0,1 0 0 0 0,0 0 0 0 0,0-1 0 0 0,0 0 0 0 0,1 0 0 0 0,0 0 0 0 0,0-1 0 0 0,0 0 0 0 0,1 0 0 0 0,0-1 0 0 0,0 0 0 0 0,0 0 0 0 0,0-1 0 0 0,15 4 0 0 0,-14-4 0 0 0,1-1 0 0 0,1-1 0 0 0,-1 0 0 0 0,0 0 0 0 0,0-1 0 0 0,0 0 0 0 0,0-1 0 0 0,1 0 0 0 0,-1 0 0 0 0,0-1 0 0 0,0-1 0 0 0,-1 1 0 0 0,1-2 0 0 0,-1 1 0 0 0,1-1 0 0 0,-1-1 0 0 0,0 0 0 0 0,0 0 0 0 0,-1-1 0 0 0,0 0 0 0 0,0 0 0 0 0,0-1 0 0 0,-1 0 0 0 0,0 0 0 0 0,0-1 0 0 0,0 0 0 0 0,-1 0 0 0 0,7-14 0 0 0,-1 0-66 0 0,-1-1 0 0 0,-1 0 0 0 0,-2-1 0 0 0,0 1 0 0 0,-1-2 1 0 0,5-44-1 0 0,-10 53-2 0 0,-1 0 0 0 0,0 1 0 0 0,-2-1 1 0 0,0 0-1 0 0,0 0 0 0 0,-2 0 0 0 0,0 0 0 0 0,0 1 1 0 0,-2 0-1 0 0,0 0 0 0 0,-13-27 0 0 0,4 17-641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16 158 5063 0 0,'-14'-23'496'0'0,"13"23"-382"0"0,1 0 0 0 0,0-1 0 0 0,0 1 0 0 0,0 0 0 0 0,0-1 0 0 0,0 1 0 0 0,-1 0-1 0 0,1-1 1 0 0,0 1 0 0 0,0 0 0 0 0,0-1 0 0 0,0 1 0 0 0,0 0 0 0 0,0-1 0 0 0,0 1 0 0 0,0 0-1 0 0,0-1 1 0 0,0 1 0 0 0,1 0 0 0 0,-1-1 0 0 0,0 1 0 0 0,0 0 0 0 0,0-1 0 0 0,0 1-1 0 0,0 0 1 0 0,1-1 0 0 0,-1 1 0 0 0,0 0 0 0 0,0-1 0 0 0,1 1 0 0 0,-1 0 0 0 0,0 0-1 0 0,0-1 1 0 0,1 1 0 0 0,-1 0 0 0 0,0 0 0 0 0,1 0 0 0 0,-1 0 0 0 0,0-1 0 0 0,1 1 0 0 0,-1 0-1 0 0,1 0 384 0 0,3-3 1854 0 0,0 1 0 0 0,0 0 0 0 0,0 0 0 0 0,0 0 0 0 0,7-1 0 0 0,3-1 745 0 0,24-2 0 0 0,-19 4-2979 0 0,72-10 291 0 0,107 1 0 0 0,93 19-3284 0 0,-236-5 1473 0 0</inkml:trace>
  <inkml:trace contextRef="#ctx0" brushRef="#br0" timeOffset="1">1169 3 7367 0 0,'0'0'568'0'0,"1"-1"-373"0"0,19 0 4548 0 0,-1 1-1 0 0,0 0 1 0 0,19 3 0 0 0,0 1-2930 0 0,247 22 1231 0 0,-272-24-3878 0 0,1 0 1 0 0,-1 2-1 0 0,1 0 0 0 0,15 6 1 0 0,-4 3-9270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96 218 9215 0 0,'0'0'831'0'0,"0"-1"-686"0"0,-1-17-449 0 0,3-12 9393 0 0,0-3 3694 0 0,-4 27-12471 0 0,1 4-242 0 0,0 0 0 0 0,1 0 0 0 0,-1 1 0 0 0,0-1 0 0 0,0 0 0 0 0,0 0-1 0 0,0 1 1 0 0,-2-3 0 0 0,-5 17-60 0 0,1 1 0 0 0,1 0-1 0 0,0 1 1 0 0,1-1-1 0 0,-4 21 1 0 0,-4 7-1 0 0,6-21-9 0 0,0 1 0 0 0,2 0 0 0 0,0 0 0 0 0,1 0 0 0 0,-1 34 0 0 0,7-51 0 0 0,0-10 0 0 0,3-9 0 0 0,0-22 0 0 0,1 0 0 0 0,3 1 0 0 0,23-63 0 0 0,-27 83 0 0 0,2 1 0 0 0,0 0 0 0 0,1 0 0 0 0,0 0 0 0 0,1 1 0 0 0,1 0 0 0 0,0 1 0 0 0,0 0 0 0 0,1 1 0 0 0,1 0 0 0 0,15-12 0 0 0,-18 18 0 0 0,-1 0 0 0 0,1 0 0 0 0,0 1 0 0 0,0 0 0 0 0,1 1 0 0 0,-1 0 0 0 0,1 0 0 0 0,0 1 0 0 0,-1 0 0 0 0,1 1 0 0 0,17-1 0 0 0,-19 2 0 0 0,-1 1 0 0 0,0-1 0 0 0,1 1 0 0 0,-1 1 0 0 0,0-1 0 0 0,0 1 0 0 0,0 1 0 0 0,0-1 0 0 0,0 1 0 0 0,-1 0 0 0 0,1 1 0 0 0,-1-1 0 0 0,0 1 0 0 0,0 1 0 0 0,0-1 0 0 0,7 8 0 0 0,-5-3 0 0 0,0 1 0 0 0,-1 0 0 0 0,-1 0 0 0 0,0 0 0 0 0,0 0 0 0 0,-1 1 0 0 0,0 0 0 0 0,-1 0 0 0 0,4 15 0 0 0,-1 6 0 0 0,-1 0 0 0 0,3 37 0 0 0,-8-38 0 0 0,-5 60 0 0 0,1-46 0 0 0,3-43-90 0 0,0 1-1 0 0,-1 0 1 0 0,1 0-1 0 0,0-1 1 0 0,-1 1-1 0 0,1 0 1 0 0,-1-1-1 0 0,0 1 1 0 0,0-1-1 0 0,0 1 1 0 0,0-1-1 0 0,-1 1 1 0 0,1-1-1 0 0,-4 4 1 0 0,0 1-673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5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10591 0 0,'0'0'819'0'0,"2"0"-534"0"0,17-1 5508 0 0,21-4 0 0 0,7-1 601 0 0,179-1-3302 0 0,-209 8-3417 0 0,28-3-1 0 0,-26-1-39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5063 0 0,'0'0'390'0'0,"1"-2"-30"0"0,1-1-207 0 0,-1 0 0 0 0,1 0-1 0 0,0 0 1 0 0,0 0 0 0 0,0 0 0 0 0,1 1 0 0 0,-1-1 0 0 0,1 1 0 0 0,-1-1 0 0 0,1 1 0 0 0,0 0-1 0 0,0 0 1 0 0,0 0 0 0 0,0 0 0 0 0,0 1 0 0 0,1-1 0 0 0,4 0 0 0 0,9-4 1076 0 0,0 1 0 0 0,24-3 1 0 0,-10 1-628 0 0,-23 5-860 0 0,0 1 0 0 0,0-1 0 0 0,1 1 0 0 0,-1 1 0 0 0,1 0 0 0 0,-1 0 0 0 0,0 0 0 0 0,1 1-1 0 0,-1 0 1 0 0,0 1 0 0 0,0 0 0 0 0,0 0 0 0 0,8 4 0 0 0,-3 1-3721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8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275 132 9215 0 0,'-1'-4'62'0'0,"1"-1"0"0"0,-2 1 0 0 0,1 0 0 0 0,0-1 0 0 0,-1 1 0 0 0,0 0 0 0 0,0 0 0 0 0,0 0 0 0 0,0 0 0 0 0,-1 1 0 0 0,0-1 0 0 0,1 0 0 0 0,-1 1 0 0 0,-1 0 0 0 0,-3-4 0 0 0,-2 0 1105 0 0,0 0 0 0 0,-1 1 0 0 0,0 1 1 0 0,0-1-1 0 0,0 1 0 0 0,0 1 0 0 0,-1 0 0 0 0,0 0 0 0 0,-20-3 0 0 0,18 4-491 0 0,3 1 185 0 0,0 0 1 0 0,-17-1-1 0 0,25 3 381 0 0,5 2-1007 0 0,7 3-147 0 0,1-1 0 0 0,0 0 1 0 0,1 0-1 0 0,-1-1 0 0 0,22 3 0 0 0,67 3 82 0 0,-65-7-109 0 0,303 10 316 0 0,21 2-282 0 0,-169 3-95 0 0,336 73 0 0 0,-425-63 0 0 0,-92-23 0 0 0,-10-1 0 0 0,-10 0 0 0 0,10-3 0 0 0,-63 7 119 0 0,-104-1 0 0 0,92-5 3 0 0,-395 12 274 0 0,-366 4 33 0 0,662-19-66 0 0,199 1-233 0 0,23-5 0 0 0,3 1-26 0 0,244-21-1 0 0,451-27 86 0 0,-103 42-113 0 0,-1084 24 83 0 0,256-5-94 0 0,-144 8 5 0 0,-399 7 92 0 0,867-32 20 0 0,-56 2-124 0 0,432-22 10 0 0,1 19 0 0 0,-427 10-77 0 0,24 0-70 0 0,140 18 0 0 0,-219-12-581 0 0,-45 4-556 0 0,5-6 720 0 0,-1 0-1 0 0,1-1 0 0 0,-1 0 1 0 0,0 0-1 0 0,-13 2 0 0 0,17-4 195 0 0,-26 7-1717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19:59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985 101 13359 0 0,'6'-7'489'0'0,"0"0"-1"0"0,8-13 1 0 0,10-12 3999 0 0,-23 31-4374 0 0,-1 0 0 0 0,0 1 0 0 0,1-1 0 0 0,-1 0 1 0 0,0 1-1 0 0,1-1 0 0 0,-1 0 0 0 0,0 0 0 0 0,0 0 1 0 0,0 1-1 0 0,0-1 0 0 0,0 0 0 0 0,0 0 0 0 0,0 1 1 0 0,0-1-1 0 0,0 0 0 0 0,0 0 0 0 0,0 0 1 0 0,0 1-1 0 0,-1-1 0 0 0,1 0 0 0 0,0 0 0 0 0,-1 1 1 0 0,1-1-1 0 0,0 0 0 0 0,-1 1 0 0 0,1-1 0 0 0,-1 0 1 0 0,1 1-1 0 0,-1-1 0 0 0,1 1 0 0 0,-1-1 0 0 0,1 0 1 0 0,-1 1-1 0 0,0 0 0 0 0,1-1 0 0 0,-1 1 1 0 0,0-1-1 0 0,1 1 0 0 0,-1 0 0 0 0,0-1 0 0 0,0 1 1 0 0,-1 0-1 0 0,-3-2 100 0 0,-1 1 1 0 0,1 0 0 0 0,-1 0-1 0 0,-10 0 1 0 0,-18 2 133 0 0,0 1 1 0 0,-37 8-1 0 0,-2 0-174 0 0,-58 6 151 0 0,-75 6 215 0 0,108-16-343 0 0,-163 5 310 0 0,185-5-308 0 0,401-6 186 0 0,23-1-312 0 0,91 4-2 0 0,-270 5-71 0 0,171 14 0 0 0,-325-21 15 0 0,-22-3 21 0 0,-29-5 30 0 0,-226-17 30 0 0,178 18-26 0 0,-167-5 71 0 0,66 4-117 0 0,152 5-24 0 0,-453-16 0 0 0,424 16 0 0 0,52 2 0 0 0,11 2 0 0 0,9 3 0 0 0,24 3 1 0 0,1-1 1 0 0,38 2-1 0 0,-48-6 7 0 0,329 20 178 0 0,-161-14-120 0 0,502 26 110 0 0,-676-35-176 0 0,-19-1 0 0 0,0 1 0 0 0,0 0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0,1 0 0 0 0,-1 0 0 0 0,0 0 0 0 0,0-1 0 0 0,0 1 0 0 0,0 0 0 0 0,0 0 0 0 0,0 0 0 0 0,0 0 0 0 0,0 0 0 0 0,0 0 0 0 0,0 0 0 0 0,0 0 0 0 0,0 0 0 0 0,0 0 0 0 0,0 0 0 0 0,0 0 0 0 0,1 0 0 0 0,-1 0 0 0 0,0 0 0 0 0,0 0 0 0 0,0 0 0 0 0,0 0 0 0 0,0 0 0 0 0,0 0 0 0 0,0 0 0 0 0,0 0 0 0 0,0 0 0 0 0,0 0 0 0 0,0 0 0 0 0,0 0 0 0 0,0 1 0 0 0,0-1 0 0 0,1 0 0 0 0,-9-3 0 0 0,-9-1 0 0 0,0 0 0 0 0,0 1 0 0 0,-25-2 0 0 0,-55 3 0 0 0,80 2 0 0 0,-41 0-522 0 0,-184 6 1602 0 0,123 9-3358 0 0,84-8-1622 0 0,-47 16 0 0 0,32-4-4844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0: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439 233 20703 0 0,'-5'-22'658'0'0,"1"-1"-1"0"0,1 0 1 0 0,1-42 0 0 0,1 35-150 0 0,1 25-431 0 0,0 0 1 0 0,0 0-1 0 0,0 0 1 0 0,-1 0-1 0 0,0 0 0 0 0,0 1 1 0 0,0-1-1 0 0,-1 0 1 0 0,1 0-1 0 0,-1 1 1 0 0,0-1-1 0 0,-3-4 0 0 0,4 8-56 0 0,1 1-1 0 0,-1 0 0 0 0,0 0 0 0 0,1-1 0 0 0,-1 1 0 0 0,1 0 0 0 0,-1 0 0 0 0,1 0 0 0 0,-1 0 0 0 0,0 0 0 0 0,1 0 0 0 0,-1 0 0 0 0,1 0 0 0 0,-1 0 0 0 0,0 0 1 0 0,1 0-1 0 0,-1 0 0 0 0,1 0 0 0 0,-1 0 0 0 0,0 1 0 0 0,-1-1 37 0 0,-2 1 43 0 0,-1 0 0 0 0,1 1 0 0 0,-1-1 1 0 0,1 1-1 0 0,0 0 0 0 0,0 0 0 0 0,0 1 0 0 0,0-1 0 0 0,-7 6 0 0 0,-1 3 247 0 0,-16 19 0 0 0,16-17-187 0 0,-20 24 88 0 0,1 2 1 0 0,-44 73-1 0 0,38-47-72 0 0,-30 75 0 0 0,58-117-142 0 0,0 1 0 0 0,1 0-1 0 0,1 0 1 0 0,2 1 0 0 0,0 0 0 0 0,2 0 0 0 0,0 0-1 0 0,2 0 1 0 0,3 37 0 0 0,0-45-15 0 0,0 0 0 0 0,2 0 0 0 0,0 0 0 0 0,1 0 0 0 0,0-1 0 0 0,1 1 1 0 0,1-1-1 0 0,1-1 0 0 0,0 0 0 0 0,1 0 0 0 0,1 0 0 0 0,0-1 0 0 0,1-1 0 0 0,16 17 0 0 0,-11-15-14 0 0,0-1 0 0 0,1-1-1 0 0,1 0 1 0 0,0-1 0 0 0,1-1 0 0 0,0 0-1 0 0,0-2 1 0 0,1 0 0 0 0,1-1 0 0 0,-1-1-1 0 0,1-1 1 0 0,0-1 0 0 0,1-1 0 0 0,-1-1-1 0 0,43 1 1 0 0,-24-4 21 0 0,-1-3 0 0 0,1-1 0 0 0,0-1 0 0 0,53-16 0 0 0,-71 15-11 0 0,0-2 0 0 0,0 0 0 0 0,-1-2 0 0 0,0 0 0 0 0,0-1-1 0 0,-1-1 1 0 0,-1-1 0 0 0,35-30 0 0 0,-44 33 0 0 0,0-1 0 0 0,0 0 1 0 0,-1-1-1 0 0,-1 0 0 0 0,0 0 0 0 0,-1-1 0 0 0,0 0 1 0 0,0 0-1 0 0,6-22 0 0 0,-8 16 15 0 0,0 0-1 0 0,-2 0 0 0 0,0 0 1 0 0,-1 0-1 0 0,-1 0 1 0 0,-2-32-1 0 0,-2 17 39 0 0,-3 1 0 0 0,0-1-1 0 0,-2 1 1 0 0,-2 0 0 0 0,-1 1 0 0 0,-1 0-1 0 0,-33-58 1 0 0,27 58-12 0 0,-2 1 0 0 0,-38-46 0 0 0,40 57-32 0 0,0 2 0 0 0,-1 0 0 0 0,0 1 0 0 0,-39-24 0 0 0,27 22-453 0 0,-59-26 1 0 0,76 38 221 0 0,-1 2 0 0 0,-1 0 0 0 0,1 0 0 0 0,-1 2-1 0 0,0 0 1 0 0,-27-2 0 0 0,39 5-52 0 0,1 0-1 0 0,0 1 1 0 0,0-1-1 0 0,0 1 0 0 0,0-1 1 0 0,0 1-1 0 0,0 0 0 0 0,0 0 1 0 0,-3 2-1 0 0,2-1-928 0 0,0 1 1 0 0,1-1-1 0 0,-1 1 0 0 0,1 0 1 0 0,-4 3-1 0 0,-8 13-6759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0:01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10591 0 0,'-1'0'8338'0'0,"-2"8"-6001"0"0,1-1-1279 0 0,0 0 0 0 0,0 1 0 0 0,1-1-1 0 0,-1 10 1 0 0,2-5-175 0 0,1 24 0 0 0,16 58 21 0 0,-17-92-843 0 0,8 29 146 0 0,0 0 1 0 0,3-1-1 0 0,26 55 1 0 0,-27-65-270 0 0,2 0 0 0 0,0-1 1 0 0,1-1-1 0 0,2 0 1 0 0,-1 0-1 0 0,23 19 0 0 0,-27-29-201 0 0,1 1 1 0 0,0-1-1 0 0,0 0 0 0 0,1-1 0 0 0,0-1 0 0 0,20 8 0 0 0,-20-10-745 0 0,0 0 1 0 0,0-1-1 0 0,0 0 0 0 0,19 1 1 0 0,7-3-7416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0:0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8287 0 0,'-2'-4'1021'0'0,"1"7"776"0"0,0 15 3061 0 0,3 25 2422 0 0,1-3-5167 0 0,11 46 1 0 0,-4-42-1893 0 0,2-1 1 0 0,22 53 0 0 0,-14-42-609 0 0,-19-53-43 0 0,4-22-9633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0:02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22 174 18223 0 0,'-8'-25'1375'0'0,"-4"-24"-884"0"0,11 45-58 0 0,1 0 0 0 0,-1 0-1 0 0,1 0 1 0 0,0 0-1 0 0,0 0 1 0 0,1-1-1 0 0,-1 1 1 0 0,1 0 0 0 0,2-6-1 0 0,-2 8-215 0 0,0-1-1 0 0,1 1 1 0 0,-1-1-1 0 0,1 1 1 0 0,0 0-1 0 0,0 0 1 0 0,-1 0-1 0 0,2 0 1 0 0,-1 0-1 0 0,0 0 1 0 0,0 0-1 0 0,0 1 1 0 0,1-1-1 0 0,-1 1 0 0 0,1 0 1 0 0,0-1-1 0 0,-1 1 1 0 0,5-1-1 0 0,6-2-34 0 0,1 1 0 0 0,20-2 0 0 0,-23 3-42 0 0,6 0-133 0 0,0 1 1 0 0,0 1-1 0 0,0 1 1 0 0,0 0-1 0 0,0 1 0 0 0,0 1 1 0 0,0 0-1 0 0,-1 1 1 0 0,1 1-1 0 0,-1 1 1 0 0,19 9-1 0 0,-34-15-7 0 0,1 1 0 0 0,0 0-1 0 0,0 0 1 0 0,-1 1 0 0 0,1-1 0 0 0,-1 0-1 0 0,1 0 1 0 0,-1 1 0 0 0,1-1 0 0 0,-1 1-1 0 0,0-1 1 0 0,0 1 0 0 0,1 0 0 0 0,-1-1-1 0 0,0 1 1 0 0,-1 0 0 0 0,1 0 0 0 0,0 0-1 0 0,-1 0 1 0 0,1-1 0 0 0,-1 1 0 0 0,1 0-1 0 0,-1 3 1 0 0,0-2 4 0 0,0 0 0 0 0,-1-1 0 0 0,1 1 0 0 0,-1-1 0 0 0,0 1 0 0 0,0-1 0 0 0,0 0 0 0 0,0 1 0 0 0,0-1 0 0 0,0 0 1 0 0,-1 0-1 0 0,1 1 0 0 0,-1-1 0 0 0,1 0 0 0 0,-1-1 0 0 0,0 1 0 0 0,-3 3 0 0 0,-22 15 177 0 0,0 0 0 0 0,-1-2 0 0 0,-57 28 0 0 0,103-35-116 0 0,10-1-72 0 0,32 7 1 0 0,-33-10-5 0 0,-1 0 0 0 0,32 15 0 0 0,-51-19 10 0 0,0 1-1 0 0,1 0 1 0 0,-1 1-1 0 0,-1-1 1 0 0,1 1-1 0 0,-1 0 1 0 0,0 1-1 0 0,0 0 1 0 0,0 0-1 0 0,-1 0 1 0 0,9 13-1 0 0,-12-16 4 0 0,-1 0 0 0 0,1 1 0 0 0,-1-1 0 0 0,1 0 0 0 0,-1 1 0 0 0,0-1 1 0 0,0 1-1 0 0,-1-1 0 0 0,1 1 0 0 0,-1 0 0 0 0,1-1 0 0 0,-1 1 0 0 0,0-1 0 0 0,-1 1 0 0 0,1 0 0 0 0,-1-1 0 0 0,-1 7 0 0 0,0-4 33 0 0,0-1 0 0 0,-1 0 0 0 0,1 0 0 0 0,-1 0 0 0 0,0-1 0 0 0,0 1 0 0 0,-1-1-1 0 0,1 0 1 0 0,-1 1 0 0 0,0-2 0 0 0,-5 5 0 0 0,-3 2 52 0 0,-1-1 0 0 0,0-1 0 0 0,-1 0-1 0 0,1-1 1 0 0,-2 0 0 0 0,1-1 0 0 0,-1 0 0 0 0,0-2 0 0 0,0 0-1 0 0,-19 3 1 0 0,0-2-400 0 0,-1-3-1 0 0,1 0 1 0 0,-53-6-1 0 0,67 3-2240 0 0,3 4-7481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0:02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22111 0 0,'0'0'2451'0'0,"1"0"-1957"0"0,13 0 101 0 0,-1 1 0 0 0,1 1-1 0 0,-1 0 1 0 0,0 1 0 0 0,0 1-1 0 0,0 0 1 0 0,14 6 0 0 0,5 4-496 0 0,0-2 0 0 0,53 12 0 0 0,-53-16-94 0 0,33 13 1 0 0,-54-15 36 0 0,-11-6-40 0 0,0 1-1 0 0,1-1 1 0 0,-1 1-1 0 0,0 0 1 0 0,1-1 0 0 0,-1 1-1 0 0,0 0 1 0 0,0-1-1 0 0,1 1 1 0 0,-1-1-1 0 0,0 1 1 0 0,0 0-1 0 0,0 0 1 0 0,0-1-1 0 0,0 1 1 0 0,0 0-1 0 0,0-1 1 0 0,0 1-1 0 0,0 0 1 0 0,0-1-1 0 0,0 1 1 0 0,-1 0-1 0 0,1-1 1 0 0,0 1-1 0 0,0 0 1 0 0,-1-1 0 0 0,1 1-1 0 0,0-1 1 0 0,-1 1-1 0 0,1-1 1 0 0,-1 1-1 0 0,1-1 1 0 0,-1 2-1 0 0,-21 18 98 0 0,17-15-71 0 0,-26 19 174 0 0,-1-1-1 0 0,-54 28 1 0 0,84-50-202 0 0,-52 32 52 0 0,52-31-232 0 0,2 0-1301 0 0,3 7-436 0 0,3 3-4980 0 0,5 0-1949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0:03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601 164 14279 0 0,'-10'-62'2740'0'0,"8"51"-774"0"0,-1-1 1 0 0,-1 1 0 0 0,-5-12 0 0 0,8 21-1842 0 0,0 0 1 0 0,0 1-1 0 0,0-1 1 0 0,0 1-1 0 0,0-1 1 0 0,-1 1 0 0 0,1-1-1 0 0,-1 1 1 0 0,1 0-1 0 0,-1-1 1 0 0,0 1-1 0 0,1 0 1 0 0,-1 0-1 0 0,0 0 1 0 0,0 0-1 0 0,0 1 1 0 0,0-1-1 0 0,0 1 1 0 0,0-1-1 0 0,0 1 1 0 0,-4-1-1 0 0,2 1 25 0 0,0-1 0 0 0,0 1 0 0 0,-1 1-1 0 0,1-1 1 0 0,0 1 0 0 0,0-1-1 0 0,-1 1 1 0 0,1 0 0 0 0,-5 3-1 0 0,-12 6-17 0 0,0 1 0 0 0,1 1 0 0 0,0 0 0 0 0,1 2-1 0 0,-32 28 1 0 0,11-2 52 0 0,-44 55 0 0 0,48-50 59 0 0,-47 78 0 0 0,68-96-142 0 0,0 1-1 0 0,2 1 1 0 0,1 0 0 0 0,-13 46-1 0 0,22-60-91 0 0,0 0 0 0 0,1 0 0 0 0,0 1 0 0 0,1-1 1 0 0,1 1-1 0 0,0-1 0 0 0,1 1 0 0 0,1-1 0 0 0,0 1 0 0 0,6 15 0 0 0,-5-20-5 0 0,1 0 0 0 0,0 0 0 0 0,1 0 1 0 0,0-1-1 0 0,1 0 0 0 0,0 0 0 0 0,1 0 0 0 0,0-1 1 0 0,1 0-1 0 0,-1 0 0 0 0,2-1 0 0 0,-1 0 1 0 0,1 0-1 0 0,10 6 0 0 0,-1-4-4 0 0,0 0 0 0 0,1-1 0 0 0,0 0 0 0 0,1-2 0 0 0,-1 0 0 0 0,1-2 0 0 0,1 0 0 0 0,-1-1 0 0 0,37 2 0 0 0,-13-4 0 0 0,1-2 0 0 0,-1-2 0 0 0,63-10 0 0 0,-75 6 6 0 0,0-2 0 0 0,0-1 0 0 0,-1-2 0 0 0,0-1 0 0 0,-1-1 0 0 0,0-2 0 0 0,-1-1-1 0 0,46-34 1 0 0,-55 35-4 0 0,-1-1 0 0 0,0-1 0 0 0,-1-1-1 0 0,-2-1 1 0 0,29-39 0 0 0,-34 41-2 0 0,-1 0 0 0 0,-1-1 0 0 0,0 0 0 0 0,-1 0 0 0 0,-1-1 0 0 0,-1 0 0 0 0,-1 0 0 0 0,-1-1 0 0 0,0 0 0 0 0,1-26 0 0 0,-4 19-1 0 0,0 1 0 0 0,-2 0 0 0 0,-1 0 0 0 0,-1 0 0 0 0,-1 0 0 0 0,-13-42 0 0 0,11 50-18 0 0,0 1 1 0 0,-1 1 0 0 0,0-1 0 0 0,-2 1-1 0 0,0 0 1 0 0,-1 1 0 0 0,0 0 0 0 0,-1 1 0 0 0,-1 0-1 0 0,-20-19 1 0 0,20 23-67 0 0,0 1-1 0 0,0 0 1 0 0,-1 2-1 0 0,1-1 1 0 0,-2 1 0 0 0,1 1-1 0 0,-1 0 1 0 0,-28-7 0 0 0,31 11-157 0 0,1 0 1 0 0,-1 0-1 0 0,1 1 1 0 0,-1 1 0 0 0,0 0-1 0 0,1 0 1 0 0,-1 1-1 0 0,1 0 1 0 0,-1 1 0 0 0,1 0-1 0 0,-1 1 1 0 0,1 0-1 0 0,-14 6 1 0 0,-17 14-2177 0 0,1 6-3682 0 0,-3 5-1954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0:03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11975 0 0,'5'-8'473'0'0,"8"-18"684"0"0,-13 25-942 0 0,0 1 1 0 0,0 0 0 0 0,1-1-1 0 0,-1 1 1 0 0,0 0 0 0 0,0-1-1 0 0,1 1 1 0 0,-1 0 0 0 0,0 0-1 0 0,1-1 1 0 0,-1 1 0 0 0,1 0-1 0 0,-1 0 1 0 0,0 0 0 0 0,1-1-1 0 0,-1 1 1 0 0,0 0 0 0 0,1 0-1 0 0,-1 0 1 0 0,1 0 0 0 0,-1 0-1 0 0,1 0 1 0 0,-1 0 0 0 0,0 0-1 0 0,1 0 1 0 0,-1 0 0 0 0,1 0-1 0 0,-1 0 1 0 0,0 0 0 0 0,1 0-1 0 0,-1 1 1 0 0,1-1 0 0 0,-1 0-1 0 0,0 0 1 0 0,1 0 0 0 0,-1 1-1 0 0,0-1 1 0 0,1 0 0 0 0,-1 0-1 0 0,0 1 1 0 0,1-1 0 0 0,13 12 2481 0 0,-8-2-2193 0 0,0 0-1 0 0,-1 0 0 0 0,0 1 0 0 0,-1-1 1 0 0,0 1-1 0 0,0 0 0 0 0,2 20 0 0 0,12 32 505 0 0,0-13-715 0 0,40 73 1 0 0,-49-105-317 0 0,2-1 0 0 0,0 0 0 0 0,1-1 0 0 0,0-1 0 0 0,2 0 0 0 0,-1 0 1 0 0,25 19-1 0 0,-31-29-247 0 0,0-1 1 0 0,1 1-1 0 0,-1-1 1 0 0,1-1-1 0 0,9 4 1 0 0,22 2-8209 0 0,-14-7-442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0:0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14279 0 0,'0'0'1103'0'0,"1"3"-720"0"0,17 60 8389 0 0,-2 3-4165 0 0,18 62-2718 0 0,-26-106-1782 0 0,0-1 0 0 0,1 0-1 0 0,19 33 1 0 0,-27-52-43 0 0,1-1-8 0 0,-1-1-42 0 0,0 1 0 0 0,0-1 0 0 0,-1 0 0 0 0,1 0 0 0 0,0 1 0 0 0,0-1 0 0 0,0 0 0 0 0,0 0 0 0 0,0 0 0 0 0,-1 0 0 0 0,1 0 0 0 0,0 0 0 0 0,0 0 0 0 0,0 0 0 0 0,0 0 0 0 0,-1-1 0 0 0,1 1 0 0 0,0 0 0 0 0,0 0 0 0 0,0-1 0 0 0,-1 1 0 0 0,2-1-1 0 0,0-1 5 0 0,0 1-1 0 0,0-1 1 0 0,0 0-1 0 0,0 1 1 0 0,0-1-1 0 0,-1 0 1 0 0,4-4-1 0 0,1-6 12 0 0,0 1 0 0 0,6-18-1 0 0,-9 22 1 0 0,27-67-23 0 0,61-105-1 0 0,-86 171-5 0 0,0 0 0 0 0,0 1 0 0 0,1 0 0 0 0,0 0 0 0 0,1 0 0 0 0,-1 1 0 0 0,14-11 0 0 0,-10 13 0 0 0,-8 5 0 0 0,1-1 0 0 0,-1 1 0 0 0,0-1 0 0 0,1 1 0 0 0,-1 0 0 0 0,0 0 0 0 0,0 0 0 0 0,0 0 0 0 0,0 0 0 0 0,0 1 0 0 0,0-1 0 0 0,0 0 0 0 0,-1 1 0 0 0,1 0 0 0 0,0-1 0 0 0,-1 1 0 0 0,1 0 0 0 0,-1 0 0 0 0,0 0 0 0 0,2 4 0 0 0,4 4 0 0 0,-2 2 0 0 0,7 16 0 0 0,-11-26 0 0 0,34 116 64 0 0,0 0 0 0 0,-24-86-288 0 0,-11-31-164 0 0,-15 6-7076 0 0,6-1 2544 0 0,-9-1-3412 0 0</inkml:trace>
  <inkml:trace contextRef="#ctx0" brushRef="#br0" timeOffset="1">37 307 15199 0 0,'0'0'1379'0'0,"2"-1"-1136"0"0,31-8 2111 0 0,-9 6 3209 0 0,39 1 0 0 0,-17 0-5042 0 0,57-3-112 0 0,99-5 724 0 0,-135 9-4213 0 0,0 2-3328 0 0,-39 0-3429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182 288 17967 0 0,'0'-3'130'0'0,"-1"0"0"0"0,1 0 0 0 0,-1 0 0 0 0,1 0 0 0 0,0 0 1 0 0,1 0-1 0 0,-1 0 0 0 0,0 0 0 0 0,1 0 0 0 0,-1 0 0 0 0,1 0 0 0 0,0 0 0 0 0,0 0 0 0 0,0 1 0 0 0,1-1 0 0 0,-1 0 0 0 0,1 1 0 0 0,2-5 0 0 0,2 1 282 0 0,-1 0-1 0 0,1 1 1 0 0,1 0-1 0 0,-1 0 1 0 0,11-5-1 0 0,-11 6-102 0 0,0 1 0 0 0,0-2 0 0 0,0 1 0 0 0,0-1 0 0 0,-1 1 0 0 0,0-2 0 0 0,9-10 0 0 0,-8 7-101 0 0,-1-1-1 0 0,0 0 0 0 0,0 0 1 0 0,3-13-1 0 0,-6 18-23 0 0,-1-1 0 0 0,0 1 1 0 0,0-1-1 0 0,0 1 0 0 0,0-1 0 0 0,-1 0 0 0 0,0 1 0 0 0,0-1 1 0 0,-2-11-1 0 0,1 17-139 0 0,1-1 0 0 0,0 0 1 0 0,0 0-1 0 0,0 1 0 0 0,-1-1 0 0 0,1 0 1 0 0,0 0-1 0 0,-1 1 0 0 0,1-1 0 0 0,0 0 1 0 0,-1 1-1 0 0,1-1 0 0 0,-1 0 1 0 0,1 1-1 0 0,-1-1 0 0 0,0 1 0 0 0,1-1 1 0 0,-1 1-1 0 0,0-1 0 0 0,1 1 0 0 0,-1-1 1 0 0,0 1-1 0 0,1 0 0 0 0,-1-1 1 0 0,0 1-1 0 0,0 0 0 0 0,0-1 0 0 0,-1 1 11 0 0,0 0-1 0 0,0 0 1 0 0,0 1 0 0 0,0-1-1 0 0,1 0 1 0 0,-1 1-1 0 0,0-1 1 0 0,0 1-1 0 0,1-1 1 0 0,-1 1-1 0 0,-2 1 1 0 0,-4 3 98 0 0,0 0 0 0 0,0 1 0 0 0,-10 10 0 0 0,-21 20 71 0 0,-55 70-1 0 0,75-81-159 0 0,1 1 0 0 0,1 0 0 0 0,2 1 1 0 0,-16 37-1 0 0,28-57-107 0 0,0 0 1 0 0,1 1-1 0 0,0-1 0 0 0,0 1 0 0 0,1-1 1 0 0,0 1-1 0 0,0 15 0 0 0,1-22 26 0 0,0 1 1 0 0,0 0-1 0 0,1 0 0 0 0,-1 0 1 0 0,1 0-1 0 0,-1-1 0 0 0,1 1 1 0 0,0 0-1 0 0,-1 0 0 0 0,1-1 0 0 0,0 1 1 0 0,0 0-1 0 0,0-1 0 0 0,1 1 1 0 0,1 1-1 0 0,-2-2 7 0 0,1 0 0 0 0,0 1 1 0 0,0-1-1 0 0,0-1 0 0 0,0 1 0 0 0,0 0 0 0 0,0 0 0 0 0,0-1 1 0 0,0 1-1 0 0,0-1 0 0 0,0 1 0 0 0,0-1 0 0 0,0 0 0 0 0,0 0 1 0 0,0 0-1 0 0,0 0 0 0 0,3-1 0 0 0,7-1-100 0 0,0 0 0 0 0,0-1 0 0 0,0 0-1 0 0,-1-1 1 0 0,1 0 0 0 0,-1-1 0 0 0,0-1 0 0 0,0 1 0 0 0,0-2-1 0 0,-1 0 1 0 0,0 0 0 0 0,-1 0 0 0 0,13-14 0 0 0,2-3-49 0 0,-2-1 0 0 0,-1-1 0 0 0,30-49 0 0 0,-43 63 157 0 0,-1 0 1 0 0,0-1-1 0 0,0 0 0 0 0,-2 0 1 0 0,0-1-1 0 0,0 0 0 0 0,3-18 1 0 0,-8 30 1637 0 0,-3 14-1108 0 0,2 2-491 0 0,0 1-1 0 0,1-1 1 0 0,0 0-1 0 0,1 1 1 0 0,5 21-1 0 0,-3-13-39 0 0,41 229 3 0 0,0 4-6 0 0,-36-193 29 0 0,-3 1-1 0 0,-4 68 1 0 0,-1-121 0 0 0,-2-1 0 0 0,1 1 0 0 0,-1-1 0 0 0,-1 0 0 0 0,1 0 0 0 0,-2 0 0 0 0,0 0 0 0 0,0 0 0 0 0,0 0 0 0 0,-1-1 0 0 0,-11 14 0 0 0,12-18-17 0 0,0 1 0 0 0,0-1 0 0 0,-1-1 0 0 0,0 1 0 0 0,0-1 0 0 0,0 0 0 0 0,-1 0-1 0 0,1 0 1 0 0,-1-1 0 0 0,0 0 0 0 0,0 0 0 0 0,0 0 0 0 0,0-1 0 0 0,-1 0 0 0 0,1 0 0 0 0,0-1 0 0 0,-1 0 0 0 0,0 0-1 0 0,-10 0 1 0 0,8-1-16 0 0,0 0 0 0 0,0-1-1 0 0,1 0 1 0 0,-1-1-1 0 0,0 0 1 0 0,1 0 0 0 0,0 0-1 0 0,-10-5 1 0 0,14 5 7 0 0,1 0 1 0 0,-1 0 0 0 0,1 0 0 0 0,-1-1 0 0 0,1 1-1 0 0,0-1 1 0 0,0 0 0 0 0,0 1 0 0 0,0-1-1 0 0,1-1 1 0 0,-1 1 0 0 0,1 0 0 0 0,-1-1-1 0 0,1 1 1 0 0,1-1 0 0 0,-1 0 0 0 0,0 0-1 0 0,1 1 1 0 0,-2-7 0 0 0,1-3-8 0 0,1 0 0 0 0,0 0 0 0 0,0 0 0 0 0,1 0 0 0 0,1 0 0 0 0,0 0 0 0 0,1 0-1 0 0,7-25 1 0 0,5-7-76 0 0,22-48-1 0 0,-27 72 58 0 0,28-65-116 0 0,5 1 0 0 0,2 2 1 0 0,5 2-1 0 0,104-134 0 0 0,-129 186 240 0 0,0 1 1 0 0,2 1-1 0 0,43-35 0 0 0,-35 41 247 0 0,-32 20 161 0 0,-2 3-345 0 0,2 8-126 0 0,-1 1 1 0 0,0-1 0 0 0,-1 0-1 0 0,0 1 1 0 0,0-1 0 0 0,-3 15-1 0 0,1-10-17 0 0,1 0-1 0 0,0-1 0 0 0,2 17 0 0 0,-1-27-14 0 0,1 0 0 0 0,0 0 0 0 0,0 0 0 0 0,0 0 0 0 0,0 0 0 0 0,1 0 0 0 0,-1 0 0 0 0,1 0 0 0 0,0 0 1 0 0,0-1-1 0 0,1 1 0 0 0,-1-1 0 0 0,1 0 0 0 0,-1 1 0 0 0,5 2 0 0 0,-6-4-2 0 0,1-1 0 0 0,0 1 0 0 0,0-1-1 0 0,0 0 1 0 0,0 1 0 0 0,0-1 0 0 0,0 0 0 0 0,0 0 0 0 0,0 0-1 0 0,0-1 1 0 0,0 1 0 0 0,1 0 0 0 0,-1-1 0 0 0,0 0 0 0 0,0 1-1 0 0,1-1 1 0 0,-1 0 0 0 0,0 0 0 0 0,1 0 0 0 0,-1 0 0 0 0,0-1-1 0 0,1 1 1 0 0,2-1 0 0 0,-2-1-3 0 0,1 1-1 0 0,0-1 1 0 0,-1 0-1 0 0,0 0 1 0 0,1 0 0 0 0,-1-1-1 0 0,0 1 1 0 0,0-1-1 0 0,5-5 1 0 0,-4 3-1 0 0,0 0-1 0 0,-1-1 1 0 0,0 1 0 0 0,0-1 0 0 0,-1 0-1 0 0,1 0 1 0 0,-1 0 0 0 0,0 0 0 0 0,1-9-1 0 0,0-1 24 0 0,-1 0-1 0 0,0-25 1 0 0,-2 35 0 0 0,-1 0 0 0 0,1 0 0 0 0,-4-12 0 0 0,1 2-15 0 0,3 14 50 0 0,0 1 0 0 0,1-3-55 0 0,-1 3-68 0 0,-1-3 22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325 568 9671 0 0,'0'0'748'0'0,"1"-4"-293"0"0,0-8 4557 0 0,-1 8-4086 0 0,-1 0 0 0 0,1 0 0 0 0,-1 0-1 0 0,1 0 1 0 0,-1 0 0 0 0,-1 0 0 0 0,1 0 0 0 0,0 1 0 0 0,-1-1 0 0 0,0 0 0 0 0,-4-6-1 0 0,4 8-755 0 0,0-1-1 0 0,0 0 1 0 0,0 1-1 0 0,-1-1 1 0 0,1 1-1 0 0,-1 0 1 0 0,1 0-1 0 0,-1 0 1 0 0,0 0-1 0 0,0 0 1 0 0,0 1-1 0 0,0-1 1 0 0,0 1 0 0 0,0 0-1 0 0,0 0 1 0 0,-1 0-1 0 0,1 0 1 0 0,0 1-1 0 0,0-1 1 0 0,-1 1-1 0 0,1 0 1 0 0,-6 0-1 0 0,-1 2-5 0 0,0 0-1 0 0,-1 0 1 0 0,1 1-1 0 0,0 1 1 0 0,1 0-1 0 0,-1 0 1 0 0,-14 9-1 0 0,7-3-71 0 0,2 1-1 0 0,-1 1 1 0 0,-17 16 0 0 0,25-19-89 0 0,0-1 0 0 0,0 1 1 0 0,1 1-1 0 0,-9 12 0 0 0,14-18-5 0 0,0 0 1 0 0,0 0-1 0 0,0 0 0 0 0,0 1 1 0 0,1-1-1 0 0,-1 0 0 0 0,1 1 0 0 0,0-1 1 0 0,0 1-1 0 0,1-1 0 0 0,-1 1 1 0 0,1-1-1 0 0,0 1 0 0 0,1 6 0 0 0,0-9-28 0 0,-1 0-1 0 0,1 0 0 0 0,0 0 1 0 0,0 0-1 0 0,-1 0 0 0 0,1-1 0 0 0,1 1 1 0 0,-1 0-1 0 0,0 0 0 0 0,0-1 1 0 0,1 1-1 0 0,-1 0 0 0 0,1-1 0 0 0,-1 0 1 0 0,1 1-1 0 0,0-1 0 0 0,-1 0 1 0 0,1 0-1 0 0,0 0 0 0 0,0 0 0 0 0,0 0 1 0 0,0 0-1 0 0,0 0 0 0 0,0-1 1 0 0,0 1-1 0 0,0-1 0 0 0,0 1 1 0 0,0-1-1 0 0,0 0 0 0 0,3 0 0 0 0,1 0-50 0 0,-1 0-1 0 0,0 0 1 0 0,0-1 0 0 0,0 0-1 0 0,0 0 1 0 0,0 0-1 0 0,0 0 1 0 0,0-1-1 0 0,-1 0 1 0 0,1 0-1 0 0,7-4 1 0 0,-1-1-36 0 0,0-1 0 0 0,-1 0 0 0 0,1-1 0 0 0,-2 0 1 0 0,15-17-1 0 0,2-8-138 0 0,-1-1 1 0 0,38-74 0 0 0,-60 104 371 0 0,-5 11 37 0 0,-8 21 167 0 0,9-20-299 0 0,0 0-1 0 0,0 0 1 0 0,0 1-1 0 0,1-1 1 0 0,0 0-1 0 0,1 0 1 0 0,0 1-1 0 0,0-1 1 0 0,0 0 0 0 0,1 0-1 0 0,4 10 1 0 0,-5-13-28 0 0,1 1-1 0 0,1-1 1 0 0,-1 0 0 0 0,0 0 0 0 0,1 0 0 0 0,0-1 0 0 0,0 1 0 0 0,0-1 0 0 0,0 1 0 0 0,1-1 0 0 0,-1 0-1 0 0,1 0 1 0 0,0-1 0 0 0,0 1 0 0 0,0-1 0 0 0,0 0 0 0 0,0 0 0 0 0,9 3 0 0 0,-5-3-18 0 0,1 0-1 0 0,0-1 1 0 0,0 1 0 0 0,0-2 0 0 0,0 1 0 0 0,0-2 0 0 0,0 1 0 0 0,0-1-1 0 0,0 0 1 0 0,0-1 0 0 0,-1 0 0 0 0,1 0 0 0 0,-1-1 0 0 0,1 0 0 0 0,-1-1-1 0 0,0 1 1 0 0,11-8 0 0 0,-9 4 41 0 0,0 0 0 0 0,0 0 0 0 0,0-1 0 0 0,-1-1 0 0 0,-1 1 0 0 0,1-1 0 0 0,-2-1-1 0 0,1 1 1 0 0,-1-2 0 0 0,0 1 0 0 0,-1-1 0 0 0,6-14 0 0 0,0-8 37 0 0,-1-1 0 0 0,-1 0 0 0 0,5-41 0 0 0,-7 17 52 0 0,1-67 0 0 0,-9 106-34 0 0,-3-24-1 0 0,2 36-25 0 0,0 0 0 0 0,0 0 0 0 0,-1 0-1 0 0,0 0 1 0 0,0 0 0 0 0,-6-10 0 0 0,8 16-29 0 0,-1 0 0 0 0,1 0-1 0 0,-1 0 1 0 0,1 0 0 0 0,-1 0 0 0 0,1 0 0 0 0,-1 0-1 0 0,0 1 1 0 0,1-1 0 0 0,-1 0 0 0 0,0 0 0 0 0,0 0-1 0 0,0 1 1 0 0,0-1 0 0 0,0 1 0 0 0,0-1 0 0 0,0 0-1 0 0,0 1 1 0 0,0 0 0 0 0,0-1 0 0 0,0 1 0 0 0,0 0-1 0 0,0-1 1 0 0,0 1 0 0 0,0 0 0 0 0,0 0 0 0 0,0 0-1 0 0,0 0 1 0 0,0 0 0 0 0,0 0 0 0 0,0 0 0 0 0,-1 0-1 0 0,1 0 1 0 0,0 1 0 0 0,0-1 0 0 0,0 0 0 0 0,0 1-1 0 0,0-1 1 0 0,0 1 0 0 0,0-1 0 0 0,0 1 0 0 0,0-1-1 0 0,1 1 1 0 0,-1 0 0 0 0,0 0 0 0 0,0-1 0 0 0,-1 2-1 0 0,-3 4 50 0 0,-1 0 0 0 0,1 0-1 0 0,1 0 1 0 0,-1 0-1 0 0,-4 9 1 0 0,-9 18 7 0 0,1 1 1 0 0,2 0-1 0 0,1 2 0 0 0,2-1 0 0 0,2 1 1 0 0,-7 39-1 0 0,13-51-32 0 0,1 1 0 0 0,1 0 0 0 0,1 0 0 0 0,1 0 0 0 0,2-1 0 0 0,0 1 0 0 0,1 0 0 0 0,2-1 0 0 0,0 1 0 0 0,11 26 0 0 0,-11-39-118 0 0,0 0-1 0 0,1 0 1 0 0,0 0 0 0 0,1-1-1 0 0,0 0 1 0 0,1 0 0 0 0,0-1-1 0 0,13 12 1 0 0,-15-16 5 0 0,0-1 0 0 0,1 0 0 0 0,0 0 0 0 0,0 0 0 0 0,0-1 0 0 0,0 0 0 0 0,1-1 0 0 0,-1 1 0 0 0,1-1 0 0 0,0-1 0 0 0,0 0 0 0 0,0 0 0 0 0,1 0 0 0 0,9 0 0 0 0,8-1-2577 0 0,38-4-1 0 0,-26-1-6787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21191 0 0,'0'0'3565'0'0,"1"0"-2178"0"0,41-10 3286 0 0,27 3-2813 0 0,-14 2-1773 0 0,-11-1-187 0 0,88-15-2684 0 0,-93 10-7944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8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19 9671 0 0,'-2'-2'10652'0'0,"-2"10"-8935"0"0,0-2-933 0 0,-4 19 397 0 0,1 0 0 0 0,1 0 0 0 0,-5 46 0 0 0,1-5-493 0 0,-16 100 592 0 0,26-164-1268 0 0,0-1-1 0 0,0 1 0 0 0,-1 0 0 0 0,1-1 0 0 0,0 1 1 0 0,0-1-1 0 0,0 1 0 0 0,1 0 0 0 0,-1-1 1 0 0,1 3-1 0 0,3-5 59 0 0,4-9-96 0 0,1-7-67 0 0,-1-1 0 0 0,10-28 0 0 0,-11 26 16 0 0,14-41 4 0 0,18-44-149 0 0,-30 85 179 0 0,1-1-1 0 0,24-36 1 0 0,-16 37 31 0 0,-17 20 12 0 0,-1 0 0 0 0,1 0-1 0 0,-1 0 1 0 0,1-1 0 0 0,-1 1 0 0 0,1 0 0 0 0,-1 0-1 0 0,1 0 1 0 0,0 0 0 0 0,-1 0 0 0 0,1 0 0 0 0,-1 0-1 0 0,1 0 1 0 0,-1 0 0 0 0,1 0 0 0 0,-1 0 0 0 0,1 0-1 0 0,-1 0 1 0 0,1 1 0 0 0,-1-1 0 0 0,1 0 0 0 0,-1 0-1 0 0,1 1 1 0 0,-1-1 0 0 0,1 0 0 0 0,-1 1 0 0 0,1-1-1 0 0,-1 0 1 0 0,1 1 0 0 0,-1-1 0 0 0,0 0 0 0 0,1 1-1 0 0,-1-1 1 0 0,0 1 0 0 0,1-1 0 0 0,-1 1 0 0 0,0 0-1 0 0,11 18 120 0 0,-6-8-11 0 0,-1 0 1 0 0,-1 1-1 0 0,0 0 1 0 0,2 15-1 0 0,2 51 279 0 0,-6-63-319 0 0,13 126 324 0 0,-13-139-340 0 0,1-3-62 0 0,0 1-1 0 0,0 0 1 0 0,0-1 0 0 0,0 0-1 0 0,0 1 1 0 0,-1-1 0 0 0,1 0-1 0 0,0 0 1 0 0,0 0 0 0 0,0 0-1 0 0,-1-1 1 0 0,1 1-1 0 0,-1 0 1 0 0,1-1 0 0 0,1-2-1 0 0,21-26-78 0 0,-22 27 73 0 0,22-34-42 0 0,19-42-1 0 0,15-25-22 0 0,-49 90 77 0 0,1 1 1 0 0,0 1-1 0 0,0 0 0 0 0,1 0 0 0 0,17-13 0 0 0,-17 18 4 0 0,-3 5 0 0 0,-6 3 0 0 0,-1 0 0 0 0,0 0 0 0 0,1 0 0 0 0,-1 0 0 0 0,0 1 0 0 0,0-1 0 0 0,0 0 0 0 0,0 0 0 0 0,0 1 0 0 0,-1-1 0 0 0,1 1 0 0 0,0-1-1 0 0,0 0 1 0 0,-1 1 0 0 0,1 0 0 0 0,-1-1 0 0 0,0 1 0 0 0,1 2 0 0 0,3 33 10 0 0,-3-35-8 0 0,1 77 21 0 0,3 30 225 0 0,-3-90-1343 0 0,1 0 1 0 0,1-1 0 0 0,10 32-1 0 0,-6-24-8329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8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245 141 11975 0 0,'-3'-1'205'0'0,"-1"1"-1"0"0,0 0 1 0 0,0-1-1 0 0,0 1 1 0 0,0 1-1 0 0,0-1 1 0 0,1 0-1 0 0,-1 1 1 0 0,0 0-1 0 0,0 0 1 0 0,1 0-1 0 0,-1 1 1 0 0,0-1-1 0 0,1 1 1 0 0,-1-1-1 0 0,1 1 1 0 0,0 0-1 0 0,-5 5 1 0 0,-4 3 2218 0 0,0 1 0 0 0,1 1-1 0 0,-13 16 1 0 0,4-4 7 0 0,9-12-2038 0 0,0 1 1 0 0,1 0 0 0 0,0 0-1 0 0,1 1 1 0 0,1 0-1 0 0,1 1 1 0 0,0 0-1 0 0,-8 22 1 0 0,14-33-377 0 0,0-1 0 0 0,1 1-1 0 0,-1 0 1 0 0,1-1 0 0 0,0 6 0 0 0,3 0 16 0 0,-2-8-56 0 0,1 0 1 0 0,-1 1 0 0 0,1-1-1 0 0,0 0 1 0 0,0 0 0 0 0,0 0-1 0 0,0 0 1 0 0,0 0 0 0 0,-1-1-1 0 0,1 1 1 0 0,1-1-1 0 0,-1 1 1 0 0,0-1 0 0 0,0 0-1 0 0,0 0 1 0 0,0 0 0 0 0,0 0-1 0 0,0 0 1 0 0,4-1 0 0 0,4 0-196 0 0,0-1 0 0 0,17-5 0 0 0,-13 2-48 0 0,-1 0 1 0 0,0-1-1 0 0,-1 0 0 0 0,1-1 1 0 0,-1-1-1 0 0,0 0 1 0 0,-1 0-1 0 0,0-1 1 0 0,-1-1-1 0 0,1 0 1 0 0,15-21-1 0 0,-21 24 181 0 0,0-1-1 0 0,-1 0 1 0 0,-1 0 0 0 0,1-1-1 0 0,-1 1 1 0 0,-1-1 0 0 0,3-13-1 0 0,-2 8 2 0 0,-2-1 0 0 0,1 0-1 0 0,-3-25 1 0 0,-4 11-228 0 0,3 23-448 0 0,0-1 0 0 0,1 1 0 0 0,0 0 0 0 0,0-1 0 0 0,1-7 1 0 0,0 12 761 0 0,1 3 462 0 0,6 4-41 0 0,-1-1 0 0 0,0 1 0 0 0,0 0 0 0 0,-1 0 0 0 0,1 1 0 0 0,-1 0 0 0 0,0-1 1 0 0,-1 2-1 0 0,0-1 0 0 0,0 1 0 0 0,4 8 0 0 0,5 14 966 0 0,14 44-1 0 0,-10-22-672 0 0,-14-45-633 0 0,1 6 46 0 0,1 0-1 0 0,0 0 1 0 0,1 0 0 0 0,1 0 0 0 0,9 13-1 0 0,-15-24-103 0 0,-1 0 0 0 0,1 0-1 0 0,0 0 1 0 0,0-1 0 0 0,0 1-1 0 0,0 0 1 0 0,-1 0 0 0 0,1-1-1 0 0,0 1 1 0 0,0-1 0 0 0,0 1-1 0 0,0-1 1 0 0,1 1-1 0 0,-1-1 1 0 0,0 1 0 0 0,0-1-1 0 0,0 0 1 0 0,0 0 0 0 0,0 0-1 0 0,0 1 1 0 0,3-1 0 0 0,-3-1-6 0 0,1 1 0 0 0,0-1 0 0 0,0 1 1 0 0,0-1-1 0 0,-1 0 0 0 0,1 0 1 0 0,0 0-1 0 0,-1 0 0 0 0,1 0 0 0 0,-1 0 1 0 0,1 0-1 0 0,1-2 0 0 0,2-2 13 0 0,0-1-1 0 0,0 0 1 0 0,-1 0 0 0 0,1 0-1 0 0,4-11 1 0 0,0-4-7 0 0,-2 1 0 0 0,0-1 0 0 0,7-40 0 0 0,2-7-182 0 0,12-19-818 0 0,-22 73-1152 0 0,15-26 0 0 0,-10 22-7693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1 352 22199 0 0,'0'0'2011'0'0,"2"0"-1654"0"0,1-1-291 0 0,0-1 0 0 0,1 1 1 0 0,-1-1-1 0 0,0 0 0 0 0,0 0 0 0 0,0 0 0 0 0,-1 0 0 0 0,1 0 1 0 0,3-3-1 0 0,23-29 543 0 0,-12 13-320 0 0,6-8-173 0 0,-1 0-1 0 0,-2-2 1 0 0,22-44-1 0 0,-26 47-30 0 0,-10 18-20 0 0,-1-1 0 0 0,0 1-1 0 0,-1-1 1 0 0,0 0 0 0 0,4-18 0 0 0,-7 28 490 0 0,-3 1-456 0 0,1 1-1 0 0,0-1 1 0 0,0 1 0 0 0,0-1 0 0 0,-1 1-1 0 0,1 0 1 0 0,0 0 0 0 0,0 0 0 0 0,0 0-1 0 0,0 0 1 0 0,1 0 0 0 0,-2 1 0 0 0,-2 2 121 0 0,-1 1-68 0 0,-1 1 0 0 0,2 0 0 0 0,-1 1 1 0 0,1-1-1 0 0,0 1 0 0 0,0 0 0 0 0,-4 10 1 0 0,-16 55 318 0 0,21-63-460 0 0,-1 3-14 0 0,2 0 0 0 0,-1-1 0 0 0,1 1 0 0 0,1 0-1 0 0,0 0 1 0 0,1 1 0 0 0,0-1 0 0 0,1 0 0 0 0,0 0 0 0 0,3 12 0 0 0,-2-17-169 0 0,0-1 0 0 0,0 1 0 0 0,0-1 1 0 0,1 0-1 0 0,0 0 0 0 0,1 0 0 0 0,-1 0 0 0 0,1 0 0 0 0,0 0 0 0 0,1-1 0 0 0,-1 0 0 0 0,1 0 0 0 0,0 0 0 0 0,0-1 0 0 0,0 0 0 0 0,1 0 1 0 0,0 0-1 0 0,0 0 0 0 0,6 2 0 0 0,-2-1-356 0 0,1-2 1 0 0,-1 1-1 0 0,1-1 0 0 0,0-1 1 0 0,0 0-1 0 0,16 1 1 0 0,-5-2-814 0 0,1-2 0 0 0,26-2 0 0 0,-6-2-846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108 127 8287 0 0,'-3'-8'651'0'0,"-1"-1"0"0"0,0 1-1 0 0,-8-13 1 0 0,0 2 15035 0 0,11 20-15551 0 0,0-1 0 0 0,0 0-1 0 0,0 0 1 0 0,1 0-1 0 0,-1 1 1 0 0,0-1-1 0 0,0 0 1 0 0,1 1-1 0 0,-1-1 1 0 0,0 1-1 0 0,1-1 1 0 0,-1 1 0 0 0,1-1-1 0 0,-1 1 1 0 0,0-1-1 0 0,1 1 1 0 0,-1 0-1 0 0,1-1 1 0 0,0 1-1 0 0,-1 0 1 0 0,1-1 0 0 0,-1 1-1 0 0,1 1 1 0 0,-8 21 462 0 0,6-16-306 0 0,-9 32 147 0 0,3 0 1 0 0,-6 52 0 0 0,9-51-307 0 0,0 2-75 0 0,2 1 1 0 0,1 0-1 0 0,3 1 1 0 0,1-1-1 0 0,9 44 1 0 0,-6-67 38 0 0,-5-19-95 0 0,0-1 0 0 0,0 0 0 0 0,1 0 0 0 0,-1 0 0 0 0,0 0 0 0 0,1 0 0 0 0,-1 0 0 0 0,0 0 0 0 0,1 0 0 0 0,-1 0 0 0 0,0 0 0 0 0,1 0 0 0 0,-1 0 0 0 0,0 0 0 0 0,0 0 0 0 0,1 0 0 0 0,-1 0 0 0 0,0 0 0 0 0,1 0 0 0 0,-1 0 0 0 0,0 0 0 0 0,1-1 0 0 0,-1 1 0 0 0,0 0 0 0 0,0 0 0 0 0,1 0 0 0 0,-1 0 0 0 0,0-1 1 0 0,0 1-1 0 0,1-1 0 0 0,8-5-41 0 0,-3-3 23 0 0,0 1 0 0 0,0-1 0 0 0,0 0 0 0 0,-2 0 0 0 0,1-1 0 0 0,-1 1 0 0 0,4-16 0 0 0,4-5-3 0 0,7-14-81 0 0,41-71 1 0 0,-54 107 70 0 0,-1 0 0 0 0,1 0 0 0 0,1 0 0 0 0,-1 1 0 0 0,1 0 0 0 0,1 0 0 0 0,-1 1 0 0 0,1 0 0 0 0,10-6 0 0 0,-18 12 26 0 0,1 0 0 0 0,-1 0 0 0 0,1 0 0 0 0,-1 0 0 0 0,1 0 0 0 0,-1 0 0 0 0,1 0 0 0 0,-1 0 0 0 0,1 0 0 0 0,-1 0 0 0 0,1 0 0 0 0,-1 1 0 0 0,1-1-1 0 0,-1 0 1 0 0,1 0 0 0 0,-1 0 0 0 0,1 1 0 0 0,-1-1 0 0 0,0 0 0 0 0,1 1 0 0 0,-1-1 0 0 0,0 0 0 0 0,1 1 0 0 0,7 8-50 0 0,-4 0 46 0 0,1 0 0 0 0,-1 1 0 0 0,-1-1 1 0 0,0 1-1 0 0,-1 0 0 0 0,1 0 0 0 0,0 17 0 0 0,1 0-1 0 0,2 6 25 0 0,15 47 0 0 0,-18-71-13 0 0,0 0 0 0 0,0-1 0 0 0,1 0 0 0 0,0 0 0 0 0,1 0-1 0 0,0 0 1 0 0,0-1 0 0 0,0 0 0 0 0,1 0 0 0 0,12 11 0 0 0,-15-15-9 0 0,1-1 0 0 0,-1 0-1 0 0,1 1 1 0 0,-1-1 0 0 0,1 0 0 0 0,0-1 0 0 0,-1 1 0 0 0,1-1-1 0 0,0 0 1 0 0,0 0 0 0 0,0 0 0 0 0,1 0 0 0 0,-1-1-1 0 0,6 1 1 0 0,-4-2-13 0 0,-1 1 1 0 0,0-1-1 0 0,1 0 0 0 0,-1-1 1 0 0,0 1-1 0 0,0-1 0 0 0,0 0 1 0 0,0 0-1 0 0,0-1 0 0 0,4-3 0 0 0,2-1-16 0 0,-2 0 0 0 0,1-1 0 0 0,-1-1 1 0 0,0 0-1 0 0,-1 0 0 0 0,0-1 0 0 0,0 0 0 0 0,11-20 0 0 0,3-10-336 0 0,-2-1 0 0 0,-1-1 1 0 0,15-56-1 0 0,-31 84 36 0 0,-8 22 138 0 0,-8 22 285 0 0,8-12 77 0 0,1-1-1 0 0,1 1 1 0 0,1 0-1 0 0,-1 34 1 0 0,3-43-108 0 0,1 0-1 0 0,0 0 1 0 0,1 0 0 0 0,-1 0 0 0 0,2 0 0 0 0,-1-1 0 0 0,1 1 0 0 0,1-1 0 0 0,-1 0 0 0 0,2 0-1 0 0,8 15 1 0 0,-9-19-46 0 0,0 1 0 0 0,0-1-1 0 0,0 1 1 0 0,0-1-1 0 0,1-1 1 0 0,-1 1 0 0 0,1-1-1 0 0,0 0 1 0 0,0 0-1 0 0,1 0 1 0 0,8 3 0 0 0,-5-3-20 0 0,-1-1 0 0 0,1 0-1 0 0,-1 0 1 0 0,1-1 0 0 0,0 0 0 0 0,0-1 0 0 0,10 0 0 0 0,-1-2-36 0 0,-1-1-1 0 0,0 0 1 0 0,0-1 0 0 0,0-1-1 0 0,-1-1 1 0 0,0 0 0 0 0,23-12-1 0 0,-22 7 25 0 0,-1 0-1 0 0,0-1 1 0 0,-1-1-1 0 0,0 0 1 0 0,-1-1-1 0 0,-1-1 1 0 0,0 0 0 0 0,10-17-1 0 0,-18 26 22 0 0,-1 0 0 0 0,-1-1 0 0 0,1 1 0 0 0,-1-1 0 0 0,0 0 0 0 0,-1 0 0 0 0,1 0 0 0 0,-2 0 0 0 0,1 0 0 0 0,-1 0 0 0 0,0-1 0 0 0,0 1 0 0 0,-1-12 0 0 0,0 18 3 0 0,0-1-1 0 0,0 1 1 0 0,0 0-1 0 0,0-1 1 0 0,-1 1-1 0 0,1 0 1 0 0,0 0-1 0 0,-1-1 1 0 0,1 1-1 0 0,-1 0 1 0 0,1 0-1 0 0,-1 0 1 0 0,0 0-1 0 0,1 0 1 0 0,-1 0-1 0 0,0 0 1 0 0,0 0-1 0 0,0 0 1 0 0,0 0-1 0 0,0 0 1 0 0,0 0-1 0 0,-1 0 1 0 0,0 0 9 0 0,0 0-1 0 0,0 0 1 0 0,0 1 0 0 0,0-1 0 0 0,0 1 0 0 0,-1 0 0 0 0,1-1-1 0 0,0 1 1 0 0,0 0 0 0 0,0 0 0 0 0,0 0 0 0 0,-3 1 0 0 0,-3 0 41 0 0,1 1 0 0 0,-1 0 1 0 0,1 1-1 0 0,-1-1 1 0 0,1 2-1 0 0,-9 4 0 0 0,6-2-38 0 0,-1 1 0 0 0,2 0 0 0 0,-1 1 0 0 0,1 0 0 0 0,0 0-1 0 0,0 1 1 0 0,1 0 0 0 0,1 0 0 0 0,-1 1 0 0 0,1 0 0 0 0,1 1-1 0 0,0-1 1 0 0,1 1 0 0 0,-5 13 0 0 0,8-20-15 0 0,0 16 0 0 0,2-18-22 0 0,0 0 0 0 0,1 0-1 0 0,-1 0 1 0 0,0 0 0 0 0,1 0 0 0 0,0 0 0 0 0,-1 0 0 0 0,1 0-1 0 0,0 0 1 0 0,0-1 0 0 0,0 1 0 0 0,0 0 0 0 0,1 1-1 0 0,-1-1-66 0 0,14 1-247 0 0,-11-2 300 0 0,0-1 1 0 0,0 1-1 0 0,1-1 0 0 0,-1 0 1 0 0,0 0-1 0 0,0 0 0 0 0,0-1 1 0 0,1 1-1 0 0,-1-1 0 0 0,0 0 0 0 0,0 0 1 0 0,0-1-1 0 0,0 1 0 0 0,0-1 1 0 0,-1 0-1 0 0,1 0 0 0 0,0 0 1 0 0,3-3-1 0 0,6-5-149 0 0,-2-1 0 0 0,1 0 0 0 0,15-21 0 0 0,-19 22-127 0 0,0 0 0 0 0,1 1 0 0 0,0 0 0 0 0,0 1 1 0 0,13-9-1 0 0,-21 16-87 0 0,-8 17-66 0 0,3-6 671 0 0,0 0-4 0 0,1 0-1 0 0,1 0 1 0 0,0 0 0 0 0,0 1-1 0 0,1-1 1 0 0,1 0-1 0 0,-1 1 1 0 0,2-1-1 0 0,1 13 1 0 0,-2-18-175 0 0,1 0 1 0 0,1-1 0 0 0,-1 1 0 0 0,1-1-1 0 0,0 1 1 0 0,0-1 0 0 0,0 1 0 0 0,0-1-1 0 0,1 0 1 0 0,0 0 0 0 0,0 0 0 0 0,0-1-1 0 0,0 1 1 0 0,0 0 0 0 0,1-1 0 0 0,0 0-1 0 0,-1 0 1 0 0,1 0 0 0 0,0-1 0 0 0,1 1-1 0 0,-1-1 1 0 0,5 2 0 0 0,-2-2-21 0 0,0 1 0 0 0,1-2 0 0 0,-1 1 0 0 0,1-1 0 0 0,-1 0-1 0 0,1-1 1 0 0,0 1 0 0 0,14-3 0 0 0,-9 1-19 0 0,1-2-1 0 0,-1 1 1 0 0,1-2-1 0 0,13-5 1 0 0,-13 3 17 0 0,0-1-1 0 0,-1-1 1 0 0,0 0 0 0 0,0-1 0 0 0,-1 0 0 0 0,0-1 0 0 0,-1 0 0 0 0,0-1-1 0 0,-1 0 1 0 0,0 0 0 0 0,0-1 0 0 0,10-19 0 0 0,-1-1 39 0 0,-2-1 0 0 0,0-1 1 0 0,21-67-1 0 0,-4-20 76 0 0,-30 100-38 0 0,-1 1-1 0 0,-1-1 1 0 0,0-41-1 0 0,-2 62-64 0 0,0-1 0 0 0,0 1-1 0 0,0-1 1 0 0,0 1 0 0 0,0 0 0 0 0,0-1-1 0 0,0 1 1 0 0,0 0 0 0 0,0-1-1 0 0,0 1 1 0 0,0-1 0 0 0,0 1-1 0 0,0 0 1 0 0,0-1 0 0 0,0 1-1 0 0,0 0 1 0 0,-1-1 0 0 0,1 1-1 0 0,0-1 1 0 0,0 1 0 0 0,0 0-1 0 0,-1 0 1 0 0,1-1 0 0 0,0 1 0 0 0,0 0-1 0 0,-1-1 1 0 0,1 1 0 0 0,0 0-1 0 0,-1 0 1 0 0,1-1 0 0 0,0 1-1 0 0,-1 0 1 0 0,1 0 0 0 0,0 0-1 0 0,-1 0 1 0 0,1 0 0 0 0,0-1-1 0 0,-1 1 1 0 0,1 0 0 0 0,-1 0 0 0 0,1 0-1 0 0,0 0 1 0 0,-1 0 0 0 0,1 0-1 0 0,0 0 1 0 0,-1 0 0 0 0,1 0-1 0 0,-1 0 1 0 0,1 0 0 0 0,0 1-1 0 0,-1-1 1 0 0,1 0 0 0 0,0 0-1 0 0,-1 0 1 0 0,1 0 0 0 0,0 1 0 0 0,-1-1-1 0 0,1 0 1 0 0,0 0 0 0 0,-1 1-1 0 0,1-1 1 0 0,0 0 0 0 0,0 0-1 0 0,-1 1 1 0 0,1-1 0 0 0,0 0-1 0 0,-1 1 1 0 0,-2 3 41 0 0,1-1 0 0 0,-1 1 1 0 0,1 0-1 0 0,-1 0 0 0 0,1 0 0 0 0,0 0 1 0 0,-2 8-1 0 0,-9 34-18 0 0,8-29 9 0 0,-8 36 98 0 0,-11 101 0 0 0,21-117-148 0 0,2-1-1 0 0,1 0 0 0 0,10 67 1 0 0,7-12-2463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0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14279 0 0,'0'0'1103'0'0,"7"-5"2289"0"0,17-7 3913 0 0,3 4-3830 0 0,31 0-2322 0 0,-34 5-718 0 0,177-15 607 0 0,-73 8-1063 0 0,-26-2-1059 0 0,-52 7 412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48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92 306 12439 0 0,'-9'-3'187'0'0,"0"-1"1"0"0,1 1-1 0 0,-1-1 0 0 0,-9-7 0 0 0,-3-7 1787 0 0,18 15-553 0 0,0-1 0 0 0,0 0 1 0 0,0 0-1 0 0,-2-6 5741 0 0,6 10-7039 0 0,1 1-1 0 0,-1 0 0 0 0,0 0 1 0 0,1-1-1 0 0,-1 1 0 0 0,0 0 0 0 0,1 1 1 0 0,-1-1-1 0 0,0 0 0 0 0,0 0 1 0 0,0 0-1 0 0,1 2 0 0 0,-1-2-62 0 0,3 5 57 0 0,0 0 0 0 0,-1 0 0 0 0,1 0 0 0 0,-1 1 0 0 0,0-1 0 0 0,2 11-1 0 0,9 44 210 0 0,-11-46-270 0 0,26 153 288 0 0,-18-88-3 0 0,39 137-1 0 0,-43-193-307 0 0,14 26-1 0 0,-18-44-23 0 0,0 0 0 0 0,0 0 0 0 0,1 0 0 0 0,0 0 1 0 0,1 0-1 0 0,-1-1 0 0 0,1 0 0 0 0,10 10 0 0 0,-5-11 44 0 0,-8-5-47 0 0,-1 1-1 0 0,0 0 1 0 0,1-1-1 0 0,-1 1 1 0 0,1-1-1 0 0,-1 1 1 0 0,0-1-1 0 0,1 0 1 0 0,-1 1-1 0 0,0-1 1 0 0,0 0-1 0 0,0 0 1 0 0,0 0-1 0 0,1 0 1 0 0,-1 0-1 0 0,0 0 1 0 0,-1 0-1 0 0,1 0 1 0 0,2-3-1 0 0,13-28 79 0 0,-13 26-61 0 0,8-24 38 0 0,0 0 0 0 0,8-46 0 0 0,-8 30-49 0 0,43-180 81 0 0,41-145-201 0 0,-85 337-2 0 0,9-31 31 0 0,-17 59-124 0 0,1 0 0 0 0,0 0 0 0 0,0 0 0 0 0,0 1 0 0 0,1-1 0 0 0,-1 1 0 0 0,8-7 0 0 0,-11 12 69 0 0,1 0 1 0 0,0 0-1 0 0,0 1 0 0 0,0-1 1 0 0,-1 0-1 0 0,1 1 0 0 0,0-1 1 0 0,0 1-1 0 0,-1-1 0 0 0,1 1 1 0 0,-1 0-1 0 0,1-1 0 0 0,0 1 1 0 0,-1-1-1 0 0,1 1 0 0 0,-1 0 1 0 0,1 1-1 0 0,-1-2 0 0 0,13 19-2006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4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273 299 18975 0 0,'5'-99'2310'0'0,"0"-22"1485"0"0,-5 115-3500 0 0,-1 0-1 0 0,1 1 0 0 0,-1-1 0 0 0,0 1 0 0 0,-1-1 0 0 0,1 1 0 0 0,-4-8 0 0 0,4 12-218 0 0,1 0 0 0 0,-1 0 0 0 0,1 0 0 0 0,-1 0 0 0 0,0 0 0 0 0,0 0 0 0 0,1 0 0 0 0,-1 0 1 0 0,0 1-1 0 0,0-1 0 0 0,0 0 0 0 0,0 1 0 0 0,0-1 0 0 0,0 0 0 0 0,0 1 0 0 0,0-1 0 0 0,-1 1 0 0 0,0-1-8 0 0,1 1 0 0 0,-1 0-1 0 0,1 0 1 0 0,-1 0 0 0 0,1 0 0 0 0,-1 1 0 0 0,1-1 0 0 0,-1 0-1 0 0,1 0 1 0 0,-1 1 0 0 0,1-1 0 0 0,-1 1 0 0 0,1 0 0 0 0,0-1-1 0 0,-1 1 1 0 0,-1 1 0 0 0,-3 2 56 0 0,1 0 0 0 0,-1 1 1 0 0,1-1-1 0 0,0 1 0 0 0,0 0 0 0 0,-7 11 0 0 0,-22 39 288 0 0,21-33-353 0 0,-69 127 33 0 0,71-124-78 0 0,0 1-1 0 0,2 0 1 0 0,1 0-1 0 0,-6 32 1 0 0,13-50-60 0 0,0 0 0 0 0,0-1-1 0 0,1 1 1 0 0,0 0 0 0 0,1-1 0 0 0,-1 1-1 0 0,1-1 1 0 0,4 14 0 0 0,-4-18 30 0 0,0-1 1 0 0,-1 0-1 0 0,1 0 0 0 0,0 0 0 0 0,0 0 0 0 0,0 0 1 0 0,1 0-1 0 0,-1 0 0 0 0,0-1 0 0 0,1 1 1 0 0,-1 0-1 0 0,1-1 0 0 0,0 1 0 0 0,-1-1 1 0 0,1 1-1 0 0,0-1 0 0 0,0 0 0 0 0,0 0 0 0 0,0 0 1 0 0,0 0-1 0 0,0 0 0 0 0,0 0 0 0 0,0 0 1 0 0,0-1-1 0 0,1 1 0 0 0,-1-1 0 0 0,0 0 1 0 0,0 1-1 0 0,1-1 0 0 0,-1 0 0 0 0,0 0 1 0 0,0-1-1 0 0,4 0 0 0 0,3-1-107 0 0,-1 0-1 0 0,1 0 1 0 0,-1-1-1 0 0,0-1 1 0 0,0 1-1 0 0,0-1 0 0 0,0-1 1 0 0,-1 1-1 0 0,0-1 1 0 0,0-1-1 0 0,0 1 1 0 0,6-8-1 0 0,-1 1 31 0 0,-1-1 0 0 0,0-1 0 0 0,-1 0-1 0 0,0 0 1 0 0,9-20 0 0 0,-5 7 73 0 0,-2-2 1 0 0,0 1-1 0 0,-2-2 1 0 0,-1 0-1 0 0,7-42 0 0 0,-14 45 8 0 0,-3 19 345 0 0,-3 17 1116 0 0,-1 8-1388 0 0,1 0 0 0 0,1 0 1 0 0,0 0-1 0 0,2 0 0 0 0,0 33 1 0 0,1-40-118 0 0,1 0 0 0 0,0 0 0 0 0,1 0 0 0 0,0 0 0 0 0,0 0 0 0 0,1-1 0 0 0,1 1 0 0 0,0-1 0 0 0,0 0 0 0 0,0 0 0 0 0,10 14 0 0 0,-11-20-66 0 0,0 1 0 0 0,0-1 0 0 0,1 0 0 0 0,-1 1 0 0 0,1-1 0 0 0,0-1 0 0 0,0 1 0 0 0,0-1 1 0 0,0 1-1 0 0,7 2 0 0 0,-8-4 12 0 0,-1 0 1 0 0,1-1 0 0 0,0 1-1 0 0,-1 0 1 0 0,1-1 0 0 0,0 0-1 0 0,-1 0 1 0 0,1 1 0 0 0,0-2-1 0 0,-1 1 1 0 0,1 0 0 0 0,0 0-1 0 0,-1-1 1 0 0,1 0-1 0 0,0 1 1 0 0,-1-1 0 0 0,1 0-1 0 0,-1 0 1 0 0,5-3 0 0 0,2-3-153 0 0,1 0 0 0 0,-2 0 0 0 0,1 0 1 0 0,-1-1-1 0 0,0-1 0 0 0,-1 1 0 0 0,0-1 0 0 0,0-1 0 0 0,10-18 1 0 0,-8 8 266 0 0,0 0 1 0 0,-1-1 0 0 0,-2 0 0 0 0,6-27-1 0 0,9-83 5158 0 0,-16 143-4257 0 0,-5-9-744 0 0,7 27 242 0 0,-2-1 1 0 0,2 40-1 0 0,0-4-309 0 0,42 346 93 0 0,-47-389-159 0 0,-1-1 1 0 0,-1 1-1 0 0,-3 29 0 0 0,3-50-28 0 0,0-1-1 0 0,0 0 0 0 0,0 0 0 0 0,0 0 0 0 0,0 1 0 0 0,0-1 1 0 0,0 0-1 0 0,0 0 0 0 0,0 0 0 0 0,0 1 0 0 0,0-1 1 0 0,0 0-1 0 0,0 0 0 0 0,0 0 0 0 0,0 1 0 0 0,0-1 0 0 0,0 0 1 0 0,0 0-1 0 0,0 0 0 0 0,0 1 0 0 0,-1-1 0 0 0,1 0 1 0 0,0 0-1 0 0,0 0 0 0 0,0 0 0 0 0,0 1 0 0 0,0-1 0 0 0,-1 0 1 0 0,1 0-1 0 0,0 0 0 0 0,0 0 0 0 0,0 0 0 0 0,0 0 1 0 0,-1 1-1 0 0,1-1 0 0 0,0 0 0 0 0,0 0 0 0 0,0 0 0 0 0,-1 0 1 0 0,1 0-1 0 0,0 0 0 0 0,0 0 0 0 0,0 0 0 0 0,-1 0 1 0 0,1 0-1 0 0,0 0 0 0 0,0 0 0 0 0,0 0 0 0 0,-1 0 0 0 0,1 0 1 0 0,0 0-1 0 0,0 0 0 0 0,0 0 0 0 0,-1 0 0 0 0,1-1 1 0 0,0 1-1 0 0,0 0 0 0 0,0 0 0 0 0,-1 0 0 0 0,1 0 0 0 0,0 0 1 0 0,0 0-1 0 0,0-1 0 0 0,-7-7-1 0 0,7 8 1 0 0,-4-7-8 0 0,-1 0 0 0 0,2 0 1 0 0,-1-1-1 0 0,1 1 0 0 0,0-1 0 0 0,0 0 0 0 0,1 0 1 0 0,-2-11-1 0 0,1-10-93 0 0,-2-30 0 0 0,4 15 27 0 0,2 0-1 0 0,2 0 1 0 0,1 1-1 0 0,16-65 1 0 0,-13 81 38 0 0,1 1 0 0 0,1 0 0 0 0,1 0 0 0 0,1 1 0 0 0,2 0 0 0 0,0 1 0 0 0,2 1 0 0 0,23-31 0 0 0,-29 45 36 0 0,0-1 0 0 0,0 1 0 0 0,1 1 0 0 0,18-13 0 0 0,-23 18 0 0 0,-1 0 0 0 0,1 0 0 0 0,0 1 0 0 0,0 0 0 0 0,0 0 0 0 0,0 0 0 0 0,0 0 0 0 0,1 1 0 0 0,-1 0 0 0 0,0 0 0 0 0,1 0 0 0 0,-1 1 0 0 0,10-1 0 0 0,-14 2 1 0 0,1-1-1 0 0,0 0 1 0 0,-1 1 0 0 0,1-1-1 0 0,0 1 1 0 0,-1-1-1 0 0,1 1 1 0 0,-1 0 0 0 0,1 0-1 0 0,-1 0 1 0 0,1 0-1 0 0,-1 0 1 0 0,0 0 0 0 0,1 0-1 0 0,-1 0 1 0 0,0 0 0 0 0,2 3-1 0 0,-2-2 3 0 0,1 1-1 0 0,-1-1 1 0 0,0 1 0 0 0,0-1-1 0 0,0 1 1 0 0,0 0 0 0 0,-1 0-1 0 0,1-1 1 0 0,0 6-1 0 0,-1 2 7 0 0,0 0 0 0 0,-1 0 0 0 0,0-1 0 0 0,0 1 0 0 0,-3 10 0 0 0,-1-2 39 0 0,-1 0 1 0 0,-1-1 0 0 0,0 0 0 0 0,-20 32 0 0 0,-48 59-288 0 0,56-81-146 0 0,17-25 82 0 0,1 1-93 0 0,-1-1 0 0 0,0 0 0 0 0,1 1 0 0 0,-1-1 0 0 0,0 0 0 0 0,-2 2 0 0 0,9-4-812 0 0,0-1 1 0 0,1 1-1 0 0,-1-1 0 0 0,7-1 1 0 0,-7 0 702 0 0,0 0 0 0 0,-1 0 0 0 0,0 0 0 0 0,1 0-1 0 0,-1-1 1 0 0,0 1 0 0 0,0-1 0 0 0,4-4 0 0 0,6-6-971 0 0,-1 0 1 0 0,0-1-1 0 0,12-17 0 0 0,31-50-2057 0 0,-31 43 2773 0 0,7-12 477 0 0,1-2 2588 0 0,-7 18 10895 0 0,-30 59-7344 0 0,-9 10-4048 0 0,2-8-951 0 0,0 7-177 0 0,-1 1-334 0 0,1 1 0 0 0,-7 46 0 0 0,18-77-346 0 0,-1 1-1 0 0,1 0 1 0 0,1-1-1 0 0,-1 1 0 0 0,1 0 1 0 0,-1-1-1 0 0,2 1 1 0 0,-1-1-1 0 0,1 1 0 0 0,3 7 1 0 0,-4-12-17 0 0,-1 0 0 0 0,1 0-1 0 0,0 0 1 0 0,0 0 0 0 0,0 0 0 0 0,0-1 0 0 0,0 1 0 0 0,0 0 0 0 0,0-1 0 0 0,0 1 0 0 0,0-1 0 0 0,1 1 0 0 0,-1-1 0 0 0,0 0 0 0 0,0 1-1 0 0,0-1 1 0 0,1 0 0 0 0,-1 0 0 0 0,2 0 0 0 0,21 0-365 0 0,-19-1 269 0 0,-1 0 1 0 0,0 0 0 0 0,0-1 0 0 0,0 0-1 0 0,0 1 1 0 0,0-1 0 0 0,0-1 0 0 0,0 1-1 0 0,0-1 1 0 0,-1 1 0 0 0,5-5 0 0 0,1-3-227 0 0,1 1 1 0 0,10-16-1 0 0,-13 16 165 0 0,-1-1 0 0 0,0 0 0 0 0,-1 0 0 0 0,0-1 0 0 0,-1 1 0 0 0,6-22-1 0 0,9-71-376 0 0,-11 54 88 0 0,0-2 1312 0 0,-6 52-568 0 0,1 0-191 0 0,0 1 0 0 0,0-1 0 0 0,-1 1 0 0 0,1 0 0 0 0,0 0 0 0 0,-1 0 0 0 0,1 0 0 0 0,-1 0 1 0 0,1 0-1 0 0,-1 1 0 0 0,0-1 0 0 0,0 1 0 0 0,0 0 0 0 0,-1 0 0 0 0,1-1 0 0 0,2 6 0 0 0,1 7 177 0 0,1-1 1 0 0,3 21 0 0 0,-3-14-55 0 0,6 20 11 0 0,1 0 0 0 0,2-2 0 0 0,21 39 0 0 0,-36-77-210 0 0,0-1-1 0 0,0 0 1 0 0,0 0 0 0 0,0 0-1 0 0,0 0 1 0 0,0 0 0 0 0,0 1 0 0 0,0-1-1 0 0,0 0 1 0 0,1 0 0 0 0,-1 0-1 0 0,0 0 1 0 0,0 0 0 0 0,0 0-1 0 0,0 1 1 0 0,0-1 0 0 0,0 0-1 0 0,0 0 1 0 0,0 0 0 0 0,1 0 0 0 0,-1 0-1 0 0,0 0 1 0 0,0 0 0 0 0,0 0-1 0 0,0 0 1 0 0,0 0 0 0 0,0 0-1 0 0,1 0 1 0 0,-1 0 0 0 0,0 1 0 0 0,0-1-1 0 0,0 0 1 0 0,0 0 0 0 0,0 0-1 0 0,1 0 1 0 0,-1 0 0 0 0,0 0-1 0 0,0-1 1 0 0,0 1 0 0 0,0 0-1 0 0,0 0 1 0 0,1 0 0 0 0,-1 0 0 0 0,0 0-1 0 0,0 0 1 0 0,0 0 0 0 0,0 0-1 0 0,0 0 1 0 0,0 0 0 0 0,1 0-1 0 0,-1 0 1 0 0,0 0 0 0 0,0-1-1 0 0,0 1 1 0 0,0 0 0 0 0,0 0 0 0 0,0 0-1 0 0,0 0 1 0 0,0 0 0 0 0,0 0-1 0 0,0-1 1 0 0,0 1 0 0 0,1 0-1 0 0,4-16 229 0 0,1-22-191 0 0,-5 31-36 0 0,21-135-13 0 0,-17 124-187 0 0,0-1 0 0 0,0 1 0 0 0,2 0 0 0 0,0 1 0 0 0,14-25 0 0 0,-17 35-180 0 0,1 1 0 0 0,0-1 0 0 0,0 1 0 0 0,0 1 1 0 0,9-8-1 0 0,9-5-902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4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91 19607 0 0,'0'-1'896'0'0,"-1"-9"-548"0"0,0 1-1 0 0,1 0 0 0 0,2-14 1 0 0,-2 21-77 0 0,0 0 1 0 0,-1-1-1 0 0,1 1 1 0 0,0 0 0 0 0,-1 0-1 0 0,1 0 1 0 0,-1-1 0 0 0,0 1-1 0 0,0 0 1 0 0,0 0 0 0 0,0 0-1 0 0,0 0 1 0 0,0 0-1 0 0,-2-2 1 0 0,2 3-176 0 0,1 1-1 0 0,-1 0 1 0 0,1-1 0 0 0,-1 1-1 0 0,1 0 1 0 0,-1-1-1 0 0,0 1 1 0 0,1 0 0 0 0,-1 0-1 0 0,1-1 1 0 0,-1 1 0 0 0,0 0-1 0 0,1 0 1 0 0,-1 0-1 0 0,0 0 1 0 0,1 0 0 0 0,-1 0-1 0 0,0 0 1 0 0,1 0 0 0 0,-1 0-1 0 0,1 0 1 0 0,-1 0-1 0 0,-1 1 1 0 0,-13 5 772 0 0,7-1-641 0 0,0 1 0 0 0,1 1 0 0 0,-1 0 0 0 0,1 0 0 0 0,0 0 0 0 0,1 1 0 0 0,-11 15 0 0 0,-32 65 256 0 0,45-81-449 0 0,-10 19 64 0 0,2 2 0 0 0,0-1 0 0 0,-12 51-1 0 0,21-68-225 0 0,1-1 0 0 0,1 1 0 0 0,-1 0-1 0 0,2 0 1 0 0,-1-1 0 0 0,1 1-1 0 0,1 0 1 0 0,0 0 0 0 0,0-1-1 0 0,1 1 1 0 0,0 0 0 0 0,1-1 0 0 0,0 0-1 0 0,1 1 1 0 0,5 11 0 0 0,-6-17-220 0 0,0 0 0 0 0,1-1 1 0 0,-1 1-1 0 0,0-1 0 0 0,1 1 1 0 0,0-1-1 0 0,0 0 0 0 0,0-1 0 0 0,0 1 1 0 0,1-1-1 0 0,-1 1 0 0 0,1-1 1 0 0,-1-1-1 0 0,1 1 0 0 0,0-1 1 0 0,0 1-1 0 0,7 0 0 0 0,14 0-2084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0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81 12439 0 0,'0'-2'146'0'0,"-1"0"-1"0"0,0-1 0 0 0,0 1 1 0 0,1 0-1 0 0,-2 0 0 0 0,1 0 1 0 0,0 0-1 0 0,0 0 0 0 0,-3-2 1 0 0,3 2 304 0 0,-1 1 0 0 0,1-1 0 0 0,-1 1 0 0 0,1 0 1 0 0,-1 0-1 0 0,0 0 0 0 0,1 0 0 0 0,-1 0 0 0 0,0 0 0 0 0,0 1 1 0 0,0-1-1 0 0,0 1 0 0 0,0-1 0 0 0,0 1 0 0 0,0-1 0 0 0,1 1 1 0 0,-1 0-1 0 0,0 0 0 0 0,0 0 0 0 0,0 0 0 0 0,0 1 0 0 0,0-1 1 0 0,0 0-1 0 0,0 1 0 0 0,0-1 0 0 0,0 1 0 0 0,0 0 0 0 0,0 0 1 0 0,-1 0-1 0 0,-6 4 9 0 0,1 1 0 0 0,0-1 1 0 0,1 1-1 0 0,-1 1 0 0 0,1-1 0 0 0,1 1 1 0 0,-7 8-1 0 0,-39 56 203 0 0,39-51-604 0 0,1 1 0 0 0,-19 42 1 0 0,28-54-93 0 0,0-1 1 0 0,0 1 0 0 0,1 0 0 0 0,0 0-1 0 0,0 0 1 0 0,1 0 0 0 0,1 0 0 0 0,-1 0-1 0 0,2 0 1 0 0,1 18 0 0 0,-1-24-52 0 0,0-1 1 0 0,-1 1-1 0 0,1 0 0 0 0,0-1 0 0 0,0 1 1 0 0,1-1-1 0 0,-1 1 0 0 0,1-1 1 0 0,-1 0-1 0 0,1 1 0 0 0,-1-1 0 0 0,1 0 1 0 0,0 0-1 0 0,0 0 0 0 0,0 0 0 0 0,1-1 1 0 0,-1 1-1 0 0,0-1 0 0 0,1 1 1 0 0,-1-1-1 0 0,1 0 0 0 0,-1 0 0 0 0,1 0 1 0 0,-1 0-1 0 0,1 0 0 0 0,3 0 1 0 0,-1 0-62 0 0,0 0 0 0 0,0-1 0 0 0,-1 0 1 0 0,1 0-1 0 0,0 0 0 0 0,-1-1 1 0 0,1 1-1 0 0,0-1 0 0 0,-1 0 0 0 0,1-1 1 0 0,-1 1-1 0 0,1-1 0 0 0,-1 0 0 0 0,8-4 1 0 0,-1-2-27 0 0,1 0 0 0 0,-2-1 0 0 0,1-1 0 0 0,-1 0-1 0 0,10-13 1 0 0,-4 3-96 0 0,-2 0-1 0 0,13-24 0 0 0,109-188 1938 0 0,-136 232-1609 0 0,0 0-1 0 0,0 0 0 0 0,0-1 0 0 0,0 1 1 0 0,0 0-1 0 0,0 0 0 0 0,0-1 0 0 0,1 1 1 0 0,-1 0-1 0 0,0 0 0 0 0,0 0 0 0 0,0-1 1 0 0,0 1-1 0 0,1 0 0 0 0,-1 0 0 0 0,0 0 1 0 0,0 0-1 0 0,0-1 0 0 0,1 1 0 0 0,-1 0 1 0 0,0 0-1 0 0,0 0 0 0 0,1 0 0 0 0,-1 0 0 0 0,0 0 1 0 0,0 0-1 0 0,1 0 0 0 0,-1 0 0 0 0,0 0 1 0 0,0 0-1 0 0,1 0 0 0 0,-1 0 0 0 0,0 0 1 0 0,0 0-1 0 0,1 0 0 0 0,-1 0 0 0 0,6 9 630 0 0,-1 15-340 0 0,-2 24 26 0 0,-7 63 1 0 0,2-67-21 0 0,5 87 0 0 0,-1-108-336 0 0,3 18 26 0 0,-5-41-45 0 0,0 0 0 0 0,0 1 0 0 0,0-1 0 0 0,0 0 0 0 0,0 1 1 0 0,0-1-1 0 0,0 0 0 0 0,0 1 0 0 0,0-1 0 0 0,0 0 0 0 0,0 1 0 0 0,1-1 0 0 0,-1 0 0 0 0,0 0 0 0 0,0 1 1 0 0,0-1-1 0 0,0 0 0 0 0,0 1 0 0 0,1-1 0 0 0,-1 0 0 0 0,0 0 0 0 0,0 1 0 0 0,1-1 0 0 0,-1 0 0 0 0,0 0 1 0 0,0 0-1 0 0,1 1 0 0 0,-1-1 0 0 0,0 0 0 0 0,0 0 0 0 0,1 0 0 0 0,-1 0 0 0 0,0 0 0 0 0,1 0 0 0 0,-1 0 1 0 0,0 1-1 0 0,1-1 0 0 0,3-3-19 0 0,0-2 1 0 0,0-1 0 0 0,0 1 0 0 0,0-1 0 0 0,-1 1 0 0 0,0-1 0 0 0,0 0-1 0 0,0 0 1 0 0,2-7 0 0 0,-1 1-9 0 0,32-83-118 0 0,8-21-9 0 0,12 14 31 0 0,-35 66 102 0 0,-18 27 37 0 0,6 31 235 0 0,-5 6-150 0 0,-1 0 0 0 0,-1 37 0 0 0,0 1 1 0 0,-1-54-102 0 0,0-1 0 0 0,1 1 0 0 0,0 0 0 0 0,1-1 0 0 0,0 0 0 0 0,7 16 0 0 0,-2-14 3 0 0,-3-12-9 0 0,-4-1-3 0 0,1 1-4 0 0,0-1 1 0 0,1 1-1 0 0,-1 0 0 0 0,1-1 1 0 0,-1 0-1 0 0,0 0 0 0 0,1 0 1 0 0,-1 0-1 0 0,1 0 0 0 0,-1 0 1 0 0,1 0-1 0 0,-1-1 0 0 0,0 1 1 0 0,1-1-1 0 0,-1 0 1 0 0,0 0-1 0 0,1 0 0 0 0,-1 0 1 0 0,0 0-1 0 0,0 0 0 0 0,3-3 1 0 0,2-1-12 0 0,-1 0-1 0 0,0-1 1 0 0,0 1 0 0 0,9-13 0 0 0,10-17-33 0 0,31-57 0 0 0,-34 52 22 0 0,30-39-1 0 0,4 1 35 0 0,-54 76 334 0 0,0 16-77 0 0,-1 5-153 0 0,-1 0 0 0 0,-1 1 0 0 0,-4 25 1 0 0,0 0-5 0 0,1-3-188 0 0,-3 75-723 0 0,7-104 679 0 0,1 1 0 0 0,0 0 0 0 0,1-1 0 0 0,0 0 0 0 0,1 1 0 0 0,7 17 0 0 0,-8-27-295 0 0,1 0 0 0 0,-1 1 1 0 0,1-1-1 0 0,0 0 0 0 0,0 0 0 0 0,0 0 1 0 0,0-1-1 0 0,1 1 0 0 0,-1-1 0 0 0,1 0 1 0 0,7 5-1 0 0,3-1-2303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0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14279 0 0,'0'2'4032'0'0,"-17"137"7899"0"0,5 4-9282 0 0,10-72-2889 0 0,12 142 1 0 0,-2-132 355 0 0,7 46 67 0 0,-14-116-250 0 0,0 0-1 0 0,0 17 1 0 0,-1-21-363 0 0,-9-33-581 0 0,3-24-1433 0 0,2 1 1 0 0,4-75-1 0 0,0 110 1499 0 0,1-34-2352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3 125 5527 0 0,'-2'-8'568'0'0,"1"-17"3543"0"0,2 23-3001 0 0,-1-1-1 0 0,1 0 0 0 0,0 1 0 0 0,0-1 0 0 0,0 0 0 0 0,0 1 0 0 0,0-1 0 0 0,1 1 0 0 0,2-4 0 0 0,-1 2 293 0 0,-1 1 0 0 0,1 0 0 0 0,0 0 0 0 0,1 0 0 0 0,6-4 0 0 0,12-5-2053 0 0,-9 7 818 0 0,0 0 1 0 0,1 0 0 0 0,0 2 0 0 0,0 0-1 0 0,0 0 1 0 0,0 1 0 0 0,1 1-1 0 0,19 1 1 0 0,-30 0-150 0 0,-1 0-1 0 0,1 1 1 0 0,0-1-1 0 0,-1 1 1 0 0,1 0-1 0 0,-1 0 1 0 0,1 0-1 0 0,-1 1 1 0 0,0-1-1 0 0,1 1 1 0 0,-1 0-1 0 0,0-1 1 0 0,0 2-1 0 0,0-1 1 0 0,3 3-1 0 0,-3-1 12 0 0,1 0 0 0 0,-1 0 0 0 0,0 0 0 0 0,0 0 0 0 0,-1 1 0 0 0,1 0 0 0 0,-1-1 0 0 0,0 1-1 0 0,2 8 1 0 0,-1-1 14 0 0,-1 0-1 0 0,0-1 0 0 0,-1 1 0 0 0,0 0 0 0 0,-1 0 1 0 0,0 0-1 0 0,-1 0 0 0 0,-4 18 0 0 0,-3 8 35 0 0,-2-2 0 0 0,-25 62 0 0 0,27-78-537 0 0,-23 46 306 0 0,26-56-2005 0 0,-1 0 0 0 0,-8 9-1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15663 0 0,'1'2'3987'0'0,"2"3"-2586"0"0,1-1 0 0 0,-1 2 1 0 0,-1-1-1 0 0,1 0 0 0 0,2 6 0 0 0,1 9-192 0 0,6 25 0 0 0,-4-10-386 0 0,19 87-88 0 0,-16-68-529 0 0,22 68-1 0 0,-33-122-204 0 0,0 0 0 0 0,0 0 0 0 0,0 1 0 0 0,0-1 0 0 0,0 0 0 0 0,0 0 1 0 0,0 0-1 0 0,0 0 0 0 0,1 1 0 0 0,-1-1 0 0 0,0 0 0 0 0,0 0 0 0 0,0 0 0 0 0,0 0 0 0 0,0 1 0 0 0,0-1 0 0 0,0 0 0 0 0,0 0 0 0 0,0 0 0 0 0,1 0 0 0 0,-1 0 0 0 0,0 0 0 0 0,0 0 0 0 0,0 1 0 0 0,0-1 0 0 0,0 0 0 0 0,1 0 0 0 0,-1 0 0 0 0,0 0 0 0 0,0 0 0 0 0,0 0 0 0 0,0 0 0 0 0,1 0 0 0 0,-1 0 0 0 0,0 0 0 0 0,0 0 0 0 0,0 0 0 0 0,0 0 0 0 0,1 0 0 0 0,-1 0 0 0 0,0 0 0 0 0,0 0 0 0 0,0 0 0 0 0,0 0 0 0 0,1 0 1 0 0,5-9 88 0 0,7-22 80 0 0,-10 23-155 0 0,28-71-15 0 0,82-146 0 0 0,-104 209-46 0 0,20-31-378 0 0,-26 43 359 0 0,0-1 1 0 0,1 1-1 0 0,0 0 1 0 0,-1 0-1 0 0,2 0 1 0 0,-1 1-1 0 0,5-4 0 0 0,-8 7-80 0 0,0-1 0 0 0,0 1 0 0 0,0 0 0 0 0,0 0 0 0 0,0 0 0 0 0,-1 0 0 0 0,1 0 0 0 0,0 0 0 0 0,0 0 0 0 0,0 0 0 0 0,0 0 0 0 0,0 1 0 0 0,0-1 0 0 0,0 0 0 0 0,0 0 0 0 0,-1 1 0 0 0,1-1 0 0 0,0 1 0 0 0,0-1 0 0 0,0 1 0 0 0,-1-1-1 0 0,2 2 1 0 0,9 7-2420 0 0</inkml:trace>
  <inkml:trace contextRef="#ctx0" brushRef="#br0" timeOffset="1">508 523 11519 0 0,'0'0'528'0'0,"1"-1"-16"0"0,21-26-967 0 0,2 1 3533 0 0,21-27 6018 0 0,-17 15-6403 0 0,-4 0-2019 0 0,-1-1 0 0 0,-3 0 0 0 0,-1-2 1 0 0,26-84-1 0 0,-43 119-648 0 0,-1 0 0 0 0,0 1 0 0 0,0-1 0 0 0,-1 0 0 0 0,0-6 0 0 0,0 11-10 0 0,0 0 1 0 0,0 0 0 0 0,0 0 0 0 0,0 0-1 0 0,-1 0 1 0 0,1-1 0 0 0,0 1-1 0 0,-1 0 1 0 0,1 0 0 0 0,-1 0-1 0 0,1 0 1 0 0,-1 0 0 0 0,1 0-1 0 0,-2-1 1 0 0,2 2 5 0 0,-1 0 1 0 0,0-1-1 0 0,1 1 0 0 0,-1 0 0 0 0,1-1 1 0 0,-1 1-1 0 0,0 0 0 0 0,1 0 1 0 0,-1-1-1 0 0,0 1 0 0 0,0 0 0 0 0,1 0 1 0 0,-1 0-1 0 0,0 0 0 0 0,1 0 0 0 0,-1 0 1 0 0,0 0-1 0 0,1 0 0 0 0,-1 0 0 0 0,0 1 1 0 0,1-1-1 0 0,-1 0 0 0 0,0 0 0 0 0,1 1 1 0 0,-2 0-1 0 0,-2 0 44 0 0,1 1 1 0 0,0 1-1 0 0,-1-1 0 0 0,1 0 1 0 0,0 1-1 0 0,0 0 0 0 0,1 0 0 0 0,-1 0 1 0 0,-3 4-1 0 0,-20 33 274 0 0,21-32-266 0 0,1 0-39 0 0,-52 89 249 0 0,48-82-299 0 0,1 0 0 0 0,1 1 0 0 0,1 0 0 0 0,-6 25 0 0 0,10-36-103 0 0,0 0 0 0 0,1 0 1 0 0,0 0-1 0 0,-1 0 0 0 0,2 0 0 0 0,-1 0 0 0 0,0 0 0 0 0,1-1 0 0 0,0 1 0 0 0,0 0 0 0 0,1 0 0 0 0,-1 0 0 0 0,1-1 0 0 0,0 1 0 0 0,0-1 0 0 0,1 0 0 0 0,-1 1 0 0 0,1-1 0 0 0,0 0 1 0 0,0 0-1 0 0,0-1 0 0 0,1 1 0 0 0,-1-1 0 0 0,1 1 0 0 0,0-1 0 0 0,0 0 0 0 0,0-1 0 0 0,0 1 0 0 0,1-1 0 0 0,-1 1 0 0 0,1-1 0 0 0,-1-1 0 0 0,1 1 0 0 0,8 1 0 0 0,-4-1-430 0 0,-1-1-1 0 0,1 0 1 0 0,-1-1-1 0 0,1 1 1 0 0,0-2-1 0 0,-1 1 1 0 0,1-1-1 0 0,-1-1 0 0 0,1 0 1 0 0,-1 0-1 0 0,13-5 1 0 0,6-6-1919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236 100 6911 0 0,'14'-28'-594'0'0,"-13"24"1352"0"0,1-1 1 0 0,-1 1-1 0 0,0-1 0 0 0,1-8 1 0 0,-1 11-348 0 0,-1 1 1 0 0,0-1-1 0 0,0 1 0 0 0,0-1 1 0 0,0 1-1 0 0,0-1 1 0 0,-1 1-1 0 0,1-1 1 0 0,0 1-1 0 0,-1 0 0 0 0,1-1 1 0 0,-1 1-1 0 0,1-1 1 0 0,-1 1-1 0 0,0 0 1 0 0,0 0-1 0 0,1-1 0 0 0,-1 1 1 0 0,0 0-1 0 0,0 0 1 0 0,0 0-1 0 0,0 0 1 0 0,0 0-1 0 0,-1 0 0 0 0,1 0 1 0 0,0 0-1 0 0,0 0 1 0 0,-1 1-1 0 0,1-1 1 0 0,0 1-1 0 0,-1-1 0 0 0,1 1 1 0 0,0-1-1 0 0,-1 1 1 0 0,1-1-1 0 0,-1 1 0 0 0,1 0 1 0 0,-1 0-1 0 0,-2 0 1 0 0,-2 0-177 0 0,-1 0 0 0 0,0 1 1 0 0,1-1-1 0 0,-1 1 0 0 0,1 1 0 0 0,-1-1 1 0 0,1 1-1 0 0,-1 0 0 0 0,1 1 0 0 0,0-1 1 0 0,0 1-1 0 0,0 1 0 0 0,-9 6 0 0 0,7-4-11 0 0,0 0 0 0 0,1 0-1 0 0,0 1 1 0 0,0 0-1 0 0,1 0 1 0 0,0 1-1 0 0,0-1 1 0 0,1 1-1 0 0,-5 9 1 0 0,9-13-228 0 0,0-1 0 0 0,0 1 0 0 0,0 0-1 0 0,0-1 1 0 0,0 1 0 0 0,1 0 0 0 0,-1 0 0 0 0,1 0 0 0 0,0-1-1 0 0,1 1 1 0 0,-1 0 0 0 0,1 0 0 0 0,-1 0 0 0 0,1-1 0 0 0,0 1-1 0 0,0 0 1 0 0,1-1 0 0 0,-1 1 0 0 0,1-1 0 0 0,0 1 0 0 0,0-1-1 0 0,0 0 1 0 0,3 4 0 0 0,1 0-7 0 0,0 1 0 0 0,0-1 0 0 0,1 0 0 0 0,0 0-1 0 0,0-1 1 0 0,1 0 0 0 0,0 0 0 0 0,9 4 0 0 0,77 32 56 0 0,-25-14-18 0 0,-63-25 12 0 0,0 0-1 0 0,0 1 1 0 0,-1 0 0 0 0,1-1-1 0 0,6 8 1 0 0,-11-10-28 0 0,-1-1 0 0 0,1 1-1 0 0,-1 0 1 0 0,1-1 0 0 0,-1 1-1 0 0,0-1 1 0 0,1 1 0 0 0,-1 0 0 0 0,0-1-1 0 0,1 1 1 0 0,-1 0 0 0 0,0 0 0 0 0,0-1-1 0 0,0 1 1 0 0,0 0 0 0 0,0 0 0 0 0,0-1-1 0 0,0 1 1 0 0,0 0 0 0 0,0 0 0 0 0,0-1-1 0 0,0 1 1 0 0,0 0 0 0 0,0 0 0 0 0,-1-1-1 0 0,1 1 1 0 0,0 0 0 0 0,-1-1 0 0 0,1 1-1 0 0,0 0 1 0 0,-1-1 0 0 0,1 1 0 0 0,-1 0-1 0 0,-18 18 35 0 0,16-17-39 0 0,-10 8 4 0 0,0-1 1 0 0,-1 0-1 0 0,0-1 0 0 0,-26 11 1 0 0,-65 18 71 0 0,48-19-64 0 0,-7 5-1186 0 0,63-23 669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2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12895 0 0,'-44'0'8564'0'0,"38"0"-6332"0"0,0 1 0 0 0,0 0 1 0 0,-11 2-1 0 0,-33 14-523 0 0,11-2-1239 0 0,31-13-458 0 0,1 1 0 0 0,0 0 0 0 0,0 0 0 0 0,0 1 0 0 0,0 0 0 0 0,0 0 0 0 0,1 1 0 0 0,0 0 0 0 0,0 0 0 0 0,-8 8 0 0 0,11-10-9 0 0,1 0 0 0 0,-1 1 1 0 0,0-1-1 0 0,1 1 0 0 0,0 0 0 0 0,0 0 1 0 0,0-1-1 0 0,0 2 0 0 0,1-1 0 0 0,0 0 1 0 0,-1 0-1 0 0,1 0 0 0 0,1 0 0 0 0,-1 1 1 0 0,1-1-1 0 0,0 0 0 0 0,0 1 0 0 0,0-1 1 0 0,0 1-1 0 0,1 3 0 0 0,0-6-6 0 0,-1 0 0 0 0,0 0 0 0 0,0 0 0 0 0,1-1 0 0 0,-1 1 0 0 0,1 0 0 0 0,0 0 1 0 0,-1-1-1 0 0,1 1 0 0 0,0 0 0 0 0,0-1 0 0 0,0 1 0 0 0,0-1 0 0 0,3 3 0 0 0,0 1-30 0 0,1 1 11 0 0,-1-1-1 0 0,1 1 1 0 0,1-1 0 0 0,-1 0 0 0 0,1 0 0 0 0,0-1 0 0 0,0 0-1 0 0,8 5 1 0 0,9 2 23 0 0,26 10 1 0 0,-32-15-15 0 0,-1 1 0 0 0,1 0 0 0 0,27 18 1 0 0,-42-23 8 0 0,0 0 1 0 0,1 0 0 0 0,-1 0 0 0 0,0 0 0 0 0,0 0 0 0 0,0 0-1 0 0,-1 0 1 0 0,1 1 0 0 0,-1-1 0 0 0,1 0 0 0 0,-1 1-1 0 0,0 0 1 0 0,0-1 0 0 0,0 1 0 0 0,0 0 0 0 0,0-1-1 0 0,0 1 1 0 0,-1 0 0 0 0,1 0 0 0 0,-1 4 0 0 0,0-4 19 0 0,-1 1 0 0 0,1 0-1 0 0,-1 0 1 0 0,0 0 0 0 0,0 0 0 0 0,0-1 0 0 0,-1 1 0 0 0,1-1 0 0 0,-1 1 0 0 0,0-1 0 0 0,0 1 0 0 0,0-1 0 0 0,0 0 0 0 0,-4 4 0 0 0,-4 5-124 0 0,-1-1 0 0 0,0 0 1 0 0,-1-1-1 0 0,0-1 1 0 0,-1 1-1 0 0,0-2 0 0 0,0 0 1 0 0,-1 0-1 0 0,0-2 0 0 0,-28 11 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0 222 2759 0 0,'1'-1'126'0'0,"16"-20"17458"0"0,-16 21-17039 0 0,1 0 1 0 0,-1 0-1 0 0,0 0 1 0 0,0 0-1 0 0,0 1 1 0 0,1-1-1 0 0,-1 0 1 0 0,0 1 0 0 0,0-1-1 0 0,0 1 1 0 0,0 0-1 0 0,0-1 1 0 0,0 1-1 0 0,0 0 1 0 0,2 1-1 0 0,-1 0-198 0 0,0 0 0 0 0,0 1 0 0 0,0-1 0 0 0,-1 1 0 0 0,1-1 0 0 0,1 4 0 0 0,1 4-211 0 0,-1-1 0 0 0,5 19 0 0 0,-1 15-174 0 0,-2 1 0 0 0,-1 0 1 0 0,-4 64-1 0 0,0-58-1039 0 0,0-33-859 0 0,2 0-5259 0 0,-1-4-2137 0 0</inkml:trace>
  <inkml:trace contextRef="#ctx0" brushRef="#br0" timeOffset="1">235 122 6447 0 0,'0'-3'107'0'0,"-8"-44"906"0"0,8 23 2760 0 0,5 1 5308 0 0,0-1-2624 0 0,-5 23-5839 0 0,8 5-507 0 0,-2 0-1339 0 0,-1 0 0 0 0,1 0 0 0 0,-1 1 0 0 0,0-1 0 0 0,0 1 0 0 0,4 6 0 0 0,-3-5-785 0 0,7 10-5338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3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61 165 5983 0 0,'0'0'464'0'0,"2"0"-305"0"0,11-3 3530 0 0,0-1-1 0 0,0 0 1 0 0,13-6 0 0 0,5-1-420 0 0,-30 10-2413 0 0,-1 1-763 0 0,1 0 1 0 0,-1 0 0 0 0,0 0 0 0 0,0 0-1 0 0,0 0 1 0 0,1 0 0 0 0,-1 0 0 0 0,0 0-1 0 0,0 0 1 0 0,0 0 0 0 0,1 0-1 0 0,-1 0 1 0 0,0 0 0 0 0,0 0 0 0 0,1 0-1 0 0,-1 0 1 0 0,0 0 0 0 0,0 0-1 0 0,0 0 1 0 0,1 0 0 0 0,-1 0 0 0 0,0 0-1 0 0,0 0 1 0 0,0 0 0 0 0,1 0-1 0 0,-1 1 1 0 0,0-1 0 0 0,0 0 0 0 0,0 0-1 0 0,0 0 1 0 0,1 0 0 0 0,-1 0-1 0 0,0 1 1 0 0,0-1 0 0 0,0 0 0 0 0,0 0-1 0 0,0 1 1 0 0,-18 42 1296 0 0,-44 72 1 0 0,35-68-1196 0 0,15-25-155 0 0,2 0-1 0 0,-9 25 1 0 0,14-34-36 0 0,2 0-1 0 0,-1 1 1 0 0,2-1 0 0 0,0 0 0 0 0,-1 19-1 0 0,3-26-39 0 0,1-1 0 0 0,-1 0 0 0 0,1 0-1 0 0,3 9 1 0 0,-4-14 26 0 0,1 1 1 0 0,-1 0-1 0 0,1-1 0 0 0,-1 1 1 0 0,1-1-1 0 0,-1 1 1 0 0,1-1-1 0 0,-1 1 0 0 0,1-1 1 0 0,0 1-1 0 0,-1-1 0 0 0,1 0 1 0 0,0 1-1 0 0,0-1 0 0 0,-1 0 1 0 0,1 1-1 0 0,0-1 0 0 0,0 0 1 0 0,-1 0-1 0 0,3 0 1 0 0,13 1-174 0 0,-13-2 154 0 0,-1 0 0 0 0,1 0 1 0 0,0 0-1 0 0,0 0 1 0 0,-1 0-1 0 0,1-1 0 0 0,-1 1 1 0 0,1-1-1 0 0,-1 0 0 0 0,4-3 1 0 0,22-24-38 0 0,-23 23 32 0 0,27-35-2 0 0,-2 0 0 0 0,-2-2 0 0 0,38-75 0 0 0,-43 73 126 0 0,2 0 0 0 0,40-51 1 0 0,-63 93-23 0 0,-2 2-16 0 0,1 0-1 0 0,0-1 1 0 0,0 1 0 0 0,0 0 0 0 0,0 0-1 0 0,0 0 1 0 0,0 0 0 0 0,1 0 0 0 0,-1 0-1 0 0,0 0 1 0 0,2-1 0 0 0,-2 5 60 0 0,4 9-21 0 0,-1 0 1 0 0,-1 0-1 0 0,0 1 1 0 0,0 0-1 0 0,0 23 1 0 0,-2 70-100 0 0,-1-94-13 0 0,-1 14 21 0 0,2 1 0 0 0,7 49 0 0 0,-5-67 13 0 0,-1-7 50 0 0,-1-1-61 0 0,0-1 0 0 0,0 1-1 0 0,0-1 1 0 0,0 0 0 0 0,0 1 0 0 0,0-1 0 0 0,0 0-1 0 0,0 0 1 0 0,0 1 0 0 0,1-1 0 0 0,-1 0 0 0 0,0 0 0 0 0,0-1-1 0 0,0 1 1 0 0,0 0 0 0 0,0 0 0 0 0,0 0 0 0 0,1-1-1 0 0,-1 1 1 0 0,0 0 0 0 0,0-1 0 0 0,0 1 0 0 0,0-1-1 0 0,0 0 1 0 0,0 1 0 0 0,0-1 0 0 0,-1 0 0 0 0,1 1 0 0 0,0-1-1 0 0,0 0 1 0 0,0 0 0 0 0,0-1 0 0 0,0 1-2 0 0,23-26 0 0 0,-1-1 0 0 0,-1-1 0 0 0,22-40 0 0 0,14-20 0 0 0,-41 65 0 0 0,1 1 0 0 0,2 1 0 0 0,0 1 0 0 0,1 0 0 0 0,0 2 0 0 0,31-21 0 0 0,-37 32 0 0 0,-2 5 0 0 0,-12 3 0 0 0,1 1 0 0 0,-1-1 0 0 0,0 1 0 0 0,1-1 0 0 0,-1 1 0 0 0,0-1 0 0 0,0 1 0 0 0,0 0 0 0 0,0 0 0 0 0,1 0 0 0 0,-1 0 0 0 0,0 0 0 0 0,0 0 0 0 0,-1 0 0 0 0,1 0 0 0 0,0 0 0 0 0,0 0 0 0 0,0 0 0 0 0,-1 1 0 0 0,1-1 0 0 0,-1 0 0 0 0,1 0 0 0 0,0 2 0 0 0,9 34 0 0 0,-10-33 0 0 0,5 29 0 0 0,2 47 0 0 0,-2-4 0 0 0,-2-44-6 0 0,-2-15-20 0 0,1 0-1 0 0,0 0 0 0 0,1 0 1 0 0,1 0-1 0 0,10 26 1 0 0,-12-40-190 0 0,-1 0 1 0 0,1 0 0 0 0,0-1 0 0 0,0 1-1 0 0,3 3 1 0 0,7 5-7777 0 0,1-1-2031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2:53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12439 0 0,'0'0'19340'0'0,"1"2"-19139"0"0,2 8-399 0 0,-1-1-1 0 0,1 2 0 0 0,-2-1 1 0 0,2 14-1 0 0,0 4-9285 0 0,0-10 220 0 0</inkml:trace>
  <inkml:trace contextRef="#ctx0" brushRef="#br0" timeOffset="1">83 309 27183 0 0,'0'0'1324'0'0,"-1"7"81"0"0,2 26-1313 0 0,1 8 2596 0 0,-2-39-2660 0 0,2-2-453 0 0,7 1-1930 0 0,4-1-8394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2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64 141 17503 0 0,'-17'-12'805'0'0,"-12"-11"49"0"0,27 22-671 0 0,1-1 0 0 0,-1 0 0 0 0,0 0-1 0 0,1 0 1 0 0,0 0 0 0 0,-1 0-1 0 0,1 0 1 0 0,0 0 0 0 0,0 0 0 0 0,0-1-1 0 0,-1-3 1 0 0,2 5-112 0 0,0 0-1 0 0,0 1 1 0 0,0-1 0 0 0,0 0-1 0 0,0 1 1 0 0,1-1 0 0 0,-1 0-1 0 0,0 1 1 0 0,0-1-1 0 0,1 1 1 0 0,-1-1 0 0 0,0 0-1 0 0,1 1 1 0 0,-1-1-1 0 0,0 1 1 0 0,1-1 0 0 0,-1 1-1 0 0,1-1 1 0 0,-1 1 0 0 0,2-1-1 0 0,11-8 883 0 0,-10 7-908 0 0,1 0 0 0 0,0 1 0 0 0,0-1 0 0 0,0 1 0 0 0,0 0 0 0 0,0 0 0 0 0,8 0 0 0 0,33 0 546 0 0,-27 2-446 0 0,256 13 995 0 0,4 0-641 0 0,-159-14-461 0 0,766-6 365 0 0,-223-14-372 0 0,16-1 2 0 0,-600 20-33 0 0,1387-14 0 0 0,-1076 18 37 0 0,618 9 118 0 0,154-5 60 0 0,-1114-7-211 0 0,406-16 206 0 0,-367 10-111 0 0,90-4 318 0 0,-174 10-130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12 4607 0 0,'0'0'208'0'0,"-2"0"-9"0"0,-42-11 16550 0 0,33 23-14377 0 0,7 0-1904 0 0,0 1 0 0 0,1 0 0 0 0,0 0 0 0 0,1 0-1 0 0,-1 22 1 0 0,-2 11-132 0 0,-5 16-84 0 0,-5 25-159 0 0,-6 151 0 0 0,21-234-381 0 0,0 1-1 0 0,1-1 0 0 0,-1 0 0 0 0,1 0 1 0 0,1 6-1 0 0,-1-9-394 0 0,-1 1 1 0 0,1-1 0 0 0,-1 0-1 0 0,1 1 1 0 0,0-1-1 0 0,0 0 1 0 0,0 0 0 0 0,0 0-1 0 0,0 1 1 0 0,0-1 0 0 0,1 1-1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6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20415 0 0,'0'0'4944'0'0,"2"0"-4368"0"0,4 1-386 0 0,0 0 1 0 0,-1-1-1 0 0,1 1 0 0 0,0-2 1 0 0,0 1-1 0 0,-1 0 0 0 0,12-3 0 0 0,44-15-129 0 0,-35 10-12 0 0,58-12-1247 0 0,-27 11-2580 0 0,-26 5-4534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40 11519 0 0,'-18'-10'12271'0'0,"26"9"-12121"0"0,-8 1 110 0 0,46-11 1389 0 0,-30 6-1403 0 0,0 1-1 0 0,1 1 1 0 0,-1 0-1 0 0,1 2 0 0 0,0 0 1 0 0,24 1-1 0 0,-36 1-230 0 0,-1-1-1 0 0,0 1 1 0 0,1 0 0 0 0,-1 1-1 0 0,0-1 1 0 0,0 1 0 0 0,0 0-1 0 0,0 0 1 0 0,0 0-1 0 0,6 5 1 0 0,-8-5 6 0 0,0 0 0 0 0,0 0 0 0 0,0 0-1 0 0,-1 0 1 0 0,1 0 0 0 0,-1 0 0 0 0,1 0 0 0 0,-1 0-1 0 0,0 1 1 0 0,0-1 0 0 0,0 1 0 0 0,0-1 0 0 0,-1 1 0 0 0,1-1-1 0 0,0 1 1 0 0,-1-1 0 0 0,0 1 0 0 0,0-1 0 0 0,0 6-1 0 0,-1 6 135 0 0,-1 0 0 0 0,-1 1 0 0 0,0-1 0 0 0,-1 0 0 0 0,0 0 0 0 0,-1 0 0 0 0,-1-1-1 0 0,-13 23 1 0 0,-7 6 323 0 0,-40 49-1 0 0,11-18-107 0 0,25-32-175 0 0,13-19-34 0 0,-18 33 0 0 0,31-46-94 0 0,4-9-64 0 0,0 1 0 0 0,0 0 0 0 0,0 0 0 0 0,0 0 0 0 0,-1 0-1 0 0,1 0 1 0 0,0 0 0 0 0,0-1 0 0 0,0 1 0 0 0,1 0 0 0 0,-1 0 0 0 0,0 0 0 0 0,0 0 0 0 0,0 0-1 0 0,1 0 1 0 0,-1-1 0 0 0,0 1 0 0 0,1 0 0 0 0,-1 0 0 0 0,1 0 0 0 0,-1-1 0 0 0,1 1 0 0 0,-1 0 0 0 0,1-1-1 0 0,0 1 1 0 0,0 0 0 0 0,1 1-1 0 0,0 0-6 0 0,0-1 1 0 0,1 1-1 0 0,-1 0 0 0 0,1 0 1 0 0,-1-1-1 0 0,1 0 1 0 0,0 1-1 0 0,0-1 0 0 0,-1 0 1 0 0,1 0-1 0 0,0-1 0 0 0,0 1 1 0 0,0-1-1 0 0,0 1 1 0 0,0-1-1 0 0,0 0 0 0 0,6 0 1 0 0,5-1-34 0 0,0-1 1 0 0,19-5 0 0 0,-31 7 33 0 0,24-7-333 0 0,-1 0 0 0 0,38-18 0 0 0,44-28-4022 0 0,-78 38 2222 0 0,-4 2-337 0 0</inkml:trace>
  <inkml:trace contextRef="#ctx0" brushRef="#br0" timeOffset="1">784 135 15663 0 0,'-3'1'443'0'0,"0"0"-1"0"0,0 1 1 0 0,0-1 0 0 0,0 0-1 0 0,0 1 1 0 0,0 0-1 0 0,0 0 1 0 0,1 0-1 0 0,-1 0 1 0 0,1 0 0 0 0,-1 0-1 0 0,-2 4 1 0 0,0 0 2567 0 0,4-5-2492 0 0,-1 0-1 0 0,1 0 1 0 0,0 1-1 0 0,0-1 1 0 0,0 0-1 0 0,0 1 1 0 0,1-1-1 0 0,-2 4 1 0 0,1 10-716 0 0,2-11-493 0 0,0 0 0 0 0,0-1 0 0 0,1 1 0 0 0,-1 0 0 0 0,5 6 0 0 0,-5-8 644 0 0,7 12-2000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7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6447 0 0,'-8'3'670'0'0,"-11"11"929"0"0,17-11 258 0 0,-1 1 0 0 0,1-1 0 0 0,-1 0 0 0 0,1 0 0 0 0,0 1 0 0 0,-3 6 2117 0 0,5 1 1872 0 0,1-9-5875 0 0,1 0 0 0 0,0 0 0 0 0,0-1 0 0 0,0 1 0 0 0,0-1 0 0 0,0 1 0 0 0,0-1 0 0 0,0 0 0 0 0,0 1 0 0 0,1-1 0 0 0,-1 0 0 0 0,0-1 0 0 0,1 1 0 0 0,-1 0 0 0 0,1-1 0 0 0,-1 1 0 0 0,1-1 0 0 0,-1 0 0 0 0,1 0 0 0 0,-1 0 0 0 0,1 0 0 0 0,3 0 0 0 0,9-5-1671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310 278 9671 0 0,'-9'-11'1032'0'0,"6"7"311"0"0,0-1 0 0 0,0 0 0 0 0,1 0 0 0 0,-4-11 1 0 0,4 10 198 0 0,0 0 0 0 0,-1 0 0 0 0,-4-8 0 0 0,6 13-1454 0 0,-2-5 485 0 0,-1 1 0 0 0,1 0 0 0 0,-1-1 0 0 0,-1 1 0 0 0,-7-7 0 0 0,11 11-512 0 0,0 1 0 0 0,0-1 0 0 0,-1 0 0 0 0,1 0 0 0 0,0 1-1 0 0,0-1 1 0 0,-1 1 0 0 0,1-1 0 0 0,-1 1 0 0 0,1-1 0 0 0,0 1-1 0 0,-1 0 1 0 0,1 0 0 0 0,-1-1 0 0 0,1 1 0 0 0,-1 0 0 0 0,1 1 0 0 0,0-1-1 0 0,-1 0 1 0 0,1 0 0 0 0,-1 1 0 0 0,1-1 0 0 0,-1 0 0 0 0,1 1-1 0 0,0-1 1 0 0,-1 1 0 0 0,1 0 0 0 0,0 0 0 0 0,0-1 0 0 0,0 1 0 0 0,-2 2-1 0 0,-13 10 102 0 0,1 0-1 0 0,0 2 0 0 0,1 0 0 0 0,1 0 0 0 0,-21 33 0 0 0,16-19-165 0 0,2 0 0 0 0,-22 57 0 0 0,35-77-12 0 0,0 1 0 0 0,0 0 1 0 0,-2 12-1 0 0,5-18-27 0 0,-1 0 1 0 0,1-1-1 0 0,0 1 1 0 0,0 0-1 0 0,1-1 1 0 0,-1 1-1 0 0,1 0 1 0 0,-1-1-1 0 0,1 1 1 0 0,0-1-1 0 0,3 7 1 0 0,-3-9-254 0 0,0 0-51 0 0,2 0 252 0 0,-1-1-1 0 0,1 1 1 0 0,-1-1-1 0 0,1 0 1 0 0,0 1-1 0 0,-1-1 1 0 0,1-1 0 0 0,-1 1-1 0 0,1 0 1 0 0,-1 0-1 0 0,1-1 1 0 0,4-1-1 0 0,-1 0-34 0 0,-1 0-1 0 0,0-1 1 0 0,0 0-1 0 0,0 0 1 0 0,7-5-1 0 0,-2 0-23 0 0,-1-1-1 0 0,0 0 0 0 0,0 0 1 0 0,13-20-1 0 0,8-20-133 0 0,25-56 1 0 0,-43 81 219 0 0,-9 19 68 0 0,3-13 16 0 0,-5 16 424 0 0,-1 4-373 0 0,1 0 0 0 0,-1 0 0 0 0,0 0 0 0 0,0 0 0 0 0,0 0-1 0 0,0 1 1 0 0,-1-1 0 0 0,1 0 0 0 0,-1 2 0 0 0,0 1 64 0 0,-1 12 26 0 0,1 0 1 0 0,0 1-1 0 0,1-1 1 0 0,1 1-1 0 0,4 20 0 0 0,-4-33-173 0 0,0 0-1 0 0,0 0 1 0 0,1-1-1 0 0,-1 1 1 0 0,1 0-1 0 0,0-1 1 0 0,1 0-1 0 0,-1 1 1 0 0,1-1-1 0 0,0 0 1 0 0,0 0-1 0 0,0-1 1 0 0,0 1-1 0 0,1-1 1 0 0,-1 1-1 0 0,1-1 1 0 0,0 0-1 0 0,0 0 1 0 0,0-1-1 0 0,1 1 1 0 0,-1-1-1 0 0,1 0 1 0 0,4 2-1 0 0,0-2-46 0 0,-1 0-1 0 0,0-1 1 0 0,1 1 0 0 0,-1-2 0 0 0,1 1-1 0 0,-1-1 1 0 0,1-1 0 0 0,-1 1-1 0 0,12-4 1 0 0,10-2-275 0 0,36-14 0 0 0,-47 14 307 0 0,3-3 31 0 0,0-1 0 0 0,0-1 0 0 0,-1-1 0 0 0,-1-1 0 0 0,0 0 0 0 0,-1-2 0 0 0,19-17 0 0 0,-31 25 16 0 0,-1 1 1 0 0,0-1-1 0 0,0 0 1 0 0,-1 0-1 0 0,9-15 0 0 0,-12 18-5 0 0,0 0-1 0 0,0-1 0 0 0,0 1 0 0 0,0-1 0 0 0,-1 1 1 0 0,0-1-1 0 0,0 0 0 0 0,0 0 0 0 0,0 0 0 0 0,-1 1 0 0 0,0-1 1 0 0,0-7-1 0 0,-1 10 7 0 0,1 1 0 0 0,0-1-1 0 0,-1 1 1 0 0,1-1 0 0 0,-1 0 0 0 0,0 1 0 0 0,1 0 0 0 0,-1-1 0 0 0,0 1 0 0 0,0-1-1 0 0,0 1 1 0 0,0 0 0 0 0,0 0 0 0 0,0-1 0 0 0,0 1 0 0 0,0 0 0 0 0,0 0 0 0 0,-1 0-1 0 0,1 0 1 0 0,0 1 0 0 0,-1-1 0 0 0,1 0 0 0 0,-1 0 0 0 0,1 1 0 0 0,-3-1 0 0 0,2 0 21 0 0,-1 1 0 0 0,1-1 0 0 0,-1 1 0 0 0,0 0 0 0 0,1 0 0 0 0,-1 0 0 0 0,0 0 1 0 0,1 0-1 0 0,-1 0 0 0 0,1 1 0 0 0,-1 0 0 0 0,0-1 0 0 0,1 1 0 0 0,-4 2 0 0 0,-15 7 42 0 0,1 2-1 0 0,0 1 0 0 0,1 0 0 0 0,0 2 0 0 0,1 0 0 0 0,1 1 0 0 0,0 0 1 0 0,1 2-1 0 0,1 0 0 0 0,-13 20 0 0 0,23-31-102 0 0,1 1-1 0 0,0 0 1 0 0,-4 9-1 0 0,7-14 9 0 0,0-1 0 0 0,0 1 0 0 0,1 0 0 0 0,-1 0 0 0 0,1-1 0 0 0,-1 1 0 0 0,1 0 0 0 0,0 0 0 0 0,0 0 0 0 0,0-1 0 0 0,1 1 0 0 0,-1 0 0 0 0,1 3 0 0 0,0-5-21 0 0,0 0-1 0 0,0 0 1 0 0,0 0-1 0 0,0 0 1 0 0,0 0-1 0 0,0-1 1 0 0,0 1-1 0 0,0 0 1 0 0,0-1-1 0 0,0 1 1 0 0,0-1-1 0 0,1 1 1 0 0,-1-1-1 0 0,0 0 1 0 0,0 1-1 0 0,0-1 1 0 0,1 0-1 0 0,1 0 1 0 0,-2 0 18 0 0,4 1-102 0 0,1-1 0 0 0,-1-1 0 0 0,1 1-1 0 0,0-1 1 0 0,-1 0 0 0 0,1 0 0 0 0,9-3-1 0 0,36-18-507 0 0,-28 11 296 0 0,0-2 1 0 0,-1 0-1 0 0,0-1 1 0 0,39-35-1 0 0,-47 36 214 0 0,0-1 0 0 0,-1-1 0 0 0,-1 0 0 0 0,0-1 0 0 0,-1 0-1 0 0,-1 0 1 0 0,11-25 0 0 0,-19 37 122 0 0,9-20 76 0 0,0-1 0 0 0,-2 0-1 0 0,-1 0 1 0 0,9-43 0 0 0,-17 66-195 0 0,0-11 988 0 0,0 13-847 0 0,0-1 1 0 0,0 1-1 0 0,0 0 0 0 0,0 0 1 0 0,0 0-1 0 0,0-1 0 0 0,0 1 1 0 0,-1 0-1 0 0,1 0 0 0 0,0 0 1 0 0,0 0-1 0 0,0 0 1 0 0,0-1-1 0 0,0 1 0 0 0,-1 0 1 0 0,1 0-1 0 0,0 0 0 0 0,0 0 1 0 0,0 0-1 0 0,0 0 0 0 0,-1 0 1 0 0,1 0-1 0 0,0 0 1 0 0,0 0-1 0 0,0 0 0 0 0,-1 0 1 0 0,1-1-1 0 0,0 1 0 0 0,0 0 1 0 0,0 0-1 0 0,-1 1 1 0 0,1-1-1 0 0,0 0 0 0 0,0 0 1 0 0,0 0-1 0 0,-1 0 0 0 0,1 0 1 0 0,0 0-1 0 0,0 0 0 0 0,0 0 1 0 0,0 0-1 0 0,-1 0 1 0 0,1 0-1 0 0,0 0 0 0 0,0 1 1 0 0,0-1-1 0 0,0 0 0 0 0,-1 0 1 0 0,1 0-1 0 0,0 1 0 0 0,-4 2 104 0 0,1 1 0 0 0,0-1 0 0 0,-1 1 0 0 0,1 0-1 0 0,1 0 1 0 0,-1 0 0 0 0,0 0 0 0 0,1 1 0 0 0,0-1-1 0 0,-2 8 1 0 0,0-3-16 0 0,-11 26 56 0 0,2 0 0 0 0,1 1-1 0 0,2 0 1 0 0,-9 71 0 0 0,17-95-214 0 0,2-1 1 0 0,-1 1-1 0 0,2 0 0 0 0,0 0 1 0 0,2 13-1 0 0,-2-20 13 0 0,0 1 0 0 0,1-1 0 0 0,0 1 0 0 0,0-1 0 0 0,0 1 1 0 0,0-1-1 0 0,1 0 0 0 0,0 0 0 0 0,0 0 0 0 0,1-1 0 0 0,-1 1 0 0 0,7 5 0 0 0,-8-8-32 0 0,0-1 1 0 0,0 1-1 0 0,0-1 1 0 0,0 0-1 0 0,1 1 0 0 0,-1-1 1 0 0,0-1-1 0 0,1 1 0 0 0,-1 0 1 0 0,1 0-1 0 0,-1-1 0 0 0,1 0 1 0 0,0 1-1 0 0,-1-1 1 0 0,1 0-1 0 0,-1 0 0 0 0,1 0 1 0 0,-1-1-1 0 0,1 1 0 0 0,0-1 1 0 0,-1 1-1 0 0,1-1 0 0 0,-1 0 1 0 0,0 0-1 0 0,1 0 1 0 0,-1 0-1 0 0,4-3 0 0 0,2 0-33 0 0,0-2 0 0 0,0 1 0 0 0,-1-1 0 0 0,0 0 0 0 0,0 0 0 0 0,8-10-1 0 0,-1-4 77 0 0,0 0-1 0 0,-1-2 0 0 0,17-35 0 0 0,-22 40 19 0 0,12-27 193 0 0,17-54 847 0 0,-36 102-483 0 0,-1 13-50 0 0,-3 22-18 0 0,-3 25-10 0 0,2-38-697 0 0,2 1 0 0 0,0-1 0 0 0,2 1 0 0 0,3 29 0 0 0,1-42-1197 0 0,2-2-71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8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17 9215 0 0,'-13'-10'896'0'0,"5"7"-800"0"0,1 2-96 0 0,1-1 2440 0 0,-1 7 472 0 0,1 0 88 0 0,2 3 16 0 0,1 2-2776 0 0,5 2-560 0 0,1 5-104 0 0,4 1-8056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304 320 4607 0 0,'-3'-2'-96'0'0,"0"-1"-1"0"0,-1 1 0 0 0,1 0 0 0 0,0 0 0 0 0,-7-3 0 0 0,6 4 1066 0 0,1 0 0 0 0,-1 0 0 0 0,1 1 0 0 0,0-1 0 0 0,-1 1 0 0 0,1-1 0 0 0,-1 1 0 0 0,1 0-1 0 0,-7 1 1 0 0,4 0 575 0 0,1 0-1 0 0,1 1 1 0 0,-1-1 0 0 0,0 1-1 0 0,0 0 1 0 0,-6 4-1 0 0,-14 11-140 0 0,5-1-337 0 0,-4 3 74 0 0,-38 40 1 0 0,53-49-1083 0 0,1 0 0 0 0,0 1 1 0 0,1 0-1 0 0,0 0 0 0 0,1 0 1 0 0,0 1-1 0 0,-7 20 0 0 0,13-30-211 0 0,1-1 100 0 0,0 0 1 0 0,1 0-1 0 0,-1-1 0 0 0,1 1 0 0 0,-1 0 1 0 0,1-1-1 0 0,0 1 0 0 0,-1-1 1 0 0,1 1-1 0 0,2-1 0 0 0,1 1-86 0 0,0-1 1 0 0,-1 0-1 0 0,1-1 0 0 0,0 1 1 0 0,-1-1-1 0 0,1 0 0 0 0,0 0 1 0 0,-1 0-1 0 0,1-1 0 0 0,7-3 1 0 0,4-3-357 0 0,22-15 0 0 0,-36 21 462 0 0,9-6-160 0 0,0 0 0 0 0,-1-1 0 0 0,0-1-1 0 0,0 0 1 0 0,9-12 0 0 0,36-59-615 0 0,2-18 471 0 0,-57 98 890 0 0,-2 54 419 0 0,1-25-658 0 0,2 42 1 0 0,0-62-324 0 0,0 0 0 0 0,1 0 0 0 0,-1 0 0 0 0,2 0 1 0 0,-1 0-1 0 0,1 0 0 0 0,0-1 0 0 0,1 1 0 0 0,6 11 0 0 0,-8-17-67 0 0,-1 0 0 0 0,0 0-1 0 0,1 1 1 0 0,0-1 0 0 0,0 0-1 0 0,0 0 1 0 0,0 0-1 0 0,0-1 1 0 0,0 1 0 0 0,0 0-1 0 0,0-1 1 0 0,1 0 0 0 0,-1 1-1 0 0,0-1 1 0 0,1 0-1 0 0,-1 0 1 0 0,1 0 0 0 0,0-1-1 0 0,-1 1 1 0 0,1 0 0 0 0,0-1-1 0 0,-1 0 1 0 0,1 0-1 0 0,0 0 1 0 0,-1 0 0 0 0,1 0-1 0 0,0 0 1 0 0,0-1 0 0 0,-1 1-1 0 0,1-1 1 0 0,-1 0-1 0 0,1 0 1 0 0,0 0 0 0 0,-1 0-1 0 0,0 0 1 0 0,1 0 0 0 0,-1-1-1 0 0,5-3 1 0 0,3-2-155 0 0,-1-1 1 0 0,1-1-1 0 0,-1 0 1 0 0,-1 0-1 0 0,1 0 1 0 0,-1-1-1 0 0,-1-1 1 0 0,0 1-1 0 0,-1-1 1 0 0,0 0-1 0 0,0-1 1 0 0,4-15-1 0 0,4-16 745 0 0,-2-1 0 0 0,7-49-1 0 0,-11 51 14 0 0,23-100 3558 0 0,-31 141-3128 0 0,0 3-510 0 0,-6 101 807 0 0,0-10-1115 0 0,16 158-123 0 0,0-143-35 0 0,-10-107-13 0 0,0-1 0 0 0,0 0 0 0 0,0 0-1 0 0,0 0 1 0 0,0 1 0 0 0,0-1 0 0 0,0 0-1 0 0,0 0 1 0 0,0 1 0 0 0,0-1-1 0 0,0 0 1 0 0,0 0 0 0 0,0 1 0 0 0,1-1-1 0 0,-1 0 1 0 0,0 0 0 0 0,0 0 0 0 0,0 1-1 0 0,0-1 1 0 0,0 0 0 0 0,1 0 0 0 0,-1 0-1 0 0,0 0 1 0 0,0 1 0 0 0,0-1 0 0 0,0 0-1 0 0,1 0 1 0 0,-1 0 0 0 0,0 0 0 0 0,0 0-1 0 0,1 0 1 0 0,-1 1 0 0 0,0-1-1 0 0,8-6-413 0 0,7-16 296 0 0,-12 17 1 0 0,16-22 4 0 0,1 0 1 0 0,1 1-1 0 0,1 2 1 0 0,1 0 0 0 0,50-40-1 0 0,-64 58 157 0 0,1 0 0 0 0,-1 0-1 0 0,1 1 1 0 0,1 0 0 0 0,16-5 0 0 0,-26 10 10 0 0,0 0-1 0 0,0-1 1 0 0,1 1 0 0 0,-1 0 0 0 0,0 0-1 0 0,1-1 1 0 0,-1 1 0 0 0,0 0 0 0 0,1 0-1 0 0,-1 1 1 0 0,2-1 0 0 0,4 6 125 0 0,-5-4-74 0 0,0 0-22 0 0,-1 0 1 0 0,1 0-1 0 0,-1 0 0 0 0,0 0 0 0 0,1 0 1 0 0,-1 1-1 0 0,0-1 0 0 0,0 0 0 0 0,0 1 0 0 0,-1-1 1 0 0,1 0-1 0 0,-1 1 0 0 0,1-1 0 0 0,-1 1 1 0 0,0-1-1 0 0,0 1 0 0 0,0-1 0 0 0,0 1 1 0 0,0-1-1 0 0,-1 4 0 0 0,-2 7 179 0 0,0-1 0 0 0,-7 21 0 0 0,8-28-197 0 0,-12 31 153 0 0,-1-1-1 0 0,-2 0 1 0 0,-33 49 0 0 0,-2-11-2492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0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1375 0 0,'13'-14'17269'0'0,"-8"19"-16516"0"0,-3-3-19 0 0,2 3-132 0 0,-1-1 1 0 0,-1 1-1 0 0,1 0 0 0 0,-1-1 0 0 0,1 1 1 0 0,-1 0-1 0 0,-1 0 0 0 0,1 1 0 0 0,0 4 1 0 0,6 53 1051 0 0,-6-40-1432 0 0,8 106-1394 0 0,-10-127 376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16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175 160 8863 0 0,'0'0'808'0'0,"3"-8"-648"0"0,0 0 927 0 0,0 0 0 0 0,0 0 0 0 0,-1 0 0 0 0,0-1 0 0 0,-1 1 0 0 0,0-1 0 0 0,0 1 0 0 0,-1-11 0 0 0,-4-7 1649 0 0,3 25-2103 0 0,-3-6 991 0 0,3 6-1531 0 0,0 0 0 0 0,-1 0-1 0 0,1 0 1 0 0,0 0 0 0 0,-1 1 0 0 0,1-1-1 0 0,0 1 1 0 0,-1-1 0 0 0,1 1 0 0 0,-1-1-1 0 0,1 1 1 0 0,-1 0 0 0 0,1 0 0 0 0,-1 0-1 0 0,1 0 1 0 0,-1 0 0 0 0,1 0 0 0 0,-3 1-1 0 0,1-1 0 0 0,0 1 0 0 0,1 0 0 0 0,0 0 0 0 0,-1 1 0 0 0,1-1 0 0 0,-1 0 0 0 0,1 1 0 0 0,0 0 0 0 0,-4 3 0 0 0,-2 4 74 0 0,0 0-1 0 0,0 1 1 0 0,-10 19-1 0 0,13-22-61 0 0,-14 22 78 0 0,-18 39 0 0 0,33-58-179 0 0,0 1 0 0 0,0-1-1 0 0,1 1 1 0 0,0 0-1 0 0,1 0 1 0 0,0 0 0 0 0,-1 21-1 0 0,3-29-9 0 0,0 0 0 0 0,1 0 0 0 0,-1 0-1 0 0,1 0 1 0 0,0 0 0 0 0,-1 0-1 0 0,1 0 1 0 0,0 0 0 0 0,1 0 0 0 0,-1 0-1 0 0,1 0 1 0 0,-1-1 0 0 0,1 1-1 0 0,2 3 1 0 0,-3-5-21 0 0,0 0 0 0 0,0 0 0 0 0,1 0 0 0 0,-1 0 0 0 0,0 0 0 0 0,0-1 0 0 0,0 1 0 0 0,1 0 0 0 0,-1 0 0 0 0,1-1 0 0 0,-1 1 0 0 0,0-1 0 0 0,1 1 0 0 0,-1-1 0 0 0,1 0 0 0 0,-1 0 0 0 0,1 1 0 0 0,-1-1 0 0 0,1 0 0 0 0,-1 0 0 0 0,1 0 0 0 0,-1-1 0 0 0,1 1 0 0 0,-1 0 0 0 0,1-1 0 0 0,-1 1 0 0 0,0 0 0 0 0,1-1 0 0 0,-1 0 0 0 0,3 0 0 0 0,8-7-234 0 0,1 0 1 0 0,-1-1-1 0 0,-1 0 1 0 0,0-1-1 0 0,0 0 1 0 0,19-24-1 0 0,-10 7 14 0 0,34-58-1 0 0,-44 67 263 0 0,-1 0 0 0 0,0-2-1 0 0,-2 1 1 0 0,0-1 0 0 0,5-22 0 0 0,-10 21 855 0 0,-3 15 639 0 0,-2 14-848 0 0,0 4-627 0 0,1 0 0 0 0,0 0 0 0 0,1 0 0 0 0,0 0 0 0 0,1 0 0 0 0,1 1 0 0 0,-1-1-1 0 0,2 0 1 0 0,0 0 0 0 0,0 0 0 0 0,1 0 0 0 0,8 19 0 0 0,-9-27-331 0 0,0-1 0 0 0,0 1 0 0 0,0-1 0 0 0,1 1 0 0 0,-1-1 0 0 0,1 0 0 0 0,0 0 0 0 0,0 0 1 0 0,0 0-1 0 0,0 0 0 0 0,1-1 0 0 0,-1 1 0 0 0,1-1 0 0 0,-1 0 0 0 0,1 0 0 0 0,0-1 0 0 0,0 1 0 0 0,0-1 0 0 0,0 1 0 0 0,0-1 0 0 0,0-1 0 0 0,0 1 0 0 0,0 0 0 0 0,1-1 0 0 0,-1 0 0 0 0,0 0 0 0 0,6-1 1 0 0,12-2-2085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17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10 11975 0 0,'-16'-9'6223'0'0,"5"18"-2543"0"0,7-4-3052 0 0,1 0 0 0 0,0 0-1 0 0,1 0 1 0 0,-1 1 0 0 0,1-1 0 0 0,-2 9 0 0 0,-7 36 940 0 0,10-44-1413 0 0,-7 44 442 0 0,3 0 0 0 0,0 56-1 0 0,15 102-479 0 0,-8-188-151 0 0,8 65-1107 0 0,-8-72-34 0 0,1 0 1 0 0,6 15-1 0 0,-8-25 528 0 0,1 1 120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17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15663 0 0,'0'0'4616'0'0,"2"0"-2998"0"0,84-28 2740 0 0,-58 18-3672 0 0,1 0-1 0 0,49-8 0 0 0,-73 17-632 0 0,-1 1-1 0 0,1 0 0 0 0,0 0 1 0 0,0 0-1 0 0,-1 0 1 0 0,1 1-1 0 0,0-1 1 0 0,0 1-1 0 0,-1 1 1 0 0,1-1-1 0 0,-1 1 1 0 0,1-1-1 0 0,-1 1 0 0 0,0 1 1 0 0,5 2-1 0 0,-4-1-6 0 0,0-1-1 0 0,-1 1 0 0 0,0 1 1 0 0,0-1-1 0 0,0 0 0 0 0,0 1 0 0 0,-1 0 1 0 0,0 0-1 0 0,0 0 0 0 0,0 0 0 0 0,4 11 1 0 0,2 12-166 0 0,-2 0 0 0 0,0 0 0 0 0,2 35 0 0 0,-7-49-627 0 0</inkml:trace>
  <inkml:trace contextRef="#ctx0" brushRef="#br0" timeOffset="1">433 74 3223 0 0,'-2'-6'1808'0'0,"-12"-37"16215"0"0,14 43-17961 0 0,0-1 1 0 0,0 1-1 0 0,0-1 1 0 0,1 1-1 0 0,-1-1 0 0 0,0 1 1 0 0,1-1-1 0 0,-1 1 1 0 0,0-1-1 0 0,1 1 1 0 0,-1-1-1 0 0,0 1 1 0 0,1-1-1 0 0,-1 1 0 0 0,1 0 1 0 0,-1-1-1 0 0,0 1 1 0 0,1 0-1 0 0,-1-1 1 0 0,1 1-1 0 0,-1 0 1 0 0,1 0-1 0 0,0 0 0 0 0,-1-1 1 0 0,1 1-1 0 0,15-6-868 0 0,-9 4-60 0 0,1 1-1 0 0,14-2 1 0 0,-14 3-115 0 0,10-2-1319 0 0</inkml:trace>
  <inkml:trace contextRef="#ctx0" brushRef="#br0" timeOffset="2">683 16 5983 0 0,'0'0'464'0'0,"0"1"-305"0"0,0 7 3471 0 0,-1 0 1 0 0,-3 15-1 0 0,-7 16 2872 0 0,-24 36-1883 0 0,22-51-3580 0 0,-14 41-1 0 0,23-54-876 0 0,1 1-1 0 0,0 0 1 0 0,1 1-1 0 0,1-1 1 0 0,-1 24-1 0 0,2-33-148 0 0,0 0-1 0 0,1 1 0 0 0,-1-1 1 0 0,1 0-1 0 0,0 0 0 0 0,0 0 1 0 0,0 0-1 0 0,0 0 0 0 0,0 0 1 0 0,1 0-1 0 0,-1 0 1 0 0,3 3-1 0 0,-2-5-18 0 0,-1 1 1 0 0,1-1-1 0 0,0 1 1 0 0,-1-1-1 0 0,1 1 1 0 0,0-1-1 0 0,0 0 0 0 0,0 0 1 0 0,0 0-1 0 0,1 0 1 0 0,-1 0-1 0 0,0-1 1 0 0,0 1-1 0 0,0 0 0 0 0,1-1 1 0 0,-1 0-1 0 0,0 0 1 0 0,0 1-1 0 0,3-2 1 0 0,23 0-988 0 0,0-2 0 0 0,0-1 1 0 0,-1-1-1 0 0,1-1 0 0 0,34-13 1 0 0,-31 8-1343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1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13823 0 0,'0'0'1062'0'0,"-15"0"1598"0"0,12 0-2071 0 0,0 1 1 0 0,0 0 0 0 0,0 0 0 0 0,0 0 0 0 0,0 0 0 0 0,0 0 0 0 0,0 1-1 0 0,0-1 1 0 0,1 1 0 0 0,-1 0 0 0 0,0-1 0 0 0,1 1 0 0 0,0 1 0 0 0,-1-1-1 0 0,1 0 1 0 0,-2 3 0 0 0,-4 6 63 0 0,0 0 0 0 0,-10 19 0 0 0,5-7 155 0 0,1-3-593 0 0,1-1 0 0 0,1 2 1 0 0,0-1-1 0 0,2 2 0 0 0,0-1 0 0 0,-6 32 1 0 0,12-43-234 0 0,1-1 1 0 0,0 1 0 0 0,1-1 0 0 0,0 0-1 0 0,0 1 1 0 0,1-1 0 0 0,4 18 0 0 0,-4-20-60 0 0,2-1 1 0 0,-1 0 0 0 0,1 0 0 0 0,0 0-1 0 0,0 0 1 0 0,0 0 0 0 0,1-1 0 0 0,0 1-1 0 0,0-1 1 0 0,0 0 0 0 0,1 0 0 0 0,6 5-1 0 0,-5-5-255 0 0,1-1-1 0 0,-1 0 0 0 0,1-1 0 0 0,0 0 0 0 0,0 0 1 0 0,0 0-1 0 0,0-1 0 0 0,1 0 0 0 0,-1 0 0 0 0,0-1 0 0 0,1 0 1 0 0,-1 0-1 0 0,1-1 0 0 0,0 0 0 0 0,9-1 0 0 0,9-2-1648 0 0,0 0 0 0 0,-1-2-1 0 0,29-10 1 0 0,-17 4-486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1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174 143 11199 0 0,'3'-10'491'0'0,"6"-15"-54"0"0,5-29 0 0 0,-13 17 7134 0 0,-1 37-7503 0 0,0 0 1 0 0,0-1-1 0 0,0 1 1 0 0,0 0-1 0 0,0 0 0 0 0,0 0 1 0 0,0 0-1 0 0,0-1 1 0 0,0 1-1 0 0,-1 0 1 0 0,1 0-1 0 0,0 0 0 0 0,0 0 1 0 0,0 0-1 0 0,0-1 1 0 0,0 1-1 0 0,0 0 0 0 0,0 0 1 0 0,-1 0-1 0 0,1 0 1 0 0,0 0-1 0 0,0 0 0 0 0,0 0 1 0 0,0-1-1 0 0,0 1 1 0 0,-1 0-1 0 0,1 0 1 0 0,0 0-1 0 0,0 0 0 0 0,0 0 1 0 0,0 0-1 0 0,-1 0 1 0 0,1 0-1 0 0,0 0 0 0 0,0 0 1 0 0,-4 1 301 0 0,0-1 0 0 0,1 1 1 0 0,-1 0-1 0 0,1 0 0 0 0,-1 0 0 0 0,1 1 1 0 0,0-1-1 0 0,-1 1 0 0 0,1 0 1 0 0,0 0-1 0 0,0 0 0 0 0,0 0 0 0 0,1 1 1 0 0,-1-1-1 0 0,-3 4 0 0 0,-6 8 162 0 0,-19 25 0 0 0,26-33-328 0 0,4-5-182 0 0,-17 24 380 0 0,1-1 1 0 0,-19 39 0 0 0,32-57-405 0 0,1 1-1 0 0,0 0 1 0 0,1 0 0 0 0,-1 0 0 0 0,1 0 0 0 0,1 0-1 0 0,-1 1 1 0 0,1-1 0 0 0,1 0 0 0 0,-1 1-1 0 0,1-1 1 0 0,0 1 0 0 0,1-1 0 0 0,0 0 0 0 0,3 12-1 0 0,-4-17-34 0 0,1 1-1 0 0,0-1 0 0 0,0 0 0 0 0,0 0 0 0 0,0 0 1 0 0,0 0-1 0 0,0 0 0 0 0,1-1 0 0 0,-1 1 0 0 0,1 0 1 0 0,-1 0-1 0 0,1-1 0 0 0,-1 1 0 0 0,1-1 0 0 0,0 0 1 0 0,0 1-1 0 0,4 1 0 0 0,-3-2-25 0 0,0 0 1 0 0,0 0-1 0 0,0-1 1 0 0,0 1-1 0 0,0-1 0 0 0,0 0 1 0 0,0 0-1 0 0,0 0 0 0 0,0 0 1 0 0,0 0-1 0 0,0 0 0 0 0,3-2 1 0 0,1 0-57 0 0,0 0 0 0 0,0 0 0 0 0,-1-1 1 0 0,1 0-1 0 0,-1 0 0 0 0,0-1 0 0 0,1 0 0 0 0,-2 0 1 0 0,1 0-1 0 0,8-9 0 0 0,0-4 28 0 0,-1-1-1 0 0,0-1 1 0 0,-2 0-1 0 0,0 0 0 0 0,13-36 1 0 0,23-39 251 0 0,-33 71-44 0 0,-8 10 34 0 0,2 1 0 0 0,-1 1 1 0 0,17-20-1 0 0,-23 30 411 0 0,1 1-521 0 0,0 1 0 0 0,-1-1-1 0 0,1 1 1 0 0,-1-1 0 0 0,1 1-1 0 0,-1-1 1 0 0,0 1 0 0 0,1 0-1 0 0,-1 0 1 0 0,0 0 0 0 0,1 0-1 0 0,-1 0 1 0 0,0 0 0 0 0,0 0-1 0 0,0 0 1 0 0,0 0 0 0 0,2 3-1 0 0,14 23 294 0 0,-12-14-215 0 0,0 0 0 0 0,-1 0 0 0 0,0 0 1 0 0,0 0-1 0 0,1 16 0 0 0,1 70 382 0 0,2 20-181 0 0,-7-117-279 0 0,0-3-83 0 0,10-19-24 0 0,-1 0-1 0 0,-1-1 0 0 0,12-34 0 0 0,11-28 38 0 0,-26 69 30 0 0,1 1 0 0 0,0 0 0 0 0,1 0 0 0 0,0 1 0 0 0,1 0 0 0 0,14-13 0 0 0,-15 17-11 0 0,-7 8 9 0 0,-1 0 0 0 0,1 0 0 0 0,-1 0 0 0 0,1 0 0 0 0,-1 1 0 0 0,1-1 0 0 0,-1 0 0 0 0,1 0 0 0 0,-1 0 0 0 0,0 0 0 0 0,1 0 0 0 0,-1 1 0 0 0,1-1 0 0 0,-1 0 0 0 0,1 0 0 0 0,-1 1 0 0 0,0-1 0 0 0,1 0 0 0 0,-1 1 0 0 0,0-1 0 0 0,1 0 0 0 0,-1 1 0 0 0,0-1 0 0 0,1 1 0 0 0,-1-1-1 0 0,2 3 3 0 0,1 0 0 0 0,-1 0 0 0 0,0 0 0 0 0,-1 0 0 0 0,1 0 0 0 0,0 0 0 0 0,-1 1 0 0 0,0-1 0 0 0,2 7 0 0 0,5 36 0 0 0,-5-27 0 0 0,1 10 0 0 0,-3-16 0 0 0,1 0 0 0 0,0 0 0 0 0,1 0 0 0 0,1 0 0 0 0,0 0 0 0 0,8 16 0 0 0,-12-28 0 0 0,1 0 0 0 0,-1 0 0 0 0,1 0 0 0 0,-1-1 0 0 0,1 1 0 0 0,-1 0 0 0 0,1 0 0 0 0,0 0 0 0 0,-1-1 0 0 0,1 1 0 0 0,0 0 0 0 0,-1-1 0 0 0,1 1 0 0 0,0 0 0 0 0,0-1 0 0 0,0 1 0 0 0,0-1 0 0 0,0 1 0 0 0,0-1 0 0 0,0 0 0 0 0,0 0 0 0 0,-1 1 0 0 0,1-1 0 0 0,0 0 0 0 0,0 0 0 0 0,0 0 0 0 0,0 0 0 0 0,0 0 0 0 0,0 0 0 0 0,1 0 0 0 0,-2 0 0 0 0,1 0 0 0 0,0 0 0 0 0,0-1 0 0 0,2 0 0 0 0,0 0 0 0 0,-1-1 0 0 0,1 1 0 0 0,0-1 0 0 0,-1 0 0 0 0,1 0 0 0 0,-1 0 0 0 0,3-4 0 0 0,-5 6 0 0 0,22-25-91 0 0,-2-1 1 0 0,25-40-1 0 0,42-63 124 0 0,-86 128-30 0 0,0 2 65 0 0,1 7-41 0 0,1-1 0 0 0,-1 1 1 0 0,0-1-1 0 0,-1 1 0 0 0,1 12 0 0 0,-1 43 236 0 0,-1 3-113 0 0,1-53-263 0 0,1 1-835 0 0,3 23 1 0 0,-4-32 740 0 0,1-1 0 0 0,-1 0 0 0 0,1 0 0 0 0,-1 0 0 0 0,1 0 0 0 0,0 0 0 0 0,1 0 1 0 0,-1 0-1 0 0,5 5 0 0 0,-1-2-2708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56 6447 0 0,'0'0'586'0'0,"0"2"148"0"0,2 7 2815 0 0,-1-1 0 0 0,0 0-1 0 0,0 17 1 0 0,-9 56 2948 0 0,3-39-5502 0 0,-13 274 795 0 0,18-278-1807 0 0,1 1-159 0 0,-7 54 0 0 0,6-91-221 0 0,-5-14-4227 0 0,-1-11 3398 0 0,1 0 1 0 0,1-1-1 0 0,1 0 0 0 0,1 0 1 0 0,1 0-1 0 0,3-34 0 0 0,26-145-3451 0 0,-14 123 4542 0 0,-13 70 418 0 0,3-15 2627 0 0,1-1-1 0 0,11-33 1 0 0,-14 52-2350 0 0,1 0-1 0 0,0 1 1 0 0,0-1-1 0 0,0 1 1 0 0,1 0 0 0 0,0 0-1 0 0,0 0 1 0 0,1 0-1 0 0,-1 1 1 0 0,1 0 0 0 0,1 0-1 0 0,-1 0 1 0 0,9-6-1 0 0,-10 9-493 0 0,0 0 0 0 0,0 0 0 0 0,0 0-1 0 0,0 1 1 0 0,0-1 0 0 0,1 1 0 0 0,-1 0-1 0 0,0 0 1 0 0,1 1 0 0 0,-1-1 0 0 0,1 1-1 0 0,-1 0 1 0 0,9 1 0 0 0,-10-1-49 0 0,1 1 0 0 0,-1 0 0 0 0,0 0 0 0 0,0 0 0 0 0,0 0 0 0 0,0 0 0 0 0,0 1 0 0 0,0-1 0 0 0,0 1-1 0 0,0 0 1 0 0,0 0 0 0 0,-1 0 0 0 0,1 0 0 0 0,-1 0 0 0 0,0 0 0 0 0,1 1 0 0 0,-1 0 0 0 0,3 5 0 0 0,0 1 3 0 0,-1 1 1 0 0,0-1-1 0 0,-1 1 0 0 0,0 0 1 0 0,0 0-1 0 0,-1 0 0 0 0,0 1 1 0 0,-1-1-1 0 0,0 1 0 0 0,-1-1 1 0 0,0 0-1 0 0,-3 15 1 0 0,-2 10-8 0 0,-2 0 0 0 0,-13 42 0 0 0,15-58-693 0 0,5-18 12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19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16903 0 0,'0'0'6105'0'0,"2"2"-4643"0"0,2 7-802 0 0,1 0 1 0 0,-1 1-1 0 0,0-1 1 0 0,-1 1 0 0 0,0-1-1 0 0,2 14 1 0 0,6 64 792 0 0,-7-46-1025 0 0,5 42 76 0 0,-9-83-494 0 0,0 0 1 0 0,0 1-1 0 0,0-1 1 0 0,0 0-1 0 0,0 0 0 0 0,0 0 1 0 0,0 1-1 0 0,0-1 1 0 0,0 0-1 0 0,0 0 0 0 0,0 0 1 0 0,0 1-1 0 0,0-1 1 0 0,0 0-1 0 0,0 0 0 0 0,0 0 1 0 0,0 0-1 0 0,0 1 1 0 0,0-1-1 0 0,1 0 0 0 0,-1 0 1 0 0,0 0-1 0 0,0 0 1 0 0,0 1-1 0 0,0-1 0 0 0,0 0 1 0 0,1 0-1 0 0,-1 0 1 0 0,0 0-1 0 0,0 0 0 0 0,0 0 1 0 0,1 0-1 0 0,-1 0 1 0 0,0 1-1 0 0,6-6 110 0 0,7-15-147 0 0,-11 16 66 0 0,72-121-410 0 0,-10 16-2193 0 0,-59 101 1163 0 0,1 1 0 0 0,-1-1-1 0 0,11-8 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1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0 332 18079 0 0,'0'0'828'0'0,"2"0"-17"0"0,8-2-546 0 0,0-1-1 0 0,0 0 1 0 0,-1-1 0 0 0,1 0 0 0 0,-1 0 0 0 0,0-1-1 0 0,10-7 1 0 0,59-47 3266 0 0,-65 50-3371 0 0,3-5 22 0 0,0-1 0 0 0,-1 0 0 0 0,-1 0-1 0 0,0-2 1 0 0,-1 0 0 0 0,-1 0 0 0 0,0-1 0 0 0,-1 0-1 0 0,-1-1 1 0 0,8-25 0 0 0,-17 43-165 0 0,-1 0-1 0 0,1 0 1 0 0,-1 0-1 0 0,1 0 1 0 0,-1 0-1 0 0,0 0 1 0 0,0 0 0 0 0,0 0-1 0 0,0 0 1 0 0,0 0-1 0 0,0 0 1 0 0,0-3-1 0 0,0 4 4 0 0,0 0-1 0 0,0 0 0 0 0,0 0 1 0 0,-1 0-1 0 0,1 0 0 0 0,0-1 1 0 0,0 1-1 0 0,0 0 0 0 0,0 0 0 0 0,-1 0 1 0 0,1 0-1 0 0,0 0 0 0 0,0 0 1 0 0,0 0-1 0 0,-1 0 0 0 0,1 0 1 0 0,0 0-1 0 0,0-1 0 0 0,-1 1 1 0 0,1 0-1 0 0,0 0 0 0 0,0 0 0 0 0,0 0 1 0 0,-1 1-1 0 0,1-1 0 0 0,0 0 1 0 0,0 0-1 0 0,-1 0 0 0 0,1 0 1 0 0,0 0-1 0 0,0 0 0 0 0,0 0 1 0 0,0 0-1 0 0,-1 0 0 0 0,1 1 0 0 0,-4 1 176 0 0,0 0-1 0 0,1 1 1 0 0,0-1-1 0 0,-7 7 1 0 0,-6 9 367 0 0,-24 34 0 0 0,12-14-246 0 0,19-27-287 0 0,1 0 0 0 0,0 1 0 0 0,1 0 0 0 0,1 0 0 0 0,0 1 0 0 0,0 0 0 0 0,1 0 0 0 0,-5 19 0 0 0,10-29-126 0 0,-1-1-1 0 0,1 1 1 0 0,0-1-1 0 0,-1 0 1 0 0,1 1-1 0 0,1-1 1 0 0,-1 1-1 0 0,0-1 1 0 0,0 0-1 0 0,1 1 1 0 0,0-1-1 0 0,-1 1 1 0 0,1-1-1 0 0,0 0 1 0 0,0 0-1 0 0,0 0 1 0 0,3 4-1 0 0,-2-3-235 0 0,0-1-1 0 0,1 0 0 0 0,-1 0 0 0 0,1 0 0 0 0,0 0 0 0 0,0 0 0 0 0,0 0 0 0 0,0-1 0 0 0,0 1 0 0 0,0-1 0 0 0,0 0 0 0 0,5 1 0 0 0,15 3-2338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0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26 10591 0 0,'0'0'819'0'0,"-1"-1"-30"0"0,-18-13 8128 0 0,-3 6-3426 0 0,18 7-5239 0 0,0 0 0 0 0,0 1 1 0 0,0-1-1 0 0,0 1 0 0 0,0 0 0 0 0,0 0 0 0 0,0 1 0 0 0,1-1 0 0 0,-1 1 1 0 0,0 0-1 0 0,0 0 0 0 0,0 0 0 0 0,0 1 0 0 0,1-1 0 0 0,-1 1 1 0 0,-5 3-1 0 0,-4 5-186 0 0,1 1 0 0 0,0-1 1 0 0,-17 21-1 0 0,18-19-66 0 0,8-9 0 0 0,1-1 1 0 0,0 1-1 0 0,0 0 1 0 0,0-1-1 0 0,1 1 1 0 0,-1 0-1 0 0,1 0 1 0 0,0 0-1 0 0,-1 0 0 0 0,1 0 1 0 0,0 1-1 0 0,1-1 1 0 0,-1 0-1 0 0,1 0 1 0 0,-1 4-1 0 0,1-4-5 0 0,0-1 1 0 0,1 1-1 0 0,-1-1 1 0 0,1 1-1 0 0,-1 0 0 0 0,1-1 1 0 0,0 0-1 0 0,0 1 1 0 0,0-1-1 0 0,0 1 0 0 0,0-1 1 0 0,1 0-1 0 0,-1 0 0 0 0,1 0 1 0 0,0 0-1 0 0,-1 0 1 0 0,1 0-1 0 0,0 0 0 0 0,3 2 1 0 0,3 2-20 0 0,0 0 0 0 0,0-1 0 0 0,0 0 0 0 0,1 0 0 0 0,0-1 0 0 0,-1 0 0 0 0,2-1 0 0 0,9 3 0 0 0,143 44 13 0 0,-156-48 15 0 0,-3-1 4 0 0,0 0-1 0 0,0 0 1 0 0,-1 0 0 0 0,1 1-1 0 0,0-1 1 0 0,-1 1 0 0 0,4 2-1 0 0,-6-3-1 0 0,0-1-1 0 0,0 1 1 0 0,0-1-1 0 0,1 1 1 0 0,-1-1-1 0 0,0 1 0 0 0,0 0 1 0 0,0-1-1 0 0,0 1 1 0 0,0-1-1 0 0,-1 1 1 0 0,1-1-1 0 0,0 1 0 0 0,0-1 1 0 0,0 1-1 0 0,0-1 1 0 0,0 1-1 0 0,-1-1 1 0 0,1 1-1 0 0,-1 0 1 0 0,1 0 3 0 0,-2 2-7 0 0,1 1 0 0 0,-1-1 0 0 0,0 1-1 0 0,0-1 1 0 0,-1 0 0 0 0,1 0-1 0 0,-1 0 1 0 0,1 0 0 0 0,-1 0 0 0 0,0-1-1 0 0,0 1 1 0 0,0-1 0 0 0,0 0 0 0 0,-7 4-1 0 0,-5 1-378 0 0,0-1-1 0 0,-22 7 1 0 0,-12 5-10202 0 0</inkml:trace>
  <inkml:trace contextRef="#ctx0" brushRef="#br0" timeOffset="1">632 20 12895 0 0,'-4'0'11261'0'0,"-10"3"-6230"0"0,-27 7-4832 0 0,25-4 3 0 0,0 2 0 0 0,-25 15 0 0 0,34-18-146 0 0,0 1 0 0 0,0-1 0 0 0,0 1 0 0 0,1 0 0 0 0,0 1-1 0 0,1-1 1 0 0,-7 11 0 0 0,9-14-54 0 0,-7 12-15 0 0,9-13 7 0 0,1 0 0 0 0,-1-1 0 0 0,0 1 0 0 0,1 0 0 0 0,-1 0 0 0 0,1 0 0 0 0,0 0 0 0 0,0-1 0 0 0,-1 1 0 0 0,1 0-1 0 0,1 0 1 0 0,-1 0 0 0 0,0 0 0 0 0,0 0 0 0 0,1 0 0 0 0,-1-1 0 0 0,1 1 0 0 0,-1 0 0 0 0,1 0 0 0 0,0-1 0 0 0,-1 1 0 0 0,1 0 0 0 0,0-1-1 0 0,2 3 1 0 0,6 7-48 0 0,-3-9 58 0 0,-3-2-7 0 0,31 11-25 0 0,69 12-1 0 0,-67-16 22 0 0,-29-6 15 0 0,0 1 1 0 0,0 0-1 0 0,0 1 0 0 0,-1-1 1 0 0,1 1-1 0 0,0 1 1 0 0,-1-1-1 0 0,0 1 0 0 0,0 0 1 0 0,9 8-1 0 0,-14-10 13 0 0,1-1-1 0 0,-1 1 1 0 0,0-1 0 0 0,0 1-1 0 0,0 0 1 0 0,-1 0 0 0 0,1-1-1 0 0,0 1 1 0 0,-1 0 0 0 0,1 0-1 0 0,-1 0 1 0 0,1 0 0 0 0,-1-1-1 0 0,0 1 1 0 0,0 0 0 0 0,0 0-1 0 0,0 0 1 0 0,0 0 0 0 0,-1 3-1 0 0,1-2 28 0 0,-1 1-1 0 0,0-1 0 0 0,0 1 0 0 0,0-1 1 0 0,-1 1-1 0 0,1-1 0 0 0,-1 0 0 0 0,-3 5 1 0 0,1-2-3 0 0,-1-1 0 0 0,-1 1 0 0 0,1-1 0 0 0,-1 0 0 0 0,0-1 0 0 0,0 0 0 0 0,0 0 0 0 0,-1 0 0 0 0,0-1 0 0 0,1 1 0 0 0,-1-2 0 0 0,-9 4 0 0 0,-8 0-404 0 0,-1 0 0 0 0,-29 3 0 0 0,45-8-547 0 0,0-1 0 0 0,-15-1 0 0 0,15 1-7 0 0,-6-1-855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0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4143 0 0,'2'1'4595'0'0,"14"11"5093"0"0,-2 5-3496 0 0,-10-10-4961 0 0,0 0 1 0 0,0 0-1 0 0,4 12 0 0 0,0 5-622 0 0,8 41-1 0 0,-15-63-414 0 0,2 22-75 0 0,2 28-1 0 0,-1-6-334 0 0,-4-36 1 0 0,0-1-2207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1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17623 0 0,'0'0'1595'0'0,"2"1"-1310"0"0,111 13 742 0 0,-99-13-984 0 0,144 27 399 0 0,-157-28-339 0 0,0 1 1 0 0,0 0-1 0 0,1 0 0 0 0,-1 0 1 0 0,0 0-1 0 0,0 0 0 0 0,0 0 0 0 0,0 1 1 0 0,0-1-1 0 0,0 0 0 0 0,0 0 0 0 0,-1 1 1 0 0,1-1-1 0 0,0 1 0 0 0,-1-1 0 0 0,1 1 1 0 0,0 1-1 0 0,0 0 195 0 0,0 1 101 0 0,0 1 0 0 0,1 0 0 0 0,-2 0 0 0 0,1 0 0 0 0,0-1 0 0 0,-1 1 0 0 0,0 0 0 0 0,0 0 0 0 0,-1 5 0 0 0,-10 45 2242 0 0,10-49-2492 0 0,-3 9 279 0 0,-1 0-1 0 0,-1 0 1 0 0,-13 25-1 0 0,7-16-230 0 0,-13 38-1 0 0,23-54-209 0 0,8-2-70 0 0,1-2-73 0 0,-5-4 1 0 0,-1-1 10 0 0,2-1 102 0 0,0 1 0 0 0,0-1 1 0 0,0 1-1 0 0,0-1 0 0 0,0 1 0 0 0,4-1 0 0 0,19-9-185 0 0,-4-4 155 0 0,-2-2 1 0 0,26-25-1 0 0,5-5 3 0 0,-32 30 99 0 0,-11 10 17 0 0,-1 0-1 0 0,1 1 0 0 0,1 0 0 0 0,9-6 0 0 0,-16 11-34 0 0,0 0 0 0 0,1 0-1 0 0,-1 0 1 0 0,1 0 0 0 0,-1 0-1 0 0,1 1 1 0 0,-1-1 0 0 0,1 1 0 0 0,-1 0-1 0 0,1 0 1 0 0,-1-1 0 0 0,1 2-1 0 0,0-1 1 0 0,-1 0 0 0 0,1 0 0 0 0,-1 1-1 0 0,1 0 1 0 0,-1-1 0 0 0,1 1-1 0 0,3 2 1 0 0,-4-1 34 0 0,0-1 1 0 0,0 1-1 0 0,-1-1 1 0 0,1 1-1 0 0,-1 0 1 0 0,1 0-1 0 0,-1 0 1 0 0,0 0-1 0 0,0 0 1 0 0,1 0-1 0 0,-1 1 1 0 0,-1-1-1 0 0,2 4 1 0 0,1 1 61 0 0,3 10 91 0 0,0 0 0 0 0,4 27 0 0 0,-5-20-99 0 0,14 37 0 0 0,-19-60-99 0 0,0-1 0 0 0,0 0 0 0 0,0 1 0 0 0,0-1 0 0 0,0 0 0 0 0,0 0 0 0 0,0 1 0 0 0,1-1 0 0 0,-1 0 0 0 0,0 0 0 0 0,0 1 0 0 0,0-1 0 0 0,0 0 0 0 0,1 0 0 0 0,-1 1 0 0 0,0-1 0 0 0,0 0 0 0 0,1 0 0 0 0,-1 0 0 0 0,0 0 0 0 0,0 1 0 0 0,1-1 0 0 0,-1 0 0 0 0,0 0 0 0 0,1 0 0 0 0,-1 0 0 0 0,0 0 0 0 0,1 0 0 0 0,-1 0 0 0 0,0 0 0 0 0,0 0 0 0 0,1 0 0 0 0,-1 0 0 0 0,0 0 0 0 0,1 0 0 0 0,-1 0 0 0 0,0 0 0 0 0,1 0 0 0 0,-1 0 0 0 0,0 0 0 0 0,1 0 0 0 0,6-5 0 0 0,-7 5 0 0 0,20-23 0 0 0,21-28 0 0 0,7-9 0 0 0,-26 36-30 0 0,60-61-77 0 0,-73 77 95 0 0,0 0 1 0 0,1 1-1 0 0,0 0 1 0 0,1 0-1 0 0,-1 1 1 0 0,1 1-1 0 0,17-7 1 0 0,-25 11 18 0 0,0 0 0 0 0,0 0 0 0 0,0 0 1 0 0,0 1-1 0 0,0-1 0 0 0,0 1 0 0 0,1-1 1 0 0,-1 1-1 0 0,0 0 0 0 0,0 0 0 0 0,0 1 1 0 0,0-1-1 0 0,0 1 0 0 0,0-1 0 0 0,1 1 1 0 0,-1 0-1 0 0,-1 0 0 0 0,1 0 1 0 0,0 1-1 0 0,0-1 0 0 0,0 1 0 0 0,-1-1 1 0 0,1 1-1 0 0,0 0 0 0 0,-1 0 0 0 0,0 0 1 0 0,0 1-1 0 0,1-1 0 0 0,-1 0 0 0 0,0 1 1 0 0,-1-1-1 0 0,1 1 0 0 0,1 4 0 0 0,7 12 8 0 0,-2 1-1 0 0,-1 0 0 0 0,0 0 1 0 0,-2 1-1 0 0,5 27 0 0 0,-5-6-234 0 0,1 72 0 0 0,-7-97-2112 0 0,1-3-8439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1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84 11055 0 0,'-21'-10'16097'0'0,"31"-1"-13038"0"0,19-7-3120 0 0,-9 9 193 0 0,1 2-1 0 0,0 0 1 0 0,0 1 0 0 0,0 1 0 0 0,0 1 0 0 0,27-1-1 0 0,-46 4-121 0 0,-1 1 0 0 0,1 0 0 0 0,0 0 0 0 0,-1 0 0 0 0,1 0 0 0 0,0 0 0 0 0,-1 1 0 0 0,1-1 0 0 0,0 0 0 0 0,-1 1 0 0 0,1-1 0 0 0,-1 1 0 0 0,1 0 0 0 0,-1-1 0 0 0,1 1 0 0 0,-1 0 0 0 0,1 0-1 0 0,-1 0 1 0 0,0 0 0 0 0,1 0 0 0 0,0 1 0 0 0,-1 0-9 0 0,0 0-1 0 0,0 0 1 0 0,0 0 0 0 0,0 0-1 0 0,-1 0 1 0 0,1 0 0 0 0,0 0-1 0 0,-1 0 1 0 0,0 0-1 0 0,1 0 1 0 0,-1 0 0 0 0,0 0-1 0 0,0 0 1 0 0,-1 3-1 0 0,-1 7 33 0 0,0 0 1 0 0,-1 0-1 0 0,0-1 0 0 0,-8 17 0 0 0,4-12 103 0 0,-1-1 1 0 0,0 0 0 0 0,-15 21 0 0 0,-36 38 57 0 0,25-32-93 0 0,21-25-76 0 0,-10 10 49 0 0,2 1 0 0 0,1 1 0 0 0,-19 38-1 0 0,38-64-69 0 0,0-1 0 0 0,0 0 0 0 0,0 0-1 0 0,1 1 1 0 0,-1-1 0 0 0,0 1 0 0 0,1-1-1 0 0,0 0 1 0 0,0 1 0 0 0,0-1 0 0 0,0 1 0 0 0,0-1-1 0 0,0 1 1 0 0,1-1 0 0 0,-1 0 0 0 0,2 4-1 0 0,3 3 19 0 0,-2-7-18 0 0,0 1 0 0 0,0-1 1 0 0,0 1-1 0 0,1-1 1 0 0,-1 0-1 0 0,1 0 1 0 0,-1-1-1 0 0,1 1 0 0 0,0-1 1 0 0,0 0-1 0 0,0 0 1 0 0,-1 0-1 0 0,1 0 0 0 0,0-1 1 0 0,0 1-1 0 0,0-1 1 0 0,0 0-1 0 0,0 0 1 0 0,7-2-1 0 0,6 0-100 0 0,0-1-1 0 0,-1-1 1 0 0,20-7-1 0 0,59-28-1462 0 0,-32 13-728 0 0,-25 11 828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2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24159 0 0,'0'0'2616'0'0,"3"-8"-2616"0"0,4 1 256 0 0,-1 2-8 0 0,1-1 0 0 0,3-1 0 0 0,1-2-112 0 0,2-1-16 0 0,3 0-8 0 0,2 1 0 0 0,0-3-1912 0 0,3 1-384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41 5983 0 0,'-8'-1'20171'0'0,"43"-10"-16268"0"0,25 0-2780 0 0,-17 3-724 0 0,9 0-143 0 0,-47 7-233 0 0,0 1 1 0 0,0 0-1 0 0,0 0 0 0 0,0 0 0 0 0,0 1 1 0 0,0-1-1 0 0,0 1 0 0 0,5 2 0 0 0,-9-2 187 0 0,0 0-186 0 0,0 1 1 0 0,-1 0 0 0 0,1 0-1 0 0,-1 0 1 0 0,0 0 0 0 0,1 0-1 0 0,-1 0 1 0 0,0-1 0 0 0,-1 4-1 0 0,1-2-10 0 0,-1 1-1 0 0,0 0 1 0 0,0 0-1 0 0,0-1 1 0 0,0 1-1 0 0,-1-1 1 0 0,1 1-1 0 0,-1-1 1 0 0,-4 6-1 0 0,-24 28 40 0 0,15-19-6 0 0,-9 11-30 0 0,5-7-12 0 0,0 1 0 0 0,-22 40 0 0 0,38-59-5 0 0,2-3 0 0 0,0 1 0 0 0,1-1 0 0 0,-1 0 0 0 0,0 1 0 0 0,1-1 0 0 0,0 0 0 0 0,-1 1 0 0 0,1-1 0 0 0,0 1 0 0 0,-1-1 0 0 0,1 1 0 0 0,0-1 0 0 0,0 0 0 0 0,0 1 0 0 0,1 2 0 0 0,2 15 0 0 0,-3-18 0 0 0,0 0 0 0 0,0-1 0 0 0,0 1 0 0 0,0-1 0 0 0,0 1 0 0 0,0-1 0 0 0,0 1 0 0 0,1-1 0 0 0,-1 1 0 0 0,0-1 0 0 0,0 1 0 0 0,0-1 0 0 0,1 1 0 0 0,-1-1 0 0 0,0 1 0 0 0,1-1 0 0 0,-1 0 0 0 0,0 1 0 0 0,1-1 0 0 0,-1 1 0 0 0,1-1 0 0 0,-1 0 0 0 0,1 1 0 0 0,-1-1 0 0 0,0 0 0 0 0,1 0 0 0 0,-1 1 0 0 0,1-1 0 0 0,-1 0 0 0 0,1 0 0 0 0,0 0 0 0 0,0 1 0 0 0,0-1 0 0 0,15 7-2 0 0,-3 1-11 0 0,1-2 0 0 0,0 0 0 0 0,25 7 1 0 0,-22-10 1 0 0,-11-2 11 0 0,-1 0 0 0 0,1 1 0 0 0,-1-1 0 0 0,0 1 0 0 0,1 0 0 0 0,-1 0 0 0 0,0 1 0 0 0,6 3 0 0 0,-7-4 0 0 0,-2-2 0 0 0,-1 1 0 0 0,0 0 0 0 0,0-1 0 0 0,0 1 0 0 0,0 0 0 0 0,0-1 0 0 0,0 1 0 0 0,0 0 0 0 0,0 0 0 0 0,0 0 0 0 0,0 0 0 0 0,0 0 0 0 0,-1 0 0 0 0,1 0 0 0 0,0 0 0 0 0,-1 0 0 0 0,1 1 0 0 0,0-1 0 0 0,-1 0 0 0 0,1 2 0 0 0,0 1 2 0 0,0 0-1 0 0,0 0 1 0 0,0 0-1 0 0,-1 0 1 0 0,1 0 0 0 0,-1 0-1 0 0,0 0 1 0 0,-1 0-1 0 0,1 0 1 0 0,0 0 0 0 0,-1 0-1 0 0,0 0 1 0 0,0-1-1 0 0,0 1 1 0 0,-1 0 0 0 0,1 0-1 0 0,-1-1 1 0 0,0 1-1 0 0,-3 4 1 0 0,-2 3 4 0 0,-1 0 1 0 0,0 0-1 0 0,-1-1 1 0 0,-14 14-1 0 0,4-8-52 0 0,0-1-1 0 0,-1 0 1 0 0,-1-2-1 0 0,-39 19 1 0 0,59-31-82 0 0</inkml:trace>
  <inkml:trace contextRef="#ctx0" brushRef="#br0" timeOffset="1">849 57 7831 0 0,'0'0'23652'0'0,"-5"10"-23427"0"0,8 10-3115 0 0,0-8 1455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9215 0 0,'0'0'707'0'0,"-6"12"-454"0"0,5-6 3462 0 0,-9 28 14529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3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6447 0 0,'0'2'18085'0'0,"-10"79"-15945"0"0,4 0 0 0 0,3 82-1 0 0,3-154-2384 0 0,1 0 0 0 0,0 0 1 0 0,0 0-1 0 0,1-1 0 0 0,0 1 0 0 0,1 0 0 0 0,3 9 0 0 0,1-7-860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3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 13823 0 0,'0'0'1224'0'0,"-13"-3"9064"0"0,23 6-10632 0 0,4 2 112 0 0,4-2-1376 0 0,7 2-280 0 0,5 2-48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6911 0 0,'0'0'315'0'0,"-1"1"-7"0"0,-3 6 373 0 0,0-1-1 0 0,-1 0 0 0 0,-9 9 1 0 0,-37 28 15504 0 0,29-26-12015 0 0,1 1-5023 0 0,19-16 933 0 0,-7 6 150 0 0,0 0 1 0 0,1 1-1 0 0,0 0 0 0 0,-12 19 1 0 0,14-14-111 0 0,8-9-112 0 0,-1-3 6 0 0,-1 0-15 0 0,1 0-1 0 0,0 1 1 0 0,0-1-1 0 0,0 0 0 0 0,0 0 1 0 0,0 0-1 0 0,0 0 0 0 0,1 0 1 0 0,-1 0-1 0 0,1 0 1 0 0,0 0-1 0 0,-1 0 0 0 0,1-1 1 0 0,0 1-1 0 0,0-1 1 0 0,0 1-1 0 0,0-1 0 0 0,4 2 1 0 0,3 1-18 0 0,1 0 1 0 0,1 0 0 0 0,10 2 0 0 0,10 4-4 0 0,-23-7 23 0 0,3 1 14 0 0,0 0-1 0 0,-1 1 1 0 0,1 0 0 0 0,-1 1 0 0 0,13 10-1 0 0,-21-15-10 0 0,0 1 0 0 0,0 0-1 0 0,-1-1 1 0 0,1 1 0 0 0,0 0-1 0 0,-1 0 1 0 0,0 0 0 0 0,1 0-1 0 0,-1 0 1 0 0,0 1 0 0 0,0-1-1 0 0,0 0 1 0 0,0 0 0 0 0,0 1-1 0 0,-1-1 1 0 0,1 1 0 0 0,-1-1-1 0 0,1 0 1 0 0,-1 1 0 0 0,0-1-1 0 0,0 1 1 0 0,0-1 0 0 0,-1 1-1 0 0,1-1 1 0 0,0 1 0 0 0,-1-1-1 0 0,0 1 1 0 0,1-1 0 0 0,-1 0-1 0 0,0 0 1 0 0,-3 5 0 0 0,-1 3 85 0 0,-1 0 1 0 0,-1 0 0 0 0,0-1-1 0 0,0 0 1 0 0,-16 15-1 0 0,-49 35-98 0 0,49-40-287 0 0,21-18-202 0 0,12-7-7515 0 0,1-1-571 0 0</inkml:trace>
  <inkml:trace contextRef="#ctx0" brushRef="#br0" timeOffset="1">473 191 8287 0 0,'0'0'756'0'0,"0"2"-622"0"0,-2 13 2198 0 0,0 1 0 0 0,-1-1 0 0 0,0 0 0 0 0,-1 0 1 0 0,-1 0-1 0 0,-1-1 0 0 0,-7 15 0 0 0,-11 34 1908 0 0,21-53-4260 0 0,0 1 0 0 0,1-1 1 0 0,0 1-1 0 0,-1 11 0 0 0,3-19 31 0 0,0 0-1 0 0,0-1 1 0 0,0 1 0 0 0,0-1 0 0 0,0 1-1 0 0,0 0 1 0 0,1-1 0 0 0,0 1-1 0 0,-1-1 1 0 0,1 1 0 0 0,0-1 0 0 0,0 1-1 0 0,0-1 1 0 0,0 0 0 0 0,1 1 0 0 0,-1-1-1 0 0,4 4 1 0 0,-3-5-23 0 0,0 1 1 0 0,0-1-1 0 0,1 1 1 0 0,-1-1-1 0 0,1 0 1 0 0,-1 0-1 0 0,1 0 1 0 0,-1 0-1 0 0,1 0 1 0 0,-1 0-1 0 0,1-1 1 0 0,0 0-1 0 0,0 1 0 0 0,-1-1 1 0 0,1 0-1 0 0,0 0 1 0 0,3-1-1 0 0,2 1-93 0 0,0-2 1 0 0,0 1-1 0 0,0-1 0 0 0,0 0 0 0 0,0-1 0 0 0,-1 1 0 0 0,1-2 0 0 0,-1 1 1 0 0,0-1-1 0 0,0 0 0 0 0,0 0 0 0 0,0-1 0 0 0,-1 0 0 0 0,0 0 0 0 0,0-1 0 0 0,6-6 1 0 0,-8 7 62 0 0,-1 1 1 0 0,1-1 0 0 0,-1 0-1 0 0,0 0 1 0 0,0 0 0 0 0,-1 0 0 0 0,1 0-1 0 0,-1 0 1 0 0,0-1 0 0 0,-1 1 0 0 0,1-1-1 0 0,-1 0 1 0 0,0 1 0 0 0,-1-1-1 0 0,1 0 1 0 0,-1 0 0 0 0,0 1 0 0 0,-1-1-1 0 0,1 0 1 0 0,-1 1 0 0 0,0-1 0 0 0,-1 0-1 0 0,-2-7 1 0 0,-1 2-146 0 0,0 0 0 0 0,-1 0 0 0 0,0 0 0 0 0,0 1 0 0 0,-1 0 1 0 0,-1 1-1 0 0,0-1 0 0 0,0 1 0 0 0,-16-12 0 0 0,17 15-2009 0 0,0 1 1 0 0,-1 0 0 0 0,0 0-1 0 0,-14-5 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59 19375 0 0,'-5'-14'772'0'0,"0"1"-1"0"0,-3-19 6547 0 0,10 44-5556 0 0,5 156 518 0 0,-5-78-2182 0 0,22 160 120 0 0,-20-225-178 0 0,9 72-27 0 0,-13-89-26 0 0,1-16-27 0 0,0 0-1 0 0,0-1 1 0 0,1 1 0 0 0,0 0 0 0 0,1 0 0 0 0,0 0 0 0 0,0 0-1 0 0,0 1 1 0 0,1-1 0 0 0,8-10 0 0 0,1-1-51 0 0,0 1 0 0 0,30-29 0 0 0,-33 37 49 0 0,0 1-1 0 0,1 0 1 0 0,14-9-1 0 0,-20 15 32 0 0,0 0 1 0 0,0 1-1 0 0,0-1 0 0 0,0 1 0 0 0,1 0 1 0 0,-1 0-1 0 0,1 1 0 0 0,-1-1 0 0 0,1 1 1 0 0,8 0-1 0 0,-12 1-4 0 0,0 0 0 0 0,0 0 0 0 0,0 0 0 0 0,0 0 0 0 0,0 1 0 0 0,0-1 0 0 0,0 1 0 0 0,0-1 0 0 0,0 1 0 0 0,0 0 0 0 0,0 0 0 0 0,0-1 0 0 0,-1 1 0 0 0,1 1 0 0 0,0-1 0 0 0,-1 0 0 0 0,1 0 0 0 0,2 3 0 0 0,-2-1 15 0 0,-1-1 0 0 0,1 1 0 0 0,-1-1-1 0 0,0 1 1 0 0,1 0 0 0 0,-1-1 0 0 0,0 1 0 0 0,-1 0-1 0 0,1 0 1 0 0,0 0 0 0 0,-1 5 0 0 0,1 0 40 0 0,-1-1 1 0 0,-1 1-1 0 0,0 0 0 0 0,0-1 0 0 0,0 1 1 0 0,-1-1-1 0 0,0 0 0 0 0,0 1 1 0 0,-5 8-1 0 0,0-3 59 0 0,-1 0 0 0 0,-1-1 0 0 0,1 0-1 0 0,-13 12 1 0 0,-44 40-381 0 0,24-33-269 0 0,30-24-1269 0 0,0 1-1 0 0,-12 11 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13359 0 0,'0'0'1027'0'0,"-1"2"-246"0"0,-27 52 9521 0 0,-11 33-5806 0 0,1-3-3422 0 0,32-72-1009 0 0,1 1 0 0 0,0-1 0 0 0,-3 17 0 0 0,7-24-54 0 0,0-1 1 0 0,0 1-1 0 0,0 0 1 0 0,1 0-1 0 0,0-1 0 0 0,0 1 1 0 0,0 0-1 0 0,1 0 0 0 0,-1 0 1 0 0,1-1-1 0 0,0 1 1 0 0,3 6-1 0 0,-4-9-48 0 0,1 0-1 0 0,0-1 1 0 0,0 1-1 0 0,0 0 1 0 0,0-1 0 0 0,1 0-1 0 0,-1 1 1 0 0,0-1-1 0 0,1 1 1 0 0,-1-1 0 0 0,1 0-1 0 0,-1 0 1 0 0,1 0-1 0 0,-1 0 1 0 0,1 0 0 0 0,0 0-1 0 0,-1 0 1 0 0,1-1-1 0 0,0 1 1 0 0,0-1 0 0 0,0 1-1 0 0,-1-1 1 0 0,1 0-1 0 0,0 1 1 0 0,0-1-1 0 0,0 0 1 0 0,0 0 0 0 0,0-1-1 0 0,0 1 1 0 0,-1 0-1 0 0,1 0 1 0 0,0-1 0 0 0,0 1-1 0 0,0-1 1 0 0,0 0-1 0 0,1 0 1 0 0,3-2-112 0 0,0 0 0 0 0,-1 0 1 0 0,1 0-1 0 0,-1 0 0 0 0,1-1 0 0 0,-1 0 0 0 0,0 0 1 0 0,-1 0-1 0 0,7-8 0 0 0,13-21 65 0 0,-2-1-1 0 0,20-42 1 0 0,-8 15 49 0 0,-30 56 48 0 0,-1 0-1 0 0,1 0 1 0 0,1 0 0 0 0,7-6-1 0 0,-4 3 13 0 0,-7 7 568 0 0,8 12-26 0 0,-4-5-394 0 0,-1 0-1 0 0,-1 0 1 0 0,1 1 0 0 0,-1-1-1 0 0,0 1 1 0 0,-1 0-1 0 0,4 14 1 0 0,5 54 556 0 0,-3-14-382 0 0,-6-49-323 0 0,7 22 139 0 0,-8-32-104 0 0,15-13 6 0 0,-8 3-70 0 0,0-1-1 0 0,-1 0 1 0 0,-1 0 0 0 0,1-1-1 0 0,7-17 1 0 0,11-14-23 0 0,8-14-44 0 0,13-17-12 0 0,-38 61 80 0 0,32-38-79 0 0,-35 44 75 0 0,-1 0 0 0 0,1 1-1 0 0,0-1 1 0 0,0 1 0 0 0,1 1 0 0 0,-1-1 0 0 0,9-4 0 0 0,-4 7 8 0 0,-8 2 3 0 0,0-1 1 0 0,-1 1-1 0 0,1 0 0 0 0,0 1 0 0 0,-1-1 1 0 0,1 0-1 0 0,-1 0 0 0 0,1 1 1 0 0,-1-1-1 0 0,1 1 0 0 0,-1-1 0 0 0,0 1 1 0 0,0 0-1 0 0,2 2 0 0 0,12 28 92 0 0,-8-11-40 0 0,-1 1 0 0 0,-1 0 1 0 0,4 34-1 0 0,-7-36-43 0 0,1 1 0 0 0,2-1-1 0 0,0 1 1 0 0,12 29 0 0 0,-13-42-12 0 0,0-2-15 0 0,-3-5-54 0 0,20-18-519 0 0,-17 11 481 0 0,0 1 0 0 0,0-1 0 0 0,-1-1 0 0 0,0 1 0 0 0,3-8 0 0 0,6-12-196 0 0,13-23-124 0 0,20-33 68 0 0,-41 75 352 0 0,-3 4 10 0 0,1 1-1 0 0,-1-1 0 0 0,1 1 0 0 0,0 0 0 0 0,0 0 0 0 0,0 0 1 0 0,0 0-1 0 0,1 0 0 0 0,-1 0 0 0 0,0 0 0 0 0,1 1 1 0 0,3-3-1 0 0,-5 4 363 0 0,1 1-313 0 0,0 0 1 0 0,-1 0-1 0 0,1 0 0 0 0,-1 1 0 0 0,1-1 0 0 0,-1 1 1 0 0,1-1-1 0 0,-1 1 0 0 0,0 0 0 0 0,2 2 1 0 0,2 6 62 0 0,-1 0 0 0 0,0 1 1 0 0,0-1-1 0 0,-1 1 0 0 0,0 0 1 0 0,1 15-1 0 0,1 1 15 0 0,1 5-85 0 0,-5-23-65 0 0,1 1 1 0 0,0-1-1 0 0,0 1 1 0 0,1-1-1 0 0,0 0 1 0 0,8 15-1 0 0,-10-22-537 0 0,6 2-2256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5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 13823 0 0,'-5'-4'13416'0'0,"17"10"-14640"0"0,-1 4 760 0 0,2 1-1376 0 0,0 2-272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41 3679 0 0,'0'0'167'0'0,"5"-6"26"0"0,-3 2 388 0 0,9-25 16041 0 0,-16 28-13237 0 0,-10 3-1784 0 0,8 0-1248 0 0,1 1-1 0 0,-1 0 0 0 0,1 0 0 0 0,0 0 1 0 0,0 1-1 0 0,0 0 0 0 0,0 0 0 0 0,1 0 1 0 0,-6 6-1 0 0,-7 9 213 0 0,-18 21 1 0 0,27-28-332 0 0,-7 6 103 0 0,2 0 0 0 0,-18 31 0 0 0,29-44-301 0 0,0 0-1 0 0,1 1 1 0 0,-1-1 0 0 0,1 1 0 0 0,0 0 0 0 0,0-1 0 0 0,1 1 0 0 0,0 0 0 0 0,0 0 0 0 0,0 0 0 0 0,1 0 0 0 0,0 0 0 0 0,0 0 0 0 0,2 12 0 0 0,-1-14-31 0 0,0-1 1 0 0,1 1 0 0 0,-1-1 0 0 0,1 0-1 0 0,0 1 1 0 0,0-1 0 0 0,0 0-1 0 0,1 0 1 0 0,-1 0 0 0 0,1-1-1 0 0,-1 1 1 0 0,1-1 0 0 0,0 1 0 0 0,0-1-1 0 0,0 0 1 0 0,1 0 0 0 0,-1 0-1 0 0,0 0 1 0 0,4 1 0 0 0,5 1-19 0 0,0 1-1 0 0,1-2 1 0 0,-1 0 0 0 0,16 2 0 0 0,-12-3 19 0 0,-1-1 1 0 0,0-1 0 0 0,1 0-1 0 0,27-5 1 0 0,1-2-2935 0 0,-8 1-4020 0 0,1 1-2892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7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16583 0 0,'1'1'5884'0'0,"1"-1"-5571"0"0,0 0-1 0 0,-1 0 1 0 0,1 1 0 0 0,0-1-1 0 0,-1 1 1 0 0,1 0 0 0 0,-1-1-1 0 0,1 1 1 0 0,-1 0 0 0 0,1 0-1 0 0,-1 0 1 0 0,1 0 0 0 0,-1 0-1 0 0,0 0 1 0 0,0 0 0 0 0,1 0-1 0 0,-1 1 1 0 0,1 1 0 0 0,0 0-165 0 0,-1 0 0 0 0,0 0 0 0 0,1 1 0 0 0,-1-1 0 0 0,0 0 0 0 0,-1 1 0 0 0,1-1 0 0 0,0 7 0 0 0,1 37 578 0 0,-2 1 0 0 0,-12 91 0 0 0,-1-7-230 0 0,12-107-415 0 0,-1 2-42 0 0,2 1 0 0 0,0-1 0 0 0,2 1 0 0 0,6 32 0 0 0,5-72-263 0 0,-2-3 160 0 0,-1 0 0 0 0,-1-1 0 0 0,-1-1 0 0 0,8-20 0 0 0,-7 17-83 0 0,3-8-24 0 0,21-42-197 0 0,-28 60 265 0 0,1 0-1 0 0,0 1 1 0 0,0 0-1 0 0,14-15 1 0 0,-18 22 44 0 0,1-1-1 0 0,0 1 1 0 0,0-1-1 0 0,0 1 1 0 0,1 0-1 0 0,6-3 1 0 0,-10 5 48 0 0,1 0-1 0 0,-1 0 1 0 0,1 0-1 0 0,-1 0 1 0 0,1 0-1 0 0,-1 0 1 0 0,1 0-1 0 0,-1 0 1 0 0,1 0 0 0 0,-1 0-1 0 0,1 1 1 0 0,-1-1-1 0 0,1 0 1 0 0,-1 0-1 0 0,1 0 1 0 0,-1 1-1 0 0,1-1 1 0 0,-1 0 0 0 0,1 1-1 0 0,-1-1 1 0 0,0 0-1 0 0,1 1 1 0 0,-1-1-1 0 0,0 1 1 0 0,1-1-1 0 0,-1 0 1 0 0,0 1 0 0 0,1-1-1 0 0,-1 2 1 0 0,7 13-30 0 0,0 5 147 0 0,-2 0 0 0 0,5 35 0 0 0,-8-40-34 0 0,0 0 0 0 0,1-1 0 0 0,0 1 0 0 0,2-1 0 0 0,-1 0-1 0 0,2 0 1 0 0,9 18 0 0 0,-12-27-78 0 0,-1-1 0 0 0,1 0 0 0 0,0 1 0 0 0,1-1 0 0 0,-1 0 1 0 0,1 0-1 0 0,0-1 0 0 0,-1 1 0 0 0,2-1 0 0 0,-1 0 0 0 0,0 0 0 0 0,1 0 0 0 0,-1-1 0 0 0,1 1 0 0 0,0-1 0 0 0,-1 0 0 0 0,1-1 0 0 0,0 1 0 0 0,1-1 0 0 0,-1 0 0 0 0,0 0 0 0 0,0-1 0 0 0,0 1 0 0 0,9-1 0 0 0,-7 0-20 0 0,0-1-1 0 0,0 1 1 0 0,-1-1 0 0 0,1 0-1 0 0,0-1 1 0 0,-1 0 0 0 0,1 0-1 0 0,10-5 1 0 0,-8 2-6 0 0,0 0-1 0 0,0-1 1 0 0,-1 0 0 0 0,0-1 0 0 0,8-7-1 0 0,-4 3-12 0 0,-1-1 0 0 0,0 0 0 0 0,-1-1 0 0 0,0 0 0 0 0,-1-1-1 0 0,0 1 1 0 0,11-28 0 0 0,-10 18-205 0 0,-2-1 0 0 0,0 0 0 0 0,5-29 0 0 0,-13 52 58 0 0,-11 6-177 0 0,6-1 405 0 0,1-1 1 0 0,0 1 0 0 0,0 0-1 0 0,0 0 1 0 0,1 0 0 0 0,-1 1-1 0 0,1-1 1 0 0,0 1 0 0 0,0 0 0 0 0,1 0-1 0 0,-4 9 1 0 0,-2 7 244 0 0,-7 34 1 0 0,13-47-236 0 0,2-7-43 0 0,-5 17 110 0 0,2-1 0 0 0,0 0 1 0 0,-1 25-1 0 0,4-38-95 0 0,0 0 0 0 0,0 1 0 0 0,0-1 0 0 0,1 0 0 0 0,-1 0 0 0 0,1 0 0 0 0,0 0 0 0 0,1 1 0 0 0,-1-1 0 0 0,1 0 0 0 0,-1-1 0 0 0,1 1 0 0 0,0 0 0 0 0,1 0 0 0 0,-1-1 0 0 0,1 0 0 0 0,-1 1 0 0 0,1-1 0 0 0,6 5 0 0 0,-3-4-40 0 0,0 0 0 0 0,0-1 0 0 0,0 0 0 0 0,0 0 0 0 0,1 0 0 0 0,0-1 0 0 0,-1 0 0 0 0,1 0 0 0 0,0-1 0 0 0,0 0 0 0 0,0 0 1 0 0,0 0-1 0 0,0-1 0 0 0,0 0 0 0 0,0-1 0 0 0,10-1 0 0 0,1-1-43 0 0,-1-1 0 0 0,1-1 0 0 0,-1-1 0 0 0,-1 0 0 0 0,23-12 0 0 0,-29 12 62 0 0,1 0 0 0 0,-1-1 0 0 0,0-1 0 0 0,0 0 0 0 0,-1 0-1 0 0,0-1 1 0 0,-1 0 0 0 0,0 0 0 0 0,0-1 0 0 0,7-12 0 0 0,-7 10 1 0 0,-1-1 0 0 0,-1 0-1 0 0,0 0 1 0 0,0-1 0 0 0,-1 0 0 0 0,-1 0 0 0 0,0 0 0 0 0,2-20 0 0 0,-6 31 13 0 0,0-1 0 0 0,0 1 0 0 0,0-1 0 0 0,0 1 0 0 0,0-1 0 0 0,-1 1-1 0 0,-1-6 1 0 0,2 8-8 0 0,0 0-1 0 0,0 1 1 0 0,-1-1-1 0 0,1 0 0 0 0,0 1 1 0 0,-1-1-1 0 0,1 0 0 0 0,-1 1 1 0 0,1-1-1 0 0,-1 1 1 0 0,1-1-1 0 0,-1 1 0 0 0,1-1 1 0 0,-1 1-1 0 0,1 0 1 0 0,-1-1-1 0 0,0 1 0 0 0,1-1 1 0 0,-1 1-1 0 0,1 0 0 0 0,-1 0 1 0 0,0-1-1 0 0,0 1 1 0 0,1 0-1 0 0,-1 0 0 0 0,0 0 1 0 0,1 0-1 0 0,-1 0 1 0 0,0 0-1 0 0,1 0 0 0 0,-1 0 1 0 0,0 0-1 0 0,0 0 0 0 0,1 0 1 0 0,-1 0-1 0 0,0 1 1 0 0,1-1-1 0 0,-1 0 0 0 0,0 0 1 0 0,1 1-1 0 0,-1-1 1 0 0,1 1-1 0 0,-1-1 0 0 0,0 1 1 0 0,-6 3 46 0 0,1 0 0 0 0,0 0 0 0 0,0 1 0 0 0,0 0 0 0 0,0 0 0 0 0,1 1 0 0 0,0-1 0 0 0,-7 12 0 0 0,3-5-3 0 0,1 1-1 0 0,0 0 1 0 0,-7 20 0 0 0,4 2-12 0 0,10-33-32 0 0,0 1 0 0 0,1 0-1 0 0,0 0 1 0 0,-1 0 0 0 0,1 0 0 0 0,0-1-1 0 0,1 1 1 0 0,-1 0 0 0 0,0 0-1 0 0,2 5 1 0 0,3 0-2 0 0,-2-5-25 0 0,0 0 0 0 0,0-1 0 0 0,1 1-1 0 0,-1-1 1 0 0,1 0 0 0 0,-1 0 0 0 0,1 0 0 0 0,-1-1 0 0 0,1 1-1 0 0,0-1 1 0 0,0 0 0 0 0,0 0 0 0 0,0 0 0 0 0,0 0 0 0 0,0-1 0 0 0,0 0-1 0 0,0 0 1 0 0,7 0 0 0 0,0-1-61 0 0,0-1 1 0 0,0 0-1 0 0,0-1 0 0 0,0 0 1 0 0,17-7-1 0 0,-18 5 54 0 0,-1-1 0 0 0,0 0-1 0 0,0-1 1 0 0,0 0 0 0 0,-1 0-1 0 0,9-10 1 0 0,4-3 37 0 0,-7 8 33 0 0,-8 24-111 0 0,-1 5 154 0 0,2 24-1 0 0,-5-27 13 0 0,1-1-1 0 0,0 1 0 0 0,0-1 1 0 0,1 0-1 0 0,8 16 0 0 0,-10-26-82 0 0,-1 0-1 0 0,1 0 0 0 0,0 0 1 0 0,0 0-1 0 0,0-1 0 0 0,1 1 1 0 0,-1-1-1 0 0,1 0 1 0 0,-1 1-1 0 0,1-1 0 0 0,0 0 1 0 0,0-1-1 0 0,0 1 0 0 0,0 0 1 0 0,0-1-1 0 0,0 0 0 0 0,0 1 1 0 0,1-1-1 0 0,-1-1 0 0 0,0 1 1 0 0,1 0-1 0 0,-1-1 1 0 0,0 0-1 0 0,1 1 0 0 0,-1-1 1 0 0,4-1-1 0 0,0 0-199 0 0,0 1 0 0 0,-1-1-1 0 0,1-1 1 0 0,-1 0 0 0 0,0 0 0 0 0,1 0 0 0 0,-1 0-1 0 0,0-1 1 0 0,0 0 0 0 0,0 0 0 0 0,-1-1 0 0 0,1 0-1 0 0,-1 0 1 0 0,0 0 0 0 0,0-1 0 0 0,8-8 0 0 0,-7 5 28 0 0,1-1-1 0 0,-1 1 1 0 0,-1-1 0 0 0,0-1 0 0 0,0 1 0 0 0,-1-1 0 0 0,0 0 0 0 0,0 0 0 0 0,3-19-1 0 0,30-315 1446 0 0,-37 332-1179 0 0,0 11-91 0 0,4-60 1682 0 0,-4-78 1 0 0,0 139-1681 0 0,0 0 1 0 0,-1 0-1 0 0,1 0 0 0 0,0 0 0 0 0,0 0 1 0 0,0 0-1 0 0,0 0 0 0 0,0 0 0 0 0,0 0 1 0 0,0 0-1 0 0,0 0 0 0 0,0 0 0 0 0,0 0 1 0 0,0 0-1 0 0,0 0 0 0 0,0 0 0 0 0,0 0 1 0 0,0 0-1 0 0,0 0 0 0 0,0 0 0 0 0,-1 0 1 0 0,1 0-1 0 0,0 0 0 0 0,0 0 0 0 0,0 0 1 0 0,0 0-1 0 0,0 0 0 0 0,-2 14 680 0 0,-2 21 239 0 0,-1 38-938 0 0,-6 135-65 0 0,10-141-28 0 0,9 73 0 0 0,-1-69-4016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7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20415 0 0,'0'0'1848'0'0,"2"0"-1423"0"0,22-8 449 0 0,-1 1 0 0 0,1 2 0 0 0,33-5 0 0 0,78 0-949 0 0,-81 7-32 0 0,102-4-2677 0 0,-118 4 661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7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 8287 0 0,'0'0'639'0'0,"-1"1"-415"0"0,-2 12 3439 0 0,0 0 0 0 0,0 0 1 0 0,1 1-1 0 0,0 17 0 0 0,1-15-3307 0 0,-1 8 767 0 0,1 1 1 0 0,4 32-1 0 0,-2-43-1010 0 0,2 0-1 0 0,0 0 0 0 0,1 0 1 0 0,0 0-1 0 0,1-1 1 0 0,8 16-1 0 0,-10-27-64 0 0,-2-2-48 0 0,1 0 1 0 0,-1 0-1 0 0,0 0 1 0 0,1 0-1 0 0,-1 0 0 0 0,0-1 1 0 0,1 1-1 0 0,-1 0 1 0 0,0-1-1 0 0,0 1 0 0 0,0-1 1 0 0,1 1-1 0 0,-1-1 1 0 0,0 0-1 0 0,0 0 1 0 0,0 1-1 0 0,0-1 0 0 0,0 0 1 0 0,0 0-1 0 0,0 0 1 0 0,0 0-1 0 0,0 0 0 0 0,-1 0 1 0 0,1 0-1 0 0,0 0 1 0 0,0-2-1 0 0,1-1 1 0 0,5-7-1 0 0,-1 0 0 0 0,-1 0 0 0 0,5-14 0 0 0,8-18 0 0 0,13-11-309 0 0,52-70 1 0 0,-80 120 106 0 0,0 0 1 0 0,0 0-1 0 0,1 1 1 0 0,-1-1 0 0 0,1 1-1 0 0,0 0 1 0 0,5-3-1 0 0,10-2-2842 0 0,-16 8 2015 0 0,-1 0 0 0 0,0 0 0 0 0,1 0 0 0 0,-1 0 1 0 0,0 0-1 0 0,1 0 0 0 0,3 1 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8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0 525 6911 0 0,'2'0'14776'0'0,"3"0"-14530"0"0,0 0 0 0 0,-1 0 1 0 0,1 0-1 0 0,0 0 0 0 0,0-1 0 0 0,-1 0 0 0 0,1 0 0 0 0,0 0 1 0 0,-1-1-1 0 0,1 0 0 0 0,-1 0 0 0 0,1 0 0 0 0,-1 0 0 0 0,5-3 1 0 0,5-5 15 0 0,0-1 1 0 0,21-19-1 0 0,72-69 914 0 0,-84 74-1088 0 0,-17 17-91 0 0,1 1 1 0 0,13-13-1 0 0,-8 9-191 0 0,-1 0 0 0 0,0 0-1 0 0,0-2 1 0 0,-1 1 0 0 0,15-26 0 0 0,-21 32 140 0 0,3 1 41 0 0,-7 4 19 0 0,0 1 0 0 0,0 0-1 0 0,0-1 1 0 0,1 1 0 0 0,-1 0-1 0 0,0 0 1 0 0,0-1 0 0 0,1 1-1 0 0,-1 0 1 0 0,0 0 0 0 0,0 0 0 0 0,1-1-1 0 0,-1 1 1 0 0,0 0 0 0 0,1 0-1 0 0,-1 0 1 0 0,0 0 0 0 0,1-1-1 0 0,-1 1 1 0 0,0 0 0 0 0,1 0 0 0 0,-1 0-1 0 0,1 0 1 0 0,-1 0 0 0 0,0 0-1 0 0,1 0 1 0 0,-1 0 0 0 0,0 0-1 0 0,1 0 1 0 0,-1 0 0 0 0,0 1 0 0 0,1-1-1 0 0,-1 0 1 0 0,0 0 0 0 0,1 0-1 0 0,-1 0 1 0 0,0 0 0 0 0,1 1 0 0 0,-1-1-1 0 0,0 0 1 0 0,1 0 0 0 0,-1 1-1 0 0,0-1 1 0 0,1 1 0 0 0,2 10 273 0 0,-3-11-271 0 0,1 13 276 0 0,0 0 1 0 0,0 0-1 0 0,-2 0 1 0 0,1 0-1 0 0,-2 0 0 0 0,-4 21 1 0 0,1-4 236 0 0,-19 121 1068 0 0,-22 186-226 0 0,12-37-1347 0 0,32-288-118 0 0,-1 1 1 0 0,-1-1-1 0 0,0 0 1 0 0,-6 13-1 0 0,9-24-335 0 0,-1-9-4970 0 0</inkml:trace>
  <inkml:trace contextRef="#ctx0" brushRef="#br0" timeOffset="1">325 113 17503 0 0,'-3'-5'400'0'0,"1"1"1"0"0,0-1-1 0 0,0 1 0 0 0,1-1 0 0 0,0 0 1 0 0,-2-7-1 0 0,3 7 1098 0 0,0 1 0 0 0,0 0 0 0 0,0-1 0 0 0,2-7 0 0 0,-1 9-1388 0 0,-1 1 1 0 0,1 0-1 0 0,0 0 0 0 0,-1 0 0 0 0,1 0 1 0 0,0 0-1 0 0,0 0 0 0 0,1 1 1 0 0,-1-1-1 0 0,0 0 0 0 0,1 0 0 0 0,-1 1 1 0 0,0-1-1 0 0,1 1 0 0 0,0-1 0 0 0,-1 1 1 0 0,1 0-1 0 0,0 0 0 0 0,0 0 0 0 0,0 0 1 0 0,0 0-1 0 0,0 0 0 0 0,0 0 1 0 0,0 0-1 0 0,0 1 0 0 0,3-1 0 0 0,-1 0-509 0 0,0 0 0 0 0,0 1-1 0 0,0 0 1 0 0,0-1 0 0 0,0 2-1 0 0,0-1 1 0 0,0 0-1 0 0,0 1 1 0 0,0 0 0 0 0,0-1-1 0 0,0 2 1 0 0,0-1 0 0 0,0 0-1 0 0,4 3 1 0 0,9 5-8728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8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18799 0 0,'6'8'2007'0'0,"-4"-6"-1823"0"0,0 1-1 0 0,1-1 1 0 0,-1 0 0 0 0,0 0-1 0 0,1 0 1 0 0,-1 0 0 0 0,1-1-1 0 0,0 1 1 0 0,0-1 0 0 0,0 0-1 0 0,-1 1 1 0 0,1-1 0 0 0,0-1-1 0 0,0 1 1 0 0,0 0 0 0 0,1-1-1 0 0,-1 1 1 0 0,0-1 0 0 0,0 0-1 0 0,0 0 1 0 0,0 0 0 0 0,0-1-1 0 0,0 1 1 0 0,0-1 0 0 0,0 1-1 0 0,1-1 1 0 0,2-2 0 0 0,3 0 288 0 0,-1 0 0 0 0,0-1 1 0 0,1-1-1 0 0,-1 1 1 0 0,-1-1-1 0 0,1-1 1 0 0,-1 1-1 0 0,10-11 0 0 0,-6 4-362 0 0,-1-1-1 0 0,0 0 1 0 0,-1 0-1 0 0,-1-1 1 0 0,0 0-1 0 0,-1-1 1 0 0,0 1-1 0 0,6-23 1 0 0,-13 36-107 0 0,1 0 0 0 0,-1-1 0 0 0,1 1 0 0 0,-1 0 0 0 0,1-1 1 0 0,-1 1-1 0 0,0-1 0 0 0,0 1 0 0 0,0 0 0 0 0,0-1 0 0 0,0 1 0 0 0,0-1 0 0 0,0 1 1 0 0,0 0-1 0 0,-1-1 0 0 0,0 0 0 0 0,1 1-2 0 0,0 1 0 0 0,0-1 0 0 0,-1 1 1 0 0,1-1-1 0 0,0 1 0 0 0,0 0 0 0 0,-1-1 0 0 0,1 1 0 0 0,0 0 0 0 0,-1-1 1 0 0,1 1-1 0 0,-1 0 0 0 0,1 0 0 0 0,-1-1 0 0 0,1 1 0 0 0,0 0 0 0 0,-1 0 1 0 0,1-1-1 0 0,-1 1 0 0 0,1 0 0 0 0,-1 0 0 0 0,1 0 0 0 0,-1 0 0 0 0,1 0 0 0 0,-1 0 1 0 0,1 0-1 0 0,-1 0 0 0 0,1 0 0 0 0,-1 0 0 0 0,1 0 0 0 0,-1 0 0 0 0,1 0 1 0 0,-1 1-1 0 0,1-1 0 0 0,-1 0 0 0 0,1 0 0 0 0,0 0 0 0 0,-1 1 0 0 0,1-1 1 0 0,-1 0-1 0 0,1 0 0 0 0,-1 1 0 0 0,1 0 3 0 0,-8 4 35 0 0,0 1-1 0 0,1 1 0 0 0,0-1 0 0 0,1 1 0 0 0,-1 0 1 0 0,1 1-1 0 0,-6 9 0 0 0,9-12-21 0 0,-21 26 241 0 0,5-6-41 0 0,-26 44 1 0 0,40-60-239 0 0,1 0 0 0 0,0 0 1 0 0,1 0-1 0 0,-1 1 1 0 0,2-1-1 0 0,-1 1 0 0 0,1 0 1 0 0,1-1-1 0 0,-1 16 1 0 0,2-20-16 0 0,1 0 1 0 0,-1 0-1 0 0,1 0 1 0 0,0 0-1 0 0,0-1 1 0 0,0 1-1 0 0,1 0 1 0 0,-1 0-1 0 0,1-1 1 0 0,0 1-1 0 0,1-1 0 0 0,3 6 1 0 0,-3-6-276 0 0,-1-1-1 0 0,1 0 1 0 0,0 0 0 0 0,1 0-1 0 0,-1 0 1 0 0,0 0 0 0 0,1-1-1 0 0,0 1 1 0 0,-1-1-1 0 0,1 0 1 0 0,0 0 0 0 0,0 0-1 0 0,0-1 1 0 0,5 2 0 0 0,10 2-1892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213 332 10591 0 0,'-5'-47'2627'0'0,"1"18"4734"0"0,4 28-7132 0 0,0 0 1 0 0,0 1-1 0 0,0-1 0 0 0,0 0 0 0 0,0 0 0 0 0,0 0 1 0 0,-1 1-1 0 0,1-1 0 0 0,0 0 0 0 0,0 1 0 0 0,-1-1 1 0 0,1 0-1 0 0,-1 1 0 0 0,1-1 0 0 0,0 0 0 0 0,-1 1 1 0 0,0-1-1 0 0,1 1 0 0 0,-1-1 0 0 0,1 1 0 0 0,-1-1 1 0 0,1 1-1 0 0,-1-1 0 0 0,-1 0 0 0 0,1 1-22 0 0,0-1 0 0 0,-1 1 0 0 0,1 0 1 0 0,-1 0-1 0 0,1 0 0 0 0,-1 0 0 0 0,1 0 0 0 0,-1 0 0 0 0,1 0 0 0 0,0 0 0 0 0,-1 0 0 0 0,-1 1 0 0 0,-2 1 86 0 0,0-1 0 0 0,-1 1-1 0 0,1 1 1 0 0,0-1 0 0 0,-8 6 0 0 0,3 0-88 0 0,-1 1 0 0 0,2 0 0 0 0,0 1 1 0 0,0 0-1 0 0,-15 21 0 0 0,11-11-86 0 0,2 1 0 0 0,-14 31 0 0 0,22-45-119 0 0,1 0 0 0 0,-1-1 0 0 0,2 1 0 0 0,-1 0 0 0 0,1 1 0 0 0,0-1 1 0 0,1 0-1 0 0,-1 0 0 0 0,1 0 0 0 0,1 0 0 0 0,-1 1 0 0 0,3 6 0 0 0,-2-9-31 0 0,0-1 0 0 0,1 1 0 0 0,-1-1 0 0 0,1 0 0 0 0,0 1 0 0 0,0-1 0 0 0,0 0 0 0 0,1 0 0 0 0,0-1 0 0 0,-1 1 0 0 0,1-1 0 0 0,0 1 0 0 0,1-1 0 0 0,-1 0 0 0 0,1 0 0 0 0,-1 0 0 0 0,1 0 0 0 0,0-1 0 0 0,7 4 0 0 0,-2-2-110 0 0,1-1 1 0 0,0 1-1 0 0,1-2 0 0 0,-1 1 1 0 0,0-2-1 0 0,1 1 0 0 0,-1-1 0 0 0,1-1 1 0 0,-1 0-1 0 0,1 0 0 0 0,0-1 1 0 0,-1-1-1 0 0,0 1 0 0 0,1-2 1 0 0,19-6-1 0 0,-16 3-43 0 0,0 0 0 0 0,-1-1 0 0 0,0 0 0 0 0,0-1-1 0 0,0-1 1 0 0,-1 0 0 0 0,0 0 0 0 0,-1-2 0 0 0,0 1 0 0 0,15-20 0 0 0,-4 0 148 0 0,-1-1-1 0 0,-2-1 1 0 0,-1-1 0 0 0,-2 0-1 0 0,-1-2 1 0 0,-1 0 0 0 0,-2 0-1 0 0,-2-1 1 0 0,-1 0-1 0 0,6-61 1 0 0,-13 66 587 0 0,-1 29-408 0 0,-1-1-1 0 0,-1 1 0 0 0,1 0 1 0 0,0-1-1 0 0,-1 1 1 0 0,1-1-1 0 0,-1 1 0 0 0,0 0 1 0 0,1 0-1 0 0,-3-3 0 0 0,3 4 417 0 0,-4 5-136 0 0,0-1-283 0 0,1 0 0 0 0,0 1 0 0 0,0-1 1 0 0,0 1-1 0 0,0 0 0 0 0,0 0 1 0 0,1 0-1 0 0,0 0 0 0 0,-4 8 0 0 0,-6 25-68 0 0,2 0-1 0 0,2 0 0 0 0,1 1 0 0 0,-3 53 1 0 0,10 156-3495 0 0,-2-215 145 0 0,-1-20 1453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9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9 292 6447 0 0,'-1'0'63'0'0,"0"-1"-1"0"0,1 1 0 0 0,-1 0 1 0 0,1-1-1 0 0,-1 1 0 0 0,1-1 1 0 0,0 1-1 0 0,-1-1 0 0 0,1 1 1 0 0,-1-1-1 0 0,1 1 0 0 0,0-1 1 0 0,-1 1-1 0 0,1-1 0 0 0,0 1 1 0 0,0-1-1 0 0,-1 0 0 0 0,1 1 1 0 0,0-1-1 0 0,0 1 0 0 0,0-1 1 0 0,0 0-1 0 0,0 1 0 0 0,0-1 1 0 0,0-1-1 0 0,0 1 509 0 0,1 0 1 0 0,-1-1-1 0 0,1 1 0 0 0,0 0 1 0 0,-1 0-1 0 0,1-1 0 0 0,0 1 1 0 0,0 0-1 0 0,0 0 0 0 0,0 0 1 0 0,0 0-1 0 0,1-1 0 0 0,5-4 2224 0 0,0 1-1 0 0,0-1 0 0 0,13-5 1 0 0,-8 4-1249 0 0,23-7 1 0 0,63-11-873 0 0,-89 23-606 0 0,-1 1 0 0 0,1 0 0 0 0,-1 0 0 0 0,1 1 0 0 0,-1 0 0 0 0,17 3 0 0 0,-22-3-26 0 0,0 1 1 0 0,0-1-1 0 0,0 1 0 0 0,-1 0 0 0 0,1 0 0 0 0,0 0 0 0 0,-1 0 0 0 0,1 1 0 0 0,-1-1 0 0 0,1 1 0 0 0,-1 0 0 0 0,0-1 0 0 0,1 1 0 0 0,-1 0 0 0 0,0 0 0 0 0,0 1 0 0 0,-1-1 0 0 0,1 0 0 0 0,0 0 0 0 0,-1 1 0 0 0,1-1 0 0 0,-1 1 0 0 0,0 0 0 0 0,1 3 0 0 0,33 155 274 0 0,-34-152-355 0 0,4 6-729 0 0,2-5-4586 0 0</inkml:trace>
  <inkml:trace contextRef="#ctx0" brushRef="#br0" timeOffset="1">365 47 20071 0 0,'-1'-3'293'0'0,"0"0"-1"0"0,0 0 1 0 0,0 0 0 0 0,1-1-1 0 0,-1 1 1 0 0,1 0 0 0 0,0 0-1 0 0,0-1 1 0 0,0-4 0 0 0,0-2 2051 0 0,11 11-1568 0 0,-8 0-809 0 0,0 0 0 0 0,-1 0 0 0 0,1 0 0 0 0,0 0-1 0 0,-1 0 1 0 0,1 0 0 0 0,-1 1 0 0 0,0-1 0 0 0,4 4 0 0 0,5 2-356 0 0,62 36-6628 0 0,-52-31 59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29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4607 0 0,'16'3'23409'0'0,"-20"3"-24279"0"0,-4 6 1571 0 0,-1-1 1 0 0,0 0 0 0 0,-14 13 0 0 0,-13 15 143 0 0,25-24-596 0 0,-17 27-1 0 0,24-36-200 0 0,1 1 0 0 0,0 0 0 0 0,0 0 0 0 0,0 1 0 0 0,1-1 0 0 0,-2 15 0 0 0,1-9-48 0 0,3-12-4 0 0,0-1 0 0 0,0 1 0 0 0,-1 0 0 0 0,1 0 0 0 0,0 0 0 0 0,0 0 0 0 0,0 0 0 0 0,0-1 0 0 0,0 1 0 0 0,0 0 0 0 0,0 0 0 0 0,0 0 0 0 0,0 0-1 0 0,1 0 1 0 0,-1-1 0 0 0,0 1 0 0 0,0 0 0 0 0,1 0 0 0 0,-1 0 0 0 0,0-1 0 0 0,1 1 0 0 0,-1 0 0 0 0,1 0 0 0 0,-1-1 0 0 0,1 1 0 0 0,0-1 0 0 0,-1 1 0 0 0,1 0 0 0 0,0-1 0 0 0,-1 1 0 0 0,1-1 0 0 0,0 1 0 0 0,-1-1 0 0 0,1 0 0 0 0,0 1 0 0 0,0-1 0 0 0,0 0 0 0 0,-1 1-1 0 0,1-1 1 0 0,0 0 0 0 0,0 0 0 0 0,0 0 0 0 0,1 0 0 0 0,0 1-7 0 0,0-1-16 0 0,1 0 0 0 0,0 0 1 0 0,-1 0-1 0 0,1 0 0 0 0,0 0 1 0 0,0-1-1 0 0,-1 1 0 0 0,1-1 1 0 0,-1 0-1 0 0,1 0 0 0 0,-1 0 0 0 0,1 0 1 0 0,3-2-1 0 0,33-23-306 0 0,-33 22 269 0 0,15-13-272 0 0,33-35 1 0 0,-35 32 50 0 0,33-26 0 0 0,-45 40 290 0 0,0 1-1 0 0,0 1 1 0 0,1 0-1 0 0,-1 0 1 0 0,1 0-1 0 0,0 1 1 0 0,0 0-1 0 0,0 1 1 0 0,10-3-1 0 0,-17 6 38 0 0,0-1-1 0 0,0 0 1 0 0,0 1 0 0 0,0-1-1 0 0,0 1 1 0 0,0 0 0 0 0,0-1-1 0 0,-1 1 1 0 0,1 0 0 0 0,0-1-1 0 0,0 1 1 0 0,-1 0-1 0 0,1 0 1 0 0,0 0 0 0 0,-1-1-1 0 0,1 1 1 0 0,-1 0 0 0 0,1 2-1 0 0,0-2 48 0 0,2 5 75 0 0,0 0-1 0 0,0 0 1 0 0,-1 0 0 0 0,0 0-1 0 0,-1 1 1 0 0,1-1-1 0 0,-1 0 1 0 0,0 1 0 0 0,0 9-1 0 0,-1-7-61 0 0,1 0-1 0 0,1 0 0 0 0,4 17 0 0 0,-1-12-59 0 0,-4-8-28 0 0,1 0-1 0 0,-1-1 0 0 0,2 1 0 0 0,-1-1 0 0 0,0 0 0 0 0,1 0 1 0 0,0 0-1 0 0,0 0 0 0 0,1 0 0 0 0,-1 0 0 0 0,7 5 0 0 0,-10-10-12 0 0,1 1-1 0 0,0-1 1 0 0,-1 0-1 0 0,1 0 1 0 0,0 0-1 0 0,-1 1 1 0 0,1-1-1 0 0,0 0 1 0 0,-1 0-1 0 0,1 0 1 0 0,0 0-1 0 0,0 0 1 0 0,-1 0-1 0 0,1 0 0 0 0,0 0 1 0 0,-1-1-1 0 0,1 1 1 0 0,0 0-1 0 0,0 0 1 0 0,-1 0-1 0 0,1-1 1 0 0,0 1-1 0 0,-1 0 1 0 0,1-1-1 0 0,-1 1 1 0 0,1-1-1 0 0,-1 1 1 0 0,1-1-1 0 0,0 1 1 0 0,-1-1-1 0 0,0 1 1 0 0,1-1-1 0 0,-1 1 1 0 0,1-2-1 0 0,0 1 5 0 0,3-5 3 0 0,1-1 1 0 0,-1 1 0 0 0,-1-1 0 0 0,1 0 0 0 0,2-10 0 0 0,5-9-9 0 0,-3 11-11 0 0,1 1 0 0 0,0-1 0 0 0,1 2 0 0 0,0-1 0 0 0,14-13 1 0 0,-19 22 4 0 0,0 0 0 0 0,0 0 0 0 0,1 0 0 0 0,-1 1 1 0 0,1 0-1 0 0,0 0 0 0 0,1 1 0 0 0,-1-1 1 0 0,1 1-1 0 0,-1 1 0 0 0,1-1 0 0 0,0 1 1 0 0,0 0-1 0 0,11-1 0 0 0,-15 3 11 0 0,1 1 0 0 0,-1-1 0 0 0,0 0 0 0 0,0 1 0 0 0,0 0 0 0 0,0 0 0 0 0,1 0 0 0 0,-1 0 0 0 0,0 0 0 0 0,-1 1 0 0 0,1-1 0 0 0,0 1-1 0 0,0 0 1 0 0,-1 0 0 0 0,1 0 0 0 0,-1 0 0 0 0,1 0 0 0 0,-1 1 0 0 0,0-1 0 0 0,0 1 0 0 0,0-1 0 0 0,0 1 0 0 0,0 0 0 0 0,1 3 0 0 0,4 8 26 0 0,-1 1 0 0 0,0-1 0 0 0,6 26 0 0 0,-5-18-208 0 0,1 1 0 0 0,0-1 1 0 0,2-1-1 0 0,21 37 0 0 0,-18-38-819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0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7 107 8287 0 0,'-6'5'16371'0'0,"26"-14"-6474"0"0,-10 5-14000 0 0,43-23 4325 0 0,56-22-114 0 0,-96 44-109 0 0,2 0 0 0 0,-1 1 0 0 0,0 1 0 0 0,1 1 0 0 0,-1 0 0 0 0,18 0 0 0 0,-17 3 1 0 0,-12 1 0 0 0,-2 0 0 0 0,5 5 0 0 0,-5-4 3 0 0,-1-1 1 0 0,1 0-1 0 0,-1 1 0 0 0,0-1 1 0 0,1 0-1 0 0,-1 1 1 0 0,0-1-1 0 0,0 0 0 0 0,-1 1 1 0 0,1-1-1 0 0,-1 0 0 0 0,1 1 1 0 0,-1-1-1 0 0,1 0 0 0 0,-3 4 1 0 0,-18 34 213 0 0,19-37-200 0 0,-9 14 88 0 0,-1-1 0 0 0,-23 23 0 0 0,8-9-41 0 0,3-4-37 0 0,12-13-9 0 0,1 0 0 0 0,0 0 0 0 0,1 1 0 0 0,-11 19 0 0 0,18-23-18 0 0,4-1 0 0 0,0-6 0 0 0,0-1 0 0 0,0 0 0 0 0,0 0 0 0 0,0 0 0 0 0,0 0 0 0 0,1 0 0 0 0,-1 0 0 0 0,1 0 0 0 0,0-1 0 0 0,-1 1 0 0 0,1 0 0 0 0,0-1 0 0 0,0 1 0 0 0,0-1 0 0 0,0 0 0 0 0,4 2 0 0 0,3 1 0 0 0,0-1 0 0 0,18 5 0 0 0,-9-4 0 0 0,-3 1 0 0 0,0 0 0 0 0,22 11 0 0 0,-30-12 0 0 0,0 0 0 0 0,0 1 0 0 0,0 0 0 0 0,0 0 0 0 0,-1 0 0 0 0,10 10 0 0 0,-14-12 10 0 0,0-1 0 0 0,0 1 0 0 0,0 0 0 0 0,0-1 0 0 0,-1 1-1 0 0,1 0 1 0 0,-1 0 0 0 0,0 0 0 0 0,0 0 0 0 0,0 0 0 0 0,0 0 0 0 0,-1 0 0 0 0,1 0 0 0 0,-1 1 0 0 0,1-1 0 0 0,-2 5 0 0 0,1-4 23 0 0,-1 1 1 0 0,0-1 0 0 0,0 0 0 0 0,-1 1 0 0 0,1-1 0 0 0,-1 0 0 0 0,0 0-1 0 0,0 0 1 0 0,0 0 0 0 0,-5 6 0 0 0,-1-1 28 0 0,0-1 0 0 0,0 1 0 0 0,-1-2 0 0 0,0 1 1 0 0,0-1-1 0 0,-1 0 0 0 0,0-1 0 0 0,-12 6 0 0 0,6-5-4 0 0,0 0 0 0 0,-25 6 0 0 0,32-10-175 0 0,0-1 0 0 0,0-1 0 0 0,0 0 0 0 0,0 0 0 0 0,0-1 0 0 0,-15-1 0 0 0,15-2-22 0 0,8 3 30 0 0,1 0 0 0 0,0 0 0 0 0,-1 0 0 0 0,1 0 0 0 0,0 0 0 0 0,-1 0 1 0 0,1 0-1 0 0,0 0 0 0 0,-1 0 0 0 0,1 0 0 0 0,0-1 0 0 0,-1 1 0 0 0,1 0 0 0 0,0 0 0 0 0,0 0 0 0 0,-1-1 1 0 0,1 1-1 0 0,0 0 0 0 0,0 0 0 0 0,-1-1 0 0 0,1 1 0 0 0,0 0 0 0 0,0 0 0 0 0,0-1 0 0 0,-1 1 1 0 0,1 0-1 0 0,0-1 0 0 0,4-7-2486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9671 0 0,'0'0'748'0'0,"2"0"-492"0"0,18 3 2 0 0,13-4 5311 0 0,-8 0 108 0 0,-10 1-3739 0 0,1-1 1 0 0,19-4-1 0 0,30-12 122 0 0,60-33-4883 0 0,-110 44 2182 0 0,15-7-1054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0 6447 0 0,'-1'2'5066'0'0,"0"2"-2179"0"0,-1-1 1 0 0,1 1 0 0 0,-1-1 0 0 0,-5 7-1 0 0,-24 25 2116 0 0,4-5-4017 0 0,-5 10-779 0 0,-3-2 0 0 0,0-2-1 0 0,-63 49 1 0 0,85-75-207 0 0,-31 27 0 0 0,44-36 0 0 0,-1-1 0 0 0,1 0 0 0 0,0 1 0 0 0,-1-1 0 0 0,1 0 0 0 0,0 1 0 0 0,0-1 0 0 0,-1 1 0 0 0,1-1 0 0 0,0 1 0 0 0,0-1 0 0 0,0 0 0 0 0,0 1 0 0 0,-1-1 0 0 0,1 1 0 0 0,0-1 0 0 0,0 1 0 0 0,0-1 0 0 0,0 1 0 0 0,0-1 0 0 0,0 1 0 0 0,0-1 0 0 0,0 1 0 0 0,1-1 0 0 0,-1 1 0 0 0,0-1 0 0 0,0 1 0 0 0,0-1 0 0 0,0 0 0 0 0,1 1 0 0 0,-1-1 0 0 0,0 1 0 0 0,0-1 0 0 0,1 0 0 0 0,-1 1 0 0 0,0-1 0 0 0,1 0 0 0 0,-1 1 0 0 0,0-1 0 0 0,1 0 0 0 0,-1 1 0 0 0,0-1 0 0 0,1 0 0 0 0,-1 0 0 0 0,1 1 0 0 0,-1-1 0 0 0,1 0 0 0 0,-1 0 0 0 0,1 0 0 0 0,0 0 0 0 0,0 1 0 0 0,3 1 0 0 0,-1 0 0 0 0,1-1 0 0 0,0 0 0 0 0,0 1 0 0 0,0-1 0 0 0,1-1 0 0 0,-1 1 0 0 0,0 0 0 0 0,0-1 0 0 0,0 0 0 0 0,7-1 0 0 0,6 0 0 0 0,25-7 0 0 0,-25 5 0 0 0,64-16-545 0 0,141-54 0 0 0,-203 66 488 0 0,23-12-1477 0 0,-16 4-2588 0 0,-14 9-5363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23927 0 0,'0'0'2165'0'0,"1"2"-1781"0"0,2 30 812 0 0,-1-1-1 0 0,-3 46 1 0 0,0-18-223 0 0,1 67-315 0 0,29 221-1 0 0,-29-342-926 0 0,1-1 0 0 0,0 1 1 0 0,1 0-1 0 0,-1-1 0 0 0,1 1 0 0 0,0-1 0 0 0,0 1 1 0 0,0-1-1 0 0,5 6 0 0 0,-7-10 108 0 0,0 1 0 0 0,1-1-1 0 0,-1 1 1 0 0,1-1 0 0 0,-1 0 0 0 0,0 1-1 0 0,1-1 1 0 0,-1 0 0 0 0,1 1-1 0 0,-1-1 1 0 0,1 0 0 0 0,-1 0 0 0 0,1 1-1 0 0,-1-1 1 0 0,1 0 0 0 0,-1 0 0 0 0,2 0-1 0 0,0 1-374 0 0,10 1-1401 0 0</inkml:trace>
  <inkml:trace contextRef="#ctx0" brushRef="#br0" timeOffset="1">500 146 25775 0 0,'0'0'3368'0'0,"0"10"-4968"0"0,1 1 680 0 0</inkml:trace>
  <inkml:trace contextRef="#ctx0" brushRef="#br0" timeOffset="2">616 467 13823 0 0,'-1'1'1062'0'0,"-18"27"648"0"0,4 5 6849 0 0,0-8-3223 0 0,1 0-3814 0 0,14-24-1048 0 0,0 8-2449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46 17047 0 0,'-1'-4'1197'0'0,"1"-1"-952"0"0,0 0-1 0 0,1 0 0 0 0,-1 0 0 0 0,2-5 0 0 0,4-1 8511 0 0,-2 83-6304 0 0,-21 149-1601 0 0,-1 38-853 0 0,17-227-489 0 0,0 14-238 0 0,5-15-9207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3223 0 0,'3'0'21143'0'0,"8"-3"-20348"0"0,0 0 0 0 0,0 0 1 0 0,0-1-1 0 0,17-10 0 0 0,42-27-337 0 0,-52 30-179 0 0,59-45 195 0 0,-58 41-356 0 0,0 0 0 0 0,1 1 0 0 0,1 2 0 0 0,41-20 0 0 0,-58 31-93 0 0,-1 0-1 0 0,1-1 1 0 0,-1 1-1 0 0,1 1 1 0 0,-1-1-1 0 0,1 1 1 0 0,0-1 0 0 0,-1 1-1 0 0,1 0 1 0 0,6 1-1 0 0,-7 0-5 0 0,-1-1-1 0 0,1 1 0 0 0,-1 0 1 0 0,0 0-1 0 0,0 0 1 0 0,1 1-1 0 0,-1-1 0 0 0,0 0 1 0 0,0 1-1 0 0,0 0 0 0 0,-1-1 1 0 0,1 1-1 0 0,0 0 1 0 0,0 0-1 0 0,-1 0 0 0 0,3 4 1 0 0,3 5 85 0 0,-1 1 0 0 0,-1 0 0 0 0,1 0 0 0 0,-2 1 0 0 0,6 23 0 0 0,8 69 366 0 0,-16-86-379 0 0,6 51 108 0 0,8 47-67 0 0,-12-91-68 0 0,-4-26-61 0 0,1 0 0 0 0,-1 0 0 0 0,1 0 0 0 0,-1 0-1 0 0,1 0 1 0 0,-1 0 0 0 0,1-1 0 0 0,0 1 0 0 0,-1 0 0 0 0,1 0 0 0 0,-1 0 0 0 0,0-1 0 0 0,1 1 0 0 0,-1 0 0 0 0,1 0 0 0 0,-1-1 0 0 0,1 0 0 0 0,7-7-42 0 0,0-1 0 0 0,-1 0 0 0 0,0 0 0 0 0,-1-1 0 0 0,0 0 1 0 0,0 0-1 0 0,6-18 0 0 0,0 4-98 0 0,14-44 17 0 0,-1 4 78 0 0,-22 57 40 0 0,1-1 1 0 0,0 1 0 0 0,0 0 0 0 0,1 1 0 0 0,11-13 0 0 0,-15 18 138 0 0,0 1-127 0 0,0 1-1 0 0,0-1 1 0 0,0 0 0 0 0,0 1 0 0 0,0-1-1 0 0,0 1 1 0 0,0-1 0 0 0,0 1 0 0 0,-1-1-1 0 0,1 1 1 0 0,0 0 0 0 0,0-1 0 0 0,0 1-1 0 0,0 0 1 0 0,-1 0 0 0 0,2 1 0 0 0,9 15 80 0 0,-6-7-50 0 0,0 0 0 0 0,-1 0 0 0 0,-1 0 0 0 0,1 0 0 0 0,1 12 0 0 0,5 55 23 0 0,3 6-325 0 0,-7-66 28 0 0,8 2-5048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3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18631 0 0,'0'0'1684'0'0,"2"1"-1385"0"0,1 2 116 0 0,0 0 0 0 0,0 0 0 0 0,0 0 0 0 0,0 0 0 0 0,-1 1 1 0 0,1-1-1 0 0,-1 1 0 0 0,0-1 0 0 0,0 1 0 0 0,0 0 0 0 0,0 0 0 0 0,-1 0 0 0 0,2 8 1 0 0,2 10 1204 0 0,3 31 0 0 0,-5-29-886 0 0,3 20 58 0 0,-4-23-451 0 0,1 1 1 0 0,0-1-1 0 0,13 38 1 0 0,-15-57-193 0 0,12-17-89 0 0,37-54-579 0 0,21-24-1026 0 0,-60 82 1376 0 0,-1 0-1 0 0,2 0 1 0 0,0 1 0 0 0,0 0-1 0 0,19-11 1 0 0,-20 15-42 0 0,1 1 1 0 0,0 0-1 0 0,0 1 0 0 0,0 1 1 0 0,20-4-1 0 0,-32 7 228 0 0,1 0-1 0 0,0 0 1 0 0,0 0-1 0 0,0 0 1 0 0,0 0 0 0 0,0 1-1 0 0,0-1 1 0 0,-1 0-1 0 0,1 0 1 0 0,0 1 0 0 0,0-1-1 0 0,0 0 1 0 0,-1 1-1 0 0,1-1 1 0 0,0 1-1 0 0,0-1 1 0 0,-1 1 0 0 0,1-1-1 0 0,0 1 1 0 0,-1-1-1 0 0,1 1 1 0 0,-1 0 0 0 0,1-1-1 0 0,0 1 1 0 0,-1 0-1 0 0,0 0 1 0 0,1-1 0 0 0,-1 1-1 0 0,1 0 1 0 0,-1 0-1 0 0,0 0 1 0 0,0 0 0 0 0,1-1-1 0 0,-1 1 1 0 0,0 0-1 0 0,0 2 1 0 0,1 3 204 0 0,0 0 0 0 0,-1 0 1 0 0,0 10-1 0 0,0-14-183 0 0,-3 21 315 0 0,-1-1-1 0 0,0 1 1 0 0,-2-1-1 0 0,0 0 1 0 0,-13 27-1 0 0,-10 39 96 0 0,27-83-429 0 0,1 0 0 0 0,0 0 0 0 0,1 0 0 0 0,-1 0-1 0 0,1 9 1 0 0,4 0-7 0 0,0-12-14 0 0,-3-2 3 0 0,2 2-21 0 0,0-1 0 0 0,0 0 0 0 0,-1 0 0 0 0,1 0-1 0 0,0 0 1 0 0,0-1 0 0 0,0 1 0 0 0,0-1 0 0 0,0 1 0 0 0,0-1 0 0 0,0 0 0 0 0,0-1-1 0 0,0 1 1 0 0,0 0 0 0 0,0-1 0 0 0,0 1 0 0 0,0-1 0 0 0,0 0 0 0 0,-1 0 0 0 0,6-3 0 0 0,5-2-141 0 0,1-1 1 0 0,20-14 0 0 0,-24 14 107 0 0,0 0-1 0 0,0-1 0 0 0,0 0 1 0 0,-1-1-1 0 0,0 0 0 0 0,-1 0 0 0 0,0-1 1 0 0,-1 0-1 0 0,0 0 0 0 0,0-1 1 0 0,-1 0-1 0 0,-1 0 0 0 0,1-1 1 0 0,-2 1-1 0 0,0-1 0 0 0,0 0 0 0 0,2-14 1 0 0,-5 16 46 0 0,0 0-1 0 0,0 0 1 0 0,-1 0 0 0 0,0 1 0 0 0,0-1 0 0 0,-1 0 0 0 0,-4-15-1 0 0,4 21-74 0 0,-1-1-1 0 0,0 0 0 0 0,0 0 1 0 0,-1 1-1 0 0,1-1 0 0 0,-1 1 1 0 0,0-1-1 0 0,0 1 0 0 0,0 0 1 0 0,-1 0-1 0 0,1 1 0 0 0,-1-1 1 0 0,0 1-1 0 0,0 0 0 0 0,-9-6 1 0 0,12 9-398 0 0,-4-3 913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22719 0 0,'0'0'2061'0'0,"0"1"-1698"0"0,-11 23 855 0 0,2 0-1 0 0,0 0 1 0 0,2 1-1 0 0,-6 33 1 0 0,-8 105-406 0 0,20-160-792 0 0,-3 40-139 0 0,2-1 1 0 0,2 1-1 0 0,9 73 0 0 0,-7-91-197 0 0,-1-13-452 0 0,5 22 0 0 0,-6-31 401 0 0,1 0 0 0 0,0-1 0 0 0,-1 1-1 0 0,1-1 1 0 0,1 1 0 0 0,-1-1 0 0 0,0 0 0 0 0,0 1 0 0 0,1-1 0 0 0,0 0 0 0 0,-1 0 0 0 0,1 0 0 0 0,4 3-1 0 0,3 1-2181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3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 16583 0 0,'0'0'1276'0'0,"-1"0"-822"0"0,-3-3-42 0 0,3 4 93 0 0,-1 0 1 0 0,1 0 0 0 0,0 0 0 0 0,0 0-1 0 0,0 0 1 0 0,0 0 0 0 0,0 0-1 0 0,0 0 1 0 0,0 0 0 0 0,0 0 0 0 0,-1 3 198 0 0,-2 2 352 0 0,0 1 0 0 0,1 0 0 0 0,-6 14-1 0 0,-8 49 582 0 0,13-51-1271 0 0,-26 212 520 0 0,25-181-823 0 0,-8 273-8930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4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5 382 22087 0 0,'0'2'1011'0'0,"-1"0"-934"0"0,0 0 0 0 0,0 1 0 0 0,1-1 0 0 0,-1 1 0 0 0,1-1 0 0 0,0 1 0 0 0,-1-1 0 0 0,1 1 0 0 0,0-1 0 0 0,1 1 0 0 0,-1-1 0 0 0,0 1 0 0 0,1-1 0 0 0,-1 1 0 0 0,1-1 0 0 0,0 1 0 0 0,2 3 0 0 0,-1-3 39 0 0,0 0 0 0 0,0-1 0 0 0,0 1 0 0 0,0-1 0 0 0,1 1-1 0 0,-1-1 1 0 0,1 0 0 0 0,0 0 0 0 0,-1 0 0 0 0,1-1 0 0 0,0 1 0 0 0,4 1 0 0 0,2 0 101 0 0,0 0 1 0 0,0 0 0 0 0,0-1-1 0 0,0 0 1 0 0,1-1 0 0 0,-1 0-1 0 0,1 0 1 0 0,16-2 0 0 0,-2-2-60 0 0,0-1 1 0 0,-1-2-1 0 0,1 0 1 0 0,-1-1-1 0 0,-1-2 1 0 0,1 0-1 0 0,37-22 1 0 0,-16 3 19 0 0,-1-1 1 0 0,61-54 0 0 0,-102 82-179 0 0,42-37 22 0 0,-1-2 0 0 0,64-78-1 0 0,-125 134-2 0 0,0 11 56 0 0,1 1 1 0 0,1 1 0 0 0,2 1-1 0 0,1 0 1 0 0,1 0-1 0 0,-9 40 1 0 0,17-55-229 0 0,1 0 1 0 0,0 0-1 0 0,1 0 1 0 0,0 1-1 0 0,2-1 1 0 0,0 0-1 0 0,0 1 1 0 0,4 21-1 0 0,-3-31 83 0 0,1 0 1 0 0,-1 0-1 0 0,1 0 0 0 0,0 0 0 0 0,0-1 1 0 0,1 1-1 0 0,0-1 0 0 0,0 1 1 0 0,0-1-1 0 0,0 0 0 0 0,1 0 0 0 0,0-1 1 0 0,0 1-1 0 0,0-1 0 0 0,1 0 1 0 0,0 0-1 0 0,-1 0 0 0 0,1-1 0 0 0,1 1 1 0 0,-1-1-1 0 0,0-1 0 0 0,1 1 1 0 0,-1-1-1 0 0,8 3 0 0 0,-3-3-498 0 0,1 0 1 0 0,0 0-1 0 0,0-1 0 0 0,0-1 1 0 0,1 0-1 0 0,-1 0 0 0 0,0-1 1 0 0,0-1-1 0 0,0 1 0 0 0,0-2 1 0 0,-1 0-1 0 0,1 0 1 0 0,-1-1-1 0 0,1 0 0 0 0,-1 0 1 0 0,0-1-1 0 0,-1-1 0 0 0,1 0 1 0 0,14-12-1 0 0,-18 11 262 0 0,1 0 1 0 0,-1 0-1 0 0,-1-1 1 0 0,1 0-1 0 0,7-16 1 0 0,-2 5 534 0 0,-3 4 448 0 0,9-25 0 0 0,-4 9 966 0 0,-12 29-1238 0 0,0 0 0 0 0,0 0 0 0 0,-1-1 0 0 0,1 1 0 0 0,-1 0 0 0 0,0 0 0 0 0,0 0 0 0 0,0-5 0 0 0,0 5 735 0 0,-14 15 162 0 0,10-8-1154 0 0,1 0 0 0 0,0 1 1 0 0,0-1-1 0 0,0 1 0 0 0,1-1 0 0 0,0 1 0 0 0,0 0 1 0 0,0 0-1 0 0,1 0 0 0 0,0 0 0 0 0,0 1 1 0 0,1-1-1 0 0,-1 0 0 0 0,1 0 0 0 0,1 0 1 0 0,-1 0-1 0 0,2 9 0 0 0,0-10-136 0 0,-1 0-1 0 0,1 0 1 0 0,0 0 0 0 0,0 0-1 0 0,0 0 1 0 0,1 0 0 0 0,0 0-1 0 0,-1-1 1 0 0,2 0 0 0 0,-1 1-1 0 0,0-1 1 0 0,1 0 0 0 0,0-1-1 0 0,0 1 1 0 0,0-1 0 0 0,0 1-1 0 0,1-1 1 0 0,0-1 0 0 0,-1 1-1 0 0,7 2 1 0 0,8 2 6 0 0,0-1 0 0 0,0 0 0 0 0,0-2 0 0 0,1 0-1 0 0,0-1 1 0 0,22 0 0 0 0,-12-3 54 0 0,0-1 0 0 0,0-1-1 0 0,42-8 1 0 0,-58 6 32 0 0,1 0 1 0 0,-1 0-1 0 0,0-1 1 0 0,-1-1-1 0 0,0 0 0 0 0,15-10 1 0 0,-19 11-42 0 0,-1-1 0 0 0,1 0 0 0 0,-1-1 0 0 0,-1 0-1 0 0,1 0 1 0 0,-1-1 0 0 0,0 0 0 0 0,-1 0 0 0 0,8-13 0 0 0,-11 17-38 0 0,-1 0-1 0 0,-1-1 1 0 0,1 1 0 0 0,0 0-1 0 0,-1-1 1 0 0,0 1 0 0 0,0-1-1 0 0,0 1 1 0 0,-1-1 0 0 0,1-7-1 0 0,-2 10 2 0 0,1 0-1 0 0,0 0 0 0 0,0 0 1 0 0,-1 0-1 0 0,1 0 1 0 0,-1 0-1 0 0,0 0 1 0 0,0 0-1 0 0,1 0 0 0 0,-1 0 1 0 0,0 1-1 0 0,-1-1 1 0 0,1 0-1 0 0,0 1 0 0 0,0-1 1 0 0,-1 1-1 0 0,1-1 1 0 0,-1 1-1 0 0,1 0 1 0 0,-1-1-1 0 0,0 1 0 0 0,1 0 1 0 0,-1 0-1 0 0,0 0 1 0 0,0 0-1 0 0,-2 0 0 0 0,-2-1 13 0 0,-1 1 1 0 0,0-1-1 0 0,0 1 0 0 0,0 1 0 0 0,0 0 0 0 0,0 0 0 0 0,0 0 0 0 0,-1 1 0 0 0,1 0 0 0 0,1 0 0 0 0,-1 0 0 0 0,0 1 0 0 0,0 0 1 0 0,0 1-1 0 0,-9 5 0 0 0,-2 0 66 0 0,1 2 0 0 0,0 0 1 0 0,1 1-1 0 0,-21 18 0 0 0,22-17-126 0 0,1 2 0 0 0,-15 17 1 0 0,24-25 8 0 0,1 1 1 0 0,-1-1-1 0 0,1 1 0 0 0,0 0 1 0 0,1 0-1 0 0,0 0 1 0 0,0 1-1 0 0,-2 8 0 0 0,4-14-8 0 0,1-1-1 0 0,-1 1 0 0 0,1 0 1 0 0,0 0-1 0 0,0 0 0 0 0,0 0 0 0 0,0 0 1 0 0,0 0-1 0 0,0 0 0 0 0,0-1 1 0 0,1 1-1 0 0,-1 0 0 0 0,1 0 0 0 0,-1 0 1 0 0,1 0-1 0 0,0-1 0 0 0,-1 1 1 0 0,1 0-1 0 0,0-1 0 0 0,0 1 0 0 0,1-1 1 0 0,-1 1-1 0 0,0-1 0 0 0,0 1 1 0 0,1-1-1 0 0,-1 0 0 0 0,1 0 0 0 0,-1 1 1 0 0,1-1-1 0 0,-1 0 0 0 0,1 0 1 0 0,0-1-1 0 0,0 1 0 0 0,-1 0 0 0 0,1-1 1 0 0,0 1-1 0 0,3 0 0 0 0,3 1-86 0 0,0-1 0 0 0,0 1-1 0 0,1-2 1 0 0,-1 1-1 0 0,1-1 1 0 0,-1 0 0 0 0,10-2-1 0 0,-11 1 93 0 0,1-1 0 0 0,-1 0 0 0 0,1 0-1 0 0,-1-1 1 0 0,0 1 0 0 0,0-1 0 0 0,0-1-1 0 0,0 0 1 0 0,-1 0 0 0 0,7-5 0 0 0,-4 2 4 0 0,0-1 1 0 0,-1 0 0 0 0,0-1-1 0 0,-1 0 1 0 0,13-19 0 0 0,-3-3-108 0 0,-1-1 1 0 0,-1-1-1 0 0,12-42 1 0 0,-27 75 117 0 0,18-51-153 0 0,-2-1 1 0 0,-3-1-1 0 0,-2 0 1 0 0,6-73-1 0 0,-17 124 120 0 0,0-11 522 0 0,-1 13-474 0 0,1 0-1 0 0,0 0 1 0 0,0 0 0 0 0,0 0 0 0 0,0-1 0 0 0,0 1-1 0 0,0 0 1 0 0,0 0 0 0 0,0 0 0 0 0,0 0 0 0 0,0-1 0 0 0,0 1-1 0 0,-1 0 1 0 0,1 0 0 0 0,0 0 0 0 0,0 0 0 0 0,0 0-1 0 0,0 0 1 0 0,0-1 0 0 0,-1 1 0 0 0,1 0 0 0 0,0 0 0 0 0,0 0-1 0 0,0 0 1 0 0,0 0 0 0 0,-1 0 0 0 0,1 0 0 0 0,0 0-1 0 0,0 0 1 0 0,0 0 0 0 0,-1 0 0 0 0,1 0 0 0 0,0 0 0 0 0,0 0-1 0 0,0 0 1 0 0,0 0 0 0 0,-1 0 0 0 0,1 0 0 0 0,0 0-1 0 0,0 0 1 0 0,0 0 0 0 0,0 0 0 0 0,-1 0 0 0 0,1 0 0 0 0,0 1-1 0 0,0-1 1 0 0,0 0 0 0 0,0 0 0 0 0,-1 0 0 0 0,1 0 0 0 0,0 0-1 0 0,0 0 1 0 0,0 1 0 0 0,0-1 0 0 0,0 0 0 0 0,0 0-1 0 0,-3 3 122 0 0,0-1-1 0 0,1 1 0 0 0,0 0 1 0 0,0-1-1 0 0,0 1 0 0 0,0 0 0 0 0,0 0 1 0 0,0 1-1 0 0,-1 4 0 0 0,-11 36 604 0 0,9-24-533 0 0,-8 22 139 0 0,2 2 0 0 0,-7 49 1 0 0,16-77-327 0 0,1 0 0 0 0,0 0 1 0 0,1 1-1 0 0,1-1 0 0 0,0 0 1 0 0,2 0-1 0 0,0 0 0 0 0,0 0 0 0 0,8 19 1 0 0,-8-27-447 0 0,1 0 1 0 0,0 0 0 0 0,6 8-1 0 0,4 4-621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1 485 13823 0 0,'1'-1'9217'0'0,"5"-3"-8422"0"0,1-1-1 0 0,-1 0 0 0 0,0 0 0 0 0,-1-1 0 0 0,1 0 1 0 0,5-7-1 0 0,27-44-730 0 0,-27 41 295 0 0,37-65-454 0 0,74-170-1 0 0,-121 248 72 0 0,1 0 0 0 0,-1-1-1 0 0,0 1 1 0 0,0-1 0 0 0,0 1-1 0 0,-1-1 1 0 0,1-5 0 0 0,-1 8-56 0 0,-1 1 20 0 0,-3 3 59 0 0,1 0-1 0 0,0 0 1 0 0,-1 0 0 0 0,1 0 0 0 0,1 0 0 0 0,-1 0 0 0 0,0 1-1 0 0,1 0 1 0 0,-4 6 0 0 0,-16 40 3 0 0,20-44-3 0 0,-13 33 20 0 0,-14 65 1 0 0,24-80-15 0 0,1 0 0 0 0,1 0 0 0 0,1 1 0 0 0,2 26 0 0 0,0-43 2 0 0,1 1-1 0 0,0-1 1 0 0,1 0-1 0 0,0 0 1 0 0,0 0-1 0 0,0 0 1 0 0,1 0 0 0 0,0-1-1 0 0,5 8 1 0 0,-6-12-15 0 0,-1 0 1 0 0,1-1-1 0 0,0 1 1 0 0,0-1-1 0 0,0 1 1 0 0,0-1-1 0 0,1 0 1 0 0,-1 0-1 0 0,1 0 1 0 0,-1 0-1 0 0,1-1 0 0 0,0 1 1 0 0,-1-1-1 0 0,1 1 1 0 0,0-1-1 0 0,0 0 1 0 0,0 0-1 0 0,0 0 1 0 0,0-1-1 0 0,0 1 1 0 0,0-1-1 0 0,1 1 1 0 0,-1-1-1 0 0,0 0 1 0 0,0 0-1 0 0,3-1 1 0 0,5-1-60 0 0,-1-1 0 0 0,0 1 0 0 0,0-2 0 0 0,-1 0 1 0 0,1 0-1 0 0,-1 0 0 0 0,1-1 0 0 0,-1-1 0 0 0,-1 0 0 0 0,1 0 0 0 0,-1 0 1 0 0,0-1-1 0 0,9-10 0 0 0,2-5-156 0 0,0-1-1 0 0,-1 0 1 0 0,22-39-1 0 0,-20 26 395 0 0,-2-2-1 0 0,-1 0 0 0 0,22-78 1750 0 0,-38 117-1861 0 0,0 0-1 0 0,1 0 1 0 0,-1 0-1 0 0,0 0 1 0 0,0 0-1 0 0,0 0 1 0 0,0 1-1 0 0,0-1 1 0 0,0 0-1 0 0,0 1 1 0 0,0-1-1 0 0,0 3 1 0 0,9 21 99 0 0,-7-14-36 0 0,13 31 103 0 0,37 86 182 0 0,-46-115-449 0 0,0-1 0 0 0,1 1 0 0 0,0-2 0 0 0,1 1 0 0 0,0-1 0 0 0,0-1 0 0 0,18 16 0 0 0,-23-24-133 0 0,-1 0 0 0 0,1 0-1 0 0,-1 0 1 0 0,1 0 0 0 0,0 0-1 0 0,0-1 1 0 0,0 1 0 0 0,0-1-1 0 0,0 0 1 0 0,8 0 0 0 0,-7 0-472 0 0,-1-1 1 0 0,0 0 0 0 0,1 0-1 0 0,-1-1 1 0 0,0 1 0 0 0,5-2-1 0 0,6-3-8149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5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0 17967 0 0,'-6'2'353'0'0,"0"0"0"0"0,0 0 0 0 0,0 0-1 0 0,1 1 1 0 0,-1-1 0 0 0,1 1 0 0 0,0 1-1 0 0,0-1 1 0 0,0 1 0 0 0,0 0 0 0 0,-7 7-1 0 0,-5 8 2377 0 0,-22 31-1 0 0,22-27-1805 0 0,-9 11-471 0 0,2 1-1 0 0,0 2 1 0 0,3 0-1 0 0,-33 78 1 0 0,53-110-592 0 0,-1 0 0 0 0,1 0 0 0 0,-1 0 0 0 0,2 1 0 0 0,-2 9 0 0 0,2-13-161 0 0,0 0 0 0 0,0 1 0 0 0,1-1 1 0 0,-1 0-1 0 0,0 0 0 0 0,1 1 0 0 0,0-1 0 0 0,-1 0 0 0 0,1 0 0 0 0,0 0 0 0 0,0 0 0 0 0,0 0 0 0 0,1 0 0 0 0,-1 0 0 0 0,3 3 0 0 0,6 4-8947 0 0</inkml:trace>
  <inkml:trace contextRef="#ctx0" brushRef="#br0" timeOffset="1">475 52 16127 0 0,'0'0'1242'0'0,"1"2"-812"0"0,6 15 1901 0 0,0-1-1 0 0,-2 1 1 0 0,0 0-1 0 0,3 25 1 0 0,-5-31-2488 0 0,10 54 1177 0 0,25 113-843 0 0,-37-178-263 0 0,22 84-3151 0 0,-11-49-7081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5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16 203 18719 0 0,'-2'-4'221'0'0,"0"1"0"0"0,0-1 0 0 0,0 0 0 0 0,1 0 0 0 0,-1 1 0 0 0,1-1 0 0 0,0 0 0 0 0,0 0 0 0 0,0 0 0 0 0,1 0 0 0 0,-1-1 0 0 0,1 1 0 0 0,0 0 0 0 0,0 0 0 0 0,1 0 0 0 0,-1 0 0 0 0,1 0 0 0 0,0 0 0 0 0,0 0 0 0 0,0 0 0 0 0,0 0 0 0 0,1 0 0 0 0,0 0 0 0 0,2-3 0 0 0,0 0 200 0 0,0 0 0 0 0,0 0 0 0 0,1 0 0 0 0,0 1 0 0 0,0 0 0 0 0,0 0 0 0 0,1 0 0 0 0,0 1-1 0 0,0 0 1 0 0,1 0 0 0 0,10-6 0 0 0,-10 7-386 0 0,1 1 0 0 0,-1 0 0 0 0,1 0-1 0 0,0 1 1 0 0,0 0 0 0 0,0 0 0 0 0,0 1 0 0 0,0 0-1 0 0,0 0 1 0 0,11 1 0 0 0,-16 0-18 0 0,-1 0 0 0 0,1 1 0 0 0,0-1 0 0 0,0 1 0 0 0,-1-1 0 0 0,1 1 0 0 0,0 0 0 0 0,-1 0 1 0 0,1 0-1 0 0,-1 0 0 0 0,0 1 0 0 0,1-1 0 0 0,-1 1 0 0 0,0-1 0 0 0,0 1 0 0 0,0 0 0 0 0,0 0 0 0 0,0 0 0 0 0,0 0 0 0 0,0 0 0 0 0,-1 0 0 0 0,1 1 0 0 0,-1-1 0 0 0,1 0 0 0 0,-1 1 0 0 0,0-1 0 0 0,0 1 0 0 0,0 0 0 0 0,0-1 0 0 0,-1 1 1 0 0,1 0-1 0 0,-1-1 0 0 0,1 6 0 0 0,-1 3 61 0 0,0 0 0 0 0,-1 0 1 0 0,0 0-1 0 0,-1 1 0 0 0,0-1 1 0 0,-1 0-1 0 0,0-1 1 0 0,0 1-1 0 0,-2 0 0 0 0,-8 16 1 0 0,-6 8 188 0 0,-39 51 0 0 0,56-84-258 0 0,-13 19-301 0 0,-27 27 0 0 0,41-47-408 0 0,14-2-7573 0 0,5-1-2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6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20559 0 0,'0'0'943'0'0,"-2"1"-23"0"0,-4 3-660 0 0,0 0 1 0 0,0 0-1 0 0,0 1 0 0 0,1-1 1 0 0,-1 1-1 0 0,1 0 1 0 0,0 1-1 0 0,0-1 0 0 0,-6 12 1 0 0,-4 7 2018 0 0,-14 32 0 0 0,0-1-900 0 0,27-52-1330 0 0,-3 6 149 0 0,0-1 0 0 0,-4 14 0 0 0,8-20-184 0 0,0 0-1 0 0,0 0 0 0 0,1 0 1 0 0,-1 1-1 0 0,1-1 0 0 0,-1 0 0 0 0,1 1 1 0 0,0-1-1 0 0,0 1 0 0 0,0-1 1 0 0,0 0-1 0 0,1 1 0 0 0,-1-1 0 0 0,1 0 1 0 0,0 4-1 0 0,7 6 10 0 0,-3-10-56 0 0,-3-1 19 0 0,1 0-23 0 0,0 0-1 0 0,-1-1 1 0 0,1 1 0 0 0,0 0-1 0 0,0-1 1 0 0,0 0 0 0 0,0 1-1 0 0,0-1 1 0 0,0-1 0 0 0,0 1 0 0 0,0 0-1 0 0,0-1 1 0 0,0 1 0 0 0,0-1-1 0 0,0 0 1 0 0,0 0 0 0 0,0 0-1 0 0,0 0 1 0 0,-1-1 0 0 0,5-2-1 0 0,1-1-81 0 0,0 0 0 0 0,-1-1-1 0 0,0 0 1 0 0,0 0-1 0 0,9-10 1 0 0,-8 6 87 0 0,0 0 0 0 0,-1-1 0 0 0,0 0 0 0 0,9-21 0 0 0,14-50 34 0 0,-28 77-4 0 0,4-7-11 0 0,-5 11 65 0 0,0-1 0 0 0,0 0 0 0 0,-1 1 0 0 0,1-1 0 0 0,0 0 1 0 0,0 0-1 0 0,-1 0 0 0 0,1-2 0 0 0,8 13 200 0 0,-2-1-188 0 0,-1 1 0 0 0,0 0-1 0 0,-1 0 1 0 0,0 1 0 0 0,-1 0 0 0 0,4 10-1 0 0,-2-5-44 0 0,11 20 0 0 0,-13-27-126 0 0,1-1 0 0 0,0 0 1 0 0,0 0-1 0 0,9 9 0 0 0,-11-13-221 0 0,0-1 1 0 0,0 0-1 0 0,0 1 0 0 0,0-1 1 0 0,0-1-1 0 0,0 1 0 0 0,1 0 1 0 0,-1-1-1 0 0,0 1 0 0 0,1-1 1 0 0,0 0-1 0 0,-1-1 0 0 0,5 2 1 0 0,6-1-2136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17 10135 0 0,'-5'-3'8613'0'0,"-1"9"-6167"0"0,4-3-1543 0 0,0 1 0 0 0,0-1 0 0 0,0 1 0 0 0,0-1 0 0 0,1 1-1 0 0,-2 4 1 0 0,-1 7 296 0 0,-2 21-1 0 0,4-25-559 0 0,0 11-323 0 0,0 0 1 0 0,1 0 0 0 0,2 0 0 0 0,0 0-1 0 0,1 0 1 0 0,7 29 0 0 0,-9-47-317 0 0,0-3 0 0 0,0 0 0 0 0,0 0 0 0 0,0 0 0 0 0,1 0 0 0 0,-1 1 0 0 0,0-1 0 0 0,1 0 0 0 0,-1 0 0 0 0,1 0 0 0 0,-1 0 0 0 0,1 0 0 0 0,-1 0 0 0 0,1 0 0 0 0,0 0 0 0 0,-1 0 0 0 0,2 0 0 0 0,8 10 0 0 0,-5-10 0 0 0,-4-2 0 0 0,-1 2 0 0 0,1-1 0 0 0,0 0 0 0 0,-1 0 0 0 0,1 0 0 0 0,-1 1 0 0 0,1-1 0 0 0,-1 0 0 0 0,1 0 0 0 0,0 0 0 0 0,-1 0 0 0 0,1 0 0 0 0,-1 0 0 0 0,1 0 0 0 0,0 0 0 0 0,-1 0 0 0 0,1-1 0 0 0,-1 1 0 0 0,1 0 0 0 0,-1 0 0 0 0,1 0 0 0 0,0-1 0 0 0,-1 1 0 0 0,1 0 0 0 0,-1-1 0 0 0,1 1 0 0 0,-1 0 0 0 0,0-1 0 0 0,1 1 0 0 0,0-1 0 0 0,0 0 0 0 0,2-2 0 0 0,1 0 0 0 0,-1 0 0 0 0,0 0 0 0 0,0 0 0 0 0,0-1 0 0 0,0 1 0 0 0,-1-1 0 0 0,5-7 0 0 0,15-35 0 0 0,-18 36 0 0 0,18-44-72 0 0,-15 33 4 0 0,2-1 1 0 0,0 2-1 0 0,1-1 0 0 0,24-34 0 0 0,-33 56 66 0 0,-1-1-1 0 0,0 0 0 0 0,1 0 1 0 0,-1 1-1 0 0,1-1 0 0 0,-1 0 1 0 0,0 0-1 0 0,1 1 0 0 0,-1-1 1 0 0,0 0-1 0 0,1 1 0 0 0,-1-1 1 0 0,0 1-1 0 0,1-1 0 0 0,-1 0 1 0 0,0 1-1 0 0,0-1 0 0 0,0 1 1 0 0,1 0-1 0 0,2 9 33 0 0,0 0 0 0 0,-1 0 0 0 0,0 0 0 0 0,1 18 0 0 0,1 5 20 0 0,-2-21-122 0 0,1 8 94 0 0,0-1 0 0 0,2 0 0 0 0,12 34 0 0 0,-15-48-219 0 0,0 1-1 0 0,1-1 1 0 0,0-1-1 0 0,0 1 1 0 0,0 0 0 0 0,1-1-1 0 0,-1 0 1 0 0,1 0-1 0 0,0 0 1 0 0,1 0 0 0 0,-1 0-1 0 0,0-1 1 0 0,1 0-1 0 0,0 0 1 0 0,0 0 0 0 0,0 0-1 0 0,0-1 1 0 0,6 2-1 0 0,11 2-2369 0 0,1-4-3972 0 0,3-3-1956 0 0</inkml:trace>
  <inkml:trace contextRef="#ctx0" brushRef="#br0" timeOffset="1">652 122 19119 0 0,'-2'-9'469'0'0,"0"1"0"0"0,0-1 0 0 0,0 1 0 0 0,-1-1 0 0 0,-8-14 0 0 0,9 19 34 0 0,-1 0 1 0 0,0 0-1 0 0,0 0 0 0 0,-1 0 0 0 0,1 1 0 0 0,-1-1 0 0 0,1 1 0 0 0,-1 0 1 0 0,0 0-1 0 0,0 0 0 0 0,-9-4 0 0 0,9 6-326 0 0,0-1-1 0 0,-1 0 1 0 0,1 1-1 0 0,-1 0 1 0 0,0 0 0 0 0,1 0-1 0 0,-1 1 1 0 0,0-1-1 0 0,0 1 1 0 0,1 0 0 0 0,-1 0-1 0 0,0 1 1 0 0,1 0-1 0 0,-1 0 1 0 0,0 0 0 0 0,1 0-1 0 0,-1 1 1 0 0,1-1-1 0 0,-8 5 1 0 0,11-6-173 0 0,1 0 0 0 0,-1 1 0 0 0,0-1 0 0 0,0 1 0 0 0,0-1 0 0 0,0 1 0 0 0,1 0 0 0 0,-1-1 0 0 0,0 1 0 0 0,1 0 0 0 0,-1-1 0 0 0,0 1 0 0 0,1 0 0 0 0,-1 0 0 0 0,1 0 0 0 0,-1-1-1 0 0,1 1 1 0 0,-1 0 0 0 0,1 0 0 0 0,0 0 0 0 0,-1 0 0 0 0,1 0 0 0 0,0 0 0 0 0,0 0 0 0 0,0 0 0 0 0,0 0 0 0 0,0 0 0 0 0,0 0 0 0 0,0 0 0 0 0,0 0 0 0 0,0 0 0 0 0,0 0 0 0 0,0 0 0 0 0,1 1 0 0 0,0 1 1 0 0,0 2-5 0 0,1 0 0 0 0,0 0 0 0 0,0 0 0 0 0,0 0 0 0 0,0-1 0 0 0,1 0 0 0 0,0 1 0 0 0,0-1 0 0 0,4 5 0 0 0,-1-2 0 0 0,1 0 0 0 0,0 0 0 0 0,0-1 0 0 0,8 6 0 0 0,68 37 0 0 0,-40-26 0 0 0,-41-22 5 0 0,1 0-1 0 0,-1 1 1 0 0,0-1-1 0 0,0 1 1 0 0,0 0-1 0 0,0-1 1 0 0,0 1-1 0 0,0 0 1 0 0,0 0 0 0 0,-1 0-1 0 0,1 0 1 0 0,-1 1-1 0 0,1-1 1 0 0,-1 0-1 0 0,0 1 1 0 0,0-1-1 0 0,0 1 1 0 0,0-1-1 0 0,0 1 1 0 0,-1-1 0 0 0,1 1-1 0 0,-1 3 1 0 0,0-2 5 0 0,0 0 0 0 0,-1 0-1 0 0,1 0 1 0 0,-1 0 0 0 0,0-1 0 0 0,0 1 0 0 0,-1 0 0 0 0,1-1 0 0 0,-1 1 0 0 0,0-1 0 0 0,0 0 0 0 0,0 1 0 0 0,0-1-1 0 0,-5 5 1 0 0,-1 1 60 0 0,1-1-1 0 0,-1-1 0 0 0,-1 1 1 0 0,1-1-1 0 0,-1-1 0 0 0,-12 7 0 0 0,15-9-177 0 0,-1-1 0 0 0,1-1 0 0 0,-1 1 0 0 0,1-1-1 0 0,-1 0 1 0 0,0-1 0 0 0,0 0 0 0 0,0 0 0 0 0,0 0-1 0 0,0-1 1 0 0,-7 0 0 0 0,11 0-160 0 0,1-1 0 0 0,-1 1-1 0 0,1-1 1 0 0,-1 1 0 0 0,1-1 0 0 0,0 0 0 0 0,-1 0-1 0 0,1 0 1 0 0,0 0 0 0 0,0 0 0 0 0,0-1 0 0 0,-2-1-1 0 0,-3-3-1340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7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24559 0 0,'0'0'2225'0'0,"1"2"-1830"0"0,6 10 233 0 0,-1 0 0 0 0,-1 1 1 0 0,0 0-1 0 0,6 24 0 0 0,7 59 1391 0 0,-6-27-2031 0 0,-6-33-100 0 0,-5-34-465 0 0,2 8-2867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6911 0 0,'0'0'623'0'0,"2"1"-514"0"0,-1-1-51 0 0,0 1 0 0 0,0-1 0 0 0,0 1 0 0 0,1 0 0 0 0,-1 0 0 0 0,0 0 0 0 0,0-1 0 0 0,0 1 0 0 0,0 0 0 0 0,-1 0 0 0 0,1 0 0 0 0,0 1 0 0 0,0 0 0 0 0,0-1 398 0 0,-1 1 1 0 0,1-1 0 0 0,-1 1 0 0 0,1-1 0 0 0,-1 1 0 0 0,0-1 0 0 0,0 1-1 0 0,0-1 1 0 0,0 1 0 0 0,0-1 0 0 0,-1 4 0 0 0,1-1 1260 0 0,-5 21 5713 0 0,-5-1-3619 0 0,-18 23-1674 0 0,13-22-834 0 0,0 1-686 0 0,-48 76 691 0 0,60-98-1280 0 0,2-2-19 0 0,0-1 0 0 0,0 0 1 0 0,0 1-1 0 0,0-1 0 0 0,0 1 0 0 0,1-1 1 0 0,-1 1-1 0 0,0 0 0 0 0,0 1 0 0 0,1-3-10 0 0,0 1 0 0 0,0-1 0 0 0,0 0 0 0 0,0 0-1 0 0,0 1 1 0 0,0-1 0 0 0,0 0 0 0 0,0 0 0 0 0,0 1 0 0 0,0-1-1 0 0,0 0 1 0 0,0 0 0 0 0,0 1 0 0 0,0-1 0 0 0,1 0-1 0 0,-1 0 1 0 0,0 1 0 0 0,0-1 0 0 0,0 0 0 0 0,0 0-1 0 0,0 0 1 0 0,1 1 0 0 0,-1-1 0 0 0,0 0 0 0 0,0 0 0 0 0,0 0-1 0 0,0 0 1 0 0,1 1 0 0 0,-1-1 0 0 0,0 0 0 0 0,0 0-1 0 0,1 0 1 0 0,-1 0 0 0 0,0 0 0 0 0,0 0 0 0 0,0 0 0 0 0,1 0-1 0 0,-1 0 1 0 0,0 0 0 0 0,0 0 0 0 0,1 0 0 0 0,-1 0-1 0 0,0 0 1 0 0,0 0 0 0 0,1 0 0 0 0,-1 0 0 0 0,0 0 0 0 0,1 0-1 0 0,9-2-25 0 0,-10 2 26 0 0,14-6-83 0 0,-1 0 0 0 0,0-1 1 0 0,-1-1-1 0 0,1 1 0 0 0,12-13 0 0 0,-20 17 68 0 0,74-65-148 0 0,-59 49 113 0 0,1 0 0 0 0,0 2 0 0 0,45-27 0 0 0,-55 39 51 0 0,0 7 12 0 0,-9-1 4 0 0,0 0 0 0 0,0 0 0 0 0,0 1 0 0 0,-1-1-1 0 0,1 1 1 0 0,0-1 0 0 0,-1 1 0 0 0,1 0 0 0 0,-1-1 0 0 0,0 1 0 0 0,1 0 0 0 0,-1 0-1 0 0,0 0 1 0 0,0 0 0 0 0,0 0 0 0 0,1 4 0 0 0,1 4 113 0 0,0 0 0 0 0,1 13 1 0 0,-4-21-104 0 0,5 49 354 0 0,-4-38-344 0 0,0 1 0 0 0,1-1 0 0 0,0 0 0 0 0,1 0 0 0 0,0 0 0 0 0,8 20 0 0 0,-11-33-36 0 0,0 1 0 0 0,1-1 1 0 0,-1 0-1 0 0,0 1 0 0 0,0-1 0 0 0,1 1 0 0 0,-1-1 0 0 0,0 0 1 0 0,1 1-1 0 0,-1-1 0 0 0,0 0 0 0 0,1 0 0 0 0,-1 1 0 0 0,0-1 1 0 0,1 0-1 0 0,-1 0 0 0 0,0 1 0 0 0,1-1 0 0 0,-1 0 0 0 0,1 0 1 0 0,-1 0-1 0 0,1 0 0 0 0,-1 0 0 0 0,1 0 0 0 0,-1 1 0 0 0,0-1 1 0 0,1 0-1 0 0,0-1 0 0 0,16-4 11 0 0,-12 2-8 0 0,-1 0 0 0 0,1-1 1 0 0,0 1-1 0 0,4-6 0 0 0,10-14-3 0 0,-1 0 0 0 0,16-28 0 0 0,6-10 0 0 0,-39 60 0 0 0,16-21-37 0 0,22-24 1 0 0,-34 40 28 0 0,1 0 0 0 0,0 1 0 0 0,0 0 0 0 0,1 0 0 0 0,0 0 1 0 0,0 1-1 0 0,0 0 0 0 0,14-5 0 0 0,-8 6 8 0 0,-11 4 2 0 0,0 0 0 0 0,0 0 0 0 0,0-1 1 0 0,-1 1-1 0 0,1 0 0 0 0,0 1 0 0 0,-1-1 0 0 0,1 0 0 0 0,-1 0 1 0 0,1 1-1 0 0,-1-1 0 0 0,0 1 0 0 0,0-1 0 0 0,1 1 0 0 0,-1 0 1 0 0,0-1-1 0 0,1 3 0 0 0,14 32 79 0 0,-6 0-75 0 0,-1 0 0 0 0,-1 1 0 0 0,4 63 0 0 0,-8-42-703 0 0,-1-42 314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 14743 0 0,'2'-8'13493'0'0,"-3"7"-13323"0"0,-1 0 0 0 0,1 0-1 0 0,-1 0 1 0 0,0 1 0 0 0,1-1-1 0 0,-1 0 1 0 0,0 1 0 0 0,0-1-1 0 0,1 1 1 0 0,-1 0 0 0 0,0-1 0 0 0,0 1-1 0 0,0 0 1 0 0,0 0 0 0 0,-2 1-1 0 0,0-1-16 0 0,0 1 0 0 0,0 0 0 0 0,-1 0 0 0 0,1 0-1 0 0,0 1 1 0 0,-5 2 0 0 0,-4 4-18 0 0,-1 0 1 0 0,-19 16-1 0 0,30-22-78 0 0,-220 202 226 0 0,217-196-283 0 0,5-8 0 0 0,1 1 0 0 0,0-1 0 0 0,-1 0 0 0 0,1 1 0 0 0,0-1 0 0 0,0 0 0 0 0,-1 1 0 0 0,1-1 0 0 0,0 0 0 0 0,0 1 0 0 0,0-1 0 0 0,0 0 0 0 0,-1 1 0 0 0,1-1 0 0 0,0 1 0 0 0,0-1 0 0 0,0 0 0 0 0,0 1 0 0 0,0-1 0 0 0,0 1 0 0 0,0-1 0 0 0,0 0 0 0 0,0 1 0 0 0,0-1 0 0 0,0 1 0 0 0,0-1 0 0 0,0 0 0 0 0,0 1 0 0 0,1-1 0 0 0,-1 1 0 0 0,0-1 0 0 0,0 0 0 0 0,0 1 0 0 0,1-1 0 0 0,-1 0 0 0 0,0 1 0 0 0,0-1 0 0 0,1 0 0 0 0,-1 1 0 0 0,0-1 0 0 0,1 0 0 0 0,-1 0 0 0 0,0 1 0 0 0,1-1 0 0 0,-1 0 0 0 0,3 3-5 0 0,-1-1 1 0 0,1 1-1 0 0,0-1 0 0 0,0 0 0 0 0,0 1 1 0 0,0-1-1 0 0,0-1 0 0 0,0 1 1 0 0,1 0-1 0 0,-1-1 0 0 0,4 1 1 0 0,42 10-84 0 0,-37-10 75 0 0,17 3 44 0 0,1-1 0 0 0,-1-2 0 0 0,1-1 0 0 0,48-5-1 0 0,20-9-1911 0 0,-1-5-7096 0 0,-82 16 6772 0 0,-3 0-6289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11055 0 0,'-6'5'15020'0'0,"9"1"-12467"0"0,0 2-4841 0 0,3 22 3565 0 0,-1 0 0 0 0,2 52 0 0 0,-8 65-58 0 0,0-85-962 0 0,-1 17-170 0 0,1 116 187 0 0,16-2-123 0 0,-14-185-509 0 0,0 0 1 0 0,1 0-1 0 0,0 0 0 0 0,1 0 1 0 0,5 12-1 0 0,-7-18 235 0 0,0 0 0 0 0,0-1 0 0 0,0 1 0 0 0,0 0 0 0 0,0-1 0 0 0,1 1 0 0 0,-1-1-1 0 0,0 1 1 0 0,1-1 0 0 0,-1 1 0 0 0,1-1 0 0 0,0 0 0 0 0,-1 0 0 0 0,1 0 0 0 0,0 0 0 0 0,0 0 0 0 0,0 0 0 0 0,0-1 0 0 0,-1 1 0 0 0,1-1 0 0 0,0 1-1 0 0,0-1 1 0 0,0 0 0 0 0,0 1 0 0 0,0-1 0 0 0,0 0 0 0 0,4-1 0 0 0,13-4-2589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12439 0 0,'2'1'14912'0'0,"5"2"-14534"0"0,1 0 0 0 0,0-1-1 0 0,-1 0 1 0 0,1 0 0 0 0,0-1 0 0 0,0 1-1 0 0,1-2 1 0 0,-1 1 0 0 0,0-1 0 0 0,0-1-1 0 0,13-1 1 0 0,11-4-719 0 0,50-15 0 0 0,-32 7-311 0 0,29-6-5662 0 0,-61 15-2651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3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20735 0 0,'0'0'2495'0'0,"0"2"-1307"0"0,-14 110 5883 0 0,4 60-6138 0 0,9-122-963 0 0,3 72 384 0 0,-1-98-752 0 0,2-1 0 0 0,1 1 0 0 0,6 24 0 0 0,-4-32-1680 0 0,2-1-5063 0 0,4-1-2307 0 0</inkml:trace>
  <inkml:trace contextRef="#ctx0" brushRef="#br0" timeOffset="1">742 145 5063 0 0,'-14'2'672'0'0,"-33"-2"25213"0"0,44 1-25668 0 0,7 12-6111 0 0</inkml:trace>
  <inkml:trace contextRef="#ctx0" brushRef="#br0" timeOffset="2">735 459 24911 0 0,'-9'10'2696'0'0,"7"0"-2696"0"0,0 0 0 0 0,-3-1 2888 0 0,14-1-2536 0 0,2-1-1984 0 0,3-2 672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9 24623 0 0,'-5'-3'2225'0'0,"0"-1"-1830"0"0,5 3-371 0 0,-1 1 0 0 0,1 0-1 0 0,-1 0 1 0 0,1 0 0 0 0,-1 0 0 0 0,1-1-1 0 0,-1 1 1 0 0,1 0 0 0 0,-1 0 0 0 0,1 0-1 0 0,-1 0 1 0 0,1 0 0 0 0,-1 0 0 0 0,1 0-1 0 0,-1 0 1 0 0,1 0 0 0 0,-1 1 0 0 0,1-1-1 0 0,-1 0 1 0 0,1 0 0 0 0,-1 0 0 0 0,1 0-1 0 0,-1 1 1 0 0,1-1 0 0 0,-1 0 0 0 0,1 0-1 0 0,0 1 1 0 0,-1-1 0 0 0,1 0 0 0 0,0 1-1 0 0,-1-1 1 0 0,1 1 0 0 0,0-1 0 0 0,-1 0-1 0 0,1 1 1 0 0,0-1 0 0 0,0 1 0 0 0,-1-1-1 0 0,1 1 1 0 0,0-1 0 0 0,0 1 0 0 0,-1 0 73 0 0,-6 14 395 0 0,1 0 0 0 0,0 1 0 0 0,0 0 0 0 0,2 0 0 0 0,-5 26 0 0 0,-3 85 49 0 0,11-112-597 0 0,0 3 78 0 0,1 33 1 0 0,0-47-211 0 0,1 0 0 0 0,-1 0-1 0 0,1 0 1 0 0,0 0 0 0 0,0 0 0 0 0,0 0 0 0 0,1 0 0 0 0,-1 0-1 0 0,1-1 1 0 0,0 1 0 0 0,0 0 0 0 0,1-1 0 0 0,3 6 0 0 0,2-3-1896 0 0,0-2-507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64 5983 0 0,'-8'-13'640'0'0,"3"6"-640"0"0,2 1 0 0 0,-2-10 13712 0 0,3 7-12144 0 0,6 1-2080 0 0,4 4-800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1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18343 0 0,'0'0'1660'0'0,"-4"7"-102"0"0,-3 0-116 0 0,0 1 0 0 0,0-1 0 0 0,-1-1 0 0 0,-16 12 0 0 0,-13 11 455 0 0,28-22-1759 0 0,0 1-1 0 0,1 1 0 0 0,1-1 0 0 0,-1 2 0 0 0,2-1 0 0 0,-1 1 1 0 0,1 0-1 0 0,-6 12 0 0 0,12-20-137 0 0,-1-1 0 0 0,1 0 0 0 0,0 0 0 0 0,-1 1 0 0 0,1-1 0 0 0,0 0 0 0 0,0 1 0 0 0,0-1 0 0 0,0 0 0 0 0,0 1 0 0 0,0-1 0 0 0,0 1 0 0 0,0-1 0 0 0,0 0 0 0 0,1 1 0 0 0,-1-1 0 0 0,1 0 0 0 0,-1 0 0 0 0,1 1 0 0 0,-1-1 0 0 0,1 0 0 0 0,1 2 0 0 0,0-1 0 0 0,0 0 0 0 0,0 0 0 0 0,0 0 0 0 0,1 0 0 0 0,-1-1 0 0 0,0 1 0 0 0,4 1 0 0 0,-4-2 0 0 0,13 6-16 0 0,0 0 0 0 0,1-1 0 0 0,21 5 0 0 0,25 10-59 0 0,-55-18 70 0 0,-1 0 0 0 0,1 0-1 0 0,-1 1 1 0 0,0 0 0 0 0,0 0-1 0 0,10 9 1 0 0,-15-11 11 0 0,1 0 0 0 0,0 0 0 0 0,-1 0 0 0 0,1 0 0 0 0,-1 0 0 0 0,1 0 0 0 0,-1 0-1 0 0,0 0 1 0 0,0 1 0 0 0,0-1 0 0 0,0 0 0 0 0,0 1 0 0 0,-1-1 0 0 0,1 1 0 0 0,-1-1 0 0 0,1 5 0 0 0,-2-4 14 0 0,1 1 1 0 0,0-1 0 0 0,-1 0-1 0 0,0 1 1 0 0,0-1-1 0 0,0 0 1 0 0,0 0-1 0 0,-1 0 1 0 0,1 0-1 0 0,-4 6 1 0 0,-4 2 53 0 0,0 0 0 0 0,-1 0 0 0 0,0-1 1 0 0,-18 15-1 0 0,26-24-72 0 0,-7 6-107 0 0,1 0-1 0 0,-1 0 1 0 0,0-1 0 0 0,-1-1-1 0 0,0 0 1 0 0,0 0 0 0 0,0 0-1 0 0,0-2 1 0 0,-11 4 0 0 0,20-7-866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108 490 22319 0 0,'0'0'1024'0'0,"-1"2"-29"0"0,-29 86 311 0 0,8-29 1598 0 0,-27 107 0 0 0,47-159-2848 0 0,1 1-1 0 0,0 0 0 0 0,0 0 1 0 0,1 0-1 0 0,0 0 0 0 0,0 0 1 0 0,1 7-1 0 0,3-5-55 0 0,-3-8-10 0 0,0-1 0 0 0,0 0 0 0 0,-1 0 0 0 0,1 0 0 0 0,0 0 0 0 0,0-1 0 0 0,0 1 1 0 0,0 0-1 0 0,1 0 0 0 0,-1 0 0 0 0,0-1 0 0 0,0 1 0 0 0,0-1 0 0 0,0 1 0 0 0,1-1 0 0 0,-1 1 0 0 0,0-1 0 0 0,1 0 0 0 0,-1 0 0 0 0,0 1 0 0 0,2-1 0 0 0,0 0-35 0 0,-1-1 0 0 0,1 1 0 0 0,-1-1 0 0 0,1 1-1 0 0,-1-1 1 0 0,1 0 0 0 0,-1 0 0 0 0,1 0 0 0 0,-1 0 0 0 0,3-2-1 0 0,1-1-63 0 0,0 0-1 0 0,-1 0 0 0 0,0-1 1 0 0,0 0-1 0 0,0 0 0 0 0,0 0 0 0 0,5-8 1 0 0,-4 3-127 0 0,0-1 0 0 0,-1-1 0 0 0,0 1 0 0 0,-1 0 0 0 0,5-21 0 0 0,8-62-470 0 0,-10 48 485 0 0,39-293-907 0 0,-16 114 961 0 0,-29 214 271 0 0,0 5 54 0 0,-1 0 0 0 0,1 1 0 0 0,1-1 0 0 0,-1 1 0 0 0,4-9 1115 0 0,0 31-525 0 0,-1-5-560 0 0,11 97 652 0 0,0 132 0 0 0,-8-105-616 0 0,20 150 59 0 0,-16-204-179 0 0,4-107-284 0 0,6-26-60 0 0,36-74-119 0 0,-55 122 349 0 0,14-26-125 0 0,25-33 0 0 0,-35 54 107 0 0,0 1 0 0 0,0-1 1 0 0,1 1-1 0 0,0 1 0 0 0,1-1 0 0 0,-1 1 0 0 0,1 1 0 0 0,17-10 0 0 0,-23 14 24 0 0,-1 0 0 0 0,1 0 0 0 0,0 1 0 0 0,0-1-1 0 0,0 1 1 0 0,0-1 0 0 0,0 1 0 0 0,0-1 0 0 0,0 1-1 0 0,0 0 1 0 0,0 0 0 0 0,0 0 0 0 0,0 0 0 0 0,0 0-1 0 0,0 1 1 0 0,0-1 0 0 0,-1 1 0 0 0,1-1 0 0 0,0 1-1 0 0,0 0 1 0 0,0-1 0 0 0,3 3 0 0 0,-3-1-1 0 0,0-1 1 0 0,0 1-1 0 0,0 0 1 0 0,-1 0-1 0 0,1 0 1 0 0,-1 0-1 0 0,1 1 1 0 0,-1-1-1 0 0,0 0 1 0 0,1 1-1 0 0,-1-1 1 0 0,-1 1-1 0 0,1-1 1 0 0,0 1-1 0 0,0-1 1 0 0,0 6-1 0 0,0 5 49 0 0,0 0 0 0 0,-1 0 1 0 0,-1 0-1 0 0,1 0 0 0 0,-2 0 0 0 0,0 0 0 0 0,-1 0 0 0 0,0 0 1 0 0,-1-1-1 0 0,0 0 0 0 0,-1 1 0 0 0,0-1 0 0 0,-1-1 1 0 0,-11 17-1 0 0,7-13-88 0 0,-1-1 1 0 0,0-1 0 0 0,-1 0-1 0 0,-1 0 1 0 0,0-1 0 0 0,0-1-1 0 0,-26 17 1 0 0,27-19-791 0 0,-10 5-287 0 0,9-10-5285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1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19175 0 0,'0'0'1736'0'0,"0"1"-1426"0"0,-2 15 914 0 0,0-1 1 0 0,-1 0 0 0 0,-1-1 0 0 0,0 1 0 0 0,-7 15 0 0 0,1 0-505 0 0,-19 48 1016 0 0,16-47-1517 0 0,2-1 1 0 0,2 2-1 0 0,-8 38 0 0 0,17-68-375 0 0,9 0-222 0 0,-8-2 342 0 0,0 0 1 0 0,0 0-1 0 0,-1 1 0 0 0,1-1 0 0 0,0 0 0 0 0,0 0 0 0 0,0 0 0 0 0,0 0 0 0 0,-1 0 0 0 0,1 0 0 0 0,0 0 0 0 0,0 0 1 0 0,0 0-1 0 0,0 0 0 0 0,-1-1 0 0 0,1 1 0 0 0,0 0 0 0 0,1-1 0 0 0,1-1-54 0 0,1-1-1 0 0,0 0 1 0 0,-1 0 0 0 0,1 0-1 0 0,-1 0 1 0 0,0 0 0 0 0,0 0-1 0 0,0-1 1 0 0,0 0-1 0 0,-1 0 1 0 0,4-5 0 0 0,2-8-133 0 0,9-25 1 0 0,-14 35 199 0 0,21-70-60 0 0,-2 5 38 0 0,-7 41 122 0 0,-14 30 726 0 0,0 16-739 0 0,1 1 0 0 0,0-1 0 0 0,1 0 0 0 0,1 0 0 0 0,0 0 0 0 0,1 0 0 0 0,1-1 0 0 0,0 0 0 0 0,1 0 0 0 0,0 0 0 0 0,18 23 0 0 0,-22-33-551 0 0,2 1 0 0 0,-1-1 0 0 0,0-1 0 0 0,1 1 0 0 0,0 0 0 0 0,0-1 0 0 0,0 0 0 0 0,0 0 0 0 0,0-1 0 0 0,1 1 0 0 0,-1-1 0 0 0,1 0 0 0 0,-1-1 0 0 0,1 1 0 0 0,8 0 0 0 0,-2 0-7985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20159 0 0,'0'0'2336'0'0,"0"2"-1329"0"0,5 92 5106 0 0,0-60-5343 0 0,1 0-1 0 0,14 41 0 0 0,-18-67-716 0 0,1 1 0 0 0,1-1 0 0 0,-1 0 1 0 0,1 0-1 0 0,1-1 0 0 0,6 10 0 0 0,-8-14 38 0 0,2 0-22 0 0,-3-3-65 0 0,-1 0-1 0 0,1 0 1 0 0,0 0-1 0 0,-1 0 1 0 0,1 0-1 0 0,0 0 1 0 0,-1-1-1 0 0,1 1 1 0 0,0 0 0 0 0,-1-1-1 0 0,1 0 1 0 0,-1 1-1 0 0,1-1 1 0 0,-1 0-1 0 0,1 0 1 0 0,-1 0-1 0 0,2-1 1 0 0,2-3-4 0 0,0 0 0 0 0,0-1 0 0 0,-1 0 0 0 0,0 1 0 0 0,0-1 0 0 0,5-10 0 0 0,0 0 0 0 0,49-92-23 0 0,-44 76-147 0 0,2 1 0 0 0,2 1 1 0 0,0 1-1 0 0,26-30 0 0 0,-33 48-67 0 0,0 1 0 0 0,19-14 0 0 0,-30 23 220 0 0,3 1-96 0 0,-1 1 121 0 0,-1-1 0 0 0,1 1 0 0 0,-1-1 0 0 0,0 1 0 0 0,1 0 0 0 0,-1 0 0 0 0,0-1 1 0 0,1 1-1 0 0,-1 0 0 0 0,0 0 0 0 0,0 0 0 0 0,0 1 0 0 0,0-1 0 0 0,0 0 0 0 0,0 0 0 0 0,0 1 0 0 0,0-1 1 0 0,0 0-1 0 0,-1 1 0 0 0,1-1 0 0 0,0 1 0 0 0,-1-1 0 0 0,1 3 0 0 0,1 1 66 0 0,5 18 217 0 0,-1 1 0 0 0,-1 0 1 0 0,4 48-1 0 0,-7-46-191 0 0,1-1 0 0 0,1 1 0 0 0,11 35 0 0 0,-10-43-100 0 0,-4-13 0 0 0,1 0 0 0 0,-1 0 0 0 0,1 0 0 0 0,0 0 0 0 0,0 0 0 0 0,1 0 0 0 0,4 7 0 0 0,3 1-23 0 0,-8-12-22 0 0,-1 0-307 0 0,5-12-3139 0 0,-1 2 2354 0 0,-1 0-1 0 0,0-1 1 0 0,0 0-1 0 0,2-10 0 0 0,-1-2-975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15 10135 0 0,'-7'-15'13960'0'0,"15"26"-13864"0"0,0 1-456 0 0,1 2-96 0 0,0 4-24 0 0,4 2-5688 0 0,2-1-1136 0 0</inkml:trace>
  <inkml:trace contextRef="#ctx0" brushRef="#br0" timeOffset="1">406 245 20815 0 0,'0'0'1892'0'0,"1"-1"-1557"0"0,11-13 4286 0 0,-14 15-3870 0 0,-2 0-588 0 0,1 0 0 0 0,-1 0 1 0 0,0 1-1 0 0,1-1 0 0 0,0 1 0 0 0,-1 0 1 0 0,1 0-1 0 0,0 1 0 0 0,0-1 1 0 0,0 1-1 0 0,0-1 0 0 0,0 1 0 0 0,1 0 1 0 0,-4 5-1 0 0,-5 7 120 0 0,-15 28 1 0 0,20-32-112 0 0,2-4-129 0 0,-11 19 271 0 0,-20 48 0 0 0,32-66-279 0 0,0-1 0 0 0,1 1 1 0 0,0-1-1 0 0,0 1 0 0 0,1 0 0 0 0,0-1 0 0 0,1 1 0 0 0,-1 0 1 0 0,1 0-1 0 0,1 0 0 0 0,2 15 0 0 0,-1-19-36 0 0,-1 0 0 0 0,1 0-1 0 0,0 0 1 0 0,0 0 0 0 0,0-1 0 0 0,0 1 0 0 0,1-1-1 0 0,-1 0 1 0 0,1 1 0 0 0,0-1 0 0 0,0 0 0 0 0,0 0-1 0 0,0-1 1 0 0,1 1 0 0 0,-1-1 0 0 0,1 0 0 0 0,0 0-1 0 0,-1 0 1 0 0,1 0 0 0 0,0 0 0 0 0,7 1 0 0 0,7 2-292 0 0,1-1 1 0 0,0-1-1 0 0,28 2 1 0 0,-30-4-259 0 0,10 1-158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29 137 7367 0 0,'0'0'568'0'0,"0"8"3687"0"0,-4 26 8225 0 0,-1 0-8383 0 0,-4 40-3189 0 0,-1 161 489 0 0,11-172-1246 0 0,18 109 1 0 0,-10-133-141 0 0,-8-38 15 0 0,0-2-502 0 0,4-5 279 0 0,-1 1 1 0 0,0-1-1 0 0,0 0 0 0 0,0 0 0 0 0,5-12 0 0 0,13-38-516 0 0,-14 35 446 0 0,22-51-945 0 0,51-90 0 0 0,-79 158 1135 0 0,0 1 1 0 0,1-1-1 0 0,-1 1 0 0 0,0-1 0 0 0,1 1 0 0 0,0 0 1 0 0,0 0-1 0 0,0 0 0 0 0,4-3 0 0 0,-6 6 67 0 0,0 1 0 0 0,-1-1-1 0 0,1 0 1 0 0,-1 0 0 0 0,1 0 0 0 0,0 0 0 0 0,-1 1-1 0 0,1-1 1 0 0,-1 0 0 0 0,1 0 0 0 0,-1 1 0 0 0,1-1-1 0 0,0 1 1 0 0,-1-1 0 0 0,1 0 0 0 0,-1 1 0 0 0,0-1-1 0 0,1 1 1 0 0,-1-1 0 0 0,1 1 0 0 0,-1 0 0 0 0,1-1-3 0 0,2 6 124 0 0,1 0-1 0 0,-1 0 1 0 0,0 0 0 0 0,0 0 0 0 0,-1 0 0 0 0,1 0 0 0 0,-1 1-1 0 0,-1-1 1 0 0,1 1 0 0 0,0 7 0 0 0,1 6 331 0 0,-2-16-368 0 0,26 97 1411 0 0,-24-90-1385 0 0,2 0-1 0 0,-1 0 0 0 0,2-1 1 0 0,-1 0-1 0 0,1 0 0 0 0,15 18 1 0 0,-18-25-108 0 0,0 0-1 0 0,0 0 1 0 0,0 0 0 0 0,0-1 0 0 0,1 0 0 0 0,-1 1-1 0 0,1-1 1 0 0,-1-1 0 0 0,1 1 0 0 0,0 0 0 0 0,0-1-1 0 0,0 0 1 0 0,0 0 0 0 0,0 0 0 0 0,0 0 0 0 0,0-1 0 0 0,0 0-1 0 0,0 1 1 0 0,0-2 0 0 0,1 1 0 0 0,-1 0 0 0 0,0-1-1 0 0,0 0 1 0 0,0 0 0 0 0,6-2 0 0 0,0 0-121 0 0,0-1 0 0 0,0-1 0 0 0,-1 0-1 0 0,0 0 1 0 0,0-1 0 0 0,0 0 0 0 0,0 0 0 0 0,13-14 0 0 0,-5 2-165 0 0,-1-1 0 0 0,-1 0 0 0 0,0-2 0 0 0,-2 1 0 0 0,0-2 0 0 0,11-25 1 0 0,-5 2-411 0 0,-2-2 1 0 0,12-51-1 0 0,-26 76 224 0 0,-3 21 268 0 0,-4 10 155 0 0,-6 14 398 0 0,1 2 0 0 0,1-1 0 0 0,2 1 0 0 0,0 0 0 0 0,2 0 0 0 0,0 0 0 0 0,2 1 0 0 0,2 51 0 0 0,1-63-277 0 0,1 1-1 0 0,0 0 1 0 0,1-1-1 0 0,0 1 1 0 0,2-1-1 0 0,5 15 1 0 0,-7-24-95 0 0,-1 0 1 0 0,1-1 0 0 0,-1 1 0 0 0,2 0 0 0 0,-1-1 0 0 0,0 0 0 0 0,1 0 0 0 0,0 0 0 0 0,0 0 0 0 0,0-1 0 0 0,0 1-1 0 0,0-1 1 0 0,1 0 0 0 0,0 0 0 0 0,-1-1 0 0 0,1 1 0 0 0,0-1 0 0 0,0 0 0 0 0,9 2 0 0 0,-4-3-89 0 0,0 0-1 0 0,-1 0 1 0 0,1 0 0 0 0,0-2-1 0 0,-1 1 1 0 0,1-1 0 0 0,0 0 0 0 0,-1-1-1 0 0,1 0 1 0 0,12-5 0 0 0,0-2-9 0 0,1 0 0 0 0,40-25 0 0 0,-42 22 129 0 0,-1-2 0 0 0,-1 0 0 0 0,-1-1 0 0 0,0-1 0 0 0,20-22 0 0 0,-29 27 49 0 0,0-1-1 0 0,0 1 0 0 0,-1-1 1 0 0,-1-1-1 0 0,0 1 0 0 0,-1-1 1 0 0,0 0-1 0 0,-1-1 0 0 0,0 1 1 0 0,2-16-1 0 0,-6 26-6 0 0,-1 0 1 0 0,1 0-1 0 0,-1 0 0 0 0,0-1 0 0 0,0 1 0 0 0,0 0 1 0 0,-1 0-1 0 0,1 0 0 0 0,-1 0 0 0 0,0 0 1 0 0,1 0-1 0 0,-1-1 0 0 0,-2-2 0 0 0,2 5 8 0 0,0 0-1 0 0,1-1 1 0 0,-1 1 0 0 0,0 0-1 0 0,0 0 1 0 0,0 0-1 0 0,0 0 1 0 0,0 0 0 0 0,-1 0-1 0 0,1 0 1 0 0,0 0-1 0 0,0 0 1 0 0,-1 1-1 0 0,1-1 1 0 0,0 0 0 0 0,-1 1-1 0 0,1-1 1 0 0,-1 1-1 0 0,1 0 1 0 0,-1-1-1 0 0,1 1 1 0 0,-1 0 0 0 0,1 0-1 0 0,-1 0 1 0 0,1 0-1 0 0,-1 0 1 0 0,1 0 0 0 0,-3 1-1 0 0,-2 0 100 0 0,0 1 0 0 0,1 0-1 0 0,-1 0 1 0 0,1 1 0 0 0,0-1-1 0 0,-1 1 1 0 0,1 0 0 0 0,0 1 0 0 0,-7 6-1 0 0,-4 5 193 0 0,-18 19 0 0 0,28-27-292 0 0,-9 10 108 0 0,1-1 1 0 0,-20 34 0 0 0,28-39-137 0 0,0 0 1 0 0,0 1-1 0 0,1-1 1 0 0,1 1-1 0 0,0 0 1 0 0,-2 14-1 0 0,5-23-31 0 0,0 0-1 0 0,1 0 1 0 0,0 0-1 0 0,0 0 1 0 0,0 0-1 0 0,0 0 1 0 0,0 0-1 0 0,0 0 1 0 0,1-1-1 0 0,-1 1 1 0 0,1 0-1 0 0,0 0 1 0 0,0 0-1 0 0,0 0 1 0 0,0-1-1 0 0,1 1 1 0 0,-1-1-1 0 0,1 1 1 0 0,-1-1-1 0 0,1 1 1 0 0,0-1-1 0 0,0 0 1 0 0,4 3-1 0 0,-3-3-39 0 0,0 0-1 0 0,0 0 1 0 0,0 0-1 0 0,0-1 1 0 0,1 1-1 0 0,-1-1 1 0 0,1 0-1 0 0,-1 0 1 0 0,1 0 0 0 0,-1-1-1 0 0,1 1 1 0 0,0-1-1 0 0,-1 0 1 0 0,1 0-1 0 0,-1 0 1 0 0,1 0-1 0 0,0-1 1 0 0,5-1-1 0 0,-1 0-39 0 0,0-1 1 0 0,0 0-1 0 0,-1 0 0 0 0,0-1 1 0 0,1 0-1 0 0,-1 0 0 0 0,-1-1 0 0 0,1 1 1 0 0,-1-2-1 0 0,10-8 0 0 0,4-8-232 0 0,28-39-1 0 0,-29 34 61 0 0,22-36-426 0 0,-31 45 471 0 0,-9 17 147 0 0,-2 2 112 0 0,0 0 0 0 0,0 0 0 0 0,0 0 0 0 0,1 0 0 0 0,-1 0 0 0 0,0 0 0 0 0,1 1 0 0 0,-1-1 0 0 0,0 0 0 0 0,0 3 0 0 0,0-2 33 0 0,-4 13 145 0 0,0 0-1 0 0,1 0 1 0 0,1 1-1 0 0,0-1 1 0 0,1 1-1 0 0,0 0 1 0 0,1 0 0 0 0,1-1-1 0 0,1 1 1 0 0,0 0-1 0 0,1 0 1 0 0,5 16-1 0 0,-6-28-217 0 0,0 0 0 0 0,0 0-1 0 0,1 0 1 0 0,0 0 0 0 0,0 0-1 0 0,0 0 1 0 0,0-1 0 0 0,0 1 0 0 0,1-1-1 0 0,0 1 1 0 0,-1-1 0 0 0,1 0 0 0 0,1 0-1 0 0,-1 0 1 0 0,5 3 0 0 0,-6-5-30 0 0,1 0 0 0 0,-1 1 0 0 0,1-1 0 0 0,0 0 0 0 0,-1 0 0 0 0,1 0-1 0 0,0-1 1 0 0,0 1 0 0 0,0-1 0 0 0,-1 0 0 0 0,1 1 0 0 0,0-1 0 0 0,0 0 0 0 0,0-1 0 0 0,0 1 0 0 0,0 0 0 0 0,-1-1 0 0 0,1 0 0 0 0,0 1 0 0 0,0-1 0 0 0,-1 0 0 0 0,1-1 0 0 0,3-1 0 0 0,4-3-71 0 0,-1-1 0 0 0,0 0 0 0 0,0 0 0 0 0,0-1 0 0 0,-1 0 0 0 0,0 0 0 0 0,-1-1 0 0 0,10-15 0 0 0,0-2 36 0 0,24-55-1 0 0,-25 41 117 0 0,-3 0 0 0 0,-1-1 0 0 0,7-46 0 0 0,-9 41 26 0 0,5-28 440 0 0,10-143 0 0 0,-24 212-384 0 0,-1 0 0 0 0,-1 0 0 0 0,1 0 0 0 0,-2-9 0 0 0,1 13 120 0 0,-3 9 223 0 0,-3 10-288 0 0,2 1 1 0 0,1-1 0 0 0,-4 33 0 0 0,4-25-150 0 0,-9 66-7 0 0,4 1 0 0 0,4 150 0 0 0,6-213-1070 0 0,2-1-1 0 0,10 47 1 0 0,-7-59-1908 0 0,4-4-3449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4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21391 0 0,'0'0'1943'0'0,"6"-13"-979"0"0,-3 10-728 0 0,-1 1-1 0 0,1 0 1 0 0,0 0 0 0 0,0 0-1 0 0,1 0 1 0 0,-1 0 0 0 0,0 0-1 0 0,5-1 1 0 0,29-8 511 0 0,-10 5-840 0 0,-1 1-1 0 0,1 1 1 0 0,53-1 0 0 0,-26 8-2871 0 0,0 3-3526 0 0,-14 0-994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352 383 5063 0 0,'-2'-14'544'0'0,"2"10"376"0"0,-1 1 0 0 0,0-1 0 0 0,0 1 0 0 0,0 0 0 0 0,0-1 0 0 0,-1 1 0 0 0,1 0-1 0 0,-3-4 1 0 0,3 5-537 0 0,0 1 1 0 0,0 0-1 0 0,0 0 0 0 0,-1 1 0 0 0,1-1 0 0 0,0 0 0 0 0,0 0 1 0 0,-1 0-1 0 0,1 1 0 0 0,-1-1 0 0 0,1 1 0 0 0,0-1 0 0 0,-1 1 1 0 0,1 0-1 0 0,-1-1 0 0 0,1 1 0 0 0,-1 0 0 0 0,1 0 0 0 0,-1 0 1 0 0,1 0-1 0 0,-1 0 0 0 0,-2 1 0 0 0,-6 1 184 0 0,-1 0 0 0 0,1 1 0 0 0,-1 0-1 0 0,1 1 1 0 0,0 0 0 0 0,0 1 0 0 0,-18 11 0 0 0,-61 49 989 0 0,76-55-1383 0 0,-2 2 19 0 0,0 1 1 0 0,-19 22-1 0 0,29-30-176 0 0,1 1 0 0 0,0-1-1 0 0,0 1 1 0 0,1 0 0 0 0,0 0 0 0 0,0 0 0 0 0,0 0-1 0 0,0 1 1 0 0,1-1 0 0 0,-2 10 0 0 0,4-15-47 0 0,0 0 0 0 0,0 0 0 0 0,0-1 0 0 0,1 1 0 0 0,-1 0 0 0 0,0 0 0 0 0,0-1 0 0 0,0 1 0 0 0,1 0-1 0 0,-1 0 1 0 0,0-1 0 0 0,1 1 0 0 0,-1 0 0 0 0,1-1 0 0 0,-1 1 0 0 0,1 0 0 0 0,-1-1 0 0 0,1 1 0 0 0,-1-1 0 0 0,1 1 0 0 0,0 0 0 0 0,-1-1 0 0 0,1 0 0 0 0,0 1 0 0 0,-1-1 0 0 0,1 1 0 0 0,0-1 0 0 0,-1 0 0 0 0,1 0 0 0 0,0 1 0 0 0,0-1 0 0 0,0 0 0 0 0,-1 0 0 0 0,1 0 0 0 0,1 0 0 0 0,3 1-91 0 0,0 0 1 0 0,0-1 0 0 0,0 0-1 0 0,6 0 1 0 0,-2-2-35 0 0,0 0 1 0 0,-1 0 0 0 0,0-1 0 0 0,1 0-1 0 0,-1 0 1 0 0,0-1 0 0 0,-1 0-1 0 0,1 0 1 0 0,9-8 0 0 0,4-4-284 0 0,34-34 0 0 0,-29 22 167 0 0,-19 19 137 0 0,2 0 0 0 0,0 0-1 0 0,16-13 1 0 0,-23 21 68 0 0,-1 2 108 0 0,1 0 1 0 0,-1 0-1 0 0,0 0 0 0 0,1 0 0 0 0,-1 0 1 0 0,0 0-1 0 0,0 1 0 0 0,0-1 0 0 0,0 0 1 0 0,0 1-1 0 0,0-1 0 0 0,-1 1 0 0 0,2 1 1 0 0,-2-2-12 0 0,10 18 544 0 0,-1-2-76 0 0,0 0 1 0 0,1-1 0 0 0,14 17-1 0 0,-19-27-411 0 0,1 0 0 0 0,-1 0 0 0 0,2 0 0 0 0,-1-1 0 0 0,0 0 0 0 0,1 0 0 0 0,0-1 0 0 0,15 8-1 0 0,-12-9-73 0 0,0 1 0 0 0,0-1 0 0 0,0-1 0 0 0,0 0-1 0 0,1-1 1 0 0,17 1 0 0 0,-12-1-26 0 0,0-2 1 0 0,0 0-1 0 0,0-1 0 0 0,0 0 0 0 0,0-1 1 0 0,-1-1-1 0 0,0-1 0 0 0,1 0 1 0 0,-2-1-1 0 0,16-8 0 0 0,-26 12 10 0 0,1-1-1 0 0,-1 1 1 0 0,0-1 0 0 0,0-1-1 0 0,0 1 1 0 0,0 0-1 0 0,-1-1 1 0 0,1 0 0 0 0,-1 0-1 0 0,0 0 1 0 0,0 0 0 0 0,0 0-1 0 0,-1-1 1 0 0,0 1 0 0 0,3-9-1 0 0,-2 5 11 0 0,-1-1-1 0 0,0 1 0 0 0,-1-1 1 0 0,0 1-1 0 0,0-1 1 0 0,-1 0-1 0 0,0 0 1 0 0,-2-10-1 0 0,1 9-23 0 0,0-1 0 0 0,-1 0 0 0 0,-1 0-1 0 0,1 1 1 0 0,-2 0 0 0 0,-4-11 0 0 0,7 18-5 0 0,0 1 0 0 0,0 0 1 0 0,-1-1-1 0 0,1 1 0 0 0,-1 0 1 0 0,1 0-1 0 0,-1 0 0 0 0,0 0 1 0 0,0 0-1 0 0,0 0 0 0 0,0 1 1 0 0,0-1-1 0 0,0 1 0 0 0,0-1 1 0 0,0 1-1 0 0,-1 0 0 0 0,1 0 1 0 0,-1 0-1 0 0,1 0 0 0 0,-1 0 1 0 0,1 0-1 0 0,-1 1 0 0 0,1-1 1 0 0,-1 1-1 0 0,1 0 0 0 0,-1 0 1 0 0,0 0-1 0 0,1 0 0 0 0,-1 0 1 0 0,-3 1-1 0 0,0 1 6 0 0,0 0 0 0 0,-1 0 0 0 0,1 1 0 0 0,1-1-1 0 0,-1 1 1 0 0,0 1 0 0 0,1-1 0 0 0,-1 1 0 0 0,-5 5 0 0 0,-7 7 96 0 0,-17 20 1 0 0,29-30-56 0 0,-5 6 54 0 0,0 1-1 0 0,1 0 1 0 0,0 1 0 0 0,1 0-1 0 0,1 0 1 0 0,-8 18-1 0 0,14-27-64 0 0,0 1-1 0 0,0-1 0 0 0,0 1 1 0 0,0 0-1 0 0,1-1 0 0 0,0 1 1 0 0,0 0-1 0 0,1 0 1 0 0,0 0-1 0 0,0 0 0 0 0,0 0 1 0 0,0-1-1 0 0,1 1 0 0 0,0 0 1 0 0,1 0-1 0 0,-1-1 1 0 0,1 1-1 0 0,0 0 0 0 0,0-1 1 0 0,5 9-1 0 0,-5-12-32 0 0,-1 1-1 0 0,1-1 1 0 0,0 0 0 0 0,0 0 0 0 0,0 0-1 0 0,0 0 1 0 0,0 0 0 0 0,1 0-1 0 0,-1-1 1 0 0,0 1 0 0 0,1-1-1 0 0,-1 1 1 0 0,1-1 0 0 0,0 0 0 0 0,4 1-1 0 0,-3-1-25 0 0,0 0-1 0 0,0-1 1 0 0,0 0 0 0 0,1 0-1 0 0,-1 0 1 0 0,0 0-1 0 0,0 0 1 0 0,0-1 0 0 0,8-2-1 0 0,-4 1-26 0 0,0-1-1 0 0,0-1 1 0 0,-1 1-1 0 0,1-1 1 0 0,-1 0-1 0 0,0-1 1 0 0,0 0-1 0 0,-1 0 1 0 0,1 0 0 0 0,6-8-1 0 0,5-9 67 0 0,-1 0 0 0 0,-1-1 0 0 0,-1-1 0 0 0,15-34 1 0 0,39-107 9 0 0,-46 107-3 0 0,-7 16 3 0 0,-1-1 0 0 0,15-75 0 0 0,-29 116 57 0 0,-8 10 125 0 0,0 8 107 0 0,0 0 0 0 0,1 1 0 0 0,-6 23 0 0 0,9-28-199 0 0,-8 25 196 0 0,3 0 0 0 0,1 0 0 0 0,-4 66-1 0 0,11-86-266 0 0,0 0 0 0 0,1 0 0 0 0,0 0 0 0 0,2 0 0 0 0,0 0 0 0 0,1 0-1 0 0,0 0 1 0 0,2-1 0 0 0,0 0 0 0 0,13 24 0 0 0,-16-34-46 0 0,1-1 0 0 0,-1 0 1 0 0,1 0-1 0 0,1 0 0 0 0,-1 0 0 0 0,1-1 0 0 0,0 1 1 0 0,0-1-1 0 0,0 0 0 0 0,1-1 0 0 0,-1 1 0 0 0,1-1 1 0 0,0 0-1 0 0,0-1 0 0 0,0 1 0 0 0,0-1 0 0 0,0-1 1 0 0,0 1-1 0 0,1-1 0 0 0,-1 0 0 0 0,1 0 0 0 0,-1-1 1 0 0,0 0-1 0 0,1 0 0 0 0,-1 0 0 0 0,1-1 0 0 0,-1 0 1 0 0,1 0-1 0 0,-1-1 0 0 0,0 0 0 0 0,0 0 0 0 0,0 0 1 0 0,0-1-1 0 0,0 0 0 0 0,0 0 0 0 0,-1 0 0 0 0,1-1 0 0 0,6-5 1 0 0,-3 0-12 0 0,0 0 0 0 0,0-1 0 0 0,-1 1 1 0 0,-1-2-1 0 0,1 1 0 0 0,-2-1 0 0 0,1 0 1 0 0,-2 0-1 0 0,1-1 0 0 0,-2 0 0 0 0,1 0 1 0 0,-2 0-1 0 0,1-1 0 0 0,-2 1 0 0 0,0-1 1 0 0,0 1-1 0 0,-1-1 0 0 0,-1-13 0 0 0,0 22 31 0 0,-1 0 0 0 0,1 1 0 0 0,-1-1-1 0 0,0 0 1 0 0,0 1 0 0 0,0-1-1 0 0,0 1 1 0 0,-1-1 0 0 0,1 1-1 0 0,-1-1 1 0 0,0 1 0 0 0,0 0 0 0 0,0 0-1 0 0,0 0 1 0 0,-1 0 0 0 0,1 0-1 0 0,-1 1 1 0 0,-4-4 0 0 0,4 4 7 0 0,-1 0 0 0 0,0 0-1 0 0,0 0 1 0 0,0 1 0 0 0,0-1 0 0 0,0 1 0 0 0,0 0 0 0 0,0 0 0 0 0,0 0 0 0 0,-1 1 0 0 0,1 0 0 0 0,0 0 0 0 0,0 0 0 0 0,0 0-1 0 0,-9 2 1 0 0,3 0 12 0 0,-1 1-1 0 0,1 0 0 0 0,-1 1 0 0 0,1 0 0 0 0,1 1 0 0 0,-1 0 0 0 0,0 0 0 0 0,1 1 0 0 0,0 0 1 0 0,1 1-1 0 0,-11 10 0 0 0,8-7 28 0 0,2 0 1 0 0,-1 1-1 0 0,1 0 0 0 0,1 1 1 0 0,0 0-1 0 0,0 0 1 0 0,2 1-1 0 0,-7 14 0 0 0,11-22-36 0 0,0 1 0 0 0,1-1 0 0 0,-1 1 0 0 0,1-1-1 0 0,0 1 1 0 0,1-1 0 0 0,-1 1 0 0 0,1 0 0 0 0,1-1-1 0 0,-1 1 1 0 0,1 0 0 0 0,1 6 0 0 0,-1-9-16 0 0,0-1 1 0 0,0 1-1 0 0,0 0 0 0 0,0-1 1 0 0,0 0-1 0 0,0 1 0 0 0,1-1 1 0 0,-1 0-1 0 0,1 0 0 0 0,0 1 1 0 0,0-1-1 0 0,0-1 1 0 0,0 1-1 0 0,0 0 0 0 0,0 0 1 0 0,0-1-1 0 0,1 1 0 0 0,-1-1 1 0 0,0 0-1 0 0,1 0 0 0 0,-1 0 1 0 0,1 0-1 0 0,0 0 1 0 0,-1 0-1 0 0,1-1 0 0 0,0 1 1 0 0,3-1-1 0 0,2 1-46 0 0,1-1 0 0 0,0 0-1 0 0,0-1 1 0 0,0 0 0 0 0,0-1-1 0 0,0 0 1 0 0,0 0 0 0 0,-1 0 0 0 0,10-5-1 0 0,-5 1-2 0 0,0 0-1 0 0,0-1 1 0 0,-1-1-1 0 0,22-16 1 0 0,-19 10 42 0 0,-2 1 0 0 0,0-2 1 0 0,0 0-1 0 0,-1 0 0 0 0,-1-1 1 0 0,-1-1-1 0 0,0 0 0 0 0,7-18 1 0 0,52-150-274 0 0,-62 164 236 0 0,-5 14 38 0 0,10-29-9 0 0,11-57-1 0 0,-21 71 97 0 0,-2 21 0 0 0,-2 2-21 0 0,1 0 0 0 0,-1 0 0 0 0,1 0 0 0 0,-1 1 0 0 0,1-1 0 0 0,0 1 0 0 0,-1-1 0 0 0,1 1 0 0 0,0-1 0 0 0,0 1 1 0 0,0 0-1 0 0,-1 2 0 0 0,-10 25 306 0 0,8-15-193 0 0,-12 25 110 0 0,-53 151 629 0 0,62-163-789 0 0,0 0 0 0 0,2 0 0 0 0,1 1-1 0 0,1-1 1 0 0,1 34 0 0 0,2-53-101 0 0,1 0 1 0 0,0-1-1 0 0,0 0 0 0 0,1 1 0 0 0,0-1 0 0 0,0 0 0 0 0,1 0 0 0 0,0 0 1 0 0,0 0-1 0 0,5 7 0 0 0,-7-12-20 0 0,0 0 0 0 0,1 0 1 0 0,-1 0-1 0 0,1 0 0 0 0,-1 0 1 0 0,1-1-1 0 0,0 1 0 0 0,-1-1 0 0 0,1 1 1 0 0,0-1-1 0 0,0 0 0 0 0,0 0 1 0 0,0 0-1 0 0,1 0 0 0 0,-1 0 0 0 0,0 0 1 0 0,0-1-1 0 0,0 1 0 0 0,1-1 1 0 0,-1 1-1 0 0,0-1 0 0 0,1 0 0 0 0,-1 0 1 0 0,0 0-1 0 0,1 0 0 0 0,-1 0 1 0 0,0-1-1 0 0,0 1 0 0 0,1-1 0 0 0,-1 1 1 0 0,0-1-1 0 0,0 0 0 0 0,0 0 1 0 0,1 0-1 0 0,-1 0 0 0 0,2-2 0 0 0,2-1-42 0 0,0 0 0 0 0,-1 0-1 0 0,0 0 1 0 0,0-1 0 0 0,0 0-1 0 0,7-10 1 0 0,22-36-131 0 0,-5-2-52 0 0,42-109 0 0 0,-65 146 182 0 0,-5 10 48 0 0,1 1 1 0 0,0-1-1 0 0,0 1 0 0 0,1 0 1 0 0,4-8-1 0 0,-7 12 231 0 0,1 3-94 0 0,-1 10 71 0 0,0 0 0 0 0,0 1 0 0 0,-4 18 1 0 0,1-1-3 0 0,1-7-44 0 0,2 29-1 0 0,0-46-222 0 0,1 0 1 0 0,0 0 0 0 0,0-1-1 0 0,0 1 1 0 0,1 0-1 0 0,-1-1 1 0 0,1 1 0 0 0,1-1-1 0 0,-1 1 1 0 0,5 7-1 0 0,-6-12-59 0 0,0 0 0 0 0,0 0 0 0 0,0 0 0 0 0,0 0 1 0 0,0 0-1 0 0,0 0 0 0 0,0-1 0 0 0,0 1 0 0 0,0 0 0 0 0,0 0 0 0 0,0-1 0 0 0,1 1 0 0 0,-1-1 0 0 0,0 1 0 0 0,0-1 0 0 0,1 1 0 0 0,-1-1 0 0 0,0 0 0 0 0,3 0 0 0 0,0 0-456 0 0,0 0-1 0 0,-1 0 1 0 0,1-1 0 0 0,0 0-1 0 0,-1 0 1 0 0,5-1-1 0 0,17-6-1458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20 161 10135 0 0,'-3'-6'896'0'0,"-2"-2"-712"0"0,0 0-184 0 0,2 1 0 0 0,1-1 4776 0 0,1 0-2112 0 0,2 1 24 0 0,3-1-1848 0 0,5 2-6744 0 0,3 1-1200 0 0</inkml:trace>
  <inkml:trace contextRef="#ctx0" brushRef="#br0" timeOffset="1">268 1 12439 0 0,'0'0'958'0'0,"-3"8"-588"0"0,-3 10 5164 0 0,-6 32 0 0 0,2 20-980 0 0,1-7-3143 0 0,-7 89-137 0 0,13-100-1601 0 0,-16 79 0 0 0,17-123-101 0 0,0-1 0 0 0,-1 1-1 0 0,-3 8 1 0 0,4-13-88 0 0,1-1 1 0 0,-1 1-1 0 0,1 0 0 0 0,-1-1 1 0 0,0 1-1 0 0,0-1 0 0 0,0 0 1 0 0,0 0-1 0 0,0 0 0 0 0,0 0 1 0 0,-4 3-1 0 0,-3-2-2092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6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6447 0 0,'0'-3'111'0'0,"0"0"0"0"0,0 0 0 0 0,1-1 0 0 0,-1 1 0 0 0,1 0 1 0 0,0 0-1 0 0,0 0 0 0 0,0 0 0 0 0,2-3 0 0 0,-1 2 789 0 0,1 0 0 0 0,-1 1 1 0 0,1-1-1 0 0,0 1 0 0 0,0 0 0 0 0,0 0 1 0 0,1 0-1 0 0,-1 0 0 0 0,7-4 1 0 0,0 1 2605 0 0,1 0 0 0 0,19-7 0 0 0,6 0 298 0 0,-6 3-5236 0 0,-21 7 1639 0 0,1 0 0 0 0,0 0 0 0 0,0 1 0 0 0,0 1 0 0 0,0 0 0 0 0,0 0 0 0 0,1 1 0 0 0,-1 0 0 0 0,0 1 0 0 0,10 2 0 0 0,-16-2-176 0 0,-1 1 0 0 0,1-1 0 0 0,-1 1-1 0 0,0 0 1 0 0,0 0 0 0 0,1 0 0 0 0,-2 0-1 0 0,1 1 1 0 0,0-1 0 0 0,0 1 0 0 0,-1 0-1 0 0,1 0 1 0 0,-1 0 0 0 0,0 0 0 0 0,0 0-1 0 0,0 0 1 0 0,0 0 0 0 0,-1 1 0 0 0,3 5-1 0 0,1 7 2 0 0,0 0 0 0 0,5 31 0 0 0,-10-47-32 0 0,16 140-761 0 0,-15-138 94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46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23 19463 0 0,'-1'-1'270'0'0,"0"1"-204"0"0,1 0-1 0 0,0-1 1 0 0,-1 1 0 0 0,1 0 0 0 0,0-1-1 0 0,-1 1 1 0 0,1 0 0 0 0,0-1 0 0 0,-1 1-1 0 0,1-1 1 0 0,0 1 0 0 0,0 0-1 0 0,0-1 1 0 0,-1 1 0 0 0,1-1 0 0 0,0 1-1 0 0,0-1 1 0 0,0 1 0 0 0,0-1 0 0 0,0 1-1 0 0,0-1 1 0 0,0 1 0 0 0,0 0 0 0 0,0-1-1 0 0,0 1 1 0 0,0-1 0 0 0,0 1-1 0 0,1-2 1 0 0,-1 2 259 0 0,15-7 979 0 0,-7 6-1558 0 0,1 1-1 0 0,0 0 1 0 0,-1 0-1 0 0,1 1 1 0 0,-1 0-1 0 0,11 2 1 0 0,49 18-5020 0 0,-45-13 3607 0 0,-6-3-594 0 0,-1 1 0 0 0,30 16 0 0 0,-39-18 2158 0 0,-1 0 1 0 0,1 1-1 0 0,7 8 0 0 0,-10-10 736 0 0,-1 1 0 0 0,0-1 0 0 0,0 1 0 0 0,0 0 0 0 0,0 0 0 0 0,2 7 0 0 0,-4-8 26 0 0,0-1-1 0 0,0 1 1 0 0,0 0-1 0 0,-1 0 1 0 0,1 0-1 0 0,-1 1 1 0 0,0-1-1 0 0,0 0 1 0 0,0 0-1 0 0,0 0 0 0 0,-1 0 1 0 0,1 0-1 0 0,-1 0 1 0 0,0 0-1 0 0,0 0 1 0 0,0 0-1 0 0,0-1 1 0 0,0 1-1 0 0,-1 0 1 0 0,1-1-1 0 0,-4 6 1 0 0,-4 4 591 0 0,0-1 0 0 0,-1 0 1 0 0,-14 13-1 0 0,13-13-1101 0 0,-17 15 479 0 0,-36 28 0 0 0,63-53-554 0 0,6-1-228 0 0,-1 0 127 0 0,1 0 0 0 0,0 0 0 0 0,-1-1 0 0 0,1 0 0 0 0,-1 1 0 0 0,0-2 0 0 0,1 1 0 0 0,-1 0 0 0 0,0-1-1 0 0,0 0 1 0 0,0 0 0 0 0,5-3 0 0 0,15-12-98 0 0,0-2 0 0 0,27-28 0 0 0,24-20-34 0 0,-51 46 64 0 0,-19 16 92 0 0,0 0 0 0 0,0 1 0 0 0,0-1 0 0 0,1 1 0 0 0,-1 0 0 0 0,1 1 0 0 0,0-1 0 0 0,0 1 0 0 0,0 1 0 0 0,1-1 0 0 0,-1 1 0 0 0,11-3 0 0 0,-17 6 11 0 0,1-1 1 0 0,-1 0-1 0 0,1 0 0 0 0,-1 1 0 0 0,1-1 0 0 0,-1 0 0 0 0,1 1 0 0 0,-1-1 0 0 0,0 1 0 0 0,1-1 0 0 0,-1 0 1 0 0,1 1-1 0 0,-1-1 0 0 0,0 1 0 0 0,0-1 0 0 0,1 1 0 0 0,-1-1 0 0 0,0 1 0 0 0,0-1 0 0 0,1 2 0 0 0,-1-2 13 0 0,2 6 7 0 0,0-1-1 0 0,0 1 1 0 0,0 0-1 0 0,0 0 1 0 0,-1-1 0 0 0,0 1-1 0 0,0 8 1 0 0,-3 44 362 0 0,1-46-326 0 0,0 1 1 0 0,1-1 0 0 0,1 0 0 0 0,-1 0 0 0 0,5 17 0 0 0,-4-22-65 0 0,-1-5 0 0 0,1 0 0 0 0,-1 0 0 0 0,0 0 0 0 0,1 0 0 0 0,-1-1 0 0 0,1 1 0 0 0,0 0 0 0 0,-1-1 0 0 0,1 1 0 0 0,0 0 0 0 0,0-1 0 0 0,0 1 0 0 0,0-1 0 0 0,1 1 0 0 0,-1-1 0 0 0,0 0 0 0 0,0 0 0 0 0,1 1 0 0 0,-1-1 0 0 0,1 0 0 0 0,2 1 0 0 0,-1 0 0 0 0,-2-1 0 0 0,0-1 0 0 0,0 1 0 0 0,0-1 0 0 0,0 1 0 0 0,1-1 0 0 0,-1 1 0 0 0,0-1 0 0 0,0 0 0 0 0,0 0 0 0 0,1 1 0 0 0,-1-1 0 0 0,0 0 0 0 0,0 0 0 0 0,1 0 0 0 0,-1-1 0 0 0,0 1 0 0 0,0 0 0 0 0,0 0 0 0 0,2-1 0 0 0,0 0 0 0 0,0 0 0 0 0,0 0 0 0 0,0 0 0 0 0,-1 0 0 0 0,1-1 0 0 0,-1 1 0 0 0,1-1 0 0 0,-1 0 0 0 0,1 0 0 0 0,-1 0 0 0 0,0 0 0 0 0,0 0 0 0 0,0 0 0 0 0,0-1 0 0 0,2-2 0 0 0,4-7 0 0 0,13-25 0 0 0,-17 29 0 0 0,23-54 0 0 0,-20 43 0 0 0,1 1 0 0 0,15-27 0 0 0,3 6-13 0 0,-26 39 11 0 0,0-1 0 0 0,0 1 1 0 0,0 0-1 0 0,0 0 0 0 0,1-1 0 0 0,-1 1 1 0 0,0 0-1 0 0,0 0 0 0 0,0-1 1 0 0,0 1-1 0 0,1 0 0 0 0,-1 0 1 0 0,0-1-1 0 0,0 1 0 0 0,0 0 0 0 0,1 0 1 0 0,-1 0-1 0 0,0-1 0 0 0,1 1 1 0 0,-1 0-1 0 0,0 0 0 0 0,0 0 1 0 0,1 0-1 0 0,-1 0 0 0 0,0 0 0 0 0,1 0 1 0 0,-1 0-1 0 0,0 0 0 0 0,0-1 1 0 0,1 1-1 0 0,-1 0 0 0 0,0 0 1 0 0,1 1-1 0 0,-1-1 0 0 0,0 0 0 0 0,1 0 1 0 0,-1 0-1 0 0,0 0 0 0 0,0 0 1 0 0,1 0-1 0 0,2 5 5 0 0,13 21 8 0 0,2-1 0 0 0,0-2 0 0 0,1 1 0 0 0,2-2 0 0 0,0-1 0 0 0,31 24 0 0 0,-31-30-36 0 0,0-1-1 0 0,0-2 1 0 0,2 0-1 0 0,-1-1 1 0 0,1-1-1 0 0,1-1 1 0 0,0-1-1 0 0,0-1 1 0 0,1-2-1 0 0,-1 0 1 0 0,1-2-1 0 0,0 0 1 0 0,0-2-1 0 0,26-1 1 0 0,-27-3-190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0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80 16127 0 0,'-13'-4'1150'0'0,"-21"-9"-485"0"0,16 0 10831 0 0,29 8-10852 0 0,-2 1-532 0 0,-1 1 1 0 0,1 0 0 0 0,0 0-1 0 0,0 1 1 0 0,12-2 0 0 0,49-1-557 0 0,-13 0-527 0 0,63-8-4969 0 0,-85 10-2696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17 15663 0 0,'-5'-4'1626'0'0,"3"3"-988"0"0,0-1 0 0 0,0 1 0 0 0,-1 0 1 0 0,1-1-1 0 0,0 1 0 0 0,-1 0 0 0 0,1 1 1 0 0,0-1-1 0 0,-1 0 0 0 0,1 1 0 0 0,-4-1 1 0 0,4 1-330 0 0,0 0 0 0 0,0 0 0 0 0,0 0 1 0 0,0 1-1 0 0,0-1 0 0 0,0 1 0 0 0,0-1 1 0 0,0 1-1 0 0,0 0 0 0 0,0-1 0 0 0,-2 3 1 0 0,-2 1-61 0 0,1 0 1 0 0,0 1-1 0 0,0-1 1 0 0,1 1 0 0 0,-1 0-1 0 0,-5 9 1 0 0,3-4 115 0 0,-7 9-306 0 0,2 1-1 0 0,0 0 1 0 0,1 1 0 0 0,1 0-1 0 0,1 1 1 0 0,1 0 0 0 0,0 0-1 0 0,2 1 1 0 0,1-1 0 0 0,-3 30-1 0 0,7-46-151 0 0,1 0 1 0 0,0 0-1 0 0,0 0 0 0 0,0 0 0 0 0,1 0 0 0 0,0 0 0 0 0,0 0 0 0 0,1 0 0 0 0,-1 0 0 0 0,1-1 0 0 0,3 7 0 0 0,-3-8-108 0 0,0 0 0 0 0,1-1-1 0 0,-1 1 1 0 0,1 0-1 0 0,0-1 1 0 0,0 0-1 0 0,0 0 1 0 0,0 0-1 0 0,0 0 1 0 0,1 0-1 0 0,0-1 1 0 0,-1 1-1 0 0,1-1 1 0 0,0 0-1 0 0,8 3 1 0 0,0-1-1489 0 0,1-1 0 0 0,-1 0 1 0 0,27 3-1 0 0,-10-6-5966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1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290 137 6447 0 0,'4'-27'52'0'0,"3"-22"3424"0"0,-6 45-2184 0 0,-1 0 1 0 0,0 0-1 0 0,0 0 1 0 0,0 0-1 0 0,-1 0 1 0 0,0 0-1 0 0,1 0 1 0 0,-4-8-1 0 0,4 11-1095 0 0,-1 0 0 0 0,0 0 0 0 0,1 0 0 0 0,-1 0 0 0 0,0 0 0 0 0,1 0 0 0 0,-1 0 0 0 0,0 0 0 0 0,0 1 0 0 0,0-1 0 0 0,0 0-1 0 0,0 0 1 0 0,0 1 0 0 0,0-1 0 0 0,0 1 0 0 0,0-1 0 0 0,0 1 0 0 0,0-1 0 0 0,-1 1 0 0 0,1-1 0 0 0,0 1 0 0 0,0 0 0 0 0,0 0 0 0 0,-1 0 0 0 0,1 0 0 0 0,0 0 0 0 0,0 0-1 0 0,-1 0 1 0 0,1 0 0 0 0,0 0 0 0 0,0 0 0 0 0,0 1 0 0 0,0-1 0 0 0,-1 1 0 0 0,0 0 0 0 0,-4 1 103 0 0,0 1 0 0 0,1-1 0 0 0,-1 1 0 0 0,1 0 1 0 0,-9 8-1 0 0,-1 2 1 0 0,0 1 1 0 0,1 1-1 0 0,-15 20 1 0 0,-33 52 59 0 0,54-74-318 0 0,3-7-37 0 0,-10 17 47 0 0,-19 37 1 0 0,31-54-48 0 0,0 0 0 0 0,0 0 1 0 0,1 1-1 0 0,0-1 0 0 0,0 1 0 0 0,1-1 0 0 0,0 1 0 0 0,0 0 1 0 0,1-1-1 0 0,-1 1 0 0 0,2 12 0 0 0,0-16-27 0 0,-1-1-1 0 0,1 0 1 0 0,0 0-1 0 0,0 0 1 0 0,0 0 0 0 0,0 0-1 0 0,0 0 1 0 0,0 0-1 0 0,0 0 1 0 0,1 0 0 0 0,-1-1-1 0 0,0 1 1 0 0,1 0-1 0 0,0-1 1 0 0,-1 1 0 0 0,1-1-1 0 0,0 0 1 0 0,0 1-1 0 0,0-1 1 0 0,0 0 0 0 0,0 0-1 0 0,0 0 1 0 0,0-1-1 0 0,0 1 1 0 0,0 0 0 0 0,1-1-1 0 0,-1 1 1 0 0,0-1-1 0 0,3 0 1 0 0,0 1-41 0 0,0-1 0 0 0,1 0 1 0 0,-1 0-1 0 0,0-1 0 0 0,1 1 0 0 0,-1-1 0 0 0,0 0 0 0 0,0-1 1 0 0,0 1-1 0 0,0-1 0 0 0,6-3 0 0 0,9-7-34 0 0,0-1 0 0 0,-1 0 0 0 0,-1-2 0 0 0,0 0 0 0 0,-1-1 0 0 0,0-1 0 0 0,-2 0 0 0 0,0-1 0 0 0,-1-1 0 0 0,-1 0 0 0 0,20-38 0 0 0,51-107 264 0 0,-83 162 725 0 0,-1 5-765 0 0,2 43 18 0 0,-1 1 0 0 0,-8 61 0 0 0,2-51 5 0 0,4 61-1 0 0,2-102-158 0 0,-1-4-6 0 0,0 0 0 0 0,1 0 0 0 0,1 0-1 0 0,0 0 1 0 0,0 0 0 0 0,2 0 0 0 0,5 15 0 0 0,-8-27 20 0 0,1-1 1 0 0,-1 1 0 0 0,1 0-1 0 0,-1-1 1 0 0,0 1 0 0 0,1-1-1 0 0,-1 0 1 0 0,0 1 0 0 0,1-1-1 0 0,0-1 1 0 0,6-5-45 0 0,0-1 1 0 0,0 0-1 0 0,-1 0 0 0 0,0-1 1 0 0,-1 0-1 0 0,10-17 0 0 0,26-63-89 0 0,-35 72 102 0 0,20-53-40 0 0,-20 46 51 0 0,2 1 0 0 0,1 0 0 0 0,1 1-1 0 0,23-38 1 0 0,-28 53 26 0 0,-2 19 128 0 0,-2 12-58 0 0,-1-1 1 0 0,-2 29-1 0 0,1-38-77 0 0,-1 0 4 0 0,0 5 16 0 0,1-1-1 0 0,3 22 1 0 0,-3-35-21 0 0,1-1-1 0 0,0 1 0 0 0,0-1 0 0 0,0 1 1 0 0,0-1-1 0 0,1 0 0 0 0,0 0 0 0 0,0 0 1 0 0,0 0-1 0 0,0 0 0 0 0,1 0 0 0 0,-1 0 1 0 0,1-1-1 0 0,4 5 0 0 0,1-4-3 0 0,-6-3-6 0 0,1-1 0 0 0,-1 0 0 0 0,0 0 0 0 0,0 0 0 0 0,1 0-1 0 0,-1-1 1 0 0,0 1 0 0 0,0-1 0 0 0,1 1 0 0 0,-1-1 0 0 0,0 0 0 0 0,0 1 0 0 0,0-1 0 0 0,0 0-1 0 0,0-1 1 0 0,0 1 0 0 0,0 0 0 0 0,3-4 0 0 0,4-2-43 0 0,-1-1 0 0 0,10-12-1 0 0,-15 17 45 0 0,11-15 24 0 0,-1 0 1 0 0,12-22-1 0 0,-10 15-35 0 0,22-42-119 0 0,-27 46 143 0 0,1 1-1 0 0,1 0 1 0 0,1 1 0 0 0,24-29-1 0 0,-35 47 61 0 0,-2 3-15 0 0,2 10-25 0 0,-1 1 0 0 0,0-1 0 0 0,-1 0 0 0 0,0 1 0 0 0,-1-1-1 0 0,0 0 1 0 0,-4 14 0 0 0,0 14 16 0 0,4-36-46 0 0,-1 23-444 0 0,0 32 1 0 0,2-52 311 0 0,1 1 1 0 0,0-1-1 0 0,0 1 0 0 0,0-1 1 0 0,1 1-1 0 0,0-1 1 0 0,1 0-1 0 0,-1 0 0 0 0,6 9 1 0 0,-6-14-131 0 0,-1 0 1 0 0,1 0 0 0 0,0 0 0 0 0,-1 0-1 0 0,1 0 1 0 0,0 0 0 0 0,1-1 0 0 0,-1 1-1 0 0,0-1 1 0 0,0 1 0 0 0,1-1 0 0 0,3 2 0 0 0,1-1-1011 0 0,0 1 1 0 0,0-2 0 0 0,12 3 0 0 0,-2-2-967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1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57 177 19295 0 0,'1'-14'3164'0'0,"-1"16"-1971"0"0,-14 177 5354 0 0,4-86-5786 0 0,1 37-518 0 0,-5 44-15 0 0,11-141-380 0 0,3-31 88 0 0,-3-11-460 0 0,1-3 362 0 0,1 0 0 0 0,0-1 0 0 0,0 1 0 0 0,1-1-1 0 0,3-20 1 0 0,-1 3 51 0 0,3-39 3 0 0,21-108 0 0 0,-16 135 68 0 0,1 1 0 0 0,2 0 0 0 0,32-69 0 0 0,-29 81 114 0 0,0 1 0 0 0,34-43-1 0 0,-47 68-39 0 0,-1 0-1 0 0,1 0 1 0 0,0 0-1 0 0,0 0 1 0 0,0 1-1 0 0,1-1 0 0 0,-1 1 1 0 0,1 0-1 0 0,-1 0 1 0 0,1 0-1 0 0,7-3 1 0 0,-10 5-21 0 0,-1 0 0 0 0,1 0 1 0 0,0 0-1 0 0,0 0 0 0 0,-1 0 1 0 0,1 0-1 0 0,0 0 0 0 0,0 0 0 0 0,-1 0 1 0 0,1 0-1 0 0,0 1 0 0 0,0-1 1 0 0,-1 0-1 0 0,1 1 0 0 0,0-1 1 0 0,-1 0-1 0 0,1 1 0 0 0,-1-1 1 0 0,1 0-1 0 0,0 1 0 0 0,-1-1 0 0 0,1 1 1 0 0,-1 0-1 0 0,1 0 0 0 0,9 15 119 0 0,-8-11-112 0 0,0 1 1 0 0,-1-1-1 0 0,0 1 1 0 0,0-1-1 0 0,0 1 1 0 0,-1-1-1 0 0,0 1 1 0 0,0 0-1 0 0,-2 9 1 0 0,-1 6-4 0 0,-9 25 0 0 0,6-23 21 0 0,-14 44-837 0 0,-38 89 1 0 0,54-146-470 0 0,0 1 0 0 0,0-1 0 0 0,-2 15 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1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10591 0 0,'1'-1'488'0'0,"4"-16"158"0"0,0 9 1898 0 0,-2 28 5560 0 0,1 2-5897 0 0,-8 105 2360 0 0,1-58-3341 0 0,8 105 0 0 0,-3-162-1066 0 0,2-4-148 0 0,-4-7-108 0 0,2-1-6 0 0,0 0 101 0 0,-1 0-1 0 0,1-1 0 0 0,-1 1 1 0 0,0-1-1 0 0,1 1 0 0 0,-1-1 1 0 0,1 0-1 0 0,-1 0 1 0 0,0 1-1 0 0,1-1 0 0 0,-1 0 1 0 0,0 0-1 0 0,0 0 0 0 0,0 0 1 0 0,0-1-1 0 0,0 1 0 0 0,0 0 1 0 0,1-2-1 0 0,15-27 18 0 0,-14 24-15 0 0,34-78-588 0 0,1-2-737 0 0,-31 71 1021 0 0,1 1 1 0 0,1 1-1 0 0,20-25 1 0 0,15-8-3932 0 0,-23 24-4691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2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1 348 19231 0 0,'0'0'1744'0'0,"0"1"-1434"0"0,1 6-196 0 0,0-7-32 0 0,0 1 1 0 0,0 0-1 0 0,0-1 0 0 0,0 1 0 0 0,0-1 0 0 0,-1 1 1 0 0,1-1-1 0 0,0 0 0 0 0,0 1 0 0 0,1-1 1 0 0,-1 0-1 0 0,0 0 0 0 0,0 1 0 0 0,0-1 0 0 0,0 0 1 0 0,0 0-1 0 0,2 0 0 0 0,-3 0-73 0 0,4-1 195 0 0,0 1-1 0 0,0-1 0 0 0,-1 0 0 0 0,1 0 0 0 0,0 0 0 0 0,0-1 0 0 0,-1 1 0 0 0,1-1 0 0 0,-1 0 0 0 0,5-3 0 0 0,3-2 350 0 0,17-16 0 0 0,-2-2-304 0 0,-2-1 0 0 0,38-52 0 0 0,28-66-124 0 0,-81 132-102 0 0,-8 10 14 0 0,1 0 0 0 0,0 0 0 0 0,-1-1 1 0 0,1 1-1 0 0,-1 0 0 0 0,0 0 0 0 0,0-1 1 0 0,0 1-1 0 0,0-1 0 0 0,1-3 0 0 0,-11 12 535 0 0,1 2-356 0 0,0 1 0 0 0,0 0 0 0 0,1 1 0 0 0,0 0-1 0 0,-8 15 1 0 0,-24 57 454 0 0,35-71-613 0 0,-9 17 139 0 0,-11 42 1 0 0,21-59-202 0 0,0 0 0 0 0,1 0-1 0 0,1 0 1 0 0,0 0 0 0 0,0 0 0 0 0,1 1 0 0 0,2 14 0 0 0,-2-24-77 0 0,1 0 0 0 0,-1 0 0 0 0,1 0 0 0 0,-1 0 0 0 0,1 0 0 0 0,0 0 0 0 0,-1 0 0 0 0,1 0 1 0 0,0 0-1 0 0,0-1 0 0 0,1 1 0 0 0,-1 0 0 0 0,0-1 0 0 0,0 1 0 0 0,1-1 0 0 0,-1 1 0 0 0,1-1 0 0 0,0 0 0 0 0,-1 1 1 0 0,1-1-1 0 0,0 0 0 0 0,-1 0 0 0 0,1 0 0 0 0,0 0 0 0 0,0-1 0 0 0,0 1 0 0 0,0 0 0 0 0,0-1 0 0 0,0 0 1 0 0,0 1-1 0 0,0-1 0 0 0,0 0 0 0 0,4 0 0 0 0,6 0-1122 0 0,0-1-1 0 0,-1-1 1 0 0,1 0-1 0 0,19-5 1 0 0,-20 4 20 0 0,19-5-6480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2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83 19895 0 0,'1'-7'245'0'0,"1"0"75"0"0,-1 0 0 0 0,-1 0 0 0 0,1 0 0 0 0,-1 1 0 0 0,-1-11 0 0 0,1 16-245 0 0,-1 0 0 0 0,1 0 0 0 0,0 0 0 0 0,0 1 0 0 0,-1-1 0 0 0,1 0 0 0 0,0 0 0 0 0,-1 0 0 0 0,1 1 0 0 0,-1-1 0 0 0,1 0-1 0 0,-1 0 1 0 0,1 1 0 0 0,-1-1 0 0 0,1 1 0 0 0,-1-1 0 0 0,0 0 0 0 0,1 1 0 0 0,-1-1 0 0 0,0 1 0 0 0,0-1 0 0 0,1 1 0 0 0,-1 0-1 0 0,-1-1 1 0 0,-1 0 526 0 0,1 0-324 0 0,0 0 1 0 0,-1 0-1 0 0,1 0 1 0 0,-1 0-1 0 0,1 1 1 0 0,-1-1 0 0 0,1 1-1 0 0,-1 0 1 0 0,0-1-1 0 0,1 1 1 0 0,-1 0-1 0 0,0 1 1 0 0,1-1-1 0 0,-1 0 1 0 0,1 1-1 0 0,-1 0 1 0 0,1-1-1 0 0,-1 1 1 0 0,-3 2-1 0 0,-4 2-49 0 0,1-1 0 0 0,-1 2-1 0 0,-10 8 1 0 0,12-9-150 0 0,1 1-1 0 0,-1 1 1 0 0,-8 10 0 0 0,13-14-76 0 0,1 0 0 0 0,0-1 1 0 0,0 2-1 0 0,0-1 1 0 0,0 0-1 0 0,0 0 1 0 0,0 1-1 0 0,1-1 1 0 0,0 1-1 0 0,0-1 1 0 0,-2 8-1 0 0,3-9-5 0 0,0 1 1 0 0,0 0-1 0 0,0-1 0 0 0,0 1 1 0 0,1 0-1 0 0,-1-1 0 0 0,1 1 1 0 0,0-1-1 0 0,-1 1 0 0 0,1-1 1 0 0,0 1-1 0 0,1-1 0 0 0,-1 1 1 0 0,0-1-1 0 0,1 0 0 0 0,-1 0 1 0 0,1 0-1 0 0,-1 0 0 0 0,1 0 1 0 0,0 0-1 0 0,0 0 0 0 0,0 0 1 0 0,5 2-1 0 0,4 3-14 0 0,0 0-1 0 0,1-1 1 0 0,0 0 0 0 0,0-1-1 0 0,23 7 1 0 0,-19-7 6 0 0,0 0 1 0 0,28 16-1 0 0,-40-20 15 0 0,-1 1 0 0 0,0 1 0 0 0,0-1 0 0 0,0 0-1 0 0,0 1 1 0 0,0 0 0 0 0,0-1 0 0 0,-1 1 0 0 0,1 0 0 0 0,-1 0 0 0 0,0 1 0 0 0,0-1-1 0 0,0 0 1 0 0,0 1 0 0 0,-1-1 0 0 0,1 1 0 0 0,-1 0 0 0 0,0-1 0 0 0,0 1 0 0 0,0 0-1 0 0,-1 0 1 0 0,1 0 0 0 0,-1 0 0 0 0,0-1 0 0 0,0 1 0 0 0,0 0 0 0 0,-1 0 0 0 0,1 0-1 0 0,-1 0 1 0 0,0 0 0 0 0,0-1 0 0 0,0 1 0 0 0,-1 0 0 0 0,1-1 0 0 0,-1 1 0 0 0,0-1-1 0 0,0 0 1 0 0,0 1 0 0 0,0-1 0 0 0,-1 0 0 0 0,1 0 0 0 0,-7 5 0 0 0,-3 3 94 0 0,0 0-1 0 0,-2 0 1 0 0,-23 14 0 0 0,32-22-249 0 0,0-1-1 0 0,0 1 0 0 0,-1-1 0 0 0,1 0 1 0 0,0-1-1 0 0,-1 1 0 0 0,0-1 1 0 0,1 0-1 0 0,-1 0 0 0 0,0-1 1 0 0,1 0-1 0 0,-1 0 0 0 0,0 0 0 0 0,-7-2 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3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1839 0 0,'-2'0'12020'0'0,"-12"3"-9573"0"0,0 0 0 0 0,-1 1 0 0 0,1 1 0 0 0,1 0 0 0 0,-18 9 0 0 0,-10 11 547 0 0,32-20-2989 0 0,1 1 1 0 0,0 0-1 0 0,1 1 0 0 0,-1 0 1 0 0,1 0-1 0 0,0 1 0 0 0,1 0 1 0 0,0 0-1 0 0,0 0 0 0 0,1 1 1 0 0,-5 9-1 0 0,10-17-9 0 0,-1 1-1 0 0,0 0 0 0 0,0-1 1 0 0,1 1-1 0 0,-1 0 1 0 0,1-1-1 0 0,0 1 1 0 0,-1 0-1 0 0,1 0 1 0 0,0 0-1 0 0,0-1 1 0 0,0 1-1 0 0,0 0 1 0 0,1 0-1 0 0,-1-1 1 0 0,0 1-1 0 0,1 0 1 0 0,-1 0-1 0 0,1-1 1 0 0,-1 1-1 0 0,1 0 1 0 0,0-1-1 0 0,0 1 1 0 0,0-1-1 0 0,0 1 1 0 0,0-1-1 0 0,0 1 1 0 0,0-1-1 0 0,0 0 1 0 0,3 2-1 0 0,0 1-22 0 0,1-1 1 0 0,1 0-1 0 0,-1-1 0 0 0,0 1 0 0 0,1-1 0 0 0,9 3 0 0 0,-8-3 15 0 0,47 13-1 0 0,-37-11 13 0 0,1 1 1 0 0,-1 0-1 0 0,32 16 0 0 0,-31-6 12 0 0,-8-3 49 0 0,-10-7-66 0 0,0-3 9 0 0,0 1 6 0 0,-1 0 0 0 0,1 0-1 0 0,-1 0 1 0 0,1 0 0 0 0,-1 0 0 0 0,0 0-1 0 0,0 0 1 0 0,0 0 0 0 0,-1-1-1 0 0,1 1 1 0 0,-1 0 0 0 0,1-1 0 0 0,-1 1-1 0 0,0-1 1 0 0,0 1 0 0 0,0-1 0 0 0,-3 3-1 0 0,-2 1 21 0 0,0 0 0 0 0,-1 0 0 0 0,1-1 0 0 0,-14 7 0 0 0,-8 3 39 0 0,-38 14 0 0 0,54-25-661 0 0,1 0 1 0 0,-2 0 0 0 0,1-2-1 0 0,0 1 1 0 0,-23 0 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3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240 184 21655 0 0,'-1'1'1664'0'0,"-37"31"597"0"0,2 2 0 0 0,-39 46 0 0 0,58-60-1986 0 0,-21 33-1 0 0,32-45-219 0 0,1 1-1 0 0,1 0 0 0 0,-1 1 0 0 0,2-1 1 0 0,-1 1-1 0 0,-3 18 0 0 0,7-26-81 0 0,0-1-1 0 0,-1 1 1 0 0,1 0 0 0 0,0 0-1 0 0,0 0 1 0 0,0 0-1 0 0,0-1 1 0 0,1 1 0 0 0,-1 0-1 0 0,0 0 1 0 0,1 0 0 0 0,0-1-1 0 0,-1 1 1 0 0,1 0 0 0 0,0-1-1 0 0,0 1 1 0 0,-1-1 0 0 0,1 1-1 0 0,1-1 1 0 0,0 2-1 0 0,0-1-89 0 0,1 1-1 0 0,-1-1 1 0 0,1-1-1 0 0,-1 1 1 0 0,1 0-1 0 0,0-1 1 0 0,0 1-1 0 0,0-1 0 0 0,0 0 1 0 0,5 1-1 0 0,0 0-121 0 0,0 0-1 0 0,0-1 0 0 0,-1-1 0 0 0,1 1 1 0 0,0-1-1 0 0,0 0 0 0 0,0-1 1 0 0,11-2-1 0 0,-7 0-214 0 0,1-1-1 0 0,-1-1 1 0 0,-1 0 0 0 0,1 0 0 0 0,-1-1-1 0 0,16-11 1 0 0,-19 11 200 0 0,-1 0 1 0 0,1 0-1 0 0,-2-1 0 0 0,1 1 0 0 0,-1-1 1 0 0,0-1-1 0 0,0 1 0 0 0,-1-1 0 0 0,7-12 1 0 0,48-119 221 0 0,-48 110 480 0 0,-9 22-145 0 0,0 1 1 0 0,0-1 0 0 0,1 1 0 0 0,0 0 0 0 0,0 0-1 0 0,6-6 1 0 0,-10 12-249 0 0,0 0-1 0 0,1-1 1 0 0,-1 1-1 0 0,0 0 1 0 0,0 0 0 0 0,1-1-1 0 0,-1 1 1 0 0,0 0-1 0 0,1 0 1 0 0,-1 0-1 0 0,0 0 1 0 0,1-1-1 0 0,-1 1 1 0 0,0 0 0 0 0,1 0-1 0 0,-1 0 1 0 0,0 0-1 0 0,1 0 1 0 0,-1 0-1 0 0,1 0 1 0 0,-1 0 0 0 0,0 0-1 0 0,1 0 1 0 0,-1 0-1 0 0,0 0 1 0 0,1 0-1 0 0,-1 0 1 0 0,0 0-1 0 0,1 1 1 0 0,-1-1 0 0 0,0 0-1 0 0,1 0 1 0 0,-1 0-1 0 0,0 0 1 0 0,1 1-1 0 0,-1-1 1 0 0,0 0 0 0 0,1 0-1 0 0,-1 1 1 0 0,0-1-1 0 0,0 0 1 0 0,1 0-1 0 0,-1 1 1 0 0,0-1-1 0 0,0 0 1 0 0,0 1 0 0 0,0-1-1 0 0,1 0 1 0 0,-1 1-1 0 0,0 0 1 0 0,6 18 155 0 0,-5-18-99 0 0,2 21 330 0 0,0 0 0 0 0,-1 1 0 0 0,-2-1 0 0 0,-2 35 0 0 0,-1 23 234 0 0,3-69-596 0 0,1-1-1 0 0,0 1 1 0 0,0 0 0 0 0,1-1-1 0 0,0 1 1 0 0,1-1 0 0 0,0 0-1 0 0,8 18 1 0 0,-10-26-69 0 0,-1-1-7 0 0,0-1 0 0 0,0 1-1 0 0,1-1 1 0 0,-1 1 0 0 0,0-1 0 0 0,0 1 0 0 0,0-1 0 0 0,1 1 0 0 0,-1-1 0 0 0,0 1 0 0 0,1-1 0 0 0,-1 0 0 0 0,0 1 0 0 0,1-1 0 0 0,-1 0 0 0 0,0 1-1 0 0,1-1 1 0 0,0 1 0 0 0,0-1 0 0 0,0 1 0 0 0,0-1 0 0 0,0 1 0 0 0,0-1-1 0 0,1 0 1 0 0,-1 0 0 0 0,0 1 0 0 0,0-1 0 0 0,1 0-1 0 0,-1 0 1 0 0,0 0 0 0 0,0 0 0 0 0,1 0 0 0 0,-1-1 0 0 0,0 1-1 0 0,0 0 1 0 0,0 0 0 0 0,1-1 0 0 0,-1 1 0 0 0,0-1-1 0 0,0 1 1 0 0,0-1 0 0 0,0 0 0 0 0,0 1 0 0 0,2-2 0 0 0,-1 0-2 0 0,1 0 8 0 0,-1 0 1 0 0,1-1-1 0 0,-1 1 0 0 0,1-1 1 0 0,-1 0-1 0 0,0 1 0 0 0,0-1 1 0 0,0 0-1 0 0,-1 0 0 0 0,2-4 0 0 0,12-35 180 0 0,-4 10-96 0 0,25-66 43 0 0,23-51 135 0 0,-49 130-213 0 0,0-1 0 0 0,1 2 1 0 0,1-1-1 0 0,1 2 0 0 0,20-22 0 0 0,-25 30-152 0 0,0 1 0 0 0,0-1 0 0 0,1 2 0 0 0,0-1 0 0 0,1 1 0 0 0,0 1 1 0 0,0 0-1 0 0,18-8 0 0 0,-3 7-897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3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89 19807 0 0,'-1'1'1526'0'0,"-6"0"-3038"0"0,-7 1 6256 0 0,8-3 660 0 0,14-3-3509 0 0,18-5-1729 0 0,35-8-1 0 0,-2 2-229 0 0,76-19-1709 0 0,-76 25-6506 0 0,-13 5-1225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81 3223 0 0,'-1'-2'240'0'0,"-12"-21"2598"0"0,10 18 136 0 0,-1-1-1 0 0,1 0 0 0 0,-1 1 1 0 0,0-1-1 0 0,-8-7 0 0 0,11 11-2245 0 0,-1 1-1 0 0,0-1 0 0 0,0 1 1 0 0,0 0-1 0 0,0 0 0 0 0,0 0 0 0 0,-1 0 1 0 0,-2-1-1 0 0,2 1-800 0 0,0 1 0 0 0,0-1 0 0 0,0 1-1 0 0,0 0 1 0 0,0 0 0 0 0,1 0 0 0 0,-1 0 0 0 0,-4 1-1 0 0,1 1 215 0 0,-1 0 1 0 0,0 0-1 0 0,1 1 0 0 0,-1 0 0 0 0,1 0 0 0 0,0 0 0 0 0,0 1 0 0 0,0 0 0 0 0,0 0 0 0 0,-9 10 0 0 0,-3 3 27 0 0,-26 35-1 0 0,28-32-174 0 0,2 1-1 0 0,0 0 1 0 0,1 1-1 0 0,1 0 1 0 0,1 1-1 0 0,1 1 1 0 0,-12 43-1 0 0,21-62-87 0 0,0 0 0 0 0,1 0-1 0 0,-1 0 1 0 0,1 0 0 0 0,0 0 0 0 0,0 0-1 0 0,0 0 1 0 0,1 0 0 0 0,0 0 0 0 0,2 7-1 0 0,-3-10-14 0 0,1 0 0 0 0,0 1-1 0 0,0-1 1 0 0,0 0-1 0 0,1 0 1 0 0,-1 0 0 0 0,1 0-1 0 0,-1 0 1 0 0,1 0-1 0 0,-1-1 1 0 0,1 1 0 0 0,0 0-1 0 0,0-1 1 0 0,0 1-1 0 0,0-1 1 0 0,0 0 0 0 0,0 0-1 0 0,0 0 1 0 0,0 0-1 0 0,0 0 1 0 0,1 0 0 0 0,-1 0-1 0 0,4 0 1 0 0,1 0-451 0 0,-1 0 1 0 0,1-1-1 0 0,-1 0 0 0 0,1 0 1 0 0,11-3-1 0 0,17-4-5815 0 0,2-2-1579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6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216 270 5063 0 0,'0'0'232'0'0,"-6"-11"32"0"0,5 10 15 0 0,0 1 0 0 0,0 0-1 0 0,0-1 1 0 0,0 1-1 0 0,0-1 1 0 0,0 1-1 0 0,0 0 1 0 0,0 0-1 0 0,0 0 1 0 0,0 0-1 0 0,0 0 1 0 0,0 0 0 0 0,-1 0-1 0 0,1 0 1 0 0,0 0-1 0 0,0 0 1 0 0,0 0-1 0 0,0 1 1 0 0,0-1-1 0 0,0 0 1 0 0,0 1 0 0 0,0-1-1 0 0,0 1 1 0 0,0-1-1 0 0,0 1 1 0 0,0 0-1 0 0,-1 1 1 0 0,-25 21 9622 0 0,26-22-9709 0 0,-19 19 1508 0 0,1 2-1 0 0,1 1 0 0 0,-16 26 1 0 0,24-33-1499 0 0,1 0 0 0 0,0 1 1 0 0,1 0-1 0 0,1 1 0 0 0,-8 31 1 0 0,14-45-189 0 0,-1 13-56 0 0,2-16 17 0 0,1-1-1 0 0,-1 1 0 0 0,0-1 0 0 0,1 1 0 0 0,-1-1 1 0 0,1 1-1 0 0,-1-1 0 0 0,1 1 0 0 0,-1-1 0 0 0,1 0 1 0 0,-1 1-1 0 0,1-1 0 0 0,-1 0 0 0 0,1 0 0 0 0,-1 1 0 0 0,1-1 1 0 0,0 0-1 0 0,-1 0 0 0 0,1 0 0 0 0,0 1 0 0 0,0-1-34 0 0,3 0-26 0 0,-1 1-1 0 0,1-1 0 0 0,0 1 0 0 0,-1-1 1 0 0,1 0-1 0 0,0-1 0 0 0,0 1 1 0 0,-1 0-1 0 0,1-1 0 0 0,0 0 0 0 0,-1 0 1 0 0,1 0-1 0 0,-1-1 0 0 0,1 1 0 0 0,-1-1 1 0 0,0 0-1 0 0,0 1 0 0 0,0-2 1 0 0,4-2-1 0 0,5-4-187 0 0,-1-1 0 0 0,0 0 1 0 0,13-16-1 0 0,3-8-30 0 0,25-41-1 0 0,22-28 434 0 0,-73 101-79 0 0,2-2 34 0 0,0 1-1 0 0,0 0 1 0 0,0-1-1 0 0,0 1 1 0 0,0 1-1 0 0,0-1 1 0 0,1 0-1 0 0,-1 1 0 0 0,1-1 1 0 0,5-1-1 0 0,-8 6 24 0 0,1-1-1 0 0,-1 1 1 0 0,0 0-1 0 0,0-1 1 0 0,0 1-1 0 0,0 0 1 0 0,0 0-1 0 0,0 0 1 0 0,0 2-1 0 0,3 8 134 0 0,-1-1 0 0 0,-1 1 0 0 0,0-1 0 0 0,-1 1 0 0 0,0 14 0 0 0,-4 61 363 0 0,1-59-431 0 0,-1 9 3 0 0,1-14-38 0 0,1 36 0 0 0,1-58-134 0 0,0-1 0 0 0,0 0-1 0 0,0 0 1 0 0,0 1 0 0 0,0-1-1 0 0,0 0 1 0 0,0 1 0 0 0,0-1 0 0 0,0 0-1 0 0,0 1 1 0 0,0-1 0 0 0,0 0-1 0 0,0 0 1 0 0,0 1 0 0 0,0-1-1 0 0,0 0 1 0 0,1 1 0 0 0,-1-1-1 0 0,0 0 1 0 0,0 0 0 0 0,0 1-1 0 0,0-1 1 0 0,1 0 0 0 0,-1 0 0 0 0,0 1-1 0 0,0-1 1 0 0,0 0 0 0 0,1 0-1 0 0,-1 0 1 0 0,0 1 0 0 0,0-1-1 0 0,1 0 1 0 0,-1 0 0 0 0,0 0-1 0 0,1 0 1 0 0,-1 0 0 0 0,0 0-1 0 0,1 0 1 0 0,-1 1 0 0 0,5-4-20 0 0,-1 1-3 0 0,0 0-1 0 0,0 0 1 0 0,-1-1 0 0 0,1 1 0 0 0,-1-1 0 0 0,1 0 0 0 0,-1 0 0 0 0,0 0 0 0 0,0-1 0 0 0,-1 1 0 0 0,5-7-1 0 0,2-5-69 0 0,11-27 0 0 0,0 1-40 0 0,9-9-16 0 0,65-106-474 0 0,-90 149 544 0 0,0 1 0 0 0,0 0 0 0 0,1 0 0 0 0,0 1 0 0 0,1-1 0 0 0,-1 1 0 0 0,9-6 0 0 0,-12 10-51 0 0,-2 3 9 0 0,6 20 107 0 0,-2-1-1 0 0,0 1 0 0 0,-2-1 1 0 0,0 33-1 0 0,-2-33 41 0 0,2 1 1 0 0,0 0-1 0 0,1-1 1 0 0,11 42-1 0 0,-12-58-41 0 0,-1 0 0 0 0,2-1 0 0 0,-1 1-1 0 0,0-1 1 0 0,1 0 0 0 0,0 0 0 0 0,0 0 0 0 0,0 0 0 0 0,0 0-1 0 0,1 0 1 0 0,-1-1 0 0 0,1 0 0 0 0,0 0 0 0 0,0 0 0 0 0,0 0 0 0 0,0 0-1 0 0,1-1 1 0 0,-1 0 0 0 0,1 0 0 0 0,0 0 0 0 0,-1-1 0 0 0,1 1-1 0 0,6 0 1 0 0,1 0-97 0 0,-1-2 0 0 0,1 1 0 0 0,-1-1 0 0 0,1-1 0 0 0,-1 0 0 0 0,1-1 0 0 0,-1 0 0 0 0,0 0 0 0 0,12-5 0 0 0,-6 1 27 0 0,0 0 0 0 0,-1 0 0 0 0,0-2 0 0 0,0 0 0 0 0,-1-1 0 0 0,15-11 0 0 0,-23 15 87 0 0,-1-1 0 0 0,1 0 0 0 0,-1 0 0 0 0,0-1 0 0 0,-1 0 0 0 0,1 0 0 0 0,-1 0 0 0 0,-1-1 1 0 0,1 0-1 0 0,-2 0 0 0 0,1 0 0 0 0,-1 0 0 0 0,0 0 0 0 0,2-10 0 0 0,-3 12 22 0 0,-1-1 1 0 0,0 1-1 0 0,-1 0 1 0 0,0-1-1 0 0,1 1 0 0 0,-2 0 1 0 0,1-1-1 0 0,-3-10 1 0 0,2 15-11 0 0,1 0 1 0 0,-1 0 0 0 0,0 0-1 0 0,1 0 1 0 0,-1 0-1 0 0,0 0 1 0 0,0 0 0 0 0,-1 0-1 0 0,1 1 1 0 0,0-1-1 0 0,-1 0 1 0 0,1 1 0 0 0,-1-1-1 0 0,1 1 1 0 0,-1-1 0 0 0,0 1-1 0 0,1 0 1 0 0,-1 0-1 0 0,0 0 1 0 0,0 0 0 0 0,0 0-1 0 0,0 0 1 0 0,0 0-1 0 0,0 1 1 0 0,0-1 0 0 0,0 1-1 0 0,0 0 1 0 0,0-1-1 0 0,-3 1 1 0 0,-1 0 21 0 0,0 1 0 0 0,1-1 0 0 0,-1 1 1 0 0,1 1-1 0 0,-1-1 0 0 0,1 1 0 0 0,-1 0 0 0 0,1 0 0 0 0,0 0 0 0 0,0 1 1 0 0,-8 4-1 0 0,-6 6 123 0 0,-25 22-1 0 0,44-34-156 0 0,-13 10 37 0 0,1 0 0 0 0,0 2 0 0 0,0-1 1 0 0,1 1-1 0 0,1 1 0 0 0,1 0 0 0 0,0 1 0 0 0,0-1 1 0 0,1 2-1 0 0,1-1 0 0 0,-9 30 0 0 0,16-42-46 0 0,-1 0 0 0 0,0 0-1 0 0,1-1 1 0 0,0 1-1 0 0,-1 0 1 0 0,1 0 0 0 0,0-1-1 0 0,0 1 1 0 0,1 0-1 0 0,-1 0 1 0 0,1 0-1 0 0,-1-1 1 0 0,1 1 0 0 0,1 2-1 0 0,-1-3-15 0 0,0-1 0 0 0,0 1 0 0 0,0-1 0 0 0,0 0 0 0 0,1 1 0 0 0,-1-1 0 0 0,0 0 0 0 0,1 0 0 0 0,-1 0 0 0 0,1 0 0 0 0,-1 0 0 0 0,1 0 0 0 0,-1-1-1 0 0,1 1 1 0 0,0 0 0 0 0,-1-1 0 0 0,1 1 0 0 0,0-1 0 0 0,0 0 0 0 0,-1 1 0 0 0,1-1 0 0 0,4 0 0 0 0,2-1-86 0 0,1 1 0 0 0,0-1 0 0 0,-1 0 0 0 0,1-1 0 0 0,-1 0 0 0 0,1 0 0 0 0,-1-1 0 0 0,0 0 0 0 0,0 0 0 0 0,8-5 0 0 0,3-4-149 0 0,0 1 0 0 0,30-27 0 0 0,-26 18 128 0 0,-2-1-1 0 0,-1-1 1 0 0,0 0 0 0 0,-2-2 0 0 0,0 0 0 0 0,19-39 0 0 0,-13 17 69 0 0,-2-1 0 0 0,29-94 0 0 0,-46 124 274 0 0,2-27-1 0 0,-6 37-8 0 0,0 5 391 0 0,-3 3-198 0 0,0 0-281 0 0,-1 0-1 0 0,0 1 1 0 0,1 0 0 0 0,-1-1-1 0 0,1 1 1 0 0,0 0-1 0 0,0 0 1 0 0,0 1 0 0 0,0-1-1 0 0,-3 4 1 0 0,-17 31 247 0 0,15-24-253 0 0,-18 39 99 0 0,1 0 0 0 0,-22 80 0 0 0,36-101-143 0 0,2-1 0 0 0,-6 41 0 0 0,12-59-52 0 0,1 1-1 0 0,0-1 1 0 0,1 0-1 0 0,1 0 1 0 0,0 0 0 0 0,0 1-1 0 0,1-1 1 0 0,1 0-1 0 0,4 12 1 0 0,-6-21-38 0 0,1 1 1 0 0,-1-1-1 0 0,1 1 1 0 0,0-1-1 0 0,0 0 0 0 0,0 0 1 0 0,1 0-1 0 0,-1 0 1 0 0,1 0-1 0 0,0 0 1 0 0,0-1-1 0 0,0 1 0 0 0,0-1 1 0 0,6 4-1 0 0,-3-3-50 0 0,-1-1 0 0 0,0 0 0 0 0,1 0 0 0 0,-1-1 0 0 0,1 0 0 0 0,-1 0 0 0 0,1 0 0 0 0,-1 0-1 0 0,9-1 1 0 0,-2-1-40 0 0,0 0-1 0 0,-1-1 0 0 0,1 0 0 0 0,-1 0 0 0 0,1-2 0 0 0,-1 1 0 0 0,0-1 0 0 0,0-1 1 0 0,13-7-1 0 0,-8 1-24 0 0,0 0 0 0 0,-1-1 1 0 0,-1-1-1 0 0,0 0 1 0 0,15-18-1 0 0,-2-3-255 0 0,28-44 1 0 0,-53 76 364 0 0,39-67-346 0 0,-37 61 365 0 0,0 0-1 0 0,-1 0 1 0 0,0 0 0 0 0,0-1-1 0 0,-1 1 1 0 0,3-17-1 0 0,-5 24 29 0 0,0 1 0 0 0,0-1-1 0 0,1 0 1 0 0,-1 1 0 0 0,0-1 0 0 0,0 0-1 0 0,0 1 1 0 0,0-1 0 0 0,0 0-1 0 0,-1 1 1 0 0,1-1 0 0 0,0 0-1 0 0,0 0 1 0 0,0 1 0 0 0,0-1-1 0 0,-1 1 1 0 0,1-1 0 0 0,0 0-1 0 0,-1 1 1 0 0,1-1 0 0 0,-1 1 0 0 0,1-1-1 0 0,0 1 1 0 0,-1-1 0 0 0,1 1-1 0 0,-1-1 1 0 0,1 1 0 0 0,-1-1-1 0 0,0 1 1 0 0,1-1 0 0 0,-1 1-1 0 0,1 0 1 0 0,-1 0 0 0 0,0-1-1 0 0,1 1 1 0 0,-1 0 0 0 0,0 0 0 0 0,1 0-1 0 0,-1-1 1 0 0,0 1 0 0 0,1 0-1 0 0,-1 0 1 0 0,0 0 0 0 0,0 0-1 0 0,1 0 1 0 0,-1 1 0 0 0,-1-1-1 0 0,-1 1 62 0 0,1-1 0 0 0,-1 1 0 0 0,0 0-1 0 0,0 0 1 0 0,1 0 0 0 0,-1 1 0 0 0,0-1-1 0 0,1 1 1 0 0,-1-1 0 0 0,-1 3 0 0 0,-2 2-13 0 0,0 0 0 0 0,1 1 1 0 0,0 0-1 0 0,1-1 1 0 0,0 2-1 0 0,0-1 0 0 0,0 0 1 0 0,1 1-1 0 0,0-1 0 0 0,0 1 1 0 0,1 0-1 0 0,0 0 0 0 0,-1 12 1 0 0,1-8-79 0 0,1-1 0 0 0,1 1 1 0 0,0-1-1 0 0,0 1 0 0 0,1 0 1 0 0,1-1-1 0 0,0 0 0 0 0,1 1 0 0 0,3 10 1 0 0,-4-18 8 0 0,-1 0 0 0 0,1 0 0 0 0,0-1 1 0 0,0 1-1 0 0,0-1 0 0 0,1 1 0 0 0,-1-1 0 0 0,1 0 1 0 0,-1 0-1 0 0,1 0 0 0 0,4 3 0 0 0,-3-4-335 0 0,-1 0 0 0 0,1 0-1 0 0,0 0 1 0 0,-1 0 0 0 0,1-1-1 0 0,0 1 1 0 0,0-1 0 0 0,0 0 0 0 0,0 0-1 0 0,0-1 1 0 0,0 1 0 0 0,0-1-1 0 0,1 0 1 0 0,-1 0 0 0 0,6-1-1 0 0,-2 0-270 0 0,0-1 0 0 0,0 0 0 0 0,0 0 0 0 0,0-1 0 0 0,-1 0 0 0 0,1 0 0 0 0,-1-1 0 0 0,0 0 0 0 0,0 0 0 0 0,0-1 0 0 0,0 0 0 0 0,-1 0 0 0 0,10-10 0 0 0,-4 1 103 0 0,-1 0 1 0 0,-1-1-1 0 0,0 0 1 0 0,13-30-1 0 0,23-71 2818 0 0,-23 55 7404 0 0,-23 64-6563 0 0,0 16-1033 0 0,-5 25-1711 0 0,-1 4 255 0 0,-21 199 464 0 0,26-236-1131 0 0,0-6-1 0 0,1 0 1 0 0,0 0-1 0 0,0 0 0 0 0,1 1 0 0 0,1 6 0 0 0,-1-12-17 0 0,0 0-1 0 0,1-1 1 0 0,-1 1 0 0 0,0 0 0 0 0,0 0-1 0 0,1-1 1 0 0,-1 1 0 0 0,0-1-1 0 0,0 1 1 0 0,0-1 0 0 0,1 0 0 0 0,1-1-1 0 0,3-4-30 0 0,0 0-1 0 0,0 0 0 0 0,0 0 0 0 0,-1-1 0 0 0,0 0 1 0 0,7-14-1 0 0,22-50-132 0 0,-12 21 99 0 0,-2 10-216 0 0,2 0 1 0 0,50-66-1 0 0,-71 104 220 0 0,7 45 288 0 0,-8-24-96 0 0,-1 1 0 0 0,-5 24 1 0 0,0 12-29 0 0,5-33-70 0 0,-1-4 13 0 0,1 1 1 0 0,3 28-1 0 0,-2-43-24 0 0,1 0 1 0 0,0 1-1 0 0,0-1 0 0 0,0 0 1 0 0,1-1-1 0 0,0 1 1 0 0,0 0-1 0 0,0 0 1 0 0,0-1-1 0 0,1 1 0 0 0,0-1 1 0 0,0 0-1 0 0,0 0 1 0 0,6 6-1 0 0,-7-9-9 0 0,0 1 0 0 0,0-1 0 0 0,0 0 0 0 0,0 0 1 0 0,0 0-1 0 0,1-1 0 0 0,-1 1 0 0 0,0 0 0 0 0,1-1 0 0 0,-1 1 0 0 0,0-1 0 0 0,1 0 0 0 0,-1 0 0 0 0,1 0 0 0 0,-1 0 1 0 0,0 0-1 0 0,1-1 0 0 0,-1 1 0 0 0,0-1 0 0 0,4 0 0 0 0,3-2-25 0 0,-1 0 0 0 0,1 0-1 0 0,-1-1 1 0 0,9-5 0 0 0,-10 5-12 0 0,0-1 1 0 0,0 0-1 0 0,-1-1 0 0 0,0 0 0 0 0,0 0 1 0 0,0 0-1 0 0,7-11 0 0 0,30-53-292 0 0,-34 55 268 0 0,31-62-397 0 0,46-122 0 0 0,-84 194 612 0 0,1-2 0 0 0,-1 1 0 0 0,-1 0 0 0 0,1 0 0 0 0,0-9 0 0 0,4 49-34 0 0,2-1 0 0 0,1 0 0 0 0,18 44 0 0 0,-13-44-114 0 0,-8-20 0 0 0,0 0 0 0 0,-1 0 0 0 0,-1 0 0 0 0,0 1 0 0 0,-1-1 0 0 0,0 1 0 0 0,1 21 0 0 0,-4-31-8 0 0,-1 12-57 0 0,-1-8-1 0 0,0 0 1 0 0,0 0 0 0 0,-4 7-1 0 0,6-13-3 0 0,1-2-223 0 0,0 1 287 0 0,0-1 0 0 0,0 0 0 0 0,0 1 0 0 0,0-1 0 0 0,1 0 0 0 0,-1 0 0 0 0,0 0 0 0 0,0 0 0 0 0,0 0-1 0 0,0 0 1 0 0,0 0 0 0 0,1 0 0 0 0,-1 0 0 0 0,0-1 0 0 0,0 1 0 0 0,0 0 0 0 0,0-1 0 0 0,0 1 0 0 0,0-1 0 0 0,0 1 0 0 0,0-1 0 0 0,0 1 0 0 0,0-1 0 0 0,1-1 0 0 0,1 0-8 0 0,11-6 8 0 0,-1 0 1 0 0,0-1-1 0 0,-1-1 0 0 0,15-14 0 0 0,41-49 115 0 0,-42 43-110 0 0,3-4 68 0 0,-1-1 1 0 0,45-75-1 0 0,-70 106-55 0 0,3-12 113 0 0,-5 14 351 0 0,-9 12 4 0 0,-5 6-398 0 0,1 1-1 0 0,1 0 0 0 0,1 1 0 0 0,0 0 0 0 0,1 0 0 0 0,1 1 0 0 0,1 0 1 0 0,1 0-1 0 0,0 1 0 0 0,2 0 0 0 0,0 0 0 0 0,-1 23 0 0 0,5-38-96 0 0,0-1-1 0 0,0 1 1 0 0,1-1-1 0 0,-1 1 1 0 0,1-1-1 0 0,0 1 1 0 0,1-1-1 0 0,-1 1 0 0 0,1-1 1 0 0,0 0-1 0 0,0 0 1 0 0,0 0-1 0 0,0 0 1 0 0,1 0-1 0 0,0 0 1 0 0,0-1-1 0 0,0 1 1 0 0,0-1-1 0 0,0 0 0 0 0,1 0 1 0 0,-1 0-1 0 0,1 0 1 0 0,0-1-1 0 0,0 1 1 0 0,0-1-1 0 0,0 0 1 0 0,0 0-1 0 0,0-1 1 0 0,1 1-1 0 0,-1-1 0 0 0,1 0 1 0 0,4 1-1 0 0,-3-1-110 0 0,1 0 1 0 0,-1-1-1 0 0,0 0 0 0 0,0 1 0 0 0,1-2 0 0 0,-1 1 0 0 0,0-1 0 0 0,0 0 0 0 0,0 0 0 0 0,0-1 0 0 0,10-4 0 0 0,-7 3-387 0 0,-1-2-1 0 0,0 1 0 0 0,-1-1 0 0 0,1 0 0 0 0,-1-1 1 0 0,0 0-1 0 0,9-10 0 0 0,7-10-3232 0 0,0 0-1 0 0,33-54 1 0 0,-43 60 2012 0 0,13-34 0 0 0,-20 37 2732 0 0,0 1-1 0 0,7-28 10658 0 0,-12 61-9152 0 0,0 32 1 0 0,-1-13-1814 0 0,1 13-41 0 0,2 34-119 0 0,-2-62-448 0 0,1 1 1 0 0,0-1-1 0 0,1 1 1 0 0,8 24-1 0 0,-11-46-82 0 0,0 1 0 0 0,0-1 0 0 0,0 0 1 0 0,0 1-1 0 0,0-1 0 0 0,0 0 0 0 0,1 1 0 0 0,-1-1 0 0 0,0 0 0 0 0,0 1 0 0 0,1-1 0 0 0,-1 0 0 0 0,0 0 0 0 0,0 1 0 0 0,1-1 0 0 0,-1 0 0 0 0,0 0 0 0 0,0 1 0 0 0,1-1 0 0 0,-1 0 0 0 0,0 0 0 0 0,1 0 0 0 0,-1 0 0 0 0,0 0 0 0 0,1 1 0 0 0,-1-1 0 0 0,0 0 0 0 0,1 0 1 0 0,-1 0-1 0 0,1 0 0 0 0,-1 0 0 0 0,0 0 0 0 0,1 0 0 0 0,13-7 51 0 0,9-16 15 0 0,40-66-67 0 0,7-7 0 0 0,-1 10 267 0 0,64-72-2055 0 0,-115 142-5786 0 0,0 6-2603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7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54 4143 0 0,'0'0'319'0'0,"-1"0"-210"0"0,35-1 11796 0 0,2-1-3669 0 0,41-3-697 0 0,-5-4-8105 0 0,96-19-10438 0 0,-125 19 2106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7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25455 0 0,'0'0'2307'0'0,"0"2"-1851"0"0,-4 11-161 0 0,0 0 0 0 0,2 1 0 0 0,0-1 1 0 0,0 0-1 0 0,1 26 0 0 0,-1 4 227 0 0,-18 390 6 0 0,18-390-1480 0 0,-1-4-3505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8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2 151 15199 0 0,'-2'-4'15218'0'0,"11"3"-13431"0"0,-1-1-4276 0 0,15-5 2667 0 0,1-2 0 0 0,-1 0 0 0 0,0-2 0 0 0,24-15 0 0 0,20-9 64 0 0,-57 30-241 0 0,11-5 16 0 0,41-14 0 0 0,-55 22-15 0 0,-1 1 1 0 0,0-1-1 0 0,1 1 1 0 0,0 0-1 0 0,-1 1 0 0 0,1 0 1 0 0,-1 0-1 0 0,1 0 1 0 0,0 1-1 0 0,-1-1 1 0 0,10 4-1 0 0,-11-2 13 0 0,-1 0-1 0 0,0 0 1 0 0,0 0 0 0 0,0 1 0 0 0,0 0-1 0 0,-1-1 1 0 0,1 2 0 0 0,-1-1-1 0 0,1 0 1 0 0,-1 1 0 0 0,0-1-1 0 0,0 1 1 0 0,-1 0 0 0 0,1 0 0 0 0,-1 0-1 0 0,0 0 1 0 0,0 0 0 0 0,2 8-1 0 0,2 4 75 0 0,-2 0 0 0 0,0 0 0 0 0,4 31 0 0 0,2 146 562 0 0,-7-103-652 0 0,1-53 132 0 0,-3-36-26 0 0,0-2-396 0 0,0 0 265 0 0,1 0 1 0 0,-1 0-1 0 0,0 0 0 0 0,0-1 0 0 0,1 1 1 0 0,-1 0-1 0 0,0-1 0 0 0,0-1 0 0 0,1 0-12 0 0,14-19-77 0 0,-2-1 1 0 0,-1-1-1 0 0,20-49 0 0 0,-8 17-42 0 0,-17 38 127 0 0,23-45-47 0 0,-27 57 73 0 0,0 0-1 0 0,0 0 0 0 0,1 0 1 0 0,-1 0-1 0 0,1 1 0 0 0,0 0 1 0 0,7-5-1 0 0,-5 5 18 0 0,-6 5-7 0 0,-1 0-1 0 0,0 0 0 0 0,1 0 0 0 0,-1 1 1 0 0,0-1-1 0 0,1 0 0 0 0,-1 0 0 0 0,0 0 1 0 0,1 0-1 0 0,-1 0 0 0 0,0 1 1 0 0,1-1-1 0 0,-1 0 0 0 0,0 0 0 0 0,0 0 1 0 0,1 1-1 0 0,-1-1 0 0 0,0 0 0 0 0,0 1 1 0 0,1-1-1 0 0,-1 0 0 0 0,0 0 0 0 0,0 1 1 0 0,0-1-1 0 0,1 0 0 0 0,-1 1 0 0 0,0-1 1 0 0,0 1-1 0 0,5 10 57 0 0,0 7 47 0 0,-1 0 0 0 0,-1 0-1 0 0,3 34 1 0 0,-5-30-129 0 0,2 0 1 0 0,6 26-1 0 0,-8-44-37 0 0,0 3-151 0 0,1 0 1 0 0,1 0 0 0 0,-1 0 0 0 0,1-1-1 0 0,5 9 1 0 0,-8-14-61 0 0,1 0 1 0 0,0 1-1 0 0,0-1 0 0 0,0 0 0 0 0,0 0 1 0 0,0 0-1 0 0,0 0 0 0 0,0 0 0 0 0,1 0 0 0 0,-1 0 1 0 0,0-1-1 0 0,1 1 0 0 0,-1 0 0 0 0,0-1 1 0 0,1 1-1 0 0,-1-1 0 0 0,1 1 0 0 0,-1-1 1 0 0,0 0-1 0 0,1 1 0 0 0,-1-1 0 0 0,1 0 1 0 0,-1 0-1 0 0,1 0 0 0 0,-1 0 0 0 0,1 0 1 0 0,-1-1-1 0 0,1 1 0 0 0,-1 0 0 0 0,1-1 1 0 0,1 0-1 0 0,7-2-1907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8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6447 0 0,'5'-14'712'0'0,"5"-19"13056"0"0,-2 63-8875 0 0,-5-3-3090 0 0,-1 1 0 0 0,-3 51-1 0 0,0-25-958 0 0,3 39-156 0 0,-2-93-687 0 0,0 0-1 0 0,0 0 0 0 0,0 0 0 0 0,0 1 0 0 0,0-1 0 0 0,0 0 1 0 0,0 0-1 0 0,0 0 0 0 0,0 0 0 0 0,0 1 0 0 0,0-1 0 0 0,0 0 1 0 0,0 0-1 0 0,0 0 0 0 0,0 0 0 0 0,0 0 0 0 0,0 1 1 0 0,0-1-1 0 0,0 0 0 0 0,0 0 0 0 0,0 0 0 0 0,1 0 0 0 0,-1 0 1 0 0,0 1-1 0 0,0-1 0 0 0,0 0 0 0 0,0 0 0 0 0,0 0 0 0 0,0 0 1 0 0,1 0-1 0 0,-1 0 0 0 0,0 0 0 0 0,0 0 0 0 0,0 0 0 0 0,1 1 1 0 0,4-5 1 0 0,4-11-4 0 0,-8 14 2 0 0,26-51 0 0 0,-17 33 0 0 0,23-35 0 0 0,51-46-304 0 0,-69 84 234 0 0,0 1-1 0 0,2 1 1 0 0,0 0-1 0 0,19-10 1 0 0,-29 20 32 0 0,-1 0 0 0 0,1 1-1 0 0,1-1 1 0 0,-1 2 0 0 0,0-1 0 0 0,1 1 0 0 0,-1 0 0 0 0,11-1-1 0 0,-16 3 37 0 0,0 0-1 0 0,1 0 0 0 0,-1 0 1 0 0,0 0-1 0 0,1 0 0 0 0,-1 0 1 0 0,0 1-1 0 0,1-1 0 0 0,-1 1 1 0 0,0 0-1 0 0,0-1 0 0 0,1 1 1 0 0,-1 0-1 0 0,0 0 0 0 0,0 0 0 0 0,0 1 1 0 0,0-1-1 0 0,0 0 0 0 0,-1 1 1 0 0,1-1-1 0 0,0 1 0 0 0,-1 0 1 0 0,1 0-1 0 0,-1 0 0 0 0,1-1 1 0 0,-1 1-1 0 0,0 0 0 0 0,0 0 1 0 0,0 1-1 0 0,1 2 0 0 0,0 1 42 0 0,-1 0 0 0 0,1 0-1 0 0,-2 0 1 0 0,1 1 0 0 0,-1-1-1 0 0,0 0 1 0 0,0 0 0 0 0,-1 0-1 0 0,1 1 1 0 0,-1-1 0 0 0,-3 10-1 0 0,-4 8 140 0 0,-16 35 0 0 0,15-38-150 0 0,0 0 28 0 0,-3 7 18 0 0,-15 48 0 0 0,25-65-47 0 0,2-2-23 0 0,5-2-4 0 0,-3-5-8 0 0,1-1 0 0 0,-1 0 0 0 0,0 1 0 0 0,1-1 0 0 0,0 0 0 0 0,-1-1 0 0 0,1 1 0 0 0,0 0 0 0 0,-1-1 0 0 0,1 1 0 0 0,0-1 0 0 0,-1 0 0 0 0,1 0 0 0 0,0 0 0 0 0,0 0 0 0 0,5-1 0 0 0,4-1-48 0 0,1-1 0 0 0,13-5 0 0 0,-17 5 38 0 0,0-1 0 0 0,-1 0 0 0 0,1-1 0 0 0,-1 0 0 0 0,0 0 0 0 0,-1-1 0 0 0,1 0 0 0 0,-1 0 0 0 0,0-1 0 0 0,-1 1 0 0 0,0-2 0 0 0,8-9 0 0 0,-4 2-4 0 0,-1 0-1 0 0,0 0 1 0 0,-1-1 0 0 0,-1 0-1 0 0,10-29 1 0 0,-16 41-10 0 0,0 0-1 0 0,0 0 1 0 0,-1 0 0 0 0,1 0-1 0 0,-1-1 1 0 0,0 1-1 0 0,0 0 1 0 0,0 0 0 0 0,-1 0-1 0 0,1 0 1 0 0,-1 0 0 0 0,0-1-1 0 0,0 1 1 0 0,-1 0-1 0 0,1 1 1 0 0,-1-1 0 0 0,0 0-1 0 0,0 0 1 0 0,0 1 0 0 0,0-1-1 0 0,0 1 1 0 0,-1 0-1 0 0,0-1 1 0 0,-6-4 0 0 0,8 7-331 0 0,-2-3 646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32 6911 0 0,'3'-6'381'0'0,"7"-19"17198"0"0,-13 38-15086 0 0,-43 133-723 0 0,20-66-401 0 0,-17 84-1 0 0,39-145-1783 0 0,1-1 0 0 0,1 1-1 0 0,1 0 1 0 0,1 36 0 0 0,0-53-566 0 0,18 7-4465 0 0,-7-8 3077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3:59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51 8287 0 0,'0'-2'478'0'0,"10"-32"-123"0"0,-9 19 10528 0 0,-3 22-6071 0 0,-5 4-3327 0 0,1-2-609 0 0,-39 102 2937 0 0,-8 61-3306 0 0,43-140-339 0 0,-3 17 75 0 0,-14 96 0 0 0,20-13-3363 0 0,8-116 2141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0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24 171 19639 0 0,'-2'0'896'0'0,"0"1"-457"0"0,0 0-390 0 0,1 0 1 0 0,0-1-1 0 0,0 1 1 0 0,0 0 0 0 0,0-1-1 0 0,0 1 1 0 0,0 0-1 0 0,0 0 1 0 0,0 0 0 0 0,0 0-1 0 0,0 0 1 0 0,0 0-1 0 0,1 0 1 0 0,-1 0 0 0 0,-1 3-1 0 0,2-4 114 0 0,0 0-1 0 0,-1 1 1 0 0,1-1 0 0 0,0 1-1 0 0,0-1 1 0 0,-1 0 0 0 0,1 1-1 0 0,0-1 1 0 0,0 1 0 0 0,0-1-1 0 0,0 1 1 0 0,0-1 0 0 0,0 0-1 0 0,0 1 1 0 0,0-1 0 0 0,0 1-1 0 0,0-1 1 0 0,0 1 0 0 0,0-1-1 0 0,0 1 1 0 0,0-1 0 0 0,0 1-1 0 0,0-1 1 0 0,0 0 0 0 0,1 1-1 0 0,-1-1 1 0 0,0 1 0 0 0,0-1-1 0 0,1 1 1 0 0,0 0-29 0 0,0 0 1 0 0,0 0-1 0 0,0 0 0 0 0,0-1 1 0 0,0 1-1 0 0,0 0 0 0 0,0-1 1 0 0,1 1-1 0 0,-1 0 1 0 0,2 0-1 0 0,2 0 34 0 0,0 1 1 0 0,0-1-1 0 0,1 0 1 0 0,6 0-1 0 0,4-1-52 0 0,0-1 1 0 0,0 0-1 0 0,0-2 0 0 0,0 1 0 0 0,25-10 1 0 0,75-31 14 0 0,-115 42-129 0 0,129-65 165 0 0,-94 44-97 0 0,2 3 0 0 0,54-21 0 0 0,-88 39-58 0 0,0 0 1 0 0,0 0-1 0 0,0 0 1 0 0,0 0-1 0 0,0 0 1 0 0,0 1-1 0 0,5 0 0 0 0,-8 0-6 0 0,0 0-1 0 0,0 0 0 0 0,1 1 1 0 0,-1-1-1 0 0,0 0 0 0 0,0 0 1 0 0,0 1-1 0 0,0-1 0 0 0,-1 1 0 0 0,1-1 1 0 0,0 1-1 0 0,0 0 0 0 0,0-1 1 0 0,0 1-1 0 0,0 0 0 0 0,-1-1 1 0 0,1 1-1 0 0,0 0 0 0 0,-1 0 1 0 0,1 0-1 0 0,0 0 0 0 0,-1-1 1 0 0,1 1-1 0 0,-1 0 0 0 0,0 0 0 0 0,1 0 1 0 0,-1 0-1 0 0,0 0 0 0 0,1 0 1 0 0,-1 0-1 0 0,0 0 0 0 0,0 2 1 0 0,0 3 76 0 0,0 0 0 0 0,0 0 0 0 0,-1 0 0 0 0,0 0 0 0 0,0 0 0 0 0,-1-1 0 0 0,-2 9 1 0 0,-2 9 121 0 0,-20 62 195 0 0,0-2-235 0 0,23-71-153 0 0,1-1 1 0 0,0 1-1 0 0,1 0 1 0 0,1 0-1 0 0,0 14 1 0 0,0-22-13 0 0,0-1 0 0 0,1 0 0 0 0,-1 0 1 0 0,1 0-1 0 0,0 0 0 0 0,0 0 0 0 0,0 0 0 0 0,0 0 0 0 0,0-1 0 0 0,0 1 1 0 0,1 0-1 0 0,0 0 0 0 0,-1-1 0 0 0,1 1 0 0 0,0-1 0 0 0,0 0 0 0 0,5 4 1 0 0,-4-4-11 0 0,0 0 1 0 0,1 0-1 0 0,-1 0 1 0 0,1-1-1 0 0,-1 0 0 0 0,1 1 1 0 0,0-1-1 0 0,-1 0 1 0 0,1-1-1 0 0,0 1 1 0 0,0-1-1 0 0,0 0 1 0 0,7 0-1 0 0,2-1-20 0 0,-1-1 0 0 0,1-1-1 0 0,0 0 1 0 0,-1 0-1 0 0,0-1 1 0 0,0 0-1 0 0,0-1 1 0 0,0-1 0 0 0,-1 0-1 0 0,0-1 1 0 0,0 0-1 0 0,-1 0 1 0 0,15-14 0 0 0,-8 5 29 0 0,-1 0 1 0 0,-1-1 0 0 0,0-1 0 0 0,-2 0 0 0 0,0-1 0 0 0,18-35-1 0 0,-24 40-40 0 0,-6 4 52 0 0,-4 8 3 0 0,-3 5 22 0 0,1 0 5 0 0,0 0 0 0 0,0 0 0 0 0,0 1 0 0 0,1 0 0 0 0,-1 0-1 0 0,1 0 1 0 0,0 0 0 0 0,1 1 0 0 0,-1-1 0 0 0,1 1 0 0 0,-5 8 0 0 0,0 2 125 0 0,0 1 0 0 0,-8 26 0 0 0,11-29-113 0 0,1 1 1 0 0,0-1 0 0 0,2 1-1 0 0,-1 0 1 0 0,0 19 0 0 0,3-28-47 0 0,0 0 1 0 0,0 0-1 0 0,1 0 1 0 0,0 0 0 0 0,-1-1-1 0 0,2 1 1 0 0,-1 0-1 0 0,0 0 1 0 0,1-1 0 0 0,0 1-1 0 0,0-1 1 0 0,0 0-1 0 0,1 1 1 0 0,0-1 0 0 0,-1 0-1 0 0,2 0 1 0 0,-1-1-1 0 0,7 7 1 0 0,1-2 0 0 0,0 0 1 0 0,0-1-1 0 0,1-1 0 0 0,-1 0 0 0 0,2 0 1 0 0,-1-1-1 0 0,0-1 0 0 0,1 0 0 0 0,21 4 1 0 0,12-2-696 0 0,65 2 1 0 0,-91-7 192 0 0,19 0-1080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00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23639 0 0,'0'0'2641'0'0,"12"2"-433"0"0,8 2-1676 0 0,0-1 0 0 0,0-1 0 0 0,0 0-1 0 0,35-3 1 0 0,84-14-2329 0 0,-32 1-3314 0 0,-70 11-3825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0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15 458 21943 0 0,'-1'1'1003'0'0,"-2"2"-506"0"0,2-2-412 0 0,0 0-1 0 0,0 0 1 0 0,0 0 0 0 0,0 0-1 0 0,0 1 1 0 0,1-1 0 0 0,-1 0-1 0 0,0 1 1 0 0,1-1 0 0 0,-1 1-1 0 0,0 1 1 0 0,1-3 25 0 0,0 1 0 0 0,0-1 0 0 0,-1 0 0 0 0,1 1 0 0 0,0-1 0 0 0,0 0 0 0 0,0 0 0 0 0,0 1 0 0 0,0-1 0 0 0,0 0 0 0 0,0 1 0 0 0,0-1 0 0 0,0 0 0 0 0,0 1 0 0 0,0-1 0 0 0,0 0 0 0 0,0 0 0 0 0,0 1 0 0 0,1-1 0 0 0,-1 0 0 0 0,0 0 0 0 0,0 1 0 0 0,0-1 0 0 0,0 0 0 0 0,0 1 0 0 0,1-1 0 0 0,-1 0 0 0 0,0 0 0 0 0,0 0 0 0 0,0 1 0 0 0,1-1 0 0 0,-1 0 0 0 0,0 0 0 0 0,0 0 0 0 0,1 0 1 0 0,-1 1-1 0 0,1-1 0 0 0,9 2 1776 0 0,-9-2-2133 0 0,5 0 354 0 0,0 0 0 0 0,1 0 0 0 0,-1-1-1 0 0,0 0 1 0 0,0 0 0 0 0,0-1 0 0 0,1 1 0 0 0,-1-2 0 0 0,-1 1-1 0 0,1 0 1 0 0,0-1 0 0 0,5-4 0 0 0,11-6-60 0 0,30-26 0 0 0,-18 10-29 0 0,0-1-1 0 0,39-47 1 0 0,-57 58-83 0 0,0 0 0 0 0,-2-2-1 0 0,-1 0 1 0 0,-1 0-1 0 0,19-43 1 0 0,-28 56 52 0 0,0 0-1 0 0,-1 0 1 0 0,0 0 0 0 0,0 0-1 0 0,-1 0 1 0 0,0 0 0 0 0,0-1-1 0 0,-1 1 1 0 0,-1-17 0 0 0,1 25 16 0 0,0-1 0 0 0,0 0 0 0 0,0 0 0 0 0,0 0-1 0 0,0 1 1 0 0,-1-1 0 0 0,1 0 0 0 0,0 0 0 0 0,-1 0 0 0 0,1 1 0 0 0,0-1 0 0 0,-1 0 0 0 0,1 1 0 0 0,-1-1 0 0 0,1 0 0 0 0,-1 1 0 0 0,0-1 0 0 0,1 1 0 0 0,-1-1 0 0 0,1 1 0 0 0,-1-1 0 0 0,0 1 0 0 0,0-1 0 0 0,1 1 0 0 0,-2-1 0 0 0,1 1 5 0 0,0 0 1 0 0,0 0-1 0 0,-1 0 1 0 0,1 0-1 0 0,0 1 1 0 0,0-1-1 0 0,0 0 0 0 0,0 0 1 0 0,0 1-1 0 0,0-1 1 0 0,0 1-1 0 0,-1-1 1 0 0,1 1-1 0 0,0-1 1 0 0,-1 2-1 0 0,-3 2 36 0 0,0 0 1 0 0,1 0-1 0 0,0 0 0 0 0,-1 1 0 0 0,-4 7 0 0 0,-6 11-24 0 0,2 0-1 0 0,0 1 1 0 0,-17 45-1 0 0,24-53-15 0 0,1 1-1 0 0,1 0 1 0 0,0 0 0 0 0,2 0 0 0 0,-1 1-1 0 0,2 33 1 0 0,1-42-9 0 0,1-1 0 0 0,0 1 0 0 0,1-1 0 0 0,0 0 0 0 0,0 0 1 0 0,1 0-1 0 0,0 0 0 0 0,1 0 0 0 0,-1-1 0 0 0,1 1 0 0 0,1-1 0 0 0,-1 0 0 0 0,10 10 0 0 0,-10-12-1 0 0,1-1 0 0 0,0 0 1 0 0,-1 0-1 0 0,2 0 0 0 0,-1 0 0 0 0,0-1 0 0 0,1 0 0 0 0,0 0 0 0 0,0 0 0 0 0,0-1 0 0 0,0 1 0 0 0,0-2 0 0 0,0 1 0 0 0,0-1 0 0 0,1 0 0 0 0,-1 0 1 0 0,1 0-1 0 0,8-1 0 0 0,-6-1-39 0 0,0 0 0 0 0,1 0 0 0 0,-1-1 0 0 0,0 0 0 0 0,0 0 0 0 0,0-1 0 0 0,0 0 1 0 0,-1-1-1 0 0,1 0 0 0 0,-1 0 0 0 0,11-8 0 0 0,-9 4 2 0 0,1 0 0 0 0,-2-1 0 0 0,1-1 0 0 0,-1 0 0 0 0,0 0 0 0 0,-1 0 0 0 0,8-14 0 0 0,-2 0-20 0 0,0-1 0 0 0,14-40 0 0 0,12-51-12 0 0,-29 71 80 0 0,-8 30 91 0 0,1-1 0 0 0,1 1-1 0 0,6-14 1 0 0,-10 27 252 0 0,2 4-301 0 0,-1 0 0 0 0,1 1 1 0 0,-1-1-1 0 0,0 1 0 0 0,0-1 0 0 0,0 1 0 0 0,0 0 1 0 0,0-1-1 0 0,-1 1 0 0 0,1 0 0 0 0,1 7 1 0 0,-1-7-7 0 0,15 42 193 0 0,18 72 0 0 0,2 6-81 0 0,-32-109-144 0 0,0 0 0 0 0,1-1-1 0 0,1 0 1 0 0,0 0 0 0 0,14 20-1 0 0,-18-30-200 0 0,0 1-1 0 0,1-1 1 0 0,-1 1-1 0 0,1-1 1 0 0,0 0-1 0 0,0 0 1 0 0,0-1 0 0 0,8 5-1 0 0,-8-6-304 0 0,0 1 0 0 0,0-1 0 0 0,0 0 0 0 0,1 0 0 0 0,-1 0 0 0 0,0-1 0 0 0,0 0-1 0 0,1 1 1 0 0,-1-2 0 0 0,0 1 0 0 0,7-1 0 0 0,-3-1-2007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0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2 574 8287 0 0,'0'-2'14092'0'0,"-1"-9"-11368"0"0,52-172 4043 0 0,-36 128-5870 0 0,61-232-1436 0 0,-74 276 336 0 0,-2 8-29 0 0,1 0 0 0 0,0 0 0 0 0,0 0 0 0 0,0-1-1 0 0,2-3 1 0 0,-2 5-853 0 0,13 8-3204 0 0,1 2 2137 0 0,0 3-51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02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207 114 16327 0 0,'2'-1'746'0'0,"17"-26"175"0"0,-10 15-54 0 0,-1 0 0 0 0,0-1 0 0 0,0 1 0 0 0,6-17-1 0 0,-14 28-774 0 0,0 1-1 0 0,0 0 0 0 0,0 0 0 0 0,1 0 1 0 0,-1 0-1 0 0,0-1 0 0 0,0 1 0 0 0,0 0 1 0 0,0 0-1 0 0,0 0 0 0 0,0 0 0 0 0,0-1 0 0 0,0 1 1 0 0,0 0-1 0 0,0 0 0 0 0,0 0 0 0 0,0-1 1 0 0,0 1-1 0 0,0 0 0 0 0,0 0 0 0 0,0 0 1 0 0,0 0-1 0 0,0-1 0 0 0,0 1 0 0 0,0 0 0 0 0,0 0 1 0 0,0 0-1 0 0,0-1 0 0 0,0 1 0 0 0,0 0 1 0 0,-1 0-1 0 0,1 0 0 0 0,0 0 0 0 0,0 0 0 0 0,0-1 1 0 0,0 1-1 0 0,0 0 0 0 0,0 0 0 0 0,-1 0 1 0 0,1 0-1 0 0,0 0 0 0 0,0 0 0 0 0,0 0 1 0 0,0-1-1 0 0,-1 1 0 0 0,-10 3 1229 0 0,-13 12-262 0 0,-5 12-600 0 0,1 0 0 0 0,1 3 0 0 0,2 0 0 0 0,1 1 1 0 0,1 2-1 0 0,-30 57 0 0 0,49-81-444 0 0,-1 0 1 0 0,1 1 0 0 0,1-1-1 0 0,0 1 1 0 0,0 0 0 0 0,1 0-1 0 0,-2 14 1 0 0,4-22-33 0 0,-1 1 0 0 0,1-1 0 0 0,0 0 1 0 0,0 1-1 0 0,0-1 0 0 0,1 0 0 0 0,-1 1 0 0 0,1-1 0 0 0,-1 0 0 0 0,1 0 0 0 0,0 1 0 0 0,-1-1 0 0 0,1 0 1 0 0,0 0-1 0 0,1 0 0 0 0,-1 0 0 0 0,0 0 0 0 0,1 0 0 0 0,-1 0 0 0 0,1 0 0 0 0,-1-1 0 0 0,1 1 1 0 0,0-1-1 0 0,0 1 0 0 0,-1-1 0 0 0,1 0 0 0 0,0 1 0 0 0,0-1 0 0 0,1 0 0 0 0,-1 0 0 0 0,0 0 0 0 0,0-1 1 0 0,0 1-1 0 0,1-1 0 0 0,-1 1 0 0 0,0-1 0 0 0,5 1 0 0 0,-1-1-104 0 0,0 0 0 0 0,0 0 0 0 0,0 0 0 0 0,0-1 0 0 0,1 0 1 0 0,-1 0-1 0 0,0 0 0 0 0,0-1 0 0 0,9-4 0 0 0,-6 2-25 0 0,0-1 0 0 0,0 0 1 0 0,0 0-1 0 0,-1-1 0 0 0,10-9 0 0 0,3-5-69 0 0,-1-2 0 0 0,-1 0 0 0 0,17-26 0 0 0,-23 28 167 0 0,0-1 0 0 0,-1 0 0 0 0,-1-1-1 0 0,-1 0 1 0 0,-1-1 0 0 0,9-34 0 0 0,-17 45 182 0 0,-7 17 170 0 0,-7 19 245 0 0,5-6-331 0 0,0 1 0 0 0,2 0 1 0 0,-9 37-1 0 0,14-50-212 0 0,0 0 0 0 0,1 0-1 0 0,-1 0 1 0 0,1 0 0 0 0,0 0 0 0 0,0 1 0 0 0,1-1 0 0 0,0 0 0 0 0,0 0 0 0 0,1 0 0 0 0,-1 0 0 0 0,1-1 0 0 0,0 1 0 0 0,1 0 0 0 0,0-1 0 0 0,-1 1-1 0 0,6 5 1 0 0,-5-8-55 0 0,0 0 0 0 0,0 0-1 0 0,0 0 1 0 0,1 0-1 0 0,-1 0 1 0 0,1-1 0 0 0,0 0-1 0 0,0 0 1 0 0,0 0-1 0 0,0 0 1 0 0,0 0-1 0 0,0-1 1 0 0,0 0 0 0 0,1 0-1 0 0,-1 0 1 0 0,0 0-1 0 0,6-1 1 0 0,-4 1-57 0 0,1-1 0 0 0,-1 0 0 0 0,1-1 0 0 0,-1 0 0 0 0,1 0-1 0 0,-1 0 1 0 0,0-1 0 0 0,1 0 0 0 0,-1 0 0 0 0,11-6 0 0 0,-8 3 72 0 0,-1-1 1 0 0,-1 0-1 0 0,1 0 0 0 0,-1-1 0 0 0,0 0 1 0 0,0 0-1 0 0,10-15 0 0 0,34-63 81 0 0,-42 70-58 0 0,2-6 59 0 0,-7 12 52 0 0,1 0 0 0 0,0 0 0 0 0,0 0-1 0 0,11-11 1 0 0,-15 19 340 0 0,3 46 1049 0 0,-19 154 214 0 0,0 89-1316 0 0,15-200-402 0 0,0-86-65 0 0,-4-9-78 0 0,0-1 99 0 0,1 0 0 0 0,0 0 0 0 0,0 0 0 0 0,1 0 0 0 0,-2-11 0 0 0,1-11 2 0 0,1-1 0 0 0,1 1 0 0 0,2-1 0 0 0,1 1 0 0 0,9-48 0 0 0,1 24-68 0 0,3-1 0 0 0,23-58 1 0 0,-31 94 94 0 0,1 0 1 0 0,0 0 0 0 0,2 1-1 0 0,0 1 1 0 0,0 0 0 0 0,2 0-1 0 0,19-21 1 0 0,-23 30 30 0 0,0 6 16 0 0,-7 2-9 0 0,0 0 1 0 0,0 0-1 0 0,0 1 1 0 0,0-1-1 0 0,-1 0 1 0 0,1 1-1 0 0,0-1 1 0 0,0 1-1 0 0,0-1 1 0 0,-1 1-1 0 0,1 0 1 0 0,0-1-1 0 0,0 1 1 0 0,-1 0-1 0 0,1-1 0 0 0,-1 1 1 0 0,1 0-1 0 0,-1 0 1 0 0,1-1-1 0 0,-1 1 1 0 0,1 0-1 0 0,-1 0 1 0 0,0 0-1 0 0,1 0 1 0 0,-1 0-1 0 0,0 0 1 0 0,0 0-1 0 0,0-1 1 0 0,1 1-1 0 0,-1 0 0 0 0,-1 1 1 0 0,2 5 16 0 0,-1-1 1 0 0,0 1-1 0 0,-2 7 1 0 0,2-13-23 0 0,-2 11 15 0 0,-1 0 1 0 0,0 0-1 0 0,0 0 0 0 0,-1-1 1 0 0,-8 15-1 0 0,-32 54 23 0 0,18-37-27 0 0,6-10-102 0 0,12-21-514 0 0,1-1 1 0 0,-8 18-1 0 0,15-28 458 0 0,0-1 1 0 0,0 0 0 0 0,0 1 0 0 0,1-1-1 0 0,-1 0 1 0 0,0 0 0 0 0,0 1-1 0 0,0-1 1 0 0,0 0 0 0 0,0 1-1 0 0,0-1 1 0 0,1 0 0 0 0,-1 0 0 0 0,0 1-1 0 0,0-1 1 0 0,0 0 0 0 0,1 0-1 0 0,-1 1 1 0 0,0-1 0 0 0,0 0-1 0 0,1 0 1 0 0,-1 0 0 0 0,0 1 0 0 0,0-1-1 0 0,1 0 1 0 0,-1 0 0 0 0,0 0-1 0 0,1 0 1 0 0,-1 0 0 0 0,9 4-5475 0 0,5-4-2792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0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157 155 4607 0 0,'0'0'208'0'0,"-8"2"32"0"0,5-1-64 0 0,-1 0-1 0 0,1 0 1 0 0,0 0-1 0 0,0 1 1 0 0,0-1-1 0 0,-5 4 0 0 0,3 0 3449 0 0,-1 0-1 0 0,1 1 1 0 0,-9 10-1 0 0,13-15-3139 0 0,-24 31 6935 0 0,11-12-6570 0 0,2 0 1 0 0,-12 23-1 0 0,22-37-788 0 0,-1 0 0 0 0,1 0 0 0 0,0 0-1 0 0,0 0 1 0 0,1 0 0 0 0,-1 0 0 0 0,1 1-1 0 0,0 12 1 0 0,1-18-82 0 0,0 0-1 0 0,0 1 1 0 0,0-1 0 0 0,1 0-1 0 0,-1 0 1 0 0,0 1-1 0 0,0-1 1 0 0,1 0 0 0 0,-1 0-1 0 0,1 1 1 0 0,-1-1 0 0 0,1 0-1 0 0,-1 0 1 0 0,1 0 0 0 0,0 0-1 0 0,0 0 1 0 0,-1 0-1 0 0,1 0 1 0 0,0 0 0 0 0,0 0-1 0 0,0 0 1 0 0,0 0 0 0 0,0 0-1 0 0,0-1 1 0 0,0 1-1 0 0,1 0 1 0 0,-1-1 0 0 0,0 1-1 0 0,0-1 1 0 0,0 0 0 0 0,1 1-1 0 0,1-1 1 0 0,-1 1-62 0 0,3 0-72 0 0,1 0 0 0 0,-1 0 1 0 0,1 0-1 0 0,-1-1 0 0 0,1 0 0 0 0,-1 0 0 0 0,1 0 0 0 0,-1-1 1 0 0,1 0-1 0 0,-1 0 0 0 0,0 0 0 0 0,1-1 0 0 0,-1 0 0 0 0,0 0 0 0 0,0 0 1 0 0,0 0-1 0 0,0-1 0 0 0,-1 0 0 0 0,9-6 0 0 0,-1-1 5 0 0,0-1-1 0 0,-1 0 0 0 0,0 0 0 0 0,-1-1 1 0 0,15-23-1 0 0,-3 2 166 0 0,-8 10 87 0 0,1 1-1 0 0,1 0 1 0 0,34-34-1 0 0,-50 55-64 0 0,1 0-1 0 0,-1 1 1 0 0,1-1-1 0 0,-1 0 1 0 0,1 1 0 0 0,0-1-1 0 0,-1 1 1 0 0,1-1-1 0 0,0 1 1 0 0,-1 0 0 0 0,1-1-1 0 0,0 1 1 0 0,0-1-1 0 0,0 1 1 0 0,-1 0 0 0 0,1 0-1 0 0,0 0 1 0 0,0-1-1 0 0,0 1 1 0 0,-1 0 0 0 0,1 0-1 0 0,0 0 1 0 0,0 0-1 0 0,0 0 1 0 0,0 1-1 0 0,-1-1 1 0 0,2 0 0 0 0,0 1 29 0 0,-1 0 0 0 0,0 1 0 0 0,0-1 0 0 0,0 0 0 0 0,0 0 0 0 0,0 1 0 0 0,0-1 0 0 0,0 0 0 0 0,0 1 0 0 0,0-1 0 0 0,-1 1 0 0 0,2 2 0 0 0,1 5 222 0 0,0 0 0 0 0,-1 0 1 0 0,0 0-1 0 0,1 19 1 0 0,-2 39 636 0 0,-1-42-711 0 0,-1 20 130 0 0,2 50 3 0 0,0-88-294 0 0,-1-5 68 0 0,10-34-95 0 0,-8 27-25 0 0,-1-1 0 0 0,1 1 0 0 0,0 0 0 0 0,4-11 0 0 0,25-37-36 0 0,64-101-298 0 0,-77 127 265 0 0,2 0 0 0 0,2 2 0 0 0,33-33 0 0 0,-49 53-132 0 0,0 0 1 0 0,1 0-1 0 0,0 0 0 0 0,-1 1 0 0 0,1 0 1 0 0,1 1-1 0 0,-1-1 0 0 0,13-3 1 0 0,-11 5-818 0 0,-1 0 0 0 0,1 1 0 0 0,0 0 1 0 0,12 0-1 0 0,-1 1-8230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0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386 286 7367 0 0,'-2'0'16495'0'0,"-4"2"-15965"0"0,0-1 0 0 0,0 1-1 0 0,0 0 1 0 0,1 1 0 0 0,-1-1 0 0 0,1 1 0 0 0,-1 0 0 0 0,1 1 0 0 0,0-1-1 0 0,-8 8 1 0 0,-4 5 141 0 0,-22 29-1 0 0,5-6-137 0 0,-37 31 45 0 0,-42 45-54 0 0,107-109-511 0 0,1 1-1 0 0,-1 0 1 0 0,2 0 0 0 0,-1 1 0 0 0,-5 12 0 0 0,5-7-31 0 0,6-10-31 0 0,-1-1-5 0 0,0 0-40 0 0,2-1 13 0 0,1 1 29 0 0,0-1-1 0 0,1 1 1 0 0,-1 0 0 0 0,1-1 0 0 0,-1 0-1 0 0,1 0 1 0 0,0 0 0 0 0,-1 0-1 0 0,1-1 1 0 0,0 1 0 0 0,5-1 0 0 0,-2 0-36 0 0,0-1 1 0 0,0 1 0 0 0,0-2 0 0 0,0 1 0 0 0,12-5 0 0 0,-7 2-27 0 0,0-2 1 0 0,0 0-1 0 0,0 0 1 0 0,-1-1 0 0 0,0 0-1 0 0,13-12 1 0 0,-4-1-65 0 0,-1 0 1 0 0,-1-2-1 0 0,-1 0 1 0 0,22-38-1 0 0,-34 51 138 0 0,0 1 1 0 0,-1-2-1 0 0,4-10 0 0 0,3-9 39 0 0,-8 23 12 0 0,-9 18 64 0 0,1-1 0 0 0,1 1 0 0 0,0 0 1 0 0,1 0-1 0 0,0 0 0 0 0,-2 20 0 0 0,4-28-52 0 0,1 1-1 0 0,0-1 0 0 0,0 1 0 0 0,0-1 0 0 0,0 1 1 0 0,1-1-1 0 0,0 0 0 0 0,0 1 0 0 0,0-1 0 0 0,0 0 1 0 0,1 0-1 0 0,-1 0 0 0 0,1 0 0 0 0,0 0 0 0 0,1 0 1 0 0,-1 0-1 0 0,0 0 0 0 0,1-1 0 0 0,0 1 0 0 0,0-1 1 0 0,0 0-1 0 0,4 3 0 0 0,-1-3-26 0 0,-1 0-1 0 0,0 0 1 0 0,1-1 0 0 0,0 1-1 0 0,0-2 1 0 0,-1 1 0 0 0,1 0-1 0 0,0-1 1 0 0,0 0-1 0 0,0-1 1 0 0,1 1 0 0 0,-1-1-1 0 0,11-1 1 0 0,-5-1-7 0 0,-1 0-1 0 0,1 0 1 0 0,0-1 0 0 0,-1 0 0 0 0,0-1-1 0 0,13-6 1 0 0,-12 4 15 0 0,-1-1 0 0 0,1-1 0 0 0,-1 0 0 0 0,-1 0 0 0 0,1-1 0 0 0,-2-1 0 0 0,1 0 0 0 0,-1 0 0 0 0,-1 0 0 0 0,0-1 0 0 0,13-23 0 0 0,0-8 19 0 0,-1-1-1 0 0,14-46 1 0 0,-34 87-23 0 0,64-213 64 0 0,-62 206-65 0 0,-1 4 27 0 0,1-1 1 0 0,-1 1-1 0 0,0 0 0 0 0,0 0 0 0 0,-1-1 1 0 0,0 1-1 0 0,0 0 0 0 0,0-1 0 0 0,0 1 1 0 0,-3-9-1 0 0,3 14-18 0 0,0 0 0 0 0,0 0 0 0 0,-1 0 0 0 0,1 0 0 0 0,0 0 0 0 0,0 0 0 0 0,-1 0 0 0 0,1 0 0 0 0,0 0 0 0 0,0 0 0 0 0,-1 0 0 0 0,1 0 0 0 0,0 0 0 0 0,0 0 0 0 0,-1 0 0 0 0,1 1 0 0 0,0-1 0 0 0,0 0 0 0 0,0 0 0 0 0,-1 0 0 0 0,1 0 0 0 0,0 0 0 0 0,0 1 0 0 0,0-1 0 0 0,-1 0 0 0 0,1 0 0 0 0,0 0 0 0 0,0 0 0 0 0,0 1 0 0 0,0-1 0 0 0,-1 0 0 0 0,1 1-1 0 0,-6 6 122 0 0,-5 10-70 0 0,2 0 1 0 0,0 1-1 0 0,1 1 0 0 0,0-1 0 0 0,-6 29 1 0 0,3-13-32 0 0,-7 24-970 0 0,2 2 0 0 0,2-1 0 0 0,4 2 1 0 0,-5 83-1 0 0,14-126-541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03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11519 0 0,'0'0'887'0'0,"1"-2"-583"0"0,12-8 2425 0 0,1 0 1 0 0,0 1-1 0 0,0 1 0 0 0,23-10 1 0 0,9 2-1217 0 0,77-14 674 0 0,-102 27-1993 0 0,-1 0 1 0 0,1 1-1 0 0,0 1 1 0 0,21 2 0 0 0,-39 0-139 0 0,1-1 1 0 0,0 0-1 0 0,0 1 0 0 0,-1 0 1 0 0,1 0-1 0 0,-1 0 1 0 0,1 1-1 0 0,-1-1 1 0 0,1 1-1 0 0,-1 0 0 0 0,0 0 1 0 0,0 0-1 0 0,0 0 1 0 0,5 5-1 0 0,-6-5-28 0 0,0 0 0 0 0,-1 0 1 0 0,0 0-1 0 0,1 0 0 0 0,-1 1 0 0 0,0-1 0 0 0,0 0 1 0 0,0 1-1 0 0,0-1 0 0 0,-1 0 0 0 0,1 1 0 0 0,-1-1 0 0 0,1 1 1 0 0,-1 0-1 0 0,0-1 0 0 0,0 1 0 0 0,0-1 0 0 0,0 1 1 0 0,0-1-1 0 0,-1 1 0 0 0,1-1 0 0 0,-2 4 0 0 0,-2 6-5 0 0,-1 0 0 0 0,0 0 0 0 0,-1 0 0 0 0,0-1 0 0 0,-9 13 0 0 0,-43 50 82 0 0,56-71-105 0 0,-1-1 3 0 0,-4 11-26 0 0,6-11-80 0 0,6 0 50 0 0,0 0 0 0 0,0 0 0 0 0,0 0 0 0 0,0-1 0 0 0,1 1 0 0 0,-1-1 0 0 0,0 0 0 0 0,0-1 0 0 0,1 1-1 0 0,-1-1 1 0 0,0 0 0 0 0,1-1 0 0 0,-1 1 0 0 0,0-1 0 0 0,1 0 0 0 0,-1 0 0 0 0,0-1 0 0 0,0 1 0 0 0,0-1 0 0 0,0 0 0 0 0,0-1-1 0 0,0 1 1 0 0,-1-1 0 0 0,1 0 0 0 0,-1 0 0 0 0,0 0 0 0 0,0-1 0 0 0,0 0 0 0 0,0 0 0 0 0,-1 0 0 0 0,1 0 0 0 0,-1 0-1 0 0,0 0 1 0 0,0-1 0 0 0,-1 0 0 0 0,1 1 0 0 0,2-9 0 0 0,-1-3 6 0 0,0 0 0 0 0,-1-1 0 0 0,-1 1 0 0 0,0-1 0 0 0,-1 0 0 0 0,-1-18 0 0 0,-1 27-202 0 0,0-1 0 0 0,0 1-1 0 0,-1 0 1 0 0,0-1 0 0 0,0 1 0 0 0,-1 0 0 0 0,0 0 0 0 0,0 0 0 0 0,-1 1 0 0 0,-9-15 0 0 0,12 21-326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0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2 161 13823 0 0,'0'0'1062'0'0,"0"1"-693"0"0,-1 57 11027 0 0,0 2-6898 0 0,1-37-4095 0 0,1 1 0 0 0,1-1-1 0 0,9 43 1 0 0,-9-57-401 0 0,1-1 0 0 0,0 0 0 0 0,7 11 0 0 0,-5-12-2 0 0,1-2 0 0 0,-5-5 0 0 0,0 0 0 0 0,0 1 0 0 0,0-1 0 0 0,-1 0 0 0 0,1 0 0 0 0,0 1 0 0 0,0-1 0 0 0,0 0 0 0 0,0 0 0 0 0,0 0 0 0 0,0 0 0 0 0,0 0 0 0 0,0 0 0 0 0,0 0 0 0 0,0-1 0 0 0,0 1 0 0 0,0 0 0 0 0,0-1 0 0 0,0 1 0 0 0,0 0 0 0 0,0-1 0 0 0,-1 1 0 0 0,1-1 0 0 0,0 1 0 0 0,0-1 0 0 0,0 1 0 0 0,-1-1 0 0 0,1 0 0 0 0,0 0 0 0 0,-1 1 0 0 0,1-1 0 0 0,-1 0 0 0 0,1 0 0 0 0,-1 0 0 0 0,1 1 0 0 0,-1-1 0 0 0,1-1 0 0 0,0 0 0 0 0,20-30 0 0 0,20-40 0 0 0,-23 39 0 0 0,24-35 0 0 0,-18 36-704 0 0,1 1 1 0 0,51-48-1 0 0,-59 64-284 0 0,0 0 0 0 0,2 2 0 0 0,-1 0 0 0 0,2 1-1 0 0,0 0 1 0 0,26-10 0 0 0,-23 14-9208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22 136 28447 0 0,'-10'0'899'0'0,"-1"-1"1336"0"0,11 0-1585 0 0,6-3-850 0 0,2 0 268 0 0,1 2 1 0 0,0-1-1 0 0,0 1 0 0 0,0 1 1 0 0,0-1-1 0 0,16 1 0 0 0,-4 0 14 0 0,435-31 52 0 0,126-11-1117 0 0,-356 19-3241 0 0,-144 15-175 0 0,-38 3-4209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3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83 6447 0 0,'-3'-1'80'0'0,"0"0"1"0"0,0 0-1 0 0,1 0 0 0 0,-1 0 0 0 0,1 0 0 0 0,-1 0 0 0 0,0-1 0 0 0,1 1 0 0 0,0-1 0 0 0,-1 0 0 0 0,-3-4 0 0 0,0 0 1630 0 0,1-1-1 0 0,-8-12 1 0 0,-11-12 11736 0 0,29 176-9669 0 0,-11-33-3019 0 0,-29 156-1 0 0,18-150-654 0 0,-11 55-254 0 0,22-152-340 0 0,1-4-1322 0 0,3-5-4709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3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11 282 13359 0 0,'-2'-3'181'0'0,"1"0"0"0"0,-1 0-1 0 0,1-1 1 0 0,0 1-1 0 0,0-1 1 0 0,0 1 0 0 0,1-1-1 0 0,-1 1 1 0 0,1-1-1 0 0,0 1 1 0 0,0-1 0 0 0,0 1-1 0 0,0-1 1 0 0,1 0 0 0 0,-1 1-1 0 0,3-7 1 0 0,-1 5 363 0 0,0 0 0 0 0,0 1 0 0 0,1-1 0 0 0,0 0 0 0 0,0 1 1 0 0,0 0-1 0 0,1-1 0 0 0,0 2 0 0 0,-1-1 0 0 0,6-4 0 0 0,3-1 1136 0 0,1-1-1 0 0,0 2 0 0 0,22-11 1 0 0,11-3 66 0 0,154-55-1794 0 0,-178 71-360 0 0,39-6-1 0 0,-53 11-17 0 0,1 0-1 0 0,-1 1 0 0 0,1 0 0 0 0,-1 0 1 0 0,1 1-1 0 0,-1 0 0 0 0,16 4 0 0 0,-4 6-2525 0 0,-3 5-5793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3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47 8751 0 0,'-6'5'136'0'0,"0"-1"0"0"0,0 1 0 0 0,-1-1 0 0 0,0 0 0 0 0,1 0 0 0 0,-9 2 0 0 0,-9 9 15872 0 0,36-17-15639 0 0,0 1 0 0 0,1-2 0 0 0,-1 0-1 0 0,0 0 1 0 0,0-1 0 0 0,16-8 0 0 0,13-3 8 0 0,8-3 200 0 0,15-5-141 0 0,-56 20-413 0 0,0 1 0 0 0,1 0 0 0 0,-1 1 0 0 0,1 0 1 0 0,12 0-1 0 0,-18 2 7 0 0,0-1 0 0 0,0 0 0 0 0,-1 1 0 0 0,1-1 0 0 0,0 1 0 0 0,-1 0 1 0 0,1 0-1 0 0,-1 0 0 0 0,1 0 0 0 0,-1 0 0 0 0,1 0 0 0 0,-1 1 0 0 0,0-1 0 0 0,0 1 1 0 0,3 3-1 0 0,-2-2 14 0 0,0 0 0 0 0,-1 0 0 0 0,1 1 1 0 0,-1-1-1 0 0,0 1 0 0 0,0-1 0 0 0,-1 1 1 0 0,1 0-1 0 0,1 5 0 0 0,0 4 69 0 0,-1-1-1 0 0,0 1 0 0 0,-1 0 1 0 0,0 0-1 0 0,-2 19 0 0 0,-2 25 73 0 0,-3-1 0 0 0,-21 93 0 0 0,10-98-2950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4 233 23295 0 0,'0'0'2113'0'0,"-4"-1"-1237"0"0,40 67-11380 0 0,-29-51 10623 0 0,0-1-1 0 0,-2 2 1 0 0,0-1 0 0 0,0 0 0 0 0,2 20 0 0 0,-3 5 3700 0 0,-1 1 0 0 0,-5 79 1 0 0,-14 11-329 0 0,15-129-3042 0 0,5-24-381 0 0,4-19-212 0 0,2 0 0 0 0,2 0 0 0 0,26-57 0 0 0,-28 73 0 0 0,-3 9 35 0 0,11-21-1 0 0,-16 33 48 0 0,1 0 0 0 0,0 0 0 0 0,0 0 0 0 0,0 0-1 0 0,0 1 1 0 0,1-1 0 0 0,0 1 0 0 0,-1 0 0 0 0,7-4 0 0 0,-9 6-91 0 0,10 8-86 0 0,-9-5 220 0 0,0 0 0 0 0,0 0 0 0 0,-1 0 0 0 0,1 1 0 0 0,0-1 0 0 0,-1 1 0 0 0,1-1 0 0 0,-1 1 0 0 0,0-1 0 0 0,0 1-1 0 0,1 5 1 0 0,5 34 34 0 0,-5-26-25 0 0,2 9 54 0 0,0-1 1 0 0,2 0-1 0 0,0 0 0 0 0,2-1 0 0 0,10 23 1 0 0,-15-39-63 0 0,1-1 1 0 0,-1 0-1 0 0,1 0 1 0 0,0 0-1 0 0,0 0 1 0 0,1-1-1 0 0,0 1 1 0 0,0-1 0 0 0,0 0-1 0 0,1-1 1 0 0,-1 1-1 0 0,1-1 1 0 0,0 0-1 0 0,1-1 1 0 0,-1 1-1 0 0,0-1 1 0 0,1 0-1 0 0,0-1 1 0 0,0 0-1 0 0,0 0 1 0 0,12 2-1 0 0,-4-3-60 0 0,-1-1-1 0 0,0 0 0 0 0,1-1 0 0 0,-1 0 1 0 0,0-1-1 0 0,0-1 0 0 0,0 0 0 0 0,0-1 1 0 0,0-1-1 0 0,-1 0 0 0 0,1-1 0 0 0,23-14 1 0 0,-20 10-26 0 0,-1-2 1 0 0,0 0 0 0 0,0-1 0 0 0,-1 0-1 0 0,-1-1 1 0 0,0-1 0 0 0,-1 0-1 0 0,20-30 1 0 0,-26 33 189 0 0,0 0 0 0 0,-1-1 0 0 0,7-20 0 0 0,-10 26-34 0 0,-1-1 0 0 0,0 0 0 0 0,-1 1 0 0 0,0-1 0 0 0,0 0 0 0 0,0 0 0 0 0,-2-14 0 0 0,1 20-31 0 0,0 1 0 0 0,0 0 0 0 0,0 0-1 0 0,0-1 1 0 0,0 1 0 0 0,-1 0 0 0 0,1 0 0 0 0,0 0 0 0 0,-1-1-1 0 0,1 1 1 0 0,-1 0 0 0 0,1 0 0 0 0,-1 0 0 0 0,0 0 0 0 0,1 0 0 0 0,-1 0-1 0 0,0 0 1 0 0,0 0 0 0 0,0 0 0 0 0,0 0 0 0 0,1 1 0 0 0,-1-1-1 0 0,0 0 1 0 0,0 0 0 0 0,-1 1 0 0 0,1-1 0 0 0,0 1 0 0 0,0-1-1 0 0,0 1 1 0 0,0-1 0 0 0,0 1 0 0 0,-1 0 0 0 0,1 0 0 0 0,0-1 0 0 0,0 1-1 0 0,-1 0 1 0 0,1 0 0 0 0,0 0 0 0 0,0 0 0 0 0,-1 1 0 0 0,1-1-1 0 0,0 0 1 0 0,-2 1 0 0 0,-2 0 54 0 0,0 1 0 0 0,0 0 0 0 0,0 0 0 0 0,0 0 0 0 0,1 1 0 0 0,-1 0 0 0 0,1 0 0 0 0,-8 6 0 0 0,-10 14 77 0 0,1 0 0 0 0,2 1 0 0 0,0 1 0 0 0,-27 49 0 0 0,40-62-94 0 0,0-1-1 0 0,0 1 1 0 0,1 0 0 0 0,-5 21-1 0 0,9-29-80 0 0,0 0 0 0 0,0 1 0 0 0,1-1 0 0 0,0 0-1 0 0,0 1 1 0 0,0-1 0 0 0,1 8 0 0 0,0-10-2 0 0,-1 1 0 0 0,1-1 0 0 0,0 0 0 0 0,0 1 0 0 0,0-1 0 0 0,0 0 0 0 0,0 0 0 0 0,1 0 1 0 0,-1 0-1 0 0,1 0 0 0 0,-1 0 0 0 0,1-1 0 0 0,-1 1 0 0 0,1 0 0 0 0,2 1 0 0 0,-1-2-7 0 0,-1 1 0 0 0,1-1 0 0 0,0 0 0 0 0,0 0 0 0 0,-1 0 0 0 0,1 0 0 0 0,0-1 1 0 0,0 1-1 0 0,0-1 0 0 0,0 1 0 0 0,0-1 0 0 0,0 0 0 0 0,0 0 0 0 0,0-1 0 0 0,0 1 0 0 0,-1 0 0 0 0,1-1 0 0 0,0 0 0 0 0,0 0 0 0 0,0 0 0 0 0,0 0 0 0 0,-1 0 1 0 0,4-2-1 0 0,3-2-72 0 0,-1 0 0 0 0,0 0 1 0 0,0-1-1 0 0,-1 0 1 0 0,14-13-1 0 0,-1-4 29 0 0,0-2 0 0 0,-1 0 1 0 0,-2-1-1 0 0,27-54 0 0 0,39-121-99 0 0,-59 131 362 0 0,21-101 0 0 0,-44 164-144 0 0,0 2 68 0 0,1 1 1 0 0,-2-1-1 0 0,1 0 1 0 0,0 0-1 0 0,-1 0 1 0 0,0 1-1 0 0,-1-11 1 0 0,-11 35 679 0 0,-2 10-602 0 0,1 1-1 0 0,-10 41 1 0 0,-11 68 329 0 0,31-124-511 0 0,-13 66-667 0 0,-9 146 1 0 0,18-129-3991 0 0,4-71-539 0 0,0 13-3714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 26783 0 0,'0'0'1304'0'0,"-20"-13"328"0"0</inkml:trace>
  <inkml:trace contextRef="#ctx0" brushRef="#br0" timeOffset="1">49 341 23671 0 0,'0'0'1048'0'0,"-6"8"216"0"0,-1 0-1008 0 0,2 0-256 0 0,0 0 0 0 0,1 0 0 0 0,0 1 1440 0 0,1-1 1728 0 0,14-3-5560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291 109 14279 0 0,'2'-15'1527'0'0,"13"-8"-1400"0"0,-13 21 475 0 0,0-1 0 0 0,-1 1-1 0 0,1-1 1 0 0,0 0-1 0 0,-1 0 1 0 0,3-5-1 0 0,-4 7-264 0 0,0-1 0 0 0,1 0 1 0 0,-1 1-1 0 0,0-1 0 0 0,0 1 0 0 0,0-1 0 0 0,0 1 0 0 0,-1-1 0 0 0,1 1 1 0 0,0-1-1 0 0,-1 1 0 0 0,1-1 0 0 0,-1 1 0 0 0,1-1 0 0 0,-1 1 0 0 0,0-1 0 0 0,0 1 1 0 0,-1-2-1 0 0,1 1-184 0 0,-1 1 0 0 0,1-1 1 0 0,0 1-1 0 0,-1 0 0 0 0,1 0 0 0 0,-1 0 1 0 0,0 0-1 0 0,1 0 0 0 0,-1 0 0 0 0,0 0 1 0 0,1 0-1 0 0,-1 1 0 0 0,0-1 0 0 0,0 1 1 0 0,0-1-1 0 0,0 1 0 0 0,1 0 0 0 0,-1 0 1 0 0,0 0-1 0 0,0 0 0 0 0,0 0 0 0 0,0 0 1 0 0,-3 1-1 0 0,-5 1-127 0 0,-1 0 0 0 0,-19 7 0 0 0,23-7 80 0 0,-9 3 15 0 0,1 1 0 0 0,-17 9 0 0 0,26-12-24 0 0,1 0 0 0 0,-1 0 0 0 0,1 1 1 0 0,0 0-1 0 0,0 0 0 0 0,0 0 0 0 0,1 0 0 0 0,-7 9 1 0 0,10-12-127 0 0,0 1 1 0 0,0 0 0 0 0,0-1-1 0 0,0 1 1 0 0,0-1-1 0 0,1 1 1 0 0,-1 0 0 0 0,0 0-1 0 0,1-1 1 0 0,0 1-1 0 0,-1 0 1 0 0,1 0 0 0 0,0 0-1 0 0,0-1 1 0 0,0 1-1 0 0,0 0 1 0 0,0 0 0 0 0,0 0-1 0 0,1 2 1 0 0,0-2 5 0 0,0 1 0 0 0,0-1 0 0 0,1 1 0 0 0,-1-1 0 0 0,1 0 0 0 0,-1 1 1 0 0,1-1-1 0 0,0 0 0 0 0,-1 0 0 0 0,1 0 0 0 0,4 3 0 0 0,5 2-22 0 0,1 0 0 0 0,-1 0 0 0 0,1-1 0 0 0,16 5 0 0 0,-20-8 6 0 0,25 10-6 0 0,-1 1 0 0 0,-1 2 1 0 0,0 1-1 0 0,40 28 0 0 0,-67-42 54 0 0,-1 0-1 0 0,0 0 1 0 0,0 0 0 0 0,0 1-1 0 0,0-1 1 0 0,0 0 0 0 0,-1 1-1 0 0,1 0 1 0 0,-1 0-1 0 0,0 0 1 0 0,0 0 0 0 0,-1 0-1 0 0,1 0 1 0 0,-1 0 0 0 0,2 8-1 0 0,-3-9 2 0 0,0 1-1 0 0,0-1 0 0 0,0 1 1 0 0,0-1-1 0 0,0 1 0 0 0,-1-1 1 0 0,0 0-1 0 0,0 1 1 0 0,0-1-1 0 0,0 0 0 0 0,0 0 1 0 0,0 1-1 0 0,-1-1 0 0 0,0 0 1 0 0,0 0-1 0 0,1 0 0 0 0,-2-1 1 0 0,1 1-1 0 0,0 0 0 0 0,-4 2 1 0 0,-3 3 41 0 0,0-1 1 0 0,-1 0 0 0 0,0-1-1 0 0,0 0 1 0 0,-1-1-1 0 0,0 0 1 0 0,0 0 0 0 0,0-1-1 0 0,0-1 1 0 0,0 0-1 0 0,-15 2 1 0 0,5-2-165 0 0,0-1 0 0 0,-1-1 0 0 0,1 0 0 0 0,-1-2 0 0 0,-27-4 0 0 0,37 3-127 0 0,0 0 0 0 0,1-1 0 0 0,-14-4-1 0 0,22 5-203 0 0,-1 1 0 0 0,0-1 0 0 0,1 0 1 0 0,-1 0-1 0 0,-4-4 0 0 0,6 4-370 0 0,0 0 1 0 0,0 0-1 0 0,1 1 1 0 0,-1-1 0 0 0,1 0-1 0 0,-1 0 1 0 0,1-1-1 0 0,0 1 1 0 0,-2-5 0 0 0,-3-9-7321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11975 0 0,'5'-4'184'0'0,"15"-7"1318"0"0,-20 11-1097 0 0,1 0 1 0 0,-1 0 0 0 0,1 0-1 0 0,-1-1 1 0 0,1 1 0 0 0,-1 0-1 0 0,1 0 1 0 0,-1 0 0 0 0,1 0-1 0 0,0 0 1 0 0,-1 0-1 0 0,1 0 1 0 0,-1 0 0 0 0,1 0-1 0 0,-1 0 1 0 0,1 0 0 0 0,-1 1-1 0 0,1-1 1 0 0,-1 0 0 0 0,1 0-1 0 0,-1 0 1 0 0,2 2 1217 0 0,-1-2-1218 0 0,0 1-97 0 0,0 1 0 0 0,0-1 0 0 0,0 0 0 0 0,0 0 0 0 0,-1 1 1 0 0,1-1-1 0 0,0 0 0 0 0,-1 1 0 0 0,1-1 0 0 0,0 2 0 0 0,0 5-174 0 0,1 0 0 0 0,0 16-1 0 0,-2-20 674 0 0,0 29-380 0 0,-1-1 1 0 0,-2 1 0 0 0,-12 53 0 0 0,5-31-361 0 0,4-19-220 0 0,-19 138-96 0 0,18-58-5042 0 0,6-96 3283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6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14 136 7831 0 0,'-12'-13'706'0'0,"12"13"-710"0"0,-1-1-1 0 0,1 1 1 0 0,0 0 0 0 0,0 0 0 0 0,0-1 0 0 0,0 1 0 0 0,0 0 0 0 0,-1 0 0 0 0,1-1-1 0 0,0 1 1 0 0,0 0 0 0 0,0-1 0 0 0,0 1 0 0 0,0 0 0 0 0,0-1 0 0 0,0 1-1 0 0,0 0 1 0 0,0 0 0 0 0,0-1 0 0 0,0 1 0 0 0,0 0 0 0 0,0-1 0 0 0,1 1 0 0 0,-1 0-1 0 0,0 0 1 0 0,0-1 0 0 0,0 1 0 0 0,0 0 0 0 0,0 0 0 0 0,1-1 0 0 0,-1 1-1 0 0,0 0 1 0 0,0-1 0 0 0,8-6 4071 0 0,33-11 7512 0 0,2 2-6645 0 0,92-23-4801 0 0,-118 34 706 0 0,19-4-797 0 0,-1 2 0 0 0,1 2 0 0 0,0 1-1 0 0,1 2 1 0 0,41 2 0 0 0,-74 0-42 0 0,0 0-1 0 0,0 1 1 0 0,-1-1-1 0 0,1 1 1 0 0,0 0-1 0 0,0 0 1 0 0,-1 1-1 0 0,1-1 1 0 0,-1 1-1 0 0,1-1 1 0 0,-1 1 0 0 0,0 0-1 0 0,0 0 1 0 0,4 4-1 0 0,-6-5 10 0 0,1 1 1 0 0,-1 0-1 0 0,1 0 0 0 0,-1 0 0 0 0,0 0 0 0 0,0 0 0 0 0,0 0 1 0 0,0 0-1 0 0,0 0 0 0 0,0 1 0 0 0,-1-1 0 0 0,1 0 1 0 0,-1 1-1 0 0,1-1 0 0 0,-1 0 0 0 0,0 1 0 0 0,0-1 0 0 0,0 0 1 0 0,0 1-1 0 0,-1-1 0 0 0,1 0 0 0 0,0 1 0 0 0,-1-1 1 0 0,-1 3-1 0 0,-6 18 153 0 0,-2-1 1 0 0,-1-1-1 0 0,-23 38 1 0 0,6-13-108 0 0,-12 18-75 0 0,39-63-84 0 0,13-7-1300 0 0,4-6 994 0 0,-1 1 0 0 0,0-2 0 0 0,16-16 0 0 0,-14 12 101 0 0,8-8-288 0 0,37-48 0 0 0,-60 71 924 0 0,-2 4-63 0 0,1 7-75 0 0,1 0 1 0 0,1 0-1 0 0,-1 0 0 0 0,6 11 0 0 0,-6-16-194 0 0,0 0 0 0 0,0 0 0 0 0,1 0 0 0 0,0 0-1 0 0,0 0 1 0 0,0 0 0 0 0,0-1 0 0 0,1 1 0 0 0,0-1 0 0 0,4 4-1 0 0,-4-4-352 0 0,1 0-1 0 0,0-1 0 0 0,-1 1 0 0 0,1-1 0 0 0,0 1 0 0 0,0-1 0 0 0,1-1 0 0 0,-1 1 0 0 0,0-1 0 0 0,1 0 0 0 0,-1 0 0 0 0,1-1 1 0 0,-1 1-1 0 0,1-1 0 0 0,7-1 0 0 0,6-1-1892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6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72 7831 0 0,'1'-7'159'0'0,"-1"0"0"0"0,1 0 0 0 0,-2 0-1 0 0,0-13 1 0 0,-10-3 13035 0 0,5 25-10247 0 0,-5 7-1886 0 0,4 0-391 0 0,0 0 0 0 0,1 0-1 0 0,0 0 1 0 0,1 1 0 0 0,-6 13 0 0 0,-19 55 338 0 0,23-57-732 0 0,-3 7-174 0 0,1 0 1 0 0,2 1-1 0 0,0-1 1 0 0,-3 48-1 0 0,9-66-109 0 0,1 0-1 0 0,1 0 1 0 0,0 0-1 0 0,0 0 1 0 0,1 0-1 0 0,0-1 1 0 0,5 15-1 0 0,-4-18-23 0 0,0 1 0 0 0,0-1-1 0 0,1 0 1 0 0,0 0 0 0 0,0 0 0 0 0,0-1-1 0 0,1 1 1 0 0,-1-1 0 0 0,1 0 0 0 0,1 0-1 0 0,9 6 1 0 0,-9-6-69 0 0,1-1 0 0 0,1-1-1 0 0,-1 0 1 0 0,0 0 0 0 0,1 0 0 0 0,-1-1 0 0 0,1 0-1 0 0,0 0 1 0 0,0-1 0 0 0,0 0 0 0 0,0-1-1 0 0,10 0 1 0 0,-10 0-30 0 0,1-1 0 0 0,0 0-1 0 0,0 0 1 0 0,-1-1 0 0 0,1 0-1 0 0,-1-1 1 0 0,1 0 0 0 0,-1 0 0 0 0,0-1-1 0 0,14-7 1 0 0,-10 2-28 0 0,0-1-1 0 0,-1 0 0 0 0,0 0 1 0 0,0-1-1 0 0,-1-1 1 0 0,-1 0-1 0 0,15-23 1 0 0,-14 17 76 0 0,0-1 1 0 0,-2 0 0 0 0,0 0 0 0 0,-1-1-1 0 0,5-22 1 0 0,-12 41 80 0 0,1-2-10 0 0,0 0 0 0 0,-1 0 1 0 0,1 0-1 0 0,-1 0 0 0 0,0-5 1 0 0,0 7 11 0 0,0 1 0 0 0,0 0 0 0 0,0 0-1 0 0,0-1 1 0 0,0 1 0 0 0,0 0 0 0 0,0 0 0 0 0,0 0 0 0 0,0-1 0 0 0,0 1 0 0 0,0 0 0 0 0,0 0 0 0 0,0 0 0 0 0,0-1 0 0 0,-1 1-1 0 0,1 0 1 0 0,0 0 0 0 0,0 0 0 0 0,0-1 0 0 0,0 1 0 0 0,0 0 0 0 0,-1 0 0 0 0,1 0 0 0 0,0 0 0 0 0,0 0 0 0 0,0 0 0 0 0,-1-1-1 0 0,1 1 1 0 0,0 0 0 0 0,0 0 0 0 0,0 0 0 0 0,-1 0 0 0 0,1 0 0 0 0,0 0 0 0 0,0 0 0 0 0,-1 0 0 0 0,1 0 0 0 0,0 0 0 0 0,0 0-1 0 0,0 0 1 0 0,-1 0 0 0 0,1 0 0 0 0,0 0 0 0 0,0 0 0 0 0,-1 0 0 0 0,1 0 0 0 0,0 0 0 0 0,0 0 0 0 0,0 1 0 0 0,-1-1 0 0 0,1 0-1 0 0,0 0 1 0 0,0 0 0 0 0,0 0 0 0 0,0 0 0 0 0,-1 1 0 0 0,1-1 0 0 0,0 0 0 0 0,0 0 0 0 0,0 1 0 0 0,-5 2 110 0 0,0 1 1 0 0,0 1-1 0 0,1-1 0 0 0,-1 0 1 0 0,1 1-1 0 0,0 0 1 0 0,1 0-1 0 0,-5 7 1 0 0,-21 47 799 0 0,28-57-895 0 0,-5 12 148 0 0,0 0 0 0 0,1 0-1 0 0,0 1 1 0 0,2 0-1 0 0,-1 0 1 0 0,0 20 0 0 0,3-30-177 0 0,1 0 1 0 0,0 0 0 0 0,0 1-1 0 0,0-1 1 0 0,1 0 0 0 0,0 0-1 0 0,0 0 1 0 0,0 0 0 0 0,1 0-1 0 0,-1-1 1 0 0,1 1 0 0 0,1 0-1 0 0,-1-1 1 0 0,0 1-1 0 0,1-1 1 0 0,0 0 0 0 0,0 1-1 0 0,0-1 1 0 0,1-1 0 0 0,-1 1-1 0 0,1-1 1 0 0,7 6 0 0 0,-5-6-439 0 0,-1 0-1 0 0,1 0 1 0 0,-1-1 0 0 0,1 1 0 0 0,0-1 0 0 0,-1-1-1 0 0,1 1 1 0 0,0-1 0 0 0,13 1 0 0 0,-5-2-1136 0 0</inkml:trace>
  <inkml:trace contextRef="#ctx0" brushRef="#br0" timeOffset="1">1 279 16127 0 0,'0'0'1990'0'0,"2"0"-301"0"0,119-9 3841 0 0,2 6-3405 0 0,124 8-3218 0 0,-65-1 380 0 0,-116-2-387 0 0,3-1-40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80 15663 0 0,'-3'3'176'0'0,"0"-1"0"0"0,0 1 0 0 0,0 0 0 0 0,0-1 0 0 0,1 1 0 0 0,-1 0 0 0 0,1 1 0 0 0,0-1 0 0 0,0 0 0 0 0,0 1 0 0 0,-1 3 0 0 0,-2 7 1749 0 0,-7 24 0 0 0,3-6 2309 0 0,-26 83 748 0 0,7 2-3341 0 0,20-69-1548 0 0,1 0 0 0 0,1 95-1 0 0,9-16-162 0 0,-3-125 6 0 0,-5-9-395 0 0,-1-5 313 0 0,0 1 1 0 0,0-1-1 0 0,1 0 1 0 0,1 0-1 0 0,0-1 1 0 0,1 1-1 0 0,0-1 1 0 0,1 0-1 0 0,0 0 1 0 0,0-25-1 0 0,3 10-119 0 0,0 1-1 0 0,2 0 1 0 0,1 0-1 0 0,10-32 1 0 0,-2 18 71 0 0,1 1-1 0 0,3 0 0 0 0,20-38 1 0 0,-20 49 260 0 0,1 1-1 0 0,1 0 1 0 0,2 1 0 0 0,32-34 0 0 0,-41 49 87 0 0,1 2 0 0 0,0 0 0 0 0,0 0-1 0 0,0 1 1 0 0,16-8 0 0 0,-20 13-24 0 0,1 0-1 0 0,0 0 0 0 0,0 1 1 0 0,0 0-1 0 0,0 1 1 0 0,0-1-1 0 0,0 2 0 0 0,1-1 1 0 0,12 1-1 0 0,-21 1-112 0 0,0 0 0 0 0,-1 0 1 0 0,1 0-1 0 0,0 1 0 0 0,0-1 0 0 0,0 0 0 0 0,-1 0 0 0 0,1 1 1 0 0,0-1-1 0 0,0 0 0 0 0,0 1 0 0 0,-1-1 0 0 0,1 1 0 0 0,0-1 1 0 0,-1 1-1 0 0,1-1 0 0 0,0 1 0 0 0,-1 0 0 0 0,1-1 0 0 0,-1 1 1 0 0,1 0-1 0 0,-1-1 0 0 0,1 1 0 0 0,-1 0 0 0 0,0 0 0 0 0,1-1 1 0 0,-1 1-1 0 0,0 0 0 0 0,1 1 0 0 0,-1 1 6 0 0,1 0 0 0 0,-1-1 1 0 0,1 1-1 0 0,-1 0 0 0 0,0-1 0 0 0,0 1 0 0 0,-1 3 1 0 0,-1 4-11 0 0,-1 0 1 0 0,0-1 0 0 0,0 1 0 0 0,-1-1-1 0 0,0 0 1 0 0,-1 0 0 0 0,0-1-1 0 0,0 1 1 0 0,-7 7 0 0 0,-11 13 51 0 0,-30 27 1 0 0,32-35-56 0 0,-5 6-352 0 0,10-12-314 0 0,1 0-1 0 0,1 2 0 0 0,-18 25 1 0 0,31-41-362 0 0,8 6-2674 0 0,2-3 810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7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8 8751 0 0,'-2'-7'11676'0'0,"-13"13"-7300"0"0,11-4-3977 0 0,0-1-1 0 0,0 1 1 0 0,0 0-1 0 0,0 1 1 0 0,1-1-1 0 0,-1 1 1 0 0,0-1-1 0 0,-3 5 1 0 0,-50 57 2172 0 0,50-55-2410 0 0,1 1 0 0 0,0-1 0 0 0,0 1 0 0 0,1 0 0 0 0,-7 17 0 0 0,11-24-170 0 0,0-1-1 0 0,1 1 1 0 0,-1 0-1 0 0,1 0 1 0 0,-1 0-1 0 0,1 0 1 0 0,0 0-1 0 0,0 0 1 0 0,0 0-1 0 0,0-1 1 0 0,1 1-1 0 0,-1 0 1 0 0,1 0-1 0 0,0 0 1 0 0,-1 0-1 0 0,2-1 1 0 0,-1 1-1 0 0,0 0 1 0 0,0-1 0 0 0,1 1-1 0 0,-1-1 1 0 0,1 1-1 0 0,0-1 1 0 0,0 0-1 0 0,0 0 1 0 0,0 0-1 0 0,0 0 1 0 0,0 0-1 0 0,0 0 1 0 0,1-1-1 0 0,-1 1 1 0 0,1-1-1 0 0,-1 1 1 0 0,1-1-1 0 0,0 0 1 0 0,-1 0-1 0 0,6 1 1 0 0,0 0-162 0 0,-1 0 0 0 0,1 0-1 0 0,0-1 1 0 0,0 0 0 0 0,0-1 0 0 0,0 0 0 0 0,0 0 0 0 0,-1-1-1 0 0,16-2 1 0 0,-19 2 113 0 0,0 0 0 0 0,-1 0-1 0 0,1-1 1 0 0,-1 1 0 0 0,0-1 0 0 0,1 1-1 0 0,-1-1 1 0 0,0 0 0 0 0,0 0-1 0 0,0-1 1 0 0,0 1 0 0 0,0-1 0 0 0,-1 1-1 0 0,1-1 1 0 0,-1 0 0 0 0,1 0-1 0 0,-1 0 1 0 0,0 0 0 0 0,0 0 0 0 0,-1-1-1 0 0,1 1 1 0 0,-1 0 0 0 0,2-7-1 0 0,-1 3 65 0 0,-1 0 0 0 0,0 0-1 0 0,-1 0 1 0 0,1 0-1 0 0,-1 0 1 0 0,-1 0 0 0 0,-1-11-1 0 0,-14-50-752 0 0,2 11-4943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7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29 196 14279 0 0,'0'0'1776'0'0,"1"3"-229"0"0,0 4-20 0 0,0 0-1 0 0,0 0 1 0 0,0 11 0 0 0,-6 46 2681 0 0,2-32-2983 0 0,-9 59 725 0 0,1-15-3224 0 0,8-24-7406 0 0</inkml:trace>
  <inkml:trace contextRef="#ctx0" brushRef="#br0" timeOffset="1">104 12 14743 0 0,'0'0'648'0'0,"-8"-12"7496"0"0,16 20-9392 0 0,0 2-264 0 0,2 1-56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8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84 22375 0 0,'0'0'2025'0'0,"0"2"-1666"0"0,-9 21 1403 0 0,2 0-1 0 0,1 0 1 0 0,-6 40-1 0 0,9-46-1563 0 0,3-15-185 0 0,-1 2 17 0 0,1 0 0 0 0,-1 0 1 0 0,1 0-1 0 0,0 1 0 0 0,0-1 1 0 0,1 0-1 0 0,-1 0 0 0 0,1 0 1 0 0,1 4-1 0 0,-2-7-31 0 0,0-1 1 0 0,0 1-1 0 0,0-1 1 0 0,0 0-1 0 0,0 1 1 0 0,0-1-1 0 0,0 1 1 0 0,0-1-1 0 0,1 1 1 0 0,-1-1-1 0 0,0 1 1 0 0,0-1-1 0 0,0 0 1 0 0,1 1-1 0 0,-1-1 1 0 0,0 0-1 0 0,0 1 1 0 0,1-1-1 0 0,-1 1 1 0 0,0-1-1 0 0,1 0 1 0 0,-1 0-1 0 0,0 1 1 0 0,1-1-1 0 0,-1 0 1 0 0,0 0-1 0 0,1 1 1 0 0,-1-1-1 0 0,1 0 1 0 0,-1 0-1 0 0,1 0 1 0 0,-1 0-1 0 0,1 1 1 0 0,0-2-3 0 0,0 1 0 0 0,0 0 0 0 0,0-1 0 0 0,0 1 0 0 0,0-1 0 0 0,-1 1 0 0 0,1-1 0 0 0,0 0 0 0 0,0 1 0 0 0,0-1 0 0 0,-1 0 0 0 0,1 1 0 0 0,1-3 0 0 0,3-3-27 0 0,0-1 1 0 0,7-13-1 0 0,8-19-146 0 0,3 2 1 0 0,0 0-1 0 0,47-52 0 0 0,-65 83 161 0 0,0 0 0 0 0,1 0 0 0 0,0 1 0 0 0,0 0 0 0 0,0 0 0 0 0,9-5 0 0 0,-14 10 14 0 0,0-1 0 0 0,0 0 0 0 0,0 1 0 0 0,1-1 0 0 0,-1 1 0 0 0,0-1 0 0 0,0 1 0 0 0,1 0 0 0 0,-1-1 0 0 0,0 1 1 0 0,1 0-1 0 0,-1 0 0 0 0,0 0 0 0 0,1 0 0 0 0,-1 0 0 0 0,0 0 0 0 0,1 0 0 0 0,-1 1 0 0 0,0-1 0 0 0,1 0 1 0 0,-1 1-1 0 0,0-1 0 0 0,0 1 0 0 0,1-1 0 0 0,-1 1 0 0 0,0 0 0 0 0,0-1 0 0 0,0 1 0 0 0,0 0 0 0 0,0 0 0 0 0,0 0 1 0 0,0 0-1 0 0,0 0 0 0 0,0 0 0 0 0,0 0 0 0 0,-1 0 0 0 0,1 0 0 0 0,0 0 0 0 0,-1 1 0 0 0,1-1 0 0 0,-1 0 0 0 0,1 0 1 0 0,-1 1-1 0 0,1 1 0 0 0,6 20 83 0 0,6 28 0 0 0,5 19-42 0 0,-15-62-92 0 0,0 0 0 0 0,1 0 0 0 0,0 0 0 0 0,0 0 0 0 0,1-1 0 0 0,5 8 0 0 0,-7-12-222 0 0,0 0 1 0 0,0-1-1 0 0,0 1 0 0 0,0-1 1 0 0,0 0-1 0 0,4 3 1 0 0,5 2-3280 0 0,-3-3-1958 0 0,2 3-3201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54 5983 0 0,'-1'-17'697'0'0,"-6"-20"18042"0"0,-11 132-13380 0 0,-1 3-4954 0 0,-3 23-409 0 0,-3 11-512 0 0,4-40-2341 0 0,16-53-127 0 0,5-24 841 0 0</inkml:trace>
  <inkml:trace contextRef="#ctx0" brushRef="#br0" timeOffset="1">0 307 24647 0 0,'0'0'2232'0'0,"2"0"-1836"0"0,27 3 706 0 0,1-2 0 0 0,-1-1 0 0 0,46-5 1 0 0,-38 2-852 0 0,111-7-314 0 0,-99 7-2708 0 0,0 0-3999 0 0,3-2-2834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19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89 20127 0 0,'1'-1'926'0'0,"11"-17"-135"0"0,0 1-1 0 0,2 1 1 0 0,20-21 2579 0 0,-34 42-3084 0 0,0 4-59 0 0,0 0-1 0 0,0 1 0 0 0,-1-1 0 0 0,0 0 0 0 0,-1 0 0 0 0,-3 9 0 0 0,-89 242 1603 0 0,45-131-1368 0 0,27-72-413 0 0,-24 69 326 0 0,41-108-399 0 0,1-1 1 0 0,1 1-1 0 0,0 0 1 0 0,1 0-1 0 0,1 23 0 0 0,1-37-180 0 0,0 1-1 0 0,1 0 0 0 0,0 0 1 0 0,0 0-1 0 0,0 0 1 0 0,0 0-1 0 0,1-1 0 0 0,0 1 1 0 0,0-1-1 0 0,0 1 0 0 0,0-1 1 0 0,4 6-1 0 0,-3-7-309 0 0,-1 0 0 0 0,1-1 0 0 0,0 1 0 0 0,0 0 0 0 0,0-1 0 0 0,0 1 0 0 0,1-1 0 0 0,-1 0 0 0 0,8 3-1 0 0,11 3-8161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0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25079 0 0,'0'0'1227'0'0,"-1"2"-539"0"0,-8 15-171 0 0,0 0 0 0 0,2 1 0 0 0,-10 28 0 0 0,-10 61 1410 0 0,13-45-1614 0 0,-9 31 71 0 0,-9 98 1 0 0,31-170-374 0 0,2-19 17 0 0,13-20-158 0 0,44-57 19 0 0,-38 47-83 0 0,0 1 0 0 0,39-37 0 0 0,-54 59 173 0 0,7-6 105 0 0,20-14 0 0 0,-29 22-78 0 0,0 1-1 0 0,1 0 0 0 0,-1 0 1 0 0,1 0-1 0 0,0 1 1 0 0,0-1-1 0 0,-1 1 0 0 0,1 0 1 0 0,0 0-1 0 0,0 0 1 0 0,6 0-1 0 0,-9 1-9 0 0,0 0 0 0 0,0 0-1 0 0,0 0 1 0 0,0 0 0 0 0,0 1 0 0 0,0-1 0 0 0,0 0 0 0 0,0 0-1 0 0,0 1 1 0 0,0-1 0 0 0,0 1 0 0 0,0-1 0 0 0,0 1 0 0 0,0-1-1 0 0,-1 1 1 0 0,1-1 0 0 0,0 1 0 0 0,0 0 0 0 0,-1 0-1 0 0,1-1 1 0 0,0 1 0 0 0,0 1 0 0 0,0 0 12 0 0,0 0 0 0 0,0 1 0 0 0,0-1 1 0 0,0 0-1 0 0,0 0 0 0 0,-1 1 0 0 0,0-1 0 0 0,1 0 1 0 0,-1 4-1 0 0,0 4 48 0 0,0 0 1 0 0,-1 0-1 0 0,-4 15 1 0 0,-21 72 221 0 0,16-67-267 0 0,2 0 1 0 0,-8 51-1 0 0,16-78-147 0 0,-1 1 0 0 0,1 0 0 0 0,0 0-1 0 0,0 0 1 0 0,1-1 0 0 0,-1 1 0 0 0,3 7 0 0 0,2 0-2810 0 0,3 0-3728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0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1839 0 0,'0'0'7531'0'0,"-8"4"-3194"0"0,1 0-3157 0 0,-1 0 0 0 0,2 1 0 0 0,-1-1 0 0 0,0 2 0 0 0,1-1 0 0 0,0 1-1 0 0,0 0 1 0 0,-6 9 0 0 0,-2 4 2517 0 0,-20 34-1 0 0,23-25-4219 0 0,6-13-189 0 0,5-15 552 0 0,0 1 0 0 0,0-1-1 0 0,0 1 1 0 0,0-1-1 0 0,1 1 1 0 0,-1-1 0 0 0,0 1-1 0 0,0-1 1 0 0,0 1 0 0 0,1-1-1 0 0,-1 0 1 0 0,0 1-1 0 0,0-1 1 0 0,1 0 0 0 0,-1 1-1 0 0,0-1 1 0 0,1 0 0 0 0,-1 1-1 0 0,1-1 1 0 0,0 1-1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0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23 18887 0 0,'-23'-10'3256'0'0,"21"8"-2605"0"0,-1 1-1 0 0,0-1 0 0 0,0 1 0 0 0,1 0 1 0 0,-1 0-1 0 0,0 0 0 0 0,0 0 1 0 0,0 0-1 0 0,-1 0 0 0 0,-3 1 0 0 0,-1 0-445 0 0,0 1 0 0 0,1 0 0 0 0,-1 1 0 0 0,0 0 0 0 0,1 0 0 0 0,-15 6 0 0 0,5 0 329 0 0,-28 18 0 0 0,36-21-528 0 0,1 1 0 0 0,0 0-1 0 0,0 0 1 0 0,1 1 0 0 0,0 0 0 0 0,0 0 0 0 0,1 1 0 0 0,0 0-1 0 0,0 0 1 0 0,-8 16 0 0 0,12-23-6 0 0,2 0 0 0 0,0-1 0 0 0,-1 1 0 0 0,1-1 0 0 0,0 1 0 0 0,-1-1 0 0 0,1 1 0 0 0,0-1 0 0 0,0 1 0 0 0,-1-1 0 0 0,1 1 0 0 0,0 0 0 0 0,0-1 0 0 0,0 1 0 0 0,0 0 0 0 0,0-1 0 0 0,0 1 0 0 0,0-1 0 0 0,0 1 0 0 0,0 0 0 0 0,0-1 0 0 0,0 1 0 0 0,0 0 0 0 0,0-1 0 0 0,1 1 0 0 0,-1-1 0 0 0,0 1 0 0 0,1 0 0 0 0,0 4-4 0 0,1-1-1 0 0,0 1 1 0 0,0-1-1 0 0,0 0 1 0 0,1 0-1 0 0,-1 0 1 0 0,1 0-1 0 0,0 0 1 0 0,0 0-1 0 0,1-1 1 0 0,-1 1-1 0 0,1-1 1 0 0,-1 0 0 0 0,1 0-1 0 0,7 3 1 0 0,7 4-88 0 0,0 0 0 0 0,28 9 0 0 0,-16-7 30 0 0,-17-7 10 0 0,0 2 1 0 0,15 9-1 0 0,-23-13 53 0 0,0 1-1 0 0,-1 0 1 0 0,1 0-1 0 0,-1 0 0 0 0,0 0 1 0 0,0 1-1 0 0,-1 0 1 0 0,4 5-1 0 0,-5-8 0 0 0,-2-1 0 0 0,1-1 0 0 0,-1 1 0 0 0,1 0 0 0 0,-1 0 0 0 0,0 0 0 0 0,1-1 0 0 0,-1 1 0 0 0,0 0 0 0 0,0 0 0 0 0,0 0 0 0 0,1 0 0 0 0,-1 0 0 0 0,0-1 0 0 0,0 1 0 0 0,0 0 0 0 0,0 0 0 0 0,0 0 0 0 0,-1 0 0 0 0,1 0 0 0 0,0 0 0 0 0,0-1 0 0 0,0 1 0 0 0,-1 0 0 0 0,1 0 0 0 0,-1 0 0 0 0,1-1 0 0 0,-1 2 0 0 0,-1 2 5 0 0,-1 0 0 0 0,1 0 0 0 0,-1 0-1 0 0,1-1 1 0 0,-1 0 0 0 0,0 1 0 0 0,0-1 0 0 0,-1 0 0 0 0,1 0-1 0 0,-1-1 1 0 0,0 1 0 0 0,-7 3 0 0 0,-5 2-521 0 0,-34 11 1 0 0,7-3-2802 0 0,36-13 491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55 625 3223 0 0,'0'2'240'0'0,"-5"20"8091"0"0,-15 42-1 0 0,-4 14 3137 0 0,19-38-9726 0 0,4-32-2324 0 0,2-1 0 0 0,-1 0-1 0 0,3 12 1 0 0,-3-17 384 0 0,0 0 0 0 0,1 0 0 0 0,0 0 0 0 0,-1 0 0 0 0,1 0 0 0 0,0 0 0 0 0,0 0 0 0 0,0 0 0 0 0,1 0 0 0 0,-1 0 0 0 0,0 0 1 0 0,1-1-1 0 0,-1 1 0 0 0,1 0 0 0 0,0-1 0 0 0,-1 1 0 0 0,5 1 0 0 0,3 2-2156 0 0</inkml:trace>
  <inkml:trace contextRef="#ctx0" brushRef="#br0" timeOffset="1">762 8 8287 0 0,'-7'-7'15042'0'0,"6"7"-14440"0"0,-8 6 5556 0 0,-6 19-5765 0 0,11-19 568 0 0,-9 20-598 0 0,1 0 0 0 0,-11 36 0 0 0,-11 58-406 0 0,19-65 105 0 0,-30 124-226 0 0,24-110-1363 0 0,21-67 922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10591 0 0,'0'0'488'0'0,"0"-1"-12"0"0,0 0-436 0 0,0 1-1 0 0,0-1 1 0 0,0 0 0 0 0,0 0-1 0 0,0 0 1 0 0,1 0-1 0 0,-1 1 1 0 0,0-1-1 0 0,1 0 1 0 0,-1 0 0 0 0,0 1-1 0 0,1-1 1 0 0,-1 0-1 0 0,1 0 1 0 0,-1 1-1 0 0,1-1 1 0 0,-1 1-1 0 0,1-1 1 0 0,0 0 0 0 0,-1 1-1 0 0,1-1 1 0 0,0 1-1 0 0,-1-1 1 0 0,1 1-1 0 0,0 0 1 0 0,1-1 0 0 0,20-4 5042 0 0,-19 5-3903 0 0,56-6 7944 0 0,31-2-6133 0 0,2 0-2397 0 0,-51 3-433 0 0,46-13 0 0 0,16-3-219 0 0,40 4-782 0 0,-48 8-2806 0 0,-60 9-3196 0 0,-1 1-2007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5983 0 0,'-3'4'10718'0'0,"-2"10"-6562"0"0,-4 7-1243 0 0,-19 30 141 0 0,-26 53-1332 0 0,50-92-3104 0 0,2 0-5421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4 17503 0 0,'-5'-3'13412'0'0,"1"15"-13795"0"0,-99 269 2082 0 0,88-242-1678 0 0,2 1 1 0 0,-11 51-1 0 0,18-58-473 0 0,2 0-1 0 0,-2 47 1 0 0,6-79 333 0 0,0 0 0 0 0,0 0-1 0 0,0-1 1 0 0,0 1 0 0 0,1 0 0 0 0,-1 0 0 0 0,0 0 0 0 0,0 0 0 0 0,1 0 0 0 0,-1 0 0 0 0,0-1 0 0 0,1 1 0 0 0,-1 0 0 0 0,1 0-1 0 0,-1-1 1 0 0,1 1 0 0 0,0 0 0 0 0,-1 0 0 0 0,1-1 0 0 0,-1 1 0 0 0,1-1 0 0 0,0 1 0 0 0,0-1 0 0 0,0 1 0 0 0,21 6-3514 0 0,-21-7 3256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2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1 568 13823 0 0,'0'0'1062'0'0,"5"-4"-280"0"0,0 2 570 0 0,-1 0 0 0 0,1 0 0 0 0,-1 0-1 0 0,1 1 1 0 0,0-1 0 0 0,8 0 0 0 0,32-2 1428 0 0,6 6-1706 0 0,-16 1-755 0 0,17 0 74 0 0,101 22-1 0 0,-145-24-373 0 0,0 1 1 0 0,0 1-1 0 0,0 0 0 0 0,-1 0 0 0 0,1 0 0 0 0,-1 1 0 0 0,0 0 0 0 0,10 8 0 0 0,-15-11-9 0 0,0 0 0 0 0,0 1 1 0 0,-1 0-1 0 0,1-1 0 0 0,0 1 0 0 0,-1 0 0 0 0,1 0 0 0 0,-1 0 0 0 0,0 0 0 0 0,0 0 1 0 0,1 0-1 0 0,-1 0 0 0 0,-1 0 0 0 0,1 1 0 0 0,0-1 0 0 0,0 0 0 0 0,-1 1 0 0 0,1-1 1 0 0,-1 0-1 0 0,0 1 0 0 0,0-1 0 0 0,0 1 0 0 0,0-1 0 0 0,0 0 0 0 0,0 1 0 0 0,-1-1 1 0 0,1 0-1 0 0,-1 1 0 0 0,0-1 0 0 0,0 0 0 0 0,0 0 0 0 0,0 1 0 0 0,-1 1 0 0 0,-3 4 38 0 0,0 0-1 0 0,-1-1 1 0 0,0 1-1 0 0,0-1 0 0 0,-1-1 1 0 0,-9 8-1 0 0,-48 33 91 0 0,53-40-117 0 0,10-6-92 0 0,-71 45 862 0 0,33-28-2694 0 0,31-15-1273 0 0,0 0 0 0 0,-15 2-1 0 0</inkml:trace>
  <inkml:trace contextRef="#ctx0" brushRef="#br0" timeOffset="1">398 0 919 0 0,'2'1'67'0'0,"33"16"4711"0"0,-21-10-435 0 0,-2 1 1 0 0,1 0-1 0 0,-1 1 0 0 0,12 11 0 0 0,0 5-3463 0 0,138 190 2102 0 0,-147-192-2916 0 0,-1 2 0 0 0,-1-1 0 0 0,-1 2 0 0 0,-2-1 0 0 0,0 2 0 0 0,-2-1 0 0 0,-1 1 0 0 0,-1 0 1 0 0,4 40-1 0 0,-7-12-7 0 0,-2 0 1 0 0,-2 1 0 0 0,-15 97 0 0 0,7-98-46 0 0,-2-1 1 0 0,-3 0-1 0 0,-3 0 1 0 0,-2-2-1 0 0,-1 0 1 0 0,-37 63-1 0 0,26-67-1851 0 0,25-34 850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5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24303 0 0,'0'0'1116'0'0,"-8"2"357"0"0,-16 0 886 0 0,25 4-6659 0 0,0-3 3420 0 0,-1 1 0 0 0,1-1-1 0 0,3 5 1 0 0,-1 0-3999 0 0,1 5-2273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5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3679 0 0,'-1'2'284'0'0,"-10"23"843"0"0,7-16 4000 0 0,1 1 0 0 0,-2 14 1992 0 0,3-10-3068 0 0,2-13-4050 0 0,0 0 0 0 0,1 0 0 0 0,-1 0 0 0 0,1-1 0 0 0,-1 1 0 0 0,1 0 0 0 0,-1 0 0 0 0,1-1 0 0 0,-1 1-1 0 0,1 0 1 0 0,0-1 0 0 0,-1 1 0 0 0,1-1 0 0 0,0 1 0 0 0,-1-1 0 0 0,2 2 0 0 0,-1-2-321 0 0,-1 0 1 0 0,1 0 0 0 0,-1 0 0 0 0,1 1-1 0 0,-1-1 1 0 0,1 0 0 0 0,-1 0 0 0 0,1 0-1 0 0,-1 0 1 0 0,1 0 0 0 0,0 0-1 0 0,-1 0 1 0 0,1 0 0 0 0,-1 0 0 0 0,1 0-1 0 0,-1 0 1 0 0,2 0 0 0 0,0-1-1619 0 0,14 0-6172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21223 0 0,'0'0'3065'0'0,"0"2"-2223"0"0,-10 34 478 0 0,3 1-1 0 0,-5 51 1 0 0,11-75-1089 0 0,-17 174 723 0 0,16-140-812 0 0,2-1 1 0 0,7 48 0 0 0,-5-74-127 0 0,0-3 27 0 0,6 27-1 0 0,-7-39-36 0 0,1 1 0 0 0,0-1-1 0 0,0 0 1 0 0,0 0 0 0 0,1 0 0 0 0,0 0 0 0 0,0 0-1 0 0,7 8 1 0 0,-10-12-8 0 0,1 0 0 0 0,0-1 0 0 0,-1 1 0 0 0,1 0 0 0 0,0 0 0 0 0,0-1 1 0 0,0 1-1 0 0,-1 0 0 0 0,1-1 0 0 0,0 1 0 0 0,0-1 0 0 0,0 1 0 0 0,0-1 0 0 0,0 0 0 0 0,0 1 0 0 0,0-1 0 0 0,0 0 0 0 0,0 0 0 0 0,0 1 0 0 0,0-1 1 0 0,0 0-1 0 0,0 0 0 0 0,0 0 0 0 0,0 0 0 0 0,0-1 0 0 0,0 1 0 0 0,2 0 0 0 0,-1-1-7 0 0,0 0 0 0 0,-1 0 1 0 0,1-1-1 0 0,0 1 0 0 0,0 0 0 0 0,-1-1 0 0 0,1 1 0 0 0,2-3 1 0 0,-2 1 0 0 0,4-3 2 0 0,-1 0 1 0 0,0-1 0 0 0,0 0-1 0 0,-1 0 1 0 0,0 0-1 0 0,4-9 1 0 0,17-50-36 0 0,-9 22 29 0 0,-2 7 7 0 0,23-52-28 0 0,-31 76 26 0 0,1 0-1 0 0,1 1 1 0 0,0 0 0 0 0,14-17-1 0 0,-22 29 7 0 0,0-1 0 0 0,0 1-1 0 0,1 0 1 0 0,-1 0-1 0 0,0-1 1 0 0,0 1 0 0 0,0 0-1 0 0,1 0 1 0 0,-1 0 0 0 0,0 0-1 0 0,0-1 1 0 0,1 1-1 0 0,-1 0 1 0 0,0 0 0 0 0,0 0-1 0 0,1 0 1 0 0,-1 0 0 0 0,0-1-1 0 0,0 1 1 0 0,1 0-1 0 0,-1 0 1 0 0,0 0 0 0 0,1 0-1 0 0,-1 0 1 0 0,0 0 0 0 0,0 0-1 0 0,1 0 1 0 0,-1 0-1 0 0,0 0 1 0 0,1 0 0 0 0,0 2 0 0 0,0-1 0 0 0,0 0 0 0 0,0 0 0 0 0,0 1 1 0 0,0-1-1 0 0,-1 1 0 0 0,1-1 0 0 0,0 0 0 0 0,-1 1 0 0 0,1-1 0 0 0,-1 1 1 0 0,0 0-1 0 0,1-1 0 0 0,-1 3 0 0 0,3 27 13 0 0,-3-27-7 0 0,3 58 82 0 0,-3-31-10 0 0,1-1 0 0 0,2 1 1 0 0,1-1-1 0 0,10 33 0 0 0,-13-59-77 0 0,0 1 0 0 0,1-1 0 0 0,0 0 0 0 0,0 1 0 0 0,0-1 0 0 0,1 0 0 0 0,-1 0 0 0 0,1-1 0 0 0,5 6 0 0 0,-7-7 0 0 0,1-1 0 0 0,-1 0 0 0 0,1 0 0 0 0,0 0 0 0 0,-1 1 0 0 0,1-2 0 0 0,0 1 0 0 0,0 0 0 0 0,0 0 0 0 0,-1 0 0 0 0,1-1 0 0 0,0 1 0 0 0,0-1 0 0 0,0 0 0 0 0,0 0 0 0 0,0 1 0 0 0,0-1 0 0 0,0 0 0 0 0,0-1 0 0 0,0 1 0 0 0,0 0 0 0 0,0-1 0 0 0,4 0 0 0 0,1-2 6 0 0,0 0 0 0 0,0 0 0 0 0,-1-1 0 0 0,1 0 0 0 0,-1 0 0 0 0,0 0 0 0 0,0-1 0 0 0,0 0 0 0 0,-1 0 0 0 0,0-1 0 0 0,9-11 0 0 0,3-7 44 0 0,23-45 1 0 0,-31 53-43 0 0,20-42 89 0 0,28-75 0 0 0,9-66-4944 0 0,-65 195 4142 0 0,0-1-1 0 0,0 0 1 0 0,-1 0-1 0 0,1 1 1 0 0,-1-1-1 0 0,0-7 1 0 0,-1 10 119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6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46 195 5527 0 0,'-18'-1'-316'0'0,"4"-1"2378"0"0,0 2 6631 0 0,35-2 2386 0 0,12-4-9241 0 0,-5 0-1447 0 0,178-35-252 0 0,-147 27-2957 0 0,0 2-3587 0 0,-11 2-2290 0 0</inkml:trace>
  <inkml:trace contextRef="#ctx0" brushRef="#br0" timeOffset="1">1001 135 8287 0 0,'-6'-1'189'0'0,"3"1"-110"0"0,1 0 1 0 0,0 0-1 0 0,-1-1 1 0 0,1 1-1 0 0,-1-1 1 0 0,-13-13 13621 0 0,17 8-11221 0 0,2 0-2042 0 0,-1 1 0 0 0,1-1 0 0 0,0 1 0 0 0,0-1 1 0 0,1 1-1 0 0,0 0 0 0 0,5-5 0 0 0,34-31-2941 0 0,-30 28 123 0 0,-3 3 183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12 11055 0 0,'-6'-2'411'0'0,"0"0"0"0"0,0 0 0 0 0,-1 0-1 0 0,1 1 1 0 0,-11-2 0 0 0,15 3 150 0 0,0 0 0 0 0,-1 0-1 0 0,1 0 1 0 0,0 0 0 0 0,-1 0 0 0 0,1 1 0 0 0,0-1-1 0 0,-1 1 1 0 0,1-1 0 0 0,0 1 0 0 0,0 0 0 0 0,-1 0-1 0 0,1 0 1 0 0,0 0 0 0 0,0 0 0 0 0,0 1 0 0 0,0-1-1 0 0,-3 4 1 0 0,-3 4 557 0 0,0 0 0 0 0,1 1 0 0 0,-11 17 0 0 0,16-23-1020 0 0,0 0 1 0 0,0 0 0 0 0,0 1 0 0 0,1-1 0 0 0,0 0-1 0 0,0 1 1 0 0,0-1 0 0 0,0 1 0 0 0,1-1 0 0 0,0 0-1 0 0,0 1 1 0 0,0-1 0 0 0,1 6 0 0 0,3 4-80 0 0,1-11-22 0 0,-3-2 4 0 0,2 1-1 0 0,-1-1-1 0 0,0 1 1 0 0,0-1-1 0 0,1 0 1 0 0,-1 1 0 0 0,0-2-1 0 0,1 1 1 0 0,6 1-1 0 0,30-1-59 0 0,-34-1 44 0 0,4-1-26 0 0,-1 0 1 0 0,1-1-1 0 0,0 0 0 0 0,-1 0 0 0 0,1-1 1 0 0,-1-1-1 0 0,0 0 0 0 0,0 0 0 0 0,11-7 1 0 0,-17 9 13 0 0,0 0 0 0 0,0 0-1 0 0,0 0 1 0 0,-1-1 0 0 0,1 0 0 0 0,-1 1 0 0 0,1-1 0 0 0,-1 0 0 0 0,0 0 0 0 0,0 0 0 0 0,0 0 0 0 0,-1 0-1 0 0,3-7 1 0 0,-3 9-256 0 0,0-4 770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7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19 336 13359 0 0,'0'1'13653'0'0,"-13"44"-9963"0"0,11-36-3558 0 0,0-1 1 0 0,1 1 0 0 0,0 0 0 0 0,1 0-1 0 0,0-1 1 0 0,1 12 0 0 0,0-15 358 0 0,-1-3-735 0 0,0-1 0 0 0,0 0-1 0 0,0 0 1 0 0,0 0 0 0 0,1 0-1 0 0,-1 0 1 0 0,0 1 0 0 0,0-1-1 0 0,1 0 1 0 0,-1 0 0 0 0,1 0-1 0 0,-1 0 1 0 0,1 0 0 0 0,-1 0-1 0 0,1 0 1 0 0,0 0-1 0 0,-1 0 1 0 0,1-1 0 0 0,0 1-1 0 0,2 1 1 0 0,5 2-2324 0 0</inkml:trace>
  <inkml:trace contextRef="#ctx0" brushRef="#br0" timeOffset="1">125 16 19175 0 0,'-8'-11'2080'0'0,"3"6"-1040"0"0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2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27 11055 0 0,'0'0'506'0'0,"0"2"-10"0"0,-11 22-941 0 0,8-14 3237 0 0,1 0-1 0 0,-2 14 0 0 0,2 23 6648 0 0,2-19-7990 0 0,0-24-1831 0 0,0 18 1108 0 0,6 36-1 0 0,-6-57-533 0 0,3-1-189 0 0,-1 0 1 0 0,1-1-1 0 0,0 1 1 0 0,-1-1-1 0 0,1 0 0 0 0,-1 0 1 0 0,0 0-1 0 0,1 0 1 0 0,-1 0-1 0 0,0 0 0 0 0,1-1 1 0 0,3-3-1 0 0,24-24 16 0 0,-24 23-18 0 0,58-73-48 0 0,-6 6 6 0 0,-46 60 39 0 0,-9 9 4 0 0,0 0-1 0 0,0 0 0 0 0,0 0 1 0 0,1 1-1 0 0,0-1 1 0 0,0 1-1 0 0,0 0 0 0 0,0 0 1 0 0,0 0-1 0 0,1 1 0 0 0,5-3 1 0 0,-10 5 5 0 0,0 0 0 0 0,1 0 0 0 0,-1 1 0 0 0,1-1 0 0 0,-1 0 0 0 0,0 0 0 0 0,1 0 0 0 0,-1 0 0 0 0,0 0 0 0 0,1 1 0 0 0,-1-1 0 0 0,0 0 0 0 0,1 0 0 0 0,-1 1 0 0 0,0-1 0 0 0,0 0 0 0 0,1 0 0 0 0,-1 1 0 0 0,0-1 0 0 0,0 0 0 0 0,1 1 0 0 0,-1-1 0 0 0,0 0 0 0 0,0 1 0 0 0,1 0 0 0 0,3 8 76 0 0,-1 2-45 0 0,-1 0 0 0 0,0 0-1 0 0,0 0 1 0 0,-1 1 0 0 0,-1-1 0 0 0,0 0-1 0 0,-1 12 1 0 0,0 22 36 0 0,2-24-726 0 0,0 0 1 0 0,-6 41-1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0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3223 0 0,'-9'3'288'0'0,"4"-1"337"0"0,-7 0 7149 0 0,0 1 2654 0 0,4 0-4650 0 0,7 2-5899 0 0,1-5 56 0 0,-1 0 0 0 0,1 1 0 0 0,0-1 0 0 0,0 0 0 0 0,0 0 0 0 0,0 1 0 0 0,0-1 0 0 0,0 0 0 0 0,0 0 0 0 0,0 1 1 0 0,0-1-1 0 0,0 0 0 0 0,0 1 0 0 0,0-1 0 0 0,0 0 0 0 0,0 0 0 0 0,0 1 0 0 0,0-1 0 0 0,0 0 0 0 0,0 0 0 0 0,0 1 0 0 0,0-1 0 0 0,0 0 0 0 0,0 0 0 0 0,0 1 0 0 0,0-1 0 0 0,1 0 0 0 0,-1 1 0 0 0,11 15-2943 0 0,-4-8 1472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0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9 6911 0 0,'-27'29'19347'0'0,"41"-35"-20255"0"0,47-17-3316 0 0,-36 15 2113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1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232 173 12439 0 0,'-1'-2'165'0'0,"-8"-47"2256"0"0,3 31 4541 0 0,6 17-6742 0 0,-1 1 0 0 0,1-1-1 0 0,0 0 1 0 0,-1 1 0 0 0,1-1 0 0 0,0 1-1 0 0,-1-1 1 0 0,1 1 0 0 0,-1-1 0 0 0,1 1 0 0 0,-1-1-1 0 0,1 1 1 0 0,-1-1 0 0 0,1 1 0 0 0,-1-1-1 0 0,0 1 1 0 0,1 0 0 0 0,-1 0 0 0 0,1-1-1 0 0,-1 1 1 0 0,0 0 0 0 0,1 0 0 0 0,-1-1-1 0 0,-1 1 1 0 0,1 0-80 0 0,0 1-1 0 0,-1-1 1 0 0,1 0-1 0 0,0 0 0 0 0,0 1 1 0 0,0-1-1 0 0,0 1 1 0 0,0-1-1 0 0,0 1 1 0 0,0-1-1 0 0,0 1 1 0 0,0 0-1 0 0,-1 1 0 0 0,-2 2 39 0 0,0 0-1 0 0,0 0 0 0 0,0 1 0 0 0,-4 7 0 0 0,-20 38 73 0 0,3 0-1 0 0,2 2 1 0 0,2 1-1 0 0,-21 82 1 0 0,36-111-229 0 0,1-1 0 0 0,0 1-1 0 0,2 0 1 0 0,1 0 0 0 0,1 0 0 0 0,1 0-1 0 0,4 33 1 0 0,-2-47-25 0 0,0 0 0 0 0,1 0-1 0 0,0 0 1 0 0,0 0 0 0 0,1-1 0 0 0,0 0-1 0 0,1 1 1 0 0,8 12 0 0 0,-8-16-17 0 0,1 1-1 0 0,-1-1 1 0 0,1 0 0 0 0,0-1-1 0 0,1 1 1 0 0,-1-1 0 0 0,1 0-1 0 0,0-1 1 0 0,1 1 0 0 0,-1-2-1 0 0,14 6 1 0 0,-10-5-30 0 0,0-1 0 0 0,0 0 0 0 0,1-1 0 0 0,-1 0 0 0 0,1-1 0 0 0,-1 0 0 0 0,1-1 0 0 0,0 0 0 0 0,-1-1-1 0 0,1-1 1 0 0,-1 1 0 0 0,17-6 0 0 0,-5 0-26 0 0,0-1 0 0 0,-1-2 0 0 0,0 0 0 0 0,0-1 0 0 0,19-14-1 0 0,-28 15 59 0 0,0 0 0 0 0,0-1 0 0 0,-1 0 0 0 0,-1-1 0 0 0,0 0-1 0 0,-1-1 1 0 0,16-25 0 0 0,-19 25 33 0 0,-1 0 1 0 0,0-1-1 0 0,-1 1 1 0 0,0-1-1 0 0,-1-1 1 0 0,-1 1-1 0 0,0 0 0 0 0,-1-1 1 0 0,0 1-1 0 0,-2-29 1 0 0,-2 2 43 0 0,-2 1 0 0 0,-15-67 0 0 0,12 80-239 0 0,-1 1 1 0 0,-1 1-1 0 0,-1-1 0 0 0,-1 2 0 0 0,-1-1 0 0 0,-1 2 0 0 0,-2-1 0 0 0,0 2 0 0 0,-33-37 0 0 0,35 46-2350 0 0,3 5-3618 0 0,0 3-2471 0 0</inkml:trace>
  <inkml:trace contextRef="#ctx0" brushRef="#br0" timeOffset="1">303 427 24335 0 0,'-8'-3'2203'0'0,"8"3"-2192"0"0,-1 0 1 0 0,1 0 0 0 0,0-1-1 0 0,-1 1 1 0 0,1 0 0 0 0,0 0-1 0 0,-1 0 1 0 0,1 0 0 0 0,0 0-1 0 0,-1 0 1 0 0,1 0 0 0 0,-1 0-1 0 0,1 0 1 0 0,0 0 0 0 0,-1 0-1 0 0,1 0 1 0 0,0 0 0 0 0,-1 0-1 0 0,1 0 1 0 0,0 0 0 0 0,-1 0-1 0 0,1 0 1 0 0,-1 1 0 0 0,1-1-1 0 0,0 0 1 0 0,-1 0 0 0 0,1 0-1 0 0,0 1 1 0 0,0-1 0 0 0,-1 0-1 0 0,1 0 1 0 0,0 1 0 0 0,0-1-1 0 0,-1 0 1 0 0,1 0 0 0 0,0 1-1 0 0,0-1 1 0 0,0 0 0 0 0,-1 1-1 0 0,1 0 61 0 0,-4 4 190 0 0,1 0 0 0 0,-1 1 0 0 0,1-1 0 0 0,1 1 0 0 0,-1-1-1 0 0,1 1 1 0 0,0 0 0 0 0,0 0 0 0 0,1 0 0 0 0,0 0 0 0 0,-1 11-1 0 0,0 3 70 0 0,2-1-1 0 0,2 28 1 0 0,0-29-210 0 0,0-1 0 0 0,1 0 0 0 0,1 1 0 0 0,12 31 1 0 0,-14-43-254 0 0,1 1 0 0 0,1 0 0 0 0,-1-1 0 0 0,1 1 0 0 0,0-1 0 0 0,0 0 1 0 0,1-1-1 0 0,0 1 0 0 0,0-1 0 0 0,0 0 0 0 0,1 0 0 0 0,-1 0 0 0 0,1-1 1 0 0,9 6-1 0 0,-11-9-401 0 0,0 0 1 0 0,-1 1-1 0 0,1-1 1 0 0,0-1-1 0 0,-1 1 1 0 0,1-1-1 0 0,0 1 1 0 0,0-1-1 0 0,0 0 1 0 0,-1 0-1 0 0,1-1 1 0 0,5 0-1 0 0,4-2-7991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30 13823 0 0,'-1'-1'630'0'0,"-13"-12"-2167"0"0,12 11 2500 0 0,-1 0 0 0 0,1 0 0 0 0,-1 1 1 0 0,1-1-1 0 0,-1 1 0 0 0,-5-3 0 0 0,7 4-487 0 0,0 0 0 0 0,-1-1 0 0 0,1 1-1 0 0,0 0 1 0 0,0 0 0 0 0,0 0 0 0 0,0 0 0 0 0,-1 0 0 0 0,1 0 0 0 0,0 0-1 0 0,0 0 1 0 0,0 1 0 0 0,0-1 0 0 0,-1 0 0 0 0,1 1 0 0 0,0-1 0 0 0,0 1-1 0 0,-2 0 1 0 0,2 0-192 0 0,-1 1-1 0 0,1-1 1 0 0,-1 0-1 0 0,1 1 1 0 0,-1-1-1 0 0,1 1 1 0 0,0 0-1 0 0,-2 3 1 0 0,-1 3-281 0 0,0 0 0 0 0,1 1 0 0 0,0-1 0 0 0,0 1 1 0 0,1 0-1 0 0,0 0 0 0 0,0 0 0 0 0,0 14 0 0 0,3-13-3 0 0,2-1 0 0 0,6-3 0 0 0,-6-5 0 0 0,0 0 0 0 0,1 0 0 0 0,-1 0 0 0 0,1-1-1 0 0,-1 1 1 0 0,1-1 0 0 0,-1 0 0 0 0,1 0 0 0 0,-1-1 0 0 0,1 1 0 0 0,-1-1 0 0 0,0 1-1 0 0,1-1 1 0 0,-1 0 0 0 0,0 0 0 0 0,1-1 0 0 0,-1 1 0 0 0,0-1 0 0 0,0 0 0 0 0,3-1-1 0 0,4-4-71 0 0,-1 1-1 0 0,0-2 1 0 0,0 1-1 0 0,14-16 1 0 0,-21 21 45 0 0,0 0 1 0 0,-1-1 0 0 0,1 1-1 0 0,-1-1 1 0 0,1 0 0 0 0,-1 1 0 0 0,0-1-1 0 0,0 0 1 0 0,0 0 0 0 0,0 0-1 0 0,-1 0 1 0 0,1 0 0 0 0,-1 0-1 0 0,1-4 1 0 0,-2 5-98 0 0,1 1 0 0 0,-1 0 0 0 0,0-1 1 0 0,1 1-1 0 0,-1 0 0 0 0,0-1 0 0 0,1 1 0 0 0,-1 0 0 0 0,0 0 0 0 0,0 0 1 0 0,0 0-1 0 0,0 0 0 0 0,0 0 0 0 0,0 0 0 0 0,-1 0 0 0 0,1 1 0 0 0,0-1 1 0 0,-2-1-1 0 0,0 0-560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11519 0 0,'0'2'15039'0'0,"-6"26"-10199"0"0,4-19-4630 0 0,0 0 0 0 0,0-1-1 0 0,1 1 1 0 0,0 9 0 0 0,-1 22 51 0 0,1-27-630 0 0,0-1 0 0 0,1 1-1 0 0,2 17 1 0 0,-2-28-244 0 0,15 7-5791 0 0,-4-10 3885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2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18719 0 0,'0'0'1875'0'0,"6"3"-1702"0"0,-3 3 71 0 0,0-1-1 0 0,-1 1 1 0 0,1 0-1 0 0,1 9 0 0 0,1 1 164 0 0,7 19 625 0 0,-1 0 0 0 0,10 68 0 0 0,-17-84-266 0 0,0 8 868 0 0,6-34-1625 0 0,2-3-93 0 0,-1 0-1 0 0,-1 0 0 0 0,0-1 1 0 0,0 0-1 0 0,10-16 0 0 0,-12 14 81 0 0,35-43-9 0 0,-38 50 18 0 0,0 1 1 0 0,0 0-1 0 0,1-1 0 0 0,0 2 1 0 0,0-1-1 0 0,12-6 0 0 0,-16 10 395 0 0,-1 2-161 0 0,1 1-153 0 0,-1 1 1 0 0,1-1-1 0 0,-1 0 0 0 0,0 0 1 0 0,0 1-1 0 0,0-1 0 0 0,0 1 1 0 0,0-1-1 0 0,0 1 0 0 0,0-1 1 0 0,-1 1-1 0 0,0 0 0 0 0,1-1 1 0 0,-1 1-1 0 0,0 0 0 0 0,-1 3 1 0 0,0 9 331 0 0,-6 26 1 0 0,4-22-253 0 0,0-6-138 0 0,1 1 1 0 0,1 0-1 0 0,0 0 0 0 0,2 19 1 0 0,-1-30-229 0 0,0 1 0 0 0,1-1 0 0 0,-1 0 0 0 0,1 0 1 0 0,0 0-1 0 0,0 0 0 0 0,0 0 0 0 0,0 0 0 0 0,0 0 1 0 0,1 0-1 0 0,-1-1 0 0 0,1 1 0 0 0,0 0 0 0 0,0-1 0 0 0,0 0 1 0 0,0 1-1 0 0,0-1 0 0 0,1 0 0 0 0,-1 0 0 0 0,1 0 1 0 0,-1 0-1 0 0,1 0 0 0 0,0-1 0 0 0,0 1 0 0 0,5 1 0 0 0,10 2-1497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25943 0 0,'-6'6'1268'0'0,"-7"52"312"0"0,7-38-1301 0 0,-4 23 1 0 0,9-36-172 0 0,0 0 0 0 0,1 0 0 0 0,0 0 0 0 0,0 0 1 0 0,0 0-1 0 0,1 0 0 0 0,1 8 0 0 0,2 1-357 0 0,-3-9-57 0 0,1 0 0 0 0,0-1 0 0 0,4 11-1 0 0,-5-15-115 0 0,0 0-1 0 0,0 0 0 0 0,0 0 0 0 0,0-1 1 0 0,0 1-1 0 0,1 0 0 0 0,-1-1 0 0 0,1 1 1 0 0,2 1-1 0 0,6 3-8588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3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342 173 9671 0 0,'0'-6'258'0'0,"1"1"-1"0"0,-1 0 0 0 0,1 0 0 0 0,1-1 1 0 0,2-5-1 0 0,1-9 3475 0 0,-2 0 5635 0 0,-3 20-9214 0 0,0-1-1 0 0,0 1 1 0 0,0-1 0 0 0,0 1-1 0 0,0-1 1 0 0,0 1 0 0 0,0-1 0 0 0,0 1-1 0 0,-1-1 1 0 0,1 1 0 0 0,0-1 0 0 0,0 1-1 0 0,0-1 1 0 0,-1 1 0 0 0,1 0-1 0 0,0-1 1 0 0,0 1 0 0 0,-1-1 0 0 0,1 1-1 0 0,0 0 1 0 0,-1-1 0 0 0,1 1 0 0 0,0 0-1 0 0,-1-1 1 0 0,1 1 0 0 0,-1-1-1 0 0,0 1-23 0 0,0 0-1 0 0,0 0 0 0 0,0 0 0 0 0,0-1 0 0 0,0 1 0 0 0,0 0 0 0 0,-1 0 0 0 0,1 0 1 0 0,0 1-1 0 0,0-1 0 0 0,0 0 0 0 0,-1 0 0 0 0,-2 2 42 0 0,-1-1-1 0 0,1 1 1 0 0,-1 0-1 0 0,-5 4 1 0 0,-7 5 21 0 0,1 1 1 0 0,0 1-1 0 0,1 1 0 0 0,0 0 1 0 0,-23 30-1 0 0,-52 88 37 0 0,71-101-138 0 0,0 2-1 0 0,-19 49 1 0 0,33-69-85 0 0,0 0 0 0 0,1 1-1 0 0,0 0 1 0 0,2-1 0 0 0,-1 1 0 0 0,2 0 0 0 0,0 0 0 0 0,0 1 0 0 0,3 21-1 0 0,-1-30-10 0 0,0-1 0 0 0,0 0-1 0 0,0 0 1 0 0,1 0 0 0 0,0 0-1 0 0,0 0 1 0 0,0 0-1 0 0,1 0 1 0 0,-1-1 0 0 0,1 1-1 0 0,0-1 1 0 0,1 1 0 0 0,3 3-1 0 0,-2-4-12 0 0,-1 0-1 0 0,1 0 0 0 0,1-1 1 0 0,-1 0-1 0 0,0 0 0 0 0,1 0 0 0 0,-1 0 1 0 0,1-1-1 0 0,0 0 0 0 0,0 0 1 0 0,6 1-1 0 0,7 1-43 0 0,0-2 0 0 0,0 1 0 0 0,0-2 1 0 0,0-1-1 0 0,25-2 0 0 0,-32 1 40 0 0,-1-1 0 0 0,1 0 0 0 0,0-1-1 0 0,-1 0 1 0 0,1-1 0 0 0,-1 0 0 0 0,0-1 0 0 0,0-1 0 0 0,16-10 0 0 0,-9 2-10 0 0,0-1 1 0 0,-2 0-1 0 0,1-1 1 0 0,-2-1-1 0 0,0-1 0 0 0,-1 0 1 0 0,-1-1-1 0 0,-1 0 0 0 0,11-23 1 0 0,-9 12 14 0 0,0-2 1 0 0,-3 0-1 0 0,0 0 0 0 0,-2-1 1 0 0,7-50-1 0 0,-14 64-30 0 0,0-1 0 0 0,-1 1 0 0 0,-1-1 0 0 0,-1 0 0 0 0,0 1 0 0 0,-2-1 0 0 0,0 1 0 0 0,-1 0 0 0 0,-8-23 0 0 0,10 37-65 0 0,0-1-1 0 0,-1 1 1 0 0,0 0-1 0 0,0 0 1 0 0,-5-7-1 0 0,-8-3-2338 0 0,14 14 1682 0 0,1 0-1 0 0,-1 0 0 0 0,0 0 0 0 0,1 1 1 0 0,-1-1-1 0 0,0 1 0 0 0,1-1 1 0 0,-1 1-1 0 0,-3-1 0 0 0,-11 2-7837 0 0</inkml:trace>
  <inkml:trace contextRef="#ctx0" brushRef="#br0" timeOffset="1">392 356 22087 0 0,'0'0'1011'0'0,"-1"2"-21"0"0,-16 81 145 0 0,-6-10 1164 0 0,-15 81-1 0 0,31-129-2292 0 0,-1 11-65 0 0,8-33-401 0 0,0 0 0 0 0,0-1 0 0 0,0 1 1 0 0,0 0-1 0 0,0 0 0 0 0,1 3 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3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34 22319 0 0,'-18'-24'2515'0'0,"18"23"-2380"0"0,-1 1 0 0 0,1-1 0 0 0,-1 0 0 0 0,1 1 0 0 0,-1-1 0 0 0,0 1 0 0 0,1-1-1 0 0,-1 1 1 0 0,0-1 0 0 0,1 1 0 0 0,-1-1 0 0 0,0 1 0 0 0,1-1 0 0 0,-1 1 0 0 0,0 0 0 0 0,0 0 0 0 0,0-1 0 0 0,1 1 0 0 0,-1 0 0 0 0,0 0 0 0 0,0 0 0 0 0,0 0 0 0 0,-1 0 0 0 0,0 0-7 0 0,1 0-1 0 0,-1 1 1 0 0,1-1 0 0 0,-1 1 0 0 0,1 0-1 0 0,0-1 1 0 0,-1 1 0 0 0,1 0-1 0 0,-1 0 1 0 0,1 0 0 0 0,-2 2 0 0 0,0 0-72 0 0,0 0 1 0 0,0 0-1 0 0,0 1 0 0 0,1-1 1 0 0,-1 1-1 0 0,1-1 1 0 0,0 1-1 0 0,-3 7 1 0 0,4-8-51 0 0,0 0 1 0 0,0 0 0 0 0,1 0-1 0 0,-1 0 1 0 0,1 1 0 0 0,0-1-1 0 0,0 4 1 0 0,2 3-7 0 0,5 6-8 0 0,-4-12-20 0 0,0-2-15 0 0,0 0-9 0 0,-1 1 0 0 0,0-1-1 0 0,1 0 1 0 0,0 0 0 0 0,-1 0 0 0 0,1 0-1 0 0,0 0 1 0 0,0-1 0 0 0,0 1-1 0 0,0-1 1 0 0,0 0 0 0 0,0 0-1 0 0,0 0 1 0 0,1 0 0 0 0,-1-1 0 0 0,0 1-1 0 0,1-1 1 0 0,-1 0 0 0 0,0 0-1 0 0,1 0 1 0 0,-1 0 0 0 0,0 0-1 0 0,0-1 1 0 0,1 0 0 0 0,-1 1 0 0 0,0-1-1 0 0,5-3 1 0 0,-3 3-210 0 0,0-2 1 0 0,0 1-1 0 0,0-1 1 0 0,-1 0-1 0 0,1 0 1 0 0,-1 0-1 0 0,1 0 1 0 0,-1-1-1 0 0,-1 1 1 0 0,1-1-1 0 0,0 0 0 0 0,-1-1 1 0 0,0 1-1 0 0,0-1 1 0 0,0 1-1 0 0,2-6 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157 150 5983 0 0,'2'-22'-274'0'0,"-4"-3"19347"0"0,-6 21-17150 0 0,-7 2-472 0 0,10 3-1181 0 0,-1 0-1 0 0,1 1 1 0 0,0-1-1 0 0,-1 1 0 0 0,1 0 1 0 0,0 1-1 0 0,0-1 0 0 0,0 1 1 0 0,1 0-1 0 0,-9 7 1 0 0,-5 2 102 0 0,12-8-335 0 0,0 1-1 0 0,0-1 0 0 0,0 1 1 0 0,1 1-1 0 0,0-1 0 0 0,0 1 1 0 0,-4 7-1 0 0,6-6-36 0 0,5 1 0 0 0,-1-6-27 0 0,0 0-1 0 0,0 0 1 0 0,1-1-1 0 0,-1 1 1 0 0,1 0-1 0 0,-1-1 1 0 0,1 0-1 0 0,0 1 1 0 0,0-1-1 0 0,-1 0 1 0 0,1 0-1 0 0,0 1 1 0 0,0-2 0 0 0,0 1-1 0 0,0 0 1 0 0,0 0-1 0 0,1-1 1 0 0,-1 1-1 0 0,0-1 1 0 0,0 1-1 0 0,0-1 1 0 0,1 0-1 0 0,-1 0 1 0 0,0 0-1 0 0,0 0 1 0 0,0 0-1 0 0,4-2 1 0 0,6 0-243 0 0,0-1-1 0 0,-1 0 1 0 0,21-10-1 0 0,-17 8 165 0 0,-8 2 28 0 0,0 0 0 0 0,-1-1 0 0 0,1 0-1 0 0,-1 0 1 0 0,1 0 0 0 0,-1-1 0 0 0,-1 0 0 0 0,1 0 0 0 0,-1 0 0 0 0,7-8 0 0 0,-9 9-1 0 0,0 0 1 0 0,-1 0-1 0 0,1 0 1 0 0,-1 0-1 0 0,0 0 1 0 0,0 0-1 0 0,-1-1 1 0 0,1 1-1 0 0,-1 0 1 0 0,0-1-1 0 0,0 0 1 0 0,0 1-1 0 0,-1-1 1 0 0,1 0-1 0 0,-1 1 1 0 0,0-1-1 0 0,-2-7 1 0 0,1 6-362 0 0,0-1 1 0 0,-1 1-1 0 0,-5-12 1 0 0,-5-3-4538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4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65 308 18943 0 0,'0'0'1720'0'0,"-1"2"-1417"0"0,-39 65 4943 0 0,36-60-4782 0 0,0 1 0 0 0,1 0 0 0 0,0 1 0 0 0,0-1 0 0 0,1 1 0 0 0,0-1 0 0 0,0 10 0 0 0,1-15-450 0 0,1 0 0 0 0,0 0-1 0 0,0-1 1 0 0,1 1 0 0 0,-1 0-1 0 0,0-1 1 0 0,1 1 0 0 0,0 0-1 0 0,-1-1 1 0 0,1 1 0 0 0,0-1-1 0 0,1 1 1 0 0,-1-1 0 0 0,0 1-1 0 0,1-1 1 0 0,-1 0 0 0 0,1 0-1 0 0,0 0 1 0 0,-1 0 0 0 0,1 0-1 0 0,0 0 1 0 0,0 0 0 0 0,1 0-1 0 0,-1-1 1 0 0,0 1 0 0 0,1-1-1 0 0,-1 0 1 0 0,0 0 0 0 0,1 0-1 0 0,-1 0 1 0 0,1 0 0 0 0,4 1-1 0 0,-2-1-108 0 0,1 0-1 0 0,-1 0 1 0 0,1-1-1 0 0,-1 0 0 0 0,1 0 1 0 0,-1 0-1 0 0,1 0 1 0 0,-1-1-1 0 0,1 0 0 0 0,-1 0 1 0 0,1-1-1 0 0,-1 0 1 0 0,0 1-1 0 0,0-2 0 0 0,6-2 1 0 0,-6 2-83 0 0,0-1 1 0 0,0 1-1 0 0,0-1 1 0 0,-1 0 0 0 0,5-5-1 0 0,-7 7 107 0 0,0 0 0 0 0,0 0 0 0 0,-1-1-1 0 0,0 1 1 0 0,1-1 0 0 0,-1 1 0 0 0,0-1 0 0 0,0 1-1 0 0,0-1 1 0 0,-1 0 0 0 0,1 1 0 0 0,-1-1 0 0 0,1-3-1 0 0,0 0-493 0 0,0-1 0 0 0,0 1-1 0 0,0 0 1 0 0,1 0 0 0 0,3-7-1 0 0,0-2-4971 0 0,0-4-2159 0 0</inkml:trace>
  <inkml:trace contextRef="#ctx0" brushRef="#br0" timeOffset="1">589 0 15199 0 0,'-3'1'125'0'0,"1"-1"-1"0"0,0 0 1 0 0,-1 1 0 0 0,1-1-1 0 0,-1 1 1 0 0,1 0-1 0 0,0 0 1 0 0,0 0 0 0 0,-1 0-1 0 0,1 0 1 0 0,0 0-1 0 0,0 1 1 0 0,0-1 0 0 0,0 1-1 0 0,0 0 1 0 0,1-1 0 0 0,-1 1-1 0 0,0 0 1 0 0,-1 3-1 0 0,-4 5 1640 0 0,1 0 1 0 0,-10 21-1 0 0,11-20 223 0 0,-5 11-1389 0 0,0 0 0 0 0,2 0 0 0 0,1 1 0 0 0,0 0 0 0 0,2 0 0 0 0,1 1 0 0 0,0 0 0 0 0,2-1 0 0 0,1 37 0 0 0,12 43-4096 0 0,-2-23-1468 0 0,-8-70-3378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22463 0 0,'0'0'2032'0'0,"2"-1"-1672"0"0,27-8 334 0 0,-1 1 0 0 0,1 1 0 0 0,0 1 0 0 0,34-2 0 0 0,-36 5-412 0 0,255-16 369 0 0,-247 18-1630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10 14279 0 0,'0'0'1528'0'0,"-8"-3"-1528"0"0,-1 1 5000 0 0,3 1 592 0 0,-1-3-4888 0 0</inkml:trace>
  <inkml:trace contextRef="#ctx0" brushRef="#br0" timeOffset="1">24 338 4143 0 0,'0'0'319'0'0,"-2"1"-210"0"0,-19 26 21735 0 0,21-26-21404 0 0,2 1-451 0 0,3 1-926 0 0,0 1-1 0 0,-1 0 0 0 0,10 4 1 0 0,-2-3-1038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3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1533 16327 0 0,'14'170'2919'0'0,"-13"-124"48"0"0,0-29 5420 0 0,41-309-7381 0 0,23-125-1093 0 0,35-4 87 0 0,-83 359 0 0 0,2 1 0 0 0,2 2 0 0 0,4 0 0 0 0,2 1 0 0 0,2 1 0 0 0,39-56 0 0 0,-55 95 0 0 0,2 0 0 0 0,-1 1 0 0 0,28-25 0 0 0,-31 33 0 0 0,0 0 0 0 0,1 0 0 0 0,0 1 0 0 0,1 1 0 0 0,-1 0 0 0 0,24-9 0 0 0,-32 14 0 0 0,-1 1-1 0 0,1 0 1 0 0,0 0 0 0 0,-1 1-1 0 0,1-1 1 0 0,0 1 0 0 0,-1-1-1 0 0,1 1 1 0 0,0 0 0 0 0,-1 1-1 0 0,1-1 1 0 0,0 1 0 0 0,6 1-1 0 0,-8-1 4 0 0,0 0-1 0 0,0 0 1 0 0,0 0-1 0 0,0 1 0 0 0,0-1 1 0 0,-1 0-1 0 0,1 1 1 0 0,0-1-1 0 0,-1 1 1 0 0,1 0-1 0 0,-1-1 0 0 0,0 1 1 0 0,1 0-1 0 0,-1 0 1 0 0,0 0-1 0 0,0 0 0 0 0,0 0 1 0 0,0 0-1 0 0,-1 0 1 0 0,1 0-1 0 0,-1 0 1 0 0,1 1-1 0 0,0 3 0 0 0,-1 3 20 0 0,0 1 1 0 0,0-1-1 0 0,0 1 0 0 0,-1 0 0 0 0,-1-1 0 0 0,1 1 0 0 0,-2-1 0 0 0,1 0 0 0 0,-1 1 1 0 0,-5 9-1 0 0,1-5-1 0 0,0-1 0 0 0,0 0 0 0 0,-1 0 1 0 0,0 0-1 0 0,-20 20 0 0 0,9-14 0 0 0,0-1 1 0 0,-42 27-1 0 0,-48 22 43 0 0,79-52-46 0 0,15-9 1 0 0,2 1 0 0 0,-17 11 0 0 0,28-17 9 0 0,4 1-144 0 0,5 1 108 0 0,0-1 1 0 0,1 1 0 0 0,-1-1 0 0 0,0 0-1 0 0,1-1 1 0 0,7 1 0 0 0,51 1-59 0 0,-18-1 44 0 0,-36-2 17 0 0,1 1-1 0 0,-1 1 1 0 0,1 0 0 0 0,-1 1-1 0 0,19 7 1 0 0,-29-9 4 0 0,1 0 0 0 0,-1 0 0 0 0,1 0 0 0 0,-1 1 0 0 0,0-1 0 0 0,0 1 0 0 0,1-1 0 0 0,-1 1 0 0 0,0 0 0 0 0,0 0 0 0 0,-1 0 0 0 0,1 0 0 0 0,0 0 0 0 0,-1 0 0 0 0,1 1 1 0 0,-1-1-1 0 0,0 0 0 0 0,0 1 0 0 0,1-1 0 0 0,-2 1 0 0 0,1-1 0 0 0,0 1 0 0 0,0 0 0 0 0,-1-1 0 0 0,0 1 0 0 0,1 0 0 0 0,-1-1 0 0 0,0 1 0 0 0,0 0 0 0 0,-1 0 0 0 0,1-1 0 0 0,-1 4 0 0 0,-2 5 32 0 0,0 0 0 0 0,-1-1 0 0 0,0 0 0 0 0,-1 0 0 0 0,1 0 0 0 0,-2 0 0 0 0,0-1 0 0 0,0 0-1 0 0,-1 0 1 0 0,0 0 0 0 0,0-1 0 0 0,-1 0 0 0 0,0 0 0 0 0,-14 9 0 0 0,-1 0 52 0 0,-1-2 0 0 0,0 0 1 0 0,-1-2-1 0 0,-40 16 0 0 0,42-21-89 0 0,0 0-1 0 0,-1-2 1 0 0,0-1-1 0 0,-1 0 1 0 0,-27 0-1 0 0,36-5-442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2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31 14279 0 0,'0'0'655'0'0,"-7"-14"242"0"0,2 7 1438 0 0,5 7-1927 0 0,0-1 0 0 0,0 0 1 0 0,-1 1-1 0 0,1-1 0 0 0,0 1 1 0 0,-1-1-1 0 0,0-1 1225 0 0,0 2-1225 0 0,1 0 0 0 0,-1-1 1 0 0,1 1-1 0 0,-1 0 0 0 0,0-1 1 0 0,1 1-1 0 0,-1 0 0 0 0,1-1 0 0 0,-1 1 1 0 0,0 0-1 0 0,1 0 0 0 0,-1 0 0 0 0,1 0 1 0 0,-2 0-1 0 0,1 0-176 0 0,0 0 0 0 0,-1 0 0 0 0,1 0 0 0 0,0 1 0 0 0,0-1 0 0 0,-1 1 0 0 0,1-1 0 0 0,0 1 0 0 0,0-1 0 0 0,0 1 0 0 0,-2 1 0 0 0,-2 2-131 0 0,0 0 1 0 0,0 1-1 0 0,-6 8 0 0 0,-4 5-42 0 0,2 1 1 0 0,0 0 0 0 0,1 1-1 0 0,1 0 1 0 0,1 1 0 0 0,1 0-1 0 0,-8 25 1 0 0,16-43-123 0 0,0 0 0 0 0,1-1 0 0 0,-1 1 0 0 0,1-1 0 0 0,0 1 0 0 0,-1 0 0 0 0,1-1 0 0 0,0 1 0 0 0,1 0 0 0 0,-1-1 0 0 0,0 1 0 0 0,1 0 0 0 0,0-1 0 0 0,-1 1 0 0 0,3 3 0 0 0,-2-4-111 0 0,0-1 0 0 0,0 1 1 0 0,0-1-1 0 0,1 1 0 0 0,-1-1 1 0 0,1 1-1 0 0,-1-1 0 0 0,1 0 1 0 0,-1 0-1 0 0,1 0 0 0 0,0 0 1 0 0,0 0-1 0 0,-1 0 0 0 0,1 0 1 0 0,0 0-1 0 0,0-1 0 0 0,0 1 0 0 0,0-1 1 0 0,0 1-1 0 0,0-1 0 0 0,3 0 1 0 0,4 1-677 0 0,0-2 1 0 0,-1 1 0 0 0,1-1-1 0 0,0 0 1 0 0,-1-1 0 0 0,1 0-1 0 0,-1 0 1 0 0,10-4 0 0 0,1-2-1258 0 0,0-1 1 0 0,19-12-1 0 0,-2-1-732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2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23 6911 0 0,'0'0'528'0'0,"3"-8"5617"0"0,-2 7-5549 0 0,-1 1 0 0 0,0-1 0 0 0,0 0-1 0 0,0 0 1 0 0,0 1 0 0 0,0-1 0 0 0,0 0 0 0 0,0 1-1 0 0,-1-2 597 0 0,1 1-596 0 0,-1 0-416 0 0,1 1 1 0 0,0 0-1 0 0,-1-1 0 0 0,1 1 0 0 0,-1 0 1 0 0,1-1-1 0 0,-1 1 0 0 0,1 0 1 0 0,-1 0-1 0 0,1 0 0 0 0,-1 0 1 0 0,1-1-1 0 0,-1 1 0 0 0,1 0 1 0 0,-1 0-1 0 0,1 0 0 0 0,-1 0 0 0 0,1 0 1 0 0,-1 0-1 0 0,1 0 0 0 0,-1 1 1 0 0,-24 6 2198 0 0,14 0-1762 0 0,0 0 0 0 0,0 1-1 0 0,1 0 1 0 0,0 0-1 0 0,1 1 1 0 0,-14 17 0 0 0,16-18-462 0 0,4-5-118 0 0,1-1 1 0 0,-1 1-1 0 0,1 0 0 0 0,0 0 0 0 0,-1 1 0 0 0,2-1 0 0 0,-1 0 0 0 0,0 1 0 0 0,1-1 0 0 0,-2 5 0 0 0,2 5-21 0 0,4-9-18 0 0,-2-3 3 0 0,1 0-33 0 0,-1 1 0 0 0,0 0 0 0 0,1 0 0 0 0,0-1-1 0 0,-1 1 1 0 0,1-1 0 0 0,0 1 0 0 0,0-1 0 0 0,0 0 0 0 0,-1 0 0 0 0,1 0 0 0 0,1 0-1 0 0,-1 0 1 0 0,0 0 0 0 0,0-1 0 0 0,0 1 0 0 0,0-1 0 0 0,1 1 0 0 0,-1-1 0 0 0,0 0-1 0 0,0 0 1 0 0,1 0 0 0 0,1 0 0 0 0,8-1-276 0 0,-1-1 1 0 0,1 0-1 0 0,14-4 0 0 0,-15 3 110 0 0,2 0-1 0 0,-1-1 0 0 0,0-1 0 0 0,22-10 0 0 0,-30 13 162 0 0,0 0-1 0 0,-1 0 1 0 0,0 0-1 0 0,1 0 1 0 0,-1-1 0 0 0,0 1-1 0 0,0-1 1 0 0,-1 0-1 0 0,1 0 1 0 0,0 0 0 0 0,-1-1-1 0 0,0 1 1 0 0,0 0-1 0 0,0-1 1 0 0,0 1-1 0 0,2-7 1 0 0,-4 8 44 0 0,1 0 0 0 0,-1 1 0 0 0,0-1 0 0 0,0 0 0 0 0,0 1 0 0 0,0-1-1 0 0,0 0 1 0 0,0 1 0 0 0,0-1 0 0 0,0 0 0 0 0,-1 1 0 0 0,1-1 0 0 0,-1 1 0 0 0,1-1 0 0 0,-1 0 0 0 0,0 1 0 0 0,1-1-1 0 0,-3-1 1 0 0,2 1 22 0 0,-1-1 0 0 0,-1 1 0 0 0,1 0 0 0 0,0 0 0 0 0,0 0 0 0 0,-1 0-1 0 0,1 0 1 0 0,-1 1 0 0 0,-4-3 0 0 0,-1 1 31 0 0,1 0 0 0 0,-1 0 0 0 0,-1 1 0 0 0,1 0 0 0 0,0 0 0 0 0,-13 0 0 0 0,8 1-365 0 0,7 0-103 0 0,0 1 0 0 0,1 0 0 0 0,-10 0 0 0 0,14 1 275 0 0,1-1 0 0 0,-1 0 0 0 0,1 0 1 0 0,0 0-1 0 0,-1 1 0 0 0,1-1 0 0 0,-1 0 1 0 0,1 0-1 0 0,0 1 0 0 0,-1-1 0 0 0,1 0 0 0 0,0 1 1 0 0,0-1-1 0 0,-1 0 0 0 0,1 1 0 0 0,0-1 1 0 0,0 1-1 0 0,-1-1 0 0 0,1 0 0 0 0,0 1 0 0 0,0-1 1 0 0,0 1-1 0 0,0-1 0 0 0,-1 1 0 0 0,1-1 1 0 0,0 1-1 0 0,0-1 0 0 0,0 0 0 0 0,0 2 0 0 0,2 11-2402 0 0,3-3 313 0 0,2 0-268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2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21 6911 0 0,'-20'-14'-1112'0'0,"17"13"1800"0"0,1 0 0 0 0,0 0 1 0 0,-1 0-1 0 0,1 1 1 0 0,0-1-1 0 0,-1 1 1 0 0,1-1-1 0 0,-1 1 1 0 0,1 0-1 0 0,-3 0 1 0 0,1 0 740 0 0,0 1 0 0 0,1 0 1 0 0,-1 0-1 0 0,1 0 1 0 0,-1 0-1 0 0,-4 2 0 0 0,-14 9 1784 0 0,0 3-1892 0 0,0 1 0 0 0,-27 26 1 0 0,42-35-1191 0 0,0 0 0 0 0,1 0 0 0 0,-8 12 0 0 0,12-16-108 0 0,1-1 0 0 0,-1 1 0 0 0,1-1 1 0 0,-1 1-1 0 0,1 0 0 0 0,0-1 0 0 0,0 1 0 0 0,0 0 0 0 0,1 0 0 0 0,-1-1 0 0 0,1 1 0 0 0,-1 0 0 0 0,1 0 0 0 0,0 0 0 0 0,1 5 0 0 0,3 1-23 0 0,-2-7-10 0 0,0 0 0 0 0,0-1 0 0 0,0 1 1 0 0,0-1-1 0 0,0 0 0 0 0,0 1 0 0 0,1-1 0 0 0,-1 0 0 0 0,1 0 0 0 0,-1 0 0 0 0,0-1 1 0 0,1 1-1 0 0,-1-1 0 0 0,6 1 0 0 0,36 0-218 0 0,-28-2 52 0 0,0 0 0 0 0,0-1 0 0 0,0-1 0 0 0,0-1 0 0 0,28-10 0 0 0,-38 12 107 0 0,-1 0-1 0 0,0-1 1 0 0,0 1 0 0 0,0-1 0 0 0,0 0 0 0 0,0-1 0 0 0,0 1-1 0 0,-1-1 1 0 0,0 0 0 0 0,0 0 0 0 0,0 0 0 0 0,0 0-1 0 0,0-1 1 0 0,-1 0 0 0 0,0 1 0 0 0,0-1 0 0 0,0-1-1 0 0,-1 1 1 0 0,4-10 0 0 0,-6 12-58 0 0,1 0 0 0 0,-1 0-1 0 0,0-1 1 0 0,0 1 0 0 0,0 0 0 0 0,-1-1 0 0 0,1 1-1 0 0,-1 0 1 0 0,1 0 0 0 0,-1-1 0 0 0,0 1 0 0 0,-1 0-1 0 0,1 0 1 0 0,-4-5 0 0 0,5 6-501 0 0,-2 1-93 0 0,-1-2-89 0 0,-1 0 0 0 0,0 1 0 0 0,0-1 0 0 0,0 1 0 0 0,-5-2-1 0 0,0 0-4107 0 0,-1-1-1830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3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9215 0 0,'0'1'10515'0'0,"-1"22"-6884"0"0,-4 26 0 0 0,-7 23-730 0 0,-4 28-2561 0 0,15-83-190 0 0,0 0-1 0 0,1 0 1 0 0,4 33-1 0 0,-3-44-150 0 0,0 0-1 0 0,1 0 0 0 0,0-1 1 0 0,0 1-1 0 0,0-1 1 0 0,4 7-1 0 0,-5-11-15 0 0,0 0-1 0 0,-1-1 0 0 0,1 1 0 0 0,0 0 1 0 0,0-1-1 0 0,0 1 0 0 0,-1-1 1 0 0,1 1-1 0 0,0-1 0 0 0,0 1 0 0 0,0-1 1 0 0,0 0-1 0 0,0 1 0 0 0,0-1 1 0 0,0 0-1 0 0,0 0 0 0 0,0 0 0 0 0,0 0 1 0 0,0 0-1 0 0,-1 0 0 0 0,1 0 1 0 0,0 0-1 0 0,1 0 0 0 0,21-5-365 0 0,-15 0 218 0 0,0 1 0 0 0,0-2 0 0 0,0 1 0 0 0,0-1 0 0 0,-1 0 0 0 0,0-1 0 0 0,-1 0 0 0 0,11-12 0 0 0,78-102-572 0 0,-59 80 1483 0 0,-35 44-646 0 0,0 0 1 0 0,-1-1-1 0 0,1 1 0 0 0,0 0 0 0 0,-1 0 0 0 0,0-1 0 0 0,1 1 0 0 0,-1 0 0 0 0,0 0 0 0 0,-1 0 0 0 0,0 4 0 0 0,1 2 65 0 0,0 7 13 0 0,-1-8-220 0 0,1 0 1 0 0,0 0-1 0 0,0 1 1 0 0,1-1 0 0 0,0 0-1 0 0,1 0 1 0 0,0-1-1 0 0,3 12 1 0 0,-3-17-427 0 0,-1 0 0 0 0,1 0 1 0 0,0 0-1 0 0,0-1 0 0 0,-1 1 0 0 0,1 0 0 0 0,0-1 1 0 0,0 0-1 0 0,1 1 0 0 0,-1-1 0 0 0,0 0 0 0 0,0 0 1 0 0,5 1-1 0 0,8 2-8107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3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22431 0 0,'0'0'2253'0'0,"4"7"-2042"0"0,-2 11-173 0 0,-2-14 25 0 0,0 0-1 0 0,1-1 0 0 0,-1 1 0 0 0,1-1 0 0 0,0 1 1 0 0,0-1-1 0 0,2 6 0 0 0,10 17 3 0 0,-1 0-1 0 0,12 39 1 0 0,-21-53 333 0 0,0 0 0 0 0,-1 1 0 0 0,0-1 0 0 0,-1 0 0 0 0,-1 1 0 0 0,0-1 0 0 0,0 1 0 0 0,-3 14 0 0 0,2-21-235 0 0,-1 4 1209 0 0,2-10-1357 0 0,1 0-1 0 0,-1 0 1 0 0,0 0-1 0 0,0 0 1 0 0,0 0 0 0 0,0 1-1 0 0,1-1 1 0 0,-1 0-1 0 0,0 0 1 0 0,0 0 0 0 0,0 0-1 0 0,0 0 1 0 0,1 0-1 0 0,-1 0 1 0 0,0 0 0 0 0,0 0-1 0 0,0 0 1 0 0,1 0-1 0 0,-1 0 1 0 0,0 0 0 0 0,0 0-1 0 0,0 0 1 0 0,1 0-1 0 0,-1 0 1 0 0,0 0 0 0 0,0 0-1 0 0,0 0 1 0 0,0 0-1 0 0,1 0 1 0 0,-1 0 0 0 0,0-1-1 0 0,0 1 1 0 0,0 0-1 0 0,0 0 1 0 0,1 0 0 0 0,-1 0-1 0 0,0 0 1 0 0,0 0-1 0 0,0-1 1 0 0,0 1 0 0 0,0 0-1 0 0,0 0 1 0 0,0 0-1 0 0,1-1 1 0 0,2-2-57 0 0,1 0 0 0 0,0 0 0 0 0,-1-1-1 0 0,0 1 1 0 0,0-1 0 0 0,0 0 0 0 0,4-7 0 0 0,15-34-121 0 0,-6 12 39 0 0,2 1-27 0 0,-11 51 86 0 0,-5-9 78 0 0,-2-1 0 0 0,1 1 1 0 0,-1-1-1 0 0,-2 10 0 0 0,1-7 49 0 0,1-1-1 0 0,1 19 0 0 0,-1-27-71 0 0,1 1 0 0 0,-1-1 0 0 0,1 0 0 0 0,0 0 0 0 0,0 0 0 0 0,1 0 0 0 0,-1 0 0 0 0,0 0 1 0 0,1 0-1 0 0,0 0 0 0 0,0 0 0 0 0,0 0 0 0 0,3 3 0 0 0,-3-5-2 0 0,-1 0 1 0 0,1 1 0 0 0,-1-1-1 0 0,1 0 1 0 0,0 0-1 0 0,0 0 1 0 0,0 0 0 0 0,0 0-1 0 0,0-1 1 0 0,0 1-1 0 0,0 0 1 0 0,0-1 0 0 0,0 0-1 0 0,4 1 1 0 0,-2-1-39 0 0,1 0 0 0 0,-1 0 0 0 0,1-1 0 0 0,-1 0 0 0 0,1 0 0 0 0,6-2 0 0 0,1-1-65 0 0,0-1-1 0 0,-1-1 1 0 0,22-12-1 0 0,-23 10 111 0 0,1 0 1 0 0,-1 0-1 0 0,-1-1 1 0 0,1 0-1 0 0,-1 0 1 0 0,-1-1-1 0 0,14-21 0 0 0,-17 23 30 0 0,0-1 0 0 0,0 0 1 0 0,-1 0-1 0 0,0-1 0 0 0,-1 1 0 0 0,0-1 0 0 0,-1 0 0 0 0,0 0 0 0 0,0 1 0 0 0,0-19 0 0 0,-2 27 1017 0 0,-1 2-996 0 0,-1 0 0 0 0,1 1-1 0 0,0-1 1 0 0,0 0 0 0 0,0 1-1 0 0,0-1 1 0 0,0 1 0 0 0,0 0-1 0 0,0-1 1 0 0,0 3 0 0 0,0-2 2 0 0,-2 5-20 0 0,1 1 0 0 0,0-1 0 0 0,0 1 0 0 0,0 0 0 0 0,1 0 0 0 0,0 0 0 0 0,1 9 0 0 0,4 58 92 0 0,16 53-39 0 0,4 27-78 0 0,-23-135 7 0 0,0 0 0 0 0,-1-1 0 0 0,-1 1 0 0 0,-1 0 0 0 0,-8 34 0 0 0,8-45 5 0 0,-1-1-1 0 0,0 0 1 0 0,0 0 0 0 0,-1 0-1 0 0,0 0 1 0 0,0 0-1 0 0,-1-1 1 0 0,0 0 0 0 0,0 0-1 0 0,-1 0 1 0 0,0-1-1 0 0,-9 8 1 0 0,8-8 12 0 0,-1 0 1 0 0,-1-1-1 0 0,1 0 0 0 0,-1 0 1 0 0,0-1-1 0 0,0 0 0 0 0,-1-1 1 0 0,1 0-1 0 0,-1-1 0 0 0,-15 3 1 0 0,5-3-93 0 0,0 0-1 0 0,0-2 1 0 0,0-1 0 0 0,0 0 0 0 0,0-1 0 0 0,0-1 0 0 0,0-1 0 0 0,1-1 0 0 0,-1-1 0 0 0,-24-10 0 0 0,41 15-58 0 0,0-1 0 0 0,-1 1 0 0 0,1-1 0 0 0,0 0 1 0 0,0 0-1 0 0,0 0 0 0 0,-4-5 0 0 0,6 6-12 0 0,0 0 0 0 0,0 0 0 0 0,1 0 0 0 0,-1 0 0 0 0,0 0 0 0 0,1-1 0 0 0,-1 1 0 0 0,0 0 1 0 0,1-1-1 0 0,-1 1 0 0 0,1 0 0 0 0,0-1 0 0 0,0 1 0 0 0,-1-1 0 0 0,1 1 0 0 0,0 0 0 0 0,0-1 0 0 0,0 1 0 0 0,0-1 0 0 0,1 1 0 0 0,-1-1 0 0 0,1-1 0 0 0,6-17-1601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4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28511 0 0,'0'0'2177'0'0,"2"-1"-1491"0"0,2-1-614 0 0,-1 1 1 0 0,1-1-1 0 0,1 1 1 0 0,-1 0 0 0 0,0 0-1 0 0,0 1 1 0 0,0-1-1 0 0,0 1 1 0 0,1 0 0 0 0,5 0-1 0 0,10 0 260 0 0,8-3-472 0 0,0-1-303 0 0,-1 1 1 0 0,2 1-1 0 0,53 4 1 0 0,-74 2-6552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7831 0 0,'-20'14'22152'0'0,"31"-10"-21996"0"0,1 0 0 0 0,0 0 0 0 0,1-1 0 0 0,-1-1 0 0 0,0 0 0 0 0,16 0 0 0 0,81-3 903 0 0,-65-1-914 0 0,67-3-733 0 0,-37-2-2600 0 0,-54 5-7124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8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42 23759 0 0,'-6'-6'2152'0'0,"-22"-27"25"0"0,28 33-2149 0 0,0 0-1 0 0,0 0 1 0 0,0 0-1 0 0,0 0 0 0 0,0-1 1 0 0,0 1-1 0 0,0 0 0 0 0,0 0 1 0 0,0 0-1 0 0,0 0 1 0 0,0 0-1 0 0,0 0 0 0 0,0 0 1 0 0,0 0-1 0 0,-1-1 0 0 0,1 1 1 0 0,0 0-1 0 0,0 0 1 0 0,0 0-1 0 0,0 0 0 0 0,0 0 1 0 0,0 0-1 0 0,0 0 1 0 0,0 0-1 0 0,0 0 0 0 0,0 0 1 0 0,0-1-1 0 0,0 1 0 0 0,-1 0 1 0 0,1 0-1 0 0,0 0 1 0 0,0 0-1 0 0,0 0 0 0 0,0 0 1 0 0,0 0-1 0 0,0 0 0 0 0,0 0 1 0 0,0 0-1 0 0,-1 0 1 0 0,1 0-1 0 0,0 0 0 0 0,0 0 1 0 0,0 0-1 0 0,0 0 1 0 0,0 0-1 0 0,0 0 0 0 0,-1 0 1 0 0,-6 4 1055 0 0,-5 5-463 0 0,6-1-520 0 0,0-1 0 0 0,1 1 1 0 0,0 1-1 0 0,1-1 1 0 0,0 1-1 0 0,0-1 0 0 0,0 1 1 0 0,1 0-1 0 0,1 0 0 0 0,-4 18 1 0 0,6-15-59 0 0,3-3-31 0 0,-2-7-22 0 0,1 0-1 0 0,-1 0 1 0 0,1-1-1 0 0,0 1 1 0 0,0-1 0 0 0,0 0-1 0 0,0 1 1 0 0,0-1-1 0 0,0 0 1 0 0,0 0-1 0 0,0 0 1 0 0,0-1 0 0 0,0 1-1 0 0,1 0 1 0 0,-1-1-1 0 0,0 1 1 0 0,0-1-1 0 0,1 0 1 0 0,-1 0 0 0 0,0 0-1 0 0,1 0 1 0 0,-1 0-1 0 0,3-1 1 0 0,1 0-24 0 0,-1 1-1 0 0,1-2 1 0 0,-1 1 0 0 0,1-1-1 0 0,-1 1 1 0 0,0-1 0 0 0,0-1-1 0 0,7-3 1 0 0,-2 0-38 0 0,-7 4 58 0 0,-1 1-1 0 0,1-1 1 0 0,0 0-1 0 0,-1 0 1 0 0,1 0-1 0 0,-1 0 1 0 0,0 0-1 0 0,1-1 1 0 0,-1 1-1 0 0,0-1 1 0 0,0 1-1 0 0,-1-1 1 0 0,1 0-1 0 0,-1 0 1 0 0,1 0-1 0 0,0-3 1 0 0,-2 5-9 0 0,1 1-1 0 0,-1-1 1 0 0,0 0 0 0 0,1 1-1 0 0,-1-1 1 0 0,0 0-1 0 0,0 0 1 0 0,0 1 0 0 0,0-1-1 0 0,0 0 1 0 0,0 0 0 0 0,0 0-1 0 0,0 1 1 0 0,0-1 0 0 0,0 0-1 0 0,0 0 1 0 0,0 1 0 0 0,-1-1-1 0 0,1 0 1 0 0,0 1-1 0 0,-1-1 1 0 0,1 0 0 0 0,0 0-1 0 0,-1 1 1 0 0,1-1 0 0 0,-1 1-1 0 0,1-1 1 0 0,-1 0 0 0 0,1 1-1 0 0,-1-1 1 0 0,1 1-1 0 0,-2-1 1 0 0,1 0-103 0 0,0 1 0 0 0,0-1 0 0 0,0 1 1 0 0,0 0-1 0 0,0 0 0 0 0,0 0 0 0 0,0 0 0 0 0,0-1 0 0 0,0 1 0 0 0,0 0 1 0 0,0 0-1 0 0,0 1 0 0 0,0-1 0 0 0,0 0 0 0 0,0 0 0 0 0,0 0 0 0 0,0 1 1 0 0,0-1-1 0 0,1 1 0 0 0,-1-1 0 0 0,0 0 0 0 0,0 1 0 0 0,0-1 0 0 0,0 1 0 0 0,1 0 1 0 0,-2 0-1 0 0,-1 2-1295 0 0,0 0 0 0 0,0 0 0 0 0,1 0 1 0 0,-1 1-1 0 0,-2 5 0 0 0,-5 11-6602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7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206 277 4143 0 0,'0'0'319'0'0,"1"-2"-210"0"0,7-10-110 0 0,8-5 4497 0 0,3-6 2241 0 0,-15 19-5899 0 0,0-1 0 0 0,-1 0-1 0 0,0 0 1 0 0,0 0-1 0 0,0 0 1 0 0,-1 0 0 0 0,0-1-1 0 0,0 1 1 0 0,0-1 0 0 0,0 0-1 0 0,-1 0 1 0 0,1-6-1 0 0,-2 12-775 0 0,0 0-1 0 0,0-1 1 0 0,0 1-1 0 0,0 0 1 0 0,-1-1-1 0 0,1 1 1 0 0,0-1 0 0 0,0 1-1 0 0,0 0 1 0 0,0-1-1 0 0,0 1 1 0 0,0 0-1 0 0,-1-1 1 0 0,1 1-1 0 0,0 0 1 0 0,0 0-1 0 0,0-1 1 0 0,-1 1-1 0 0,1 0 1 0 0,0-1-1 0 0,-1 1 1 0 0,1 0-1 0 0,0 0 1 0 0,0 0-1 0 0,-1-1 1 0 0,1 1-1 0 0,0 0 1 0 0,-1 0-1 0 0,1 0 1 0 0,-1 0-1 0 0,1 0 1 0 0,0-1-1 0 0,-1 1 1 0 0,1 0-1 0 0,0 0 1 0 0,-1 0-1 0 0,1 0 1 0 0,0 0-1 0 0,-1 0 1 0 0,1 0-1 0 0,-1 0 1 0 0,1 1-1 0 0,0-1 1 0 0,-1 0-1 0 0,-15 6 789 0 0,1 5-555 0 0,0 0 0 0 0,2 1-1 0 0,-1 0 1 0 0,-16 20 0 0 0,-40 62-36 0 0,51-65-206 0 0,-30 61 0 0 0,44-78-46 0 0,0 1 0 0 0,0 0-1 0 0,1 0 1 0 0,1 0 0 0 0,0 0 0 0 0,1 1-1 0 0,1-1 1 0 0,-1 16 0 0 0,2-24-6 0 0,1 1 1 0 0,-1 0 0 0 0,1-1-1 0 0,1 1 1 0 0,-1-1 0 0 0,1 1-1 0 0,-1-1 1 0 0,2 0 0 0 0,-1 1-1 0 0,0-1 1 0 0,1 0 0 0 0,0-1-1 0 0,0 1 1 0 0,1 0 0 0 0,-1-1-1 0 0,1 0 1 0 0,0 0-1 0 0,0 0 1 0 0,1 0 0 0 0,-1-1-1 0 0,1 1 1 0 0,-1-1 0 0 0,1 0-1 0 0,0-1 1 0 0,8 4 0 0 0,2 0-22 0 0,0-1 0 0 0,0-1 0 0 0,1-1 0 0 0,0 0 0 0 0,-1 0 0 0 0,1-2 1 0 0,29 0-1 0 0,-20-2-21 0 0,-1-2 1 0 0,1 0-1 0 0,-1-1 1 0 0,0-2-1 0 0,0 0 0 0 0,0-2 1 0 0,-1-1-1 0 0,43-22 1 0 0,-47 21 42 0 0,-1-1 0 0 0,-1-1 0 0 0,0-1 0 0 0,0-1 0 0 0,-1 0 0 0 0,-1-1 0 0 0,-1 0 0 0 0,0-2 0 0 0,-1 1 0 0 0,19-32 0 0 0,-22 29 2 0 0,0-1-1 0 0,-1 0 1 0 0,-2 0-1 0 0,0-1 1 0 0,0 0-1 0 0,-2 0 1 0 0,-1 0-1 0 0,2-32 1 0 0,-5 42-18 0 0,-1 0 0 0 0,0-1 0 0 0,-1 1 1 0 0,0 0-1 0 0,-1 0 0 0 0,0 0 1 0 0,-1 0-1 0 0,0 0 0 0 0,-1 0 0 0 0,0 1 1 0 0,0-1-1 0 0,-1 1 0 0 0,-1 0 0 0 0,0 1 1 0 0,0-1-1 0 0,-1 1 0 0 0,0 1 0 0 0,-8-9 1 0 0,11 13-175 0 0,0 0 0 0 0,-1 1 0 0 0,1-1 0 0 0,-1 1 0 0 0,0 0 0 0 0,0 1 0 0 0,0-1 0 0 0,0 1 0 0 0,0 0 0 0 0,-1 0 0 0 0,1 0 0 0 0,-1 1 0 0 0,1 0 0 0 0,-1 0 0 0 0,1 0 0 0 0,-1 1 0 0 0,0 0 0 0 0,1 0 0 0 0,-1 0 0 0 0,0 1 0 0 0,1 0 0 0 0,-1 0 0 0 0,1 0 0 0 0,-1 1 0 0 0,-7 3 0 0 0,-13 7-1391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7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19 24391 0 0,'-6'-5'2209'0'0,"3"2"-1920"0"0,2 2-270 0 0,0 0-1 0 0,0 0 0 0 0,0 0 1 0 0,0 0-1 0 0,0 0 0 0 0,0 1 1 0 0,0-1-1 0 0,0 0 0 0 0,-1 1 1 0 0,1-1-1 0 0,0 1 0 0 0,0-1 0 0 0,-2 1 1 0 0,3-1 60 0 0,-1 1 1 0 0,0 0-1 0 0,1 0 1 0 0,-1 0 0 0 0,0 0-1 0 0,1 0 1 0 0,-1 0-1 0 0,0 1 1 0 0,1-1-1 0 0,-1 0 1 0 0,1 0-1 0 0,-1 0 1 0 0,0 0 0 0 0,1 1-1 0 0,-1-1 1 0 0,1 0-1 0 0,-1 1 1 0 0,1-1-1 0 0,-1 0 1 0 0,1 1-1 0 0,-1-1 1 0 0,1 1 0 0 0,-1 0-1 0 0,-9 12 896 0 0,6-5-774 0 0,1 1 1 0 0,0 0-1 0 0,0-1 1 0 0,1 1-1 0 0,0 1 1 0 0,1-1-1 0 0,0 0 1 0 0,0 0-1 0 0,1 1 1 0 0,1 10-1 0 0,0-2-172 0 0,1 0 0 0 0,1-1 0 0 0,1 0 0 0 0,9 25 0 0 0,-10-33-64 0 0,0 0 0 0 0,1-1-1 0 0,0 0 1 0 0,1 1 0 0 0,0-1 0 0 0,0-1-1 0 0,1 1 1 0 0,0-1 0 0 0,0 0 0 0 0,1-1 0 0 0,0 1-1 0 0,0-1 1 0 0,11 7 0 0 0,-10-8-647 0 0,0-1-1 0 0,1 0 1 0 0,-1 0 0 0 0,1-1 0 0 0,0 0-1 0 0,-1-1 1 0 0,1 0 0 0 0,14 2 0 0 0,-8-4-5815 0 0,0-1-1821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13 14743 0 0,'5'-12'16584'0'0,"-7"29"-16436"0"0,0-1 0 0 0,-1 1 0 0 0,0 0-1 0 0,-12 29 1 0 0,-4 22-1167 0 0,19-67 204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9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54 19583 0 0,'0'0'864'0'0,"1"-9"184"0"0,-4-3-840 0 0,1 2-208 0 0,1 2 0 0 0,-1 0 0 0 0,-1 5 712 0 0,-2 0 2704 0 0,8 12-5184 0 0,-1 1-400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9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60 7831 0 0,'-13'1'1115'0'0,"13"0"-687"0"0,-1 0 0 0 0,0 0-1 0 0,0-1 1 0 0,0 1-1 0 0,0 0 1 0 0,1 0 0 0 0,-1 0-1 0 0,1 0 1 0 0,-1 0-1 0 0,0 0 1 0 0,1 0-1 0 0,0 0 1 0 0,-1 1 0 0 0,-1 2 708 0 0,-11 32 8930 0 0,10-22-9010 0 0,0 1 0 0 0,1-1 0 0 0,0 1 0 0 0,1 15 0 0 0,1-29-696 0 0,2-2-348 0 0,0 0-1 0 0,1 0 1 0 0,-1 0 0 0 0,0 0 0 0 0,0 0-1 0 0,0-1 1 0 0,0 1 0 0 0,0-1 0 0 0,0 1-1 0 0,2-5 1 0 0,0 3-5 0 0,57-65-7 0 0,-6 6 0 0 0,-47 55 1 0 0,1-1 1 0 0,-1 1 0 0 0,1 0 0 0 0,1 1 0 0 0,11-7 0 0 0,-20 13 12 0 0,0-1-1 0 0,0 0 1 0 0,1 1 0 0 0,-1-1 0 0 0,0 1 0 0 0,0-1 0 0 0,0 1-1 0 0,1 0 1 0 0,-1 0 0 0 0,0-1 0 0 0,1 1 0 0 0,-1 0 0 0 0,0 0-1 0 0,1 0 1 0 0,-1 0 0 0 0,0 1 0 0 0,2-1 0 0 0,-1 1 4 0 0,-1 0 0 0 0,1 0 0 0 0,-1 0 0 0 0,0 0 1 0 0,0 0-1 0 0,0 0 0 0 0,0 0 0 0 0,0 0 0 0 0,0 1 0 0 0,0-1 1 0 0,0 0-1 0 0,1 3 0 0 0,-1-2-4 0 0,0 0 0 0 0,-1 0 0 0 0,0 0 0 0 0,1 0 0 0 0,-1 0 0 0 0,0 1 0 0 0,0-1 0 0 0,0 0 0 0 0,0 4 0 0 0,-1 1-10 0 0,3 38-35 0 0,-2-20-798 0 0,1 0 1 0 0,7 35-1 0 0,-5-40-2034 0 0,-2-2-7061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4:5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99 202 26351 0 0,'-22'-7'1120'0'0,"1"1"-85"0"0,-35-15 1 0 0,71 8-304 0 0,-8 9-497 0 0,1 1 0 0 0,-1 0 0 0 0,0 0 0 0 0,1 1 0 0 0,12-2 1 0 0,42-4-25 0 0,-35 6-192 0 0,587-40 500 0 0,-165 15-538 0 0,578-23 184 0 0,-749 52-18 0 0,-277-3-115 0 0,-3 0-247 0 0,-1 0 0 0 0,1 0 0 0 0,-1 0-1 0 0,1 0 1 0 0,-1 0 0 0 0,1 1 0 0 0,-1-1 0 0 0,0 1 0 0 0,0-1-1 0 0,1 1 1 0 0,-1 0 0 0 0,-2 1 0 0 0,1-1-633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01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20039 0 0,'2'-7'763'0'0,"3"-11"-134"0"0,0 0 0 0 0,12-25 0 0 0,3 11 7185 0 0,-19 34-7723 0 0,1-1 1 0 0,-1 1-1 0 0,0-1 0 0 0,0 1 1 0 0,1-1-1 0 0,-1 1 0 0 0,0 0 1 0 0,-1 0-1 0 0,1 0 0 0 0,0-1 1 0 0,1 5-1 0 0,3 22 75 0 0,0-1 1 0 0,-2 1-1 0 0,-1 0 0 0 0,-2 37 1 0 0,2 22-71 0 0,0-52-69 0 0,5 60 104 0 0,-4-77-110 0 0,0-1-1 0 0,0 0 1 0 0,9 23-1 0 0,-7-29-20 0 0,1-3 0 0 0,-4-8-1 0 0,-1 1 0 0 0,1-1-1 0 0,-1 1 1 0 0,1-1 0 0 0,0 0 0 0 0,-1 0-1 0 0,1 1 1 0 0,0-1 0 0 0,-1 0 0 0 0,1-1-1 0 0,0 1 1 0 0,-1 0 0 0 0,1 0 0 0 0,0-1 0 0 0,-1 1-1 0 0,1-1 1 0 0,-1 1 0 0 0,1-1 0 0 0,-1 0-1 0 0,1 1 1 0 0,-1-1 0 0 0,1 0 0 0 0,-1 0-1 0 0,0 0 1 0 0,2-2 0 0 0,3-2-5 0 0,0 0-1 0 0,-1 0 1 0 0,0 0-1 0 0,7-10 1 0 0,20-36 30 0 0,-1-2 1 0 0,28-68-1 0 0,-39 79-46 0 0,-6 11-21 0 0,-6 13 23 0 0,-1 2 0 0 0,2-1 0 0 0,0 1 0 0 0,1 0 0 0 0,14-16 0 0 0,-24 32 20 0 0,0-1 0 0 0,0 1 0 0 0,1-1 0 0 0,-1 1 0 0 0,0 0 0 0 0,0-1 0 0 0,1 1 0 0 0,-1 0 0 0 0,0-1 0 0 0,1 1 0 0 0,-1 0 0 0 0,0 0 0 0 0,1-1 0 0 0,-1 1 0 0 0,1 0 0 0 0,-1 0 0 0 0,0-1 0 0 0,1 1 0 0 0,-1 0 0 0 0,1 0 0 0 0,-1 0 0 0 0,1 0 0 0 0,-1 0 0 0 0,0 0 0 0 0,1 0 0 0 0,-1 0 0 0 0,1 0 0 0 0,-1 0 0 0 0,1 0 0 0 0,0 0 0 0 0,1 4 0 0 0,0 0 0 0 0,-1 0 0 0 0,0-1 0 0 0,0 1 0 0 0,0 0 0 0 0,0 0 0 0 0,-1 0 0 0 0,1 0 0 0 0,-1 0 0 0 0,0 0 0 0 0,-1 5 0 0 0,1 4 0 0 0,0 37 9 0 0,3 31 43 0 0,-2-72-51 0 0,0 1-1 0 0,1-1 1 0 0,0 0-1 0 0,1 0 0 0 0,0 0 1 0 0,5 12-1 0 0,-7-19 1 0 0,0-1 0 0 0,0 1-1 0 0,0 0 1 0 0,0-1 0 0 0,1 1 0 0 0,-1 0 0 0 0,0-1 0 0 0,1 0-1 0 0,-1 1 1 0 0,1-1 0 0 0,0 0 0 0 0,3 2 0 0 0,-5-2 2 0 0,1-1 0 0 0,-1 0 0 0 0,1 1 0 0 0,-1-1 0 0 0,1 0-1 0 0,-1 1 1 0 0,1-1 0 0 0,-1 0 0 0 0,1 0 0 0 0,-1 1 0 0 0,1-1 0 0 0,-1 0 0 0 0,1 0 0 0 0,0 0 0 0 0,-1 0 0 0 0,1 0 0 0 0,-1 0 0 0 0,1 0 0 0 0,0 0 0 0 0,-1 0 0 0 0,1 0 0 0 0,-1 0 0 0 0,1 0 0 0 0,-1 0 0 0 0,1 0 0 0 0,0-1 0 0 0,0 1 0 0 0,1-1 7 0 0,6-2-9 0 0,-1 0 0 0 0,0 0-1 0 0,1 0 1 0 0,-1-1 0 0 0,0 0 0 0 0,-1 0-1 0 0,1-1 1 0 0,-1 0 0 0 0,0 0 0 0 0,0-1-1 0 0,0 0 1 0 0,7-10 0 0 0,4-6-2 0 0,-1 0 1 0 0,17-34-1 0 0,59-135-368 0 0,-89 184-74 0 0,0 0 0 0 0,-1 0 1 0 0,0 0-1 0 0,0-1 0 0 0,-1 1 1 0 0,1-12-1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01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0 194 14279 0 0,'2'0'4595'0'0,"23"4"3958"0"0,19-5-5258 0 0,-13-1-3141 0 0,102-7 64 0 0,-39 2-462 0 0,87-11-1485 0 0,-149 14 646 0 0,21-2-980 0 0</inkml:trace>
  <inkml:trace contextRef="#ctx0" brushRef="#br0" timeOffset="1">994 88 25343 0 0,'0'0'2292'0'0,"3"-9"-1484"0"0,5 2-760 0 0,1 0 1 0 0,0 1-1 0 0,1 0 1 0 0,-1 0-1 0 0,1 1 1 0 0,0 1-1 0 0,1-1 0 0 0,11-2 1 0 0,6-4-2952 0 0,-13 4-3631 0 0,-1 0-1853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0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23095 0 0,'-9'0'2092'0'0,"5"0"-1899"0"0,0 0 1 0 0,1 0-1 0 0,-1 0 1 0 0,0 1-1 0 0,0 0 0 0 0,1 0 1 0 0,-1 0-1 0 0,0 0 0 0 0,1 0 1 0 0,-1 1-1 0 0,1-1 0 0 0,-1 1 1 0 0,-3 3-1 0 0,3-2 126 0 0,1 1 0 0 0,-1-1 0 0 0,1 1 0 0 0,0-1 0 0 0,0 1 0 0 0,1 0 0 0 0,-1 0 0 0 0,1 1 0 0 0,0-1 0 0 0,-3 7 0 0 0,2-5-186 0 0,2-3-112 0 0,0-1 0 0 0,0 0 0 0 0,0 1 0 0 0,1-1 0 0 0,-1 1 0 0 0,0 0 0 0 0,1-1 0 0 0,0 1 0 0 0,0-1 0 0 0,0 1 0 0 0,0-1 0 0 0,0 1 0 0 0,0 0 0 0 0,0-1 0 0 0,1 1 0 0 0,-1-1 0 0 0,1 1 0 0 0,1 3 0 0 0,-1-3-21 0 0,7 13 0 0 0,-7-14-8 0 0,1 0-1 0 0,-1 0 1 0 0,1 0 0 0 0,0-1 0 0 0,0 1-1 0 0,0-1 1 0 0,0 1 0 0 0,0-1 0 0 0,0 1-1 0 0,0-1 1 0 0,0 0 0 0 0,0 0 0 0 0,1 0-1 0 0,-1-1 1 0 0,0 1 0 0 0,1 0 0 0 0,-1-1-1 0 0,1 1 1 0 0,-1-1 0 0 0,0 0-1 0 0,1 0 1 0 0,-1 0 0 0 0,1 0 0 0 0,-1 0-1 0 0,1-1 1 0 0,-1 1 0 0 0,0-1 0 0 0,3 0-1 0 0,3-2-31 0 0,0 1 0 0 0,-1-1-1 0 0,1 0 1 0 0,-1-1-1 0 0,0 0 1 0 0,0 0 0 0 0,9-7-1 0 0,-9 4 4 0 0,1 0 0 0 0,-1 0 0 0 0,9-12 0 0 0,-13 15-184 0 0,0-1-1 0 0,1 0 1 0 0,-2 0 0 0 0,1 1 0 0 0,-1-2-1 0 0,1 1 1 0 0,1-8 0 0 0,-3 11-383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0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90 298 17503 0 0,'-5'0'8996'0'0,"-1"7"-7987"0"0,1-1 0 0 0,-1 2 0 0 0,1-1 1 0 0,0 1-1 0 0,-6 14 0 0 0,-16 46-1013 0 0,13-30 22 0 0,13-36-244 0 0,1 0-410 0 0,-4 13-1774 0 0</inkml:trace>
  <inkml:trace contextRef="#ctx0" brushRef="#br0" timeOffset="1">189 26 14279 0 0,'0'0'632'0'0,"-8"-5"136"0"0,-1 0-616 0 0,3 2-152 0 0,-1 0 2480 0 0,1-2 464 0 0,-2 0 3464 0 0,6 17-6656 0 0,1-3-104 0 0,2 4-6912 0 0,2 2-1384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02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7367 0 0,'0'0'568'0'0,"-1"2"294"0"0,-12 27 15409 0 0,4 4-10372 0 0,1 35-6471 0 0,5-43 2320 0 0,1-15-1478 0 0,1 10 3 0 0,17-40-192 0 0,0-1-100 0 0,36-39 1 0 0,-46 54 13 0 0,0 0 0 0 0,1 1 0 0 0,-1 0 0 0 0,1 0 0 0 0,0 1 1 0 0,0 0-1 0 0,0 0 0 0 0,1 1 0 0 0,-1 0 0 0 0,15-4 0 0 0,-20 6 6 0 0,0 1 0 0 0,0 0 0 0 0,0 0 0 0 0,0-1 0 0 0,-1 1 1 0 0,1 1-1 0 0,0-1 0 0 0,0 0 0 0 0,0 0 0 0 0,0 1 0 0 0,-1-1 0 0 0,1 1 0 0 0,0 0 0 0 0,0-1 0 0 0,-1 1 0 0 0,1 0 0 0 0,-1 0 0 0 0,1 0 0 0 0,0 0 0 0 0,-1 0 0 0 0,0 0 0 0 0,1 1 0 0 0,-1-1 0 0 0,0 0 0 0 0,0 1 0 0 0,0-1 0 0 0,1 1 0 0 0,-2-1 0 0 0,1 1 0 0 0,0 0 0 0 0,1 2 0 0 0,2 5 11 0 0,-1 0-1 0 0,-1 1 0 0 0,1 0 1 0 0,1 15-1 0 0,-3-19-10 0 0,2 24-41 0 0,-1-17-14 0 0,-1 0 0 0 0,2 0 0 0 0,7 25 0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17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97 11519 0 0,'-1'-2'887'0'0,"-1"-5"-374"0"0,1 0-1 0 0,-1-1 1 0 0,1-13 0 0 0,-1 4 3221 0 0,2 15-3314 0 0,0 1 0 0 0,0-1 0 0 0,0 1 0 0 0,-1-1-1 0 0,1 0 1 0 0,-1 1 0 0 0,1-1 0 0 0,-1 1 0 0 0,1-1 0 0 0,-1 1 0 0 0,0-1-1 0 0,0 1 1 0 0,0-1 0 0 0,0 1 0 0 0,0 0 0 0 0,0 0 0 0 0,-2-2 0 0 0,2 2-191 0 0,-1 0 0 0 0,1 0 0 0 0,0 1 0 0 0,-1-1 0 0 0,1 1 0 0 0,-1-1 0 0 0,1 1 0 0 0,-1 0 0 0 0,1-1 0 0 0,-1 1 1 0 0,1 0-1 0 0,-1 0 0 0 0,1 0 0 0 0,-1 0 0 0 0,-2 0 0 0 0,-1 2-15 0 0,-1-1-1 0 0,1 1 1 0 0,-1 0 0 0 0,1 0 0 0 0,0 0-1 0 0,0 1 1 0 0,0 0 0 0 0,-8 5 0 0 0,-8 10-67 0 0,1 1 0 0 0,0 0 0 0 0,1 2 0 0 0,1 0 0 0 0,1 1 0 0 0,-13 25 0 0 0,-35 65-85 0 0,58-96-59 0 0,0 0 0 0 0,2 0 0 0 0,-1 1 0 0 0,2 0 0 0 0,-4 25 0 0 0,7-36-3 0 0,1 0-1 0 0,0 0 1 0 0,0 0 0 0 0,0 0-1 0 0,1 0 1 0 0,-1 0 0 0 0,1-1 0 0 0,1 1-1 0 0,-1 0 1 0 0,1 0 0 0 0,0-1-1 0 0,1 1 1 0 0,-1-1 0 0 0,1 0-1 0 0,0 0 1 0 0,0 0 0 0 0,7 8 0 0 0,-5-8-11 0 0,1 0 1 0 0,-1 0-1 0 0,1 0 1 0 0,0-1-1 0 0,0 0 1 0 0,0 0-1 0 0,1-1 1 0 0,-1 1-1 0 0,1-1 1 0 0,0-1-1 0 0,0 1 1 0 0,0-1-1 0 0,14 2 1 0 0,-1-2-146 0 0,0-1 1 0 0,0 0-1 0 0,0-1 0 0 0,0-2 1 0 0,0 0-1 0 0,23-5 0 0 0,8-6-2565 0 0,54-20 0 0 0,-72 21 21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1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81 201 22319 0 0,'-72'-1'2416'0'0,"71"1"-2401"0"0,1 0-1 0 0,0 0 1 0 0,0 0-1 0 0,-1 0 1 0 0,1 0-1 0 0,0 0 1 0 0,0 0-1 0 0,-1 0 1 0 0,1 0-1 0 0,0 0 1 0 0,0 0-1 0 0,-1 0 1 0 0,1 0-1 0 0,0 0 1 0 0,0 0-1 0 0,-1 0 1 0 0,1 0-1 0 0,0 0 1 0 0,0 0-1 0 0,-1 0 1 0 0,1-1-1 0 0,0 1 1 0 0,0 0-1 0 0,0 0 1 0 0,-1 0-1 0 0,1 0 1 0 0,0-1-1 0 0,0 1 1 0 0,0 0-1 0 0,0 0 1 0 0,-1 0-1 0 0,1-1 1 0 0,0 1-1 0 0,0 0 1 0 0,0 0-1 0 0,0 0 1 0 0,0-1-1 0 0,0 1 1 0 0,0 0-1 0 0,0-1 1 0 0,6-9 1332 0 0,18-10 981 0 0,-23 19-2287 0 0,46-30 244 0 0,1 2 0 0 0,52-23 0 0 0,-97 51-267 0 0,5-4 10 0 0,16-6 83 0 0,34-13-1 0 0,-52 21-73 0 0,0 1-1 0 0,1 1 1 0 0,-1-1-1 0 0,0 1 1 0 0,1 0 0 0 0,-1 1-1 0 0,1 0 1 0 0,-1 0-1 0 0,1 0 1 0 0,-1 1-1 0 0,9 1 1 0 0,-12-1-11 0 0,0 0-1 0 0,0 1 1 0 0,0-1-1 0 0,0 1 1 0 0,0 0-1 0 0,0 0 1 0 0,0 0 0 0 0,-1 0-1 0 0,1 0 1 0 0,-1 1-1 0 0,0-1 1 0 0,1 1-1 0 0,-1 0 1 0 0,0-1 0 0 0,0 1-1 0 0,-1 0 1 0 0,1 0-1 0 0,-1 0 1 0 0,2 5-1 0 0,2 6 60 0 0,-1 1-1 0 0,0-1 0 0 0,2 17 1 0 0,-4-19-38 0 0,3 25-32 0 0,-4-21-77 0 0,7 28 0 0 0,-6-39-308 0 0,-1-1-1 0 0,1 1 1 0 0,-1-1 0 0 0,1 0-1 0 0,0 0 1 0 0,1 0 0 0 0,-1 0-1 0 0,1 0 1 0 0,0-1 0 0 0,6 7-1 0 0,0-3-2342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18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16 179 14279 0 0,'-1'0'73'0'0,"1"0"0"0"0,0 0-1 0 0,-1 0 1 0 0,1 1 0 0 0,0-1-1 0 0,-1 0 1 0 0,1 0 0 0 0,-1 0 0 0 0,1 0-1 0 0,0 0 1 0 0,-1 0 0 0 0,1 0-1 0 0,0 1 1 0 0,0-1 0 0 0,-1 0-1 0 0,1 0 1 0 0,0 0 0 0 0,-1 1 0 0 0,1-1-1 0 0,0 1 1 0 0,-3 11 2491 0 0,1 0-1 0 0,0 0 1 0 0,1 1 0 0 0,0-1-1 0 0,2 16 1 0 0,-1 6-2189 0 0,6 75 507 0 0,0-34-840 0 0,-5-55-383 0 0,7 29 0 0 0,-3-25-741 0 0,-5-23 921 0 0,0-1 0 0 0,0 1 0 0 0,0-1 0 0 0,0 1 0 0 0,0-1 0 0 0,0 1 0 0 0,1-1-1 0 0,-1 1 1 0 0,0-1 0 0 0,0 0 0 0 0,0 1 0 0 0,1-1 0 0 0,-1 1 0 0 0,0-1 0 0 0,1 1 0 0 0,-1-1 0 0 0,0 0 0 0 0,1 1 0 0 0,-1-1 0 0 0,1 0-1 0 0,-1 1 1 0 0,0-1 0 0 0,1 0 0 0 0,-1 0 0 0 0,1 1 0 0 0,0-1-20 0 0,-1 0 0 0 0,0 0 0 0 0,0 0 0 0 0,1 0 0 0 0,-1 0 0 0 0,0 0 0 0 0,0 0 0 0 0,1 0 0 0 0,-1 0 0 0 0,0-1 0 0 0,1 1 0 0 0,-1 0 0 0 0,0 0 0 0 0,0 0 0 0 0,1 0 0 0 0,-1 0 0 0 0,0 0 0 0 0,0-1 0 0 0,0 1 0 0 0,2-1-1267 0 0,-2 0 1267 0 0,0 1 0 0 0,0 0 0 0 0,0 0 0 0 0,0-1 0 0 0,0 1 0 0 0,0 0 0 0 0,0 0 0 0 0,1-1 0 0 0,0-9-2050 0 0</inkml:trace>
  <inkml:trace contextRef="#ctx0" brushRef="#br0" timeOffset="1">97 100 9215 0 0,'-7'-38'653'0'0,"0"-1"1320"0"0,-2 16 14913 0 0,8 32-15670 0 0,4 14-3205 0 0,14 11-1798 0 0,-7-15 1603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1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6911 0 0,'1'3'8600'0'0,"10"40"1909"0"0,-2-6-8199 0 0,8 37-179 0 0,-14-52-1723 0 0,2 0 1 0 0,1 0-1 0 0,16 39 1 0 0,13 1 2 0 0,-34-61-193 0 0,13-12-175 0 0,-11 7-43 0 0,-1 0 0 0 0,0 0 0 0 0,0 0 0 0 0,0 0 0 0 0,0 0 0 0 0,-1-1 0 0 0,3-7 0 0 0,3-35 0 0 0,-5 29 0 0 0,-1 7-7 0 0,18-102-649 0 0,-16 98 464 0 0,1 0 0 0 0,1 0 0 0 0,1 1-1 0 0,0-1 1 0 0,10-16 0 0 0,-5 15-1061 0 0,2 2-54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19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2303 0 0,'3'0'812'0'0,"2"-1"1971"0"0,1 0 0 0 0,0-1 0 0 0,9-3-1 0 0,15-11 4306 0 0,-21 10-5975 0 0,-1-1 1 0 0,1 0-1 0 0,-1 0 0 0 0,10-14 1 0 0,-2-1-780 0 0,0 0 0 0 0,-2-1-1 0 0,14-30 1 0 0,-18 34-147 0 0,-2-1-1 0 0,0 0 1 0 0,-1 0-1 0 0,6-32 0 0 0,-13 50 117 0 0,-1 2-257 0 0,0 1 0 0 0,-1 0 0 0 0,1-1 0 0 0,0 1-1 0 0,0 0 1 0 0,0 0 0 0 0,0-1 0 0 0,0 1 0 0 0,0 0 0 0 0,0 0 0 0 0,0 0 0 0 0,0 0 0 0 0,-1 2-1 0 0,0 1 66 0 0,-8 8 57 0 0,0 2-1 0 0,1-1 0 0 0,0 1 0 0 0,2 0 1 0 0,-1 1-1 0 0,-4 16 0 0 0,4-8-66 0 0,1 0 0 0 0,1 0 0 0 0,-4 37 0 0 0,8-49-88 0 0,1 0-1 0 0,1 0 1 0 0,0 0 0 0 0,1 0-1 0 0,0 0 1 0 0,1 0 0 0 0,3 13 0 0 0,-4-21-43 0 0,0 0 1 0 0,-1-1 0 0 0,2 1 0 0 0,-1 0 0 0 0,0 0-1 0 0,1-1 1 0 0,-1 1 0 0 0,1-1 0 0 0,-1 1-1 0 0,1-1 1 0 0,0 0 0 0 0,0 0 0 0 0,1 0 0 0 0,-1 0-1 0 0,0 0 1 0 0,1 0 0 0 0,-1 0 0 0 0,1-1-1 0 0,-1 1 1 0 0,1-1 0 0 0,0 0 0 0 0,-1 0 0 0 0,1 0-1 0 0,0 0 1 0 0,0 0 0 0 0,0-1 0 0 0,0 1 0 0 0,0-1-1 0 0,0 0 1 0 0,0 0 0 0 0,3 0 0 0 0,1-1-108 0 0,1 0 0 0 0,-1-1 0 0 0,0 0 0 0 0,1 0 0 0 0,-1 0 1 0 0,0-1-1 0 0,-1 0 0 0 0,1-1 0 0 0,0 1 0 0 0,-1-1 0 0 0,0-1 0 0 0,0 1 1 0 0,0-1-1 0 0,0 0 0 0 0,-1 0 0 0 0,7-9 0 0 0,-1 0-23 0 0,0 0 1 0 0,-1-1-1 0 0,0-1 0 0 0,-2 1 0 0 0,13-31 0 0 0,-1-9 267 0 0,-3-2-1 0 0,14-73 0 0 0,-30 160 2799 0 0,3 9-2527 0 0,10 47-1 0 0,-9-69-374 0 0,1 1 1 0 0,0-1-1 0 0,2 0 0 0 0,-1 0 1 0 0,15 22-1 0 0,-13-28 0 0 0,-6-10-6 0 0,-2-1-10 0 0,0 0 10 0 0,-1 0 0 0 0,0 0 0 0 0,1 0 0 0 0,-1 1 1 0 0,1-1-1 0 0,-1 0 0 0 0,0 0 0 0 0,1 0 0 0 0,-1 0 0 0 0,0 0 1 0 0,1 0-1 0 0,-1 0 0 0 0,0 0 0 0 0,1 0 0 0 0,-1 0 0 0 0,0-1 1 0 0,1 1-1 0 0,-1 0 0 0 0,1 0 0 0 0,-1 0 0 0 0,1-1 0 0 0,0 1-1 0 0,0 0 4 0 0,-1 0 0 0 0,1 0 0 0 0,-1 0 0 0 0,1 0 0 0 0,0-1 0 0 0,-1 1 0 0 0,1 0 0 0 0,-1 0 0 0 0,1 0 0 0 0,-1-1 0 0 0,1 1 0 0 0,-1 0 0 0 0,1-1 0 0 0,0 1 0 0 0,-1 0 0 0 0,0-1 0 0 0,1 1 0 0 0,-1-1 0 0 0,1 1 0 0 0,-1-1 0 0 0,0 1 0 0 0,1-1 0 0 0,-1 1 0 0 0,0-1 0 0 0,1 1 0 0 0,-1-1 0 0 0,0 1 0 0 0,0-1 0 0 0,1 0 0 0 0,-1-1 0 0 0,49-99 0 0 0,3-7 0 0 0,-41 89 0 0 0,1-1 0 0 0,1 2 0 0 0,17-21 0 0 0,-24 32 8 0 0,-1 2 0 0 0,1-1-1 0 0,0 1 1 0 0,1-1 0 0 0,-1 2 0 0 0,1-1 0 0 0,8-3-1 0 0,-14 7-4 0 0,1 0 0 0 0,-1 0-1 0 0,1 1 1 0 0,0-1 0 0 0,-1 1-1 0 0,1-1 1 0 0,0 1 0 0 0,-1 0-1 0 0,1-1 1 0 0,0 1 0 0 0,0 0-1 0 0,-1 0 1 0 0,1 0 0 0 0,0 1-1 0 0,0-1 1 0 0,-1 0 0 0 0,1 1 0 0 0,0-1-1 0 0,-1 1 1 0 0,1-1 0 0 0,-1 1-1 0 0,1 0 1 0 0,0 0 0 0 0,-1-1-1 0 0,1 1 1 0 0,-1 0 0 0 0,0 1-1 0 0,1-1 1 0 0,-1 0 0 0 0,0 0-1 0 0,0 0 1 0 0,0 1 0 0 0,0-1-1 0 0,0 1 1 0 0,0-1 0 0 0,0 1-1 0 0,0-1 1 0 0,0 3 0 0 0,7 14 130 0 0,-2 0 1 0 0,0 0 0 0 0,6 35-1 0 0,-1-6-66 0 0,4 23-85 0 0,-9-39-1316 0 0,17 52-1 0 0,-15-62 54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19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42 8287 0 0,'-14'5'174'0'0,"-14"4"329"0"0,0-1 0 0 0,-44 9 21647 0 0,80-15-22173 0 0,-7-1 513 0 0,19 2-339 0 0,1 0 1 0 0,-1 0-1 0 0,42-2 0 0 0,-28-1-129 0 0,220-6-22 0 0,-119 2 0 0 0,253-18-72 0 0,-213 9 189 0 0,14 0-104 0 0,95-6-15 0 0,-169 12 87 0 0,55-3-327 0 0,-125 10-737 0 0,78 9 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2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8287 0 0,'9'-2'22301'0'0,"-10"6"-22946"0"0,0 1-1 0 0,0-1 0 0 0,0 1 0 0 0,1 0 0 0 0,-1-1 0 0 0,1 1 1 0 0,1 6-1 0 0,0 5-1641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2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1839 0 0,'-2'2'134'0'0,"-6"12"-2059"0"0,0 1 3678 0 0,-20 30 14395 0 0,5-8-4187 0 0,40-27-11939 0 0,-11-10-524 0 0,1 1-1 0 0,-1-1 0 0 0,1 0 1 0 0,0 0-1 0 0,-1-1 0 0 0,12-2 1 0 0,4-1-1362 0 0,1 1-295 0 0,1-2-65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2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89 22775 0 0,'0'0'4648'0'0,"0"1"-3893"0"0,-11 78 2335 0 0,5-32-2755 0 0,-6 38 74 0 0,12-83-318 0 0,0-4-81 0 0,1 0-1 0 0,-1 0 1 0 0,1 0-1 0 0,0 0 1 0 0,0 0-1 0 0,0 0 1 0 0,0 0 0 0 0,2-3-1 0 0,2-4 1 0 0,7-12-55 0 0,0-1 0 0 0,1 1 0 0 0,1 1 0 0 0,1 1 1 0 0,30-31-1 0 0,-40 45 42 0 0,56-55-76 0 0,-51 51 68 0 0,0 0-1 0 0,1 2 1 0 0,0-1-1 0 0,16-7 1 0 0,-25 14 15 0 0,-1 0-1 0 0,1 0 1 0 0,0 0-1 0 0,-1 1 1 0 0,1-1-1 0 0,-1 1 1 0 0,1-1-1 0 0,0 1 1 0 0,0 0-1 0 0,-1 0 1 0 0,1-1-1 0 0,0 1 1 0 0,-1 0 0 0 0,1 0-1 0 0,0 1 1 0 0,0-1-1 0 0,-1 0 1 0 0,1 1-1 0 0,0-1 1 0 0,-1 1-1 0 0,1-1 1 0 0,0 1-1 0 0,-1 0 1 0 0,1 0-1 0 0,2 1 1 0 0,-2 1 4 0 0,0-1 1 0 0,0 0-1 0 0,0 1 0 0 0,-1-1 0 0 0,1 1 1 0 0,-1 0-1 0 0,0-1 0 0 0,1 1 0 0 0,-1 0 1 0 0,0 0-1 0 0,-1 0 0 0 0,1 0 0 0 0,0 0 1 0 0,-1 3-1 0 0,3 32 230 0 0,-1 0 0 0 0,-6 65 0 0 0,1-51-256 0 0,3-11 18 0 0,2-33-13 0 0,5-9-41 0 0,-4 0 59 0 0,-1-1 0 0 0,0 0 0 0 0,1 0 0 0 0,-1 0 0 0 0,0 0-1 0 0,0 0 1 0 0,0-1 0 0 0,0 1 0 0 0,3-5 0 0 0,14-28-108 0 0,-11 18-8 0 0,12-19 0 0 0,31-41-1 0 0,-39 61 83 0 0,1 1-1 0 0,0 0 1 0 0,1 0-1 0 0,26-19 0 0 0,-37 32 23 0 0,0 0-1 0 0,-1 0 1 0 0,1 0 0 0 0,0 1-1 0 0,0-1 1 0 0,0 1-1 0 0,0 0 1 0 0,0 0-1 0 0,0 0 1 0 0,1 0-1 0 0,-1 1 1 0 0,0-1 0 0 0,6 1-1 0 0,-7 0 8 0 0,-1 0-1 0 0,1 1 1 0 0,0-1-1 0 0,-1 0 1 0 0,1 1-1 0 0,0 0 1 0 0,-1-1-1 0 0,1 1 1 0 0,-1 0-1 0 0,1 0 1 0 0,-1 0-1 0 0,1 0 1 0 0,-1 0-1 0 0,0 0 1 0 0,1 1-1 0 0,-1-1 1 0 0,0 0-1 0 0,0 0 1 0 0,0 1-1 0 0,0-1 1 0 0,0 1-1 0 0,0-1 1 0 0,-1 1-1 0 0,1 0 1 0 0,0-1 0 0 0,0 4-1 0 0,2 7 36 0 0,-1 1 0 0 0,0-1 0 0 0,-1 0 0 0 0,0 1 0 0 0,-1 0-1 0 0,-3 23 1 0 0,2-20-501 0 0,0 0 0 0 0,1 0 0 0 0,3 21 0 0 0,-3-36 183 0 0,0 0 1 0 0,1 1-1 0 0,-1-1 1 0 0,1 0-1 0 0,-1 1 1 0 0,1-1-1 0 0,0 0 0 0 0,-1 0 1 0 0,1 0-1 0 0,0 0 1 0 0,0 0-1 0 0,0 0 1 0 0,0 0-1 0 0,2 2 0 0 0,6 2-2394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2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44 10591 0 0,'-32'-37'15961'0'0,"31"37"-15825"0"0,0-1 1 0 0,1 1-1 0 0,-1 0 0 0 0,1 0 0 0 0,-1 0 0 0 0,1 0 0 0 0,-1 0 0 0 0,0 0 0 0 0,1 0 0 0 0,-1 0 0 0 0,1 0 0 0 0,-1 0 0 0 0,1 0 0 0 0,-1 0 0 0 0,0 0 0 0 0,1 1 0 0 0,-1-1 0 0 0,1 0 0 0 0,-1 0 1 0 0,1 1-1 0 0,-1-1 0 0 0,0 1 0 0 0,-11 7 748 0 0,4-2-648 0 0,1 1 1 0 0,1 0-1 0 0,0 1 1 0 0,0 0-1 0 0,0 0 1 0 0,-7 14 0 0 0,9-15-140 0 0,3-5-37 0 0,1-1-60 0 0,0 0 0 0 0,0 0 0 0 0,0-1 0 0 0,0 1 1 0 0,0 0-1 0 0,0-1 0 0 0,0 1 0 0 0,0 0 0 0 0,0-1 0 0 0,1 1 0 0 0,-1 0 0 0 0,0-1 1 0 0,1 1-1 0 0,-1-1 0 0 0,0 1 0 0 0,1 0 0 0 0,-1-1 0 0 0,1 1 0 0 0,-1-1 0 0 0,1 1 0 0 0,-1-1 1 0 0,1 1-1 0 0,-1-1 0 0 0,1 0 0 0 0,-1 1 0 0 0,1-1 0 0 0,0 0 0 0 0,-1 1 0 0 0,1-1 1 0 0,0 0-1 0 0,-1 0 0 0 0,1 1 0 0 0,0-1 0 0 0,1 0-7 0 0,1 1-15 0 0,1 0 0 0 0,0 0 1 0 0,0 0-1 0 0,0-1 0 0 0,0 0 0 0 0,-1 1 0 0 0,1-2 0 0 0,0 1 0 0 0,0 0 0 0 0,0-1 0 0 0,0 0 0 0 0,-1 1 0 0 0,1-1 0 0 0,0-1 0 0 0,4-1 1 0 0,-1 0-3 0 0,1-1 1 0 0,0 0 0 0 0,-1 0 0 0 0,0 0 0 0 0,13-11 0 0 0,-17 13-112 0 0,-1-1 0 0 0,0 1 0 0 0,0-1 0 0 0,0 1 0 0 0,0-1 0 0 0,0 1 0 0 0,-1-1 0 0 0,1 0 0 0 0,-1 0 0 0 0,1 0 0 0 0,-1 0 0 0 0,0 0 0 0 0,-1 0 0 0 0,1 0 0 0 0,0 0 0 0 0,-1 0 0 0 0,0-1 0 0 0,1 1 0 0 0,-1 0 0 0 0,-1-5 0 0 0,-4 1-2494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4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 21191 0 0,'-1'-1'969'0'0,"-14"-6"1894"0"0,16 23-2348 0 0,1-1-1 0 0,0 1 1 0 0,8 23 0 0 0,-1 2-99 0 0,53 316 826 0 0,-60-347-1215 0 0,0 0 3 0 0,1 0 0 0 0,0-1 0 0 0,4 11 0 0 0,-5-16-171 0 0,1 2 34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38 232 11055 0 0,'-12'-19'570'0'0,"-8"-14"2213"0"0,19 30-1934 0 0,0 1-1 0 0,0-1 0 0 0,1 1 1 0 0,-1-1-1 0 0,0 1 0 0 0,1-1 1 0 0,-1 0-1 0 0,1 1 0 0 0,0-1 1 0 0,0 0-1 0 0,0-3 0 0 0,1 3-582 0 0,0 1 0 0 0,0-1-1 0 0,1 1 1 0 0,-1 0 0 0 0,0-1-1 0 0,1 1 1 0 0,-1 0 0 0 0,1 0-1 0 0,0 0 1 0 0,2-3 0 0 0,-2 4-62 0 0,4-5 21 0 0,0 1-1 0 0,1-1 1 0 0,0 2 0 0 0,0-1-1 0 0,13-6 1 0 0,-1 2 38 0 0,23-7-1 0 0,6 1-216 0 0,82-16 0 0 0,-108 28-45 0 0,-1 0 0 0 0,0 2 0 0 0,1 0 0 0 0,-1 1 0 0 0,1 2 0 0 0,32 5 0 0 0,-46-5 2 0 0,0 0 0 0 0,0 0 0 0 0,0 1-1 0 0,0 0 1 0 0,-1 0 0 0 0,1 1 0 0 0,-1 0 0 0 0,9 7 0 0 0,-14-10-1 0 0,0 1 0 0 0,1 0 1 0 0,-1 0-1 0 0,0 0 1 0 0,0 1-1 0 0,-1-1 0 0 0,1 0 1 0 0,0 1-1 0 0,-1-1 0 0 0,0 1 1 0 0,1-1-1 0 0,-1 1 0 0 0,0 0 1 0 0,0 0-1 0 0,-1-1 0 0 0,1 1 1 0 0,-1 0-1 0 0,1 0 1 0 0,-1 0-1 0 0,0 0 0 0 0,0 0 1 0 0,0 0-1 0 0,0 0 0 0 0,0-1 1 0 0,-1 1-1 0 0,-1 6 0 0 0,0-4 44 0 0,-1 1 0 0 0,1 0 0 0 0,-1-1 0 0 0,0 1 0 0 0,0-1 0 0 0,-1 0 0 0 0,0 0 0 0 0,-5 6 0 0 0,-41 35 318 0 0,29-27-199 0 0,6-6-104 0 0,-2-1 0 0 0,-30 18 0 0 0,7-5-28 0 0,-2 0-243 0 0,25-15-132 0 0,0 0-1 0 0,-17 15 1 0 0,30-22-309 0 0,0 1 1 0 0,1 0 0 0 0,-1 0 0 0 0,1 0 0 0 0,-4 7-1 0 0,-1 2-8794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5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15 209 23183 0 0,'0'3'1060'0'0,"-1"11"-294"0"0,1 23-1 0 0,0 16 736 0 0,-5-11 323 0 0,1-12-1431 0 0,1 0-1 0 0,2 1 0 0 0,4 51 0 0 0,-3-79-944 0 0,1-1-40 0 0,0 0 0 0 0,-1 1-1 0 0,1-1 1 0 0,0 0 0 0 0,1 1-1 0 0,-1-1 1 0 0,2 2 0 0 0,-3-3 462 0 0</inkml:trace>
  <inkml:trace contextRef="#ctx0" brushRef="#br0" timeOffset="1">427 80 23759 0 0,'0'0'2152'0'0,"2"-2"-1771"0"0,1-2-96 0 0,1-1 0 0 0,-1 1 0 0 0,1 0 0 0 0,1 0 0 0 0,-1 1 0 0 0,0-1 0 0 0,1 1 0 0 0,0 0 0 0 0,0 0 0 0 0,0 1 0 0 0,0-1 0 0 0,0 1 0 0 0,0 0 0 0 0,11-2 0 0 0,23-9 65 0 0,-33 11-577 0 0,-1-1 0 0 0,1 1 0 0 0,0 0-1 0 0,0 1 1 0 0,0-1 0 0 0,0 1 0 0 0,1 0-1 0 0,-1 1 1 0 0,0 0 0 0 0,10 0 0 0 0,-5 4-1080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6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45 418 8287 0 0,'-44'-3'18092'0'0,"46"3"-17156"0"0,87-24 1280 0 0,3-3-3909 0 0,-73 21 769 0 0,11-2-5691 0 0,4 0-2117 0 0</inkml:trace>
  <inkml:trace contextRef="#ctx0" brushRef="#br0" timeOffset="1">974 13 10135 0 0,'-12'-9'1079'0'0,"10"8"-1025"0"0,1 1-1 0 0,-1-1 1 0 0,1 1-1 0 0,-1 0 1 0 0,0-1 0 0 0,1 1-1 0 0,-1 0 1 0 0,1 0 0 0 0,-1 0-1 0 0,-1 0 1 0 0,-1 1 871 0 0,0 0 0 0 0,1-1 0 0 0,-1 1 0 0 0,1 1 1 0 0,0-1-1 0 0,-1 1 0 0 0,-3 1 0 0 0,-21 18 6810 0 0,13-8-6551 0 0,2 2-737 0 0,-1 0 0 0 0,2 1 0 0 0,0 1-1 0 0,1 0 1 0 0,0 0 0 0 0,2 1 0 0 0,-14 34 0 0 0,19-40-433 0 0,1 0 1 0 0,0 0-1 0 0,0 0 1 0 0,2 1 0 0 0,-1-1-1 0 0,1 1 1 0 0,1-1-1 0 0,1 1 1 0 0,-1 0 0 0 0,2-1-1 0 0,0 1 1 0 0,0-1-1 0 0,8 21 1 0 0,-8-28-23 0 0,1 1 0 0 0,-1-1 0 0 0,1 0 0 0 0,1 0 0 0 0,-1 0 0 0 0,1 0 0 0 0,0 0 0 0 0,0-1 0 0 0,0 0 0 0 0,0 0 0 0 0,1 0 0 0 0,0 0 0 0 0,0-1 0 0 0,0 1 0 0 0,0-1 0 0 0,0-1 0 0 0,1 1 0 0 0,-1-1 0 0 0,1 0 0 0 0,0 0 0 0 0,-1 0 0 0 0,1-1 0 0 0,0 0 0 0 0,0 0 0 0 0,0-1 0 0 0,6 1 0 0 0,-4-1-2 0 0,-1 0 0 0 0,0-1 1 0 0,0 1-1 0 0,0-1 0 0 0,1-1 0 0 0,-1 1 0 0 0,0-1 0 0 0,0 0 1 0 0,-1-1-1 0 0,1 0 0 0 0,0 0 0 0 0,-1 0 0 0 0,0-1 1 0 0,0 0-1 0 0,0 0 0 0 0,0 0 0 0 0,0-1 0 0 0,-1 0 0 0 0,0 0 1 0 0,0-1-1 0 0,5-7 0 0 0,-4 3-45 0 0,-1-1-1 0 0,0 1 1 0 0,0-1 0 0 0,-1-1 0 0 0,0 1-1 0 0,-1-1 1 0 0,-1 1 0 0 0,0-1 0 0 0,0 0-1 0 0,-1 0 1 0 0,-1-17 0 0 0,0 20-11 0 0,-1-1 1 0 0,0 0 0 0 0,-1 1 0 0 0,0-1-1 0 0,0 0 1 0 0,-1 1 0 0 0,0 0-1 0 0,-1 0 1 0 0,0 0 0 0 0,0 0 0 0 0,-1 0-1 0 0,0 1 1 0 0,0 0 0 0 0,-9-9-1 0 0,11 14-358 0 0,0-1-1 0 0,-1 1 1 0 0,0 1-1 0 0,0-1 1 0 0,1 0 0 0 0,-2 1-1 0 0,1 0 1 0 0,-8-3-1 0 0,8 3-117 0 0,-7-2-1101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15663 0 0,'0'3'10129'0'0,"0"7"-6273"0"0,4 2-3010 0 0,-3-8-1018 0 0,0-1-1 0 0,0 1 1 0 0,0-1 0 0 0,-1 1 0 0 0,0 0 0 0 0,1-1-1 0 0,-2 6 1 0 0,1 2-424 0 0,0 1-2717 0 0,-1-3 1417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6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7367 0 0,'3'-24'-417'0'0,"-2"21"1203"0"0,-1 0 0 0 0,1 0 0 0 0,1 0 0 0 0,-1 0 1 0 0,0 1-1 0 0,1-1 0 0 0,2-3 0 0 0,1 0 1404 0 0,0 0-1 0 0,0 1 1 0 0,1 0-1 0 0,0 0 1 0 0,6-4-1 0 0,1 0-1589 0 0,1 1-1 0 0,0 0 1 0 0,0 1-1 0 0,1 0 1 0 0,0 1-1 0 0,0 1 1 0 0,21-5-1 0 0,-11 3-420 0 0,-9 3-91 0 0,1-1 0 0 0,-1 2 0 0 0,1 0 0 0 0,-1 1 0 0 0,22 1 0 0 0,-25 3-35 0 0,-4 4-42 0 0,-8-4-10 0 0,0 0 0 0 0,1 0 0 0 0,-1 0 0 0 0,0 0-1 0 0,0 0 1 0 0,-1 0 0 0 0,1 0 0 0 0,0 1 0 0 0,-1-1 0 0 0,1 0 0 0 0,-1 0 0 0 0,0 1-1 0 0,0-1 1 0 0,0 0 0 0 0,0 0 0 0 0,0 1 0 0 0,0-1 0 0 0,0 0 0 0 0,-1 0 0 0 0,0 1-1 0 0,1-1 1 0 0,-1 0 0 0 0,0 0 0 0 0,0 0 0 0 0,-1 3 0 0 0,-3 4 33 0 0,0 1-1 0 0,-1-1 1 0 0,0-1 0 0 0,-8 10 0 0 0,-36 40 166 0 0,23-28-170 0 0,1 1 0 0 0,2 0 0 0 0,-29 52 0 0 0,49-78-30 0 0,1 1 0 0 0,1-1 0 0 0,-1 1 0 0 0,1 0 0 0 0,0 0 0 0 0,1 0 0 0 0,-1 0 0 0 0,1 0 0 0 0,0 0 0 0 0,0 9 0 0 0,4 0 0 0 0,0-11 0 0 0,-1-3 0 0 0,0 2-3 0 0,0-1 0 0 0,1 1 0 0 0,-1-1 0 0 0,0 0 0 0 0,1 0 0 0 0,-1 0-1 0 0,1 0 1 0 0,0 0 0 0 0,0-1 0 0 0,0 1 0 0 0,0-1 0 0 0,0 0 0 0 0,0 0 0 0 0,0 0 0 0 0,0 0 0 0 0,0 0 0 0 0,1-1 0 0 0,-1 0-1 0 0,0 1 1 0 0,7-2 0 0 0,4 1-74 0 0,1-2 0 0 0,-1 0 0 0 0,18-4 0 0 0,-32 6 74 0 0,34-10-1288 0 0,53-22 1 0 0,-60 21 499 0 0,105-54-6119 0 0,-81 35 4392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208 151 5527 0 0,'-2'-8'-1398'0'0,"-2"-11"2392"0"0,-7-11 6878 0 0,10 27-6944 0 0,0 0 1 0 0,0 1 0 0 0,0-1 0 0 0,0 1-1 0 0,-1-1 1 0 0,0 1 0 0 0,1 0 0 0 0,-1 0 0 0 0,0-1-1 0 0,0 1 1 0 0,0 0 0 0 0,0 1 0 0 0,-1-1 0 0 0,1 0-1 0 0,-3-1 1 0 0,3 3-761 0 0,0-1 0 0 0,0 1 0 0 0,-1-1 0 0 0,1 1 0 0 0,0 0 0 0 0,0 0 1 0 0,-1 0-1 0 0,1 0 0 0 0,0 1 0 0 0,0-1 0 0 0,0 1 0 0 0,0-1 0 0 0,-1 1 0 0 0,1 0 0 0 0,0 0 0 0 0,0-1 0 0 0,0 1 0 0 0,-2 2 0 0 0,-6 3 97 0 0,1 0 0 0 0,-11 10 0 0 0,19-15-236 0 0,-10 8 75 0 0,0 1 0 0 0,0 0-1 0 0,-14 18 1 0 0,23-25-100 0 0,0-1 0 0 0,0 1 1 0 0,0-1-1 0 0,0 1 0 0 0,1 0 0 0 0,-1 0 1 0 0,1 0-1 0 0,0 0 0 0 0,0 0 0 0 0,0 0 0 0 0,0 0 1 0 0,1 0-1 0 0,-1 0 0 0 0,1 0 0 0 0,-1 0 1 0 0,1 1-1 0 0,0-1 0 0 0,0 0 0 0 0,1 0 0 0 0,-1 0 1 0 0,1 1-1 0 0,0-1 0 0 0,1 3 0 0 0,-1-3-2 0 0,1-1 0 0 0,0 1-1 0 0,0-1 1 0 0,0 0 0 0 0,0 0-1 0 0,0 0 1 0 0,1 0-1 0 0,-1 0 1 0 0,0-1 0 0 0,1 1-1 0 0,-1-1 1 0 0,1 1 0 0 0,0-1-1 0 0,0 0 1 0 0,-1 0 0 0 0,1 0-1 0 0,0 0 1 0 0,0-1 0 0 0,4 1-1 0 0,4 1-24 0 0,-1-1-1 0 0,0 0 0 0 0,1-1 1 0 0,13-2-1 0 0,2-1-38 0 0,0-1-1 0 0,-1-1 1 0 0,37-12 0 0 0,-51 13 44 0 0,0 0 0 0 0,-1-1 1 0 0,0 0-1 0 0,0-1 0 0 0,0 0 0 0 0,-1 0 1 0 0,0-1-1 0 0,0 0 0 0 0,0-1 1 0 0,11-13-1 0 0,-18 18 8 0 0,0 1-1 0 0,0-1 1 0 0,-1 0 0 0 0,1 0 0 0 0,-1 0-1 0 0,1 0 1 0 0,-1 0 0 0 0,0 0 0 0 0,0 0-1 0 0,0 0 1 0 0,-1 0 0 0 0,1 0 0 0 0,-1-1-1 0 0,0 1 1 0 0,0 0 0 0 0,0 0 0 0 0,0-1-1 0 0,0 1 1 0 0,-1 0 0 0 0,1 0 0 0 0,-1 0-1 0 0,0-1 1 0 0,0 1 0 0 0,0 0-1 0 0,0 0 1 0 0,-1 0 0 0 0,1 0 0 0 0,-1 1-1 0 0,0-1 1 0 0,-4-5 0 0 0,2 4-93 0 0,0-1 1 0 0,0 1-1 0 0,-1 0 0 0 0,1 0 1 0 0,-1 0-1 0 0,0 0 1 0 0,0 1-1 0 0,0 0 0 0 0,-1 0 1 0 0,1 1-1 0 0,-1-1 1 0 0,0 1-1 0 0,0 0 0 0 0,1 1 1 0 0,-12-2-1 0 0,11 2-171 0 0,1 1 0 0 0,-1 0 0 0 0,1 1 0 0 0,-1-1 0 0 0,1 1 0 0 0,0 0-1 0 0,-1 0 1 0 0,1 1 0 0 0,0 0 0 0 0,-6 2 0 0 0,3 0-702 0 0,1 1-1 0 0,-1-1 0 0 0,1 1 1 0 0,0 1-1 0 0,-10 9 1 0 0,0 2-6882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7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75 5983 0 0,'34'-41'14016'0'0,"-39"37"-11437"0"0,3 2-2167 0 0,-1 1 1 0 0,1 0 0 0 0,-1 0-1 0 0,1 0 1 0 0,-1 0-1 0 0,0 0 1 0 0,1 0-1 0 0,-1 1 1 0 0,0-1-1 0 0,0 1 1 0 0,1 0 0 0 0,-1 0-1 0 0,0 0 1 0 0,0 0-1 0 0,-3 1 1 0 0,-7 1 88 0 0,0 1 0 0 0,-12 4 0 0 0,18-5-289 0 0,-9 4-92 0 0,0 1 0 0 0,0 0 0 0 0,1 1 0 0 0,0 1 0 0 0,1 0 0 0 0,0 1 0 0 0,0 0 1 0 0,1 1-1 0 0,0 1 0 0 0,1 0 0 0 0,-15 19 0 0 0,23-25-103 0 0,0-1-1 0 0,0 1 1 0 0,1-1-1 0 0,0 1 1 0 0,0 0-1 0 0,0 0 1 0 0,-3 13-1 0 0,6-17-21 0 0,-1 0-1 0 0,1 0 0 0 0,0 0 1 0 0,0 0-1 0 0,0 0 0 0 0,0 0 1 0 0,0 0-1 0 0,0 0 0 0 0,0 0 1 0 0,1 0-1 0 0,-1 0 0 0 0,1 0 1 0 0,-1 0-1 0 0,1 0 0 0 0,0 0 1 0 0,0 0-1 0 0,0 0 0 0 0,0 0 1 0 0,0 0-1 0 0,0-1 0 0 0,0 1 1 0 0,1 0-1 0 0,-1-1 0 0 0,1 1 1 0 0,-1-1-1 0 0,1 0 0 0 0,-1 1 1 0 0,4 1-1 0 0,1 0-11 0 0,1-1-1 0 0,-1 1 1 0 0,1-1-1 0 0,-1 0 1 0 0,1 0-1 0 0,0-1 1 0 0,-1 0-1 0 0,1 0 1 0 0,0-1-1 0 0,0 0 1 0 0,0 0-1 0 0,0 0 1 0 0,-1-1-1 0 0,13-3 1 0 0,-6 1 6 0 0,0-1 0 0 0,0 0 0 0 0,-1 0-1 0 0,0-2 1 0 0,0 1 0 0 0,20-14 0 0 0,-25 14 8 0 0,1 0-1 0 0,-1-1 1 0 0,0 0-1 0 0,0-1 1 0 0,-1 0-1 0 0,0 0 1 0 0,0 0-1 0 0,-1 0 1 0 0,8-13 0 0 0,-11 15-17 0 0,0 0 0 0 0,0 0 0 0 0,0 1 0 0 0,-1-1 0 0 0,0 0 0 0 0,0 0 0 0 0,0-1 1 0 0,0 1-1 0 0,-1 0 0 0 0,0 0 0 0 0,0 0 0 0 0,-1 0 0 0 0,1 0 0 0 0,-1-1 1 0 0,0 1-1 0 0,0 0 0 0 0,-1 0 0 0 0,-3-8 0 0 0,2 5-246 0 0,-1 1-1 0 0,0-1 1 0 0,-6-8-1 0 0,-11-5-3992 0 0,13 14 2648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0 583 21223 0 0,'0'0'2441'0'0,"2"1"-1461"0"0,-1 0-920 0 0,-1-1-1 0 0,1 0 0 0 0,-1 0 1 0 0,1 1-1 0 0,0-1 0 0 0,-1 0 1 0 0,1 0-1 0 0,0 0 1 0 0,-1 0-1 0 0,1 1 0 0 0,0-1 1 0 0,-1 0-1 0 0,1 0 0 0 0,0 0 1 0 0,-1-1-1 0 0,1 1 0 0 0,0 0 1 0 0,-1 0-1 0 0,1 0 0 0 0,0 0 1 0 0,-1-1-1 0 0,1 1 0 0 0,0 0 1 0 0,-1-1-1 0 0,1 1 0 0 0,0-1 1 0 0,0 0 190 0 0,1 0 1 0 0,-1-1-1 0 0,0 1 0 0 0,0-1 1 0 0,0 1-1 0 0,0-1 1 0 0,-1 1-1 0 0,1-1 1 0 0,0 1-1 0 0,0-3 1 0 0,1-4 690 0 0,0 0 0 0 0,0 0 1 0 0,0-15-1 0 0,-2-106-941 0 0,1-20 0 0 0,1 128 0 0 0,1 0 0 0 0,0 0 0 0 0,1 0 0 0 0,14-37 0 0 0,-7 35 0 0 0,-11 23 0 0 0,0-1 0 0 0,1 1 0 0 0,-1 0 0 0 0,0-1 0 0 0,0 1 0 0 0,0 0 0 0 0,0-1 0 0 0,1 1 0 0 0,-1 0 0 0 0,0-1 0 0 0,0 1 0 0 0,1 0 0 0 0,-1 0 0 0 0,0-1 0 0 0,0 1 0 0 0,1 0 0 0 0,-1 0 0 0 0,0 0 0 0 0,1-1 0 0 0,-1 1 0 0 0,0 0 0 0 0,1 0 0 0 0,-1 0 0 0 0,0 0 0 0 0,1 0 0 0 0,-1 0 0 0 0,1 0 0 0 0,-1-1 0 0 0,0 1 0 0 0,1 0 0 0 0,-1 0 0 0 0,0 1 0 0 0,1-1 0 0 0,-1 0 0 0 0,0 0 0 0 0,1 0 0 0 0,-1 0 0 0 0,0 0 0 0 0,1 0 0 0 0,-1 0 0 0 0,0 1 0 0 0,1-1 0 0 0,-1 0 0 0 0,0 0 0 0 0,1 0 0 0 0,-1 1 0 0 0,0-1 0 0 0,1 0 0 0 0,-1 1 0 0 0,10 5 0 0 0,-2 0 0 0 0,1 1 0 0 0,-1 0 0 0 0,0 1 0 0 0,9 10 0 0 0,20 18 0 0 0,-26-26 0 0 0,1-2 0 0 0,0 0 0 0 0,0 0 0 0 0,0-1 0 0 0,1 0 0 0 0,18 6 0 0 0,-25-11 0 0 0,0 0 0 0 0,1 0 0 0 0,-1-1 0 0 0,0 0 0 0 0,1-1 0 0 0,-1 1 0 0 0,1-1 0 0 0,-1-1 0 0 0,1 1 0 0 0,-1-1 0 0 0,0 0 0 0 0,1 0 0 0 0,-1-1 0 0 0,0 0 0 0 0,0 0 0 0 0,9-4 0 0 0,-6 1 0 0 0,0-1 0 0 0,0 1 0 0 0,-1-1 0 0 0,0-1 0 0 0,0 0 0 0 0,-1 0 0 0 0,0 0 0 0 0,10-14 0 0 0,1-4 0 0 0,21-43 0 0 0,-11 18 0 0 0,-30 92 0 0 0,-1-6-107 0 0,2-1-1 0 0,1 1 1 0 0,2 0-1 0 0,1-1 1 0 0,2 0-1 0 0,10 39 1 0 0,-11-59-660 0 0,4 17-756 0 0,0-11-7251 0 0,-3-8-258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5 160 13823 0 0,'2'2'13028'0'0,"0"0"-12646"0"0,-1 1 0 0 0,1 0-1 0 0,-1 0 1 0 0,1-1 0 0 0,-1 1 0 0 0,0 0-1 0 0,0 0 1 0 0,0 0 0 0 0,0 5 0 0 0,4 33 90 0 0,-3-13 10 0 0,4 22-252 0 0,29 190-53 0 0,-34-238-316 0 0</inkml:trace>
  <inkml:trace contextRef="#ctx0" brushRef="#br0" timeOffset="1">0 30 16127 0 0,'2'-1'9865'0'0,"8"-7"-7957"0"0,-3 4-1545 0 0,0 1-1 0 0,0 0 1 0 0,0 1-1 0 0,0 0 0 0 0,1 0 1 0 0,-1 0-1 0 0,1 1 1 0 0,-1 0-1 0 0,15 0 1 0 0,6 2-225 0 0,35 6 0 0 0,-58-7-95 0 0,2 1-23 0 0,0 1-1 0 0,0-1 0 0 0,0 1 0 0 0,0 1 1 0 0,-1-1-1 0 0,1 1 0 0 0,-1 0 0 0 0,1 1 1 0 0,-1-1-1 0 0,0 1 0 0 0,0 1 1 0 0,9 7-1 0 0,-13-9-8 0 0,1 0 1 0 0,-1 0-1 0 0,0-1 1 0 0,1 1 0 0 0,-1 0-1 0 0,-1 1 1 0 0,1-1-1 0 0,0 0 1 0 0,-1 0-1 0 0,0 1 1 0 0,1-1 0 0 0,-1 1-1 0 0,-1-1 1 0 0,1 1-1 0 0,0 0 1 0 0,-1-1-1 0 0,0 1 1 0 0,0 0 0 0 0,0-1-1 0 0,0 1 1 0 0,-1 0-1 0 0,1-1 1 0 0,-1 1-1 0 0,0-1 1 0 0,0 1-1 0 0,-2 4 1 0 0,-1 0-40 0 0,0 0 0 0 0,0-1 1 0 0,-1 0-1 0 0,0 0 0 0 0,0 0 0 0 0,0 0 1 0 0,-1-1-1 0 0,0 0 0 0 0,-10 8 0 0 0,-6 2 358 0 0,-39 22-1 0 0,1 0-3258 0 0,50-32 753 0 0,0 2 1 0 0,1-1-1 0 0,-14 17 1 0 0,8-6-6943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38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48 6911 0 0,'5'-2'122'0'0,"-1"0"0"0"0,1 0 0 0 0,-1 0 0 0 0,8-6 0 0 0,-8 6 389 0 0,0-1 0 0 0,0 1 0 0 0,0 0 0 0 0,0 0 0 0 0,7-2 0 0 0,33-12 18357 0 0,-44 17-18737 0 0,-1 1 0 0 0,0-1 0 0 0,-1 1 0 0 0,1-1 1 0 0,0 0-1 0 0,0 0 0 0 0,-1 1 0 0 0,1-1 0 0 0,0 0 0 0 0,-3 1 0 0 0,3-1-57 0 0,-71 44 779 0 0,41-26-813 0 0,1 1-1 0 0,-37 32 1 0 0,48-29-55 0 0,18-22-54 0 0,2 0 12 0 0,3 1 51 0 0,0-1 0 0 0,-1 0 0 0 0,1 0 0 0 0,0 0 0 0 0,0-1-1 0 0,0 1 1 0 0,-1-1 0 0 0,1 0 0 0 0,0 0 0 0 0,0 0 0 0 0,0-1 0 0 0,0 1 0 0 0,6-3 0 0 0,8-2-51 0 0,29-13 0 0 0,-13 5 29 0 0,-17 7 27 0 0,-4 1 4 0 0,-1 1 0 0 0,1 0 0 0 0,0 1-1 0 0,0 0 1 0 0,0 1 0 0 0,1 0 0 0 0,24 1-1 0 0,-32 2 45 0 0,0 1 1 0 0,0-1-1 0 0,0 1 0 0 0,-1 1 0 0 0,1-1 0 0 0,-1 1 0 0 0,1 0 0 0 0,-1 0 0 0 0,0 1 1 0 0,0-1-1 0 0,0 1 0 0 0,-1 0 0 0 0,1 1 0 0 0,-1-1 0 0 0,5 7 0 0 0,4 6 42 0 0,-1 0 1 0 0,0 2-1 0 0,9 18 0 0 0,-19-33-159 0 0,29 62 379 0 0,-29-60-691 0 0,0 1-1 0 0,0 0 1 0 0,0 0 0 0 0,-1-1-1 0 0,1 1 1 0 0,-2 0-1 0 0,1 0 1 0 0,-1 10-1 0 0,-4 9-10242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22543 0 0,'0'0'2047'0'0,"2"0"-1686"0"0,4 0-294 0 0,0 1 0 0 0,-1-1-1 0 0,1 1 1 0 0,0 1 0 0 0,-1-1-1 0 0,1 1 1 0 0,-1 0 0 0 0,1 0 0 0 0,-1 1-1 0 0,0-1 1 0 0,0 1 0 0 0,6 5-1 0 0,6 5 533 0 0,-2 0-1 0 0,17 19 1 0 0,-17-17-358 0 0,6 8 240 0 0,-2 1 0 0 0,28 42 1 0 0,-29-37-428 0 0,40 45 0 0 0,-32-48-588 0 0,36 28 0 0 0,-19-19-4606 0 0,-32-25-3420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31 14743 0 0,'-1'-1'-19'0'0,"-1"-2"337"0"0,0-1 1 0 0,0 1-1 0 0,0 0 1 0 0,-5-6 0 0 0,-5 1-265 0 0,7 9 118 0 0,4-1 19 0 0,-3 0 524 0 0,0 1 0 0 0,1-1 0 0 0,-1 1 0 0 0,1 0 0 0 0,-1 0 0 0 0,1 0 0 0 0,-1 0 0 0 0,1 1 0 0 0,0-1 0 0 0,0 1-1 0 0,-1 0 1 0 0,1 0 0 0 0,-2 3 0 0 0,-6 3 205 0 0,1 1-1 0 0,-9 12 1 0 0,13-14-904 0 0,-78 97 1090 0 0,17-18-787 0 0,42-56-191 0 0,-76 80 15 0 0,89-99-595 0 0,1 0 1 0 0,0 1-1 0 0,1 0 0 0 0,1 0 1 0 0,-12 21-1 0 0,14-19-2376 0 0,4 1-6577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2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0 358 8751 0 0,'0'0'794'0'0,"1"2"4"0"0,2 9 1560 0 0,-2-7 608 0 0,-1 0-1 0 0,1 1 1 0 0,-1-1 0 0 0,1 9 0 0 0,-3 1-1205 0 0,2 23 1 0 0,1-18-1643 0 0,2 0 0 0 0,9 33 0 0 0,-9-42-1396 0 0,6 10-8515 0 0,2-4 1018 0 0</inkml:trace>
  <inkml:trace contextRef="#ctx0" brushRef="#br0" timeOffset="1">525 19 13359 0 0,'2'-1'14884'0'0,"5"-2"-14438"0"0,-1 0 1 0 0,1 1-1 0 0,0-1 0 0 0,-1 1 0 0 0,1 1 1 0 0,0 0-1 0 0,0 0 0 0 0,1 0 1 0 0,10 1-1 0 0,69 7-600 0 0,-68-5 356 0 0,68 15-653 0 0,-59-10-112 0 0,-21-6 170 0 0,1 1-1 0 0,-1 1 1 0 0,0-1-1 0 0,8 5 0 0 0,-11-4-403 0 0,1 0-1 0 0,0 0 0 0 0,-1 0 1 0 0,0 1-1 0 0,1-1 0 0 0,3 6 0 0 0,3 4-8199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10 307 19871 0 0,'0'0'910'0'0,"-2"0"-24"0"0,-6 5 4734 0 0,13-4-5317 0 0,0 0 0 0 0,0 1 0 0 0,0-2 0 0 0,0 1 0 0 0,0 0 0 0 0,0-1 0 0 0,0 0 0 0 0,0 0 0 0 0,5-1 0 0 0,4 0-126 0 0,126-13-403 0 0,-25 11-2215 0 0,-74 3 333 0 0</inkml:trace>
  <inkml:trace contextRef="#ctx0" brushRef="#br0" timeOffset="1">749 0 18887 0 0,'2'1'4029'0'0,"0"1"-3281"0"0,0 0 0 0 0,0 0 0 0 0,0 1 0 0 0,0-1-1 0 0,0 0 1 0 0,-1 1 0 0 0,1-1 0 0 0,1 4 0 0 0,-1-1-86 0 0,0 0 0 0 0,0 0 1 0 0,2 11-1 0 0,-2 3-770 0 0,1 33 0 0 0,-2-19 659 0 0,44 410-415 0 0,-44-432-140 0 0,1 0 1 0 0,0 0-1 0 0,0 0 0 0 0,1 0 1 0 0,1 0-1 0 0,0 0 0 0 0,8 16 1 0 0,-11-25-149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6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14743 0 0,'1'-61'1774'0'0,"2"35"10116"0"0,-2 29-11314 0 0,7 19-212 0 0,-2 0 0 0 0,-1 1 0 0 0,3 27 0 0 0,1 74-61 0 0,0-9 10 0 0,28 83-65 0 0,-31-173-248 0 0,-2-1 0 0 0,4 47 0 0 0,-8-69-380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6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7 147 15663 0 0,'-3'-15'668'0'0,"2"8"-407"0"0,0 0 0 0 0,0 0 0 0 0,1 0-1 0 0,0-8 1 0 0,0 13 246 0 0,0-1-1 0 0,0 0 0 0 0,1 0 1 0 0,-1 0-1 0 0,1 1 0 0 0,-1-1 1 0 0,1 0-1 0 0,0 1 1 0 0,0-1-1 0 0,1 1 0 0 0,-1-1 1 0 0,0 1-1 0 0,1-1 1 0 0,2-2-1 0 0,-1 2-201 0 0,0 0 1 0 0,0 0 0 0 0,1 0-1 0 0,-1 0 1 0 0,1 1-1 0 0,-1 0 1 0 0,1-1 0 0 0,6-1-1 0 0,1 0-33 0 0,1 0 1 0 0,0 0-1 0 0,0 2 0 0 0,0 0 1 0 0,21-2-1 0 0,-4 3-148 0 0,-1 1 0 0 0,0 1 0 0 0,46 9 0 0 0,-59-7-129 0 0,1 0 0 0 0,-1 1 0 0 0,1 1 0 0 0,-1 1 0 0 0,-1 0 0 0 0,1 1 0 0 0,25 17 0 0 0,-35-21 12 0 0,-1 1 1 0 0,0-1-1 0 0,0 1 0 0 0,0 0 1 0 0,0 0-1 0 0,-1 0 1 0 0,0 0-1 0 0,1 1 0 0 0,-2-1 1 0 0,1 1-1 0 0,0 0 0 0 0,-1 0 1 0 0,0 0-1 0 0,0 0 0 0 0,-1 0 1 0 0,1 0-1 0 0,-1 1 0 0 0,0-1 1 0 0,0 0-1 0 0,-1 1 0 0 0,0-1 1 0 0,0 0-1 0 0,0 1 0 0 0,-1-1 1 0 0,1 1-1 0 0,-1-1 1 0 0,0 0-1 0 0,-1 0 0 0 0,1 1 1 0 0,-1-1-1 0 0,0 0 0 0 0,-1 0 1 0 0,1-1-1 0 0,-1 1 0 0 0,0 0 1 0 0,-4 5-1 0 0,-2 0 33 0 0,-1-1-1 0 0,0 0 1 0 0,0-1-1 0 0,-1 0 1 0 0,-13 8 0 0 0,-61 28-288 0 0,69-36 50 0 0,8-5-502 0 0,1 2 0 0 0,-1-1 0 0 0,-9 8 0 0 0,-2 4-972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7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28 239 16583 0 0,'0'0'1276'0'0,"1"0"-822"0"0,20-2-299 0 0,-13 2 846 0 0,0 0 0 0 0,0 0 0 0 0,0 1-1 0 0,0 0 1 0 0,0 1 0 0 0,0 0 0 0 0,-1 0 0 0 0,1 1 0 0 0,8 3-1 0 0,-15-5-961 0 0,-1 0 0 0 0,1 0 0 0 0,0 0 0 0 0,0 0 0 0 0,0 0-1 0 0,-1 0 1 0 0,1 0 0 0 0,0 0 0 0 0,-1 0 0 0 0,1 0-1 0 0,-1 0 1 0 0,0 0 0 0 0,1 0 0 0 0,-1 0 0 0 0,0 1 0 0 0,1-1-1 0 0,-1 0 1 0 0,0 0 0 0 0,0 1 0 0 0,0-1 0 0 0,0 0 0 0 0,0 0-1 0 0,-1 0 1 0 0,1 1 0 0 0,0-1 0 0 0,0 0 0 0 0,-1 0 0 0 0,0 2-1 0 0,0 2 53 0 0,-1 1-1 0 0,-1-1 1 0 0,1 0-1 0 0,-5 7 1 0 0,0-2 76 0 0,0-1 0 0 0,-1 0-1 0 0,0-1 1 0 0,-18 15 0 0 0,13-12 24 0 0,-18 18 1 0 0,28-25-165 0 0,0 0 0 0 0,0 0 0 0 0,0 0 0 0 0,0 1 0 0 0,1-1 1 0 0,-1 1-1 0 0,1-1 0 0 0,1 1 0 0 0,-3 6 0 0 0,2-1 48 0 0,3 4 32 0 0,3-10-94 0 0,-2-2 3 0 0,0 0-5 0 0,1 0 1 0 0,-1 1 0 0 0,1-1 0 0 0,0 0 0 0 0,0 0-1 0 0,0 0 1 0 0,0-1 0 0 0,0 1 0 0 0,0-1 0 0 0,0 1 0 0 0,0-1-1 0 0,1 0 1 0 0,-1-1 0 0 0,5 2 0 0 0,8 0 42 0 0,26 1 0 0 0,-5-3-560 0 0,0-3-1 0 0,-1-1 1 0 0,43-10-1 0 0,-21 4-1992 0 0,-30 6 904 0 0</inkml:trace>
  <inkml:trace contextRef="#ctx0" brushRef="#br0" timeOffset="1">710 69 11519 0 0,'0'0'887'0'0,"2"-1"-583"0"0,52-27 12807 0 0,4 6-7782 0 0,-41 17-5384 0 0,0 1 0 0 0,0 1 0 0 0,1 0 0 0 0,-1 1 0 0 0,1 1 0 0 0,-1 1 0 0 0,1 1 0 0 0,27 3 0 0 0,-40-3-352 0 0,1 1 0 0 0,-1-1 0 0 0,0 1 0 0 0,0 0 0 0 0,6 3 0 0 0,7 8-8048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36 5063 0 0,'-31'-1'19524'0'0,"33"1"-18436"0"0,46-2 314 0 0,55-11 0 0 0,-12 2-3569 0 0,-53 7-534 0 0,13 0-5975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74 16759 0 0,'-3'-16'1786'0'0,"3"15"-1489"0"0,0 0 1 0 0,0 0 0 0 0,0 0 0 0 0,0 1 0 0 0,0-1 0 0 0,-1 0-1 0 0,1 0 1 0 0,0 0 0 0 0,-1 0 0 0 0,1 0 0 0 0,0 0 0 0 0,-1 1 0 0 0,1-1-1 0 0,-1 0 1 0 0,1 0 0 0 0,-1 0 0 0 0,1 1 0 0 0,-1-1 0 0 0,0 0 0 0 0,1 1-1 0 0,-2-2 1 0 0,1 2-170 0 0,0 0 0 0 0,0 0-1 0 0,0 0 1 0 0,1-1 0 0 0,-1 1-1 0 0,0 0 1 0 0,0 0 0 0 0,0 0 0 0 0,0 0-1 0 0,1 0 1 0 0,-1 1 0 0 0,0-1-1 0 0,0 0 1 0 0,0 0 0 0 0,0 0 0 0 0,1 1-1 0 0,-1-1 1 0 0,-1 1 0 0 0,-2 1 99 0 0,0 1 0 0 0,0 0 0 0 0,0 0 1 0 0,0 0-1 0 0,-4 4 0 0 0,-12 14 238 0 0,0 1-1 0 0,2 1 1 0 0,0 0-1 0 0,-14 27 0 0 0,24-36-376 0 0,1 0-1 0 0,0 1 0 0 0,1-1 0 0 0,0 2 0 0 0,2-1 0 0 0,-1 0 0 0 0,2 1 1 0 0,-3 32-1 0 0,6-44-80 0 0,0 0 0 0 0,0 1 0 0 0,0-1 0 0 0,1 1 0 0 0,-1-1 0 0 0,1 0 0 0 0,0 1 0 0 0,1-1 0 0 0,-1 0 0 0 0,1 0 0 0 0,-1 0 0 0 0,1 0 0 0 0,1 0 0 0 0,-1 0 0 0 0,5 6 0 0 0,-3-7 0 0 0,-1 0-1 0 0,1 0 0 0 0,-1 0 0 0 0,1 0 0 0 0,0 0 0 0 0,0-1 1 0 0,1 0-1 0 0,-1 0 0 0 0,0 0 0 0 0,1 0 0 0 0,-1-1 0 0 0,1 1 1 0 0,0-1-1 0 0,6 0 0 0 0,7 1-41 0 0,0-1-1 0 0,0 0 1 0 0,0-2-1 0 0,0 0 1 0 0,0-1-1 0 0,0-1 1 0 0,20-6-1 0 0,-23 5 1 0 0,0-1 0 0 0,-1-1 0 0 0,1 0 0 0 0,-1 0-1 0 0,-1-2 1 0 0,1 0 0 0 0,-1 0 0 0 0,19-18 0 0 0,-24 19 25 0 0,-1-1 0 0 0,0 0 0 0 0,0-1 0 0 0,-1 0 1 0 0,0 0-1 0 0,-1 0 0 0 0,0-1 0 0 0,-1 1 0 0 0,1-1 0 0 0,-2 0 0 0 0,1-1 0 0 0,-2 1 0 0 0,1 0 1 0 0,-1-1-1 0 0,-1 0 0 0 0,0-12 0 0 0,0 13-52 0 0,-1 0 1 0 0,-1 0 0 0 0,0 0-1 0 0,0 0 1 0 0,-1 1-1 0 0,-1-1 1 0 0,1 1 0 0 0,-2-1-1 0 0,1 1 1 0 0,-1 0 0 0 0,0 0-1 0 0,-1 0 1 0 0,0 1-1 0 0,-1-1 1 0 0,0 1 0 0 0,0 0-1 0 0,-11-10 1 0 0,12 14-118 0 0,0 0 0 0 0,0 0 0 0 0,-1 0 1 0 0,0 1-1 0 0,1-1 0 0 0,-1 2 0 0 0,0-1 1 0 0,-12-3-1 0 0,16 5-83 0 0,0 1 0 0 0,0 0 0 0 0,0-1 0 0 0,0 1 0 0 0,0 0 1 0 0,0 0-1 0 0,0 0 0 0 0,0 0 0 0 0,0 1 0 0 0,-1-1 0 0 0,1 1 0 0 0,0-1 0 0 0,-2 2 0 0 0,2-1-198 0 0,1 0 0 0 0,-1 0 0 0 0,1 0 0 0 0,0 0 0 0 0,-1 0 0 0 0,1 0 0 0 0,0 0 0 0 0,0 1 0 0 0,0-1-1 0 0,0 0 1 0 0,0 1 0 0 0,0-1 0 0 0,1 1 0 0 0,-1-1 0 0 0,0 1 0 0 0,1-1 0 0 0,-1 1 0 0 0,1-1 0 0 0,-1 3 0 0 0,-1 6-6398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8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331 146 8751 0 0,'2'-9'-307'0'0,"1"1"1216"0"0,-1-1 1 0 0,0 0-1 0 0,1-12 1 0 0,-3 18 64 0 0,0 0-1 0 0,-1 0 1 0 0,1 0 0 0 0,0 0 0 0 0,-1 0 0 0 0,0 0-1 0 0,1 0 1 0 0,-1 0 0 0 0,-1 0 0 0 0,1 0 0 0 0,0 1-1 0 0,-1-1 1 0 0,-2-4 0 0 0,2 4-756 0 0,0 0 0 0 0,0 0-1 0 0,0 0 1 0 0,0 0 0 0 0,-1 1-1 0 0,1-1 1 0 0,-1 0 0 0 0,0 1 0 0 0,0 0-1 0 0,0 0 1 0 0,0 0 0 0 0,0 0 0 0 0,-1 0-1 0 0,1 1 1 0 0,0-1 0 0 0,-1 1 0 0 0,1 0-1 0 0,-1 0 1 0 0,-4-1 0 0 0,-2 1-118 0 0,0 1 0 0 0,0 0 0 0 0,0 0 0 0 0,0 1 0 0 0,0 0 0 0 0,0 1 1 0 0,0 0-1 0 0,-12 5 0 0 0,4-1-20 0 0,0 1 0 0 0,1 1 0 0 0,-24 14 0 0 0,35-18-78 0 0,-1 1 0 0 0,0 0 0 0 0,1 0 0 0 0,0 0 1 0 0,0 0-1 0 0,0 1 0 0 0,1 0 0 0 0,-6 8 0 0 0,10-12-4 0 0,0 0-1 0 0,-1 0 1 0 0,1 1 0 0 0,0-1 0 0 0,1 0 0 0 0,-1 0-1 0 0,0 0 1 0 0,0 1 0 0 0,1-1 0 0 0,0 0-1 0 0,-1 1 1 0 0,1-1 0 0 0,0 0 0 0 0,0 1 0 0 0,0-1-1 0 0,0 0 1 0 0,1 1 0 0 0,-1-1 0 0 0,1 0-1 0 0,-1 1 1 0 0,1-1 0 0 0,0 0 0 0 0,0 0-1 0 0,0 1 1 0 0,0-1 0 0 0,0 0 0 0 0,0 0 0 0 0,1 0-1 0 0,-1-1 1 0 0,1 1 0 0 0,-1 0 0 0 0,3 1-1 0 0,-1 0-12 0 0,1 0-1 0 0,0 0 0 0 0,0-1 0 0 0,0 0 0 0 0,0 1 0 0 0,0-1 0 0 0,0-1 0 0 0,1 1 1 0 0,-1-1-1 0 0,1 0 0 0 0,-1 0 0 0 0,1 0 0 0 0,-1 0 0 0 0,1-1 0 0 0,0 0 1 0 0,-1 0-1 0 0,1 0 0 0 0,5-1 0 0 0,10-2-65 0 0,0-1 1 0 0,34-11 0 0 0,-49 14 76 0 0,71-28-143 0 0,-49 18 147 0 0,-25 10 6 0 0,-1 1 1 0 0,1-1-1 0 0,-1 1 1 0 0,1-1-1 0 0,-1 1 0 0 0,1 0 1 0 0,-1 0-1 0 0,1 0 0 0 0,-1 0 1 0 0,1 0-1 0 0,-1 0 1 0 0,1 0-1 0 0,0 0 0 0 0,-1 0 1 0 0,1 1-1 0 0,-1-1 1 0 0,1 1-1 0 0,2 0 0 0 0,-2 1 31 0 0,0-1-1 0 0,0 1 0 0 0,0-1 1 0 0,-1 1-1 0 0,1 0 1 0 0,0 0-1 0 0,0-1 0 0 0,-1 1 1 0 0,0 0-1 0 0,3 4 1 0 0,1 4 88 0 0,-1 1 1 0 0,0-1 0 0 0,-1 0 0 0 0,3 14 0 0 0,-6-23-126 0 0,19 94 141 0 0,-17-79-307 0 0,-1 0-1 0 0,0 1 1 0 0,-3 30 0 0 0,-10 19-3568 0 0,10-46 1633 0 0</inkml:trace>
  <inkml:trace contextRef="#ctx0" brushRef="#br0" timeOffset="1.01">86 540 17503 0 0,'0'0'14771'0'0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98 603 9671 0 0,'0'0'19388'0'0,"-3"-14"-17645"0"0,-6-90-383 0 0,3 57-1291 0 0,-8-54 107 0 0,6 70-176 0 0,-1 0 0 0 0,-1 0 0 0 0,-15-29 0 0 0,25 57-4 0 0,0 3 1 0 0,0-1 0 0 0,-1 1 0 0 0,1-1 0 0 0,0 1 0 0 0,0 0-1 0 0,0-1 1 0 0,0 1 0 0 0,-1-1 0 0 0,1 1 0 0 0,0-1 0 0 0,-1 1 0 0 0,1 0-1 0 0,0-1 1 0 0,-1 1 0 0 0,1 0 0 0 0,0-1 0 0 0,-1 1 0 0 0,1 0 0 0 0,0-1-1 0 0,-1 1 1 0 0,1 0 0 0 0,-1 0 0 0 0,-3 14-89 0 0,3-8 83 0 0,0 1 1 0 0,1-1-1 0 0,0 1 0 0 0,0-1 0 0 0,1 1 1 0 0,-1-1-1 0 0,1 1 0 0 0,1-1 1 0 0,-1 0-1 0 0,1 1 0 0 0,0-1 1 0 0,1 0-1 0 0,0 0 0 0 0,0 0 0 0 0,0-1 1 0 0,7 11-1 0 0,-3-9-4 0 0,-1 1-1 0 0,1-1 1 0 0,0 0-1 0 0,1-1 1 0 0,0 0-1 0 0,0 0 1 0 0,0-1-1 0 0,1 0 1 0 0,-1 0-1 0 0,15 5 1 0 0,-9-5 8 0 0,0-1 0 0 0,0 0 1 0 0,0 0-1 0 0,0-2 0 0 0,1 0 0 0 0,-1 0 0 0 0,1-1 1 0 0,0-1-1 0 0,20-2 0 0 0,-24 0-30 0 0,0 0 0 0 0,1-1 0 0 0,-1 0 0 0 0,0-1 0 0 0,0 0 0 0 0,-1 0-1 0 0,1-1 1 0 0,-1-1 0 0 0,0 0 0 0 0,0 0 0 0 0,-1-1 0 0 0,12-11 0 0 0,-8 6 19 0 0,-1-1 1 0 0,-1-1-1 0 0,0 0 1 0 0,-1 0-1 0 0,-1-1 1 0 0,0 0-1 0 0,10-24 1 0 0,-9 13-10 0 0,-1 0 0 0 0,-1-1 0 0 0,9-54 0 0 0,-15 77 25 0 0,-2 2 0 0 0,0 1 0 0 0,1-1 0 0 0,-1 1 0 0 0,0-1 0 0 0,0 1 0 0 0,0-1 0 0 0,0 1 0 0 0,0-1 0 0 0,0 1 0 0 0,-1-1 0 0 0,1-1 0 0 0,-1-3 11 0 0,0 5 45 0 0,1 15 33 0 0,1 20-57 0 0,1 1-1 0 0,1-1 1 0 0,2 0-1 0 0,2 0 1 0 0,1 0 0 0 0,1-1-1 0 0,2 0 1 0 0,1-1-1 0 0,30 55 1 0 0,-35-76-622 0 0,0 0 0 0 0,1-1-1 0 0,0 0 1 0 0,1-1 0 0 0,18 17 0 0 0,-26-25-557 0 0,6 3-2116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9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22 167 13823 0 0,'2'-7'392'0'0,"-1"-7"10272"0"0,0 16-10403 0 0,-1 0 0 0 0,1 0 0 0 0,-1-1 1 0 0,1 1-1 0 0,0 0 0 0 0,0-1 0 0 0,0 1 0 0 0,1 1 0 0 0,3 7 334 0 0,8 30 924 0 0,11 58-1 0 0,-3-10-1181 0 0,0-18-523 0 0,-20-68-36 0 0,-2-15-3865 0 0,0 2 3081 0 0,0 0-1 0 0,-1 1 1 0 0,-6-21-1 0 0,-21-43-1347 0 0,17 43 1250 0 0,6 16 603 0 0,-30-84-821 0 0,30 81 2290 0 0,1-1-1 0 0,1 0 0 0 0,-2-27 1 0 0,6 44-708 0 0,0-1 0 0 0,0 1 0 0 0,0 0 0 0 0,0-1 0 0 0,0 1 0 0 0,0 0 0 0 0,1-1 0 0 0,-1 1 0 0 0,1 0 0 0 0,-1 0 0 0 0,1-1 0 0 0,0 1 0 0 0,0 0 0 0 0,2-3 0 0 0,-2 3-71 0 0,1 0 0 0 0,0 1 0 0 0,0-1 1 0 0,1 0-1 0 0,-1 1 0 0 0,0-1 0 0 0,0 1 1 0 0,1 0-1 0 0,-1 0 0 0 0,1 0 0 0 0,4-2 0 0 0,9-1 153 0 0,-1 0-1 0 0,1 1 0 0 0,25-1 1 0 0,50 1-193 0 0,-74 4-121 0 0,10-1-10 0 0,1 2-1 0 0,-1 0 1 0 0,45 12 0 0 0,-70-14-12 0 0,0 1-1 0 0,1-1 1 0 0,-1 1 0 0 0,0 0 0 0 0,1 0 0 0 0,-1 0-1 0 0,0 0 1 0 0,0 1 0 0 0,0-1 0 0 0,0 0 0 0 0,0 1 0 0 0,0 0-1 0 0,-1-1 1 0 0,1 1 0 0 0,0 0 0 0 0,-1 0 0 0 0,1 0-1 0 0,-1 0 1 0 0,0 0 0 0 0,1 0 0 0 0,0 3 0 0 0,-2-4 1 0 0,0 1 0 0 0,-1-1 0 0 0,1 1 0 0 0,0-1 0 0 0,-1 1 0 0 0,1-1 0 0 0,-1 1 0 0 0,1-1 0 0 0,-1 0 0 0 0,0 1 0 0 0,1-1 0 0 0,-1 0 0 0 0,0 1 0 0 0,0-1 0 0 0,-1 1 0 0 0,0 0 11 0 0,-7 9 15 0 0,-1 0-1 0 0,-1-1 0 0 0,0 0 0 0 0,0-1 0 0 0,-1 0 0 0 0,-21 12 0 0 0,-23 18-41 0 0,52-36-190 0 0,-7 6 13 0 0,0 1 0 0 0,-10 11 0 0 0,4 4-2669 0 0,16-23 2083 0 0,1 0-1 0 0,-1 0 0 0 0,0 1 0 0 0,0-1 0 0 0,1 0 1 0 0,0 0-1 0 0,-1 1 0 0 0,1-1 0 0 0,0 4 1 0 0,2 6-7086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4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7 18343 0 0,'0'0'838'0'0,"0"-1"-16"0"0,1-4-340 0 0,-2 5-25 0 0,-1 0 1 0 0,0 0-1 0 0,0 0 0 0 0,0 0 1 0 0,1 0-1 0 0,-1 0 1 0 0,-3 1-1 0 0,-8 4 575 0 0,1 0-1 0 0,0 0 0 0 0,-23 14 0 0 0,21-9-754 0 0,1-1 0 0 0,0 2-1 0 0,0 0 1 0 0,1 0 0 0 0,-13 16 0 0 0,22-23-253 0 0,1-1-1 0 0,-1 1 1 0 0,1 0 0 0 0,0 0 0 0 0,0 0 0 0 0,1 0-1 0 0,-1 0 1 0 0,1 0 0 0 0,0 0 0 0 0,-2 9 0 0 0,3-12-23 0 0,0 0 0 0 0,0 1 0 0 0,0-1 0 0 0,0 0 0 0 0,0 1 0 0 0,0-1 0 0 0,1 0 0 0 0,-1 0 0 0 0,0 1 0 0 0,1-1 0 0 0,-1 0 0 0 0,1 0 0 0 0,-1 1 0 0 0,1-1 0 0 0,0 0 0 0 0,-1 0 0 0 0,1 0 0 0 0,0 0 0 0 0,0 0 0 0 0,0 0 0 0 0,0 0 0 0 0,0 0 0 0 0,0 0 0 0 0,0 0 0 0 0,0-1 0 0 0,0 1 0 0 0,0 0 0 0 0,0-1 0 0 0,0 1 0 0 0,1-1 0 0 0,-1 1 0 0 0,0-1 0 0 0,1 0 0 0 0,-1 1 0 0 0,0-1 0 0 0,0 0 0 0 0,1 0 0 0 0,-1 0 0 0 0,3 0 0 0 0,7 0-35 0 0,0 0-1 0 0,0-2 0 0 0,0 1 0 0 0,0-1 0 0 0,-1 0 0 0 0,1-1 0 0 0,0-1 0 0 0,-1 0 1 0 0,15-7-1 0 0,12-9-58 0 0,39-27 0 0 0,-53 32 53 0 0,-14 9 49 0 0,8-5-44 0 0,19-9 0 0 0,-32 18 43 0 0,0 0 0 0 0,0 0 0 0 0,0 1 0 0 0,0-1 0 0 0,0 1 0 0 0,0 0 0 0 0,0 1 0 0 0,1-1 0 0 0,-1 1 0 0 0,0-1-1 0 0,6 2 1 0 0,-7 0 69 0 0,0 0-1 0 0,0 1 1 0 0,-1-1-1 0 0,1 1 1 0 0,-1 0 0 0 0,1 0-1 0 0,-1 0 1 0 0,0 0-1 0 0,0 0 1 0 0,0 0-1 0 0,0 1 1 0 0,0-1-1 0 0,2 5 1 0 0,-1-4 46 0 0,7 13 112 0 0,-1 1-1 0 0,8 18 1 0 0,-10-21-174 0 0,0 0 1 0 0,1 0-1 0 0,18 25 0 0 0,-21-33-67 0 0,2 3 7 0 0,0 0 1 0 0,1-1 0 0 0,0 1 0 0 0,1-1 0 0 0,0-1 0 0 0,0 0 0 0 0,18 11-1 0 0,-3-7-472 0 0,0 1-2628 0 0,-9-4-3706 0 0,-2 0-2441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3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15199 0 0,'5'-26'13519'0'0,"-4"30"-13171"0"0,7 14 119 0 0,-2 2 1 0 0,6 28 0 0 0,4 12 65 0 0,-9-45-401 0 0,-6-14-120 0 0,0 1 1 0 0,0-1-1 0 0,-1 0 1 0 0,1 0 0 0 0,-1 1-1 0 0,1-1 1 0 0,-1 1 0 0 0,1-1-1 0 0,-1 1 1 0 0,1 1-1 0 0,1-3 47 0 0,1 1-59 0 0,0 0 1 0 0,-1 0-1 0 0,1-1 1 0 0,0 0-1 0 0,0 1 1 0 0,0-1-1 0 0,0 0 0 0 0,-1 0 1 0 0,1-1-1 0 0,0 1 1 0 0,0 0-1 0 0,-1-1 1 0 0,1 0-1 0 0,3-1 1 0 0,-3 1-19 0 0,1-1 0 0 0,0-1 0 0 0,-1 1 1 0 0,0 0-1 0 0,1-1 0 0 0,-1 0 1 0 0,0 1-1 0 0,0-1 0 0 0,4-6 0 0 0,48-74-295 0 0,-23 33 137 0 0,-7 12 23 0 0,-10 15 75 0 0,0 0 0 0 0,1 1 1 0 0,28-28-1 0 0,-40 46 69 0 0,-3 3 9 0 0,0 0 0 0 0,0-1 1 0 0,0 1-1 0 0,1 1 0 0 0,-1-1 1 0 0,1 0-1 0 0,-1 0 0 0 0,0 0 1 0 0,1 1-1 0 0,-1-1 0 0 0,4 0 1 0 0,-3 0 63 0 0,0 3 53 0 0,3 3-80 0 0,0 0-1 0 0,-1 1 0 0 0,0-1 1 0 0,0 1-1 0 0,-1 0 1 0 0,0 0-1 0 0,0 0 1 0 0,0 0-1 0 0,0 1 1 0 0,-1-1-1 0 0,0 1 1 0 0,1 8-1 0 0,2 15 87 0 0,2 45 1 0 0,-5-47-29 0 0,3 44 73 0 0,32 300 165 0 0,-24-274-316 0 0,13 76-586 0 0,-25-170 255 0 0,0 0-1 0 0,0-1 0 0 0,0 1 0 0 0,1 0 0 0 0,0 0 1 0 0,4 6-1 0 0,-4-6-635 0 0,1 0 0 0 0,0-1 0 0 0,0 1 0 0 0,0-1 1 0 0,8 6-1 0 0,2-1-7665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10 13823 0 0,'0'-1'49'0'0,"-1"0"0"0"0,1 1 0 0 0,-1-1 0 0 0,1 0-1 0 0,-1 1 1 0 0,0-1 0 0 0,1 1 0 0 0,-1-1 0 0 0,0 1 0 0 0,1-1-1 0 0,-1 1 1 0 0,0-1 0 0 0,0 1 0 0 0,0 0 0 0 0,1 0 0 0 0,-1-1-1 0 0,0 1 1 0 0,0 0 0 0 0,0 0 0 0 0,0 0 0 0 0,-1 0-1 0 0,0 0 102 0 0,0 0 0 0 0,0 0 0 0 0,0 1 0 0 0,0-1 0 0 0,0 1 0 0 0,0-1 0 0 0,0 1 0 0 0,-3 1 0 0 0,-1 1 1042 0 0,1 1-1 0 0,0-1 0 0 0,0 1 0 0 0,0 0 0 0 0,-7 6 0 0 0,-15 19 2910 0 0,13-17-3258 0 0,2 2 1 0 0,-22 28 0 0 0,21-23-587 0 0,9-15-190 0 0,0 1 1 0 0,1-1-1 0 0,0 1 0 0 0,0-1 0 0 0,1 1 1 0 0,-1 0-1 0 0,1 1 0 0 0,0-1 1 0 0,0 0-1 0 0,-1 10 0 0 0,2-13-57 0 0,1 0 0 0 0,-1-1 0 0 0,1 1-1 0 0,0 0 1 0 0,0 0 0 0 0,0-1 0 0 0,0 1 0 0 0,0 0 0 0 0,0 0 0 0 0,0-1-1 0 0,1 1 1 0 0,-1 0 0 0 0,0-1 0 0 0,1 1 0 0 0,0 0 0 0 0,-1-1 0 0 0,3 3-1 0 0,0 1 9 0 0,4 7 24 0 0,-4-10-49 0 0,0 1 0 0 0,0-1 0 0 0,0 1 0 0 0,0-1 0 0 0,0 0 0 0 0,1 0 0 0 0,-1 0 0 0 0,1-1 0 0 0,-1 1 0 0 0,1-1 0 0 0,0 0 0 0 0,0 0 0 0 0,-1 0 0 0 0,1 0 0 0 0,0-1-1 0 0,6 1 1 0 0,5-2-377 0 0,1 0-1 0 0,28-5 0 0 0,-8 0-1199 0 0,-4 4-1283 0 0,0-3-6501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15663 0 0,'2'-28'1668'0'0,"-2"27"-1199"0"0,0-1 1 0 0,0 1-1 0 0,1-1 0 0 0,-1 1 0 0 0,0-1 0 0 0,1 1 1 0 0,0-1-1 0 0,-1 1 0 0 0,1 0 0 0 0,0-1 0 0 0,0 1 0 0 0,0 0 1 0 0,0 0-1 0 0,0 0 0 0 0,0-1 0 0 0,0 1 0 0 0,0 0 1 0 0,0 0-1 0 0,0 0 0 0 0,1 1 0 0 0,-1-1 0 0 0,3-1 0 0 0,-2 1-400 0 0,4-2 309 0 0,0 1-1 0 0,1-1 1 0 0,-1 2-1 0 0,1-1 1 0 0,0 1-1 0 0,-1 0 1 0 0,1 0 0 0 0,14 1-1 0 0,1-1-227 0 0,-2 0-355 0 0,1 2-1 0 0,-1 0 1 0 0,0 1-1 0 0,0 1 1 0 0,0 1-1 0 0,-1 1 1 0 0,22 7-1 0 0,-37-10-165 0 0,0-1 1 0 0,-1 0-1 0 0,1 1 1 0 0,-1 0-1 0 0,0-1 1 0 0,1 2-1 0 0,-1-1 1 0 0,0 0-1 0 0,0 0 1 0 0,0 1-1 0 0,4 4 0 0 0,3 9-1702 0 0</inkml:trace>
  <inkml:trace contextRef="#ctx0" brushRef="#br0" timeOffset="1">61 185 10135 0 0,'0'0'14768'0'0,"2"0"-13691"0"0,186-24 1665 0 0,-156 21-2932 0 0,87 0-2114 0 0,-74 4 475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5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15663 0 0,'0'3'12252'0'0,"55"290"-8443"0"0,-29-135-2766 0 0,-16-103-1043 0 0,27 125 0 0 0,-34-171-111 0 0,-2-8-71 0 0,-1 0 0 0 0,1 0-1 0 0,0 0 1 0 0,0 0 0 0 0,0 0 0 0 0,0 0-1 0 0,1 0 1 0 0,-1 0 0 0 0,0 0-1 0 0,0 0 1 0 0,0 0 0 0 0,3 1-1 0 0,-2-1-1472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 13359 0 0,'0'0'1027'0'0,"-1"-1"-670"0"0,-12-1 999 0 0,9 5-327 0 0,3-3-488 0 0,0 1 150 0 0,0 0 0 0 0,-1 0 1 0 0,1 0-1 0 0,0 0 1 0 0,0 0-1 0 0,0 0 0 0 0,0 0 1 0 0,0 0-1 0 0,0 0 1 0 0,-2 3-1 0 0,-8 21 2357 0 0,9-20-3025 0 0,0 1 0 0 0,1 0 0 0 0,0-1 0 0 0,0 1 0 0 0,1 0 1 0 0,0 0-1 0 0,0 0 0 0 0,0-1 0 0 0,1 1 0 0 0,-1 0 0 0 0,2 0 1 0 0,-1-1-1 0 0,2 7 0 0 0,0-4-523 0 0,0 0 0 0 0,1 0 0 0 0,0-1 0 0 0,0 1 1 0 0,1-1-1 0 0,0 0 0 0 0,0 0 0 0 0,7 7 0 0 0,5 2-8328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40 24679 0 0,'-2'-2'104'0'0,"1"-1"0"0"0,-1 0 0 0 0,1 1 0 0 0,-1-1 0 0 0,0 1 0 0 0,0 0 0 0 0,-1 0 0 0 0,1-1 0 0 0,0 2 0 0 0,-1-1 0 0 0,1 0 0 0 0,-1 0-1 0 0,1 1 1 0 0,-1-1 0 0 0,0 1 0 0 0,0 0 0 0 0,0 0 0 0 0,1 0 0 0 0,-1 0 0 0 0,0 0 0 0 0,0 1 0 0 0,0-1 0 0 0,-1 1 0 0 0,1 0 0 0 0,0 0 0 0 0,0 0 0 0 0,-6 1 0 0 0,1 0 35 0 0,0 1 1 0 0,0 0-1 0 0,-1 0 0 0 0,1 1 1 0 0,1 0-1 0 0,-1 0 1 0 0,0 1-1 0 0,-12 8 1 0 0,-2 4 288 0 0,-28 25 1 0 0,24-19-449 0 0,14-11 34 0 0,0 0 1 0 0,0 0 0 0 0,1 1-1 0 0,1 0 1 0 0,-15 24 0 0 0,22-33-4 0 0,-2 12 32 0 0,4-11-33 0 0,1-3-7 0 0,0 0 0 0 0,1-1 0 0 0,-1 1 0 0 0,0 0 0 0 0,0 0 0 0 0,0-1 0 0 0,1 1-1 0 0,-1 0 1 0 0,1 0 0 0 0,-1-1 0 0 0,0 1 0 0 0,1 0 0 0 0,-1-1 0 0 0,1 1 0 0 0,-1-1 0 0 0,1 1 0 0 0,0-1 0 0 0,0 2 0 0 0,0-1 6 0 0,2 2 1 0 0,0-1 1 0 0,-1 1-1 0 0,1-1 0 0 0,0 1 1 0 0,1-1-1 0 0,-1 0 0 0 0,0 0 1 0 0,0 0-1 0 0,1-1 0 0 0,4 3 1 0 0,39 8 128 0 0,-30-8-100 0 0,36 5 112 0 0,-35-7-96 0 0,32 8-1 0 0,-39-7-36 0 0,-6-1-13 0 0,1-1 0 0 0,-1 1 1 0 0,0 0-1 0 0,0 1 0 0 0,0-1 0 0 0,-1 1 1 0 0,7 4-1 0 0,1 3 6 0 0,-4 3 31 0 0,-7-11-25 0 0,0 0-1 0 0,0 0 0 0 0,0 1 0 0 0,0-1 0 0 0,-1 1 1 0 0,1-1-1 0 0,-1 0 0 0 0,0 1 0 0 0,0-1 1 0 0,0 1-1 0 0,0-1 0 0 0,0 1 0 0 0,0-1 1 0 0,-1 1-1 0 0,0 2 0 0 0,-1-1 8 0 0,1 0-1 0 0,-1 0 1 0 0,0-1-1 0 0,0 1 1 0 0,0-1-1 0 0,-1 1 1 0 0,1-1-1 0 0,-5 5 1 0 0,-3 1 6 0 0,0 0 0 0 0,-1 0 1 0 0,0-1-1 0 0,-18 9 0 0 0,2-2-46 0 0,0-1 1 0 0,-1-1-1 0 0,0-1 0 0 0,-43 11 0 0 0,45-17-1127 0 0,0 2 0 0 0,-42 18 0 0 0,51-18-417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20703 0 0,'0'0'1877'0'0,"2"-1"-1543"0"0,8-2 44 0 0,0 0 0 0 0,0 0-1 0 0,0 1 1 0 0,0 0 0 0 0,0 0 0 0 0,0 2 0 0 0,1-1 0 0 0,11 2 0 0 0,-7 0 272 0 0,0 0 0 0 0,-1 2 0 0 0,1-1 1 0 0,28 11-1 0 0,-41-12-634 0 0,-1-1 0 0 0,1 1 0 0 0,0 0 0 0 0,-1 0 0 0 0,1 0 0 0 0,0 0 0 0 0,-1 0 0 0 0,1 0 0 0 0,-1 0 0 0 0,0 0 1 0 0,1 1-1 0 0,-1-1 0 0 0,0 1 0 0 0,0-1 0 0 0,0 1 0 0 0,0-1 0 0 0,0 1 0 0 0,0-1 0 0 0,-1 1 0 0 0,1 0 0 0 0,0 0 0 0 0,-1-1 0 0 0,1 1 0 0 0,-1 0 1 0 0,0 0-1 0 0,1 0 0 0 0,-1-1 0 0 0,0 1 0 0 0,0 0 0 0 0,0 0 0 0 0,-1 0 0 0 0,0 3 0 0 0,0 0 15 0 0,0 1 0 0 0,-1-1 0 0 0,0 0 0 0 0,0 0 1 0 0,0 0-1 0 0,-1 0 0 0 0,0 0 0 0 0,0 0 0 0 0,-4 5 0 0 0,-15 14 271 0 0,-1-1 1 0 0,-1-1-1 0 0,-2-1 1 0 0,-44 29-1 0 0,64-46-232 0 0,4-3-48 0 0,1 0-1 0 0,-1-1 1 0 0,0 2 0 0 0,1-1-1 0 0,-1 0 1 0 0,1 0 0 0 0,0 0-1 0 0,-1 1 1 0 0,1-1 0 0 0,0 0 0 0 0,0 1-1 0 0,0-1 1 0 0,0 1 0 0 0,0 0-1 0 0,0-1 1 0 0,-1 3 0 0 0,2-4-21 0 0,0 0 0 0 0,0 0 0 0 0,0 0 0 0 0,0 0 0 0 0,0 0 0 0 0,0 0 0 0 0,0 0 0 0 0,0 1 0 0 0,0-1 0 0 0,0 0 0 0 0,0 0 0 0 0,0 0 0 0 0,0 0 0 0 0,0 0 0 0 0,0 0 0 0 0,0 0 0 0 0,0 0 0 0 0,0 0 0 0 0,0 0 0 0 0,0 0 0 0 0,0 0 0 0 0,0 1 0 0 0,0-1 0 0 0,0 0 0 0 0,0 0 0 0 0,0 0 1 0 0,0 0-1 0 0,0 0 0 0 0,0 0 0 0 0,0 0 0 0 0,0 0 0 0 0,0 0 0 0 0,0 0 0 0 0,0 0 0 0 0,1 0 0 0 0,-1 0 0 0 0,0 1 0 0 0,0-1 0 0 0,0 0 0 0 0,0 0 0 0 0,0 0 0 0 0,0 0 0 0 0,0 0 0 0 0,0 0 0 0 0,0 0 0 0 0,0 0 0 0 0,0 0 0 0 0,0 0 0 0 0,0 0 0 0 0,1 0 0 0 0,-1 0 0 0 0,0 0 0 0 0,6 3-3 0 0,1 0-1 0 0,0-1 0 0 0,-1 1 1 0 0,1-1-1 0 0,0-1 0 0 0,1 1 1 0 0,-1-1-1 0 0,0-1 0 0 0,0 1 1 0 0,0-1-1 0 0,0 0 0 0 0,1-1 1 0 0,-1 0-1 0 0,7-1 0 0 0,9-3-353 0 0,-1 0 0 0 0,0-2-1 0 0,27-11 1 0 0,24-16-3016 0 0,-49 21 1068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8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11055 0 0,'23'-25'1423'0'0,"-16"20"728"0"0,-1 0-1 0 0,0 1 1 0 0,1 0 0 0 0,0 0 0 0 0,0 0 0 0 0,0 1 0 0 0,15-5-1 0 0,-6 4-1708 0 0,1-1 0 0 0,-1 2-1 0 0,34-3 1 0 0,-45 6-749 0 0,0 0 1 0 0,1 0-1 0 0,-1 0 1 0 0,0 1-1 0 0,0-1 1 0 0,0 1-1 0 0,0 1 1 0 0,0-1-1 0 0,0 1 1 0 0,-1-1-1 0 0,1 1 1 0 0,0 1-1 0 0,-1-1 1 0 0,1 1-1 0 0,-1-1 1 0 0,0 1-1 0 0,6 6 1 0 0,0 3-1837 0 0</inkml:trace>
  <inkml:trace contextRef="#ctx0" brushRef="#br0" timeOffset="1">124 199 5983 0 0,'-21'-26'19827'0'0,"73"20"-17469"0"0,-24 3-2148 0 0,-12 1-638 0 0,1 1-1 0 0,-1 0 1 0 0,30 4-1 0 0,-18 1-997 0 0,16 3-5317 0 0,-6-4-1233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8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30 9215 0 0,'-2'-2'25'0'0,"1"0"0"0"0,-1 0-1 0 0,0 0 1 0 0,0 1 0 0 0,1-1-1 0 0,-1 0 1 0 0,0 1 0 0 0,0-1-1 0 0,-1 1 1 0 0,-2-2-1 0 0,1 1 669 0 0,1 1-1 0 0,-1 0 0 0 0,0-1 1 0 0,0 1-1 0 0,-8 0 0 0 0,-2 0 2793 0 0,0 1 0 0 0,-27 2 0 0 0,13 1-1874 0 0,2-2-710 0 0,0 2-1 0 0,-1 1 1 0 0,-34 10 0 0 0,48-11-762 0 0,1 1 0 0 0,-1 1 0 0 0,1 1 0 0 0,0-1-1 0 0,0 2 1 0 0,1 0 0 0 0,0 0 0 0 0,-17 15 0 0 0,24-19-106 0 0,1 0 0 0 0,0 0 0 0 0,0 1 0 0 0,1-1 1 0 0,-1 1-1 0 0,1 0 0 0 0,-1 0 0 0 0,-2 6 0 0 0,5-8-25 0 0,-1-1 1 0 0,1 1-1 0 0,0-1 1 0 0,-1 1-1 0 0,1 0 0 0 0,0-1 1 0 0,0 1-1 0 0,0-1 1 0 0,0 1-1 0 0,0-1 0 0 0,0 1 1 0 0,0-1-1 0 0,1 1 1 0 0,-1-1-1 0 0,0 1 1 0 0,1-1-1 0 0,0 1 0 0 0,-1-1 1 0 0,1 1-1 0 0,0-1 1 0 0,-1 0-1 0 0,1 1 0 0 0,0-1 1 0 0,0 0-1 0 0,0 0 1 0 0,0 0-1 0 0,3 2 0 0 0,3 3 16 0 0,0-1 0 0 0,1 0 0 0 0,0-1-1 0 0,0 1 1 0 0,0-2 0 0 0,15 6 0 0 0,57 11 27 0 0,-55-15-39 0 0,133 36 41 0 0,-52-2-42 0 0,-93-32 31 0 0,-4 2-31 0 0,-8-7-11 0 0,0-1 0 0 0,0 1 0 0 0,0-1 0 0 0,-1 1 0 0 0,1-1 0 0 0,-1 1 0 0 0,1-1 0 0 0,-1 1 0 0 0,1-1 0 0 0,-1 1 0 0 0,0 0 0 0 0,0-1 0 0 0,0 4 0 0 0,-3 5 0 0 0,0-6 0 0 0,0 0 0 0 0,0 1 0 0 0,0-1 0 0 0,-1-1 0 0 0,0 1 0 0 0,0 0 0 0 0,0-1 0 0 0,-7 5 0 0 0,1-2 0 0 0,1 0 0 0 0,-1-1 0 0 0,-13 4 0 0 0,-18 5 0 0 0,-45 7 0 0 0,-13 4-409 0 0,82-20 146 0 0,7-2-193 0 0,0 0 0 0 0,1 0 0 0 0,-1 1 0 0 0,-17 10 0 0 0,14-5-1256 0 0,1-1-72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5:58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4607 0 0,'0'0'354'0'0,"1"1"-233"0"0,3 2 634 0 0,10 9 10155 0 0,21 22 0 0 0,-16-9-9517 0 0,-7-4-324 0 0,16 39 1 0 0,5 9-924 0 0,-27-58-308 0 0,9 18 163 0 0,-7-6-3795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3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18 14279 0 0,'-3'-4'561'0'0,"-5"-9"10222"0"0,112 121-7646 0 0,77 74-1934 0 0,-145-150-1751 0 0,0-2 1 0 0,3-1-1 0 0,55 32 0 0 0,-55-45-1846 0 0,-13-8-4759 0 0,-9-4-721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4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0 24071 0 0,'-8'1'290'0'0,"1"-1"-1"0"0,0 1 1 0 0,0 0-1 0 0,0 1 1 0 0,0 0-1 0 0,0 0 1 0 0,1 0-1 0 0,-1 1 1 0 0,0 0-1 0 0,-10 7 1 0 0,-2 3 204 0 0,-35 31 0 0 0,30-23 265 0 0,-85 85 1072 0 0,47-43-1562 0 0,-133 131-973 0 0,194-192 558 0 0,0-1-92 0 0,0 0 0 0 0,0 0 0 0 0,0 0-1 0 0,0 0 1 0 0,0 0 0 0 0,0 0 0 0 0,0 0-1 0 0,0 1 1 0 0,0-1 0 0 0,1 0 0 0 0,-1 1 0 0 0,0-1-1 0 0,1 0 1 0 0,-1 1 0 0 0,0 2 0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4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19807 0 0,'0'0'8847'0'0,"7"-5"-7293"0"0,-1 1-1477 0 0,1 1-1 0 0,0 0 0 0 0,-1 1 0 0 0,1-1 0 0 0,0 1 1 0 0,0 1-1 0 0,0-1 0 0 0,0 1 0 0 0,0 0 0 0 0,1 1 0 0 0,7 0 1 0 0,7 1 132 0 0,-1 1 1 0 0,31 6-1 0 0,-31-2-209 0 0,-12-2 11 0 0,-4 2 42 0 0,-4-4-41 0 0,-1-1-1 0 0,0 1 1 0 0,1 0-1 0 0,-1 0 1 0 0,0-1-1 0 0,0 1 1 0 0,0 0-1 0 0,0-1 1 0 0,-1 1-1 0 0,1 0 1 0 0,0 0-1 0 0,-1-1 1 0 0,1 1-1 0 0,-1-1 1 0 0,0 1-1 0 0,1 0 1 0 0,-1-1-1 0 0,0 1 1 0 0,0-1-1 0 0,0 0 1 0 0,0 1-1 0 0,0-1 1 0 0,0 0-1 0 0,-3 3 1 0 0,-4 3 57 0 0,1 0-1 0 0,-16 10 1 0 0,21-16-67 0 0,-66 51 195 0 0,61-46-186 0 0,5 1-11 0 0,2-5 0 0 0,1-1 0 0 0,0 0 0 0 0,-1 1 0 0 0,1-1 0 0 0,0 0 0 0 0,0 0 0 0 0,0 1 0 0 0,0-1 0 0 0,0 0 0 0 0,0 0 0 0 0,1 0 0 0 0,-1 0 0 0 0,0-1 0 0 0,0 1 0 0 0,1 0 0 0 0,-1 0 0 0 0,0-1 0 0 0,2 1 0 0 0,27 10 0 0 0,-2-4 0 0 0,74 25 0 0 0,-90-26 0 0 0,21 13 0 0 0,-25-12 0 0 0,-7-6 2 0 0,0 1 0 0 0,0-1 0 0 0,0 1 1 0 0,-1 0-1 0 0,1 0 0 0 0,0-1 0 0 0,-1 1 0 0 0,1 0 0 0 0,-1 0 1 0 0,0 0-1 0 0,0 0 0 0 0,0-1 0 0 0,0 1 0 0 0,0 0 0 0 0,0 0 0 0 0,0 0 1 0 0,-1 2-1 0 0,0-1 6 0 0,0 0 1 0 0,0 0-1 0 0,0 0 1 0 0,-1 0-1 0 0,1-1 1 0 0,-1 1-1 0 0,0 0 1 0 0,0-1-1 0 0,-4 4 1 0 0,-1 1 12 0 0,0-1-1 0 0,-1 0 1 0 0,0 0 0 0 0,0-1-1 0 0,-15 7 1 0 0,5-4-117 0 0,0-1 0 0 0,0 0 0 0 0,0-2 0 0 0,-1 0-1 0 0,0-1 1 0 0,0-1 0 0 0,0 0 0 0 0,-1-2 0 0 0,1 0 0 0 0,-22-2 0 0 0,39 0-796 0 0,-11-1 1333 0 0,10 1-3326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5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18887 0 0,'0'0'1712'0'0,"2"0"-1409"0"0,16-2-960 0 0,12-6 4989 0 0,-20 5-2655 0 0,-1 0 0 0 0,1 1 0 0 0,10-1-1 0 0,66 4-694 0 0,-30 1-1848 0 0,-10 3-4283 0 0,-27-4-4479 0 0</inkml:trace>
  <inkml:trace contextRef="#ctx0" brushRef="#br0" timeOffset="1">75 174 22975 0 0,'0'0'4320'0'0,"2"1"-3712"0"0,8 1-342 0 0,1 1-1 0 0,-1-1 1 0 0,1-1-1 0 0,0 0 1 0 0,-1 0-1 0 0,17-2 0 0 0,69-11-1415 0 0,-58 6-109 0 0,-2 1-1493 0 0,1 0-6273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5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46 11975 0 0,'0'-2'923'0'0,"-5"-12"-1640"0"0,4 11 1263 0 0,0 1-1 0 0,0-1 1 0 0,-1 1-1 0 0,1 0 1 0 0,-1 0-1 0 0,1 0 1 0 0,-3-3-1 0 0,3 5-243 0 0,0-1 0 0 0,0 0-1 0 0,0 0 1 0 0,0 0-1 0 0,0 1 1 0 0,-1-1 0 0 0,1 1-1 0 0,0-1 1 0 0,0 1-1 0 0,0-1 1 0 0,-1 1 0 0 0,1-1-1 0 0,0 1 1 0 0,0 0-1 0 0,-1 0 1 0 0,1 0 0 0 0,0 0-1 0 0,0 0 1 0 0,-1 0-1 0 0,1 0 1 0 0,0 0 0 0 0,0 0-1 0 0,-1 1 1 0 0,1-1-1 0 0,0 0 1 0 0,0 1 0 0 0,-1-1-1 0 0,1 1 1 0 0,0 0 0 0 0,-2 0-1 0 0,-6 6 271 0 0,-1 0 0 0 0,1 1-1 0 0,1 0 1 0 0,0 0 0 0 0,0 1 0 0 0,0 0 0 0 0,1 0-1 0 0,-7 12 1 0 0,1 1-173 0 0,1 1-1 0 0,-15 38 0 0 0,23-52-393 0 0,1 0 0 0 0,1 1 0 0 0,0-1 0 0 0,0 0 0 0 0,0 1-1 0 0,2 0 1 0 0,-1-1 0 0 0,1 1 0 0 0,0 0 0 0 0,2 9 0 0 0,-1-14-6 0 0,0-1 1 0 0,0 1-1 0 0,0 0 1 0 0,1-1-1 0 0,-1 0 1 0 0,1 1-1 0 0,0-1 1 0 0,1 0-1 0 0,-1 0 1 0 0,1 0 0 0 0,-1 0-1 0 0,1 0 1 0 0,0-1-1 0 0,1 1 1 0 0,-1-1-1 0 0,1 0 1 0 0,-1 0-1 0 0,1 0 1 0 0,0-1-1 0 0,0 1 1 0 0,0-1-1 0 0,6 3 1 0 0,0-2-22 0 0,0 0-1 0 0,0 0 1 0 0,1-1 0 0 0,-1 0-1 0 0,0-1 1 0 0,1 0 0 0 0,0-1-1 0 0,-1 0 1 0 0,1-1 0 0 0,-1 0-1 0 0,18-4 1 0 0,-4-1-45 0 0,-1-1 0 0 0,1-2 0 0 0,39-19 0 0 0,-53 23 47 0 0,-1 0-1 0 0,0-1 1 0 0,-1 0-1 0 0,1 0 1 0 0,-1 0-1 0 0,0-1 1 0 0,6-9-1 0 0,-11 13 12 0 0,0-1 1 0 0,0 1-1 0 0,0-1 0 0 0,-1 0 1 0 0,0 0-1 0 0,0 0 1 0 0,0 0-1 0 0,0 0 0 0 0,-1-1 1 0 0,1 1-1 0 0,-1 0 0 0 0,0-1 1 0 0,-1 1-1 0 0,1-1 1 0 0,-1 1-1 0 0,0-1 0 0 0,0 0 1 0 0,-1-6-1 0 0,0 3-11 0 0,-1 0-1 0 0,-1 0 1 0 0,0 0-1 0 0,0 0 1 0 0,0 0-1 0 0,-1 1 1 0 0,0 0-1 0 0,-1-1 1 0 0,1 1-1 0 0,-2 1 1 0 0,1-1-1 0 0,0 1 1 0 0,-1 0-1 0 0,-1 0 1 0 0,1 1-1 0 0,-1-1 1 0 0,1 2-1 0 0,-13-8 1 0 0,1 3-624 0 0,-1 0 0 0 0,0 1 0 0 0,-1 1 0 0 0,0 0 0 0 0,0 2 0 0 0,-27-5 0 0 0,-16 3-1019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13823 0 0,'0'0'12221'0'0,"1"4"-11403"0"0,9 32-277 0 0,-1 1 0 0 0,3 43 0 0 0,1 81 1786 0 0,-4-32-1444 0 0,-2-74-886 0 0,2 44-121 0 0,-9-97-96 0 0,8-14-6424 0 0,-3-2 4011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6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96 15199 0 0,'0'0'1172'0'0,"-1"-1"-765"0"0,-4-6 2208 0 0,5 6-2157 0 0,0 0 1 0 0,0 0 0 0 0,1 0 0 0 0,-1 0-1 0 0,1 0 1 0 0,-1 0 0 0 0,1 0 0 0 0,-1 0 0 0 0,1 0-1 0 0,-1 0 1 0 0,1 0 0 0 0,0 1 0 0 0,0-1-1 0 0,-1 0 1 0 0,1 0 0 0 0,0 1 0 0 0,0-1 0 0 0,0 0-1 0 0,1 0 1 0 0,21-10 703 0 0,9-1-973 0 0,1 1 0 0 0,0 1 1 0 0,0 2-1 0 0,1 2 0 0 0,0 1 1 0 0,1 1-1 0 0,-1 2 0 0 0,0 2 1 0 0,48 5-1 0 0,-69-4-189 0 0,-1 1 0 0 0,1 1 0 0 0,21 7 0 0 0,-31-9 0 0 0,1 0 0 0 0,-1 1 0 0 0,0-1 0 0 0,0 1 0 0 0,0 0 0 0 0,0 0 0 0 0,0 0 0 0 0,0 0 0 0 0,0 1 0 0 0,0-1 0 0 0,-1 1 0 0 0,0 0 0 0 0,1 0 0 0 0,-1 0 0 0 0,0 0 0 0 0,0 0 0 0 0,2 6 0 0 0,-3-6 7 0 0,-1 0 0 0 0,1 0 0 0 0,-1 0 0 0 0,0 0 0 0 0,0 0 0 0 0,0 0 0 0 0,0 0 0 0 0,0 0 0 0 0,-1 0 0 0 0,0 0 0 0 0,1 0 0 0 0,-1-1 0 0 0,0 1 1 0 0,0 0-1 0 0,-1 0 0 0 0,1-1 0 0 0,-3 5 0 0 0,-2 2 28 0 0,0 0 1 0 0,0-1 0 0 0,-14 13-1 0 0,-11 7-90 0 0,-2-2 0 0 0,-1-1 0 0 0,-54 31 0 0 0,50-33-703 0 0,33-20 26 0 0,0 0 0 0 0,1 0 0 0 0,0 1 0 0 0,-7 7 0 0 0,2 0-9195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6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15199 0 0,'-11'4'12168'0'0,"38"3"-9932"0"0,0-6-1684 0 0,0-1 0 0 0,-1-1 0 0 0,28-4 0 0 0,14-2-456 0 0,-54 7-84 0 0,-3 2-1 0 0,-9-1 42 0 0,0 6 43 0 0,-2-6-88 0 0,1 0 0 0 0,-1 0 1 0 0,0 0-1 0 0,0-1 0 0 0,1 1 1 0 0,-1 0-1 0 0,0 0 0 0 0,0 0 0 0 0,0 0 1 0 0,0-1-1 0 0,0 1 0 0 0,0 0 1 0 0,0 0-1 0 0,0 0 0 0 0,0 0 1 0 0,0 0-1 0 0,0-1 0 0 0,-1 1 1 0 0,1 0-1 0 0,0 0 0 0 0,-1 0 0 0 0,1-1 1 0 0,0 1-1 0 0,-1 0 0 0 0,1 0 1 0 0,-2 0-1 0 0,-8 12 50 0 0,-1-1 0 0 0,-1-1 0 0 0,-14 12 0 0 0,19-18-42 0 0,5-4-10 0 0,0 1 0 0 0,-1 0 0 0 0,1 0 0 0 0,0 0 0 0 0,0 0 0 0 0,1 0 0 0 0,-1 0 0 0 0,0 0 0 0 0,-2 6 0 0 0,-2 3 6 0 0,8 2-12 0 0,6 1 0 0 0,3-3 0 0 0,-2-4 0 0 0,1-1 0 0 0,0-1 0 0 0,0 0 0 0 0,0 0 0 0 0,14 4 0 0 0,-12-5 0 0 0,-1 0 0 0 0,0 1 0 0 0,-1 0 0 0 0,18 12 0 0 0,-19-9 0 0 0,1 5 0 0 0,-9-8 0 0 0,-1-2 0 0 0,2 7 0 0 0,-2 3 11 0 0,-2-8-6 0 0,0 0 0 0 0,0 0 0 0 0,0 0 1 0 0,-1 0-1 0 0,0-1 0 0 0,0 1 0 0 0,0-1 0 0 0,0 0 1 0 0,-1 0-1 0 0,1 0 0 0 0,-1 0 0 0 0,0-1 1 0 0,-6 5-1 0 0,-8 4 25 0 0,-35 20 0 0 0,51-31-30 0 0,-11 6-64 0 0,0 0 0 0 0,-1-1 0 0 0,0-1 0 0 0,0 0 0 0 0,-1-1 0 0 0,1 0 0 0 0,-19 2 0 0 0,31-6-233 0 0,-11-1 410 0 0,7-3-4941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7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14279 0 0,'1'0'1103'0'0,"6"0"-384"0"0,-1 0 1 0 0,0 0 0 0 0,0 0-1 0 0,0-1 1 0 0,10-2-1 0 0,9-1 4896 0 0,76-5 1360 0 0,46-5-7002 0 0,-128 12-607 0 0,24 0 1 0 0,-34 2-1036 0 0,0 1 0 0 0,14 3 0 0 0,-9 0-7888 0 0</inkml:trace>
  <inkml:trace contextRef="#ctx0" brushRef="#br0" timeOffset="1">348 176 6911 0 0,'-7'-1'2191'0'0,"-35"1"18730"0"0,99-10-20064 0 0,-38 7-1163 0 0,29-8-1 0 0,83-22-3879 0 0,-125 31 3811 0 0,27-5-1132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7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99 13359 0 0,'-8'1'1384'0'0,"1"1"4714"0"0,-5 25 674 0 0,2 0-3765 0 0,8-17-2806 0 0,0 0-1 0 0,0 0 0 0 0,1 0 1 0 0,0 1-1 0 0,1-1 1 0 0,2 16-1 0 0,8 65-95 0 0,32 124-1 0 0,-39-205-731 0 0,-2 0 0 0 0,1 0 0 0 0,-1 17 0 0 0,-3-20-629 0 0</inkml:trace>
  <inkml:trace contextRef="#ctx0" brushRef="#br0" timeOffset="1">8 58 20503 0 0,'-2'-5'296'0'0,"-4"-16"1595"0"0,9 15-1686 0 0,1 4 257 0 0,0 0 0 0 0,0 0 1 0 0,0 1-1 0 0,0-1 0 0 0,1 1 0 0 0,-1 0 0 0 0,1 0 0 0 0,-1 0 0 0 0,9 0 1 0 0,-2 0 102 0 0,35-5 1051 0 0,63 1 0 0 0,-72 6-1493 0 0,0 1 0 0 0,0 2 1 0 0,0 2-1 0 0,45 12 0 0 0,-75-16-117 0 0,1 0 1 0 0,-1 1-1 0 0,0 0 1 0 0,-1 0-1 0 0,1 1 1 0 0,0-1-1 0 0,-1 2 1 0 0,0-1 0 0 0,0 1-1 0 0,6 6 1 0 0,-10-9-5 0 0,0 0 1 0 0,0 0 0 0 0,-1 1-1 0 0,1-1 1 0 0,-1 0 0 0 0,1 1-1 0 0,-1-1 1 0 0,0 1 0 0 0,0 0-1 0 0,0-1 1 0 0,0 1 0 0 0,-1 0-1 0 0,1 0 1 0 0,-1 0 0 0 0,1-1-1 0 0,-1 1 1 0 0,0 0 0 0 0,0 0-1 0 0,0 0 1 0 0,-1 0 0 0 0,1 0-1 0 0,-1-1 1 0 0,0 1 0 0 0,1 0-1 0 0,-1 0 1 0 0,0-1 0 0 0,-1 1-1 0 0,1-1 1 0 0,-3 5 0 0 0,-4 5 20 0 0,0-1 0 0 0,0 1 0 0 0,-1-2 0 0 0,-1 1 1 0 0,0-1-1 0 0,-14 10 0 0 0,-71 46-533 0 0,20-16-9106 0 0,57-37 97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07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 22863 0 0,'0'0'1049'0'0,"2"1"-27"0"0,57 6 117 0 0,-33-5 384 0 0,0 2 1 0 0,28 7-1 0 0,-50-10-1447 0 0,-1 0 0 0 0,1 0 0 0 0,-1 1 0 0 0,1 0 0 0 0,-1-1 0 0 0,1 1 0 0 0,-1 0 0 0 0,0 1 0 0 0,0-1 0 0 0,4 4 0 0 0,-6-5-56 0 0,0 0 0 0 0,0 0 0 0 0,-1 0 0 0 0,1 1 0 0 0,0-1 1 0 0,0 1-1 0 0,-1-1 0 0 0,1 0 0 0 0,-1 1 0 0 0,1-1 0 0 0,-1 1 0 0 0,0-1 1 0 0,0 1-1 0 0,1-1 0 0 0,-1 1 0 0 0,0-1 0 0 0,0 1 0 0 0,0-1 1 0 0,-1 1-1 0 0,1-1 0 0 0,0 1 0 0 0,-1-1 0 0 0,1 1 0 0 0,-1-1 0 0 0,1 1 1 0 0,-1-1-1 0 0,1 0 0 0 0,-2 3 0 0 0,-58 88 467 0 0,56-85-472 0 0,0 0 1 0 0,1 1 0 0 0,0-1 0 0 0,0 1-1 0 0,1-1 1 0 0,0 1 0 0 0,-1 12-1 0 0,3-17-12 0 0,0-1 1 0 0,0 1-1 0 0,0-1 0 0 0,0 1 0 0 0,0-1 0 0 0,1 0 0 0 0,0 1 1 0 0,-1-1-1 0 0,1 0 0 0 0,0 1 0 0 0,0-1 0 0 0,0 0 0 0 0,0 0 1 0 0,0 0-1 0 0,1 0 0 0 0,-1 0 0 0 0,1 0 0 0 0,-1 0 0 0 0,1 0 1 0 0,0-1-1 0 0,0 1 0 0 0,0-1 0 0 0,0 1 0 0 0,0-1 0 0 0,0 0 0 0 0,0 0 1 0 0,0 0-1 0 0,5 2 0 0 0,1 0-154 0 0,1-1-1 0 0,0 1 1 0 0,1-2-1 0 0,-1 1 1 0 0,0-1 0 0 0,0-1-1 0 0,1 0 1 0 0,-1 0 0 0 0,0-1-1 0 0,0 0 1 0 0,0 0-1 0 0,12-4 1 0 0,4-2-611 0 0,-1-1 0 0 0,0-2 0 0 0,27-13 0 0 0,-32 12-1494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1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8751 0 0,'1'-21'17544'0'0,"-1"279"-13700"0"0,3-165-3481 0 0,1-28-230 0 0,3 0-1 0 0,23 91 1 0 0,-26-144-285 0 0,-2-10 124 0 0,-1 0-172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1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18 136 9671 0 0,'-6'-20'56'0'0,"4"14"558"0"0,-1 0 0 0 0,2 0 0 0 0,-1-1 0 0 0,1 1 0 0 0,-1-7-1 0 0,2 11-89 0 0,0 0 1 0 0,0 1-1 0 0,0-1 0 0 0,0 1 0 0 0,1-1 0 0 0,-1 0 0 0 0,0 1 0 0 0,1-1 0 0 0,-1 1 0 0 0,1-1 0 0 0,0 1 0 0 0,-1-1 0 0 0,1 1 0 0 0,0 0 1 0 0,0-1-1 0 0,0 1 0 0 0,0 0 0 0 0,0-1 0 0 0,0 1 0 0 0,1 0 0 0 0,-1 0 0 0 0,0 0 0 0 0,0 0 0 0 0,1 0 0 0 0,1 0 0 0 0,7-4-255 0 0,1 0-1 0 0,0 1 0 0 0,0 0 1 0 0,0 1-1 0 0,1 0 0 0 0,15-1 1 0 0,72-2 1578 0 0,-76 5-1738 0 0,-13 1-109 0 0,1 0 0 0 0,-1 0 0 0 0,0 1 0 0 0,0 0 0 0 0,0 1 0 0 0,0 0 0 0 0,0 0 0 0 0,16 7 0 0 0,-11 0 0 0 0,-13-7-2 0 0,1 0-1 0 0,-1 1 1 0 0,1-1-1 0 0,-1 0 1 0 0,0 1 0 0 0,0 0-1 0 0,0-1 1 0 0,0 1-1 0 0,-1 0 1 0 0,1 0 0 0 0,-1 0-1 0 0,0 0 1 0 0,1 0-1 0 0,-1 1 1 0 0,-1-1-1 0 0,1 0 1 0 0,0 0 0 0 0,-1 1-1 0 0,0-1 1 0 0,0 0-1 0 0,0 1 1 0 0,0-1 0 0 0,0 0-1 0 0,-1 1 1 0 0,1-1-1 0 0,-2 5 1 0 0,-1 0-6 0 0,0-1 1 0 0,0-1-1 0 0,-1 1 1 0 0,1 0-1 0 0,-1-1 1 0 0,-1 0-1 0 0,1 0 1 0 0,-1 0-1 0 0,0 0 1 0 0,-11 8-1 0 0,-24 20-95 0 0,-1-3 0 0 0,-65 39 0 0 0,100-67-134 0 0,1 0-1 0 0,-1 1 1 0 0,1 0 0 0 0,-8 8 0 0 0,4-1-2792 0 0,3 1-3940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15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20 11975 0 0,'15'-19'15412'0'0,"-23"22"-13695"0"0,-15 11-1179 0 0,0 1-1 0 0,1 0 0 0 0,1 2 1 0 0,-24 24-1 0 0,35-32-451 0 0,-9 8 25 0 0,1 2 0 0 0,-18 22 0 0 0,32-34-57 0 0,3-7-43 0 0,1 1 0 0 0,0 0 0 0 0,0-1 0 0 0,0 1 0 0 0,-1 0 0 0 0,1-1 0 0 0,0 1 0 0 0,0 0 0 0 0,0-1 0 0 0,0 1 0 0 0,0 0 0 0 0,0-1 0 0 0,1 1 0 0 0,-1 0 0 0 0,0-1 0 0 0,0 1 0 0 0,0-1-1 0 0,1 1 1 0 0,-1 0 0 0 0,0-1 0 0 0,0 1 0 0 0,1-1 0 0 0,-1 1 0 0 0,1-1 0 0 0,-1 1 0 0 0,0-1 0 0 0,1 1 0 0 0,0 0 0 0 0,15 11 86 0 0,-10-9-88 0 0,-1-1 0 0 0,1 0 0 0 0,0 0 0 0 0,0-1 0 0 0,0 1 0 0 0,0-1 0 0 0,0-1 0 0 0,9 1 0 0 0,50-4-10 0 0,-59 2-4 0 0,103-17-584 0 0,-39 1-4297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1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14743 0 0,'0'0'6052'0'0,"8"10"-23"0"0,-3-2-5541 0 0,0 0-1 0 0,0 1 1 0 0,-1-1-1 0 0,0 1 1 0 0,-1 0-1 0 0,3 10 0 0 0,10 60 682 0 0,-12-54-1163 0 0,1 0 0 0 0,8 26 0 0 0,-4-28-70 0 0,-6-11-388 0 0,0-1 0 0 0,1-1-1 0 0,1 1 1 0 0,0 0 0 0 0,0-1-1 0 0,1 0 1 0 0,1 0 0 0 0,13 15-1 0 0,-7-13-1980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1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10135 0 0,'0'0'778'0'0,"7"-7"3330"0"0,-4 4-1671 0 0,1 0 0 0 0,-1 0 0 0 0,1 0-1 0 0,6-3 1 0 0,18-6 2220 0 0,-8 7-5039 0 0,21-4-1 0 0,-10 3 1364 0 0,1 0-1200 0 0,1 2-1 0 0,61 0 1 0 0,-88 4-190 0 0,0 0-1 0 0,1 1 1 0 0,-1 0-1 0 0,8 2 1 0 0,10 6-7423 0 0,-7 2-1446 0 0</inkml:trace>
  <inkml:trace contextRef="#ctx0" brushRef="#br0" timeOffset="1">138 242 1839 0 0,'2'0'10920'0'0,"28"3"-73"0"0,1-3-5967 0 0,65-12-5503 0 0,-69 8 1647 0 0,197-30-5051 0 0,-190 29 1742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16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163 209 12439 0 0,'0'-13'13619'0'0,"1"15"-12375"0"0,40 109 3187 0 0,10 65-4255 0 0,-23-75 154 0 0,-18-64-1086 0 0,8 57 0 0 0,-18-92 197 0 0</inkml:trace>
  <inkml:trace contextRef="#ctx0" brushRef="#br0" timeOffset="1">1 100 23007 0 0,'0'-3'178'0'0,"-1"1"0"0"0,1-1 0 0 0,1 0 0 0 0,-1 0 0 0 0,0 1 0 0 0,1-1 0 0 0,-1 0 0 0 0,1 1 0 0 0,0-1 0 0 0,0 1 0 0 0,0-1 0 0 0,0 1 0 0 0,0-1 0 0 0,1 1 0 0 0,-1 0 0 0 0,1-1 0 0 0,0 1 0 0 0,-1 0 0 0 0,1 0 0 0 0,0 0 0 0 0,0 1 1 0 0,0-1-1 0 0,0 0 0 0 0,1 1 0 0 0,-1-1 0 0 0,0 1 0 0 0,1 0 0 0 0,-1-1 0 0 0,5 0 0 0 0,7-3 454 0 0,0 1 1 0 0,0 1-1 0 0,0 0 1 0 0,19-1 0 0 0,-28 3-621 0 0,57-6 367 0 0,72 1-1 0 0,-111 6-353 0 0,0 2 0 0 0,0 0 0 0 0,0 1 0 0 0,0 2 0 0 0,0 0 0 0 0,31 12 0 0 0,-48-14-24 0 0,0 0-1 0 0,0 0 1 0 0,0 1-1 0 0,-1 0 1 0 0,1 0-1 0 0,-1 0 1 0 0,0 1 0 0 0,0-1-1 0 0,0 1 1 0 0,7 10-1 0 0,-10-12-2 0 0,-1-1-1 0 0,1 0 0 0 0,-1 0 1 0 0,0 1-1 0 0,0-1 1 0 0,0 1-1 0 0,0-1 0 0 0,0 1 1 0 0,0 0-1 0 0,-1-1 1 0 0,1 1-1 0 0,-1 0 0 0 0,1-1 1 0 0,-1 1-1 0 0,0 0 1 0 0,-1 0-1 0 0,1-1 0 0 0,0 1 1 0 0,-1 0-1 0 0,1-1 1 0 0,-1 1-1 0 0,0 0 0 0 0,0-1 1 0 0,0 1-1 0 0,0-1 0 0 0,0 0 1 0 0,0 1-1 0 0,-1-1 1 0 0,-2 3-1 0 0,-6 7-27 0 0,-1-1 1 0 0,0 0-1 0 0,-1 0 0 0 0,-13 8 1 0 0,-56 33-141 0 0,49-33-92 0 0,-37 29 1 0 0,59-40-506 0 0,0 1 0 0 0,1-1 1 0 0,0 2-1 0 0,1-1 0 0 0,-8 12 1 0 0,4-1-9065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17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 0 0,'1'1'1103'0'0,"7"2"314"0"0,-1 1-1 0 0,1 0 1 0 0,-1 1 0 0 0,0 0-1 0 0,-1 0 1 0 0,1 0 0 0 0,-1 1-1 0 0,10 11 1 0 0,-9-8-810 0 0,0 1 1 0 0,-1-1-1 0 0,0 1 0 0 0,-1 0 1 0 0,0 1-1 0 0,4 10 0 0 0,-4-6-589 0 0,-1 1-1 0 0,0-1 0 0 0,-1 1 1 0 0,-1-1-1 0 0,-1 1 1 0 0,0 0-1 0 0,-1 0 1 0 0,0 0-1 0 0,-5 27 1 0 0,0-21-226 0 0,3-15-366 0 0,0 0 1 0 0,1 1 0 0 0,0-1-1 0 0,0 1 1 0 0,1 10 0 0 0,3-5-570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54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3223 0 0,'2'-1'240'0'0,"99"-62"3860"0"0,-87 57-3748 0 0,1 0 0 0 0,-1 1 0 0 0,1 1 0 0 0,0 0 0 0 0,0 1 0 0 0,26-2-1 0 0,1-1 189 0 0,91-11 695 0 0,199 0-1 0 0,434 32-794 0 0,-281 6-364 0 0,-51-17-348 0 0,-344-5 168 0 0,107 5-109 0 0,23-1 2 0 0,221-15-138 0 0,-194 0 239 0 0,-45 1 36 0 0,-147 9 62 0 0,618-28-235 0 0,-423 15 82 0 0,115-9-150 0 0,-84 4 91 0 0,-226 18 221 0 0,1-1 0 0 0,0-4 0 0 0,57-13 0 0 0,186-43 287 0 0,-274 57-151 0 0,-12 3-31 0 0,0 1 1 0 0,0 0-1 0 0,20-1 0 0 0,-21 2-13 0 0,-10 1 46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2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45 14743 0 0,'-1'0'1136'0'0,"0"-1"-1073"0"0,0 1 0 0 0,0-1 0 0 0,0 1 0 0 0,0-1 0 0 0,0 1 0 0 0,1-1 0 0 0,-1 0 0 0 0,0 1 0 0 0,1-1 0 0 0,-1 0 0 0 0,0 0 0 0 0,1 0 0 0 0,-1 1 0 0 0,1-1 0 0 0,-1 0 0 0 0,1 0 0 0 0,-1 0 0 0 0,0-2 0 0 0,0-1 991 0 0,-1 2-646 0 0,1 0 0 0 0,0 0 0 0 0,0 1 0 0 0,-1-1 0 0 0,1 1 0 0 0,-1-1 0 0 0,1 1 0 0 0,-1-1 0 0 0,0 1 0 0 0,0 0 0 0 0,0 0 0 0 0,1 0 0 0 0,-1 0 0 0 0,0 0 0 0 0,0 0 0 0 0,0 1 0 0 0,0-1 0 0 0,-3 0 0 0 0,2 1-208 0 0,0 0-1 0 0,-1 0 1 0 0,1 0 0 0 0,0 1 0 0 0,0-1 0 0 0,0 1 0 0 0,0-1-1 0 0,-1 1 1 0 0,1 0 0 0 0,0 1 0 0 0,-2 0 0 0 0,-6 4-61 0 0,1 1 0 0 0,0-1 0 0 0,1 1 0 0 0,-1 1 0 0 0,-10 11 0 0 0,-4 6 12 0 0,1 1 1 0 0,2 0-1 0 0,0 2 1 0 0,2 0-1 0 0,-23 46 1 0 0,40-70-153 0 0,0 0 0 0 0,1 0 0 0 0,-1 0 0 0 0,1 0 0 0 0,0 0 1 0 0,0 1-1 0 0,0-1 0 0 0,1 0 0 0 0,-1 1 0 0 0,1 5 0 0 0,0-8-15 0 0,1 0 0 0 0,-1-1 0 0 0,0 1 0 0 0,1 0-1 0 0,0-1 1 0 0,-1 1 0 0 0,1-1 0 0 0,0 1 0 0 0,0-1 0 0 0,0 1 0 0 0,0-1 0 0 0,0 1 0 0 0,0-1-1 0 0,0 0 1 0 0,0 1 0 0 0,0-1 0 0 0,1 0 0 0 0,-1 0 0 0 0,0 0 0 0 0,1 0 0 0 0,-1 0 0 0 0,1-1-1 0 0,0 1 1 0 0,-1 0 0 0 0,1-1 0 0 0,-1 1 0 0 0,1-1 0 0 0,2 1 0 0 0,1 0-56 0 0,0-1 1 0 0,-1 1-1 0 0,1-1 0 0 0,0 0 1 0 0,0-1-1 0 0,-1 1 1 0 0,1-1-1 0 0,0 0 0 0 0,-1 0 1 0 0,1 0-1 0 0,-1-1 1 0 0,1 1-1 0 0,-1-1 0 0 0,5-3 1 0 0,7-4-141 0 0,0-1 0 0 0,17-14-1 0 0,-23 16 105 0 0,3-1 31 0 0,-1-1 0 0 0,0 0 1 0 0,-1 0-1 0 0,0-1 0 0 0,-1 0 0 0 0,0-1 0 0 0,-1-1 1 0 0,0 1-1 0 0,9-19 0 0 0,-11 20 142 0 0,-6 9-45 0 0,0 1 0 0 0,0-1 0 0 0,0 1-1 0 0,0-1 1 0 0,0 0 0 0 0,0 0 0 0 0,0 1 0 0 0,-1-1 0 0 0,2-4 0 0 0,-15 17 804 0 0,9-5-757 0 0,0 1 0 0 0,1 0 0 0 0,0-1 0 0 0,1 1 0 0 0,-1 1 1 0 0,1-1-1 0 0,0 0 0 0 0,1 1 0 0 0,0-1 0 0 0,0 0 0 0 0,1 1 0 0 0,0 8 0 0 0,0-13-197 0 0,0-1-1 0 0,1 1 1 0 0,-1-1 0 0 0,0 1 0 0 0,1-1-1 0 0,0 1 1 0 0,-1-1 0 0 0,1 1 0 0 0,0-1-1 0 0,0 0 1 0 0,1 1 0 0 0,-1-1-1 0 0,0 0 1 0 0,1 0 0 0 0,-1 0 0 0 0,1 0-1 0 0,0 0 1 0 0,-1 0 0 0 0,4 2-1 0 0,0-1-276 0 0,-1 0-1 0 0,1 0 1 0 0,0-1-1 0 0,0 0 1 0 0,0 1-1 0 0,0-2 1 0 0,0 1-1 0 0,7 1 1 0 0,3 0-1784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30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20935 0 0,'0'0'1899'0'0,"1"2"-1563"0"0,36 40 213 0 0,-22-25-139 0 0,0 0-1 0 0,2-1 1 0 0,20 16-1 0 0,12 11-32 0 0,67 81 46 0 0,-98-100-402 0 0,0 0-1 0 0,-2 1 1 0 0,23 45-1 0 0,-22-30-20 0 0,-1 0 0 0 0,19 76 0 0 0,-29-88 0 0 0,-1 1 0 0 0,-1 0 0 0 0,-2 0 0 0 0,-1 0 0 0 0,-3 32 0 0 0,0-26 34 0 0,-3 0 0 0 0,0-1 0 0 0,-13 41 0 0 0,-10 2-2257 0 0,19-56-743 0 0,-17 30 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33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54 12439 0 0,'0'0'958'0'0,"-3"-15"1650"0"0,3 13-2179 0 0,-1 1 0 0 0,1-1 0 0 0,-1 1-1 0 0,0-1 1 0 0,1 0 0 0 0,-1 1 0 0 0,0-1 0 0 0,0 1 0 0 0,0 0 0 0 0,0-1 0 0 0,0 1 0 0 0,0 0 0 0 0,-2-2 0 0 0,0 1-161 0 0,1 1 1 0 0,0-1-1 0 0,-1 1 0 0 0,1-1 0 0 0,-1 1 1 0 0,0 0-1 0 0,-4-2 0 0 0,4 2-173 0 0,0 0 0 0 0,-1 1 1 0 0,1-1-1 0 0,0 1 0 0 0,-1 0 0 0 0,1-1 0 0 0,0 2 0 0 0,-1-1 0 0 0,1 0 0 0 0,0 1 1 0 0,0-1-1 0 0,-1 1 0 0 0,1 0 0 0 0,-6 2 0 0 0,-10 9 75 0 0,1 0-1 0 0,0 1 1 0 0,0 0-1 0 0,-28 30 1 0 0,-53 72 550 0 0,96-110-731 0 0,0-1 0 0 0,0 1 0 0 0,0-1 0 0 0,0 1 0 0 0,1 0-1 0 0,0 0 1 0 0,0 0 0 0 0,-2 8 0 0 0,4-12 7 0 0,0 1 0 0 0,-1-1 1 0 0,1 0-1 0 0,0 1 0 0 0,0-1 0 0 0,0 1 1 0 0,0-1-1 0 0,0 0 0 0 0,1 1 0 0 0,-1-1 0 0 0,0 0 1 0 0,1 1-1 0 0,-1-1 0 0 0,1 0 0 0 0,-1 0 0 0 0,1 1 1 0 0,0-1-1 0 0,-1 0 0 0 0,1 0 0 0 0,0 0 0 0 0,0 0 1 0 0,0 0-1 0 0,0 0 0 0 0,0 0 0 0 0,0 0 0 0 0,0 0 1 0 0,0-1-1 0 0,0 1 0 0 0,0 0 0 0 0,0-1 0 0 0,1 1 1 0 0,-1 0-1 0 0,0-1 0 0 0,0 0 0 0 0,1 1 0 0 0,-1-1 1 0 0,0 0-1 0 0,3 1 0 0 0,5 0-57 0 0,0 0 0 0 0,0 0 0 0 0,0-1 0 0 0,1 0 0 0 0,-1-1-1 0 0,0 0 1 0 0,0 0 0 0 0,0-1 0 0 0,0 0 0 0 0,0-1 0 0 0,0 0 0 0 0,0 0 0 0 0,12-8 0 0 0,1-1-88 0 0,0-2 1 0 0,-1 0 0 0 0,33-29 0 0 0,-46 36 69 0 0,0 0 0 0 0,-1 0 1 0 0,0-1-1 0 0,-1 0 0 0 0,1 0 0 0 0,9-16 0 0 0,-16 22 68 0 0,1 1 1 0 0,0 0-1 0 0,-1 0 0 0 0,1 0 1 0 0,-1 0-1 0 0,1-1 0 0 0,-1 1 1 0 0,1 0-1 0 0,-1 0 0 0 0,0-1 1 0 0,0 1-1 0 0,1 0 0 0 0,-1-1 1 0 0,0 1-1 0 0,0-2 0 0 0,-1-10 19 0 0,1 12 164 0 0,-1 0-29 0 0,0 0 1 0 0,0 0-1 0 0,0 0 0 0 0,0 0 0 0 0,0 1 0 0 0,0-1 0 0 0,-1 0 0 0 0,1 1 0 0 0,0-1 0 0 0,-2 0 0 0 0,2 5-123 0 0,0 0 1 0 0,0 0-1 0 0,1 1 0 0 0,-1-1 1 0 0,1 0-1 0 0,0 0 0 0 0,0 0 1 0 0,1 0-1 0 0,-1 1 1 0 0,1-1-1 0 0,0 0 0 0 0,2 6 1 0 0,3 9-43 0 0,11 23 0 0 0,-11-28 42 0 0,14 37-20 0 0,-2 1 0 0 0,16 83 0 0 0,-30-114 18 0 0,-1 0 0 0 0,-1 0 0 0 0,-1 0-1 0 0,0 0 1 0 0,-2 0 0 0 0,0 0 0 0 0,-2 0 0 0 0,0 0-1 0 0,-1 0 1 0 0,-10 29 0 0 0,11-44 19 0 0,0 1 0 0 0,-1-1-1 0 0,0 0 1 0 0,0 0 0 0 0,0 0 0 0 0,-1 0 0 0 0,1 0-1 0 0,-2-1 1 0 0,1 0 0 0 0,0 0 0 0 0,-1-1 0 0 0,0 1-1 0 0,0-1 1 0 0,0-1 0 0 0,-11 6 0 0 0,3-3 85 0 0,-1-1 0 0 0,1 0 0 0 0,-1-1 1 0 0,0-1-1 0 0,0 0 0 0 0,-23 1 0 0 0,23-4-115 0 0,0 0 0 0 0,0-2 0 0 0,0 0 0 0 0,1 0 0 0 0,-1-2 0 0 0,-22-7 0 0 0,21 5-701 0 0,1-1-1 0 0,0-1 0 0 0,0-1 1 0 0,-18-13-1 0 0,20 11-1169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38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 17015 0 0,'0'0'1543'0'0,"-5"-7"1712"0"0,5 7-3148 0 0,-1 0 1 0 0,0 0 0 0 0,0 0 0 0 0,0 0 0 0 0,1 1 0 0 0,-1-1 0 0 0,0 0 0 0 0,0 1 0 0 0,1-1-1 0 0,-1 0 1 0 0,0 1 0 0 0,0-1 0 0 0,1 1 0 0 0,-1-1 0 0 0,0 1 0 0 0,1-1 0 0 0,-1 1 0 0 0,1-1-1 0 0,-1 1 1 0 0,1 0 0 0 0,-1-1 0 0 0,1 1 0 0 0,-1 0 0 0 0,1 0 0 0 0,0-1 0 0 0,-1 1 0 0 0,1 0-1 0 0,0 0 1 0 0,0-1 0 0 0,0 1 0 0 0,-1 0 0 0 0,1 0 0 0 0,0 1 0 0 0,-5 32 590 0 0,5-34-690 0 0,-1 41 311 0 0,1 0 0 0 0,9 60 0 0 0,22 81-26 0 0,-24-146-187 0 0,11 51 87 0 0,3-1 0 0 0,39 97 0 0 0,-54-169-194 0 0,0 0 1 0 0,1-1 0 0 0,18 25-1 0 0,-24-37-68 0 0,13-11-52 0 0,-11 4 111 0 0,0 0 1 0 0,0 1 0 0 0,-1-1 0 0 0,0 0-1 0 0,0-1 1 0 0,-1 1 0 0 0,0 0 0 0 0,1-10 0 0 0,1-1 6 0 0,29-214-178 0 0,-28 208 177 0 0,24-111-117 0 0,-22 113 101 0 0,1 0 0 0 0,1 0 1 0 0,0 1-1 0 0,14-23 0 0 0,-14 31 9 0 0,-8 12 10 0 0,0 0-1 0 0,1-1 0 0 0,-1 1 0 0 0,0 0 1 0 0,1-1-1 0 0,-1 1 0 0 0,0 0 0 0 0,0 0 0 0 0,1-1 1 0 0,-1 1-1 0 0,0 0 0 0 0,1 0 0 0 0,-1 0 1 0 0,1 0-1 0 0,-1-1 0 0 0,0 1 0 0 0,1 0 0 0 0,-1 0 1 0 0,1 0-1 0 0,-1 0 0 0 0,0 0 0 0 0,1 0 1 0 0,0 0-1 0 0,0 1 1 0 0,0-1 0 0 0,0 1 0 0 0,1 0 1 0 0,-1 0-1 0 0,0 0 0 0 0,0-1 0 0 0,0 1 1 0 0,0 0-1 0 0,0 1 0 0 0,0-1 0 0 0,0 0 1 0 0,-1 0-1 0 0,1 0 0 0 0,1 2 0 0 0,11 24 0 0 0,-9-17-8 0 0,57 141 111 0 0,-10-21 64 0 0,-39-105-137 0 0,0 0 0 0 0,32 44 0 0 0,-36-58-29 0 0,0-1 0 0 0,1-1 0 0 0,0 0 0 0 0,12 9 0 0 0,-17-15 0 0 0,0 0 0 0 0,0 0 0 0 0,0 0 0 0 0,0-1 0 0 0,0 0 0 0 0,1 0 0 0 0,-1 0 0 0 0,1 0 0 0 0,-1-1 0 0 0,1 1 0 0 0,0-1 0 0 0,0-1 0 0 0,0 1 0 0 0,4 0 0 0 0,-5-2 2 0 0,0 0 1 0 0,-1 1-1 0 0,1-1 0 0 0,0-1 1 0 0,-1 1-1 0 0,1 0 0 0 0,-1-1 1 0 0,0 0-1 0 0,1 0 0 0 0,-1 0 1 0 0,6-5-1 0 0,-5 3 6 0 0,1 0-1 0 0,0-1 0 0 0,-1 1 1 0 0,0-1-1 0 0,0 0 1 0 0,4-7-1 0 0,5-15 99 0 0,-1 1 0 0 0,-1-2-1 0 0,-2 1 1 0 0,-1-1 0 0 0,0-1 0 0 0,4-41 0 0 0,4-176-247 0 0,-16 177-315 0 0,1-19-4793 0 0,-1 66-3142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39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99 20271 0 0,'-6'-8'1640'0'0,"8"3"1197"0"0,16 2 635 0 0,-11 2-4316 0 0,190-17 627 0 0,-110 10 247 0 0,149-20-1081 0 0,-125 9-2839 0 0,-55 11-4311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3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388 437 17503 0 0,'0'0'2899'0'0,"2"1"-1792"0"0,3 0-766 0 0,1 0 1 0 0,-1-1-1 0 0,1 1 1 0 0,-1-1-1 0 0,1 0 1 0 0,-1-1-1 0 0,1 1 1 0 0,-1-1-1 0 0,1 0 1 0 0,-1-1 0 0 0,11-3-1 0 0,2-2-563 0 0,0-2 0 0 0,19-11-1 0 0,22-11-4194 0 0,-45 25 2525 0 0</inkml:trace>
  <inkml:trace contextRef="#ctx0" brushRef="#br0" timeOffset="1">99 77 22087 0 0,'-17'-3'1133'0'0,"-1"0"1"0"0,-23 0-1 0 0,40 3-1003 0 0,0 0 0 0 0,-1 0-1 0 0,1 0 1 0 0,0 1 0 0 0,0-1 0 0 0,0 0-1 0 0,-1 1 1 0 0,1-1 0 0 0,0 1 0 0 0,0 0-1 0 0,0-1 1 0 0,0 1 0 0 0,0 0 0 0 0,0-1-1 0 0,0 1 1 0 0,0 0 0 0 0,0 0 0 0 0,-1 2-1 0 0,1-2 317 0 0,1 0-372 0 0,0 1-73 0 0,0-1-1 0 0,0 0 1 0 0,0 1-1 0 0,0-1 1 0 0,0 0-1 0 0,0 1 1 0 0,1-1 0 0 0,-1 0-1 0 0,0 1 1 0 0,1-1-1 0 0,-1 0 1 0 0,1 0-1 0 0,-1 1 1 0 0,1-1-1 0 0,0 0 1 0 0,-1 0-1 0 0,1 0 1 0 0,0 0-1 0 0,0 0 1 0 0,0 0-1 0 0,0 0 1 0 0,0 0-1 0 0,0 0 1 0 0,0-1-1 0 0,0 1 1 0 0,0 0-1 0 0,0 0 1 0 0,0-1-1 0 0,1 1 1 0 0,1 0-1 0 0,0 0 0 0 0,1-1 0 0 0,-1 0 0 0 0,1 1 0 0 0,-1-1 0 0 0,0 0-1 0 0,1-1 1 0 0,5 0 0 0 0,4-2-73 0 0,-1-1 0 0 0,-1 0 0 0 0,1-1-1 0 0,-1 0 1 0 0,18-11 0 0 0,-8 5-24 0 0,-9 4 1 0 0,21-14 0 0 0,-32 21 97 0 0,-1 0-1 0 0,1 0 1 0 0,-1-1 0 0 0,1 1 0 0 0,-1 0-1 0 0,0-1 1 0 0,1 1 0 0 0,-1-1-1 0 0,1 1 1 0 0,-1 0 0 0 0,0-1 0 0 0,1 1-1 0 0,-1-1 1 0 0,0 1 0 0 0,0-1-1 0 0,1 1 1 0 0,-1-1 0 0 0,0 1-1 0 0,0-1 1 0 0,0 1 0 0 0,0-1 0 0 0,1 1-1 0 0,-1-1 1 0 0,0 1 0 0 0,0-1-1 0 0,0 0 1 0 0,0 1 0 0 0,0-1 0 0 0,0 1-1 0 0,-1-1 1 0 0,1 1 0 0 0,0-1-1 0 0,0 1 1 0 0,0-1 0 0 0,0 1-1 0 0,-1-1 1 0 0,1 1 0 0 0,0-1 0 0 0,0 1-1 0 0,-1-1 1 0 0,-14-10 33 0 0,14 10-33 0 0,-2 0-280 0 0,1 0 0 0 0,-1-1 0 0 0,0 1 0 0 0,1 1 0 0 0,-1-1 0 0 0,-3-1 0 0 0,2 2-487 0 0,1 0-1 0 0,0 0 1 0 0,0 0 0 0 0,0 0 0 0 0,0 1-1 0 0,0-1 1 0 0,0 1 0 0 0,0 0 0 0 0,-4 1-1 0 0,-4 3-7089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0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44 15199 0 0,'-2'-1'1172'0'0,"-5"-5"-220"0"0,0 0-1 0 0,1 0 0 0 0,-8-9 6238 0 0,32 258-3484 0 0,-7-128-3413 0 0,4 5 8 0 0,-13-117-286 0 0,1-7-27 0 0,1-8-39 0 0,0-3 41 0 0,45-154-303 0 0,-49 167 314 0 0,2-3-11 0 0,0 0 0 0 0,0 1 1 0 0,1-1-1 0 0,-1 1 1 0 0,1-1-1 0 0,6-7 0 0 0,-8 13 7 0 0,-1-1 0 0 0,1 0 0 0 0,0 1 0 0 0,0-1 0 0 0,0 1 0 0 0,-1-1 0 0 0,1 1 0 0 0,0-1-1 0 0,-1 1 1 0 0,1 0 0 0 0,0-1 0 0 0,0 2 0 0 0,6 8-5 0 0,0-1 0 0 0,-1 1 0 0 0,6 14 0 0 0,-6-11-5 0 0,15 21 0 0 0,-15-26 13 0 0,10 14-16 0 0,21 21 1 0 0,-32-37 2 0 0,2 0 0 0 0,-1-1 0 0 0,0 0 1 0 0,1 0-1 0 0,0 0 0 0 0,0-1 1 0 0,15 7-1 0 0,-17-9-25 0 0,1 0 0 0 0,0 0 0 0 0,-1 0 0 0 0,1-1 0 0 0,0 1 1 0 0,0-1-1 0 0,0-1 0 0 0,0 1 0 0 0,0-1 0 0 0,0 0 0 0 0,0-1 0 0 0,0 1 0 0 0,0-1 0 0 0,0 0 0 0 0,0-1 0 0 0,0 1 1 0 0,-1-1-1 0 0,1 0 0 0 0,0-1 0 0 0,-1 1 0 0 0,6-5 0 0 0,-2 2-28 0 0,-1-1 1 0 0,0-1-1 0 0,0 0 0 0 0,0 0 0 0 0,-1-1 1 0 0,0 1-1 0 0,-1-1 0 0 0,1-1 0 0 0,-2 0 1 0 0,7-10-1 0 0,-8 12 51 0 0,-1-1 1 0 0,0 0-1 0 0,0 0 1 0 0,0 0-1 0 0,-1 0 1 0 0,0-1-1 0 0,0 1 1 0 0,-1 0-1 0 0,-1-1 1 0 0,1 1-1 0 0,-1-1 1 0 0,-2-16-1 0 0,2 23 22 0 0,-1 0 1 0 0,1 0-1 0 0,-1 0 0 0 0,1 0 1 0 0,-1 0-1 0 0,0 0 0 0 0,1 1 1 0 0,-1-1-1 0 0,0 0 0 0 0,0 0 1 0 0,0 0-1 0 0,-1 1 1 0 0,1-1-1 0 0,0 1 0 0 0,-3-3 1 0 0,2 3 5 0 0,1 0 0 0 0,0 1 0 0 0,0-1 1 0 0,-1 1-1 0 0,1 0 0 0 0,0-1 0 0 0,-1 1 1 0 0,1 0-1 0 0,0 0 0 0 0,-1 0 0 0 0,1 0 1 0 0,0 0-1 0 0,-1 0 0 0 0,1 0 0 0 0,0 0 1 0 0,-1 1-1 0 0,1-1 0 0 0,0 1 1 0 0,0-1-1 0 0,-1 1 0 0 0,1-1 0 0 0,0 1 1 0 0,0-1-1 0 0,-2 2 0 0 0,-2 2 20 0 0,1-1-1 0 0,0 0 1 0 0,0 1-1 0 0,0 0 1 0 0,0 0-1 0 0,1 0 1 0 0,0 0-1 0 0,-1 1 1 0 0,2-1-1 0 0,-1 1 1 0 0,-3 6-1 0 0,2 0-15 0 0,-1 0 0 0 0,1 0 1 0 0,1 0-1 0 0,-3 15 0 0 0,5-20-15 0 0,1 1-1 0 0,0 0 1 0 0,0 0 0 0 0,0-1 0 0 0,1 1 0 0 0,-1 0-1 0 0,2-1 1 0 0,-1 1 0 0 0,1-1 0 0 0,4 12 0 0 0,-5-15-32 0 0,1 0 1 0 0,-1 0 0 0 0,1 0 0 0 0,-1-1 0 0 0,1 1 0 0 0,0 0 0 0 0,0-1 0 0 0,0 1 0 0 0,0-1 0 0 0,0 0 0 0 0,1 0 0 0 0,-1 0 0 0 0,1 0 0 0 0,0 0 0 0 0,-1 0 0 0 0,1-1 0 0 0,0 1-1 0 0,0-1 1 0 0,0 0 0 0 0,0 0 0 0 0,0 0 0 0 0,0 0 0 0 0,0-1 0 0 0,5 1 0 0 0,1 0-110 0 0,-1-2 0 0 0,1 1-1 0 0,0-1 1 0 0,0-1 0 0 0,0 0-1 0 0,-1 0 1 0 0,1 0 0 0 0,-1-1 0 0 0,1-1-1 0 0,-1 1 1 0 0,0-1 0 0 0,0-1-1 0 0,-1 1 1 0 0,1-1 0 0 0,-1-1 0 0 0,0 1-1 0 0,7-8 1 0 0,-5 4 97 0 0,-1-1 0 0 0,0-1-1 0 0,0 1 1 0 0,-1-1 0 0 0,0 0 0 0 0,-1-1-1 0 0,0 0 1 0 0,-1 0 0 0 0,0 0 0 0 0,-1 0-1 0 0,3-15 1 0 0,-1-3 297 0 0,-1 0 1 0 0,-1-1-1 0 0,-2 1 0 0 0,-1-1 1 0 0,-2 1-1 0 0,-6-47 0 0 0,3 65 552 0 0,1 18 297 0 0,0 20-421 0 0,4 3-572 0 0,2 1 1 0 0,1-1 0 0 0,12 51 0 0 0,35 83-3980 0 0,-32-108-1245 0 0,-15-45-2725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0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22231 0 0,'0'0'2011'0'0,"10"-13"-837"0"0,-7 10-1031 0 0,-1 0 0 0 0,2 1-1 0 0,-1 0 1 0 0,0 0 0 0 0,0-1-1 0 0,1 2 1 0 0,-1-1 0 0 0,1 0-1 0 0,5-1 1 0 0,37-9 374 0 0,-34 9-470 0 0,5 0-228 0 0,0 0 0 0 0,1 2 0 0 0,22-1-1 0 0,23 5-3604 0 0,-32 0-4607 0 0</inkml:trace>
  <inkml:trace contextRef="#ctx0" brushRef="#br0" timeOffset="1">500 207 21423 0 0,'-6'20'952'0'0,"4"-9"192"0"0,-1 2-920 0 0,1 3-224 0 0,1 2 0 0 0,-1 0 0 0 0,2-2 216 0 0,0 0-8 0 0,0-1 0 0 0,0-2 0 0 0,2-2 56 0 0,1-3-144 0 0,3 0 0 0 0,-1 2-1256 0 0,2-3-248 0 0,1-4-56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1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11 18687 0 0,'-1'-1'162'0'0,"1"1"-1"0"0,0-1 1 0 0,-1 0-1 0 0,1 1 1 0 0,-1-1-1 0 0,1 1 1 0 0,-1-1-1 0 0,1 1 1 0 0,-1-1 0 0 0,1 1-1 0 0,-1-1 1 0 0,1 1-1 0 0,-1-1 1 0 0,0 1-1 0 0,1 0 1 0 0,-1-1-1 0 0,0 1 1 0 0,1 0-1 0 0,-1-1 1 0 0,0 1-1 0 0,1 0 1 0 0,-1 0 0 0 0,0 0-1 0 0,0 0 1 0 0,1 0-1 0 0,-1 0 1 0 0,0 0-1 0 0,0 0 1 0 0,1 0-1 0 0,-1 0 1 0 0,0 0-1 0 0,0 0 1 0 0,1 0-1 0 0,-1 1 1 0 0,0-1-1 0 0,1 0 1 0 0,-1 1 0 0 0,0-1-1 0 0,1 0 1 0 0,-1 1-1 0 0,0-1 1 0 0,1 1-1 0 0,-1-1 1 0 0,1 1-1 0 0,-1 0 1 0 0,-7 5 63 0 0,0 1-1 0 0,0 0 1 0 0,1 1 0 0 0,1-1 0 0 0,-1 1-1 0 0,1 0 1 0 0,0 1 0 0 0,1-1 0 0 0,-6 13-1 0 0,3-2 227 0 0,0-1-1 0 0,2 1 1 0 0,-9 34-1 0 0,14-43-557 0 0,-1-1 0 0 0,1 0 0 0 0,1 0 1 0 0,-1 1-1 0 0,2-1 0 0 0,-1 0 0 0 0,1 0 0 0 0,1 1 0 0 0,3 12 0 0 0,-4-17 45 0 0,1-1-1 0 0,-1 0 0 0 0,1 0 1 0 0,0 0-1 0 0,0 0 1 0 0,0-1-1 0 0,1 1 0 0 0,0-1 1 0 0,-1 1-1 0 0,1-1 0 0 0,0 0 1 0 0,0 0-1 0 0,1 0 0 0 0,-1 0 1 0 0,1-1-1 0 0,-1 1 1 0 0,1-1-1 0 0,0 0 0 0 0,0 0 1 0 0,0 0-1 0 0,0-1 0 0 0,6 2 1 0 0,5 0-1404 0 0,1 0 1 0 0,19 1 0 0 0,-10-4-7046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1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0 367 20039 0 0,'0'0'2641'0'0,"2"-1"-2138"0"0,109-49 3238 0 0,-91 42-3668 0 0,-1 2 0 0 0,1 0 0 0 0,0 1 1 0 0,22-2-1 0 0,-39 7-71 0 0,0 0 0 0 0,0-1 0 0 0,0 1 0 0 0,0 1 1 0 0,1-1-1 0 0,-1 0 0 0 0,0 1 0 0 0,0-1 0 0 0,0 1 1 0 0,0 0-1 0 0,4 2 0 0 0,-5-2 11 0 0,0 0 0 0 0,0 1 1 0 0,-1-1-1 0 0,1 1 0 0 0,0-1 0 0 0,0 1 0 0 0,-1 0 1 0 0,1 0-1 0 0,-1-1 0 0 0,1 1 0 0 0,-1 0 0 0 0,0 0 1 0 0,0 1-1 0 0,0-1 0 0 0,1 4 0 0 0,3 8 185 0 0,-2 1-1 0 0,3 23 1 0 0,-4-24-689 0 0,0-1 0 0 0,1 1 0 0 0,7 18 0 0 0,-5-20-1522 0 0</inkml:trace>
  <inkml:trace contextRef="#ctx0" brushRef="#br0" timeOffset="1">530 1 20039 0 0,'0'0'1818'0'0,"-1"1"-1496"0"0,-2 6-72 0 0,-1 1 0 0 0,1 0 0 0 0,0 0 0 0 0,1-1 0 0 0,-3 13 0 0 0,-4 45 2121 0 0,8-61-2323 0 0,-3 36 444 0 0,2 0 0 0 0,1 1 1 0 0,2-1-1 0 0,12 79 0 0 0,-9-104-1729 0 0,10 28 0 0 0,-5-20-2101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24271 0 0,'0'0'2203'0'0,"1"0"-1817"0"0,106-26 744 0 0,-55 15-417 0 0,103-13 472 0 0,-55 11-1102 0 0,-66 8-973 0 0,38 0 0 0 0,-37 5-1022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24 10591 0 0,'-8'-1'12101'0'0,"24"2"-8062"0"0,8 3-2782 0 0,12 2-1477 0 0,60-7 1037 0 0,104-14-1 0 0,-21 0-2818 0 0,-82 12-3622 0 0,-67 3-2464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4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 20735 0 0,'-23'12'5537'0'0,"26"-11"-4491"0"0,5 4-914 0 0,1 0 0 0 0,0-1 0 0 0,-1-1 0 0 0,2 1 0 0 0,-1-1 0 0 0,0-1 0 0 0,1 0 1 0 0,-1 0-1 0 0,1-1 0 0 0,-1 0 0 0 0,1 0 0 0 0,0-1 0 0 0,12-2 0 0 0,-6 1-23 0 0,101-9 310 0 0,166-22-2994 0 0,-229 28 1206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5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2759 0 0,'1'1'12067'0'0,"23"3"967"0"0,3-3-9930 0 0,27-7-3289 0 0,-8 1 431 0 0,58-11-80 0 0,16-13-1534 0 0,-75 19-88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5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41 14743 0 0,'-1'-1'65'0'0,"0"1"-1"0"0,0-1 0 0 0,-1 0 0 0 0,1 0 1 0 0,0 1-1 0 0,0-1 0 0 0,-1 1 1 0 0,1-1-1 0 0,0 1 0 0 0,-1-1 1 0 0,1 1-1 0 0,0 0 0 0 0,-1 0 0 0 0,1 0 1 0 0,-1 0-1 0 0,1 0 0 0 0,0 0 1 0 0,-3 0-1 0 0,2 1 207 0 0,1-1 0 0 0,0 1 0 0 0,0 0-1 0 0,0-1 1 0 0,0 1 0 0 0,0 0 0 0 0,0 0 0 0 0,0 0 0 0 0,0 0 0 0 0,0 0-1 0 0,1 0 1 0 0,-1 0 0 0 0,0 0 0 0 0,0 0 0 0 0,1 0 0 0 0,-2 2 0 0 0,0 4 1057 0 0,-1 1 1 0 0,2-1-1 0 0,-1 1 0 0 0,1-1 1 0 0,-1 14-1 0 0,1 32-826 0 0,2 0-1 0 0,3-1 0 0 0,2 1 1 0 0,20 79-1 0 0,-20-108-453 0 0,1 0 0 0 0,15 35 0 0 0,-15-45-38 0 0,-1-1-1 0 0,2 0 0 0 0,0 0 0 0 0,1 0 1 0 0,13 14-1 0 0,-20-23-7 0 0,-1-3 1 0 0,-1 0 0 0 0,1 0 0 0 0,0-1 0 0 0,0 1 0 0 0,-1 0 0 0 0,1 0 0 0 0,0 0 0 0 0,0-1 0 0 0,0 1 0 0 0,0 0 0 0 0,0-1 0 0 0,0 1 0 0 0,0-1 0 0 0,0 1 0 0 0,0-1 0 0 0,3 1 0 0 0,9 3 9 0 0,-9-7-14 0 0,-3 2 3 0 0,2-1-4 0 0,1-1 0 0 0,-1 1 0 0 0,0-1 0 0 0,0 0 0 0 0,0 0 0 0 0,0 0 0 0 0,0-1 0 0 0,-1 1 0 0 0,0-1 0 0 0,1 1 0 0 0,-1-1 0 0 0,2-6 0 0 0,3-8-40 0 0,8-28 0 0 0,-9 23 20 0 0,32-110-168 0 0,26-78 71 0 0,-63 207 113 0 0,0 1-1 0 0,1-1 1 0 0,0 1-1 0 0,-1 0 0 0 0,1-1 1 0 0,3-3-1 0 0,-5 7 8 0 0,1-1 0 0 0,-1 1 0 0 0,0 0 1 0 0,0 0-1 0 0,0-1 0 0 0,0 1 0 0 0,0 0 0 0 0,1 0 0 0 0,-1-1 0 0 0,0 1 0 0 0,0 0 1 0 0,0 0-1 0 0,1 0 0 0 0,-1-1 0 0 0,0 1 0 0 0,0 0 0 0 0,1 0 0 0 0,-1 0 0 0 0,0 0 1 0 0,0 0-1 0 0,1-1 0 0 0,-1 1 0 0 0,0 0 0 0 0,1 0 0 0 0,-1 0 0 0 0,0 0 0 0 0,1 0 1 0 0,-1 0-1 0 0,0 0 0 0 0,0 0 0 0 0,1 0 0 0 0,-1 0 0 0 0,0 0 0 0 0,1 0 0 0 0,-1 0 1 0 0,0 0-1 0 0,0 1 0 0 0,1-1 0 0 0,-1 0 0 0 0,0 0 0 0 0,1 0 0 0 0,-1 0 0 0 0,0 0 1 0 0,0 1-1 0 0,1-1 0 0 0,-1 0 0 0 0,0 0 0 0 0,0 0 0 0 0,0 1 0 0 0,1-1 1 0 0,-1 0-1 0 0,0 0 0 0 0,0 1 0 0 0,0-1 0 0 0,0 0 0 0 0,0 1 0 0 0,0-1 0 0 0,1 0 1 0 0,-1 0-1 0 0,0 1 0 0 0,0-1 0 0 0,0 1 0 0 0,0-1 4 0 0,6 12 37 0 0,0 1 1 0 0,0 0-1 0 0,-1 1 1 0 0,-1-1-1 0 0,5 24 0 0 0,2 9 67 0 0,-3-20-75 0 0,1-1 0 0 0,1 0 0 0 0,19 36-1 0 0,-24-53-31 0 0,0 0 0 0 0,0 0 0 0 0,0-1 0 0 0,1 0 0 0 0,0 0-1 0 0,0 0 1 0 0,1-1 0 0 0,0 0 0 0 0,0 0 0 0 0,0-1 0 0 0,1 0 0 0 0,0 0-1 0 0,0-1 1 0 0,9 5 0 0 0,-12-8-1 0 0,0 1 0 0 0,0-1-1 0 0,-1 0 1 0 0,1 0 0 0 0,0-1 0 0 0,0 0 0 0 0,0 1-1 0 0,1-1 1 0 0,-1-1 0 0 0,0 1 0 0 0,-1-1 0 0 0,1 0-1 0 0,9-3 1 0 0,-7 1 8 0 0,0 0 0 0 0,-1 0 0 0 0,1-1 0 0 0,-1 0 0 0 0,0 0 0 0 0,0-1 0 0 0,0 1 0 0 0,7-10 0 0 0,1-1 34 0 0,-2-1 1 0 0,0-1-1 0 0,-1 0 0 0 0,-1 0 0 0 0,16-37 1 0 0,-9 8-44 0 0,-2-1 0 0 0,9-47 0 0 0,21-67-4696 0 0,-39 143 3370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6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26 101 26575 0 0,'-24'1'2877'0'0,"22"-1"-2419"0"0,14-1-36 0 0,251-48-161 0 0,-52 8-3274 0 0,-153 34 1347 0 0,3 3-57 0 0</inkml:trace>
  <inkml:trace contextRef="#ctx0" brushRef="#br0" timeOffset="1">1200 39 21047 0 0,'0'0'1905'0'0,"2"1"-1567"0"0,3 2-117 0 0,0 0 0 0 0,0 0 0 0 0,1 0-1 0 0,-1-1 1 0 0,1 1 0 0 0,0-2 0 0 0,0 1 0 0 0,0 0 0 0 0,0-1 0 0 0,0 0 0 0 0,0-1 0 0 0,0 0 0 0 0,0 1 0 0 0,0-2-1 0 0,0 1 1 0 0,0-1 0 0 0,0 0 0 0 0,10-3 0 0 0,-2 1-149 0 0,0-2-1 0 0,0 0 1 0 0,20-10 0 0 0,-24 9-1703 0 0,1 0 1 0 0,12-11-1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16 19519 0 0,'-2'-1'895'0'0,"-1"-1"-632"0"0,0 0 1 0 0,0 1 0 0 0,-1-1-1 0 0,1 1 1 0 0,0-1-1 0 0,-1 1 1 0 0,1 0 0 0 0,-1 0-1 0 0,0 1 1 0 0,1-1-1 0 0,-1 1 1 0 0,-6-1 0 0 0,7 2 8 0 0,1 0 1 0 0,-1-1 0 0 0,0 1 0 0 0,1 0-1 0 0,-1 0 1 0 0,1 0 0 0 0,-1 0 0 0 0,1 1-1 0 0,0-1 1 0 0,0 1 0 0 0,-1-1 0 0 0,1 1-1 0 0,0 0 1 0 0,0 0 0 0 0,0 0 0 0 0,1 0 0 0 0,-1 0-1 0 0,-2 4 1 0 0,-5 7 227 0 0,3-6-325 0 0,1 1 0 0 0,0 0 0 0 0,0 0 0 0 0,1 0-1 0 0,0 1 1 0 0,0 0 0 0 0,1-1 0 0 0,-5 19-1 0 0,8-25-168 0 0,0-1-1 0 0,0 0 1 0 0,0 1-1 0 0,0-1 1 0 0,0 1-1 0 0,1-1 1 0 0,-1 0-1 0 0,0 1 1 0 0,1-1-1 0 0,-1 0 1 0 0,1 0-1 0 0,0 2 1 0 0,0-1 4 0 0,7 9 45 0 0,-3-9-60 0 0,-4-2 8 0 0,5 2-9 0 0,-1-1 0 0 0,1 0 0 0 0,-1 0 0 0 0,1 0 0 0 0,0 0 0 0 0,-1-1 0 0 0,1 0 0 0 0,0 0 0 0 0,-1-1 0 0 0,1 1 0 0 0,-1-1 0 0 0,8-2 0 0 0,3-2-59 0 0,-1 0 1 0 0,0-1-1 0 0,15-7 0 0 0,-26 11 47 0 0,0 0-11 0 0,0 0 0 0 0,0 0 0 0 0,-1-1 0 0 0,7-4 0 0 0,-9 6 22 0 0,1 0 0 0 0,-1 0 0 0 0,0 0 0 0 0,0-1 0 0 0,0 1 0 0 0,-1 0 0 0 0,1-1 1 0 0,0 1-1 0 0,0 0 0 0 0,-1-1 0 0 0,1 1 0 0 0,-1-1 0 0 0,1 1 0 0 0,-1-1 0 0 0,1 1 0 0 0,-1-1 0 0 0,0 1 0 0 0,0-1 1 0 0,0 1-1 0 0,0-3 0 0 0,-1 2-1 0 0,1 0 0 0 0,-1 1 0 0 0,1-1 0 0 0,-1 0 0 0 0,0 0 0 0 0,0 1 0 0 0,0-1 0 0 0,0 1 0 0 0,0-1 0 0 0,0 1 1 0 0,0-1-1 0 0,0 1 0 0 0,-1 0 0 0 0,1 0 0 0 0,-1-1 0 0 0,1 1 0 0 0,-1 0 0 0 0,1 0 0 0 0,-1 0 0 0 0,-1 0 0 0 0,-6-4-223 0 0,-1 1 0 0 0,-12-4 0 0 0,15 6-11 0 0,5 1-288 0 0,-1 1-1 0 0,0-1 0 0 0,1 0 1 0 0,-1 1-1 0 0,0 0 0 0 0,0-1 1 0 0,1 1-1 0 0,-1 0 0 0 0,-4 1 1 0 0,-4 1-8385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7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35 20527 0 0,'0'0'943'0'0,"-2"-16"346"0"0,3 15-1178 0 0,-1 0 0 0 0,0 1 0 0 0,0-1 1 0 0,0 1-1 0 0,0-1 0 0 0,0 0 0 0 0,0 1 0 0 0,0-1 0 0 0,0 1 0 0 0,0-1 0 0 0,0 0 0 0 0,-1 1 0 0 0,1-1 0 0 0,0 1 1 0 0,0-1-1 0 0,0 1 0 0 0,-1-1 0 0 0,1 1 0 0 0,0-1 0 0 0,-1 1 0 0 0,1-1 0 0 0,0 1 0 0 0,-1-1 0 0 0,1 1 1 0 0,-1-1-1 0 0,1 1 0 0 0,-1 0 0 0 0,1-1 0 0 0,-1 1 0 0 0,1 0 0 0 0,-1-1 0 0 0,1 1 0 0 0,-1 0 0 0 0,1 0 0 0 0,-1-1 1 0 0,0 1-1 0 0,1 0 0 0 0,-1 0 0 0 0,1 0 0 0 0,-1 0 0 0 0,0 0 0 0 0,1 0 0 0 0,-1 0 0 0 0,1 0 0 0 0,-1 0 0 0 0,0 0 1 0 0,1 0-1 0 0,-1 1 0 0 0,1-1 0 0 0,-1 0 0 0 0,1 0 0 0 0,-1 0 0 0 0,0 1 0 0 0,1-1 0 0 0,-1 0 0 0 0,1 1 1 0 0,-1-1-1 0 0,1 0 0 0 0,0 1 0 0 0,-1-1 0 0 0,0 1 0 0 0,-6 7 139 0 0,-1-1 0 0 0,2 1 1 0 0,-1 1-1 0 0,1-1 0 0 0,0 1 0 0 0,-6 14 0 0 0,4-11-160 0 0,-1 5-19 0 0,0 0-1 0 0,1 0 1 0 0,-10 32-1 0 0,16-41-72 0 0,0 0-1 0 0,0 1 1 0 0,1 0 0 0 0,0-1-1 0 0,0 1 1 0 0,1 0 0 0 0,0 0-1 0 0,0-1 1 0 0,1 1 0 0 0,3 12-1 0 0,-3-18-56 0 0,0-1-1 0 0,0 1 0 0 0,0 0 1 0 0,0-1-1 0 0,0 1 0 0 0,0-1 0 0 0,1 0 1 0 0,-1 1-1 0 0,1-1 0 0 0,0 0 1 0 0,0 0-1 0 0,0 0 0 0 0,0 0 0 0 0,0 0 1 0 0,0 0-1 0 0,4 2 0 0 0,-2-3-212 0 0,0 1 0 0 0,0 0-1 0 0,0-1 1 0 0,1 0-1 0 0,-1 1 1 0 0,0-2 0 0 0,0 1-1 0 0,1 0 1 0 0,7-1-1 0 0,0-1-670 0 0,1 0-1 0 0,-1-1 1 0 0,1 0-1 0 0,-1-1 1 0 0,0 0-1 0 0,17-8 1 0 0,1-2-2954 0 0,36-20 0 0 0,-57 28 3298 0 0,0-1 1 0 0,0 0 0 0 0,-1 0 0 0 0,0-1 0 0 0,-1 1 0 0 0,1-2 0 0 0,-1 1 0 0 0,8-12-1 0 0,-13 15 689 0 0,0 1 0 0 0,0-1 0 0 0,-1 0 0 0 0,1 1 0 0 0,1-8 0 0 0,-2 7 604 0 0,-1 0 1 0 0,1 0-1 0 0,-1 0 0 0 0,1 0 1 0 0,-1-1-1 0 0,-1 1 0 0 0,1 0 1 0 0,0 0-1 0 0,-3-6 1 0 0,3 8-363 0 0,-1 0 0 0 0,1 0 1 0 0,-1 0-1 0 0,0 0 0 0 0,0 1 1 0 0,0-1-1 0 0,0 0 0 0 0,0 1 1 0 0,0-1-1 0 0,0 1 0 0 0,-1-1 1 0 0,1 1-1 0 0,0-1 0 0 0,-1 1 1 0 0,1 0-1 0 0,-1 0 0 0 0,0 0 1 0 0,1 0-1 0 0,-1 0 0 0 0,0 0 1 0 0,0 0-1 0 0,0 0 0 0 0,0 1 1 0 0,1-1-1 0 0,-1 1 0 0 0,0-1 1 0 0,0 1-1 0 0,0 0 0 0 0,0 0 1 0 0,0 0-1 0 0,0 0 0 0 0,0 0 1 0 0,0 0-1 0 0,0 1 0 0 0,0-1 1 0 0,-3 2-1 0 0,1-1-107 0 0,0 0 0 0 0,1 1-1 0 0,-1 0 1 0 0,0 0 0 0 0,1 0-1 0 0,-1 0 1 0 0,1 1 0 0 0,0-1 0 0 0,-4 4-1 0 0,-1 2 31 0 0,1 0-1 0 0,-9 11 1 0 0,14-15-241 0 0,-1 0 1 0 0,1 1-1 0 0,-1-1 0 0 0,1 1 1 0 0,1-1-1 0 0,-1 1 1 0 0,1 0-1 0 0,0 0 0 0 0,0 0 1 0 0,0-1-1 0 0,0 1 1 0 0,1 0-1 0 0,0 0 1 0 0,0 0-1 0 0,0 0 0 0 0,1 0 1 0 0,2 8-1 0 0,-3-10-61 0 0,1 0 0 0 0,0 0-1 0 0,0 0 1 0 0,0 0 0 0 0,1-1-1 0 0,-1 1 1 0 0,1 0 0 0 0,-1-1 0 0 0,1 1-1 0 0,0-1 1 0 0,0 0 0 0 0,0 1-1 0 0,1-1 1 0 0,-1 0 0 0 0,0 0 0 0 0,1 0-1 0 0,-1-1 1 0 0,1 1 0 0 0,-1-1-1 0 0,1 1 1 0 0,0-1 0 0 0,0 0-1 0 0,0 0 1 0 0,0 0 0 0 0,0 0 0 0 0,0-1-1 0 0,0 1 1 0 0,0-1 0 0 0,0 0-1 0 0,3 0 1 0 0,-2 0-8 0 0,0 0 1 0 0,0-1-1 0 0,0 0 1 0 0,-1 0-1 0 0,1 0 0 0 0,0 0 1 0 0,0 0-1 0 0,-1-1 1 0 0,1 0-1 0 0,-1 0 0 0 0,0 0 1 0 0,1 0-1 0 0,-1 0 1 0 0,0-1-1 0 0,0 1 0 0 0,3-4 1 0 0,5-6-56 0 0,-1-1 1 0 0,15-23-1 0 0,-9 13 74 0 0,27-43-38 0 0,9-11 1 0 0,-49 73 73 0 0,0 1 18 0 0,0 0 1 0 0,-1 0-1 0 0,1 0 0 0 0,1 0 0 0 0,5-4 0 0 0,-8 6 465 0 0,1 3-412 0 0,-1-1 1 0 0,0 1-1 0 0,0 0 1 0 0,0 0-1 0 0,0 0 0 0 0,0-1 1 0 0,0 1-1 0 0,-1 0 1 0 0,1 0-1 0 0,0 3 0 0 0,1 9 151 0 0,0 1-1 0 0,-2-1 0 0 0,1 0 1 0 0,-3 20-1 0 0,0 21 160 0 0,2-45-337 0 0,0 0-1 0 0,0 0 0 0 0,1 1-1 0 0,0-1 1 0 0,1 0 0 0 0,0 0-1 0 0,6 17 1 0 0,-7-26-44 0 0,-1 0-1 0 0,0-1 1 0 0,0 1 0 0 0,0 0 0 0 0,1-1-1 0 0,-1 1 1 0 0,0-1 0 0 0,1 1-1 0 0,-1 0 1 0 0,1-1 0 0 0,-1 1 0 0 0,0-1-1 0 0,1 1 1 0 0,-1-1 0 0 0,1 1-1 0 0,0-1 1 0 0,-1 0 0 0 0,1 1 0 0 0,-1-1-1 0 0,1 0 1 0 0,0 1 0 0 0,-1-1-1 0 0,1 0 1 0 0,-1 0 0 0 0,1 1 0 0 0,0-1-1 0 0,-1 0 1 0 0,2 0 0 0 0,-1 0-11 0 0,0 0 1 0 0,0-1-1 0 0,-1 1 1 0 0,1-1-1 0 0,0 1 1 0 0,0 0-1 0 0,0-1 1 0 0,0 1-1 0 0,-1-1 1 0 0,1 0-1 0 0,1-1 1 0 0,0 1 29 0 0,5-7-36 0 0,0 0 0 0 0,0 0 1 0 0,0-1-1 0 0,-1 1 1 0 0,-1-1-1 0 0,1-1 0 0 0,-2 1 1 0 0,5-13-1 0 0,41-78-119 0 0,-29 57 70 0 0,-2 10 56 0 0,-18 31 22 0 0,9 35 196 0 0,-8-15-184 0 0,8 38 105 0 0,-9-51-119 0 0,0 0 0 0 0,1 0 1 0 0,0-1-1 0 0,0 1 0 0 0,0 0 0 0 0,1-1 0 0 0,-1 0 0 0 0,6 8 0 0 0,-7-11-9 0 0,0 0 0 0 0,0 1-1 0 0,0-1 1 0 0,1 0 0 0 0,-1 0 0 0 0,0 0-1 0 0,0 0 1 0 0,1 0 0 0 0,-1 0 0 0 0,0 0-1 0 0,1 0 1 0 0,-1 0 0 0 0,1-1 0 0 0,-1 1-1 0 0,1 0 1 0 0,0-1 0 0 0,-1 0 0 0 0,1 1-1 0 0,0-1 1 0 0,1 0 0 0 0,0 1-7 0 0,-2-1 3 0 0,-1 0 0 0 0,1 0 0 0 0,-1 0 0 0 0,1 0 0 0 0,-1 0 0 0 0,1 0 0 0 0,-1 1 0 0 0,1-1 0 0 0,-1 0 0 0 0,1 0 0 0 0,-1-1 0 0 0,1 1 0 0 0,0 0 0 0 0,-1 0 0 0 0,1 0 0 0 0,-1 0 0 0 0,1 0 0 0 0,-1-1 0 0 0,1 1 0 0 0,-1 0 0 0 0,1 0 0 0 0,-1-1 0 0 0,0 1 0 0 0,1 0 0 0 0,-1-1 0 0 0,1 1 0 0 0,-1 0 1 0 0,0-1-1 0 0,1 1 0 0 0,0-1 0 0 0,0-1-13 0 0,6-4-9 0 0,1-1-1 0 0,-1-1 1 0 0,0 1 0 0 0,-1-1-1 0 0,0 0 1 0 0,7-12 0 0 0,24-55-191 0 0,-28 54 202 0 0,0 6 26 0 0,-5 27 123 0 0,-1 5-35 0 0,2 34 0 0 0,-5-35-24 0 0,1 0 0 0 0,1-1 0 0 0,5 21-1 0 0,-6-32-286 0 0,1 0 0 0 0,0 1 0 0 0,-1-1 0 0 0,1 0 0 0 0,1 0 0 0 0,-1 0 0 0 0,1 0 0 0 0,-1 0 0 0 0,1 0 0 0 0,0-1 0 0 0,0 1 0 0 0,1-1 0 0 0,-1 0 0 0 0,1 0-1 0 0,5 4 1 0 0,-6-6-259 0 0,-1 0-1 0 0,1 0 0 0 0,0 1 0 0 0,-1-2 0 0 0,1 1 0 0 0,4 1 0 0 0,9 0-6078 0 0,-2 0-1366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58 8751 0 0,'-3'-3'14090'0'0,"2"15"-8728"0"0,2 31-5724 0 0,0-26 2135 0 0,28 263 285 0 0,-27-263-2043 0 0,-1-7-15 0 0,4 15-17 0 0,-2 1 0 0 0,-1-1 0 0 0,-2 1 1 0 0,-2 36-1 0 0,1-60-51 0 0,-3-9-2804 0 0,2 0 2357 0 0,0 0 0 0 0,1 0 0 0 0,0 0 0 0 0,0 0 0 0 0,0 0 0 0 0,1 0 0 0 0,0 0 0 0 0,1 0 0 0 0,1-8 0 0 0,-1-14-1275 0 0,5-178-9956 0 0,-7 183 10998 0 0,-4-31 1 0 0,0-3 3007 0 0,4 48-365 0 0,2-1 0 0 0,-1 1 0 0 0,4-16 0 0 0,-3 20-827 0 0,0 0 0 0 0,1 0 0 0 0,-1 1 0 0 0,1-1 0 0 0,1 1 0 0 0,-1-1 0 0 0,4-4 0 0 0,-4 7-831 0 0,0 1 1 0 0,0-1 0 0 0,0 1-1 0 0,0 0 1 0 0,0 0-1 0 0,1 0 1 0 0,-1 0-1 0 0,1 0 1 0 0,-1 1 0 0 0,1-1-1 0 0,0 1 1 0 0,0-1-1 0 0,0 1 1 0 0,-1 0-1 0 0,6-1 1 0 0,5 0-56 0 0,0 1 0 0 0,0 0 0 0 0,0 1 0 0 0,17 1 0 0 0,-12 0-136 0 0,-1 0-30 0 0,0 1 0 0 0,27 6 0 0 0,-36-6-14 0 0,-1 0 0 0 0,0 0-1 0 0,0 1 1 0 0,0 0 0 0 0,0 1 0 0 0,0-1-1 0 0,0 1 1 0 0,7 6 0 0 0,-12-8 1 0 0,0 0-1 0 0,0-1 1 0 0,0 1 0 0 0,0 0 0 0 0,-1 0-1 0 0,1 1 1 0 0,0-1 0 0 0,-1 0-1 0 0,0 1 1 0 0,1-1 0 0 0,-1 1 0 0 0,0-1-1 0 0,0 1 1 0 0,0-1 0 0 0,-1 1 0 0 0,1 0-1 0 0,-1-1 1 0 0,1 5 0 0 0,-1-3 6 0 0,-1 0 1 0 0,1-1 0 0 0,-1 1 0 0 0,0 0 0 0 0,0 0 0 0 0,0-1-1 0 0,-1 1 1 0 0,1 0 0 0 0,-1-1 0 0 0,0 1 0 0 0,-3 4-1 0 0,-4 3 26 0 0,0 0 0 0 0,-1 0 0 0 0,0-1 0 0 0,0-1 0 0 0,-23 17 0 0 0,8-10-30 0 0,-1 0 1 0 0,0-2 0 0 0,-46 19 0 0 0,4-12-2541 0 0,60-19 1292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9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11055 0 0,'1'1'8895'0'0,"1"2"-8477"0"0,1 0 0 0 0,-1 0 0 0 0,0 0-1 0 0,0 0 1 0 0,-1 1 0 0 0,1-1 0 0 0,-1 0 0 0 0,1 1 0 0 0,-1-1 0 0 0,0 1 0 0 0,0 0 0 0 0,0-1 0 0 0,-1 1-1 0 0,1 4 1 0 0,-1 9 134 0 0,0-1-1 0 0,-3 17 1 0 0,0 7-763 0 0,5-33-39 0 0,0-3-3484 0 0,1 3 1863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4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73 1375 0 0,'-5'-2'5052'0'0,"6"29"8681"0"0,3 1-6560 0 0,1-3-4717 0 0,14 46-3978 0 0,-9-42 3273 0 0,-4-12-1588 0 0,2 0 0 0 0,0 0 1 0 0,11 16-1 0 0,-8-19 5 0 0,-10-13-93 0 0,1-1-1 0 0,3 3 17 0 0,-3-4-75 0 0,-1 1 0 0 0,1-1 1 0 0,-1 0-1 0 0,1 1 0 0 0,-1-1 0 0 0,1 0 0 0 0,-1 0 0 0 0,1 0 1 0 0,-1 0-1 0 0,0 0 0 0 0,0 0 0 0 0,0-1 0 0 0,1 1 1 0 0,0-2-1 0 0,2-4-5 0 0,0 0 0 0 0,0 0 0 0 0,-1-1 0 0 0,0 1 0 0 0,-1-1 0 0 0,0 1 0 0 0,3-17 0 0 0,3-8-14 0 0,7-24-355 0 0,-4 14-1340 0 0,26-62 1 0 0,-36 101 1112 0 0,1 1 0 0 0,-1-1 0 0 0,1 0 0 0 0,-1 0 0 0 0,1 1 0 0 0,0-1 1 0 0,0 1-1 0 0,5-5 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6:50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86 3223 0 0,'6'-5'288'0'0,"22"-15"3069"0"0,-22 14-1414 0 0,0 1-1 0 0,-1-1 0 0 0,1-1 1 0 0,-1 1-1 0 0,-1-1 0 0 0,1 1 1 0 0,5-12 6726 0 0,-18 20-7667 0 0,5-1-895 0 0,0 1 1 0 0,0-1-1 0 0,0 1 0 0 0,0-1 0 0 0,0 1 0 0 0,1 0 0 0 0,-1 0 0 0 0,1 0 0 0 0,0 0 1 0 0,-1 1-1 0 0,-2 3 0 0 0,-20 33 342 0 0,17-26-341 0 0,5-8-89 0 0,-1 1 0 0 0,1 1 0 0 0,1-1 0 0 0,-1 0 1 0 0,1 1-1 0 0,0-1 0 0 0,1 1 0 0 0,-2 12 0 0 0,3-9-19 0 0,3 3 0 0 0,0-9 0 0 0,-1-3 0 0 0,1 2-3 0 0,1 0 1 0 0,-1 0-1 0 0,1 0 1 0 0,-1 0-1 0 0,1 0 1 0 0,0-1-1 0 0,0 0 0 0 0,1 0 1 0 0,-1 0-1 0 0,0 0 1 0 0,7 1-1 0 0,-3-1 0 0 0,0-1 0 0 0,0 1-1 0 0,0-2 1 0 0,0 1 0 0 0,16-2 0 0 0,-1-3-219 0 0,-1 0 1 0 0,1-1-1 0 0,35-14 1 0 0,25-13-2530 0 0,-52 18 1398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2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51 7831 0 0,'2'-1'3498'0'0,"22"-7"2807"0"0,5 4-3384 0 0,31 5-2470 0 0,-30-1-472 0 0,369 6 998 0 0,82-1 228 0 0,329-46-350 0 0,-789 39-859 0 0,198-5-720 0 0,-217 7 525 0 0,-4 1-2 0 0,-15 3 1 0 0,0-2-1 0 0,-1 0 1 0 0,-31 0 0 0 0,10-1 157 0 0,-637 28-1312 0 0,548-25 1040 0 0,-409 23 352 0 0,331-13 593 0 0,-184 20 2594 0 0,387-33-3163 0 0,-1-1 1 0 0,1 1-1 0 0,-1-1 0 0 0,1 1 1 0 0,-1 0-1 0 0,1 0 0 0 0,-1 1 1 0 0,1-1-1 0 0,-5 4 0 0 0,7-5 14 0 0,3 2-15 0 0,14 7-42 0 0,0-1 1 0 0,0-1-1 0 0,1 0 0 0 0,0-1 1 0 0,1-1-1 0 0,21 4 0 0 0,114 10 194 0 0,-119-16-176 0 0,451 23 836 0 0,0-26-321 0 0,-215-2-397 0 0,130-5 385 0 0,-360 8-1851 0 0,40 5-1 0 0,-30 2-5684 0 0,-17-1-725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2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14 14279 0 0,'-38'-7'762'0'0,"16"2"1462"0"0,11 3 4795 0 0,478 42-4141 0 0,-359-35-2412 0 0,317 3 169 0 0,-287-11-665 0 0,188-13-1912 0 0,-182 4-2165 0 0,-104 12 1802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 15199 0 0,'-18'-4'11055'0'0,"22"4"-10873"0"0,0 0 0 0 0,0 1 0 0 0,0-1 0 0 0,0-1 0 0 0,5 0 0 0 0,12 0 118 0 0,-7 2-251 0 0,0 0 0 0 0,-1 1 0 0 0,1 1 0 0 0,-1 0 0 0 0,0 1-1 0 0,16 7 1 0 0,-27-11-44 0 0,-1 0 0 0 0,0 1 0 0 0,0-1 0 0 0,1 1 0 0 0,-1 0 0 0 0,0-1-1 0 0,0 1 1 0 0,0 0 0 0 0,0 0 0 0 0,0 0 0 0 0,0 0 0 0 0,0 0 0 0 0,0 0 0 0 0,0 0-1 0 0,-1 0 1 0 0,1 0 0 0 0,0 0 0 0 0,-1 0 0 0 0,1 0 0 0 0,-1 1 0 0 0,1-1 0 0 0,-1 0-1 0 0,1 0 1 0 0,-1 3 0 0 0,1-1 32 0 0,-1-1-1 0 0,-1 0 0 0 0,1 1 0 0 0,0-1 0 0 0,-1 0 0 0 0,0 0 1 0 0,1 0-1 0 0,-1 0 0 0 0,0 0 0 0 0,0 0 0 0 0,0-1 0 0 0,0 1 0 0 0,0 0 0 0 0,-1 0 0 0 0,-1 2 0 0 0,2-3 2 0 0,-7 8 45 0 0,1 0 1 0 0,-2-1 0 0 0,1 0 0 0 0,-1-1-1 0 0,-17 11 1 0 0,-14 11-2608 0 0,20-10-7069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2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27 13359 0 0,'-10'-10'1424'0'0,"9"9"-1100"0"0,0 0-1 0 0,0-1 0 0 0,0 1 1 0 0,-1 0-1 0 0,1 0 0 0 0,-1-1 1 0 0,1 1-1 0 0,-1 0 1 0 0,1 1-1 0 0,-1-1 0 0 0,0 0 1 0 0,1 0-1 0 0,-1 1 0 0 0,0-1 1 0 0,1 1-1 0 0,-1-1 0 0 0,0 1 1 0 0,0 0-1 0 0,0 0 1 0 0,1 0-1 0 0,-1 0 0 0 0,0 0 1 0 0,0 0-1 0 0,0 0 0 0 0,1 0 1 0 0,-1 1-1 0 0,0-1 0 0 0,0 1 1 0 0,1 0-1 0 0,-1-1 1 0 0,0 1-1 0 0,1 0 0 0 0,-1 0 1 0 0,1 0-1 0 0,-1 0 0 0 0,1 0 1 0 0,-3 2-1 0 0,-6 7 94 0 0,1 0 1 0 0,0 1-1 0 0,-15 23 0 0 0,-17 39 96 0 0,24-41-383 0 0,4-9-68 0 0,1 0 0 0 0,2 1 0 0 0,-11 31 1 0 0,19-46-88 0 0,0-1 0 0 0,1 1 0 0 0,-1-1 0 0 0,2 1 0 0 0,-1-1 0 0 0,2 10 0 0 0,-1-13-35 0 0,1 0 0 0 0,0-1-1 0 0,0 1 1 0 0,0 0 0 0 0,1 0 0 0 0,-1 0 0 0 0,1-1 0 0 0,1 1 0 0 0,-1-1-1 0 0,0 1 1 0 0,5 4 0 0 0,-4-6-110 0 0,0 0 1 0 0,-1 0-1 0 0,1 0 1 0 0,1 0-1 0 0,-1-1 0 0 0,0 0 1 0 0,1 1-1 0 0,-1-1 0 0 0,1 0 1 0 0,-1-1-1 0 0,1 1 0 0 0,0-1 1 0 0,0 0-1 0 0,0 1 1 0 0,5-1-1 0 0,1 0-349 0 0,-1 0 0 0 0,0 0 1 0 0,0-2-1 0 0,1 1 0 0 0,14-3 0 0 0,15-5-1486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3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2 11519 0 0,'0'0'887'0'0,"-15"-1"-168"0"0,11 2 195 0 0,0 1-1 0 0,0 0 1 0 0,-1 0 0 0 0,1 0 0 0 0,0 0 0 0 0,1 1 0 0 0,-1-1 0 0 0,0 1 0 0 0,1 0-1 0 0,0 0 1 0 0,-5 6 0 0 0,1-3-417 0 0,-16 16 807 0 0,-14 12-282 0 0,1 2 1 0 0,2 1-1 0 0,-33 46 1 0 0,50-52-863 0 0,16-29-157 0 0,0 0 0 0 0,0 0-1 0 0,1 0 1 0 0,-1 0-1 0 0,1 0 1 0 0,0 0-1 0 0,-1 0 1 0 0,1 0-1 0 0,0 0 1 0 0,0 0-1 0 0,0 0 1 0 0,1 0-1 0 0,-1 0 1 0 0,1 3-1 0 0,0-4-25 0 0,0 0-1 0 0,0 0 0 0 0,0 0 0 0 0,0 0 0 0 0,0-1 1 0 0,0 1-1 0 0,0 0 0 0 0,1 0 0 0 0,-1-1 1 0 0,0 1-1 0 0,0 0 0 0 0,1-1 0 0 0,-1 1 0 0 0,0-1 1 0 0,1 0-1 0 0,1 1 0 0 0,-2-1-1 0 0,5 1-87 0 0,0 0-1 0 0,0-1 1 0 0,1 0-1 0 0,-1 0 1 0 0,0 0-1 0 0,0-1 1 0 0,0 0-1 0 0,0 0 1 0 0,-1-1-1 0 0,1 1 1 0 0,0-1-1 0 0,0-1 1 0 0,-1 1-1 0 0,1-1 1 0 0,7-5-1 0 0,2-1-94 0 0,-1-2 0 0 0,0 0 0 0 0,-1 0 0 0 0,14-15 0 0 0,0-6 118 0 0,0-2 0 0 0,22-37 0 0 0,-11 14 287 0 0,-36 53-136 0 0,-1 3-15 0 0,0 0 0 0 0,0-1-1 0 0,-1 1 1 0 0,1 0-1 0 0,0 0 1 0 0,0-1 0 0 0,0 1-1 0 0,1 0 1 0 0,-1 0 0 0 0,0 0-1 0 0,0 0 1 0 0,0 0-1 0 0,1 0 1 0 0,-1 1 0 0 0,0-1-1 0 0,1 0 1 0 0,-1 1-1 0 0,3-1 1 0 0,-3 1-2 0 0,0 0 1 0 0,0 1-1 0 0,-1-1 1 0 0,1 0-1 0 0,0 1 0 0 0,0 0 1 0 0,-1-1-1 0 0,1 1 0 0 0,0-1 1 0 0,-1 1-1 0 0,1 0 1 0 0,0-1-1 0 0,-1 1 0 0 0,1 0 1 0 0,-1 0-1 0 0,1-1 0 0 0,-1 1 1 0 0,1 2-1 0 0,7 15 320 0 0,-4-2-163 0 0,0 0 0 0 0,0 1 0 0 0,-2 0 0 0 0,1 25 0 0 0,4 28 165 0 0,-5-59-335 0 0,-1-6-16 0 0,0 0 0 0 0,0 0 0 0 0,0 0 0 0 0,0 0 0 0 0,1 0 0 0 0,0 0 0 0 0,2 5 0 0 0,3-2-16 0 0,-1-3-11 0 0,-5-5 3 0 0,1 0 0 0 0,-1 0 0 0 0,0-1 0 0 0,0 1 0 0 0,0 0 0 0 0,0 0 0 0 0,1-1 0 0 0,-1 1 0 0 0,0 0 0 0 0,0-1-1 0 0,0 1 1 0 0,0-1 0 0 0,0 1 0 0 0,0-1 0 0 0,0 0 0 0 0,0 1 0 0 0,0-1 0 0 0,1-1 0 0 0,-1 1-15 0 0,3-3-13 0 0,1 0 0 0 0,-1-1 0 0 0,1 0 0 0 0,-1 0 0 0 0,-1 0 0 0 0,1 0 0 0 0,-1-1 0 0 0,5-9 0 0 0,1-7-5 0 0,7-22 1 0 0,-12 29 28 0 0,1 0-1 0 0,1 1 1 0 0,0-1-1 0 0,1 1 1 0 0,16-25-1 0 0,-23 38 13 0 0,1 1-1 0 0,-1 0 0 0 0,0 0 1 0 0,0-1-1 0 0,0 1 0 0 0,0 0 1 0 0,1-1-1 0 0,-1 1 0 0 0,0 0 1 0 0,0 0-1 0 0,0-1 0 0 0,1 1 1 0 0,-1 0-1 0 0,0 0 0 0 0,0 0 1 0 0,1-1-1 0 0,-1 1 0 0 0,0 0 1 0 0,1 0-1 0 0,-1 0 0 0 0,0 0 1 0 0,0 0-1 0 0,1 0 0 0 0,-1-1 1 0 0,0 1-1 0 0,1 0 0 0 0,-1 0 1 0 0,0 0-1 0 0,1 0 0 0 0,-1 0 1 0 0,0 0-1 0 0,1 0 0 0 0,-1 0 1 0 0,0 1-1 0 0,1-1 0 0 0,-1 0 1 0 0,0 0-1 0 0,1 0 0 0 0,-1 0 1 0 0,0 0-1 0 0,0 0 0 0 0,1 1 1 0 0,-1-1-1 0 0,0 0 0 0 0,0 0 1 0 0,1 0-1 0 0,-1 1 0 0 0,0-1 1 0 0,0 0-1 0 0,1 0 0 0 0,-1 1 1 0 0,0-1-1 0 0,0 0 0 0 0,0 0 1 0 0,0 1-1 0 0,0-1 0 0 0,1 1 1 0 0,3 5 39 0 0,1 1 0 0 0,-1 1 1 0 0,0-1-1 0 0,0 0 0 0 0,-1 1 0 0 0,0 0 1 0 0,2 12-1 0 0,-2-11-16 0 0,0 1-1 0 0,1-1 1 0 0,-1 0 0 0 0,11 17 0 0 0,-12-23-50 0 0,0-1 1 0 0,0 1 0 0 0,0-1 0 0 0,1 0 0 0 0,-1 0 0 0 0,1 0 0 0 0,-1 0 0 0 0,1 0-1 0 0,-1 0 1 0 0,1-1 0 0 0,0 1 0 0 0,0-1 0 0 0,0 0 0 0 0,0 0 0 0 0,0 0 0 0 0,0 0-1 0 0,0 0 1 0 0,0-1 0 0 0,7 1 0 0 0,-5-1-126 0 0,1 0 1 0 0,-1 0-1 0 0,1-1 0 0 0,-1 0 0 0 0,1 0 0 0 0,-1 0 1 0 0,0-1-1 0 0,1 0 0 0 0,-1 0 0 0 0,0 0 0 0 0,0 0 1 0 0,0-1-1 0 0,0 0 0 0 0,-1 0 0 0 0,1 0 1 0 0,-1-1-1 0 0,0 1 0 0 0,0-1 0 0 0,0 0 0 0 0,0 0 1 0 0,4-7-1 0 0,4-7-267 0 0,0-1-1 0 0,-1-1 1 0 0,15-39-1 0 0,-19 42 485 0 0,-7 17-42 0 0,0 0 0 0 0,0-1 0 0 0,0 1 0 0 0,0 0 0 0 0,0 0 1 0 0,1-1-1 0 0,-1 1 0 0 0,0 0 0 0 0,0 0 0 0 0,0-1 0 0 0,0 1 0 0 0,0 0 0 0 0,0 0 0 0 0,0 0 0 0 0,1-1 0 0 0,-1 1 0 0 0,0 0 0 0 0,0 0 0 0 0,0 0 1 0 0,0-1-1 0 0,1 1 0 0 0,-1 0 0 0 0,0 0 0 0 0,0 0 0 0 0,0 0 0 0 0,1 0 0 0 0,-1 0 0 0 0,0 0 0 0 0,0-1 0 0 0,1 1 0 0 0,-1 0 0 0 0,0 0 0 0 0,0 0 1 0 0,1 0-1 0 0,-1 0 0 0 0,0 0 0 0 0,0 0 0 0 0,1 0 0 0 0,-1 0 0 0 0,0 0 0 0 0,0 0 0 0 0,1 0 0 0 0,-1 1 0 0 0,8 11 426 0 0,2 22 87 0 0,-8-25-754 0 0,1 11 824 0 0,1 0 1 0 0,1 1-1 0 0,14 33 0 0 0,-16-48-850 0 0,0 0 0 0 0,0 0 0 0 0,1 0 0 0 0,0-1 0 0 0,0 1 0 0 0,7 6 0 0 0,-7-8-774 0 0,0-1 1 0 0,1 1-1 0 0,-1-1 1 0 0,1 0-1 0 0,0 0 1 0 0,0 0 0 0 0,0-1-1 0 0,10 4 1 0 0,1-1-6821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71 8751 0 0,'-1'1'399'0'0,"-2"4"-308"0"0,1 0 0 0 0,0 0 0 0 0,0 0 0 0 0,1 0 0 0 0,-1 0 0 0 0,1 0 0 0 0,-1 10 0 0 0,0 41 5112 0 0,2-27 495 0 0,0 8-4256 0 0,2 0 0 0 0,7 46 0 0 0,21 71 2537 0 0,-15-79-3328 0 0,-13-56-868 0 0,-2-17-6 0 0,-1-2-625 0 0,0 0 688 0 0,0 0 0 0 0,0 1 0 0 0,1-1 0 0 0,-1 0-1 0 0,0-1 1 0 0,0 1 0 0 0,1 0 0 0 0,-1 0 0 0 0,0 0 0 0 0,0 0 0 0 0,0-1 0 0 0,-2-1-184 0 0,0 0-1 0 0,0-1 1 0 0,1 1 0 0 0,-1-1 0 0 0,1 1-1 0 0,-1-1 1 0 0,1 0 0 0 0,0 0 0 0 0,0 0 0 0 0,-2-6-1 0 0,-14-35-3044 0 0,10 21 1833 0 0,2 0 0 0 0,0 0 0 0 0,1-1 0 0 0,1 0 1 0 0,2 0-1 0 0,0 0 0 0 0,1 0 0 0 0,2 0 0 0 0,0 0 0 0 0,8-38 0 0 0,-1-5 2716 0 0,-6 47 3798 0 0,6-37 0 0 0,-6 53-4249 0 0,-1-1 0 0 0,1 1 0 0 0,0 0 0 0 0,0 0 0 0 0,0 0 0 0 0,1 0 0 0 0,0 0 0 0 0,-1 0-1 0 0,1 0 1 0 0,1 1 0 0 0,-1 0 0 0 0,0-1 0 0 0,1 1 0 0 0,5-3 0 0 0,-3 2-345 0 0,1 0-1 0 0,-1 0 1 0 0,1 1 0 0 0,-1 0-1 0 0,1 1 1 0 0,0-1-1 0 0,0 1 1 0 0,10-1 0 0 0,-12 2-312 0 0,1 0 0 0 0,0 1 1 0 0,-1 0-1 0 0,1 0 0 0 0,0 0 1 0 0,0 1-1 0 0,-1 0 0 0 0,1 0 0 0 0,0 0 1 0 0,-1 1-1 0 0,1-1 0 0 0,-1 1 1 0 0,0 1-1 0 0,10 4 0 0 0,-11-4-51 0 0,0 0 1 0 0,0 1-1 0 0,-1-1 0 0 0,1 1 0 0 0,0 0 1 0 0,-1 0-1 0 0,0 0 0 0 0,0 0 0 0 0,0 0 0 0 0,-1 1 1 0 0,0 0-1 0 0,1-1 0 0 0,-2 1 0 0 0,1 0 1 0 0,0 0-1 0 0,1 8 0 0 0,-2-4 12 0 0,0 0-1 0 0,0 0 0 0 0,-1 1 1 0 0,0-1-1 0 0,-1 0 1 0 0,0 1-1 0 0,0-1 1 0 0,-5 16-1 0 0,1-12 7 0 0,0 1-1 0 0,0-1 1 0 0,-1 0 0 0 0,-1 0-1 0 0,-8 12 1 0 0,13-22-214 0 0,0 0 0 0 0,0-1 0 0 0,0 1 0 0 0,-1-1 0 0 0,1 1 0 0 0,-1-1 0 0 0,1 0 0 0 0,-1 1 0 0 0,0-2 0 0 0,-6 4 0 0 0,8-4-761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4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19119 0 0,'0'0'1735'0'0,"2"1"-1431"0"0,1 0-53 0 0,0 1 1 0 0,0 0-1 0 0,0-1 1 0 0,0 1-1 0 0,-1 0 1 0 0,1 1-1 0 0,0-1 1 0 0,-1 0-1 0 0,1 1 1 0 0,-1-1-1 0 0,0 1 1 0 0,0 0-1 0 0,0 0 1 0 0,2 4-1 0 0,4 7 1170 0 0,9 28-1 0 0,-9-23-780 0 0,0 1-150 0 0,52 117 1608 0 0,-59-135-1954 0 0,-1-2-106 0 0,1 1-1 0 0,-1-1 1 0 0,0 0-1 0 0,0 1 1 0 0,0-1 0 0 0,0 0-1 0 0,1 1 1 0 0,-1-1-1 0 0,0 1 1 0 0,0-1-1 0 0,1 0 1 0 0,-1 1 0 0 0,0-1-1 0 0,1 0 1 0 0,-1 0-1 0 0,0 1 1 0 0,1-1 0 0 0,-1 0-1 0 0,0 0 1 0 0,1 1-1 0 0,8-12-4 0 0,-1 1-1 0 0,-1-1 1 0 0,0 0-1 0 0,0-1 1 0 0,-1 0-1 0 0,5-13 1 0 0,4-9-9 0 0,-3 10-229 0 0,1 0-1 0 0,1 1 0 0 0,1 0 0 0 0,1 1 0 0 0,20-22 1 0 0,-33 41-46 0 0,0 0 0 0 0,0 1-1 0 0,1-1 1 0 0,-1 1 0 0 0,1-1 0 0 0,0 1 0 0 0,5-2 0 0 0,-7 3-72 0 0,-1 0 0 0 0,1 1 1 0 0,0-1-1 0 0,-1 1 0 0 0,1 0 0 0 0,0 0 0 0 0,-1-1 1 0 0,1 1-1 0 0,0 0 0 0 0,-1 0 0 0 0,1 1 0 0 0,0-1 1 0 0,0 0-1 0 0,-1 1 0 0 0,1-1 0 0 0,0 0 0 0 0,-1 1 0 0 0,1 0 1 0 0,-1-1-1 0 0,1 1 0 0 0,1 1 0 0 0,7 7-7877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1 289 5983 0 0,'0'0'542'0'0,"1"0"-446"0"0,25 3 1705 0 0,-22-3-572 0 0,0-1 1 0 0,1 1-1 0 0,-1 0 0 0 0,0-1 0 0 0,0 0 1 0 0,0 0-1 0 0,1 0 0 0 0,-1 0 1 0 0,0-1-1 0 0,7-3 0 0 0,8-8-764 0 0,-3-1-114 0 0,-1 1 0 0 0,0-2 0 0 0,0 0 0 0 0,-2-1 0 0 0,0-1 1 0 0,0 0-1 0 0,-2 0 0 0 0,0-1 0 0 0,12-29 0 0 0,-19 38-315 0 0,-1 3-15 0 0,0 1-1 0 0,-1-1 0 0 0,0 1 1 0 0,0-1-1 0 0,-1 0 0 0 0,1 0 1 0 0,0-8-1 0 0,-2 13-14 0 0,0 0 0 0 0,0 1-1 0 0,0-1 1 0 0,0 1 0 0 0,0-1 0 0 0,0 1 0 0 0,0-1-1 0 0,0 1 1 0 0,0-1 0 0 0,-1 1 0 0 0,1-1 0 0 0,0 1-1 0 0,0-1 1 0 0,0 1 0 0 0,-1-1 0 0 0,1 1-1 0 0,0-1 1 0 0,-1 1 0 0 0,1-1 0 0 0,0 1 0 0 0,-1 0-1 0 0,0-1 1 0 0,-3 0 21 0 0,2 1 11 0 0,0 0 0 0 0,1 0 0 0 0,-1 0 0 0 0,1 0 0 0 0,-1 0 0 0 0,0 0 0 0 0,1 0 0 0 0,-1 1-1 0 0,1-1 1 0 0,-1 1 0 0 0,1-1 0 0 0,-1 1 0 0 0,1 0 0 0 0,-1-1 0 0 0,1 1 0 0 0,0 0 0 0 0,-1 0 0 0 0,1 0 0 0 0,-2 2 0 0 0,-22 23 636 0 0,23-25-640 0 0,-9 13 230 0 0,1 0 1 0 0,0 1 0 0 0,1 0-1 0 0,0 1 1 0 0,1 0 0 0 0,1 0-1 0 0,-9 32 1 0 0,15-45-249 0 0,0 1 0 0 0,0 0 0 0 0,1 0-1 0 0,-1 0 1 0 0,1 0 0 0 0,0-1 0 0 0,0 1 0 0 0,0 0-1 0 0,1 0 1 0 0,-1 0 0 0 0,1 0 0 0 0,0 0 0 0 0,0-1 0 0 0,3 8-1 0 0,-2-9-101 0 0,-1 1 0 0 0,1 0 0 0 0,0-1-1 0 0,0 1 1 0 0,1-1 0 0 0,-1 0 0 0 0,0 1-1 0 0,1-1 1 0 0,-1 0 0 0 0,1-1 0 0 0,0 1-1 0 0,-1 0 1 0 0,1-1 0 0 0,0 1 0 0 0,0-1-1 0 0,0 0 1 0 0,0 0 0 0 0,4 1 0 0 0,40 7-2253 0 0,-18-7 487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12 6447 0 0,'-1'-1'499'0'0,"-16"-3"-1205"0"0,-1 1 3538 0 0,-39 1 12825 0 0,39 1-12766 0 0,0 1-3355 0 0,9-1 831 0 0,0 2 0 0 0,0-1 0 0 0,0 1 0 0 0,-16 4 0 0 0,20-4-276 0 0,0 1 0 0 0,1-1 0 0 0,-1 1 0 0 0,0 0 0 0 0,1 0 0 0 0,-1 1 0 0 0,1-1-1 0 0,0 1 1 0 0,-7 5 0 0 0,10-7-82 0 0,1 0-1 0 0,-1 0 0 0 0,1 0 0 0 0,-1 0 0 0 0,1 0 0 0 0,-1 1 0 0 0,1-1 1 0 0,-1 0-1 0 0,1 0 0 0 0,0 0 0 0 0,0 0 0 0 0,-1 0 0 0 0,1 1 0 0 0,0-1 1 0 0,0 0-1 0 0,0 0 0 0 0,0 0 0 0 0,1 1 0 0 0,-1-1 0 0 0,0 0 0 0 0,0 0 1 0 0,2 2-1 0 0,-1 1 13 0 0,0-1 0 0 0,1 1 0 0 0,-1-1 1 0 0,1 0-1 0 0,3 5 0 0 0,2-1-21 0 0,-1 0 0 0 0,1 0 0 0 0,0 0 0 0 0,0-1 0 0 0,1 0 0 0 0,9 5 0 0 0,55 27 0 0 0,-26-15 0 0 0,-37-18 0 0 0,0 0 0 0 0,0 1 0 0 0,0 0 0 0 0,-1 0 0 0 0,12 12 0 0 0,-9-5 0 0 0,-10-8 0 0 0,-2-2 0 0 0,2-1 2 0 0,-1 0 1 0 0,1 1-1 0 0,-1-1 1 0 0,0 0-1 0 0,0 1 1 0 0,0-1-1 0 0,0 0 1 0 0,-1 1-1 0 0,1-1 0 0 0,-1 0 1 0 0,1 1-1 0 0,-1-1 1 0 0,0 0-1 0 0,0 0 1 0 0,0 0-1 0 0,-1 2 1 0 0,0 0 6 0 0,0-1 1 0 0,-1 0 0 0 0,1-1 0 0 0,-1 1 0 0 0,0 0 0 0 0,0-1 0 0 0,0 1 0 0 0,-7 3-1 0 0,-3 0 13 0 0,0 0-1 0 0,-1 0 0 0 0,1-1 0 0 0,-16 3 0 0 0,27-8-22 0 0,-9 3-110 0 0,-1-1 0 0 0,-14 2 1 0 0,-6-3-4552 0 0</inkml:trace>
  <inkml:trace contextRef="#ctx0" brushRef="#br0" timeOffset="1">594 7 20759 0 0,'0'0'1884'0'0,"-9"-2"-1512"0"0,-2 1 109 0 0,0-1 1 0 0,-1 2-1 0 0,1-1 0 0 0,-1 2 0 0 0,1-1 0 0 0,-1 2 1 0 0,1-1-1 0 0,0 2 0 0 0,-1-1 0 0 0,1 2 1 0 0,0-1-1 0 0,-18 10 0 0 0,26-12-452 0 0,3-1-26 0 0,-1 0 1 0 0,0 0 0 0 0,0 1 0 0 0,0-1 0 0 0,0 0-1 0 0,1 1 1 0 0,-1-1 0 0 0,0 1 0 0 0,0-1-1 0 0,1 1 1 0 0,-1 0 0 0 0,0-1 0 0 0,1 1-1 0 0,-1 0 1 0 0,1-1 0 0 0,-1 1 0 0 0,1 0 0 0 0,-1-1-1 0 0,0 3 1 0 0,0-1-1 0 0,0-1-1 0 0,1 1 1 0 0,-1 0 0 0 0,0 0-1 0 0,1-1 1 0 0,-1 1 0 0 0,1 0-1 0 0,0 0 1 0 0,0 0 0 0 0,0 0 0 0 0,0 0-1 0 0,0 0 1 0 0,0 0 0 0 0,0-1-1 0 0,0 1 1 0 0,1 0 0 0 0,-1 0-1 0 0,1 0 1 0 0,-1 0 0 0 0,1-1-1 0 0,0 1 1 0 0,0 0 0 0 0,0-1-1 0 0,0 1 1 0 0,2 2 0 0 0,0 1-4 0 0,1 0 0 0 0,-1 0 1 0 0,1-1-1 0 0,0 1 0 0 0,0-1 0 0 0,1 0 1 0 0,5 3-1 0 0,8 4 18 0 0,1-1-1 0 0,21 7 0 0 0,-25-11 1 0 0,-1 0-1 0 0,-1 0 0 0 0,1 2 0 0 0,-1-1 1 0 0,14 12-1 0 0,-24-16 26 0 0,3 6-19 0 0,-1 3 36 0 0,-5-9-52 0 0,0-1 1 0 0,0 1 0 0 0,0 0-1 0 0,0-1 1 0 0,-1 1 0 0 0,1-1-1 0 0,-1 1 1 0 0,0-1 0 0 0,1 1-1 0 0,-1-1 1 0 0,0 1 0 0 0,0-1-1 0 0,-1 0 1 0 0,1 1 0 0 0,0-1-1 0 0,-1 0 1 0 0,1 0-1 0 0,-1 0 1 0 0,0 0 0 0 0,0 0-1 0 0,0-1 1 0 0,0 1 0 0 0,0 0-1 0 0,-4 2 1 0 0,-5 3 14 0 0,-1-1 1 0 0,0 1-1 0 0,-17 5 0 0 0,29-12-21 0 0,-50 17 312 0 0,27-10-2665 0 0,2 1-6178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104 205 6447 0 0,'0'1'18672'0'0,"-5"3"-17483"0"0,-21 21-98 0 0,17-18-680 0 0,0 1 0 0 0,1 0 0 0 0,0 1 0 0 0,0 0 0 0 0,1 0 0 0 0,0 1 0 0 0,-6 12 0 0 0,12-21-430 0 0,1-1 0 0 0,0 1 1 0 0,-1 0-1 0 0,1 0 0 0 0,0 0 0 0 0,-1 0 1 0 0,1 0-1 0 0,0 0 0 0 0,0 0 0 0 0,0-1 0 0 0,0 1 1 0 0,0 0-1 0 0,0 0 0 0 0,0 0 0 0 0,0 0 1 0 0,0 0-1 0 0,1 0 0 0 0,-1 0 0 0 0,0 0 0 0 0,0 0 1 0 0,1-1-1 0 0,-1 1 0 0 0,1 0 0 0 0,0 1 1 0 0,0-1-64 0 0,0 1 0 0 0,1-1 0 0 0,-1 0 1 0 0,1 0-1 0 0,-1 0 0 0 0,1 0 0 0 0,-1 0 1 0 0,1 0-1 0 0,-1-1 0 0 0,1 1 1 0 0,0 0-1 0 0,1-1 0 0 0,5 2-284 0 0,0 0 1 0 0,0-1-1 0 0,0-1 1 0 0,14 0-1 0 0,-13-1 34 0 0,1 0 0 0 0,-1 0 0 0 0,0-1 0 0 0,0-1 0 0 0,0 0 0 0 0,0 0 0 0 0,-1-1 0 0 0,1 0 0 0 0,-1 0 0 0 0,0-1 0 0 0,0 0 0 0 0,0 0 0 0 0,7-7 0 0 0,-10 8 204 0 0,-1-1 0 0 0,1 1-1 0 0,-1-1 1 0 0,0 0-1 0 0,0 0 1 0 0,0 0 0 0 0,-1-1-1 0 0,0 1 1 0 0,0-1-1 0 0,0 0 1 0 0,-1 0-1 0 0,1 0 1 0 0,-2 0 0 0 0,1 0-1 0 0,-1 0 1 0 0,0 0-1 0 0,0-1 1 0 0,0 1 0 0 0,-1-12-1 0 0,-2 5 851 0 0,1 17 1202 0 0,0 11-243 0 0,8 10-624 0 0,2-1 1 0 0,0 0 0 0 0,16 31-1 0 0,-18-45-770 0 0,-1 1-1 0 0,2-1 1 0 0,12 14-1 0 0,-10-12-93 0 0,-9-11 1055 0 0,1-19-832 0 0,-5-7-147 0 0,-2-53 91 0 0,6 68-323 0 0,-1 0-1 0 0,2 0 1 0 0,-1 0-1 0 0,1 0 1 0 0,7-18-1 0 0,-5 18-34 0 0,0-1 1 0 0,1 1-1 0 0,1 1 0 0 0,0-1 1 0 0,0 1-1 0 0,0 0 0 0 0,1 0 1 0 0,1 1-1 0 0,0-1 0 0 0,13-10 1 0 0,-10 11-262 0 0,1 0 1 0 0,0 1-1 0 0,0 1 1 0 0,0-1 0 0 0,0 2-1 0 0,1 0 1 0 0,0 1-1 0 0,18-5 1 0 0,3 3-1215 0 0,1 1-58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11975 0 0,'0'0'17512'0'0,"3"9"-17912"0"0,-2 1-152 0 0</inkml:trace>
  <inkml:trace contextRef="#ctx0" brushRef="#br0" timeOffset="1">85 291 8287 0 0,'-6'28'-1796'0'0,"2"-15"5932"0"0,2 0 0 0 0,-2 13 0 0 0,4-21-2689 0 0,0-1-1 0 0,0 0 1 0 0,0 1 0 0 0,1-1-1 0 0,0 5 1 0 0,8 11 2885 0 0,-3-18-3802 0 0,0 1-1746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6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42 16583 0 0,'0'0'1506'0'0,"-6"6"-876"0"0,4-3 390 0 0,0 1-1 0 0,0 0 0 0 0,1 0 1 0 0,0 0-1 0 0,0 0 1 0 0,-1 5-1 0 0,0 27 2053 0 0,4-13-2661 0 0,7 29 1 0 0,-4-28 261 0 0,-1 3-439 0 0,-1-6-63 0 0,1 0 0 0 0,1 0 0 0 0,1 0 0 0 0,0-1 0 0 0,14 28 0 0 0,-20-48-169 0 0,1 0 1 0 0,-1 0-1 0 0,0 1 0 0 0,0-1 0 0 0,1 0 1 0 0,-1-1-1 0 0,0 1 0 0 0,1 0 0 0 0,-1 0 1 0 0,0 0-1 0 0,0 0 0 0 0,1 0 1 0 0,-1 0-1 0 0,0 0 0 0 0,0 0 0 0 0,1 0 1 0 0,-1 0-1 0 0,0-1 0 0 0,0 1 0 0 0,0 0 1 0 0,1 0-1 0 0,-1 0 0 0 0,0-1 1 0 0,0 1-1 0 0,0 0 0 0 0,1 0 0 0 0,-1 0 1 0 0,0-1-1 0 0,0 1 0 0 0,0 0 0 0 0,0 0 1 0 0,0-1-1 0 0,7-7 55 0 0,3-10-128 0 0,-1 0 1 0 0,-1-1-1 0 0,12-39 1 0 0,-12 34-40 0 0,19-44 1 0 0,-19 52 79 0 0,-4 7 15 0 0,0 1 0 0 0,1-1 0 0 0,-1 1 1 0 0,1 1-1 0 0,1-1 0 0 0,0 1 1 0 0,0-1-1 0 0,10-7 0 0 0,-16 14 12 0 0,1 0 0 0 0,0 1 0 0 0,0-1 0 0 0,0 0 0 0 0,0 1 0 0 0,0-1 0 0 0,0 1 0 0 0,1 0 0 0 0,-1-1 0 0 0,0 1 0 0 0,0 0 0 0 0,0-1 0 0 0,0 1 0 0 0,0 0 0 0 0,1 0 0 0 0,-1 0 0 0 0,0 0 0 0 0,0 0 0 0 0,0 1 0 0 0,2-1 0 0 0,-1 1 1 0 0,0 0 1 0 0,-1-1-1 0 0,1 1 0 0 0,0 0 0 0 0,-1 0 1 0 0,1 1-1 0 0,-1-1 0 0 0,1 0 0 0 0,-1 0 1 0 0,1 1-1 0 0,0 1 0 0 0,4 5 19 0 0,-1-1 1 0 0,-1 1-1 0 0,1 0 1 0 0,2 9-1 0 0,-6-15-8 0 0,24 68 158 0 0,-19-51-106 0 0,0-1-1 0 0,1-1 1 0 0,1 1 0 0 0,13 23 0 0 0,-20-41-55 0 0,-1 1 0 0 0,1 0 0 0 0,-1 0-1 0 0,1-1 1 0 0,-1 1 0 0 0,1 0 0 0 0,0-1 0 0 0,-1 1 0 0 0,1-1 0 0 0,0 1 0 0 0,-1-1 0 0 0,1 1 0 0 0,0-1 0 0 0,1 1 0 0 0,3-2 8 0 0,-4 1-4 0 0,1-1-9 0 0,0 0 0 0 0,1 1 0 0 0,-1-1 0 0 0,0 0 0 0 0,1 0 0 0 0,-1-1 0 0 0,0 1 0 0 0,0 0 0 0 0,0-1 0 0 0,0 1 0 0 0,0-1 0 0 0,0 0 1 0 0,2-3-1 0 0,21-30-3 0 0,-15 18 1 0 0,46-80-57 0 0,-42 68 29 0 0,1 2 1 0 0,31-41-1 0 0,-43 64 29 0 0,1 0 0 0 0,0 0 0 0 0,0 0 0 0 0,0 0 0 0 0,0 1 0 0 0,10-6 0 0 0,-13 9 0 0 0,0-1 0 0 0,0 0 0 0 0,1 1 0 0 0,-1-1 0 0 0,0 1 0 0 0,0-1 0 0 0,1 1 0 0 0,-1 0 0 0 0,0-1 0 0 0,0 1 0 0 0,1 0 0 0 0,-1 0 0 0 0,1 0 0 0 0,-1 0 0 0 0,0 0 0 0 0,1 0 0 0 0,-1 0 0 0 0,0 1 0 0 0,0-1 0 0 0,1 0 0 0 0,-1 1 0 0 0,0-1 0 0 0,0 1 0 0 0,1-1 0 0 0,-1 1 0 0 0,0 0 0 0 0,0-1 0 0 0,0 1 0 0 0,0 0 0 0 0,0 0 0 0 0,0 0 0 0 0,0 0 0 0 0,1 1 0 0 0,6 10 20 0 0,-2 0 1 0 0,1 1-1 0 0,-1-1 0 0 0,-1 1 1 0 0,4 17-1 0 0,5 8 10 0 0,-10-28-97 0 0,0 2-473 0 0,12 21-1 0 0,-16-32-434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7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23583 0 0,'0'0'3016'0'0,"-7"6"-1525"0"0,5-3-1329 0 0,0 0 0 0 0,0 0 0 0 0,1 0 0 0 0,-1 0 0 0 0,1 1 1 0 0,0-1-1 0 0,0 0 0 0 0,0 1 0 0 0,1-1 0 0 0,-1 1 0 0 0,0 5 0 0 0,3 43 24 0 0,-1-42-160 0 0,-1-4-25 0 0,0-5 3 0 0,0 1 0 0 0,0 0 0 0 0,0 0 0 0 0,1-1 0 0 0,-1 1 0 0 0,0 0 0 0 0,1-1 0 0 0,-1 1 1 0 0,1 0-1 0 0,0-1 0 0 0,-1 1 0 0 0,1-1 0 0 0,0 1 0 0 0,0-1 0 0 0,0 1 0 0 0,0-1 1 0 0,2 2-1 0 0,7 8 22 0 0,-5-9-4 0 0,-3-2-17 0 0,3 2-18 0 0,0-1 1 0 0,-1 1-1 0 0,1-1 0 0 0,0 0 0 0 0,0 0 1 0 0,0-1-1 0 0,0 1 0 0 0,7-2 0 0 0,-10 1 7 0 0,1 0 0 0 0,0-1 1 0 0,-1 1-1 0 0,1-1 0 0 0,-1 0 0 0 0,0 0 0 0 0,1 0 0 0 0,-1 0 0 0 0,0-1 0 0 0,1 1 0 0 0,-1 0 0 0 0,0-1 0 0 0,0 0 0 0 0,0 1 0 0 0,0-1 0 0 0,-1 0 0 0 0,1 0 0 0 0,0 0 1 0 0,-1 0-1 0 0,1 0 0 0 0,1-4 0 0 0,-2 4 34 0 0,-1 0-1 0 0,1 0 1 0 0,0 0 0 0 0,-1 0 0 0 0,1 0 0 0 0,-1 0-1 0 0,0 0 1 0 0,0-1 0 0 0,0 1 0 0 0,0 0 0 0 0,0 0-1 0 0,0 0 1 0 0,-1-1 0 0 0,1 1 0 0 0,-1 0 0 0 0,1 0-1 0 0,-1 0 1 0 0,-1-2 0 0 0,-10-16-1882 0 0,11 18 686 0 0,-1 1 0 0 0,1-1 0 0 0,-1 1 0 0 0,0-1 0 0 0,1 1 0 0 0,-1 0-1 0 0,-4-2 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7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12 12439 0 0,'0'0'958'0'0,"-3"-11"8745"0"0,0 11-9369 0 0,0 1-1 0 0,0 0 1 0 0,1-1-1 0 0,-1 1 1 0 0,0 1-1 0 0,0-1 1 0 0,1 0-1 0 0,-1 1 1 0 0,1-1-1 0 0,-1 1 0 0 0,1 0 1 0 0,-1 0-1 0 0,1 0 1 0 0,0 0-1 0 0,-3 3 1 0 0,-6 8 295 0 0,-12 19 0 0 0,21-30-551 0 0,-37 56 198 0 0,2 1-1 0 0,3 2 1 0 0,2 2-1 0 0,-37 107 1 0 0,55-127-153 0 0,1 0-1 0 0,3 2 1 0 0,2-1 0 0 0,2 1 0 0 0,1 0 0 0 0,3 0-1 0 0,2 1 1 0 0,6 54 0 0 0,-5-88-312 0 0,1-1 1 0 0,0 0-1 0 0,1 0 1 0 0,0-1-1 0 0,1 1 1 0 0,0-1-1 0 0,0 1 1 0 0,9 12-1 0 0,-11-19 97 0 0,1-1-1 0 0,-1 0 1 0 0,1 1 0 0 0,0-1 0 0 0,0 0-1 0 0,0 0 1 0 0,0-1 0 0 0,1 1 0 0 0,-1-1-1 0 0,1 1 1 0 0,0-1 0 0 0,-1 0-1 0 0,1 0 1 0 0,0-1 0 0 0,0 1 0 0 0,0-1-1 0 0,1 0 1 0 0,-1 0 0 0 0,0 0-1 0 0,0-1 1 0 0,0 0 0 0 0,1 1 0 0 0,-1-1-1 0 0,8-2 1 0 0,1 1-1082 0 0,-1-2 1 0 0,23-7-1 0 0,-1-4-805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7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21911 0 0,'0'0'1003'0'0,"0"2"-19"0"0,-69 246 5700 0 0,50-148-5904 0 0,17-85-732 0 0,1 0 0 0 0,1 1 0 0 0,0-1 1 0 0,4 24-1 0 0,-4-38-116 0 0,0-2-191 0 0,1-1 210 0 0,-1 1 0 0 0,1-1 1 0 0,-1 1-1 0 0,1-1 0 0 0,0 1 0 0 0,-1 0 1 0 0,1-1-1 0 0,1-1 0 0 0,4-6-102 0 0,45-125-1041 0 0,10-24 221 0 0,-50 137 883 0 0,-8 17 138 0 0,0 0-1 0 0,0-1 0 0 0,-1 1 1 0 0,0-1-1 0 0,0 1 0 0 0,0-1 0 0 0,-1 0 1 0 0,2-7-1 0 0,-3 11 507 0 0,6 7 168 0 0,5 10-335 0 0,18 33-1 0 0,-21-33-170 0 0,1 0 1 0 0,16 20-1 0 0,53 47-187 0 0,-50-57-15 0 0,28 35 1 0 0,-49-49-17 0 0,-3-1 0 0 0,-5-9-4 0 0,0 0 1 0 0,0 0-1 0 0,0 0 1 0 0,0 0-1 0 0,0 0 0 0 0,0-1 1 0 0,-1 1-1 0 0,1 0 1 0 0,0-1-1 0 0,-1 1 1 0 0,0-1-1 0 0,1 0 0 0 0,-1 1 1 0 0,0-1-1 0 0,0 0 1 0 0,-3 2-1 0 0,0 0-12 0 0,-1 0 0 0 0,1-1 1 0 0,-1 1-1 0 0,-10 2 0 0 0,-63 4-39 0 0,40-5-62 0 0,-101 0-1806 0 0,96-4-1154 0 0,33 0 925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23295 0 0,'0'0'2604'0'0,"0"2"-1960"0"0,-5 44 1109 0 0,2-1 1 0 0,3 53-1 0 0,2-68-1648 0 0,2 1 1 0 0,0-2-1 0 0,3 1 0 0 0,12 38 1 0 0,7 3 0 0 0,-26-70-105 0 0,0-1-1 0 0,0 1 1 0 0,0-1-1 0 0,0 1 0 0 0,0-1 1 0 0,1 0-1 0 0,-1 1 1 0 0,0-1-1 0 0,0 1 0 0 0,0-1 1 0 0,1 0-1 0 0,-1 1 1 0 0,0-1-1 0 0,1 1 0 0 0,-1-1 1 0 0,0 0-1 0 0,1 1 1 0 0,-1-1-1 0 0,0 0 0 0 0,1 0 1 0 0,-1 1-1 0 0,1-1 1 0 0,-1 0-1 0 0,0 0 0 0 0,1 0 1 0 0,-1 0-1 0 0,1 1 1 0 0,0-1-1 0 0,3-3-1 0 0,-2 2 1 0 0,0-1-1 0 0,0 0 1 0 0,0 0 0 0 0,0 1-1 0 0,0-1 1 0 0,0 0 0 0 0,-1 0-1 0 0,1-1 1 0 0,-1 1 0 0 0,1 0-1 0 0,-1 0 1 0 0,0-1 0 0 0,2-3 0 0 0,11-37-74 0 0,-11 31 43 0 0,4-12-50 0 0,0 1 0 0 0,2 0 0 0 0,0 1 0 0 0,2 0 0 0 0,0 0 0 0 0,24-31 0 0 0,-33 50 70 0 0,0 0 1 0 0,0 1-1 0 0,1-1 1 0 0,-1 1-1 0 0,1 0 1 0 0,-1 0-1 0 0,1 0 1 0 0,0 0-1 0 0,6-3 1 0 0,0 4-44 0 0,-6 2 55 0 0,-1 1-1 0 0,0-1 0 0 0,1 0 0 0 0,-1 1 1 0 0,0 0-1 0 0,0-1 0 0 0,-1 1 1 0 0,1 0-1 0 0,0 0 0 0 0,0 0 0 0 0,-1 0 1 0 0,2 4-1 0 0,16 29 166 0 0,-3 1-95 0 0,-5-9 71 0 0,18 31 0 0 0,-25-51-218 0 0,1 1 0 0 0,0-1 0 0 0,0 0 0 0 0,1-1 0 0 0,0 1 0 0 0,0-1 0 0 0,1 0-1 0 0,10 7 1 0 0,-14-11-198 0 0,1 0 1 0 0,-1 0-1 0 0,1-1 0 0 0,0 1 0 0 0,-1-1 0 0 0,1 0 0 0 0,0 0 0 0 0,4 0 0 0 0,18 1-7092 0 0,-2-3-1944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8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15 10591 0 0,'-8'-15'17720'0'0,"8"26"-17182"0"0,2 0 0 0 0,0 0 0 0 0,0 0 1 0 0,5 12-1 0 0,1 6-8 0 0,38 121-238 0 0,-25-90-1373 0 0,-18-54 627 0 0,2 10-460 0 0,-5-7-3397 0 0</inkml:trace>
  <inkml:trace contextRef="#ctx0" brushRef="#br0" timeOffset="1">1 211 15663 0 0,'0'0'1207'0'0,"2"0"-446"0"0,24 3 4817 0 0,35 0 0 0 0,72-10-3983 0 0,-45 1-2919 0 0,-50 5 401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9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 2303 0 0,'2'1'167'0'0,"-1"-1"-22"0"0,1 0 0 0 0,-1 1-1 0 0,1-1 1 0 0,0 0 0 0 0,-1 0 0 0 0,1 0-1 0 0,-1 0 1 0 0,1 0 0 0 0,-1 0-1 0 0,1-1 1 0 0,-1 1 0 0 0,1-1 0 0 0,-1 1-1 0 0,4-2 1 0 0,1 0 2305 0 0,15-2 15385 0 0,-20 6-16619 0 0,1 2-975 0 0,0-1 0 0 0,-1 1 0 0 0,1 0 0 0 0,-1 0 1 0 0,0 0-1 0 0,0 0 0 0 0,-1 0 0 0 0,1 0 0 0 0,-1 0 0 0 0,0 0 1 0 0,0 0-1 0 0,0 0 0 0 0,-1 0 0 0 0,1 0 0 0 0,-1 0 0 0 0,-1 5 0 0 0,-4 12 364 0 0,-15 36-1 0 0,14-42-424 0 0,-3 6-40 0 0,0 0 1 0 0,-2-1 0 0 0,0 0-1 0 0,-31 35 1 0 0,8-10-64 0 0,34-43-208 0 0,1-4-537 0 0,0-5 464 0 0,0 1 0 0 0,0 0 0 0 0,1 0 0 0 0,-1 0 0 0 0,1 0-1 0 0,1 0 1 0 0,-1 0 0 0 0,5-9 0 0 0,22-48-1111 0 0,-10 24 546 0 0,12-23-179 0 0,-26 55 922 0 0,0 0 0 0 0,1 0 0 0 0,0 1 0 0 0,0 0 0 0 0,0 0 0 0 0,8-7 0 0 0,-11 12 103 0 0,0 0 1 0 0,-1 0-1 0 0,1 1 0 0 0,0-1 0 0 0,0 0 0 0 0,0 1 0 0 0,-1-1 0 0 0,1 1 0 0 0,0 0 0 0 0,0-1 0 0 0,0 1 0 0 0,0 0 0 0 0,0 0 0 0 0,0 0 0 0 0,0 0 0 0 0,0 1 0 0 0,-1-1 0 0 0,1 0 0 0 0,0 1 0 0 0,0 0 0 0 0,2 0 0 0 0,5 3 401 0 0,-1-1-1 0 0,16 10 0 0 0,-23-12-449 0 0,45 24 875 0 0,-13-6-674 0 0,1 0 0 0 0,29 26 1 0 0,-30-20-177 0 0,-22-18-45 0 0,0 1 0 0 0,0 1 0 0 0,-1-1 0 0 0,0 2 0 0 0,-1 0 0 0 0,0 0 0 0 0,10 15 0 0 0,-18-25-6 0 0,-1 1 0 0 0,1 0 0 0 0,-1 0 0 0 0,1-1 0 0 0,-1 1-1 0 0,0 0 1 0 0,1 0 0 0 0,-1 0 0 0 0,0 0 0 0 0,0 0 0 0 0,1-1 0 0 0,-1 1 0 0 0,0 0 0 0 0,0 0 0 0 0,0 0 0 0 0,0 0-1 0 0,0 0 1 0 0,0 0 0 0 0,0 0 0 0 0,-1-1 0 0 0,1 3 0 0 0,-1-2 1 0 0,1-1 0 0 0,-1 1 0 0 0,1 0-1 0 0,-1-1 1 0 0,0 1 0 0 0,1-1 0 0 0,-1 1 0 0 0,0-1 0 0 0,1 1 0 0 0,-1-1-1 0 0,0 1 1 0 0,-1 0 0 0 0,0 0-6 0 0,-6 2 19 0 0,0 0 1 0 0,0 0-1 0 0,0-1 1 0 0,0 0-1 0 0,0 0 0 0 0,-14 0 1 0 0,6 0-8 0 0,-73 11-2788 0 0,-123 0-1 0 0,199-13 363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9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15199 0 0,'0'0'11561'0'0,"1"2"-10586"0"0,3 15-201 0 0,1 0 1 0 0,-2 0-1 0 0,-1 0 0 0 0,2 23 0 0 0,-5 73-400 0 0,-1-42-208 0 0,1-40-214 0 0,0 25 191 0 0,2-52-369 0 0,-1 1 0 0 0,1 0 0 0 0,0 0 0 0 0,0 0 0 0 0,0 0 0 0 0,1-1 0 0 0,0 1 0 0 0,3 6 0 0 0,-4-10 44 0 0,-1 0-1 0 0,1 0 1 0 0,0 0 0 0 0,0 0-1 0 0,0 0 1 0 0,0 0 0 0 0,0 0 0 0 0,0-1-1 0 0,1 1 1 0 0,-1-1 0 0 0,0 1-1 0 0,0 0 1 0 0,0-1 0 0 0,2 1-1 0 0,10 2-2066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3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16583 0 0,'0'0'1276'0'0,"-5"5"-730"0"0,-2 3 1019 0 0,0 1 1 0 0,0 0 0 0 0,1 0 0 0 0,0 0 0 0 0,-7 16 0 0 0,5-7-597 0 0,1 1 0 0 0,-6 21 0 0 0,11-33-889 0 0,1 0 0 0 0,-1 0-1 0 0,2 0 1 0 0,-1 0 0 0 0,1 0 0 0 0,0 0 0 0 0,0 1 0 0 0,1-1-1 0 0,0 0 1 0 0,0 0 0 0 0,1 0 0 0 0,3 10 0 0 0,-3-13-73 0 0,0 0 1 0 0,0 1 0 0 0,0-1 0 0 0,1 0-1 0 0,-1 0 1 0 0,1-1 0 0 0,0 1-1 0 0,0 0 1 0 0,1-1 0 0 0,-1 0 0 0 0,1 0-1 0 0,-1 0 1 0 0,1 0 0 0 0,0-1-1 0 0,0 1 1 0 0,0-1 0 0 0,1 0 0 0 0,-1 0-1 0 0,8 2 1 0 0,-1-2-35 0 0,0 0 1 0 0,0 0-1 0 0,-1-1 0 0 0,1-1 1 0 0,0 0-1 0 0,0 0 0 0 0,0-1 0 0 0,0-1 1 0 0,-1 0-1 0 0,1 0 0 0 0,-1-1 1 0 0,1 0-1 0 0,-1-1 0 0 0,0 0 1 0 0,0-1-1 0 0,0 0 0 0 0,15-11 0 0 0,-14 9-5 0 0,-1-1-1 0 0,0-1 1 0 0,0 1-1 0 0,-1-1 1 0 0,0-1-1 0 0,-1 0 0 0 0,0 0 1 0 0,-1 0-1 0 0,0-1 1 0 0,0-1-1 0 0,-1 1 0 0 0,-1-1 1 0 0,0 0-1 0 0,6-20 1 0 0,-11 30 26 0 0,1 0 1 0 0,-1-1 0 0 0,1 1 0 0 0,-1 0-1 0 0,0 0 1 0 0,0-1 0 0 0,0 1 0 0 0,0 0-1 0 0,0 0 1 0 0,-1-1 0 0 0,1 1 0 0 0,-1 0-1 0 0,1 0 1 0 0,-1 0 0 0 0,0-1-1 0 0,0 1 1 0 0,-1-3 0 0 0,0 4 7 0 0,1-1 1 0 0,0 1-1 0 0,-1 0 0 0 0,1-1 0 0 0,-1 1 1 0 0,1 0-1 0 0,-1 0 0 0 0,0 0 1 0 0,1 0-1 0 0,-1 0 0 0 0,0 1 0 0 0,0-1 1 0 0,0 0-1 0 0,0 1 0 0 0,0-1 1 0 0,1 1-1 0 0,-1 0 0 0 0,0 0 0 0 0,0 0 1 0 0,-3 0-1 0 0,0 0 18 0 0,1 1-1 0 0,-1 0 1 0 0,1 0 0 0 0,-1 1-1 0 0,1-1 1 0 0,-1 1-1 0 0,1 0 1 0 0,0 0 0 0 0,0 0-1 0 0,0 1 1 0 0,0-1 0 0 0,0 1-1 0 0,1 0 1 0 0,-1 0-1 0 0,1 1 1 0 0,0-1 0 0 0,0 1-1 0 0,-3 4 1 0 0,1-2 8 0 0,1 0 0 0 0,0 0 0 0 0,0 0 0 0 0,1 0 0 0 0,0 1 0 0 0,0 0-1 0 0,1-1 1 0 0,-1 1 0 0 0,1 0 0 0 0,1 0 0 0 0,-2 9 0 0 0,3-11-74 0 0,0 0 0 0 0,1 0-1 0 0,-1 0 1 0 0,1 0 0 0 0,0 0 0 0 0,0 0 0 0 0,0 0-1 0 0,1 0 1 0 0,0-1 0 0 0,0 1 0 0 0,0-1 0 0 0,1 1-1 0 0,-1-1 1 0 0,1 0 0 0 0,0 0 0 0 0,0 0 0 0 0,0 0-1 0 0,1 0 1 0 0,5 4 0 0 0,-3-3-51 0 0,0-1 0 0 0,0 0 0 0 0,1 0 0 0 0,0 0 0 0 0,0-1 1 0 0,0 0-1 0 0,0 0 0 0 0,0-1 0 0 0,1 1 0 0 0,-1-2 0 0 0,1 1 0 0 0,8 0 0 0 0,-15-2 80 0 0,18 2-1332 0 0,1-1 1 0 0,32-3-1 0 0,-22-2-468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28 5983 0 0,'-5'-28'19928'0'0,"6"35"-19292"0"0,-1-1 0 0 0,2 0 0 0 0,-1 0-1 0 0,1 0 1 0 0,0 0 0 0 0,4 9 0 0 0,6 21 29 0 0,8 98-837 0 0,-17-78-5403 0 0</inkml:trace>
  <inkml:trace contextRef="#ctx0" brushRef="#br0" timeOffset="1">0 124 3223 0 0,'2'-1'4943'0'0,"22"-2"4910"0"0,13-2-2244 0 0,1 4-6203 0 0,93 1 191 0 0,-53-2-1541 0 0,52-5-4667 0 0,-96 6-4210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56 6911 0 0,'0'0'528'0'0,"-11"11"3371"0"0,-1 6 4987 0 0,0 1-3793 0 0,-43 64-348 0 0,48-70-3962 0 0,-11 25 0 0 0,5-9-313 0 0,11-25-424 0 0,1-2-36 0 0,1 0 0 0 0,-1-1 1 0 0,1 1-1 0 0,-1 0 0 0 0,1 0 0 0 0,0 0 0 0 0,-1-1 1 0 0,1 1-1 0 0,0 0 0 0 0,0 0 0 0 0,0 0 0 0 0,0 0 1 0 0,-1-1-1 0 0,1 1 0 0 0,0 0 0 0 0,0 0 0 0 0,1 0 0 0 0,-1 1 1 0 0,10-12-238 0 0,-2 2 31 0 0,1-2-1 0 0,-1 1 1 0 0,0-1-1 0 0,-1 0 1 0 0,-1 0-1 0 0,1-1 1 0 0,-1 0-1 0 0,8-22 1 0 0,-3 1-45 0 0,3 0-1 0 0,17-31 1 0 0,-27 57 574 0 0,0-1 0 0 0,0 1 0 0 0,6-6 0 0 0,-9 12-109 0 0,1 0-186 0 0,0 1 0 0 0,0 0 0 0 0,0 0 0 0 0,0 0 0 0 0,0 0 0 0 0,-1 0 0 0 0,1 0 0 0 0,3 3 0 0 0,-1-1 4 0 0,15 11-21 0 0,-2 0-1 0 0,1 1 1 0 0,-2 0 0 0 0,17 21 0 0 0,54 76 71 0 0,-71-90-88 0 0,-13-17-3 0 0,3 3 12 0 0,0 0 0 0 0,-1 0 0 0 0,4 9 0 0 0,-9-17-12 0 0,0 1-1 0 0,1-1 0 0 0,-1 0 0 0 0,0 1 1 0 0,0-1-1 0 0,0 1 0 0 0,0-1 0 0 0,0 0 1 0 0,0 1-1 0 0,0-1 0 0 0,0 1 0 0 0,0-1 0 0 0,0 0 1 0 0,0 1-1 0 0,0-1 0 0 0,0 0 0 0 0,0 1 1 0 0,-1-1-1 0 0,1 1 0 0 0,0-1 0 0 0,0 0 1 0 0,0 1-1 0 0,-1-1 0 0 0,1 0 0 0 0,0 1 1 0 0,0-1-1 0 0,-1 0 0 0 0,1 0 0 0 0,0 1 1 0 0,0-1-1 0 0,-1 0 0 0 0,1 0 0 0 0,0 1 1 0 0,-1-1-1 0 0,1 0 0 0 0,-1 0 0 0 0,1 0 0 0 0,0 0 1 0 0,-1 1-1 0 0,1-1 0 0 0,0 0 0 0 0,-1 0 1 0 0,1 0-1 0 0,-1 0 0 0 0,0 0 0 0 0,0 0 0 0 0,-14 4-78 0 0,-1 0 1 0 0,1-2-1 0 0,-1 0 0 0 0,-29 0 1 0 0,44-2 66 0 0,-27 0-644 0 0,-29-5 0 0 0,-2 1-3265 0 0,40 2-2667 0 0,1-1-1877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49 10135 0 0,'-17'-13'7112'0'0,"40"95"1994"0"0,-3 3-5117 0 0,32 172-2772 0 0,-45-204-1136 0 0,4 21-2 0 0,-23-100-989 0 0,-15-36-1037 0 0,11-12-220 0 0,8 34 815 0 0,4 22 941 0 0,2 1 0 0 0,0-1 0 0 0,1 0 0 0 0,0 0 0 0 0,4-24 0 0 0,-2 30 491 0 0,1 0-1 0 0,1 0 0 0 0,0 0 1 0 0,0 0-1 0 0,1 1 0 0 0,0 0 1 0 0,1 0-1 0 0,12-19 0 0 0,-6 13 417 0 0,-6 8 393 0 0,2 0 1 0 0,12-16-1 0 0,-16 22-686 0 0,0 0 0 0 0,1 1 0 0 0,-1-1-1 0 0,0 1 1 0 0,1 0 0 0 0,0-1 0 0 0,-1 2-1 0 0,1-1 1 0 0,0 0 0 0 0,0 1 0 0 0,4-2-1 0 0,-1 2-120 0 0,-1 0 0 0 0,0 0-1 0 0,1 0 1 0 0,-1 1 0 0 0,0-1-1 0 0,1 2 1 0 0,-1-1-1 0 0,1 1 1 0 0,-1 0 0 0 0,0 0-1 0 0,1 0 1 0 0,-1 1 0 0 0,0 0-1 0 0,0 1 1 0 0,0-1-1 0 0,0 1 1 0 0,10 7 0 0 0,-14-8-81 0 0,1 0 0 0 0,-1 0 1 0 0,0 0-1 0 0,0 1 0 0 0,0-1 1 0 0,0 1-1 0 0,-1-1 0 0 0,1 1 1 0 0,-1 0-1 0 0,1 0 0 0 0,-1-1 0 0 0,0 1 1 0 0,0 0-1 0 0,0 0 0 0 0,-1 0 1 0 0,1 0-1 0 0,-1 0 0 0 0,1 0 1 0 0,-1 0-1 0 0,0 1 0 0 0,0-1 1 0 0,-1 0-1 0 0,0 5 0 0 0,-2 5 3 0 0,0-1 1 0 0,-1 0-1 0 0,-1 0 0 0 0,-8 16 0 0 0,7-15-3 0 0,3-7-1 0 0,2-5 0 0 0,1 0 0 0 0,-1 0 0 0 0,0 0 0 0 0,1 0 0 0 0,-1 1 0 0 0,1-1 0 0 0,0 0 0 0 0,-1 1 0 0 0,1-1 0 0 0,0 0 0 0 0,0 1 0 0 0,0-1 0 0 0,0 0 0 0 0,0 1 0 0 0,0-1 0 0 0,0 0 0 0 0,0 1 0 0 0,0-1 0 0 0,1 0 0 0 0,-1 1 0 0 0,0-1 0 0 0,1 0 0 0 0,0 2 0 0 0,0-2 0 0 0,0 0 0 0 0,-1 1 0 0 0,1-1 0 0 0,0 0 0 0 0,0 0 0 0 0,0 0 0 0 0,0 0 0 0 0,1 0 0 0 0,-1 0 0 0 0,0 0 0 0 0,0 0 0 0 0,0 0 0 0 0,1 0 0 0 0,-1-1 0 0 0,1 1 0 0 0,-1 0 0 0 0,0-1 0 0 0,1 1 0 0 0,-1-1 0 0 0,1 0 0 0 0,-1 0 0 0 0,1 1 0 0 0,-1-1 0 0 0,1 0 0 0 0,-1 0 0 0 0,1 0 0 0 0,2-1 0 0 0,5 0 0 0 0,1 0 0 0 0,0-1 0 0 0,9-2 0 0 0,-13 2 0 0 0,19-6 0 0 0,-1 0 0 0 0,-1-2 0 0 0,1-1 0 0 0,-2 0 0 0 0,0-2 0 0 0,0-1 0 0 0,38-31 0 0 0,-46 33-43 0 0,0 0 1 0 0,-1-1-1 0 0,-1 0 0 0 0,0-1 1 0 0,20-30-1 0 0,-31 42 30 0 0,0 1 0 0 0,-1-1-1 0 0,1 1 1 0 0,0-1 0 0 0,-1 1-1 0 0,1-1 1 0 0,-1 1 0 0 0,0-1 0 0 0,1 0-1 0 0,-1 1 1 0 0,0-1 0 0 0,0 0 0 0 0,0 1-1 0 0,0-1 1 0 0,0 0 0 0 0,-1-1-1 0 0,1 2 7 0 0,0 0-1 0 0,-1 0 0 0 0,1 1 0 0 0,-1-1 0 0 0,1 0 0 0 0,-1 0 0 0 0,1 0 0 0 0,-1 1 0 0 0,0-1 0 0 0,1 0 0 0 0,-1 1 0 0 0,0-1 1 0 0,0 1-1 0 0,1-1 0 0 0,-1 1 0 0 0,0-1 0 0 0,0 1 0 0 0,0-1 0 0 0,0 1 0 0 0,-1-1 0 0 0,-1 1 14 0 0,0-1-1 0 0,0 1 1 0 0,0-1-1 0 0,0 1 1 0 0,0 0-1 0 0,0 1 1 0 0,0-1-1 0 0,0 0 1 0 0,0 1-1 0 0,0 0 0 0 0,0-1 1 0 0,0 1-1 0 0,0 0 1 0 0,0 1-1 0 0,0-1 1 0 0,-2 2-1 0 0,-10 7 105 0 0,1 0-1 0 0,0 0 0 0 0,-16 18 1 0 0,24-22-90 0 0,0 0 1 0 0,0 1 0 0 0,1 0 0 0 0,0 0-1 0 0,0 0 1 0 0,1 1 0 0 0,0-1 0 0 0,-6 16-1 0 0,9-18-8 0 0,0-1 0 0 0,1 1 0 0 0,-1 0 0 0 0,1 0 0 0 0,0 0-1 0 0,0 0 1 0 0,0 0 0 0 0,1-1 0 0 0,0 1 0 0 0,0 0 0 0 0,0 0-1 0 0,0 0 1 0 0,1-1 0 0 0,0 1 0 0 0,0-1 0 0 0,3 6 0 0 0,-2-5-26 0 0,0 0 0 0 0,0 0 1 0 0,0-1-1 0 0,1 1 1 0 0,0-1-1 0 0,0 0 0 0 0,0 0 1 0 0,1 0-1 0 0,0 0 1 0 0,-1-1-1 0 0,1 0 0 0 0,0 0 1 0 0,7 3-1 0 0,-2-2-155 0 0,1 0 0 0 0,-1-1 1 0 0,1-1-1 0 0,0 0 0 0 0,0 0 0 0 0,1-1 1 0 0,-1 0-1 0 0,14-2 0 0 0,-16 0-465 0 0,0 0 0 0 0,-1 0 0 0 0,1-1 0 0 0,0 0 0 0 0,-1 0 0 0 0,0-1 0 0 0,1-1-1 0 0,-1 1 1 0 0,0-1 0 0 0,-1-1 0 0 0,9-4 0 0 0,3-6-7414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20415 0 0,'0'0'1848'0'0,"2"1"-1517"0"0,9 3 434 0 0,1 1-1 0 0,-1 1 1 0 0,0 0 0 0 0,0 0-1 0 0,12 10 1 0 0,49 45 1824 0 0,-33-26-1932 0 0,-14-13-462 0 0,0 0 0 0 0,-2 2 0 0 0,0 1 0 0 0,-2 1 0 0 0,-1 1 0 0 0,-1 1 0 0 0,-1 0 0 0 0,26 60 0 0 0,-28-49-92 0 0,16 60 0 0 0,-26-77-128 0 0,-1 2-1 0 0,-1-1 1 0 0,-1 0 0 0 0,-1 43 0 0 0,-5-35 14 0 0,-1 0 1 0 0,-2-1-1 0 0,-1 1 0 0 0,-15 39 1 0 0,18-59-116 0 0,0 0 1 0 0,-1 0 0 0 0,0 0-1 0 0,-1-1 1 0 0,0 0 0 0 0,-1 0-1 0 0,0-1 1 0 0,0 0 0 0 0,-1 0-1 0 0,-1 0 1 0 0,1-1 0 0 0,-1-1-1 0 0,-18 13 1 0 0,8-10-1499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24335 0 0,'0'0'2203'0'0,"2"0"-1817"0"0,294-40 1373 0 0,-157 27-5315 0 0,-119 13 1828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24047 0 0,'0'0'3920'0'0,"2"0"-3497"0"0,9 3-313 0 0,0 0 1 0 0,0-1-1 0 0,0 0 0 0 0,0-1 1 0 0,0-1-1 0 0,14 0 0 0 0,70-10-1177 0 0,-17 1-1461 0 0,-39 7 968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2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285 138 10591 0 0,'-7'-11'1136'0'0,"6"10"-887"0"0,0 0 0 0 0,0 0-1 0 0,0 0 1 0 0,0 0 0 0 0,0 0 0 0 0,-1 0-1 0 0,1 1 1 0 0,0-1 0 0 0,0 0-1 0 0,-1 1 1 0 0,1-1 0 0 0,-1 1 0 0 0,1-1-1 0 0,0 1 1 0 0,-1 0 0 0 0,1-1-1 0 0,-1 1 1 0 0,1 0 0 0 0,-1 0 0 0 0,1 0-1 0 0,0 0 1 0 0,-1 0 0 0 0,1 0-1 0 0,-1 1 1 0 0,1-1 0 0 0,-1 0 0 0 0,1 1-1 0 0,0-1 1 0 0,-1 1 0 0 0,1 0-1 0 0,0-1 1 0 0,-3 3 0 0 0,-2 0 1174 0 0,0 1 0 0 0,0 0 0 0 0,1 0 0 0 0,-1 0-1 0 0,-7 9 1 0 0,-17 19-114 0 0,-49 71 0 0 0,67-84-1146 0 0,0 0 0 0 0,1 1 0 0 0,1 1 0 0 0,2-1 0 0 0,-12 38 0 0 0,18-49-153 0 0,0 0-1 0 0,1 0 0 0 0,0 0 0 0 0,0 0 0 0 0,1 0 0 0 0,0 1 1 0 0,0-1-1 0 0,1 0 0 0 0,1 0 0 0 0,0 0 0 0 0,0-1 1 0 0,4 13-1 0 0,-3-14-6 0 0,1 0-1 0 0,-1 0 1 0 0,1 0 0 0 0,1-1 0 0 0,-1 0 0 0 0,1 0 0 0 0,0 0 0 0 0,0 0 0 0 0,1-1 0 0 0,0 0-1 0 0,0 0 1 0 0,0 0 0 0 0,0-1 0 0 0,14 7 0 0 0,-3-3-53 0 0,1-1 0 0 0,0-1 0 0 0,0 0 0 0 0,1-2 0 0 0,-1 0 0 0 0,1-1 0 0 0,0 0 0 0 0,0-2 0 0 0,30-1 0 0 0,-15-3-61 0 0,0-1 0 0 0,-1-1-1 0 0,0-2 1 0 0,49-17 0 0 0,-62 17 70 0 0,-1-1 0 0 0,-1-1-1 0 0,1 0 1 0 0,-1-1 0 0 0,-1-1 0 0 0,0-1 0 0 0,22-19-1 0 0,-30 22 20 0 0,0 0 0 0 0,0 0 0 0 0,-1-1 0 0 0,0 0 0 0 0,-1 0 0 0 0,0-1 1 0 0,-1 0-1 0 0,0 0 0 0 0,0-1 0 0 0,-1 0 0 0 0,-1 0 0 0 0,0 0 0 0 0,2-15 0 0 0,-4 12 6 0 0,0 1-1 0 0,-1-1 1 0 0,-1 0 0 0 0,-1 0 0 0 0,0 1 0 0 0,-1-1 0 0 0,0 0 0 0 0,-1 1 0 0 0,-9-25-1 0 0,8 27 5 0 0,-1 1 0 0 0,0 0 0 0 0,-1 0 0 0 0,0 0 0 0 0,-1 1 0 0 0,0 0 0 0 0,-1 0-1 0 0,0 0 1 0 0,-1 1 0 0 0,0 0 0 0 0,-19-14 0 0 0,8 10-164 0 0,-1 0-1 0 0,0 2 1 0 0,-1 1 0 0 0,0 0-1 0 0,0 2 1 0 0,-1 0 0 0 0,0 2-1 0 0,0 0 1 0 0,-1 2 0 0 0,0 1-1 0 0,0 0 1 0 0,1 2 0 0 0,-1 1-1 0 0,0 0 1 0 0,-27 6 0 0 0,42-5-284 0 0,1 1 1 0 0,0 0-1 0 0,1 0 0 0 0,-1 1 1 0 0,-11 5-1 0 0,12-4-1733 0 0,-1 0 0 0 0,-11 10 0 0 0,-7 9-5609 0 0</inkml:trace>
  <inkml:trace contextRef="#ctx0" brushRef="#br0" timeOffset="1">411 448 11055 0 0,'0'2'4294'0'0,"5"44"7809"0"0,-3-25-10489 0 0,5 26 1 0 0,-5-41-1561 0 0,-1 0 0 0 0,1 0 0 0 0,0 0 0 0 0,1-1 0 0 0,-1 1 0 0 0,1 0 0 0 0,0-1 0 0 0,7 9 0 0 0,-7-11-155 0 0,-1 0 1 0 0,1-1-1 0 0,0 1 0 0 0,0-1 1 0 0,0 1-1 0 0,0-1 1 0 0,1 0-1 0 0,-1 0 0 0 0,0-1 1 0 0,1 1-1 0 0,-1-1 0 0 0,1 0 1 0 0,6 2-1 0 0,-6-2-377 0 0,1-1 1 0 0,-1 1-1 0 0,0-1 0 0 0,0 0 1 0 0,1 0-1 0 0,-1-1 0 0 0,6-1 0 0 0,5-2-1259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 22895 0 0,'0'0'4544'0'0,"0"0"-4426"0"0,0 1-1 0 0,-1-1 0 0 0,1 0 1 0 0,0 0-1 0 0,-1 1 1 0 0,1-1-1 0 0,0 0 1 0 0,0 0-1 0 0,-1 1 1 0 0,1-1-1 0 0,0 0 1 0 0,0 1-1 0 0,-1-1 1 0 0,1 1-1 0 0,0-1 1 0 0,0 0-1 0 0,0 1 1 0 0,0 0-1 0 0,0 1-111 0 0,1 1 0 0 0,-1 0 0 0 0,1-1 0 0 0,0 1 1 0 0,0 0-1 0 0,1-1 0 0 0,-1 1 0 0 0,0-1 0 0 0,1 0 0 0 0,-1 1 0 0 0,1-1 0 0 0,0 0 0 0 0,0 0 0 0 0,0 0 0 0 0,0 0 1 0 0,0 0-1 0 0,0-1 0 0 0,4 3 0 0 0,0-1-4 0 0,0 0-1 0 0,1 0 1 0 0,0 0 0 0 0,0-1 0 0 0,-1 0-1 0 0,11 1 1 0 0,-10-2-1 0 0,0 0 0 0 0,0 0 0 0 0,0-1 1 0 0,0 0-1 0 0,11-2 0 0 0,-14 2-8 0 0,-1-1 1 0 0,1 1-1 0 0,-1-1 1 0 0,1 0-1 0 0,-1-1 1 0 0,0 1-1 0 0,1-1 1 0 0,-1 1 0 0 0,0-1-1 0 0,0 0 1 0 0,0 0-1 0 0,3-3 1 0 0,-4 3-6 0 0,-1 1 1 0 0,0-1 0 0 0,0 1 0 0 0,0-1-1 0 0,-1 1 1 0 0,1-1 0 0 0,0 1 0 0 0,-1-1 0 0 0,1 0-1 0 0,0 1 1 0 0,-1-1 0 0 0,0 0 0 0 0,1 1-1 0 0,-1-1 1 0 0,0 0 0 0 0,0 0 0 0 0,0 0-1 0 0,0 1 1 0 0,0-1 0 0 0,-1 0 0 0 0,1 1-1 0 0,-1-1 1 0 0,1 0 0 0 0,-1 0 0 0 0,1 1-1 0 0,-1-1 1 0 0,-1-2 0 0 0,1 3-188 0 0,0-1 0 0 0,0 0 0 0 0,0 1 0 0 0,0-1 1 0 0,0 1-1 0 0,0-1 0 0 0,0 1 0 0 0,-1-1 0 0 0,1 1 0 0 0,-1 0 0 0 0,1 0 0 0 0,-1 0 1 0 0,1 0-1 0 0,-1 0 0 0 0,0 0 0 0 0,1 0 0 0 0,-1 0 0 0 0,0 1 0 0 0,0-1 0 0 0,0 0 1 0 0,1 1-1 0 0,-1 0 0 0 0,0-1 0 0 0,-2 1 0 0 0,-6 0-5958 0 0,0 0-1738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3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14279 0 0,'0'0'1103'0'0,"1"0"-720"0"0,6 0 69 0 0,2 0 3121 0 0,1 0-1 0 0,18-4 0 0 0,-7-2-1680 0 0,83-36-1481 0 0,-33 17-5738 0 0,-47 17-3504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3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186 113 8751 0 0,'0'0'794'0'0,"0"2"-86"0"0,6 44 10416 0 0,1 1-5139 0 0,1 9-3767 0 0,-3-25-1838 0 0,2 1-1 0 0,1-1 0 0 0,1 0 1 0 0,2-1-1 0 0,0 0 0 0 0,3-1 1 0 0,20 35-1 0 0,-26-52-367 0 0,1 1 1 0 0,1-1-1 0 0,0-1 1 0 0,0 0-1 0 0,24 19 1 0 0,-31-27 2 0 0,-2-2-13 0 0,0 0-1 0 0,0 0 0 0 0,0 0 0 0 0,0-1 0 0 0,0 1 1 0 0,0 0-1 0 0,0-1 0 0 0,0 1 0 0 0,0-1 0 0 0,1 0 1 0 0,-1 1-1 0 0,0-1 0 0 0,0 0 0 0 0,0 1 1 0 0,1-1-1 0 0,-1 0 0 0 0,0 0 0 0 0,2 0 0 0 0,10-2-105 0 0,-10-2 94 0 0,-2 3-2 0 0,2-3-1 0 0,1-1 0 0 0,-1 1 0 0 0,-1-1 0 0 0,1 0 0 0 0,-1 1 0 0 0,0-1 0 0 0,3-9 1 0 0,8-40-64 0 0,-6 20 31 0 0,26-75-154 0 0,-27 93 161 0 0,1 0-1 0 0,1 1 1 0 0,0 0-1 0 0,16-22 1 0 0,-16 28 26 0 0,-8 9 12 0 0,1-1 0 0 0,-1 1 0 0 0,0 0 0 0 0,1-1 0 0 0,-1 1 0 0 0,0 0 0 0 0,1 0 0 0 0,-1-1 0 0 0,0 1 0 0 0,1 0 0 0 0,-1 0 0 0 0,0 0 0 0 0,1 0 0 0 0,-1-1 0 0 0,1 1 0 0 0,-1 0 0 0 0,0 0 0 0 0,1 0 0 0 0,-1 0 0 0 0,1 0 0 0 0,1 1 3 0 0,-1 0 1 0 0,0 0-1 0 0,0 0 0 0 0,0 0 1 0 0,0 0-1 0 0,0 0 1 0 0,0 0-1 0 0,0 1 0 0 0,0-1 1 0 0,0 0-1 0 0,-1 1 0 0 0,1-1 1 0 0,0 2-1 0 0,9 22 94 0 0,5 37 117 0 0,-9-37-96 0 0,10 30 1 0 0,-11-40-106 0 0,1-1 1 0 0,1 0-1 0 0,0 0 1 0 0,1-1 0 0 0,1 0-1 0 0,0-1 1 0 0,16 18-1 0 0,-21-26-6 0 0,1 1-1 0 0,0-1 0 0 0,0 0 0 0 0,0-1 0 0 0,0 1 0 0 0,1-1 0 0 0,0 0 1 0 0,-1 0-1 0 0,8 2 0 0 0,-8-4-4 0 0,-1 0 0 0 0,0-1-1 0 0,1 1 1 0 0,-1-1 0 0 0,1 1 0 0 0,-1-1 0 0 0,0-1-1 0 0,1 1 1 0 0,-1 0 0 0 0,1-1 0 0 0,-1 0 0 0 0,0 0-1 0 0,0-1 1 0 0,7-2 0 0 0,-5 1-2 0 0,0-1 0 0 0,0 0 0 0 0,0 0 0 0 0,0 0 0 0 0,-1-1 0 0 0,0 0 0 0 0,0 0 0 0 0,0 0 0 0 0,-1-1 0 0 0,1 1 0 0 0,-1-1 0 0 0,5-10 0 0 0,0-3 0 0 0,0 0 0 0 0,12-39 0 0 0,-14 36-51 0 0,-2 0 0 0 0,-1 0 1 0 0,0 0-1 0 0,-2 0 0 0 0,0-1 0 0 0,-2 1 1 0 0,0-1-1 0 0,-2 1 0 0 0,0-1 0 0 0,-2 1 1 0 0,0 0-1 0 0,-9-25 0 0 0,11 41-452 0 0,0 0 0 0 0,-1 1 1 0 0,1-1-1 0 0,-1 1 0 0 0,0 0 0 0 0,-1 0 0 0 0,1 0 1 0 0,-5-5-1 0 0,-7-4-9552 0 0</inkml:trace>
  <inkml:trace contextRef="#ctx0" brushRef="#br0" timeOffset="1">1 9 26495 0 0,'24'29'2024'0'0,"-13"-30"-1288"0"0,1 2-592 0 0,1-2-144 0 0,1-1 0 0 0,2 0 0 0 0,4 1 168 0 0,3-1 8 0 0,1-1 0 0 0,2 0 0 0 0,3-1-456 0 0,2 1-88 0 0,1 2-16 0 0,4-4-8 0 0,3 0-1408 0 0,-2 0-280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4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233 437 15199 0 0,'0'0'1172'0'0,"2"0"-765"0"0,16-2 1281 0 0,0 0-1 0 0,-1-1 1 0 0,1-1-1 0 0,-1-1 1 0 0,0-1 0 0 0,0 0-1 0 0,23-12 1 0 0,-37 17-1995 0 0,0-1-1 0 0,1 0 1 0 0,-1 0-1 0 0,0 0 1 0 0,0 0-1 0 0,0 0 1 0 0,-1-1-1 0 0,1 1 1 0 0,-1-1-1 0 0,1 0 1 0 0,-1 0-1 0 0,0 0 1 0 0,0 0-1 0 0,0 0 1 0 0,2-4-1 0 0</inkml:trace>
  <inkml:trace contextRef="#ctx0" brushRef="#br0" timeOffset="1">63 1 19607 0 0,'0'0'896'0'0,"-1"0"-13"0"0,0-1-871 0 0,1 1 0 0 0,0 0-1 0 0,-1 0 1 0 0,1 0 0 0 0,-1 0 0 0 0,1 0 0 0 0,0 0 0 0 0,-1 0 0 0 0,1 0-1 0 0,-1 1 1 0 0,1-1 0 0 0,0 0 0 0 0,-1 0 0 0 0,1 0 0 0 0,-1 0 0 0 0,1 0-1 0 0,0 1 1 0 0,-1-1 0 0 0,1 0 0 0 0,0 0 0 0 0,-1 1 0 0 0,1-1 0 0 0,0 0-1 0 0,0 0 1 0 0,-1 1 0 0 0,1-1 0 0 0,0 0 0 0 0,0 1 0 0 0,-1-1 0 0 0,1 0-1 0 0,0 1 1 0 0,0-1 0 0 0,0 1 0 0 0,-1 0 0 0 0,1 0 89 0 0,-14 16 1826 0 0,10-13-1447 0 0,1 0 0 0 0,0-1 0 0 0,0 1 0 0 0,1 1 1 0 0,-1-1-1 0 0,-2 7 0 0 0,2-5-109 0 0,1 0 1 0 0,0 0-1 0 0,1 1 0 0 0,-1 0 1 0 0,1-1-1 0 0,0 1 1 0 0,1-1-1 0 0,0 13 0 0 0,1-16-348 0 0,-1 0-1 0 0,1 0 1 0 0,0 0-1 0 0,-1 0 1 0 0,2 0-1 0 0,-1-1 0 0 0,0 1 1 0 0,0 0-1 0 0,1 0 1 0 0,0-1-1 0 0,-1 1 1 0 0,1-1-1 0 0,0 0 0 0 0,0 0 1 0 0,0 1-1 0 0,1-1 1 0 0,-1 0-1 0 0,0-1 0 0 0,1 1 1 0 0,-1 0-1 0 0,6 2 1 0 0,0-1-7 0 0,0 1 0 0 0,1-1 1 0 0,-1-1-1 0 0,1 0 0 0 0,0 0 1 0 0,-1-1-1 0 0,18 1 0 0 0,-21-1-22 0 0,1-1 0 0 0,0-1 0 0 0,0 1 0 0 0,-1-1-1 0 0,1 0 1 0 0,-1 0 0 0 0,1-1 0 0 0,-1 0 0 0 0,1 0 0 0 0,-1 0-1 0 0,0 0 1 0 0,0-1 0 0 0,6-4 0 0 0,-10 7 20 0 0,0-1 1 0 0,1 0-1 0 0,-1-1 1 0 0,0 1-1 0 0,0 0 1 0 0,0 0-1 0 0,0 0 0 0 0,0-1 1 0 0,0 1-1 0 0,-1 0 1 0 0,1-1-1 0 0,0 1 1 0 0,-1-1-1 0 0,1 1 1 0 0,-1-1-1 0 0,1 1 1 0 0,-1-1-1 0 0,0 0 1 0 0,1 1-1 0 0,-1-1 1 0 0,0 1-1 0 0,0-1 1 0 0,0 0-1 0 0,-1 1 1 0 0,1-1-1 0 0,0 1 0 0 0,0-1 1 0 0,-1 1-1 0 0,1-1 1 0 0,-1 1-1 0 0,0-1 1 0 0,1 1-1 0 0,-1-1 1 0 0,0 1-1 0 0,0 0 1 0 0,-1-3-1 0 0,-1 1-279 0 0,0-1 1 0 0,1 1-1 0 0,-1 0 0 0 0,0 0 1 0 0,-7-4-1 0 0,7 4-1094 0 0,0 1 1 0 0,-1 0-1 0 0,1 0 1 0 0,-1 1-1 0 0,-6-3 1 0 0,-8 0-8045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5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887 0 20503 0 0,'0'0'2209'0'0,"0"2"-2059"0"0,-35 86 689 0 0,15-38-469 0 0,-114 277 1576 0 0,-18-7-692 0 0,-16-47-353 0 0,-23-17-258 0 0,167-225-587 0 0,-12 12 50 0 0,3 2 0 0 0,-49 84-1 0 0,80-125-96 0 0,1-1-1 0 0,-1 1 1 0 0,1 0-1 0 0,-1-1 1 0 0,1 1-1 0 0,0 0 1 0 0,0 7-1 0 0,1-10-8 0 0,0 1 0 0 0,0-1 0 0 0,0 0 0 0 0,0 0 0 0 0,0 1 0 0 0,1-1 0 0 0,-1 0 0 0 0,1 1 0 0 0,-1-1 0 0 0,1 0 0 0 0,-1 0 0 0 0,1 0 0 0 0,0 1 0 0 0,-1-1-1 0 0,1 0 1 0 0,0 0 0 0 0,0 0 0 0 0,0 0 0 0 0,0 0 0 0 0,0-1 0 0 0,0 1 0 0 0,0 0 0 0 0,0 0 0 0 0,0-1 0 0 0,0 1 0 0 0,3 1 0 0 0,2 0 0 0 0,1 1 0 0 0,0-1 0 0 0,0 0 0 0 0,0-1 0 0 0,1 0 0 0 0,-1 0 0 0 0,8 0 0 0 0,53-4 0 0 0,-58 3 0 0 0,90-9-82 0 0,154-34 0 0 0,-141 21-4445 0 0,-75 16-4462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5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25055 0 0,'-43'17'2693'0'0,"42"-16"-2785"0"0,-1 10 60 0 0,3-9 88 0 0,0 1 0 0 0,0-1-1 0 0,0 1 1 0 0,1-1 0 0 0,-1 1-1 0 0,0-1 1 0 0,1 0 0 0 0,-1 0 0 0 0,1 0-1 0 0,0 0 1 0 0,0 0 0 0 0,0 0-1 0 0,0 0 1 0 0,0-1 0 0 0,0 1-1 0 0,0-1 1 0 0,4 2 0 0 0,7 4 18 0 0,0-1 0 0 0,15 5 0 0 0,0 0-9 0 0,35 12-12 0 0,-59-22-53 0 0,0 1 0 0 0,9 10 0 0 0,-11-11 0 0 0,-1 0 0 0 0,0 0-1 0 0,0 1 1 0 0,0-1 0 0 0,1 1 0 0 0,-1-1-1 0 0,-1 1 1 0 0,1-1 0 0 0,0 1 0 0 0,1 2 0 0 0,-4 5 4 0 0,1-6 5 0 0,-1 3 16 0 0,0 0 0 0 0,0-1 0 0 0,0 1 0 0 0,-1-1 0 0 0,0 0 0 0 0,0 0 0 0 0,-1 0 0 0 0,1 0 0 0 0,-1 0 0 0 0,0-1 0 0 0,0 1 0 0 0,-6 3 0 0 0,-8 7 179 0 0,-33 21 0 0 0,48-34-180 0 0,-81 47 406 0 0,28-17-1865 0 0,55-32 672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6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4 14279 0 0,'0'0'655'0'0,"-16"-3"242"0"0,12 3-557 0 0,1 0-1 0 0,0 0 1 0 0,0 0 0 0 0,0 1-1 0 0,0-1 1 0 0,0 1-1 0 0,0-1 1 0 0,0 1 0 0 0,0 0-1 0 0,0 0 1 0 0,-4 3-1 0 0,-2 2 1230 0 0,0 0 1 0 0,-9 8-1 0 0,2-2-1117 0 0,-3 2 415 0 0,-25 18 1170 0 0,-57 55 0 0 0,98-85-1945 0 0,2-1-47 0 0,-1 0 0 0 0,1 1 0 0 0,-1-1 0 0 0,1 1 0 0 0,0-1 0 0 0,0 1-1 0 0,0-1 1 0 0,-2 4 0 0 0,4-5-46 0 0,-1 1-1 0 0,0-1 1 0 0,1 1 0 0 0,-1-1-1 0 0,1 0 1 0 0,-1 1-1 0 0,1-1 1 0 0,-1 1 0 0 0,1-1-1 0 0,-1 0 1 0 0,1 1 0 0 0,0-1-1 0 0,-1 0 1 0 0,1 0 0 0 0,-1 1-1 0 0,1-1 1 0 0,0 0-1 0 0,0 0 1 0 0,13 3-102 0 0,1-2-72 0 0,1-1 0 0 0,-1 0 1 0 0,1-2-1 0 0,-1 0 0 0 0,0 0 1 0 0,24-8-1 0 0,-20 6-43 0 0,0-2 1 0 0,0 0-1 0 0,0-1 1 0 0,26-14-1 0 0,-38 15 163 0 0,-6-2 90 0 0,-2 7-112 0 0,0-1-1 0 0,0 0 1 0 0,0 1 0 0 0,0-1-1 0 0,0 1 1 0 0,0-1-1 0 0,0 1 1 0 0,-1 0 0 0 0,1-1-1 0 0,0 1 1 0 0,-1 0-1 0 0,-2-2 1 0 0,2 2-225 0 0,0-1 1 0 0,0 1-1 0 0,1-1 1 0 0,-1 0-1 0 0,0 0 0 0 0,-2-3 1 0 0,-1-5-1322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6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922 1 15199 0 0,'0'0'1915'0'0,"-7"8"4603"0"0,-163 284-1943 0 0,83-151-3671 0 0,-211 304 820 0 0,24-50-1176 0 0,250-358-574 0 0,14-24 18 0 0,1 0 0 0 0,1 1 1 0 0,0 0-1 0 0,0 0 1 0 0,-9 31-1 0 0,16-43 10 0 0,1 0 0 0 0,0-1-1 0 0,-1 1 1 0 0,1 0 0 0 0,0 0 0 0 0,0 0-1 0 0,0 0 1 0 0,0 0 0 0 0,1 0 0 0 0,-1-1 0 0 0,0 1-1 0 0,1 0 1 0 0,0 0 0 0 0,-1 0 0 0 0,1-1-1 0 0,0 1 1 0 0,0 0 0 0 0,0-1 0 0 0,0 1 0 0 0,0-1-1 0 0,0 1 1 0 0,0-1 0 0 0,0 1 0 0 0,1-1-1 0 0,-1 0 1 0 0,1 0 0 0 0,-1 1 0 0 0,1-1-1 0 0,-1 0 1 0 0,1 0 0 0 0,0-1 0 0 0,-1 1 0 0 0,1 0-1 0 0,3 0 1 0 0,5 3 2 0 0,1-1 1 0 0,1-1-1 0 0,-1 0 0 0 0,17 1 0 0 0,-18-2-39 0 0,27 3-204 0 0,-1-2 1 0 0,1-2-1 0 0,-1-1 0 0 0,55-9 1 0 0,-62 5-204 0 0,76-17-4300 0 0,-74 12-4409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6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10135 0 0,'-24'8'16301'0'0,"32"3"-16109"0"0,0-2 77 0 0,0-1-1 0 0,1 0 1 0 0,18 13-1 0 0,-2-2 322 0 0,-23-17-487 0 0,0-1-86 0 0,0 0 0 0 0,-1 0 0 0 0,1 0 0 0 0,0 0 0 0 0,-1 1 0 0 0,1-1 0 0 0,-1 1 0 0 0,0-1 0 0 0,1 1 0 0 0,-1-1 0 0 0,1 3 1 0 0,-1-3-4 0 0,1 2 14 0 0,0 0 1 0 0,0 0 0 0 0,-1 0-1 0 0,1 0 1 0 0,-1 0 0 0 0,0 0-1 0 0,0 1 1 0 0,0-1 0 0 0,0 1-1 0 0,0-1 1 0 0,-1 1 0 0 0,1-1-1 0 0,-1 1 1 0 0,-1 4 0 0 0,1-2 34 0 0,-1-1 1 0 0,0 0 0 0 0,-1 0 0 0 0,1 0-1 0 0,-1 0 1 0 0,0 0 0 0 0,0 0 0 0 0,-5 7 0 0 0,-3 2 70 0 0,0-1-1 0 0,-1 0 1 0 0,0 0 0 0 0,-23 18 0 0 0,4-3-663 0 0,28-26 177 0 0,10 5-3711 0 0,2-1 2039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7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16583 0 0,'-9'4'1822'0'0,"5"-4"-1310"0"0,0 1 0 0 0,0 0 0 0 0,0 0 0 0 0,0 0 0 0 0,0 0 0 0 0,0 1 0 0 0,0-1 1 0 0,0 1-1 0 0,1 0 0 0 0,-1 0 0 0 0,1 1 0 0 0,-1-1 0 0 0,1 1 0 0 0,0 0 0 0 0,-4 4 1 0 0,-7 8 1048 0 0,-23 31-1 0 0,27-32-1097 0 0,7-10-379 0 0,1 0 0 0 0,-1 0 0 0 0,1 0 0 0 0,-1 1 0 0 0,1-1 0 0 0,1 1 0 0 0,-1-1 0 0 0,1 1 0 0 0,-2 7 0 0 0,3-11-63 0 0,-1 1 1 0 0,1 0-1 0 0,0 0 0 0 0,0 0 1 0 0,0 0-1 0 0,1 0 0 0 0,-1 0 1 0 0,0 0-1 0 0,1-1 0 0 0,-1 1 1 0 0,1 0-1 0 0,-1 0 0 0 0,1 0 1 0 0,0-1-1 0 0,0 1 0 0 0,0 0 1 0 0,0-1-1 0 0,0 1 0 0 0,0-1 1 0 0,0 1-1 0 0,1-1 0 0 0,-1 0 1 0 0,1 1-1 0 0,-1-1 0 0 0,1 0 1 0 0,2 2-1 0 0,5 1-79 0 0,0 0 0 0 0,0 0-1 0 0,0-1 1 0 0,0 0 0 0 0,0 0 0 0 0,1-1 0 0 0,-1-1-1 0 0,1 0 1 0 0,11 1 0 0 0,-3-3-74 0 0,0 1 1 0 0,0-2-1 0 0,0 0 1 0 0,18-6-1 0 0,-31 7 77 0 0,0-1 0 0 0,1 0 0 0 0,-1 0 1 0 0,0 0-1 0 0,0-1 0 0 0,7-5 0 0 0,-12 7 52 0 0,0 1-1 0 0,1-1 1 0 0,-1 0 0 0 0,0 0-1 0 0,0 0 1 0 0,0 0 0 0 0,0 0-1 0 0,0 0 1 0 0,0 1-1 0 0,0-1 1 0 0,0 0 0 0 0,-1 0-1 0 0,1 0 1 0 0,0 0 0 0 0,0 0-1 0 0,-1 1 1 0 0,1-1 0 0 0,0 0-1 0 0,-1-1 1 0 0,0 2-2 0 0,0-4-1 0 0,-1 1 1 0 0,0-1-1 0 0,0 1 0 0 0,-1 0 1 0 0,1 0-1 0 0,-1 0 0 0 0,1 0 1 0 0,-1 1-1 0 0,0-1 0 0 0,0 1 1 0 0,-3-3-1 0 0,-7-3-754 0 0,-21-9 0 0 0,11 5-1857 0 0,6 2-6722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7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1129 1 11975 0 0,'-1'1'923'0'0,"-18"26"2488"0"0,1 1 0 0 0,-21 44 0 0 0,-3 5-2198 0 0,12-28-1041 0 0,-277 433 3124 0 0,148-259-2574 0 0,-199 284 223 0 0,325-461-1009 0 0,3 1 0 0 0,1 2 0 0 0,-27 65 0 0 0,55-111 46 0 0,-1 1-1 0 0,1-1 1 0 0,0 0 0 0 0,1 0-1 0 0,-1 0 1 0 0,0 1 0 0 0,1-1-1 0 0,0 0 1 0 0,0 0 0 0 0,0 1-1 0 0,0-1 1 0 0,0 0 0 0 0,1 1-1 0 0,-1-1 1 0 0,1 0 0 0 0,0 0 0 0 0,0 0-1 0 0,0 0 1 0 0,1 0 0 0 0,1 3-1 0 0,-1-2-3 0 0,1-1-1 0 0,0 0 0 0 0,0 1 0 0 0,0-1 1 0 0,0-1-1 0 0,0 1 0 0 0,1 0 1 0 0,-1-1-1 0 0,1 0 0 0 0,0 0 1 0 0,0 0-1 0 0,0 0 0 0 0,0-1 0 0 0,7 3 1 0 0,14 3-78 0 0,1 0 0 0 0,0-2 0 0 0,1-1 0 0 0,-1-1 1 0 0,1-1-1 0 0,35-3 0 0 0,21-7-2199 0 0,-29-2-5055 0 0,-16 1-481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8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19871 0 0,'-2'0'910'0'0,"-29"14"425"0"0,29-14-856 0 0,0 8 1406 0 0,2-5-1724 0 0,1 0 0 0 0,0 0 1 0 0,0 0-1 0 0,0 0 0 0 0,1-1 0 0 0,-1 1 0 0 0,1 0 0 0 0,-1-1 0 0 0,1 1 0 0 0,0-1 0 0 0,0 0 0 0 0,0 1 0 0 0,0-1 0 0 0,4 2 0 0 0,2 3-10 0 0,2-1 0 0 0,16 8 1 0 0,-19-10-153 0 0,0-1 0 0 0,0 1 0 0 0,0 0 0 0 0,-1 1 1 0 0,1-1-1 0 0,-1 1 0 0 0,6 7 0 0 0,-11-11 25 0 0,1 1-1 0 0,-1 0 1 0 0,0-1-1 0 0,1 1 1 0 0,-1 0-1 0 0,0 0 0 0 0,0 0 1 0 0,0 0-1 0 0,0 0 1 0 0,-1 0-1 0 0,1 0 1 0 0,0 1-1 0 0,-1-1 1 0 0,0 0-1 0 0,1 0 1 0 0,-1 0-1 0 0,0 1 1 0 0,0-1-1 0 0,0 0 1 0 0,0 0-1 0 0,-1 0 1 0 0,1 1-1 0 0,-1-1 1 0 0,1 0-1 0 0,-1 0 1 0 0,0 0-1 0 0,0 0 1 0 0,0 0-1 0 0,0 0 1 0 0,-1 2-1 0 0,-3 4 193 0 0,0 0-1 0 0,0-1 1 0 0,0 0 0 0 0,-1 0 0 0 0,0 0-1 0 0,-12 10 1 0 0,-46 29 809 0 0,49-37-892 0 0,-10 13-201 0 0,24-21-436 0 0,69-1-5511 0 0,-44-3 3974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48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13 21191 0 0,'-7'0'472'0'0,"1"-1"-1"0"0,0 1 1 0 0,0-2 0 0 0,-7-1-1 0 0,9 1-289 0 0,1 1 0 0 0,-1 0 0 0 0,1 0 0 0 0,-1 1 0 0 0,0-1-1 0 0,1 1 1 0 0,-1 0 0 0 0,0 0 0 0 0,1 0 0 0 0,-1 0 0 0 0,0 0 0 0 0,1 1-1 0 0,-1 0 1 0 0,1 0 0 0 0,-4 1 0 0 0,-2 3 207 0 0,0 0 1 0 0,1 0-1 0 0,-1 1 0 0 0,1 1 0 0 0,1-1 0 0 0,0 1 1 0 0,-1 0-1 0 0,2 1 0 0 0,-1 0 0 0 0,1 0 0 0 0,-6 10 1 0 0,10-15-347 0 0,2-1-26 0 0,-1-1 0 0 0,0 1 0 0 0,1-1 1 0 0,-1 0-1 0 0,1 1 0 0 0,-1-1 0 0 0,1 1 0 0 0,-1-1 1 0 0,1 1-1 0 0,0-1 0 0 0,0 1 0 0 0,0 0 1 0 0,0-1-1 0 0,0 1 0 0 0,0 1 0 0 0,1-1-12 0 0,0-1-1 0 0,-1 0 0 0 0,1 0 1 0 0,0 0-1 0 0,0 1 0 0 0,0-1 1 0 0,0 0-1 0 0,0 0 0 0 0,0 0 1 0 0,0 0-1 0 0,0 0 0 0 0,0-1 1 0 0,1 1-1 0 0,1 1 0 0 0,-1-1 2 0 0,2 2-24 0 0,0 0 1 0 0,1-1-1 0 0,-1 0 1 0 0,1 0-1 0 0,-1 0 0 0 0,1 0 1 0 0,0-1-1 0 0,0 0 1 0 0,0 0-1 0 0,0 0 0 0 0,9 0 1 0 0,1-1-140 0 0,0-1 0 0 0,24-5 0 0 0,4 0-153 0 0,-40 6 282 0 0,0 0 0 0 0,0 0 0 0 0,0-1 0 0 0,0 1 0 0 0,-1-1 0 0 0,1 0 0 0 0,0 1 0 0 0,-1-1 0 0 0,1 0 0 0 0,0-1 0 0 0,-1 1 0 0 0,1 0 0 0 0,-1-1 0 0 0,0 0 0 0 0,3-2 0 0 0,-4 3-44 0 0,-2 0 71 0 0,-1-1 0 0 0,1 0 1 0 0,-1 1-1 0 0,0-1 0 0 0,1 1 0 0 0,-1-1 0 0 0,0 1 1 0 0,0 0-1 0 0,-3-2 0 0 0,-10-4-53 0 0,0 1-1 0 0,0 0 1 0 0,-1 0-1 0 0,1 2 1 0 0,-25-4-1 0 0,38 7-189 0 0,0 1 0 0 0,-1-1 0 0 0,1 0-1 0 0,-1 0 1 0 0,1 0 0 0 0,0 0-1 0 0,0 0 1 0 0,-3-2 0 0 0,-5-5-1063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49 12895 0 0,'-20'-49'15943'0'0,"31"84"-15432"0"0,-1 1 1 0 0,-2 0 0 0 0,4 45-1 0 0,-9-53-407 0 0,4 35 59 0 0,-4-35-64 0 0,0 0-1 0 0,12 44 1 0 0,-15-72-98 0 0,0 0-1 0 0,0 0 1 0 0,0 0 0 0 0,0 0-1 0 0,0 1 1 0 0,0-1-1 0 0,0 0 1 0 0,0 0 0 0 0,0 0-1 0 0,0 0 1 0 0,0 0 0 0 0,0 0-1 0 0,0 0 1 0 0,0 1 0 0 0,0-1-1 0 0,0 0 1 0 0,0 0 0 0 0,1 0-1 0 0,-1 0 1 0 0,0 0-1 0 0,0 0 1 0 0,0 0 0 0 0,0 0-1 0 0,0 0 1 0 0,0 1 0 0 0,0-1-1 0 0,0 0 1 0 0,0 0 0 0 0,0 0-1 0 0,0 0 1 0 0,1 0-1 0 0,-1 0 1 0 0,0 0 0 0 0,0 0-1 0 0,0 0 1 0 0,0 0 0 0 0,0 0-1 0 0,0 0 1 0 0,0 0 0 0 0,0 0-1 0 0,1 0 1 0 0,-1 0-1 0 0,0 0 1 0 0,0 0 0 0 0,0 0-1 0 0,0 0 1 0 0,0 0 0 0 0,0 0-1 0 0,0 0 1 0 0,1 0 0 0 0,-1 0-1 0 0,0 0 1 0 0,0 0 0 0 0,0 0-1 0 0,0 0 1 0 0,0 0-1 0 0,0 0 1 0 0,0 0 0 0 0,0 0-1 0 0,1 0 1 0 0,-1-1 0 0 0,0 1-1 0 0,0 0 1 0 0,0 0 0 0 0,6-12 60 0 0,3-20 27 0 0,-9 30-87 0 0,48-156-66 0 0,-40 137 51 0 0,1 0 0 0 0,1 0 1 0 0,1 1-1 0 0,1 1 0 0 0,18-23 0 0 0,-27 38 10 0 0,0 1 0 0 0,1-1 0 0 0,-1 1 0 0 0,1-1 1 0 0,0 1-1 0 0,0 0 0 0 0,0 1 0 0 0,1-1 0 0 0,7-3 0 0 0,-10 5 3 0 0,0 0 0 0 0,1 1 0 0 0,-1-1 1 0 0,0 1-1 0 0,0-1 0 0 0,0 1 0 0 0,1 0 0 0 0,-1 0 0 0 0,0 0 0 0 0,0 0 0 0 0,1 0 1 0 0,-1 1-1 0 0,0-1 0 0 0,0 1 0 0 0,0-1 0 0 0,1 1 0 0 0,-1 0 0 0 0,0 0 0 0 0,0 0 1 0 0,0 0-1 0 0,0 0 0 0 0,-1 0 0 0 0,4 3 0 0 0,2 2 17 0 0,-1 0 0 0 0,0 1 0 0 0,-1 0 0 0 0,0-1 0 0 0,8 14 0 0 0,17 41 178 0 0,-22-42-142 0 0,1-1 1 0 0,16 24 0 0 0,-12-22-52 0 0,-7-11 1 0 0,-1-1 0 0 0,1 0 0 0 0,0-1 0 0 0,15 15 0 0 0,-14-16 31 0 0,-1-3-21 0 0,-2-2-84 0 0,-2-1 71 0 0,-1 0 1 0 0,0 0-1 0 0,1 0 1 0 0,-1 0-1 0 0,0 0 1 0 0,1-1-1 0 0,-1 1 0 0 0,0 0 1 0 0,1-1-1 0 0,-1 1 1 0 0,0 0-1 0 0,1-1 1 0 0,-1 0-1 0 0,0 1 1 0 0,0-1-1 0 0,0 0 0 0 0,0 0 1 0 0,1 1-1 0 0,-1-1 1 0 0,0 0-1 0 0,-1 0 1 0 0,1 0-1 0 0,0 0 0 0 0,0-1 1 0 0,0 1-1 0 0,0 0 1 0 0,-1 0-1 0 0,1-2 1 0 0,1 1 0 0 0,13-21-7 0 0,-2 2-27 0 0,1 1 1 0 0,1 0-1 0 0,35-35 1 0 0,-44 49 25 0 0,1-1-15 0 0,0 1 0 0 0,0 0 1 0 0,1 0-1 0 0,14-8 0 0 0,-20 13 20 0 0,1 0 0 0 0,-1 0 0 0 0,0 0 0 0 0,0 1 0 0 0,0-1-1 0 0,0 1 1 0 0,1-1 0 0 0,-1 1 0 0 0,0 0 0 0 0,0 0 0 0 0,1 0 0 0 0,-1 0 0 0 0,0 0-1 0 0,1 1 1 0 0,-1-1 0 0 0,0 1 0 0 0,0-1 0 0 0,0 1 0 0 0,0 0 0 0 0,1 0 0 0 0,-1 0 0 0 0,0 0-1 0 0,0 0 1 0 0,-1 0 0 0 0,4 2 0 0 0,2 4 12 0 0,-1 0 0 0 0,0 0 0 0 0,0 1 0 0 0,0 0 0 0 0,-1 0 0 0 0,0 0 0 0 0,0 1 0 0 0,-1 0 0 0 0,4 10-1 0 0,17 32 79 0 0,-17-38-662 0 0,-2-2 998 0 0,1 0-1 0 0,10 12 1 0 0,3-6-3031 0 0,-17-15 877 0 0,1 1 0 0 0,0-1 0 0 0,-1 0 0 0 0,8 2-1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23 15663 0 0,'-4'-3'204'0'0,"0"0"-1"0"0,0 1 1 0 0,0-1-1 0 0,0 1 1 0 0,-1 0-1 0 0,1 0 1 0 0,-1 1-1 0 0,1-1 0 0 0,-11-1 4108 0 0,11 5-1495 0 0,-6 3 1018 0 0,9-4-3690 0 0,-1 0-1 0 0,0 0 1 0 0,1 1 0 0 0,-1-1 0 0 0,1 0-1 0 0,0 1 1 0 0,-1-1 0 0 0,1 1 0 0 0,0 0 0 0 0,-2 2-1 0 0,0 2-95 0 0,1-1-1 0 0,-1 1 0 0 0,1 0 0 0 0,1 0 1 0 0,-1 0-1 0 0,1 0 0 0 0,0 0 0 0 0,0 0 1 0 0,1 0-1 0 0,0 1 0 0 0,0-1 0 0 0,0 0 1 0 0,1 0-1 0 0,0 0 0 0 0,0 0 1 0 0,0 0-1 0 0,5 12 0 0 0,1-5-47 0 0,-2-11 0 0 0,-3-1 0 0 0,4 1-38 0 0,0 1 0 0 0,0-1 0 0 0,0 1 0 0 0,0-2-1 0 0,0 1 1 0 0,1-1 0 0 0,-1 0 0 0 0,0 0 0 0 0,1 0 0 0 0,-1-1 0 0 0,1 0 0 0 0,-1-1-1 0 0,8 0 1 0 0,-6-1-14 0 0,-1 1-1 0 0,1-1 0 0 0,0 0 1 0 0,-1-1-1 0 0,0 0 0 0 0,1 0 1 0 0,-1 0-1 0 0,0-1 0 0 0,-1 0 0 0 0,9-7 1 0 0,-13 9 18 0 0,0 1-1 0 0,0-1 1 0 0,0 0 0 0 0,0 0 0 0 0,0 0 0 0 0,-1-1 0 0 0,1 1-1 0 0,-1 0 1 0 0,0-1 0 0 0,1 1 0 0 0,-1 0 0 0 0,1-5 0 0 0,-2 5-2 0 0,1 0 0 0 0,-1 1 1 0 0,0-1-1 0 0,0 0 1 0 0,0 0-1 0 0,0 0 0 0 0,0 1 1 0 0,-1-1-1 0 0,1 0 0 0 0,0 0 1 0 0,-1 1-1 0 0,1-1 1 0 0,-1 0-1 0 0,0 1 0 0 0,0-1 1 0 0,1 1-1 0 0,-1-1 1 0 0,0 1-1 0 0,0-1 0 0 0,-3-2 1 0 0,-6-6-565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85 3679 0 0,'0'-15'50'0'0,"0"-20"3203"0"0,-4 14 6456 0 0,4 20-9423 0 0,0 0 0 0 0,0 1 0 0 0,-1-1-1 0 0,1 0 1 0 0,0 1 0 0 0,0-1 0 0 0,-1 1-1 0 0,1-1 1 0 0,-1 0 0 0 0,1 1 0 0 0,0-1-1 0 0,-1 1 1 0 0,1-1 0 0 0,-1 1 0 0 0,1-1 0 0 0,-1 1-1 0 0,0-1 1 0 0,1 1 0 0 0,-1 0 0 0 0,1-1-1 0 0,-1 1 1 0 0,0 0 0 0 0,1-1 0 0 0,-1 1-1 0 0,-1 0 1 0 0,1 0-15 0 0,-1 0 0 0 0,1 0 0 0 0,-1 0 0 0 0,1 0 0 0 0,-1 0 0 0 0,1 1 0 0 0,-1-1 0 0 0,1 0 0 0 0,0 1 0 0 0,-1-1 0 0 0,-1 2 0 0 0,-3 1 71 0 0,1 1-1 0 0,0-1 1 0 0,1 1 0 0 0,-1 0-1 0 0,-5 5 1 0 0,-17 24 199 0 0,1 1-1 0 0,2 1 1 0 0,-34 64-1 0 0,23-27-128 0 0,-27 79 1 0 0,53-125-369 0 0,1 1 0 0 0,1 1 0 0 0,1-1 0 0 0,1 1 1 0 0,-1 45-1 0 0,6-57-57 0 0,0-1 0 0 0,1 1 1 0 0,1 0-1 0 0,0-1 0 0 0,1 0 1 0 0,1 0-1 0 0,1 0 1 0 0,0 0-1 0 0,0 0 0 0 0,2-1 1 0 0,13 23-1 0 0,-15-30-55 0 0,0 0 0 0 0,1-1 0 0 0,0 1 0 0 0,0-1 0 0 0,0-1 0 0 0,1 1 0 0 0,0-1 0 0 0,0 0 0 0 0,0 0 0 0 0,1-1 0 0 0,-1 0 0 0 0,1-1 0 0 0,0 1 0 0 0,0-2 0 0 0,0 1 0 0 0,1-1 0 0 0,-1 0 0 0 0,1-1 0 0 0,-1 0 0 0 0,1 0 0 0 0,9-1 0 0 0,-6 0-523 0 0,1-1 0 0 0,0 0 0 0 0,0-1 0 0 0,-1-1 0 0 0,24-7 0 0 0,-24 6-976 0 0,-1-1 0 0 0,1 0-1 0 0,-1-1 1 0 0,-1-1 0 0 0,21-14 0 0 0,-5-3-6248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3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15 11519 0 0,'-13'-14'11956'0'0,"8"92"-4683"0"0,8 44-6519 0 0,-1-86-182 0 0,-2-35-568 0 0,1 36 96 0 0,2 0 1 0 0,1 0-1 0 0,2 0 0 0 0,16 54 0 0 0,-19-83-77 0 0,-3-8-20 0 0,1 0 0 0 0,-1 0 1 0 0,1-1-1 0 0,-1 1 0 0 0,1 0 1 0 0,-1 0-1 0 0,1-1 0 0 0,0 1 1 0 0,-1 0-1 0 0,0-1 0 0 0,1 1 1 0 0,-1-1-1 0 0,1 1 0 0 0,-1 0 1 0 0,1-1-1 0 0,10-14-2 0 0,-1 1 1 0 0,0-1-1 0 0,-1-1 0 0 0,11-24 1 0 0,-10 19-39 0 0,23-36 0 0 0,-28 49 28 0 0,0 0-1 0 0,1 0 0 0 0,1 1 1 0 0,-1 0-1 0 0,1 0 0 0 0,0 1 1 0 0,12-9-1 0 0,-10 13 10 0 0,-8 3 1 0 0,1 1 0 0 0,0-1 0 0 0,-1 0 0 0 0,1 1 0 0 0,-1 0 0 0 0,1-1 0 0 0,-1 1 0 0 0,0-1 0 0 0,0 1 0 0 0,0 0 0 0 0,0 0 0 0 0,0 0 0 0 0,0 0 0 0 0,0 0 0 0 0,-1 0 0 0 0,1 2 0 0 0,8 36 70 0 0,-6-12-32 0 0,10 70 88 0 0,-9-81-151 0 0,0 1 1 0 0,1 0-1 0 0,10 21 1 0 0,-12-32-329 0 0,0-1 1 0 0,1 0-1 0 0,0 0 0 0 0,0 0 0 0 0,8 9 0 0 0,-8-12-412 0 0,-1 1 0 0 0,1-1-1 0 0,0 0 1 0 0,0 0-1 0 0,5 2 1 0 0,1 0-1403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3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12 173 10591 0 0,'-2'-3'142'0'0,"-7"-7"680"0"0,10 9-652 0 0,6-3 3505 0 0,1 0 1 0 0,13-5 0 0 0,19-1 1435 0 0,-28 8-4774 0 0,0 1 0 0 0,1 0 0 0 0,-1 1 0 0 0,0 0 1 0 0,0 1-1 0 0,1 1 0 0 0,23 5 0 0 0,-35-6-306 0 0,1 0 0 0 0,-1 0-1 0 0,0 0 1 0 0,0 0 0 0 0,1 1-1 0 0,-1-1 1 0 0,0 0 0 0 0,0 1-1 0 0,0-1 1 0 0,0 0-1 0 0,0 1 1 0 0,-1 0 0 0 0,1-1-1 0 0,0 1 1 0 0,-1-1 0 0 0,1 1-1 0 0,0 3 1 0 0,0-2 44 0 0,0 1-43 0 0,0-1 0 0 0,0 0 0 0 0,-1 1 0 0 0,1-1 0 0 0,-1 0 0 0 0,0 1 0 0 0,0-1 0 0 0,0 0 1 0 0,0 1-1 0 0,-1-1 0 0 0,1 1 0 0 0,-1-1 0 0 0,0 0 0 0 0,-2 6 0 0 0,-2 2 70 0 0,-1 0 0 0 0,-11 18 0 0 0,-6 9 98 0 0,16-22-111 0 0,3-8-64 0 0,0-1 0 0 0,0 1 0 0 0,1 0 0 0 0,1 0 0 0 0,-1 0 0 0 0,1 0 0 0 0,-2 16 0 0 0,4-23-25 0 0,0-1 0 0 0,0 1 0 0 0,0-1 0 0 0,0 1 0 0 0,0-1 0 0 0,0 1 0 0 0,0 0 0 0 0,0-1 0 0 0,0 1 0 0 0,0-1 0 0 0,0 1 0 0 0,0-1 0 0 0,0 1 0 0 0,0-1 0 0 0,0 1 0 0 0,1-1 0 0 0,-1 1 0 0 0,0-1 0 0 0,0 1 0 0 0,1-1 0 0 0,-1 1 0 0 0,0-1 0 0 0,1 1 0 0 0,-1-1 0 0 0,0 1 0 0 0,1-1 0 0 0,-1 0 0 0 0,1 1 0 0 0,1 0 0 0 0,-2 0-2 0 0,1 0 1 0 0,-1-1-1 0 0,0 1 0 0 0,1 0 1 0 0,-1-1-1 0 0,1 1 0 0 0,-1-1 1 0 0,1 1-1 0 0,0-1 0 0 0,-1 1 0 0 0,1-1 1 0 0,-1 1-1 0 0,1-1 0 0 0,0 0 1 0 0,-1 1-1 0 0,1-1 0 0 0,0 0 1 0 0,-1 1-1 0 0,1-1 0 0 0,0 0 1 0 0,0 0-1 0 0,-1 0 0 0 0,1 0 1 0 0,0 0-1 0 0,1 0 0 0 0,1 0-7 0 0,8 1-357 0 0,1 0 0 0 0,0-1 1 0 0,-1 0-1 0 0,1-1 0 0 0,-1 0 1 0 0,1-1-1 0 0,-1-1 0 0 0,0 0 0 0 0,0 0 1 0 0,16-7-1 0 0,0-1-1694 0 0</inkml:trace>
  <inkml:trace contextRef="#ctx0" brushRef="#br0" timeOffset="1">659 103 11055 0 0,'-1'0'197'0'0,"1"-1"0"0"0,0 1 0 0 0,0-1 0 0 0,9-14 13005 0 0,-6 13-10831 0 0,16-8-483 0 0,-7 4-1531 0 0,-1 0 0 0 0,25-8 0 0 0,26-7-1178 0 0,-42 13-1883 0 0,0 0-3343 0 0,3-2-2909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18431 0 0,'1'2'7483'0'0,"3"15"-5275"0"0,1 23 1 0 0,0 53-724 0 0,-4-56-1126 0 0,4 47-162 0 0,3 0 1 0 0,28 123-1 0 0,-32-193-197 0 0,0 0 0 0 0,1 0 0 0 0,0 0 0 0 0,1-1 0 0 0,12 20 0 0 0,-18-33 0 0 0,0 0 0 0 0,0 0 0 0 0,0 1 0 0 0,0-1 0 0 0,1 0 0 0 0,-1 0 0 0 0,0 1 0 0 0,0-1 0 0 0,0 0 0 0 0,0 0 0 0 0,1 0 0 0 0,-1 1 0 0 0,0-1 0 0 0,0 0 0 0 0,0 0 0 0 0,1 0 0 0 0,-1 0 0 0 0,0 1 0 0 0,0-1 0 0 0,1 0 0 0 0,-1 0 0 0 0,0 0 0 0 0,0 0 0 0 0,1 0 0 0 0,-1 0 0 0 0,0 0 0 0 0,0 0 0 0 0,1 0 0 0 0,-1 0 0 0 0,0 0 0 0 0,0 0 0 0 0,1 0 0 0 0,-1 0 0 0 0,0 0 0 0 0,0 0 0 0 0,1 0 0 0 0,-1 0 0 0 0,0 0 0 0 0,0 0 0 0 0,1 0 0 0 0,-1-1 0 0 0,0 1 0 0 0,0 0 0 0 0,1 0 0 0 0,-1 0 0 0 0,0-1 0 0 0,6-7 0 0 0,-6 7 0 0 0,5-7 0 0 0,-1-1 0 0 0,0 0 0 0 0,-1-1 0 0 0,4-13 0 0 0,5-14 0 0 0,-2 10-52 0 0,2 0 1 0 0,20-35-1 0 0,-24 50 20 0 0,-6 7 30 0 0,1 0 0 0 0,0 0 0 0 0,0 0 0 0 0,0 1 0 0 0,1-1 0 0 0,-1 1 1 0 0,1 0-1 0 0,0 0 0 0 0,1 0 0 0 0,4-3 0 0 0,-1 5 2 0 0,-5 3 5 0 0,-1-1 0 0 0,1 1-1 0 0,-1 0 1 0 0,1-1 0 0 0,-1 1 0 0 0,0 0 0 0 0,0 1-1 0 0,1-1 1 0 0,-1 0 0 0 0,0 1 0 0 0,0-1 0 0 0,0 1-1 0 0,0 0 1 0 0,-1-1 0 0 0,1 1 0 0 0,0 0-1 0 0,-1 0 1 0 0,2 2 0 0 0,6 9 52 0 0,12 23-1 0 0,-17-29-52 0 0,20 44-709 0 0,5 9-1174 0 0,-25-53 1557 0 0,1 0 0 0 0,0 0 0 0 0,0-1 0 0 0,0 1 0 0 0,12 9 0 0 0,-6-6-2050 0 0</inkml:trace>
  <inkml:trace contextRef="#ctx0" brushRef="#br0" timeOffset="1">663 540 12895 0 0,'0'2'998'0'0,"-5"109"10793"0"0,0 0-5903 0 0,5-86-6127 0 0,2 1 0 0 0,5 33 0 0 0,0-37-1845 0 0,-3-13 168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4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14279 0 0,'0'0'1103'0'0,"2"1"-384"0"0,33 12 5232 0 0,-24-9-4641 0 0,0 0-1 0 0,12 7 0 0 0,-4 1-501 0 0,0 0 0 0 0,33 29 0 0 0,29 37 609 0 0,-43-40-1046 0 0,4 4 75 0 0,56 75 1 0 0,-76-88-299 0 0,-2 2-1 0 0,-2 0 1 0 0,28 61 0 0 0,-28-45-68 0 0,-2 0 0 0 0,-2 1 0 0 0,-2 0-1 0 0,10 92 1 0 0,-20-113-68 0 0,-1 1 1 0 0,-1 0-1 0 0,-1 0 0 0 0,-1-1 0 0 0,-2 1 1 0 0,-1-1-1 0 0,-1 0 0 0 0,-1 0 0 0 0,-1 0 0 0 0,-15 31 1 0 0,14-41-197 0 0,0-1 0 0 0,-1 0 0 0 0,0-1 0 0 0,-2 0 0 0 0,1-1 1 0 0,-2 0-1 0 0,0-1 0 0 0,-26 21 0 0 0,21-22-748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11975 0 0,'0'0'923'0'0,"4"0"-107"0"0,23 1 4096 0 0,0-2 1 0 0,37-6-1 0 0,-12 1-3791 0 0,42-10 602 0 0,-28 3-3576 0 0,-45 13-358 0 0,-26 15-5243 0 0,5-14 7219 0 0,-16 14-2548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5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 10135 0 0,'-45'19'1096'0'0,"21"-10"1446"0"0,3 0 12303 0 0,33-3-13881 0 0,-6-3-873 0 0,0-1 1 0 0,1-1 0 0 0,-1 1-1 0 0,1-1 1 0 0,0 0-1 0 0,11 0 1 0 0,44-4-502 0 0,-48 2 180 0 0,56-5-2079 0 0,-22 2-4612 0 0,0 0-1849 0 0</inkml:trace>
  <inkml:trace contextRef="#ctx0" brushRef="#br0" timeOffset="1">917 47 25399 0 0,'0'0'2299'0'0,"2"1"-1891"0"0,9 1-232 0 0,0 1 0 0 0,0-2 1 0 0,1 0-1 0 0,-1 0 0 0 0,18-2 0 0 0,61-9 1361 0 0,-48 4-1254 0 0,146-25-6023 0 0,-154 23 3072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23759 0 0,'0'0'2152'0'0,"1"-1"-1771"0"0,1-3 2031 0 0,-1 12-1808 0 0,0 0 0 0 0,0 0-1 0 0,4 13 1 0 0,2 11 108 0 0,7 103-346 0 0,-8-57-101 0 0,23 99 0 0 0,-26-161-264 0 0,20 72 21 0 0,-19-75-19 0 0,1 0 1 0 0,1 0-1 0 0,0 0 1 0 0,10 15-1 0 0,-8-18-3 0 0,-8-10 0 0 0,0 1 0 0 0,1-1 0 0 0,-1 0 0 0 0,0 1 0 0 0,0-1 0 0 0,1 0 0 0 0,-1 1 0 0 0,0-1 0 0 0,1 0 0 0 0,-1 0 0 0 0,0 1 0 0 0,1-1 0 0 0,-1 0 0 0 0,0 0 0 0 0,1 0 0 0 0,-1 1 0 0 0,1-1 0 0 0,-1 0 0 0 0,0 0 0 0 0,1 0 0 0 0,-1 0 0 0 0,1 0 0 0 0,-1 0 0 0 0,0 0 0 0 0,1 0 0 0 0,-1 0 0 0 0,1 0 0 0 0,-1 0 0 0 0,1 0 0 0 0,-1 0 0 0 0,1-1 0 0 0,1-3 0 0 0,1 1 0 0 0,-1 0 0 0 0,1-1 0 0 0,-1 0 0 0 0,0 1 0 0 0,-1-1 0 0 0,1 0 0 0 0,-1 0 0 0 0,2-5 0 0 0,6-36 0 0 0,-4 15 0 0 0,6-16 0 0 0,2 0 0 0 0,2 2 0 0 0,40-84 0 0 0,-49 117-13 0 0,0 1 0 0 0,0-1 1 0 0,1 1-1 0 0,13-14 0 0 0,-19 23 13 0 0,-1 0 0 0 0,1 1 0 0 0,0-1 0 0 0,0 0 0 0 0,0 1 0 0 0,0-1 0 0 0,0 0 0 0 0,-1 1 0 0 0,1-1 0 0 0,0 1 0 0 0,0-1 0 0 0,2 1 0 0 0,1 2 0 0 0,-3-2 0 0 0,1 1 2 0 0,0 0 0 0 0,-1 1 0 0 0,1-1 0 0 0,0 0 0 0 0,-1 1 0 0 0,1-1 0 0 0,-1 1 0 0 0,1-1 0 0 0,-1 1 0 0 0,0 0 0 0 0,0 0 0 0 0,2 3 0 0 0,11 27 34 0 0,-12-25-34 0 0,26 70-2 0 0,-14-35 0 0 0,2-1 0 0 0,38 71 0 0 0,-49-104 0 0 0,1-1 0 0 0,9 12 0 0 0,-3-8 0 0 0,-10-10 0 0 0,1 1 0 0 0,-1-1 0 0 0,1 0 0 0 0,-1 0 0 0 0,1 0 0 0 0,0 0 0 0 0,-1 0 0 0 0,1 0 0 0 0,0-1 0 0 0,0 1 0 0 0,0-1 0 0 0,-1 0 0 0 0,1 0 0 0 0,0 0 0 0 0,0 0 0 0 0,0-1 0 0 0,-1 1 0 0 0,1-1 0 0 0,0 1 0 0 0,-1-1 0 0 0,1 0 0 0 0,0 0 0 0 0,-1 0 0 0 0,1 0 0 0 0,2-3 0 0 0,0 1 0 0 0,-1 0 0 0 0,0 0 0 0 0,-1-1 0 0 0,1 0 0 0 0,-1 1 0 0 0,0-1 0 0 0,0 0 0 0 0,0-1 0 0 0,0 1 0 0 0,0-1 0 0 0,-1 1 0 0 0,0-1 0 0 0,2-5 0 0 0,11-39-3 0 0,-1-1 1 0 0,-3 0-1 0 0,-1 0 0 0 0,3-76 1 0 0,-13 116-229 0 0,0 1 0 0 0,0-1 0 0 0,-3-13 0 0 0,-4 1-9172 0 0,1 11-249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18431 0 0,'1'0'5971'0'0,"29"2"-1434"0"0,19-6-3568 0 0,-14 1-654 0 0,94-11-1664 0 0,-86 8-311 0 0,-4 2-395 0 0</inkml:trace>
  <inkml:trace contextRef="#ctx0" brushRef="#br0" timeOffset="1">849 54 6447 0 0,'0'0'499'0'0,"1"0"-328"0"0,26-1 5904 0 0,-1 0 0 0 0,30-7 0 0 0,-2-5-2622 0 0,-3-6-5189 0 0,-42 14 170 0 0,-1-2-4870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6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5 15199 0 0,'-7'-1'839'0'0,"0"-1"0"0"0,-1 1 1 0 0,1 1-1 0 0,0-1 0 0 0,0 1 0 0 0,0 0 0 0 0,0 1 0 0 0,0 0 0 0 0,-1 0 0 0 0,1 0 0 0 0,0 1 0 0 0,1 0 1 0 0,-1 0-1 0 0,0 1 0 0 0,-8 4 0 0 0,9-4-483 0 0,0 1 1 0 0,1-1 0 0 0,0 1-1 0 0,-1 0 1 0 0,-8 9-1 0 0,9-7-187 0 0,-1 1-1 0 0,1-1 1 0 0,0 1-1 0 0,0 0 1 0 0,-7 15-1 0 0,9-12-76 0 0,5 1-17 0 0,0-9-71 0 0,-1 1 1 0 0,1-1 0 0 0,0 1 0 0 0,0-1-1 0 0,0 0 1 0 0,1 0 0 0 0,-1 0 0 0 0,0 0-1 0 0,1 0 1 0 0,-1 0 0 0 0,1-1 0 0 0,0 1-1 0 0,0-1 1 0 0,-1 0 0 0 0,7 2 0 0 0,1 0-23 0 0,0 0 0 0 0,-1-1 1 0 0,17 1-1 0 0,-16-2-1 0 0,0-1 0 0 0,-1 0 0 0 0,1-1 0 0 0,-1 0 0 0 0,1-1 0 0 0,0 0 0 0 0,-1 0 0 0 0,12-5 0 0 0,-17 5 8 0 0,0 1 1 0 0,0-1-1 0 0,-1 0 1 0 0,1-1-1 0 0,-1 1 1 0 0,1-1-1 0 0,-1 1 0 0 0,0-1 1 0 0,4-5-1 0 0,-5 6 8 0 0,0-1 0 0 0,-1 1 0 0 0,0 0 0 0 0,1-1 0 0 0,-1 1 1 0 0,0-1-1 0 0,0 1 0 0 0,0-1 0 0 0,-1 0 0 0 0,1 1 0 0 0,-1-1 0 0 0,1 0 0 0 0,-1 0 0 0 0,0 1 0 0 0,-1-6 0 0 0,1 5-31 0 0,-1 1 0 0 0,0-1 0 0 0,1 0-1 0 0,-1 1 1 0 0,0-1 0 0 0,-1 1 0 0 0,1 0 0 0 0,0-1 0 0 0,-1 1 0 0 0,1 0 0 0 0,-1 0-1 0 0,0 0 1 0 0,0 0 0 0 0,-2-2 0 0 0,-2-1-180 0 0,1 1-1 0 0,-1 0 1 0 0,1 0-1 0 0,-9-3 1 0 0,12 6-975 0 0,-5-1-54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9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21655 0 0,'0'0'1959'0'0,"2"-7"91"0"0,3 3-1727 0 0,-1 1 0 0 0,0 0 0 0 0,1 0 0 0 0,0 0 0 0 0,0 1-1 0 0,0 0 1 0 0,0 0 0 0 0,0 0 0 0 0,10-2 0 0 0,53-7 118 0 0,-63 10-432 0 0,116-8-1513 0 0,-106 9-267 0 0,1 1 1 0 0,-1 1-1 0 0,28 6 1 0 0,-20 0-556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7:59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34 24103 0 0,'-8'1'2180'0'0,"0"0"-519"0"0,10-2-1383 0 0,79-10-326 0 0,48-6-5454 0 0,-92 13 3564 0 0,0 1-13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00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18431 0 0,'0'2'9403'0'0,"11"68"-6084"0"0,19 98-2310 0 0,-19-111-904 0 0,21 63 0 0 0,-21-89-74 0 0,1 0 0 0 0,2 0-1 0 0,26 42 1 0 0,-27-54-20 0 0,-10-19 42 0 0,-2 0-47 0 0,0-1-1 0 0,0 1 1 0 0,0-1-1 0 0,0 1 1 0 0,0-1-1 0 0,0 0 1 0 0,0 1-1 0 0,0-1 1 0 0,0 0-1 0 0,0 0 1 0 0,0 0-1 0 0,-1 0 1 0 0,1 0-1 0 0,0 0 1 0 0,-1 0-1 0 0,1 0 1 0 0,0 0-1 0 0,-1 0 1 0 0,0 0-1 0 0,1-1 1 0 0,-1 1-1 0 0,1-2 1 0 0,0 0 6 0 0,9-26 13 0 0,9-48 1 0 0,-2 6-8 0 0,-9 40-18 0 0,32-99 0 0 0,-29 98 0 0 0,2 0 0 0 0,17-29 0 0 0,-22 50 0 0 0,0 5 0 0 0,-6 7 0 0 0,-1-1 0 0 0,0 0 0 0 0,0 0 0 0 0,1 1 0 0 0,-1-1 0 0 0,0 0 0 0 0,0 1 0 0 0,0 0 0 0 0,1-1 0 0 0,-1 1 0 0 0,0-1 0 0 0,0 1 0 0 0,0 0 0 0 0,0 0 0 0 0,0 0 0 0 0,0 0 0 0 0,0 0 0 0 0,-1 0 0 0 0,1 0 0 0 0,0 0 0 0 0,0 1 0 0 0,15 27 0 0 0,-15-28 0 0 0,37 98 0 0 0,-27-65 0 0 0,2-1 0 0 0,2 0 0 0 0,21 37 0 0 0,-30-62 0 0 0,-1 0 0 0 0,1 0 0 0 0,0 0 0 0 0,1-1 0 0 0,0 0 0 0 0,0 0 0 0 0,1 0 0 0 0,-1-1 0 0 0,1 0 0 0 0,1-1 0 0 0,-1 0 0 0 0,1 0 0 0 0,0-1 0 0 0,0 0 0 0 0,0 0 0 0 0,12 2 0 0 0,-17-5 0 0 0,0 0 0 0 0,0-1 0 0 0,0 1 0 0 0,0-1 0 0 0,0 0 0 0 0,0 0 0 0 0,0 0 0 0 0,0-1 0 0 0,0 1 0 0 0,0-1 0 0 0,0 0 0 0 0,-1 0 0 0 0,1 0 0 0 0,6-4 0 0 0,-5 2 0 0 0,0 0 0 0 0,-1 0 0 0 0,1 0 0 0 0,-1-1 0 0 0,0 1 0 0 0,0-1 0 0 0,-1 0 0 0 0,1-1 0 0 0,4-7 0 0 0,2-4 0 0 0,-2-1 0 0 0,0 0 0 0 0,-1-1 0 0 0,-1 0 0 0 0,5-21 0 0 0,22-120-302 0 0,-29 126 120 0 0,-1 0 0 0 0,-3-63 0 0 0,-1 86-402 0 0,0 1 1 0 0,-4-16-1 0 0,0 11-2242 0 0,-1 1-3289 0 0,-2 1-3033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00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19807 0 0,'2'0'6131'0'0,"78"-11"-1083"0"0,42-2-3947 0 0,26-3-2754 0 0,1-4-2397 0 0,-102 14 1353 0 0</inkml:trace>
  <inkml:trace contextRef="#ctx0" brushRef="#br0" timeOffset="1">970 41 15199 0 0,'0'0'1172'0'0,"2"1"-408"0"0,3 1 962 0 0,0 0 1 0 0,0 0-1 0 0,0 0 0 0 0,10 1 0 0 0,24 0 1785 0 0,41-11-2809 0 0,-62 6-241 0 0,-2-1-1310 0 0,0-1-1 0 0,0 0 0 0 0,21-9 1 0 0,-22 8-1194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00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23 23551 0 0,'-18'-8'1477'0'0,"14"6"-1335"0"0,1 0 1 0 0,0 0 0 0 0,0 1-1 0 0,-1-1 1 0 0,1 1-1 0 0,-1 0 1 0 0,1 0 0 0 0,-1 0-1 0 0,0 1 1 0 0,1-1 0 0 0,-1 1-1 0 0,0 0 1 0 0,-6 0-1 0 0,7 1 108 0 0,1 0 1 0 0,0 0-1 0 0,0 0 0 0 0,-1 0 0 0 0,1 1 0 0 0,0-1 0 0 0,0 1 0 0 0,0-1 0 0 0,1 1 0 0 0,-1 0 0 0 0,0-1 0 0 0,1 1 0 0 0,-1 0 0 0 0,1 0 0 0 0,-1 0 0 0 0,1 0 0 0 0,-2 4 1 0 0,2-3-210 0 0,0 0 0 0 0,-1 0 0 0 0,1 0 1 0 0,0 0-1 0 0,1 0 0 0 0,-1 0 0 0 0,0 0 1 0 0,1 0-1 0 0,0 1 0 0 0,-1-1 0 0 0,1 0 1 0 0,1 0-1 0 0,-1 4 0 0 0,5 2-41 0 0,-3-6-1 0 0,1-1 0 0 0,0 1 0 0 0,0-1 0 0 0,0 0 0 0 0,1 0 0 0 0,-1-1 0 0 0,0 1 0 0 0,1 0 0 0 0,-1-1 0 0 0,5 1 0 0 0,0 0-22 0 0,0 0 0 0 0,0 0-1 0 0,14 0 1 0 0,-4-2-66 0 0,1-1 0 0 0,-1-1 0 0 0,1-1 0 0 0,-1 0 0 0 0,0-2 0 0 0,0 0 0 0 0,33-13 0 0 0,-50 17 75 0 0,0 1-1 0 0,0 0 1 0 0,0-1-1 0 0,0 1 1 0 0,0-1-1 0 0,0 1 1 0 0,0-1 0 0 0,0 1-1 0 0,0-1 1 0 0,0 0-1 0 0,0 1 1 0 0,-1-1 0 0 0,1 0-1 0 0,0 0 1 0 0,0 0-1 0 0,-1 0 1 0 0,1 0-1 0 0,0 0 1 0 0,-1 0 0 0 0,1 0-1 0 0,-1 0 1 0 0,1 0-1 0 0,-1 0 1 0 0,0 0-1 0 0,1 0 1 0 0,-1 0 0 0 0,0 0-1 0 0,0 0 1 0 0,0-2-1 0 0,0 1-19 0 0,-1 0 1 0 0,0 1-1 0 0,1-1 0 0 0,-1 0 0 0 0,0 0 0 0 0,0 1 0 0 0,0-1 1 0 0,-1 0-1 0 0,1 1 0 0 0,0-1 0 0 0,0 1 0 0 0,-1 0 0 0 0,1-1 1 0 0,-1 1-1 0 0,1 0 0 0 0,-4-2 0 0 0,1 1-329 0 0,0 0 0 0 0,-1 1 0 0 0,1-1 1 0 0,0 1-1 0 0,-1 0 0 0 0,1 0 0 0 0,-1 1 0 0 0,0-1 0 0 0,1 1 0 0 0,-1 0 1 0 0,-4 0-1 0 0,6 0-263 0 0,-13 1-8618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0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24791 0 0,'0'0'2247'0'0,"3"12"-1153"0"0,-3 12 630 0 0,5 32 0 0 0,-2-41-1595 0 0,0 0 0 0 0,0 0 0 0 0,1 0 0 0 0,1 0 0 0 0,1 0 0 0 0,7 13 0 0 0,-8-20-117 0 0,2-2-1 0 0,-5-4 31 0 0,-1-2-43 0 0,0 0 0 0 0,0 0 0 0 0,-1 1 0 0 0,1-1 0 0 0,0 0-1 0 0,0 0 1 0 0,0 0 0 0 0,0 0 0 0 0,-1 0 0 0 0,1 0 0 0 0,0 0-1 0 0,0 0 1 0 0,0 0 0 0 0,0 0 0 0 0,-1 0 0 0 0,1 0 0 0 0,0-1-1 0 0,0 1 1 0 0,0 0 0 0 0,-1-1 0 0 0,1 1 0 0 0,0 0 0 0 0,-1-1-1 0 0,1 1 1 0 0,0-1 0 0 0,-1 1 0 0 0,2-2 0 0 0,-1 1-9 0 0,1-1 0 0 0,0 0-1 0 0,0 0 1 0 0,0 0 0 0 0,0 0 0 0 0,0 0 0 0 0,-1-1 0 0 0,1 1-1 0 0,-1 0 1 0 0,1-1 0 0 0,-1 1 0 0 0,2-6 0 0 0,7-33-77 0 0,-7 25 80 0 0,0 4-20 0 0,0 0 1 0 0,1 0 0 0 0,0 1-1 0 0,0-1 1 0 0,2 1 0 0 0,-1 0-1 0 0,15-19 1 0 0,-20 29 22 0 0,0 1 2 0 0,1-1-1 0 0,-1 1 1 0 0,0 0 0 0 0,0-1 0 0 0,0 1-1 0 0,1 0 1 0 0,-1 0 0 0 0,0-1 0 0 0,0 1-1 0 0,1 0 1 0 0,-1 0 0 0 0,0 0 0 0 0,1-1 0 0 0,-1 1-1 0 0,0 0 1 0 0,0 0 0 0 0,1 0 0 0 0,-1 0-1 0 0,0 0 1 0 0,1 0 0 0 0,-1 0 0 0 0,0 0-1 0 0,1 0 1 0 0,0-1 0 0 0,-1 1 2 0 0,1 0-1 0 0,-1 0 1 0 0,1 0-1 0 0,-1 0 1 0 0,1 0 0 0 0,0 1-1 0 0,-1-1 1 0 0,1 0 0 0 0,-1 0-1 0 0,1 0 1 0 0,-1 0-1 0 0,1 0 1 0 0,-1 1 0 0 0,1-1-1 0 0,-1 0 1 0 0,1 1-1 0 0,-1-1 1 0 0,1 0 0 0 0,-1 1-1 0 0,1-1 1 0 0,-1 0 0 0 0,0 1-1 0 0,1-1 1 0 0,-1 1-1 0 0,0-1 1 0 0,1 1 0 0 0,-1-1-1 0 0,1 1 1 0 0,-1 1-1 0 0,29 36 40 0 0,-20-23 6 0 0,2-1 0 0 0,13 14 0 0 0,-20-24-37 0 0,1 0-1 0 0,-1 0 1 0 0,1-1-1 0 0,0 1 0 0 0,0-1 1 0 0,0 0-1 0 0,0-1 1 0 0,0 1-1 0 0,1-1 1 0 0,7 2-1 0 0,-1-1-44 0 0,0 0 1 0 0,0-1-1 0 0,1-1 0 0 0,-1 0 0 0 0,0-1 1 0 0,1 0-1 0 0,-1-1 0 0 0,1 0 1 0 0,-1-1-1 0 0,0 0 0 0 0,12-5 0 0 0,-18 5 16 0 0,1 0 0 0 0,-1-1 1 0 0,0 1-1 0 0,0-2 0 0 0,0 1 0 0 0,-1-1 0 0 0,1 0 0 0 0,-1 0 0 0 0,0 0 0 0 0,0-1 0 0 0,0 1 0 0 0,-1-1 0 0 0,0-1 0 0 0,0 1 0 0 0,0 0 0 0 0,0-1 0 0 0,-1 0 0 0 0,0 0 1 0 0,0 0-1 0 0,-1 0 0 0 0,4-12 0 0 0,-5 12 2 0 0,0-1 0 0 0,0 1-1 0 0,0 0 1 0 0,0-1 0 0 0,-1 1 0 0 0,-2-13 0 0 0,2 18 19 0 0,0-1-1 0 0,0 1 1 0 0,0 0 0 0 0,-1-1-1 0 0,1 1 1 0 0,0 0 0 0 0,-1-1-1 0 0,1 1 1 0 0,-1 0 0 0 0,0-1-1 0 0,1 1 1 0 0,-1 0 0 0 0,0 0-1 0 0,0 0 1 0 0,0 0 0 0 0,0 0-1 0 0,0 0 1 0 0,0 0 0 0 0,0 0-1 0 0,0 0 1 0 0,0 0 0 0 0,0 1-1 0 0,0-1 1 0 0,-1 0 0 0 0,1 1-1 0 0,0-1 1 0 0,0 1 0 0 0,-1-1-1 0 0,1 1 1 0 0,0 0-1 0 0,-1-1 1 0 0,1 1 0 0 0,-1 0-1 0 0,1 0 1 0 0,0 0 0 0 0,-1 0-1 0 0,-2 1 1 0 0,-1 0 20 0 0,-1 0-1 0 0,1 1 1 0 0,0 0-1 0 0,0 0 1 0 0,-1 0-1 0 0,1 1 1 0 0,1 0-1 0 0,-1 0 1 0 0,0 0-1 0 0,1 0 1 0 0,0 1-1 0 0,-1 0 1 0 0,1 0 0 0 0,-4 5-1 0 0,-2 4 41 0 0,0 0 0 0 0,1 1 0 0 0,-13 23 0 0 0,21-34-56 0 0,-1 1-1 0 0,0-1 0 0 0,1 1 0 0 0,-1 0 1 0 0,1 0-1 0 0,0 0 0 0 0,1-1 0 0 0,-1 1 0 0 0,1 0 1 0 0,-1 0-1 0 0,1 0 0 0 0,0 0 0 0 0,1 0 1 0 0,-1 0-1 0 0,1 0 0 0 0,-1 0 0 0 0,1 0 1 0 0,1 0-1 0 0,-1-1 0 0 0,2 5 0 0 0,-1-4-21 0 0,1 1 1 0 0,0-1-1 0 0,0 0 0 0 0,0 0 0 0 0,1 0 0 0 0,-1 0 0 0 0,1-1 0 0 0,0 1 0 0 0,0-1 0 0 0,0 0 0 0 0,1 0 0 0 0,-1 0 0 0 0,1-1 1 0 0,-1 0-1 0 0,6 2 0 0 0,7 2-529 0 0,1-2 1 0 0,-1 0 0 0 0,1 0 0 0 0,0-2 0 0 0,0 0-1 0 0,0-1 1 0 0,0-1 0 0 0,26-3 0 0 0,-37 2 123 0 0,1 0 0 0 0,-1-1 0 0 0,0 0 0 0 0,1 0 0 0 0,-1-1 0 0 0,0 1 0 0 0,0-2-1 0 0,-1 1 1 0 0,1-1 0 0 0,-1 0 0 0 0,0 0 0 0 0,0 0 0 0 0,0-1 0 0 0,10-11 0 0 0,-9 8 183 0 0,-1 0 0 0 0,0-1 0 0 0,0 1-1 0 0,-1-1 1 0 0,0 0 0 0 0,-1-1 0 0 0,0 1 0 0 0,0-1-1 0 0,-1 0 1 0 0,3-14 0 0 0,12-99 1029 0 0,-13 39 9662 0 0,-4 94-9359 0 0,6 40-21 0 0,-4-18-1019 0 0,2-1 0 0 0,1 1 0 0 0,1-1 0 0 0,14 34-1 0 0,-13-45-2929 0 0,10 36 0 0 0,-15-42 457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02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12895 0 0,'5'-10'11818'0'0,"-4"10"-11544"0"0,8-1 1219 0 0,85-3 1025 0 0,1 6-5350 0 0,-70-1-3623 0 0,1 1-2025 0 0</inkml:trace>
  <inkml:trace contextRef="#ctx0" brushRef="#br0" timeOffset="1">498 158 24103 0 0,'0'0'2180'0'0,"0"3"-1795"0"0,-3 18-38 0 0,-4 47 2714 0 0,6-58-2964 0 0,1-1 0 0 0,1 0 0 0 0,0 0 1 0 0,0 1-1 0 0,3 10 0 0 0,-3-16-711 0 0,1 0 0 0 0,-1 0 0 0 0,1 0 0 0 0,-1 0 0 0 0,5 6 0 0 0,-2-2-1058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0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27 6447 0 0,'-1'-27'20739'0'0,"-6"29"-16958"0"0,-8 7-4533 0 0,0 2 1012 0 0,0 1 0 0 0,1 1 0 0 0,0 0 0 0 0,-23 29-1 0 0,13-10 36 0 0,-27 46-1 0 0,46-69-268 0 0,0 1-1 0 0,0 0 1 0 0,1 1 0 0 0,0-1-1 0 0,1 0 1 0 0,0 1 0 0 0,-3 22-1 0 0,6-30-34 0 0,0 0 0 0 0,-1 1 0 0 0,1-1 0 0 0,0 1 0 0 0,1-1 0 0 0,-1 1 0 0 0,1-1 0 0 0,0 1 0 0 0,-1-1 1 0 0,1 1-1 0 0,1-1 0 0 0,-1 0 0 0 0,0 0 0 0 0,1 0 0 0 0,0 1 0 0 0,0-1 0 0 0,-1-1 0 0 0,2 1 0 0 0,-1 0 0 0 0,0 0 0 0 0,1-1 0 0 0,-1 0 0 0 0,1 1 0 0 0,0-1 0 0 0,-1 0 0 0 0,1 0 0 0 0,0 0 0 0 0,1-1 0 0 0,2 2 0 0 0,4 1-494 0 0,1 0-1 0 0,0-1 0 0 0,0 0 1 0 0,0-1-1 0 0,0 0 1 0 0,0-1-1 0 0,0 0 1 0 0,1 0-1 0 0,-1-2 1 0 0,22-2-1 0 0,-14-1-6118 0 0,-1 1-1953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0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23 273 5983 0 0,'-22'-8'21777'0'0,"26"7"-21467"0"0,1 1-1 0 0,-1-1 1 0 0,1 0-1 0 0,6-3 1 0 0,10-2-214 0 0,4 2 79 0 0,0 1 0 0 0,0 1-1 0 0,26 1 1 0 0,-48 2-126 0 0,0-1 1 0 0,0 1-1 0 0,0 0 1 0 0,0 0-1 0 0,-1 0 1 0 0,1 0-1 0 0,0 0 1 0 0,-1 0-1 0 0,1 1 0 0 0,0-1 1 0 0,-1 1-1 0 0,0 0 1 0 0,1 0-1 0 0,-1 0 1 0 0,0 0-1 0 0,0 0 1 0 0,0 0-1 0 0,0 0 0 0 0,2 5 1 0 0,3 5 132 0 0,-1 0 0 0 0,0 0 0 0 0,5 15 0 0 0,3 7-139 0 0,-7-21-1469 0 0,0-1 0 0 0,16 20-1 0 0,-16-24-326 0 0</inkml:trace>
  <inkml:trace contextRef="#ctx0" brushRef="#br0" timeOffset="1">571 1 15199 0 0,'0'1'6869'0'0,"-8"47"1031"0"0,-5 38-5952 0 0,11-54-1868 0 0,0-12-25 0 0,1 0 0 0 0,0-1-1 0 0,4 32 1 0 0,2-21-1025 0 0,1 0-1 0 0,2-1 1 0 0,14 39 0 0 0,-14-55-3137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03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12895 0 0,'0'0'1172'0'0,"13"-8"-424"0"0,13-1 10488 0 0,2 5-6617 0 0,29 3-4248 0 0,-33 1 536 0 0,72 3-538 0 0,33-1-231 0 0,-42-2-123 0 0,29 0-2899 0 0,-92-2 945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0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25111 0 0,'0'0'2276'0'0,"1"2"-1817"0"0,4 21 179 0 0,-2 0 0 0 0,0 1 0 0 0,-1 28 0 0 0,2 10 67 0 0,9 73 295 0 0,-8-150-946 0 0,0 5-44 0 0,5-26-33 0 0,2 0 1 0 0,20-43-1 0 0,-23 60 12 0 0,1 1-1 0 0,1 0 1 0 0,1 0 0 0 0,0 1-1 0 0,24-25 1 0 0,-33 38 6 0 0,1 1-1 0 0,0 0 1 0 0,0 0 0 0 0,0 0-1 0 0,0 0 1 0 0,0 0 0 0 0,0 1-1 0 0,1 0 1 0 0,-1 0-1 0 0,8-2 1 0 0,-10 4 5 0 0,0-1 0 0 0,0 1 0 0 0,0 0-1 0 0,0 0 1 0 0,1 0 0 0 0,-1 0 0 0 0,0 0 0 0 0,0 0-1 0 0,0 1 1 0 0,0-1 0 0 0,0 0 0 0 0,0 1 0 0 0,0 0-1 0 0,0 0 1 0 0,0-1 0 0 0,0 1 0 0 0,0 0 0 0 0,-1 1 0 0 0,1-1-1 0 0,0 0 1 0 0,-1 0 0 0 0,1 1 0 0 0,-1-1 0 0 0,1 1-1 0 0,-1-1 1 0 0,2 3 0 0 0,9 15 42 0 0,0 0-1 0 0,12 28 1 0 0,-17-31-8 0 0,1 0 0 0 0,1 0 0 0 0,0-1 1 0 0,20 24-1 0 0,-23-33-19 0 0,1 0 0 0 0,0 0 0 0 0,0-1 0 0 0,9 6 0 0 0,-16-11-16 0 0,1 0 1 0 0,-1 0-1 0 0,1 0 1 0 0,-1 0 0 0 0,1 0-1 0 0,0 0 1 0 0,-1 0-1 0 0,1 0 1 0 0,-1 0 0 0 0,1 0-1 0 0,0 0 1 0 0,-1-1-1 0 0,1 1 1 0 0,-1 0 0 0 0,1 0-1 0 0,-1 0 1 0 0,1-1 0 0 0,-1 1-1 0 0,1 0 1 0 0,-1-1-1 0 0,1 1 1 0 0,-1-1 0 0 0,1 1-1 0 0,-1 0 1 0 0,1-2-1 0 0,11-12-30 0 0,-11 13 30 0 0,13-20-38 0 0,-1 0 0 0 0,18-39 0 0 0,-8 13 4 0 0,-21 43 35 0 0,41-68-67 0 0,-39 65 60 0 0,1 0 1 0 0,0 1-1 0 0,1 0 0 0 0,0 0 0 0 0,0 0 0 0 0,0 1 1 0 0,0 0-1 0 0,8-4 0 0 0,-12 8 6 0 0,-1 0 1 0 0,1 0-1 0 0,-1 0 1 0 0,1 1-1 0 0,-1-1 0 0 0,1 1 1 0 0,0-1-1 0 0,-1 1 1 0 0,1 0-1 0 0,0-1 1 0 0,0 1-1 0 0,-1 0 0 0 0,1 0 1 0 0,0 0-1 0 0,-1 1 1 0 0,1-1-1 0 0,0 0 0 0 0,3 2 1 0 0,-3-1 6 0 0,1 0 0 0 0,-1 0 0 0 0,0 1 0 0 0,1 0 0 0 0,-1-1 0 0 0,0 1 0 0 0,0 0 0 0 0,0 0 0 0 0,0 0-1 0 0,2 4 1 0 0,2 3 25 0 0,0 0-1 0 0,-1 1 1 0 0,0-1-1 0 0,5 19 1 0 0,15 51 155 0 0,-11-33-527 0 0,23 54 1 0 0,-33-94 41 0 0,1 1-1092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16 17503 0 0,'-6'-3'1831'0'0,"5"1"-1277"0"0,-1 1 0 0 0,0 0 0 0 0,0-1 0 0 0,0 1 0 0 0,0 0 0 0 0,0 0-1 0 0,0 0 1 0 0,0 1 0 0 0,0-1 0 0 0,-1 0 0 0 0,1 1 0 0 0,0 0 0 0 0,0-1 0 0 0,-1 1 0 0 0,1 0 0 0 0,0 0 0 0 0,-1 0 0 0 0,-2 1 0 0 0,3-1-401 0 0,0 1-1 0 0,0 0 1 0 0,0 0 0 0 0,1 0 0 0 0,-1 0 0 0 0,0 0 0 0 0,0 0 0 0 0,1 1 0 0 0,-1-1-1 0 0,1 0 1 0 0,-1 1 0 0 0,1 0 0 0 0,0-1 0 0 0,-1 1 0 0 0,1 0 0 0 0,-1 2 0 0 0,0 0-158 0 0,-1 1 1 0 0,1-1-1 0 0,1 1 1 0 0,-1 0-1 0 0,1-1 1 0 0,0 1-1 0 0,0 0 1 0 0,0 0 0 0 0,1 0-1 0 0,-1 0 1 0 0,1 0-1 0 0,1 0 1 0 0,-1 0-1 0 0,2 7 1 0 0,-2-11 7 0 0,0 1 0 0 0,1-1 1 0 0,-1 1-1 0 0,0-1 0 0 0,1 1 0 0 0,-1-1 0 0 0,1 1 0 0 0,-1-1 1 0 0,1 0-1 0 0,0 1 0 0 0,0-1 0 0 0,0 0 0 0 0,0 0 1 0 0,-1 0-1 0 0,2 1 0 0 0,-1-1 0 0 0,0 0 0 0 0,1 1 0 0 0,3 1 1 0 0,-1 0-23 0 0,0 1 0 0 0,0-1-1 0 0,0-1 1 0 0,0 1 0 0 0,1-1 0 0 0,-1 1 0 0 0,1-1 0 0 0,0-1-1 0 0,0 1 1 0 0,0 0 0 0 0,0-1 0 0 0,0 0 0 0 0,0-1 0 0 0,0 1-1 0 0,0-1 1 0 0,7 0 0 0 0,-3 0-41 0 0,0-1-1 0 0,1 0 1 0 0,-1-1-1 0 0,0 0 1 0 0,0 0 0 0 0,0-1-1 0 0,17-8 1 0 0,-19 7 34 0 0,-7 4 24 0 0,1-1-1 0 0,-1 1 1 0 0,0-1-1 0 0,0 1 1 0 0,0-1-1 0 0,0 1 1 0 0,0-1-1 0 0,0 1 1 0 0,0-1-1 0 0,0 1 1 0 0,-1-1-1 0 0,1 1 1 0 0,0-1 0 0 0,0 1-1 0 0,0-1 1 0 0,0 1-1 0 0,-1 0 1 0 0,1-1-1 0 0,0 1 1 0 0,-1-1-1 0 0,1 0 2 0 0,-2-2-12 0 0,0 0 0 0 0,-1 0 0 0 0,1 0 0 0 0,-1 0 0 0 0,1 0 0 0 0,-1 0 0 0 0,0 1 0 0 0,0-1 0 0 0,0 1 0 0 0,0 0 0 0 0,-7-4 0 0 0,-4 0-205 0 0,-23-10 0 0 0,3 8-2882 0 0,17 3-6976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15199 0 0,'0'0'1379'0'0,"7"-11"-1127"0"0,-4 6 2304 0 0,-1 3-994 0 0,1-1 0 0 0,0 1 0 0 0,0-1 1 0 0,0 1-1 0 0,5-2 0 0 0,21-6 386 0 0,3 3-1822 0 0,46-5-1 0 0,-63 11-1150 0 0,0 1-1 0 0,29 2 1 0 0,-27 2-1882 0 0,-1 0-6277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0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13823 0 0,'-8'1'241'0'0,"1"0"0"0"0,0 1 0 0 0,0 0 0 0 0,0 0 0 0 0,1 0 0 0 0,-1 1 0 0 0,-8 5 12643 0 0,27 0-11523 0 0,-4-4-1234 0 0,0-1 0 0 0,0 1 0 0 0,0-2 0 0 0,0 1 0 0 0,0-1 0 0 0,1 0 0 0 0,-1-1 0 0 0,14 1-1 0 0,70-4-82 0 0,-83 2-29 0 0,132-11-1539 0 0,-83 6-101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1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34 11519 0 0,'0'-9'1191'0'0,"-6"-16"11691"0"0,6 36-9990 0 0,6 147-800 0 0,13 19-1214 0 0,-13-136-681 0 0,3-1 0 0 0,17 53-1 0 0,-5-42-130 0 0,-18-45-63 0 0,0-1-1 0 0,0-1 0 0 0,0 1 0 0 0,1 0 0 0 0,-1-1 0 0 0,1 1 0 0 0,8 5 0 0 0,-11-9-2 0 0,0 0 0 0 0,0 0 0 0 0,0-1 0 0 0,0 1 0 0 0,0-1 0 0 0,0 1 0 0 0,0-1 0 0 0,1 1 0 0 0,-1-1 0 0 0,0 0 0 0 0,3 1 0 0 0,-4-1 0 0 0,1 0 0 0 0,-1 1 0 0 0,1-1 0 0 0,-1 0 0 0 0,1 0 0 0 0,-1 0 0 0 0,1 0 0 0 0,-1 0 0 0 0,1 0 0 0 0,-1 0 0 0 0,1 0 0 0 0,-1 0 0 0 0,1 0 0 0 0,0 0 0 0 0,-1-1 0 0 0,1 1 0 0 0,-1 0 0 0 0,1 0 0 0 0,-1 0 0 0 0,0-1 0 0 0,1 1 0 0 0,-1 0 0 0 0,1 0 0 0 0,-1-1 0 0 0,1 1 0 0 0,-1 0 0 0 0,0-1 0 0 0,1 1 0 0 0,-1-1 0 0 0,0 1 0 0 0,1-1 0 0 0,-1 1 0 0 0,1-2 0 0 0,4-4-27 0 0,0 0 1 0 0,0 0-1 0 0,0-1 0 0 0,-1 0 0 0 0,0 0 1 0 0,-1 0-1 0 0,4-9 0 0 0,16-58-172 0 0,-16 48 164 0 0,8-30-69 0 0,-7 23 16 0 0,2 1 0 0 0,14-34 0 0 0,-24 66 89 0 0,0 0-1 0 0,0 0 1 0 0,0 0-1 0 0,0-1 1 0 0,0 1-1 0 0,0 0 1 0 0,0 0-1 0 0,0 0 1 0 0,0-1 0 0 0,0 1-1 0 0,0 0 1 0 0,0 0-1 0 0,0 0 1 0 0,0 0-1 0 0,0-1 1 0 0,0 1-1 0 0,1 0 1 0 0,-1 0-1 0 0,0 0 1 0 0,0 0 0 0 0,0-1-1 0 0,0 1 1 0 0,0 0-1 0 0,1 0 1 0 0,-1 0-1 0 0,0 0 1 0 0,0 0-1 0 0,0 0 1 0 0,0 0-1 0 0,1-1 1 0 0,-1 1 0 0 0,0 0-1 0 0,0 0 1 0 0,0 0-1 0 0,0 0 1 0 0,1 0-1 0 0,-1 0 1 0 0,0 0-1 0 0,0 0 1 0 0,0 0 0 0 0,1 0-1 0 0,-1 0 1 0 0,0 0-1 0 0,0 0 1 0 0,0 0-1 0 0,1 0 1 0 0,-1 0-1 0 0,0 0 1 0 0,0 1-1 0 0,0-1 1 0 0,0 0 0 0 0,1 0-1 0 0,-1 0 1 0 0,0 0-1 0 0,0 0 1 0 0,0 0-1 0 0,0 0 1 0 0,1 1-1 0 0,-1-1 1 0 0,3 6 19 0 0,3 10 45 0 0,-2-1 0 0 0,5 21 0 0 0,0-1 31 0 0,-7-25-75 0 0,3 9 15 0 0,1 0-1 0 0,0-1 1 0 0,1 1-1 0 0,13 21 1 0 0,-18-36-35 0 0,0 0 0 0 0,1 0 0 0 0,-1-1 0 0 0,1 1 0 0 0,0-1 0 0 0,0 1 0 0 0,0-1 0 0 0,0 0 0 0 0,0-1 0 0 0,1 1 0 0 0,0 0-1 0 0,-1-1 1 0 0,1 0 0 0 0,0 0 0 0 0,0 0 0 0 0,0 0 0 0 0,0-1 0 0 0,0 0 0 0 0,1 1 0 0 0,-1-1 0 0 0,0-1 0 0 0,1 1 0 0 0,-1-1 0 0 0,0 0 0 0 0,8 0 0 0 0,-6-1 0 0 0,1-1-1 0 0,-1 0 1 0 0,1 0 0 0 0,-1 0-1 0 0,0-1 1 0 0,0 0 0 0 0,0 0 0 0 0,0 0-1 0 0,-1-1 1 0 0,1 0 0 0 0,-1 0-1 0 0,9-9 1 0 0,-2 1 10 0 0,-1 0 0 0 0,-1-1 0 0 0,0 0 0 0 0,9-17 0 0 0,-9 12-6 0 0,-2 0 1 0 0,0 0-1 0 0,7-28 0 0 0,12-59-215 0 0,-24 91 115 0 0,1-4-146 0 0,4-17-1516 0 0,3-39 0 0 0,-10 55 284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2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26351 0 0,'0'0'2388'0'0,"2"0"-1967"0"0,217-13 760 0 0,-45 5-2886 0 0,-92 3-1388 0 0,-40 4 1317 0 0</inkml:trace>
  <inkml:trace contextRef="#ctx0" brushRef="#br0" timeOffset="1.29">912 18 22031 0 0,'0'0'2384'0'0,"11"4"-2384"0"0,2 2 0 0 0,0-3 0 0 0,0-3 552 0 0,3 2 64 0 0,2 0 16 0 0,2-2 0 0 0,1-2-120 0 0,2 0-32 0 0,-1-1 0 0 0,3 0 0 0 0,-3 0-992 0 0,1-2-208 0 0,0 0-40 0 0,-2 2-10040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2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 12895 0 0,'0'0'998'0'0,"-1"0"-657"0"0,1-1-259 0 0,-1 1 0 0 0,1 0 1 0 0,0-1-1 0 0,-1 1 0 0 0,1 0 1 0 0,-1 0-1 0 0,1-1 0 0 0,0 1 0 0 0,-1 0 1 0 0,1 0-1 0 0,-10 0 7893 0 0,4 5-6279 0 0,3-3-1288 0 0,1 0 0 0 0,-1 0 0 0 0,1 0 0 0 0,0 0 0 0 0,-1 1 0 0 0,1-1 0 0 0,0 1 0 0 0,0 0 0 0 0,-2 4 0 0 0,2-3-227 0 0,0 0 1 0 0,1 1-1 0 0,0-1 1 0 0,-1 0 0 0 0,1 1-1 0 0,1-1 1 0 0,-1 0-1 0 0,1 1 1 0 0,-1-1-1 0 0,2 9 1 0 0,-1-12-173 0 0,0 0-1 0 0,0 1 1 0 0,0-1-1 0 0,0 0 1 0 0,0 1-1 0 0,1-1 1 0 0,-1 0-1 0 0,0 0 1 0 0,1 1 0 0 0,-1-1-1 0 0,1 0 1 0 0,-1 0-1 0 0,1 0 1 0 0,0 0-1 0 0,0 0 1 0 0,-1 1-1 0 0,3 0 1 0 0,-1 1-3 0 0,-1-2-6 0 0,-1 0 0 0 0,1 0 0 0 0,0 0 0 0 0,0 0 0 0 0,-1 0 0 0 0,1-1 0 0 0,0 1 0 0 0,0 0 0 0 0,0 0 0 0 0,0-1 0 0 0,0 1 0 0 0,0 0 0 0 0,0-1 0 0 0,0 1 0 0 0,0-1 0 0 0,0 1 0 0 0,0-1 0 0 0,0 0 0 0 0,1 0 0 0 0,0 1 0 0 0,3 0 0 0 0,0 0 2 0 0,0 0-1 0 0,0-1 1 0 0,0 1-1 0 0,0-1 1 0 0,0 0 0 0 0,0 0-1 0 0,0-1 1 0 0,-1 1-1 0 0,1-1 1 0 0,0 0-1 0 0,0 0 1 0 0,0-1 0 0 0,0 0-1 0 0,-1 0 1 0 0,1 0-1 0 0,-1 0 1 0 0,0 0 0 0 0,8-7-1 0 0,-5 5-89 0 0,-1-1 0 0 0,1 0 0 0 0,-1-1-1 0 0,-1 1 1 0 0,1-1 0 0 0,-1-1 0 0 0,0 1 0 0 0,0-1-1 0 0,-1 1 1 0 0,7-14 0 0 0,-11 18-399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3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23471 0 0,'0'0'4915'0'0,"0"2"-4286"0"0,2 26 565 0 0,-2 29-1 0 0,0-22-943 0 0,0-21-173 0 0,-1 3 48 0 0,2 0-1 0 0,3 20 1 0 0,-4-35-60 0 0,2-2-81 0 0,0 0-1 0 0,0 0 1 0 0,0 0-1 0 0,0-1 1 0 0,0 1-1 0 0,-1-1 1 0 0,5 0-1 0 0,-1-3-10 0 0,0 0 0 0 0,-1 0 0 0 0,1-1 0 0 0,-1 1 0 0 0,0-1 0 0 0,0 0-1 0 0,0 0 1 0 0,-1 0 0 0 0,1 0 0 0 0,3-9 0 0 0,5-7-48 0 0,9-14-46 0 0,-13 20 56 0 0,1 1 0 0 0,0 0 0 0 0,1 0-1 0 0,0 1 1 0 0,17-16 0 0 0,-26 28 58 0 0,-1 0 0 0 0,1 1 0 0 0,0-1 0 0 0,0 0 0 0 0,0 1 0 0 0,0-1 0 0 0,-1 0 0 0 0,1 1 0 0 0,0-1 0 0 0,0 1 0 0 0,0-1 0 0 0,0 1 0 0 0,0 0 1 0 0,0 0-1 0 0,1-1 0 0 0,-1 1 0 0 0,0 0 0 0 0,0 0 0 0 0,0 0 0 0 0,0 0 0 0 0,0 0 0 0 0,0 0 0 0 0,0 0 0 0 0,0 0 0 0 0,0 1 0 0 0,0-1 0 0 0,2 1 0 0 0,-1 1 2 0 0,0-1 1 0 0,0 1-1 0 0,0 0 1 0 0,0 0-1 0 0,0 0 1 0 0,-1 0-1 0 0,1 0 0 0 0,0 0 1 0 0,-1 1-1 0 0,2 3 1 0 0,-1-3 11 0 0,8 17 86 0 0,25 35 0 0 0,-30-48-86 0 0,1-1 1 0 0,-1 0-1 0 0,1 0 1 0 0,0-1 0 0 0,0 0-1 0 0,1 0 1 0 0,0-1-1 0 0,14 8 1 0 0,-13-8-16 0 0,0-1-1 0 0,0-1 0 0 0,0 1 1 0 0,1-1-1 0 0,-1-1 1 0 0,1 1-1 0 0,0-1 1 0 0,-1-1-1 0 0,1 0 1 0 0,0 0-1 0 0,-1-1 1 0 0,14-2-1 0 0,-7 0-67 0 0,0-1-1 0 0,0-1 0 0 0,0 0 0 0 0,-1-1 1 0 0,0-1-1 0 0,16-9 0 0 0,-22 10 18 0 0,1 0-1 0 0,-1 0 1 0 0,0-1-1 0 0,-1 0 1 0 0,1 0-1 0 0,-1-1 1 0 0,-1 0-1 0 0,1 0 1 0 0,-2 0-1 0 0,1-1 1 0 0,-1 0-1 0 0,0 0 1 0 0,-1-1 0 0 0,4-12-1 0 0,-7 20 60 0 0,0 0 0 0 0,-1 0 1 0 0,0 0-1 0 0,1 0 0 0 0,-1 0 0 0 0,0 0 0 0 0,0 0 1 0 0,0 0-1 0 0,0 0 0 0 0,-1 0 0 0 0,1 0 0 0 0,-1 0 1 0 0,1 0-1 0 0,-1 0 0 0 0,1 0 0 0 0,-1 0 0 0 0,0 0 0 0 0,0 0 1 0 0,0 0-1 0 0,-2-1 0 0 0,2 1 11 0 0,0 1 1 0 0,-1 0-1 0 0,1 0 0 0 0,0 0 0 0 0,-1 1 1 0 0,1-1-1 0 0,-1 0 0 0 0,1 0 1 0 0,-1 1-1 0 0,1-1 0 0 0,-1 1 0 0 0,0-1 1 0 0,1 1-1 0 0,-1 0 0 0 0,0 0 1 0 0,1 0-1 0 0,-1-1 0 0 0,0 2 0 0 0,1-1 1 0 0,-1 0-1 0 0,0 0 0 0 0,1 0 1 0 0,-1 1-1 0 0,0-1 0 0 0,-1 2 0 0 0,-6 1 51 0 0,1 1 1 0 0,0 0-1 0 0,0 0 0 0 0,0 1 0 0 0,1 0 0 0 0,0 1 0 0 0,0 0 0 0 0,0 0 0 0 0,0 0 0 0 0,1 1 0 0 0,0-1 0 0 0,1 2 0 0 0,-1-1 0 0 0,1 1 0 0 0,1-1 0 0 0,-1 1 0 0 0,1 1 0 0 0,1-1 1 0 0,0 1-1 0 0,0-1 0 0 0,-2 11 0 0 0,4-15-55 0 0,0 0 0 0 0,1-1 0 0 0,0 1 0 0 0,-1 0 0 0 0,1 0 0 0 0,1 0 0 0 0,-1-1 0 0 0,0 1 0 0 0,1 0 0 0 0,0 0 0 0 0,0-1 0 0 0,0 1 0 0 0,0 0 0 0 0,1-1 0 0 0,-1 0 0 0 0,3 4 0 0 0,-1-3-12 0 0,0 0 0 0 0,0-1 1 0 0,0 0-1 0 0,0 0 0 0 0,1 0 0 0 0,-1 0 1 0 0,1 0-1 0 0,0-1 0 0 0,-1 1 0 0 0,1-1 1 0 0,8 3-1 0 0,2-1-296 0 0,0 0 1 0 0,0-1-1 0 0,1 0 0 0 0,-1-1 1 0 0,1 0-1 0 0,-1-2 1 0 0,18 0-1 0 0,-24 0-52 0 0,1-1 0 0 0,-1 1 1 0 0,1-1-1 0 0,-1-1 0 0 0,0 0 0 0 0,1 0 0 0 0,-1 0 0 0 0,0-1 0 0 0,0 0 1 0 0,14-9-1 0 0,-19 10 207 0 0,-2 1 92 0 0,0 0-1 0 0,0 0 1 0 0,0 0-1 0 0,0 0 1 0 0,0 0-1 0 0,0 0 1 0 0,0 0-1 0 0,0-1 1 0 0,0 1-1 0 0,-1 0 1 0 0,1-1 0 0 0,-1 1-1 0 0,1 0 1 0 0,0-3-1 0 0,1-2 159 0 0,-1 0 0 0 0,0 1 0 0 0,0-1-1 0 0,0 0 1 0 0,-1 1 0 0 0,1-1 0 0 0,-1 0-1 0 0,-1-6 1 0 0,0-3 605 0 0,1 13 24 0 0,6-12 2755 0 0,-5 14-3497 0 0,-1 0 32 0 0,1-1 0 0 0,0 1-1 0 0,-1-1 1 0 0,1 1 0 0 0,0 0 0 0 0,-1-1 0 0 0,1 1 0 0 0,0 0 0 0 0,0-1 0 0 0,0 1 0 0 0,-1 0 0 0 0,1 0 0 0 0,0 0 0 0 0,0 0 0 0 0,0 0 0 0 0,0 0 0 0 0,-1 0 0 0 0,1 0 0 0 0,0 0 0 0 0,0 0-1 0 0,0 0 1 0 0,0 0 0 0 0,-1 1 0 0 0,1-1 0 0 0,0 0 0 0 0,0 1 0 0 0,-1-1 0 0 0,2 1 0 0 0,11 14-2663 0 0,-6-7 1216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4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20759 0 0,'0'0'6869'0'0,"0"8"-5123"0"0,0 9-1309 0 0,1-1 0 0 0,0 1 0 0 0,1-1 0 0 0,1 0 0 0 0,10 31 0 0 0,-7-28-405 0 0,29 71 61 0 0,-31-80-92 0 0,2-1 0 0 0,-1 1 0 0 0,1-1 0 0 0,0 0-1 0 0,1-1 1 0 0,13 15 0 0 0,-16-21-14 0 0,-1 1 0 0 0,0-1-1 0 0,1 0 1 0 0,0 0 0 0 0,-1 0 0 0 0,1 0 0 0 0,0-1-1 0 0,0 1 1 0 0,0-1 0 0 0,0 0 0 0 0,0 0-1 0 0,1-1 1 0 0,-1 1 0 0 0,0-1 0 0 0,0 0 0 0 0,0 0-1 0 0,1 0 1 0 0,-1 0 0 0 0,0-1 0 0 0,0 0 0 0 0,0 0-1 0 0,6-2 1 0 0,0 0-637 0 0,0-1-1 0 0,0-1 1 0 0,10-5 0 0 0,23-17-8698 0 0,-28 14 777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23263 0 0,'-8'0'2113'0'0,"2"0"1487"0"0,8 1-3145 0 0,23 3-272 0 0,1-1 1 0 0,0-1-1 0 0,28-2 0 0 0,-6 0-3221 0 0,-1 2-4375 0 0,-14 3-1085 0 0</inkml:trace>
  <inkml:trace contextRef="#ctx0" brushRef="#br0" timeOffset="1">524 88 11055 0 0,'-7'4'7339'0'0,"7"0"-5568"0"0,-4 29 4907 0 0,4-29-6460 0 0,0 1 1 0 0,0 0-1 0 0,0 0 0 0 0,1 0 0 0 0,0-1 0 0 0,0 1 1 0 0,0 0-1 0 0,3 7 0 0 0,-2-7-105 0 0,1 0 1 0 0,-1 1-1 0 0,1-1 1 0 0,0 0-1 0 0,6 6 1 0 0,2-1-2644 0 0,2-2-3993 0 0,3-3-2265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94 7831 0 0,'-16'-50'829'0'0,"9"28"3081"0"0,6 21-3160 0 0,1 0 1 0 0,-1 0-1 0 0,1 0 0 0 0,-1-1 0 0 0,0 1 1 0 0,1 0-1 0 0,-1 0 0 0 0,0 0 0 0 0,0 0 1 0 0,0 0-1 0 0,1 0 0 0 0,-1 0 0 0 0,0 1 1 0 0,0-1-1 0 0,-1 0 0 0 0,0 0 0 0 0,1 0-320 0 0,-1 0 0 0 0,0 1 0 0 0,1-1 0 0 0,-1 1 0 0 0,0-1 0 0 0,0 1 0 0 0,1 0 0 0 0,-1 0 0 0 0,0-1 0 0 0,-3 2 0 0 0,2-1-306 0 0,-1 1-1 0 0,1-1 0 0 0,0 1 1 0 0,-1 0-1 0 0,1 0 1 0 0,0 0-1 0 0,0 1 0 0 0,0-1 1 0 0,0 1-1 0 0,0 0 1 0 0,-5 3-1 0 0,-5 7 23 0 0,1 1 1 0 0,0 1-1 0 0,1 0 1 0 0,-12 18-1 0 0,-31 66 50 0 0,49-89-184 0 0,1 0 0 0 0,1 0 0 0 0,0 0 0 0 0,0 1-1 0 0,1 0 1 0 0,0-1 0 0 0,0 1 0 0 0,1 0 0 0 0,1 0 0 0 0,0 0 0 0 0,1 13 0 0 0,0-16-18 0 0,0 0 0 0 0,1-1 1 0 0,0 1-1 0 0,0 0 1 0 0,1-1-1 0 0,-1 1 1 0 0,1-1-1 0 0,1 0 1 0 0,-1 0-1 0 0,1 0 0 0 0,0-1 1 0 0,1 1-1 0 0,-1-1 1 0 0,1 0-1 0 0,0 0 1 0 0,10 7-1 0 0,-5-5-92 0 0,0-1 0 0 0,0 0 1 0 0,0-1-1 0 0,0 0 0 0 0,1-1 0 0 0,0 0 0 0 0,0 0 1 0 0,20 3-1 0 0,-12-5-953 0 0,0 0-1 0 0,0-1 1 0 0,1-1 0 0 0,28-4 0 0 0,-19 1-925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18 213 5527 0 0,'-6'-5'568'0'0,"-6"-19"17585"0"0,13 23-17623 0 0,7-6 1348 0 0,2 2-1562 0 0,0 1-1 0 0,0 0 1 0 0,0 0-1 0 0,0 1 1 0 0,1 1-1 0 0,-1 0 1 0 0,1 0 0 0 0,0 1-1 0 0,0 0 1 0 0,19 1-1 0 0,-26 1-259 0 0,1-1 0 0 0,-1 1 1 0 0,0-1-1 0 0,0 1 0 0 0,0 0 0 0 0,0 1 0 0 0,0-1 0 0 0,0 1 0 0 0,0-1 1 0 0,-1 1-1 0 0,1 0 0 0 0,-1 1 0 0 0,1-1 0 0 0,-1 1 0 0 0,4 2 1 0 0,-4-1-25 0 0,1 0 0 0 0,-1 1 0 0 0,0-1 0 0 0,0 0 0 0 0,-1 1 0 0 0,0 0 0 0 0,1-1 1 0 0,-1 1-1 0 0,-1 0 0 0 0,1 0 0 0 0,1 9 0 0 0,3 35 219 0 0,-5-30-169 0 0,6 25 0 0 0,-5-39-383 0 0,-1 1-1 0 0,1-1 0 0 0,-1 0 1 0 0,1 0-1 0 0,1 0 0 0 0,-1-1 1 0 0,1 1-1 0 0,0-1 0 0 0,4 7 1 0 0,0-5-1721 0 0,1-1-455 0 0</inkml:trace>
  <inkml:trace contextRef="#ctx0" brushRef="#br0" timeOffset="1">518 1 7831 0 0,'0'0'603'0'0,"0"1"214"0"0,-5 29 13391 0 0,-1 17-8696 0 0,-1 6-4121 0 0,2-18-763 0 0,0 37 0 0 0,5-60-673 0 0,1 0 0 0 0,-1 0 0 0 0,2 1 0 0 0,0-1 0 0 0,0-1 0 0 0,8 22 0 0 0,-9-30-578 0 0,1 0 0 0 0,-1 0 1 0 0,1-1-1 0 0,0 1 0 0 0,0 0 0 0 0,0-1 0 0 0,2 3 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5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13823 0 0,'2'0'6640'0'0,"13"5"-3869"0"0,1-1 0 0 0,19 2 1 0 0,71 2-1275 0 0,-35-4-1153 0 0,-47-2-557 0 0,149 19 763 0 0,-146-16-1658 0 0,-2 1-1 0 0,1 1 1 0 0,-1 1-1 0 0,37 18 0 0 0,-33-12-8224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5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20271 0 0,'0'0'1839'0'0,"2"-2"-1514"0"0,3-2 10 0 0,1 1 0 0 0,-1 0 0 0 0,1 0 0 0 0,0 0 0 0 0,0 0 0 0 0,0 1 0 0 0,12-3 0 0 0,51-7 4352 0 0,-52 9-4098 0 0,232-18 911 0 0,-177 17-1339 0 0,816-32 530 0 0,327 28-667 0 0,-533 37-36 0 0,-678-29 12 0 0,26 3-62 0 0,-21-2-164 0 0,0 0 0 0 0,0-1-1 0 0,0 0 1 0 0,17-2 0 0 0,-24 2-857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6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12439 0 0,'0'0'958'0'0,"-1"1"-625"0"0,-3 3 1050 0 0,0 1 0 0 0,0 0 1 0 0,1 0-1 0 0,0 1 0 0 0,0-1 1 0 0,0 1-1 0 0,1-1 0 0 0,-3 9 0 0 0,-12 54 2894 0 0,7-28-4434 0 0,3-12 384 0 0,-52 222 1282 0 0,52-210-1407 0 0,2 1 1 0 0,2 0 0 0 0,1 0 0 0 0,5 50-1 0 0,-2-81-86 0 0,0 1-1 0 0,1-1 1 0 0,1 0-1 0 0,4 13 1 0 0,-7-23-13 0 0,0 1 0 0 0,1-1-1 0 0,-1 0 1 0 0,0 0 0 0 0,1 0 0 0 0,-1 1 0 0 0,0-1 0 0 0,1 0 0 0 0,-1 0 0 0 0,0 0 0 0 0,1 0 0 0 0,-1 0 0 0 0,1 0 0 0 0,-1 0 0 0 0,0 0 0 0 0,1 0 0 0 0,-1 0 0 0 0,1 0 0 0 0,-1 0-1 0 0,0 0 1 0 0,1 0 0 0 0,-1 0 0 0 0,0 0 0 0 0,1-1 0 0 0,9-2 27 0 0,-10 3-27 0 0,3-1-6 0 0,0-1 0 0 0,-1 1-1 0 0,1-1 1 0 0,-1 0 0 0 0,1 0-1 0 0,-1 0 1 0 0,0 0 0 0 0,0 0-1 0 0,0-1 1 0 0,0 1 0 0 0,0-1-1 0 0,2-4 1 0 0,18-37-37 0 0,-15 28 43 0 0,18-37-31 0 0,44-67-1 0 0,-55 99 28 0 0,1 1 0 0 0,0 1 0 0 0,2 0 0 0 0,0 1-1 0 0,37-30 1 0 0,-49 45-4 0 0,-1 0 0 0 0,1 0 0 0 0,0 0 0 0 0,-1 1 0 0 0,1-1 0 0 0,0 1 0 0 0,0 0 0 0 0,1 1 0 0 0,4-2 0 0 0,-8 3 10 0 0,0 0 0 0 0,0 0-1 0 0,0 0 1 0 0,0 0-1 0 0,0 0 1 0 0,0 0 0 0 0,0 0-1 0 0,0 1 1 0 0,0-1 0 0 0,0 1-1 0 0,-1-1 1 0 0,1 1 0 0 0,0 0-1 0 0,0 0 1 0 0,0 0 0 0 0,-1 0-1 0 0,1 0 1 0 0,-1 0 0 0 0,1 0-1 0 0,-1 0 1 0 0,1 1-1 0 0,-1-1 1 0 0,0 0 0 0 0,1 1-1 0 0,-1 0 1 0 0,0-1 0 0 0,2 4-1 0 0,4 10 14 0 0,-1 1-1 0 0,0 0 0 0 0,-1 0 0 0 0,-1 1 1 0 0,4 25-1 0 0,9 36-49 0 0,-16-76-130 0 0,5 16 184 0 0,11 25 1 0 0,0-15-2385 0 0,-14-24 584 0 0,1 0-1 0 0,-1 0 1 0 0,1-1-1 0 0,5 5 0 0 0,5 1-7422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6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8751 0 0,'0'0'794'0'0,"7"-6"-636"0"0,10-7 1991 0 0,-12 11-95 0 0,1-1-1 0 0,-1 1 1 0 0,12-2 0 0 0,18-2 6256 0 0,-13 5-5989 0 0,-18 2-2177 0 0,0-1 0 0 0,0 1 0 0 0,0-1 0 0 0,0 1 0 0 0,-1 0 0 0 0,1 1 0 0 0,0-1 0 0 0,7 4 0 0 0,-10-4-130 0 0,0 0 1 0 0,1 0-1 0 0,-1 0 1 0 0,0 0 0 0 0,0 0-1 0 0,0 0 1 0 0,0 0-1 0 0,0 0 1 0 0,0 1 0 0 0,0-1-1 0 0,0 0 1 0 0,0 1-1 0 0,0-1 1 0 0,-1 1 0 0 0,1-1-1 0 0,-1 1 1 0 0,1-1-1 0 0,-1 1 1 0 0,0-1 0 0 0,1 1-1 0 0,-1-1 1 0 0,0 1-1 0 0,0 0 1 0 0,0-1 0 0 0,0 1-1 0 0,0-1 1 0 0,-1 4-1 0 0,0 0 38 0 0,0 1 1 0 0,-1-1-1 0 0,0 0 0 0 0,1 1 0 0 0,-2-1 0 0 0,-3 7 0 0 0,-28 36-52 0 0,26-38 0 0 0,0 0 0 0 0,1 0 0 0 0,0 1 0 0 0,1 0 0 0 0,-6 13 0 0 0,9-13 0 0 0,3-2 0 0 0,5-2 0 0 0,-1-5-6 0 0,0 0 0 0 0,0 0 1 0 0,0-1-1 0 0,0 1 0 0 0,0-1 0 0 0,0 0 1 0 0,0 0-1 0 0,0 0 0 0 0,0 0 0 0 0,0-1 1 0 0,1 0-1 0 0,-1 1 0 0 0,7-2 0 0 0,7-1-81 0 0,-1-1 1 0 0,18-6-1 0 0,-14 4-51 0 0,0 0-714 0 0,0-1 0 0 0,0-1 0 0 0,-1-1 0 0 0,0-1 0 0 0,30-18 0 0 0,-18 6-997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24823 0 0,'0'0'2729'0'0,"12"1"-1138"0"0,13 2-1004 0 0,1-2-1 0 0,0 0 0 0 0,46-7 1 0 0,28-14-5700 0 0,-76 14-4536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1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23007 0 0,'0'0'2593'0'0,"0"2"-1839"0"0,-5 45 960 0 0,5 88 0 0 0,15 48 1271 0 0,-3-100-2985 0 0,23 81 0 0 0,-22-120 0 0 0,-13-43 0 0 0,0-1 0 0 0,0 0 0 0 0,0 0 0 0 0,0 1 0 0 0,0-1 0 0 0,0 0 0 0 0,0 0 0 0 0,0 1 0 0 0,1-1 0 0 0,-1 0 0 0 0,0 0 0 0 0,0 1 0 0 0,0-1 0 0 0,0 0 0 0 0,1 0 0 0 0,-1 0 0 0 0,0 1 0 0 0,0-1 0 0 0,0 0 0 0 0,1 0 0 0 0,-1 0 0 0 0,0 0 0 0 0,0 1 0 0 0,1-1 0 0 0,-1 0 0 0 0,0 0 0 0 0,0 0 0 0 0,1 0 0 0 0,-1 0 0 0 0,0 0 0 0 0,0 0 0 0 0,1 0 0 0 0,-1 0 0 0 0,0 0 0 0 0,1 0 0 0 0,-1 0 0 0 0,0 0 0 0 0,0 0 0 0 0,1 0 0 0 0,-1 0 0 0 0,0 0 0 0 0,0 0 0 0 0,1 0 0 0 0,-1 0 0 0 0,0-1 0 0 0,0 1 0 0 0,1 0 0 0 0,-1 0 0 0 0,0 0 0 0 0,0 0 0 0 0,1-1 0 0 0,-1 1 0 0 0,0 0 0 0 0,0 0 0 0 0,0 0 0 0 0,0-1 0 0 0,1 1 0 0 0,-1 0 0 0 0,0 0 0 0 0,0-1 0 0 0,0 1 0 0 0,0 0 0 0 0,0 0 0 0 0,0-1 0 0 0,0 1 0 0 0,0 0 0 0 0,0 0 0 0 0,1-1 0 0 0,5-10 0 0 0,0 0 0 0 0,9-20 0 0 0,-2 1 0 0 0,-12 28 0 0 0,19-39 0 0 0,1 0 0 0 0,3 2 0 0 0,40-54 0 0 0,-40 70 0 0 0,-14 18 0 0 0,-1 6 0 0 0,-7 0 0 0 0,0 1 0 0 0,0-1 0 0 0,-1 1 0 0 0,1 0 0 0 0,-1-1 0 0 0,1 1 0 0 0,-1 0 0 0 0,0 0 0 0 0,0 0 0 0 0,1 0 0 0 0,-1 0 0 0 0,-1 0 0 0 0,1 0 0 0 0,1 4 0 0 0,7 36 0 0 0,-8-33 0 0 0,3 13-67 0 0,-1 2-752 0 0,13 44-1 0 0,-14-62 495 0 0,0 0 1 0 0,1 0 0 0 0,0 0-1 0 0,0 0 1 0 0,0-1 0 0 0,0 1-1 0 0,1-1 1 0 0,0 0 0 0 0,0 0-1 0 0,0-1 1 0 0,1 1 0 0 0,6 5-1 0 0,4-1-9512 0 0</inkml:trace>
  <inkml:trace contextRef="#ctx0" brushRef="#br0" timeOffset="1">782 508 18431 0 0,'0'1'844'0'0,"-4"97"2712"0"0,1-30 3218 0 0,1-39-5723 0 0,2 0 0 0 0,5 47 0 0 0,8-2-1862 0 0,-7-47-2356 0 0,-3-11-7262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2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16127 0 0,'0'0'1460'0'0,"-1"3"-1204"0"0,-11 46 886 0 0,2-1 0 0 0,-6 89 0 0 0,10 103 4031 0 0,50 408-4517 0 0,63-5-691 0 0,-45-355 117 0 0,9 44 114 0 0,-23 2-55 0 0,-43-280-126 0 0,5 84 204 0 0,-9-115-266 0 0,-2 1 0 0 0,-1-1-1 0 0,-8 41 1 0 0,4-43-1110 0 0,6-20-13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2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461 775 6911 0 0,'3'-30'660'0'0,"-2"21"-515"0"0,-1 0 1 0 0,2 0-1 0 0,2-12 0 0 0,-3 18 492 0 0,0 0 0 0 0,1 0 0 0 0,-1 0 0 0 0,1 0 0 0 0,-1 0 0 0 0,1 0 0 0 0,0 0 0 0 0,0 1 0 0 0,0-1 0 0 0,1 1 0 0 0,-1 0 0 0 0,5-4 0 0 0,26-14 6222 0 0,3 5-3693 0 0,41-8-2640 0 0,-36 12-443 0 0,249-54-219 0 0,6 22 159 0 0,-187 28-34 0 0,310-27 11 0 0,-194 22 0 0 0,548-45 0 0 0,-12 25 0 0 0,598-41 15 0 0,625-41 554 0 0,-1529 108-509 0 0,81-5 16 0 0,-194-11 1 0 0,105-3 38 0 0,-446 33-115 0 0,7 0 15 0 0,0 0 0 0 0,0 1 0 0 0,-1 0-1 0 0,1 0 1 0 0,0 0 0 0 0,-1 1 0 0 0,1 0-1 0 0,-1 1 1 0 0,9 3 0 0 0,-14-4 24 0 0,1 0-1 0 0,-1 0 1 0 0,1 0-1 0 0,-1 1 1 0 0,0-1-1 0 0,0 0 1 0 0,0 1-1 0 0,0 0 1 0 0,-1-1-1 0 0,3 4 1 0 0,0 2 37 0 0,2 0 6 0 0,-1 1-1 0 0,0-1 0 0 0,-1 1 1 0 0,0 0-1 0 0,4 12 1 0 0,10 50-79 0 0,-10-39 52 0 0,45 254 169 0 0,-21 4 53 0 0,-14-110-142 0 0,57 400 70 0 0,35-5-41 0 0,100 310-100 0 0,-152-591-11 0 0,-34-118-45 0 0,-10-63 48 0 0,-8-49 53 0 0,-3-1-1 0 0,-5 77 1 0 0,2-86 392 0 0,-13-54-354 0 0,-35-5-53 0 0,4 0-110 0 0,-58 0-131 0 0,-120 1-171 0 0,-169 22-58 0 0,-334 22 135 0 0,588-31 226 0 0,-563 43-63 0 0,20-2 4 0 0,-793 24 74 0 0,994-62 12 0 0,-1547 35 217 0 0,1969-46-208 0 0,-858 22 341 0 0,481-12-180 0 0,155-5-28 0 0,-299-2 73 0 0,434-13-267 0 0,142 9-43 0 0,-1-3-488 0 0,0 0-610 0 0,7-4-754 0 0,11-3-4886 0 0,6 1-2055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2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231 167 5063 0 0,'-60'-19'-47'0'0,"-11"-3"4314"0"0,36 9 1404 0 0,0-2 3367 0 0,6 2-3278 0 0,41 13-5076 0 0,-1 1-536 0 0,359 9 992 0 0,-272-14-1124 0 0,292-21 43 0 0,-90-18-1665 0 0,-211 29 968 0 0,-19 7-3585 0 0,-37 4-5094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2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17047 0 0,'-8'-1'436'0'0,"3"2"1538"0"0,-6-1 6896 0 0,25 10-7733 0 0,-7-4-891 0 0,1-2-69 0 0,-1 0 0 0 0,1-1 0 0 0,0 0 1 0 0,0 0-1 0 0,15 2 0 0 0,44 4 123 0 0,-22-4-134 0 0,-2 0-105 0 0,-25-3-60 0 0,1 0-1 0 0,-1 1 1 0 0,1 1-1 0 0,30 11 1 0 0,-48-15 3 0 0,1 1-1 0 0,-1 0 1 0 0,1 0-1 0 0,-1-1 0 0 0,0 1 1 0 0,1 0-1 0 0,-1 0 1 0 0,0 0-1 0 0,1 0 1 0 0,-1 0-1 0 0,0 1 1 0 0,0-1-1 0 0,0 0 1 0 0,0 0-1 0 0,0 1 1 0 0,-1-1-1 0 0,1 1 1 0 0,0-1-1 0 0,0 0 1 0 0,0 3-1 0 0,-1-2 19 0 0,0 0 0 0 0,0 1 0 0 0,0-1-1 0 0,0 0 1 0 0,0 0 0 0 0,0 0 0 0 0,-1 1-1 0 0,1-1 1 0 0,-1 0 0 0 0,1 0 0 0 0,-1 0-1 0 0,0 0 1 0 0,-1 2 0 0 0,-2 3 58 0 0,0 0-1 0 0,-1 0 1 0 0,1-1 0 0 0,-2 1 0 0 0,1-1-1 0 0,-12 10 1 0 0,2-5 13 0 0,0-1 1 0 0,-25 13-1 0 0,-7 4-2565 0 0,36-18-4884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27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294 151 4607 0 0,'1'-2'354'0'0,"2"-2"458"0"0,-1-1 0 0 0,0 1 0 0 0,0-1 0 0 0,-1 0 0 0 0,1 1 0 0 0,-1-1 0 0 0,0 0 1 0 0,0 0-1 0 0,-1 0 0 0 0,1 0 0 0 0,-1 0 0 0 0,0 0 0 0 0,-1 0 0 0 0,1 0 0 0 0,-1 0 0 0 0,0 0 0 0 0,-2-5 0 0 0,2 7-271 0 0,0-1-1 0 0,0 1 1 0 0,-1 0-1 0 0,0 0 0 0 0,1 0 1 0 0,-1 0-1 0 0,0 0 0 0 0,-1 0 1 0 0,1 1-1 0 0,0-1 0 0 0,-1 1 1 0 0,1-1-1 0 0,-6-2 0 0 0,5 3-434 0 0,0 0-1 0 0,0 1 1 0 0,-1-1-1 0 0,1 1 1 0 0,0 0-1 0 0,-1 0 0 0 0,1 0 1 0 0,0 1-1 0 0,-7-1 1 0 0,0 0 14 0 0,0 1 1 0 0,0 0 0 0 0,-1 1-1 0 0,1 0 1 0 0,0 1-1 0 0,0 0 1 0 0,0 0 0 0 0,0 1-1 0 0,1 1 1 0 0,-1-1 0 0 0,1 2-1 0 0,0-1 1 0 0,0 1-1 0 0,-9 7 1 0 0,9-7-120 0 0,1 1 0 0 0,1 0 0 0 0,-1 0 0 0 0,1 1 1 0 0,0 0-1 0 0,1 0 0 0 0,-8 11 0 0 0,12-16-5 0 0,1 0 1 0 0,-1 1-1 0 0,1 0 0 0 0,0-1 1 0 0,0 1-1 0 0,0 0 0 0 0,0-1 1 0 0,0 1-1 0 0,1 0 0 0 0,-1 0 1 0 0,1 0-1 0 0,0-1 0 0 0,0 1 0 0 0,0 0 1 0 0,0 0-1 0 0,0 0 0 0 0,1 0 1 0 0,-1 0-1 0 0,1-1 0 0 0,0 1 1 0 0,-1 0-1 0 0,1 0 0 0 0,1-1 1 0 0,-1 1-1 0 0,0-1 0 0 0,1 1 1 0 0,-1-1-1 0 0,1 1 0 0 0,2 1 1 0 0,1 1-6 0 0,0 0 0 0 0,0 0 1 0 0,0-1-1 0 0,1 0 1 0 0,0-1-1 0 0,0 1 0 0 0,0-1 1 0 0,0 0-1 0 0,0 0 1 0 0,1-1-1 0 0,6 2 0 0 0,15 3-36 0 0,34 5-1 0 0,-57-11 46 0 0,118 12-62 0 0,-86-11 26 0 0,0 1-1 0 0,-1 2 1 0 0,69 20-1 0 0,-96-23 37 0 0,-1 2 0 0 0,0-1 0 0 0,0 1 0 0 0,8 5 0 0 0,-9 0 0 0 0,-6-8 3 0 0,-1 1 0 0 0,0-1-1 0 0,0 1 1 0 0,0 0 0 0 0,0-1 0 0 0,0 1-1 0 0,0-1 1 0 0,0 1 0 0 0,0-1 0 0 0,-1 1-1 0 0,1-1 1 0 0,-1 1 0 0 0,1-1 0 0 0,-1 1 0 0 0,0-1-1 0 0,1 1 1 0 0,-1-1 0 0 0,0 0 0 0 0,0 1-1 0 0,0-1 1 0 0,0 0 0 0 0,0 0 0 0 0,0 0-1 0 0,0 1 1 0 0,-2 0 0 0 0,-3 3 51 0 0,0 1 0 0 0,-1-1 0 0 0,-9 5 0 0 0,-9 4 90 0 0,0-1 0 0 0,-40 14 1 0 0,-59 12-154 0 0,50-16-510 0 0,45-14-1016 0 0,0-1-1 0 0,-41 6 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28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11519 0 0,'3'-12'11480'0'0,"1"30"-10469"0"0,0 0-1 0 0,-1-1 1 0 0,-1 1-1 0 0,0 20 1 0 0,-5 75 560 0 0,0-68-1393 0 0,4 57 0 0 0,3-49-150 0 0,-2-14-317 0 0,11 54 1 0 0,-12-90-104 0 0,-1-1-1661 0 0,0-1 1991 0 0,0-1 0 0 0,1 0 0 0 0,-1 0 0 0 0,0 0-1 0 0,0 1 1 0 0,0-1 0 0 0,0 0 0 0 0,1 0 0 0 0,-1 0 0 0 0,0 1 0 0 0,0-1-1 0 0,0 0 1 0 0,1 0 0 0 0,-1 0 0 0 0,0 0 0 0 0,1 1 0 0 0,-1-1-97 0 0,0 0 1 0 0,0 0 0 0 0,1 0-1 0 0,-1 0 1 0 0,0 0 0 0 0,0 0 0 0 0,1 1-1 0 0,-1-1 1 0 0,0 0 0 0 0,0 0-1 0 0,0 0 1 0 0,0 1 0 0 0,1-1-1 0 0,-1 0 1 0 0,0 0 0 0 0,0 1-1 0 0,0-1 1 0 0,0 0 0 0 0,0 0-1 0 0,0 1 1 0 0,1-1 0 0 0,-1 0-1 0 0,0 0 1 0 0,0 1 0 0 0,0-1-1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2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25 13359 0 0,'-12'-8'10938'0'0,"19"11"-8639"0"0,8 3-2105 0 0,0-1-1 0 0,1 0 1 0 0,0-1-1 0 0,0-1 1 0 0,0-1-1 0 0,0 0 1 0 0,0-1-1 0 0,0 0 0 0 0,0-2 1 0 0,18-2-1 0 0,64-7-97 0 0,49-3 51 0 0,-137 12-147 0 0,0 1 0 0 0,14 2 0 0 0,-21-1 0 0 0,0-1 0 0 0,0 1 0 0 0,0 0 0 0 0,0 0 0 0 0,0 0 0 0 0,0 0 0 0 0,-1 0 0 0 0,1 1 0 0 0,-1-1 0 0 0,1 1 0 0 0,-1-1 0 0 0,4 4 0 0 0,0 4 13 0 0,-6-6 2 0 0,1 0-1 0 0,-1-1 0 0 0,0 1 0 0 0,0 0 0 0 0,0 0 0 0 0,-1 0 0 0 0,1 0 0 0 0,-1 0 0 0 0,1 0 1 0 0,-1 0-1 0 0,0-1 0 0 0,-3 6 0 0 0,0 1 112 0 0,0 0 1 0 0,-10 13-1 0 0,6-11-20 0 0,0 1 0 0 0,-1-1 1 0 0,0 0-1 0 0,-1-1 0 0 0,-14 12 0 0 0,23-22-67 0 0,1 0-45 0 0,-1 0-1 0 0,1 0 1 0 0,0-1-1 0 0,-1 1 1 0 0,1 0-1 0 0,0-1 1 0 0,0 1-1 0 0,-1 0 1 0 0,1-1-1 0 0,0 1 1 0 0,0-1-1 0 0,0 1 1 0 0,0 0-1 0 0,0-1 1 0 0,-1 1-1 0 0,1-1 1 0 0,0 1-1 0 0,0-1 1 0 0,0 1-1 0 0,0 0 1 0 0,0-1 0 0 0,0 1-1 0 0,0-1 1 0 0,0 1-1 0 0,1-1 1 0 0,-1 0-1 0 0,2-12-119 0 0,1 4 27 0 0,1 0 0 0 0,0 0 1 0 0,0 1-1 0 0,11-16 1 0 0,27-29-280 0 0,-37 47 327 0 0,1-1 7 0 0,-1 0 0 0 0,1 0 0 0 0,1 1 0 0 0,-1 0 0 0 0,1 0 0 0 0,0 1-1 0 0,1-1 1 0 0,-1 2 0 0 0,11-6 0 0 0,-17 9 40 0 0,0 1-1 0 0,0 0 1 0 0,0-1-1 0 0,1 1 1 0 0,-1 0 0 0 0,0 0-1 0 0,0 0 1 0 0,0 0-1 0 0,0 0 1 0 0,0 0-1 0 0,0 0 1 0 0,0 0 0 0 0,0 0-1 0 0,0 1 1 0 0,2-1-1 0 0,5 6-19 0 0,-4-1 71 0 0,-1 0 0 0 0,1 1-1 0 0,-1 0 1 0 0,0-1 0 0 0,-1 1-1 0 0,1 0 1 0 0,-1 0 0 0 0,0 1-1 0 0,1 6 1 0 0,5 16 217 0 0,-3-18-212 0 0,-1 0 0 0 0,1-1 0 0 0,0 0 0 0 0,1 0 0 0 0,1-1 0 0 0,-1 0 0 0 0,1 0 1 0 0,15 14-1 0 0,-18-19-209 0 0,0 0 0 0 0,1-1 1 0 0,0 1-1 0 0,-1-1 0 0 0,1 0 1 0 0,0-1-1 0 0,0 1 1 0 0,1-1-1 0 0,-1 0 0 0 0,1 0 1 0 0,-1-1-1 0 0,1 0 0 0 0,-1 1 1 0 0,1-2-1 0 0,0 1 1 0 0,-1-1-1 0 0,1 0 0 0 0,0 0 1 0 0,7-2-1 0 0,12-3-2686 0 0,-8-3-2860 0 0,1-4-2071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29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33 9671 0 0,'-1'-6'629'0'0,"0"1"-462"0"0,0 0 0 0 0,-11-11 11488 0 0,5 26-10245 0 0,6-9-886 0 0,-6 12 182 0 0,1 0 0 0 0,0 1 0 0 0,0 0 0 0 0,1 0-1 0 0,1 0 1 0 0,1 1 0 0 0,-4 28 0 0 0,5-23-579 0 0,1 0 1 0 0,1 0-1 0 0,1-1 1 0 0,1 1 0 0 0,6 29-1 0 0,-5-38-116 0 0,0 1 0 0 0,1-1 0 0 0,0 0 0 0 0,1-1 0 0 0,1 1 1 0 0,-1-1-1 0 0,2 0 0 0 0,-1-1 0 0 0,1 1 0 0 0,1-1 0 0 0,0 0 0 0 0,0-1 0 0 0,1 0 0 0 0,0 0 0 0 0,15 10 0 0 0,-15-13-11 0 0,0 0 0 0 0,0 0 0 0 0,0-1-1 0 0,0 0 1 0 0,1-1 0 0 0,-1 0-1 0 0,1 0 1 0 0,0-1 0 0 0,0 0 0 0 0,0-1-1 0 0,0 0 1 0 0,0-1 0 0 0,0 0-1 0 0,0 0 1 0 0,0-1 0 0 0,0 0 0 0 0,0-1-1 0 0,14-4 1 0 0,-13 2-9 0 0,0-1 0 0 0,1 0 0 0 0,-1 0 0 0 0,-1-1 0 0 0,1-1 0 0 0,-1 0 0 0 0,-1 0 0 0 0,1-1 0 0 0,15-17 0 0 0,-14 14-13 0 0,-2-2 0 0 0,1 0 0 0 0,-2 0 0 0 0,0 0 0 0 0,0-1 0 0 0,-1 0-1 0 0,6-20 1 0 0,-12 30 4 0 0,1 0 0 0 0,-1 0 0 0 0,0-1-1 0 0,0 1 1 0 0,0-9 0 0 0,-1 11-62 0 0,-2 3 0 0 0,-1 0 81 0 0,0 1 1 0 0,0 0-1 0 0,0-1 1 0 0,0 1-1 0 0,0 0 0 0 0,0 1 1 0 0,0-1-1 0 0,1 0 0 0 0,-1 1 1 0 0,1 0-1 0 0,0-1 1 0 0,0 1-1 0 0,0 0 0 0 0,0 0 1 0 0,0 0-1 0 0,1 0 0 0 0,-1 1 1 0 0,1-1-1 0 0,0 0 1 0 0,0 1-1 0 0,0 3 0 0 0,-1 0 9 0 0,0 1 0 0 0,1-1 0 0 0,1 1 0 0 0,-1-1 0 0 0,1 1 1 0 0,1-1-1 0 0,-1 1 0 0 0,1-1 0 0 0,2 8 0 0 0,-2-10-15 0 0,1-1 0 0 0,-1 0 0 0 0,1 0 1 0 0,0 0-1 0 0,0 0 0 0 0,1 0 0 0 0,-1 0 1 0 0,1 0-1 0 0,0-1 0 0 0,0 1 0 0 0,0-1 1 0 0,0 0-1 0 0,1 0 0 0 0,-1 0 0 0 0,1 0 0 0 0,0-1 1 0 0,-1 1-1 0 0,1-1 0 0 0,1 0 0 0 0,-1 0 1 0 0,6 1-1 0 0,-6-1-198 0 0,0-2 1 0 0,0 1-1 0 0,0 0 0 0 0,1-1 1 0 0,-1 0-1 0 0,0 0 1 0 0,0 0-1 0 0,0 0 0 0 0,0-1 1 0 0,1 1-1 0 0,-1-1 1 0 0,0 0-1 0 0,0-1 0 0 0,0 1 1 0 0,4-3-1 0 0,-6 3-112 0 0,-1 1 0 0 0,1-1 0 0 0,-1 0 0 0 0,1 1 0 0 0,-1-1-1 0 0,0 0 1 0 0,0 0 0 0 0,1 0 0 0 0,-1 0 0 0 0,0-1 0 0 0,0 1 0 0 0,0 0 0 0 0,0 0 0 0 0,0-1 0 0 0,0 1-1 0 0,-1 0 1 0 0,2-3 0 0 0,1-4-1957 0 0</inkml:trace>
  <inkml:trace contextRef="#ctx0" brushRef="#br0" timeOffset="1">0 184 12439 0 0,'0'0'958'0'0,"0"-2"-625"0"0,0-2 56 0 0,9 0 3282 0 0,-7 4-3072 0 0,14-5 280 0 0,0 0 1 0 0,0 2 0 0 0,23-3 0 0 0,51 1 1599 0 0,-84 5-2467 0 0,316-15-3980 0 0,-265 12-3528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29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21855 0 0,'0'0'1980'0'0,"0"2"-1631"0"0,-5 10 234 0 0,2-1 0 0 0,-1 1-1 0 0,-2 22 1 0 0,-1 41 1999 0 0,7-71-2568 0 0,-2 36 616 0 0,2 0 0 0 0,11 77 0 0 0,26 79-642 0 0,-1-11-70 0 0,-33-160-775 0 0,-1 0 1 0 0,-1 0-1 0 0,-1 0 0 0 0,-1 0 1 0 0,-7 42-1 0 0,1-38-1343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9 10135 0 0,'-66'0'287'0'0,"-16"1"5540"0"0,1-4 7268 0 0,237 1-10265 0 0,95-1-2714 0 0,139 2-15 0 0,-226 4-101 0 0,273 13 0 0 0,-221 0 0 0 0,503 32 0 0 0,-682-45-397 0 0,69 1 1183 0 0,-34-4-5260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 17967 0 0,'-18'-4'12392'0'0,"15"13"-15848"0"0,1 3 1144 0 0</inkml:trace>
  <inkml:trace contextRef="#ctx0" brushRef="#br0" timeOffset="1">33 292 23903 0 0,'0'0'1093'0'0,"-1"1"-21"0"0,-19 18-530 0 0,19-17-139 0 0,-1 1 0 0 0,1 0 1 0 0,-1 0-1 0 0,1-1 0 0 0,0 1 0 0 0,0 0 1 0 0,0 0-1 0 0,1 0 0 0 0,-1 1 0 0 0,1 4 1 0 0,8 0-3391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0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15 16583 0 0,'-15'-14'10040'0'0,"15"16"-9007"0"0,-4 14-508 0 0,2 0 0 0 0,0 0 0 0 0,1 32 0 0 0,8 53-212 0 0,-2-38-178 0 0,12 145 64 0 0,-4-65 37 0 0,-15-80-2213 0 0,-4-74 417 0 0,2 6 1232 0 0,-1-5-750 0 0,0 0 0 0 0,1 0-1 0 0,0 0 1 0 0,-4-15 0 0 0,3 2-1282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63 209 10135 0 0,'-22'-28'678'0'0,"15"20"40"0"0,0-1-1 0 0,1 0 1 0 0,0 0-1 0 0,-6-12 1 0 0,12 20-190 0 0,-1 0 1 0 0,1 0-1 0 0,0-1 1 0 0,-1 1-1 0 0,1 0 1 0 0,0 0-1 0 0,0 0 1 0 0,0 0-1 0 0,0 0 1 0 0,0-1-1 0 0,0 1 1 0 0,0 0-1 0 0,0 0 1 0 0,0 0-1 0 0,1 0 1 0 0,-1 0-1 0 0,0 0 1 0 0,1-2-1 0 0,0 2-182 0 0,0-1 0 0 0,0 1 0 0 0,0-1-1 0 0,1 1 1 0 0,-1 0 0 0 0,0-1-1 0 0,0 1 1 0 0,1 0 0 0 0,-1 0 0 0 0,3-1-1 0 0,4-2-151 0 0,-1 0 1 0 0,0 1-1 0 0,1 1 0 0 0,9-3 0 0 0,-13 4 154 0 0,232-53 827 0 0,-197 48-1177 0 0,0 2-1 0 0,1 1 1 0 0,0 3-1 0 0,43 4 1 0 0,-74-3 2 0 0,1 0 0 0 0,-1 1 0 0 0,0 0 0 0 0,0 1 0 0 0,0 0 0 0 0,0 0 0 0 0,0 1 0 0 0,11 6 0 0 0,-17-8 0 0 0,0 0 0 0 0,0 0 0 0 0,0 1 0 0 0,-1-1 0 0 0,1 0 0 0 0,-1 1 0 0 0,1 0 0 0 0,-1-1 0 0 0,0 1 0 0 0,0 0 0 0 0,0 0 0 0 0,-1 0 0 0 0,1 1 0 0 0,-1-1 0 0 0,1 0 0 0 0,-1 1 0 0 0,0-1 0 0 0,0 0 0 0 0,-1 1 0 0 0,1-1 0 0 0,-1 1 0 0 0,0-1 0 0 0,0 1 0 0 0,0-1 0 0 0,-1 6 0 0 0,0-1 5 0 0,-1 1 1 0 0,-1-1-1 0 0,1 1 0 0 0,-2-1 1 0 0,1 0-1 0 0,-1 0 0 0 0,0 0 1 0 0,-11 14-1 0 0,-4 3-17 0 0,-24 25 1 0 0,35-41-22 0 0,-21 22-454 0 0,4-5-700 0 0,-29 39 0 0 0,48-55 407 0 0,-12 16-923 0 0,8-6-5399 0 0,4-4-796 0 0</inkml:trace>
  <inkml:trace contextRef="#ctx0" brushRef="#br0" timeOffset="1">599 530 17303 0 0,'0'0'1572'0'0,"2"2"-1294"0"0,21 33 459 0 0,-15-22 1054 0 0,-1 0 1 0 0,0 0-1 0 0,-1 1 1 0 0,7 26-1 0 0,15 78-71 0 0,-28-116-1824 0 0,21-1-11374 0 0,-11-4 3284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16127 0 0,'0'0'1242'0'0,"2"-1"-812"0"0,14-9 1163 0 0,10-5 3425 0 0,9 0-932 0 0,-22 9-3018 0 0,27-9 0 0 0,-8 6-680 0 0,-11 3-448 0 0,0 0 0 0 0,1 1 0 0 0,28-2 0 0 0,-48 7-146 0 0,1 0 0 0 0,0 0-1 0 0,0 1 1 0 0,0-1 0 0 0,-1 1-1 0 0,1-1 1 0 0,0 1-1 0 0,-1 0 1 0 0,1 0 0 0 0,-1 0-1 0 0,1 0 1 0 0,-1 1 0 0 0,1-1-1 0 0,-1 1 1 0 0,0-1-1 0 0,1 1 1 0 0,1 2 0 0 0,4 6-1949 0 0</inkml:trace>
  <inkml:trace contextRef="#ctx0" brushRef="#br0" timeOffset="1">28 247 12439 0 0,'-13'0'12820'0'0,"49"-2"-9288"0"0,19-5-2553 0 0,-32 3-477 0 0,89-16-40 0 0,19-2-547 0 0,-42 15-3564 0 0,-63 6-6152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0 18431 0 0,'-17'5'985'0'0,"-1"1"0"0"0,1 1-1 0 0,0 0 1 0 0,1 2 0 0 0,0-1-1 0 0,0 2 1 0 0,1 0-1 0 0,-18 16 1 0 0,21-15-900 0 0,-1 2-1 0 0,-17 23 1 0 0,22-26 150 0 0,1 0 0 0 0,1 1 0 0 0,-1 0 0 0 0,2 0 0 0 0,-6 13 0 0 0,10-19-185 0 0,-1-1-1 0 0,1 0 1 0 0,0 0 0 0 0,0 0-1 0 0,1 1 1 0 0,-1-1-1 0 0,1 0 1 0 0,0 1-1 0 0,0-1 1 0 0,1 1 0 0 0,-1-1-1 0 0,1 0 1 0 0,0 0-1 0 0,0 1 1 0 0,0-1-1 0 0,0 0 1 0 0,1 0 0 0 0,2 5-1 0 0,-1-6-36 0 0,-1 0 0 0 0,1 1 0 0 0,0-1 0 0 0,0-1 0 0 0,0 1 0 0 0,0 0 0 0 0,1-1 0 0 0,-1 1 0 0 0,1-1 0 0 0,-1 0 0 0 0,1 0 0 0 0,0-1 0 0 0,0 1 0 0 0,0-1 0 0 0,0 1 0 0 0,0-1 0 0 0,7 0 0 0 0,3 1-16 0 0,0 0 1 0 0,0-2-1 0 0,27-2 0 0 0,-22 0-70 0 0,0-1 1 0 0,-1-1 0 0 0,0-1-1 0 0,0 0 1 0 0,0-2-1 0 0,24-11 1 0 0,-27 10 28 0 0,-1 0 1 0 0,1-1-1 0 0,-2 0 0 0 0,1-2 1 0 0,-1 1-1 0 0,-1-1 0 0 0,17-19 1 0 0,-26 26 41 0 0,1-1 0 0 0,-1 1 1 0 0,-1-1-1 0 0,1 1 1 0 0,0-1-1 0 0,-1 0 0 0 0,0 0 1 0 0,0 0-1 0 0,-1 0 0 0 0,1 0 1 0 0,0-9-1 0 0,-2 10 8 0 0,1 1-1 0 0,-2-1 1 0 0,1 1-1 0 0,0-1 1 0 0,-1 0-1 0 0,0 1 1 0 0,1-1-1 0 0,-1 1 1 0 0,-1-1-1 0 0,1 1 1 0 0,0 0 0 0 0,-1-1-1 0 0,0 1 1 0 0,0 0-1 0 0,0 0 1 0 0,0 0-1 0 0,-5-5 1 0 0,2 3-104 0 0,0-1 0 0 0,-1 1-1 0 0,0 1 1 0 0,1-1 0 0 0,-2 1 0 0 0,1 0 0 0 0,0 0 0 0 0,-1 0 0 0 0,0 1 0 0 0,0 0 0 0 0,0 1 0 0 0,0-1 0 0 0,0 1 0 0 0,0 1 0 0 0,-1 0-1 0 0,1 0 1 0 0,-1 0 0 0 0,1 0 0 0 0,-1 1 0 0 0,1 1 0 0 0,-1-1 0 0 0,1 1 0 0 0,0 1 0 0 0,-12 2 0 0 0,4 4-1621 0 0,1 3-73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5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6911 0 0,'0'2'528'0'0,"-3"7"-1197"0"0,-4 9 4334 0 0,2 6 10203 0 0,4-21-15441 0 0,11-8-582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22111 0 0,'-3'-1'4917'0'0,"47"-3"-3891"0"0,74 2-1 0 0,-111 2-1025 0 0,-5 0 0 0 0,1 0 0 0 0,-1 0 0 0 0,0 0 0 0 0,0 0 0 0 0,0 0 0 0 0,0 1 0 0 0,1-1 0 0 0,-1 1 0 0 0,0-1 0 0 0,0 1 0 0 0,0 0 0 0 0,0 0 0 0 0,2 1 0 0 0,-2-1 17 0 0,0 0 0 0 0,-1 0 1 0 0,1 0-1 0 0,0 0 0 0 0,-1 0 0 0 0,1 0 0 0 0,-1 0 0 0 0,0 0 1 0 0,1 1-1 0 0,-1-1 0 0 0,0 1 0 0 0,0-1 0 0 0,0 1 0 0 0,0-1 1 0 0,0 1-1 0 0,0 0 0 0 0,0-1 0 0 0,0 1 0 0 0,-1 0 0 0 0,1 0 1 0 0,-1 0-1 0 0,1-1 0 0 0,-1 1 0 0 0,0 0 0 0 0,0 0 0 0 0,1 0 1 0 0,-1 0-1 0 0,-1 0 0 0 0,1 0 0 0 0,0 0 0 0 0,0-1 0 0 0,-1 1 1 0 0,1 0-1 0 0,-1 0 0 0 0,-1 2 0 0 0,-2 6 103 0 0,0-1-1 0 0,-1 1 1 0 0,0-1 0 0 0,0-1-1 0 0,-8 10 1 0 0,-96 136 1125 0 0,106-150-1222 0 0,1 0 0 0 0,-1 1 0 0 0,1-1 0 0 0,-1 1 0 0 0,1 0 1 0 0,1-1-1 0 0,-1 1 0 0 0,-1 5 0 0 0,3-8-21 0 0,0-1 0 0 0,0 1 1 0 0,0 0-1 0 0,0-1 1 0 0,0 1-1 0 0,1-1 1 0 0,-1 1-1 0 0,0-1 0 0 0,1 1 1 0 0,-1-1-1 0 0,1 1 1 0 0,-1-1-1 0 0,1 1 1 0 0,0-1-1 0 0,0 0 1 0 0,-1 1-1 0 0,1-1 0 0 0,0 0 1 0 0,0 0-1 0 0,0 0 1 0 0,0 0-1 0 0,1 0 1 0 0,-1 0-1 0 0,0 0 0 0 0,0 0 1 0 0,1 0-1 0 0,-1 0 1 0 0,0 0-1 0 0,1-1 1 0 0,1 1-1 0 0,4 2-32 0 0,0-1 1 0 0,0 0-1 0 0,0 0 0 0 0,0-1 0 0 0,0 0 1 0 0,0 0-1 0 0,10-1 0 0 0,3 0-329 0 0,29-5 0 0 0,-3-4-1658 0 0,0-3-1 0 0,56-21 1 0 0,-65 19-4275 0 0,-1-2-1760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6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5527 0 0,'0'0'423'0'0,"-8"0"-262"0"0,-1 1 2576 0 0,-4 0 4879 0 0,-25 5 0 0 0,14 3-3541 0 0,1 7-4206 0 0,17-11 410 0 0,0 0-1 0 0,0 1 0 0 0,0 0 0 0 0,0 0 0 0 0,1 0 0 0 0,0 1 0 0 0,1 0 0 0 0,-1 0 0 0 0,1 0 0 0 0,1 1 0 0 0,-1-1 1 0 0,1 1-1 0 0,-3 14 0 0 0,6-21-274 0 0,0 0 1 0 0,0 0-1 0 0,0 0 1 0 0,0 0-1 0 0,0 0 0 0 0,0 0 1 0 0,1 0-1 0 0,-1 0 1 0 0,0 0-1 0 0,1 0 1 0 0,-1 0-1 0 0,1 0 1 0 0,-1 0-1 0 0,1 0 1 0 0,0 0-1 0 0,-1 0 1 0 0,1 0-1 0 0,0 0 1 0 0,0-1-1 0 0,0 1 0 0 0,1 1 1 0 0,19 11 39 0 0,-11-8-93 0 0,0-1 0 0 0,1-1 0 0 0,-1 0 0 0 0,1-1 0 0 0,-1 0 0 0 0,17 1 0 0 0,0-1-136 0 0,38-4 0 0 0,-37-1-22 0 0,-1-2 1 0 0,39-11-1 0 0,-60 15 167 0 0,-1-1 0 0 0,1 0 0 0 0,-1 0 0 0 0,0-1 0 0 0,1 1 0 0 0,-2-1 0 0 0,1-1 0 0 0,0 1 0 0 0,0 0 0 0 0,-1-1 0 0 0,0 0 0 0 0,0 0 0 0 0,7-9 0 0 0,-11 12 35 0 0,1 0-1 0 0,-1 0 1 0 0,0 0 0 0 0,1 0-1 0 0,-1 0 1 0 0,0 0 0 0 0,0 0-1 0 0,0 0 1 0 0,0-1 0 0 0,0 1 0 0 0,0 0-1 0 0,0 0 1 0 0,0 0 0 0 0,0 0-1 0 0,0 0 1 0 0,-1 0 0 0 0,1 0-1 0 0,-1 0 1 0 0,1 0 0 0 0,0 0-1 0 0,-1 0 1 0 0,1 0 0 0 0,-1 0-1 0 0,0 0 1 0 0,1 0 0 0 0,-1 1-1 0 0,0-1 1 0 0,0 0 0 0 0,1 0-1 0 0,-1 1 1 0 0,0-1 0 0 0,-2-1 0 0 0,-1-1-18 0 0,0 0 0 0 0,0 0 0 0 0,-1 0 1 0 0,1 1-1 0 0,-9-4 0 0 0,3 3-35 0 0,0 1 0 0 0,0 0-1 0 0,0 0 1 0 0,0 1 0 0 0,0 0-1 0 0,0 1 1 0 0,-19 2 0 0 0,1 2-1022 0 0,-42 11 1 0 0,60-12 407 0 0,1 0 1 0 0,1 1 0 0 0,-1 0-1 0 0,0 0 1 0 0,-15 12 0 0 0,5-2-1076 0 0</inkml:trace>
  <inkml:trace contextRef="#ctx0" brushRef="#br0" timeOffset="1">344 279 11519 0 0,'0'0'887'0'0,"-2"-16"-187"0"0,2 14-207 0 0,-1 0-1 0 0,1 1 1 0 0,-1-1 0 0 0,0 1 0 0 0,0-1-1 0 0,1 1 1 0 0,-1-1 0 0 0,0 1 0 0 0,0 0-1 0 0,0-1 1 0 0,-1 1 0 0 0,1 0 0 0 0,0 0-1 0 0,0 0 1 0 0,-1 0 0 0 0,1 0 0 0 0,0 0-1 0 0,-4-2 1 0 0,3 3-95 0 0,-1-1 0 0 0,1 0 0 0 0,-1 0-1 0 0,0 1 1 0 0,0 0 0 0 0,1-1 0 0 0,-1 1 0 0 0,0 0 0 0 0,1 1-1 0 0,-6 0 1 0 0,-1 0 115 0 0,0 2-1 0 0,1 0 0 0 0,-1 0 0 0 0,1 0 0 0 0,-16 9 1 0 0,0 2-71 0 0,0 2-1 0 0,-23 19 1 0 0,40-29-353 0 0,0 0 0 0 0,1 1 1 0 0,-1-1-1 0 0,1 1 0 0 0,1 1 0 0 0,-1-1 0 0 0,1 1 0 0 0,1 0 0 0 0,-1 0 0 0 0,-3 12 0 0 0,7-17-93 0 0,0-1 0 0 0,0 1 0 0 0,1-1 1 0 0,-1 1-1 0 0,1-1 0 0 0,0 1 0 0 0,0-1 0 0 0,0 1 0 0 0,0 0 0 0 0,0-1 1 0 0,0 1-1 0 0,1-1 0 0 0,-1 1 0 0 0,1 0 0 0 0,0-1 0 0 0,0 0 1 0 0,1 4-1 0 0,0-3-10 0 0,0 0 1 0 0,1 0 0 0 0,-1 0 0 0 0,0 0 0 0 0,1 0 0 0 0,0-1-1 0 0,-1 0 1 0 0,1 1 0 0 0,0-1 0 0 0,0 0 0 0 0,5 2-1 0 0,0 0-14 0 0,1-1-1 0 0,-1 0 1 0 0,1 0-1 0 0,0 0 1 0 0,0-1-1 0 0,0-1 0 0 0,0 0 1 0 0,0 0-1 0 0,11 0 1 0 0,-8-2-51 0 0,1 0 1 0 0,-1 0 0 0 0,1-1 0 0 0,-1-1 0 0 0,0 0-1 0 0,1 0 1 0 0,-1-2 0 0 0,18-8 0 0 0,-26 11 39 0 0,1-1 0 0 0,-1 0 1 0 0,0 1-1 0 0,-1-1 0 0 0,1-1 0 0 0,0 1 1 0 0,-1 0-1 0 0,0-1 0 0 0,0 0 1 0 0,0 0-1 0 0,0 0 0 0 0,-1 0 0 0 0,1 0 1 0 0,-1-1-1 0 0,0 1 0 0 0,0-1 1 0 0,-1 1-1 0 0,1-1 0 0 0,-1 0 0 0 0,0 1 1 0 0,0-1-1 0 0,-1 0 0 0 0,1 0 1 0 0,-1 0-1 0 0,-1-5 0 0 0,1 5-149 0 0,-1-1 1 0 0,0 1-1 0 0,0 0 1 0 0,0 0-1 0 0,0 0 0 0 0,-1 0 1 0 0,0 0-1 0 0,0 1 1 0 0,-1-1-1 0 0,-5-8 0 0 0,5 9-485 0 0,0 0 0 0 0,0 0 0 0 0,-1 0 0 0 0,0 1-1 0 0,0-1 1 0 0,-7-4 0 0 0,2 3-1407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7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1 567 9671 0 0,'0'-1'12744'0'0,"2"-4"-12218"0"0,0 0-1 0 0,-1 0 0 0 0,1-1 1 0 0,-1 1-1 0 0,-1 0 0 0 0,1 0 1 0 0,-1-1-1 0 0,0 1 0 0 0,0 0 1 0 0,-2-10-1 0 0,1-10 687 0 0,22-230-166 0 0,-16 202-1190 0 0,-5 52 214 0 0,8 11 23 0 0,-4-5-85 0 0,1-1 1 0 0,-1 1-1 0 0,1-1 0 0 0,0 0 0 0 0,0 0 1 0 0,10 6-1 0 0,-6-5-2 0 0,-1 0-23 0 0,1-1 0 0 0,-1 0 0 0 0,1 0 0 0 0,0-1 0 0 0,0 0 0 0 0,0-1 0 0 0,0 0 0 0 0,0-1 0 0 0,1 1-1 0 0,-1-2 1 0 0,0 1 0 0 0,19-3 0 0 0,-16 1-89 0 0,1-1-1 0 0,-1-1 0 0 0,0 0 1 0 0,0-1-1 0 0,0 0 1 0 0,0-1-1 0 0,-1 0 0 0 0,0-1 1 0 0,13-8-1 0 0,-18 9 50 0 0,1 0 0 0 0,-1 0 0 0 0,0-1 0 0 0,0 0-1 0 0,-1 0 1 0 0,0 0 0 0 0,0-1 0 0 0,0 0 0 0 0,3-7 0 0 0,4-11 1 0 0,12-34 0 0 0,-12 28 32 0 0,-4 18 202 0 0,-8 13-155 0 0,1-1 0 0 0,-1 1 1 0 0,0 0-1 0 0,0 0 0 0 0,1 0 0 0 0,-1 0 0 0 0,0 0 1 0 0,1-1-1 0 0,-1 1 0 0 0,0 0 0 0 0,1 0 1 0 0,-1 0-1 0 0,0 0 0 0 0,1 0 0 0 0,-1 0 0 0 0,0 0 1 0 0,1 0-1 0 0,-1 0 0 0 0,0 0 0 0 0,1 0 0 0 0,-1 0 1 0 0,0 0-1 0 0,1 0 0 0 0,-1 1 0 0 0,2 0 31 0 0,0 0 0 0 0,0 1 0 0 0,-1-1 0 0 0,1 1 0 0 0,-1 0 0 0 0,1-1 0 0 0,-1 1 0 0 0,0 0 0 0 0,1 0 0 0 0,0 2 0 0 0,31 65 237 0 0,-23-47-151 0 0,22 38 0 0 0,-10-29-1225 0 0,31 33 0 0 0,6 8-826 0 0,-39-44-2069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7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21711 0 0,'0'0'1965'0'0,"-1"2"-1617"0"0,-2 6 102 0 0,-1 1-1 0 0,2 0 0 0 0,-1-1 0 0 0,1 1 0 0 0,1 0 0 0 0,-1 0 0 0 0,1 13 0 0 0,4 67 1832 0 0,1-56-2068 0 0,2-1 0 0 0,10 36 0 0 0,7 29-3427 0 0,-23-92 2830 0 0,-6-26-14300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7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40 4607 0 0,'0'-2'113'0'0,"1"-1"-1"0"0,-1 1 1 0 0,0 0-1 0 0,-4-20 17695 0 0,8 20-17389 0 0,0 1 0 0 0,0-1 0 0 0,1 1 0 0 0,-1 0 0 0 0,0 0 1 0 0,1 1-1 0 0,-1 0 0 0 0,7-1 0 0 0,40 6 470 0 0,-20-2-559 0 0,7 0-188 0 0,75 14 0 0 0,-101-14-124 0 0,0 0 0 0 0,0 1-1 0 0,0 0 1 0 0,-1 1 0 0 0,0 0-1 0 0,0 1 1 0 0,-1 0 0 0 0,1 1-1 0 0,-1 0 1 0 0,13 12 0 0 0,-22-17 37 0 0,1-1 0 0 0,0 1 0 0 0,-1-1 0 0 0,0 1 0 0 0,1 0 0 0 0,-1 0 0 0 0,0 0-1 0 0,0 0 1 0 0,0 0 0 0 0,0 0 0 0 0,0 0 0 0 0,-1 0 0 0 0,1 0 0 0 0,0 1 0 0 0,-1-1 0 0 0,0 0 0 0 0,1 0 0 0 0,-1 0 0 0 0,0 1 0 0 0,-1 3 0 0 0,1-4 27 0 0,-1 1 0 0 0,0-1 0 0 0,0 0-1 0 0,0 1 1 0 0,0-1 0 0 0,-1 0 0 0 0,1 0 0 0 0,0 0-1 0 0,-1 1 1 0 0,0-2 0 0 0,1 1 0 0 0,-1 0 0 0 0,0 0-1 0 0,0 0 1 0 0,0-1 0 0 0,0 1 0 0 0,-5 1 0 0 0,-13 8 32 0 0,-1-1 1 0 0,-1-1 0 0 0,0-1-1 0 0,0-1 1 0 0,0-1 0 0 0,-1-1-1 0 0,-44 4 1 0 0,58-8-659 0 0,0-1-1 0 0,1 2 1 0 0,-1-1 0 0 0,1 1-1 0 0,-1 0 1 0 0,1 1 0 0 0,-12 5-1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0 11519 0 0,'-2'1'8722'0'0,"-56"30"-2014"0"0,1 6-4145 0 0,40-24-2292 0 0,0 1-1 0 0,0 0 0 0 0,2 1 1 0 0,-18 21-1 0 0,29-31-259 0 0,0 0-1 0 0,0 1 0 0 0,1-1 0 0 0,0 1 1 0 0,0 0-1 0 0,0 0 0 0 0,0 0 0 0 0,1 0 1 0 0,-2 11-1 0 0,4-9-29 0 0,1-7 0 0 0,0 0-1 0 0,-1 0 1 0 0,1 0-1 0 0,0 0 1 0 0,0 0-1 0 0,0 0 1 0 0,0 0-1 0 0,0 0 1 0 0,0-1-1 0 0,0 1 1 0 0,1 0-1 0 0,-1-1 1 0 0,0 1-1 0 0,0-1 1 0 0,1 1-1 0 0,-1-1 0 0 0,2 1 1 0 0,-2-1-3 0 0,3 1-59 0 0,1 0 0 0 0,0 0 0 0 0,0-1 0 0 0,-1 0 0 0 0,1 0 1 0 0,0 0-1 0 0,0 0 0 0 0,0-1 0 0 0,8-2 0 0 0,1 0-164 0 0,0-2 0 0 0,14-5 0 0 0,16-12-79 0 0,-28 13 179 0 0,0 1-1 0 0,22-8 1 0 0,-37 16 157 0 0,0 0 0 0 0,0 0 0 0 0,0 0 0 0 0,0 0 0 0 0,0 1 0 0 0,0-1 0 0 0,0 0 0 0 0,0 0 0 0 0,0 0 0 0 0,0 1 0 0 0,0-1 0 0 0,0 0 0 0 0,0 1 0 0 0,-1-1 0 0 0,1 1 0 0 0,0-1 0 0 0,0 1 0 0 0,0 0 0 0 0,-1-1 0 0 0,1 1 0 0 0,0 0 0 0 0,-1-1 0 0 0,1 1 0 0 0,0 0 0 0 0,-1 0 0 0 0,1 0 0 0 0,-1 0 0 0 0,1 1 0 0 0,13 29 545 0 0,-13-28-517 0 0,7 16-26 0 0,0 0 0 0 0,1 0-1 0 0,1-1 1 0 0,0 0-1 0 0,2-1 1 0 0,0 0 0 0 0,1-1-1 0 0,0-1 1 0 0,21 19-1 0 0,-15-19-822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19351 0 0,'0'0'2018'0'0,"2"1"-1918"0"0,7 7 768 0 0,1 0 1 0 0,0-1 0 0 0,12 7 0 0 0,16 11 1431 0 0,51 45-1956 0 0,121 90 91 0 0,-185-143-818 0 0,1-2-1 0 0,34 17 1 0 0,20 0-5683 0 0,-67-27 4242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1 22831 0 0,'-7'2'237'0'0,"0"1"-1"0"0,0 1 1 0 0,1-1-1 0 0,-1 1 1 0 0,1 0-1 0 0,-1 0 1 0 0,1 1-1 0 0,1 0 1 0 0,-1 0-1 0 0,1 0 1 0 0,-8 10-1 0 0,-4 8 5 0 0,-25 44 0 0 0,14-22 604 0 0,-5 6-578 0 0,-54 79 901 0 0,62-96-812 0 0,-49 51 0 0 0,65-77-417 0 0,-2 3-456 0 0,1-1 1 0 0,0 1-1 0 0,-15 22 0 0 0,25-29-1078 0 0,1 5-378 0 0</inkml:trace>
  <inkml:trace contextRef="#ctx0" brushRef="#br0" timeOffset="1">659 369 22719 0 0,'0'2'1043'0'0,"8"88"1330"0"0,-6-54-681 0 0,12 64 0 0 0,-13-95-2160 0 0,0 0 1 0 0,1 0-1 0 0,0 0 0 0 0,0-1 1 0 0,0 1-1 0 0,0 0 0 0 0,1-1 0 0 0,5 7 1 0 0,-7-9 167 0 0,1 0 0 0 0,0 0 0 0 0,0 0 0 0 0,0 0-1 0 0,1-1 1 0 0,-1 1 0 0 0,0-1 0 0 0,1 1 0 0 0,-1-1 0 0 0,0 0 0 0 0,1 0 0 0 0,0 0 0 0 0,-1 0 0 0 0,1-1 0 0 0,0 1 0 0 0,-1-1 0 0 0,6 1 0 0 0,14-3-2090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15199 0 0,'0'0'11448'0'0,"2"1"-10157"0"0,6 2-803 0 0,0 0 0 0 0,1 0 0 0 0,-1-1 0 0 0,1 0 0 0 0,0 0 0 0 0,15 0 0 0 0,60-1-251 0 0,-43-2-226 0 0,-4 0-128 0 0,42 2-1399 0 0,-70 0 422 0 0,1 0-1 0 0,-1 1 1 0 0,13 4 0 0 0,-12-2-731 0 0</inkml:trace>
  <inkml:trace contextRef="#ctx0" brushRef="#br0" timeOffset="1">60 166 11975 0 0,'-1'1'547'0'0,"0"0"-351"0"0,-14 7 8649 0 0,17-7-8577 0 0,-1 1-1 0 0,0-1 1 0 0,1 1-1 0 0,-1-1 1 0 0,1 0-1 0 0,-1 0 1 0 0,1 0-1 0 0,0 0 1 0 0,0 0-1 0 0,-1 0 1 0 0,1 0-1 0 0,0 0 1 0 0,0-1-1 0 0,0 1 1 0 0,0 0-1 0 0,0-1 1 0 0,0 0-1 0 0,2 1 1 0 0,8-1-160 0 0,-1 1 0 0 0,12-2 0 0 0,-12 1 176 0 0,106-12-484 0 0,-56 4-327 0 0,118-14-4941 0 0,-100 9 2119 0 0,-37 3 1646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39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82 5983 0 0,'-5'-22'1394'0'0,"0"2"-3431"0"0,3 6 4308 0 0,0-11 18350 0 0,12 37-19645 0 0,-4-4-712 0 0,0 1 0 0 0,-1 1 0 0 0,0-1 0 0 0,0 1 0 0 0,4 13 0 0 0,15 56 117 0 0,-18-55-246 0 0,70 320 244 0 0,-72-322-494 0 0,2 11-1012 0 0,1-1-1 0 0,17 45 1 0 0,-21-69-776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40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4607 0 0,'-3'0'208'0'0,"-51"8"14542"0"0,61-5-9704 0 0,3 3-3216 0 0,6 3-1763 0 0,9-3 322 0 0,-1-1-1 0 0,1-1 0 0 0,32 2 0 0 0,-18-3 46 0 0,546 26 1334 0 0,-415-32-3944 0 0,-57-8-3345 0 0,-82 6-2830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4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11 8287 0 0,'-9'-2'511'0'0,"-38"-6"-358"0"0,43 7 502 0 0,0 1 1 0 0,-18 2 16492 0 0,34 4-16766 0 0,13 3-119 0 0,0-1 0 0 0,45 9 0 0 0,-43-12-275 0 0,0 2-1 0 0,35 13 0 0 0,-59-19 7 0 0,-1 0 1 0 0,1 0-1 0 0,0 1 1 0 0,-1-1-1 0 0,1 1 0 0 0,-1-1 1 0 0,0 1-1 0 0,1 0 0 0 0,-1 0 1 0 0,0 0-1 0 0,0 1 1 0 0,2 2-1 0 0,-3-4 0 0 0,-1 1 0 0 0,1-1 0 0 0,0 1 0 0 0,-1-1 0 0 0,0 1 1 0 0,1-1-1 0 0,-1 1 0 0 0,0-1 0 0 0,0 1 0 0 0,0 0 0 0 0,0-1 0 0 0,0 1 0 0 0,0-1 0 0 0,0 1 0 0 0,-1-1 0 0 0,1 1 1 0 0,0-1-1 0 0,-1 1 0 0 0,0-1 0 0 0,1 1 0 0 0,-1-1 0 0 0,0 1 0 0 0,1-1 0 0 0,-1 0 0 0 0,-1 2 0 0 0,-6 8 137 0 0,0-1 0 0 0,-1 0 0 0 0,0 0 0 0 0,-1-1-1 0 0,-17 13 1 0 0,-24 11-2408 0 0,17-14-5208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4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 23551 0 0,'-6'-3'462'0'0,"5"1"-251"0"0,-1 1-1 0 0,0 0 0 0 0,1 0 1 0 0,-1 0-1 0 0,0 1 0 0 0,0-1 1 0 0,0 0-1 0 0,0 1 0 0 0,-2-1 0 0 0,2 1 377 0 0,0 11 48 0 0,1-5-443 0 0,1-1 0 0 0,0 0 1 0 0,1 1-1 0 0,-1-1 0 0 0,1 0 0 0 0,0 1 1 0 0,3 7-1 0 0,15 37 596 0 0,-10-29-646 0 0,114 267 667 0 0,-44-115-378 0 0,-77-171-86 0 0,1-13-206 0 0,4-19-130 0 0,4-45-1 0 0,-7 43-6 0 0,10-37 0 0 0,-12 60-2 0 0,1-1 0 0 0,1 0 0 0 0,0 1 0 0 0,0 0 0 0 0,0 0 0 0 0,2 0 0 0 0,10-15 0 0 0,-9 16 0 0 0,-7 8 0 0 0,0-1 0 0 0,1 1 0 0 0,-1-1 0 0 0,0 1 0 0 0,1-1 0 0 0,-1 1 0 0 0,0 0 0 0 0,1-1 0 0 0,-1 1 0 0 0,1 0 0 0 0,-1-1 0 0 0,1 1 0 0 0,-1 0 0 0 0,1 0 0 0 0,-1-1 0 0 0,1 1 0 0 0,-1 0 0 0 0,1 0 0 0 0,-1 0 0 0 0,1 0 0 0 0,-1 0 0 0 0,1 0 0 0 0,0 0 0 0 0,-1 0 0 0 0,1 0 0 0 0,-1 0 0 0 0,1 0 0 0 0,-1 0 0 0 0,1 0 0 0 0,-1 0 0 0 0,1 0 0 0 0,-1 0 0 0 0,1 1 0 0 0,1-1 0 0 0,1 1 0 0 0,0 0 0 0 0,0 0 0 0 0,0 0 0 0 0,-1 0 0 0 0,1 0 0 0 0,0 1 0 0 0,0-1 0 0 0,-1 1 0 0 0,1 0 0 0 0,-1 0 0 0 0,1 0 0 0 0,-1 0 0 0 0,0 0 0 0 0,4 5 0 0 0,3 4 0 0 0,-1 1 0 0 0,7 13 0 0 0,4 6 0 0 0,8 9-347 0 0,11 15-736 0 0,-34-49 952 0 0,2 0 0 0 0,-1 0 1 0 0,1 0-1 0 0,0-1 0 0 0,0 0 0 0 0,8 4 1 0 0,-12-8-280 0 0,0 0-1 0 0,1 0 1 0 0,-1-1 0 0 0,1 1 0 0 0,-1-1 0 0 0,0 0 0 0 0,1 0-1 0 0,-1 0 1 0 0,1 0 0 0 0,-1 0 0 0 0,1 0 0 0 0,-1-1 0 0 0,1 1-1 0 0,-1-1 1 0 0,0 1 0 0 0,1-1 0 0 0,-1 0 0 0 0,3-2 0 0 0,8-4-7596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4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5 170 19583 0 0,'0'0'895'0'0,"-1"1"-18"0"0,-1 14-121 0 0,1-1 0 0 0,0 1 0 0 0,1-1 0 0 0,1 1 0 0 0,0-1 0 0 0,1 1 0 0 0,6 22 0 0 0,-6-29-403 0 0,1 1 0 0 0,0-1-1 0 0,1 0 1 0 0,-1-1 0 0 0,2 1 0 0 0,5 8-1 0 0,-7-12-500 0 0,1 1 0 0 0,-1-1 0 0 0,1-1 0 0 0,0 1 0 0 0,0 0 0 0 0,0-1 0 0 0,1 0-1 0 0,-1 0 1 0 0,1 0 0 0 0,8 3 0 0 0,15 2-3672 0 0,-17-8 1540 0 0</inkml:trace>
  <inkml:trace contextRef="#ctx0" brushRef="#br0" timeOffset="1">484 16 11975 0 0,'-11'-10'16123'0'0,"22"10"-14582"0"0,78-3 569 0 0,-48 0-2383 0 0,56 4 0 0 0,-74 1-351 0 0,-10-2-676 0 0,-1 1 1 0 0,13 3-1 0 0,-15-1-341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42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14279 0 0,'0'0'11632'0'0,"2"1"-10463"0"0,6 4-891 0 0,0-1 0 0 0,1 0-1 0 0,0-1 1 0 0,-1 0-1 0 0,1 0 1 0 0,0-1-1 0 0,1 0 1 0 0,14 1-1 0 0,80 1 61 0 0,-85-4-319 0 0,15 0-512 0 0,37 0-188 0 0,-23 2-7394 0 0,-18-1-828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43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38 102 13823 0 0,'-6'-8'283'0'0,"1"-1"1"0"0,0 0-1 0 0,0 0 0 0 0,1-1 0 0 0,-4-14 0 0 0,5 7 4032 0 0,1 1 4570 0 0,7 26-8080 0 0,-2-6-646 0 0,11 27 366 0 0,-3 0 0 0 0,13 51 0 0 0,-8-25-315 0 0,10 43 31 0 0,-17-60-144 0 0,1-1 0 0 0,24 57 0 0 0,-34-96-93 0 0,0 0 0 0 0,0 0 0 0 0,0 0 0 0 0,0 1 0 0 0,0-1 0 0 0,0 0 1 0 0,0 0-1 0 0,0 0 0 0 0,0 1 0 0 0,1-1 0 0 0,-1 0 0 0 0,0 0 0 0 0,0 0 0 0 0,0 0 0 0 0,0 1 0 0 0,1-1 0 0 0,-1 0 0 0 0,0 0 0 0 0,0 0 1 0 0,0 0-1 0 0,1 0 0 0 0,-1 0 0 0 0,0 0 0 0 0,0 0 0 0 0,0 1 0 0 0,1-1 0 0 0,-1 0 0 0 0,0 0 0 0 0,0 0 0 0 0,1 0 0 0 0,-1 0 1 0 0,0 0-1 0 0,0 0 0 0 0,0 0 0 0 0,1 0 0 0 0,-1-1 0 0 0,0 1 0 0 0,0 0 0 0 0,1 0 0 0 0,-1 0 0 0 0,0 0 0 0 0,0 0 0 0 0,11-10-15 0 0,5-19-98 0 0,3-20 35 0 0,-8 18-23 0 0,22-41 1 0 0,-31 69 70 0 0,0-1 1 0 0,1 0-1 0 0,-1 1 1 0 0,1-1-1 0 0,0 1 0 0 0,0 0 1 0 0,0 0-1 0 0,1 0 1 0 0,3-2-1 0 0,-6 5 24 0 0,1-1-1 0 0,-1 1 1 0 0,0 0-1 0 0,0-1 1 0 0,1 1 0 0 0,-1 0-1 0 0,0 0 1 0 0,0 0-1 0 0,1 0 1 0 0,-1 0 0 0 0,0 0-1 0 0,0 1 1 0 0,1-1-1 0 0,-1 0 1 0 0,0 1 0 0 0,0-1-1 0 0,0 1 1 0 0,0-1-1 0 0,2 1 1 0 0,17 13-14 0 0,-7-1 41 0 0,-1 0 0 0 0,0 1 1 0 0,13 23-1 0 0,-16-22 0 0 0,1-1 0 0 0,1-1 0 0 0,0 1 1 0 0,14 11-1 0 0,-15-16-36 0 0,0-1-1 0 0,1-1 1 0 0,0 0 0 0 0,0 0 0 0 0,1-1 0 0 0,0-1-1 0 0,0 0 1 0 0,0 0 0 0 0,0-1 0 0 0,1-1 0 0 0,0 0 0 0 0,0-1-1 0 0,0 0 1 0 0,0-1 0 0 0,0-1 0 0 0,0 0 0 0 0,0 0 0 0 0,0-1-1 0 0,0-1 1 0 0,17-4 0 0 0,1-2-120 0 0,41-15-1 0 0,-58 18 89 0 0,-1-1 0 0 0,-1 0 0 0 0,1-1 0 0 0,-1 0 0 0 0,17-14 0 0 0,-24 17 30 0 0,-1 0 0 0 0,0 0 1 0 0,0-1-1 0 0,0 0 1 0 0,-1 0-1 0 0,6-8 0 0 0,-8 10 10 0 0,0 1-1 0 0,0-1 0 0 0,0 0 1 0 0,0 1-1 0 0,0-1 0 0 0,0 0 1 0 0,-1 1-1 0 0,1-1 0 0 0,-1 0 1 0 0,0 0-1 0 0,0 0 0 0 0,0 1 1 0 0,0-1-1 0 0,0 0 0 0 0,0 0 1 0 0,-2-3-1 0 0,2 5 8 0 0,-1-1 0 0 0,1 1 0 0 0,-1 0 0 0 0,1 0 0 0 0,-1 0 0 0 0,0 0 0 0 0,1-1 0 0 0,-1 1 0 0 0,0 0-1 0 0,0 0 1 0 0,0 0 0 0 0,0 1 0 0 0,0-1 0 0 0,0 0 0 0 0,0 0 0 0 0,0 0 0 0 0,0 1 0 0 0,0-1 0 0 0,-2 0 0 0 0,1 0 14 0 0,0 1-1 0 0,-1-1 1 0 0,1 1 0 0 0,-1-1 0 0 0,1 1-1 0 0,0 0 1 0 0,-1 0 0 0 0,1 0 0 0 0,-5 1-1 0 0,-2 1 42 0 0,0 1 0 0 0,0-1 0 0 0,0 2 0 0 0,-9 3 0 0 0,-1 2 14 0 0,0 0 0 0 0,-23 17 0 0 0,38-24-74 0 0,0 1 0 0 0,0 0 0 0 0,0 0 0 0 0,1 1 0 0 0,-1-1 0 0 0,1 1 0 0 0,0 0 0 0 0,0-1 0 0 0,0 2 0 0 0,0-1 0 0 0,1 0 1 0 0,-1 0-1 0 0,1 1 0 0 0,0-1 0 0 0,-2 9 0 0 0,4-11-17 0 0,-1-1 1 0 0,1 1-1 0 0,0-1 0 0 0,0 1 1 0 0,0 0-1 0 0,0-1 1 0 0,1 1-1 0 0,-1-1 0 0 0,0 1 1 0 0,1-1-1 0 0,-1 1 1 0 0,1-1-1 0 0,-1 1 0 0 0,1-1 1 0 0,-1 0-1 0 0,1 1 1 0 0,0-1-1 0 0,1 2 0 0 0,0-1-16 0 0,0 0-1 0 0,0 0 1 0 0,0 0-1 0 0,1-1 0 0 0,-1 1 1 0 0,0-1-1 0 0,1 1 1 0 0,-1-1-1 0 0,5 2 0 0 0,3 0-155 0 0,1 0 0 0 0,-1-1 0 0 0,22 2-1 0 0,-30-4 166 0 0,-2 0 21 0 0,11 2-146 0 0,0-1 0 0 0,1-1 0 0 0,-1 0 0 0 0,0-1-1 0 0,14-2 1 0 0,-22 3 143 0 0,0-1 0 0 0,0 0 0 0 0,0 0-1 0 0,0 0 1 0 0,0 0 0 0 0,-1 0 0 0 0,1-1 0 0 0,0 1-1 0 0,-1-1 1 0 0,1 0 0 0 0,-1 0 0 0 0,1 0-1 0 0,-1 0 1 0 0,0 0 0 0 0,0 0 0 0 0,0-1-1 0 0,0 1 1 0 0,-1 0 0 0 0,1-1 0 0 0,-1 0-1 0 0,1 1 1 0 0,-1-1 0 0 0,0 0 0 0 0,0 0 0 0 0,0 0-1 0 0,1-4 1 0 0,-2 5 92 0 0,-12-18 986 0 0,11 19-851 0 0,1 1-182 0 0,-1 0 0 0 0,1 0-1 0 0,-1-1 1 0 0,1 1 0 0 0,0 0 0 0 0,-1 0 0 0 0,1 0-1 0 0,-1 0 1 0 0,1 0 0 0 0,-1 0 0 0 0,1 0 0 0 0,0 0-1 0 0,-1 0 1 0 0,1 0 0 0 0,-1 0 0 0 0,1 0 0 0 0,-1 0-1 0 0,1 1 1 0 0,-1-1 0 0 0,0 2-33 0 0,0 0-1 0 0,0 0 1 0 0,1 0 0 0 0,-1 0 0 0 0,0 0-1 0 0,1 0 1 0 0,0 0 0 0 0,-1 0-1 0 0,1 0 1 0 0,0 0 0 0 0,0 0 0 0 0,0 0-1 0 0,1 4 1 0 0,-1-1 11 0 0,2 0 1 0 0,-1 0-1 0 0,1-1 1 0 0,-1 1-1 0 0,5 7 1 0 0,3 3 33 0 0,1 1 1 0 0,15 17-1 0 0,-20-25-46 0 0,0-1-4 0 0,86 118-46 0 0,-78-105 38 0 0,-1 1-1 0 0,-1 0 1 0 0,-1 1-1 0 0,10 32 1 0 0,-18-46-33 0 0,0 0 0 0 0,-1-1 0 0 0,0 1-1 0 0,0 0 1 0 0,-1 0 0 0 0,0 0 0 0 0,0 0 0 0 0,-2 12 0 0 0,1-15 32 0 0,0-1-1 0 0,0 1 1 0 0,0-1 0 0 0,-1 1 0 0 0,0-1 0 0 0,0 0 0 0 0,0 0 0 0 0,0 0 0 0 0,-1 0 0 0 0,1 0 0 0 0,-1 0-1 0 0,0-1 1 0 0,0 1 0 0 0,0-1 0 0 0,-7 5 0 0 0,1-2 51 0 0,0-1 0 0 0,0 0-1 0 0,-1 0 1 0 0,0-1 0 0 0,0 0 0 0 0,0-1 0 0 0,0 0-1 0 0,0-1 1 0 0,-1 0 0 0 0,-11 0 0 0 0,-15 0 73 0 0,-56-4-1 0 0,76 1-87 0 0,-18-1-69 0 0,-50-10-1 0 0,72 10-380 0 0,1-1 0 0 0,0-1-1 0 0,0 0 1 0 0,1 0 0 0 0,-1-1 0 0 0,1-1 0 0 0,-18-11-1 0 0,29 17 225 0 0,-1-1 0 0 0,0 1 0 0 0,1 0-1 0 0,-1-1 1 0 0,0 0 0 0 0,1 1 0 0 0,-1-1 0 0 0,0 1-1 0 0,1-1 1 0 0,-1 0 0 0 0,1 1 0 0 0,0-1-1 0 0,-1 0 1 0 0,1 0 0 0 0,-1 1 0 0 0,1-1-1 0 0,0 0 1 0 0,0 0 0 0 0,-1 0 0 0 0,1-1-1 0 0,2-9-8609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43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27 11975 0 0,'-6'-19'19944'0'0,"13"19"-16954"0"0,2-1-6116 0 0,179-1 4114 0 0,-9-1-2192 0 0,-167 2 910 0 0,-9 1-107 0 0,1-1 0 0 0,-1 1-1 0 0,1 0 1 0 0,-1 0 0 0 0,1 0 0 0 0,-1 1-1 0 0,1-1 1 0 0,4 2 0 0 0,-3 4-2770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28:43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7367 0 0,'-25'6'362'0'0,"-38"14"0"0"0,45-12 5119 0 0,0 0 5763 0 0,18-7-11143 0 0,0-1 0 0 0,0 0 0 0 0,0 1 0 0 0,0-1-1 0 0,0 1 1 0 0,0-1 0 0 0,0 0 0 0 0,0 1 0 0 0,1-1-1 0 0,-1 1 1 0 0,0-1 0 0 0,0 0 0 0 0,0 1-1 0 0,0-1 1 0 0,0 0 0 0 0,1 1 0 0 0,-1-1 0 0 0,0 0-1 0 0,0 1 1 0 0,0-1 0 0 0,1 0 0 0 0,-1 0 0 0 0,0 1-1 0 0,1-1 1 0 0,-1 0 0 0 0,0 0 0 0 0,1 1-1 0 0,-1-1 1 0 0,9 8 484 0 0,-3-5-415 0 0,-1 0-1 0 0,1-1 1 0 0,0 1 0 0 0,0-1-1 0 0,0-1 1 0 0,0 1-1 0 0,11 0 1 0 0,45 2 226 0 0,-57-3-354 0 0,138-5-215 0 0,-27 0-2897 0 0,-90 4 1193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6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99 156 18887 0 0,'-7'-1'230'0'0,"-1"1"0"0"0,1-1 0 0 0,0-1-1 0 0,0 0 1 0 0,0 0 0 0 0,0 0 0 0 0,-9-5-1 0 0,13 6-81 0 0,1 0-1 0 0,0-1 0 0 0,-1 1 0 0 0,1-1 0 0 0,0 1 1 0 0,0-1-1 0 0,0 0 0 0 0,1 0 0 0 0,-1 0 1 0 0,0 0-1 0 0,1 0 0 0 0,-3-5 0 0 0,3 5 251 0 0,0 0 0 0 0,0 0 0 0 0,1-1 0 0 0,-1 1 0 0 0,1 0 0 0 0,-1-1 0 0 0,1 1 0 0 0,0-1 0 0 0,0 1-1 0 0,0-3 1 0 0,1 3-325 0 0,-1 0 0 0 0,1-1 0 0 0,-1 1 0 0 0,1 0 0 0 0,0 0 0 0 0,0 0 0 0 0,0 0 0 0 0,0 0 0 0 0,0 0 0 0 0,1 0 0 0 0,-1 0 0 0 0,0 0 0 0 0,1 0 0 0 0,0 1 0 0 0,-1-1 0 0 0,1 0 0 0 0,0 1 0 0 0,0 0 0 0 0,0-1 0 0 0,0 1 0 0 0,0 0 0 0 0,3-1 0 0 0,6-3-32 0 0,-1 1 1 0 0,1 1-1 0 0,15-4 0 0 0,-17 5 7 0 0,22-5-60 0 0,1 2-1 0 0,0 1 0 0 0,0 1 1 0 0,1 2-1 0 0,50 4 0 0 0,-36 4-114 0 0,-43-6 103 0 0,1 0 1 0 0,-1 1-1 0 0,0-1 1 0 0,0 1-1 0 0,0 0 1 0 0,0 0 0 0 0,0 0-1 0 0,6 5 1 0 0,-9-7 21 0 0,-1 0 0 0 0,1 1 0 0 0,-1-1 0 0 0,1 0 0 0 0,-1 1 0 0 0,1-1 0 0 0,-1 0 0 0 0,0 1 0 0 0,1-1 0 0 0,-1 0 0 0 0,0 1 0 0 0,1-1 0 0 0,-1 1 0 0 0,0-1 0 0 0,1 1 0 0 0,-1-1 0 0 0,0 1 0 0 0,0-1 0 0 0,1 1 0 0 0,-1-1 0 0 0,0 1 0 0 0,0-1 0 0 0,0 1 0 0 0,0-1 0 0 0,0 1 0 0 0,0-1 0 0 0,0 1 0 0 0,0 0 0 0 0,0-1 0 0 0,0 1 0 0 0,0-1 0 0 0,0 1 1 0 0,0-1-1 0 0,-1 1 0 0 0,1 1 0 0 0,-1 2 30 0 0,0 1 0 0 0,0 0 0 0 0,0-1-1 0 0,-1 1 1 0 0,1-1 0 0 0,-1 1 0 0 0,0-1 0 0 0,0 0 0 0 0,-1 1 0 0 0,1-1-1 0 0,-5 5 1 0 0,-5 5 232 0 0,-23 21-1 0 0,16-17-160 0 0,-7 3 57 0 0,16-13-98 0 0,0-1 1 0 0,-9 11-1 0 0,19-17-56 0 0,1 0 1 0 0,-1 0 0 0 0,0 1 0 0 0,1-1 0 0 0,0 0-1 0 0,-1 0 1 0 0,1 0 0 0 0,0 1 0 0 0,-1-1-1 0 0,1 0 1 0 0,0 0 0 0 0,0 0 0 0 0,1 1-1 0 0,5 3-29 0 0,1 1-1 0 0,-1-1 0 0 0,1 0 1 0 0,0-1-1 0 0,1 0 0 0 0,-1 0 0 0 0,11 3 1 0 0,20 10-41 0 0,-33-14 66 0 0,0 0 1 0 0,-1 1-1 0 0,0-1 1 0 0,1 1-1 0 0,-1 0 1 0 0,-1 1-1 0 0,6 5 1 0 0,-8-8 7 0 0,-1 0 1 0 0,0-1 0 0 0,1 1 0 0 0,-1 0 0 0 0,0 0 0 0 0,0 1 0 0 0,0-1-1 0 0,-1 0 1 0 0,1 0 0 0 0,0 0 0 0 0,-1 1 0 0 0,1-1 0 0 0,-1 0 0 0 0,0 1-1 0 0,0-1 1 0 0,0 0 0 0 0,0 1 0 0 0,0-1 0 0 0,0 0 0 0 0,-1 0 0 0 0,1 1-1 0 0,-1-1 1 0 0,0 2 0 0 0,-3 6 83 0 0,-1-1-1 0 0,0 0 1 0 0,0 0-1 0 0,-1 0 1 0 0,0-1-1 0 0,-1 0 1 0 0,0 0 0 0 0,0-1-1 0 0,-1 0 1 0 0,1 0-1 0 0,-1-1 1 0 0,-1 0-1 0 0,-10 6 1 0 0,-2 0 14 0 0,-1-1 1 0 0,0-1-1 0 0,-1-1 1 0 0,-36 9-1 0 0,33-11-365 0 0,-44 11 126 0 0,60-16-1208 0 0,-1-1 1 0 0,-12 1-1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6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37 10591 0 0,'-6'-5'1104'0'0,"2"2"-60"0"0,-1 0-1 0 0,1 0 0 0 0,0 0 0 0 0,-1 0 0 0 0,0 1 1 0 0,0-1-1 0 0,1 1 0 0 0,-10-2 0 0 0,6 2-222 0 0,0 1-1 0 0,1 0 0 0 0,-1 0 0 0 0,0 1 0 0 0,-9 0 0 0 0,-7 3 221 0 0,1 1 0 0 0,-43 13 0 0 0,60-16-922 0 0,-17 6 60 0 0,0 0 0 0 0,1 2 1 0 0,0 0-1 0 0,1 1 0 0 0,0 2 0 0 0,0 0 0 0 0,1 1 1 0 0,1 1-1 0 0,-21 19 0 0 0,35-27-203 0 0,7-4-91 0 0,3 1 61 0 0,1-1-1 0 0,0 1 0 0 0,0-1 0 0 0,0-1 0 0 0,0 1 1 0 0,0-1-1 0 0,0 0 0 0 0,0-1 0 0 0,0 1 1 0 0,0-1-1 0 0,11-1 0 0 0,12-2-196 0 0,32-8-1 0 0,-52 9 215 0 0,16-4-59 0 0,39-16 1 0 0,-42 14 58 0 0,0 0 0 0 0,28-5 1 0 0,-37 12 25 0 0,3 1 11 0 0,-13 3 0 0 0,-1-1 0 0 0,0 0 18 0 0,0 0 0 0 0,0 0 0 0 0,1 0-1 0 0,-2 0 1 0 0,1 1 0 0 0,0-1 0 0 0,0 1 0 0 0,-1 0 0 0 0,1-1 0 0 0,-1 1-1 0 0,0 0 1 0 0,0 0 0 0 0,0 0 0 0 0,1 4 0 0 0,1 5 204 0 0,1 26 0 0 0,1 22 60 0 0,-2-13-459 0 0,15 79 1 0 0,-18-125-73 0 0,7 20-3040 0 0,-6-21 3080 0 0,-1 1-1 0 0,0 0 1 0 0,0-1 0 0 0,0 1 0 0 0,1-1 0 0 0,-1 1-1 0 0,0-1 1 0 0,1 1 0 0 0,-1-1 0 0 0,1 0-1 0 0,-1 1 1 0 0,0-1 0 0 0,1 1 0 0 0,-1-1 0 0 0,1 0-1 0 0,-1 1 1 0 0,1-1 0 0 0,-1 0 0 0 0,1 0-1 0 0,-1 1 1 0 0,1-1 0 0 0,-1 0 0 0 0,1 0 0 0 0,0 0-1 0 0,-1 0 1 0 0,1 0 0 0 0,-1 0 0 0 0,1 0 0 0 0,-1 0-1 0 0,1 0 1 0 0,0 0 0 0 0,-1 0 0 0 0,1 0-1 0 0,0 0 1 0 0,6-3-1707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6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91 5063 0 0,'-21'-8'23543'0'0,"23"7"-23021"0"0,7-4-195 0 0,0 0-1 0 0,0 1 0 0 0,0 0 0 0 0,19-5 0 0 0,45-8-185 0 0,-53 13-10 0 0,32-8-1 0 0,-31 6-142 0 0,1 1 0 0 0,0 1 0 0 0,0 1 1 0 0,41-1-1 0 0,-61 5 10 0 0,-1-1 1 0 0,1 0 0 0 0,0 0 0 0 0,-1 0-1 0 0,1 1 1 0 0,-1-1 0 0 0,1 1-1 0 0,-1-1 1 0 0,1 1 0 0 0,-1 0 0 0 0,1 0-1 0 0,-1-1 1 0 0,0 1 0 0 0,1 0-1 0 0,-1 0 1 0 0,0 0 0 0 0,0 1 0 0 0,2 1-1 0 0,-1-1 12 0 0,-1 0 1 0 0,0 0-1 0 0,0 0 0 0 0,0 1 0 0 0,0-1 0 0 0,0 0 0 0 0,-1 1 0 0 0,1-1 0 0 0,-1 1 0 0 0,1 4 1 0 0,-1 4 60 0 0,0 1 1 0 0,-1-1 0 0 0,-1 1-1 0 0,-3 13 1 0 0,4-19-35 0 0,-41 157 552 0 0,7-36-455 0 0,-18 75-202 0 0,51-194 1750 0 0,-1-3-5923 0 0,-8-29-12640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7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 5983 0 0,'-9'-3'19493'0'0,"111"8"-15603"0"0,-68 0-3858 0 0,0 0 1 0 0,52 17-1 0 0,-57-14-2072 0 0,31 5 0 0 0,-40-10 336 0 0</inkml:trace>
  <inkml:trace contextRef="#ctx0" brushRef="#br0" timeOffset="1">732 108 13359 0 0,'-4'3'205'0'0,"0"1"0"0"0,1 0 0 0 0,-1 0 0 0 0,1 1 0 0 0,0-1-1 0 0,0 1 1 0 0,1-1 0 0 0,-4 9 0 0 0,0 2 3882 0 0,-5 24 0 0 0,9-27-728 0 0,1-10-3151 0 0,0 1 0 0 0,1-1 0 0 0,0 1 0 0 0,-1 0 0 0 0,1-1 0 0 0,0 1 0 0 0,0-1 0 0 0,1 1 0 0 0,-1 0 0 0 0,1-1 0 0 0,-1 1 0 0 0,1-1 1 0 0,0 1-1 0 0,0-1 0 0 0,2 5 0 0 0,-2-5-335 0 0,0 0 1 0 0,0-1 0 0 0,1 1 0 0 0,-1 0 0 0 0,1-1-1 0 0,-1 1 1 0 0,1-1 0 0 0,0 1 0 0 0,0-1 0 0 0,0 0 0 0 0,-1 0-1 0 0,1 0 1 0 0,0 0 0 0 0,0 0 0 0 0,0 0 0 0 0,1-1-1 0 0,-1 1 1 0 0,3 0 0 0 0,4 0-707 0 0,-1-1 1 0 0,1 1-1 0 0,0-2 1 0 0,-1 1-1 0 0,1-1 1 0 0,0-1-1 0 0,-1 1 0 0 0,14-6 1 0 0,-4 1-1103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7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222 106 12439 0 0,'-3'-11'1323'0'0,"2"2"-449"0"0,0 1 1506 0 0,0 1 0 0 0,0 0 0 0 0,-1-1 0 0 0,0 1 0 0 0,-3-9 0 0 0,-8-5-873 0 0,11 20-1432 0 0,1 0 0 0 0,0 0 0 0 0,0 0 1 0 0,0 0-1 0 0,0 0 0 0 0,-1 0 0 0 0,1 1 0 0 0,0-1 0 0 0,-1 0 0 0 0,1 1 0 0 0,-1-1 0 0 0,1 1 1 0 0,-1 0-1 0 0,1-1 0 0 0,-1 1 0 0 0,1 0 0 0 0,-1 0 0 0 0,1 0 0 0 0,-1 0 0 0 0,-1 0 1 0 0,0 0 3 0 0,-1 0-12 0 0,0 1-1 0 0,-1 0 0 0 0,1 0 0 0 0,0 0 0 0 0,0 0 0 0 0,1 1 1 0 0,-1-1-1 0 0,0 1 0 0 0,-4 2 0 0 0,-1 2-82 0 0,-1 0 1 0 0,-8 8-1 0 0,8-4 4 0 0,1 0 0 0 0,0 1 0 0 0,0 0 0 0 0,1 0 0 0 0,-12 24 0 0 0,18-32 14 0 0,0 0 0 0 0,1 0 0 0 0,-1 0 0 0 0,1 0 0 0 0,0 1 1 0 0,0-1-1 0 0,0 0 0 0 0,1 1 0 0 0,-1-1 0 0 0,1 1 0 0 0,0-1 0 0 0,0 1 0 0 0,0-1 0 0 0,0 1 0 0 0,0-1 0 0 0,1 1 1 0 0,0-1-1 0 0,-1 0 0 0 0,4 7 0 0 0,-3-7 0 0 0,1 0-1 0 0,0 0 1 0 0,0 0 0 0 0,0 0-1 0 0,1 0 1 0 0,-1 0 0 0 0,1-1 0 0 0,-1 1-1 0 0,1-1 1 0 0,0 0 0 0 0,0 0 0 0 0,0 0-1 0 0,0 0 1 0 0,1 0 0 0 0,-1-1-1 0 0,0 1 1 0 0,1-1 0 0 0,6 2 0 0 0,-1-2-10 0 0,-1 0 1 0 0,1 0 0 0 0,0-1 0 0 0,-1 0-1 0 0,1 0 1 0 0,0-1 0 0 0,-1 0 0 0 0,1 0-1 0 0,12-5 1 0 0,-4 1 7 0 0,0-1-1 0 0,0-1 1 0 0,25-15-1 0 0,-36 19 3 0 0,-1-1 0 0 0,0 1 0 0 0,0-1 0 0 0,0 0 0 0 0,0-1 0 0 0,-1 0 0 0 0,1 1 0 0 0,-1-1 0 0 0,6-10 0 0 0,-9 13-1 0 0,0 0 0 0 0,0 1 0 0 0,0-1 0 0 0,-1 0 1 0 0,1 0-1 0 0,0 0 0 0 0,-1 0 0 0 0,1 0 1 0 0,-1 1-1 0 0,0-1 0 0 0,0 0 0 0 0,0 0 1 0 0,0 0-1 0 0,0 0 0 0 0,0 0 0 0 0,0 0 1 0 0,-1 0-1 0 0,1 0 0 0 0,-1 0 0 0 0,1 0 0 0 0,-1 0 1 0 0,0 0-1 0 0,0 1 0 0 0,1-1 0 0 0,-1 0 1 0 0,-1 1-1 0 0,1-1 0 0 0,0 0 0 0 0,0 1 1 0 0,-1-1-1 0 0,1 1 0 0 0,0 0 0 0 0,-1-1 1 0 0,0 1-1 0 0,-1-1 0 0 0,-5-3-61 0 0,0 0 0 0 0,0 1 0 0 0,0 0 0 0 0,-1 1 0 0 0,1-1 0 0 0,-1 2 0 0 0,0-1 0 0 0,0 1 0 0 0,-17-2 1 0 0,9 3-549 0 0,1 1 0 0 0,-1 0 0 0 0,1 1 0 0 0,-28 6 0 0 0,37-5-205 0 0,0 0 1 0 0,1 0-1 0 0,-1 1 0 0 0,0 0 0 0 0,1 0 0 0 0,-7 5 0 0 0,-4 3-7834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10135 0 0,'-1'0'464'0'0,"-6"1"-505"0"0,1 1-1 0 0,0 0 1 0 0,0 0-1 0 0,-7 3 1 0 0,3 0 2046 0 0,0 1-1 0 0,0 0 1 0 0,-12 11 0 0 0,-26 26 7059 0 0,19-14-7417 0 0,27-27-1779 0 0,-15 17 1292 0 0,-25 32 1 0 0,36-43-1032 0 0,1 0 0 0 0,0 0-1 0 0,1 0 1 0 0,0 1 0 0 0,0 0 0 0 0,1-1 0 0 0,-4 18 0 0 0,7-25-122 0 0,-1 1 1 0 0,1 0-1 0 0,0 0 1 0 0,0 0 0 0 0,0 0-1 0 0,0 0 1 0 0,0 0-1 0 0,1-1 1 0 0,-1 1-1 0 0,0 0 1 0 0,1 0 0 0 0,0 0-1 0 0,-1 0 1 0 0,1-1-1 0 0,0 1 1 0 0,0 0-1 0 0,0-1 1 0 0,1 3 0 0 0,1-2-8 0 0,-1 1 0 0 0,0-1 0 0 0,0 0 1 0 0,1-1-1 0 0,-1 1 0 0 0,1 0 1 0 0,0-1-1 0 0,-1 1 0 0 0,1-1 1 0 0,4 1-1 0 0,3 1-34 0 0,1 0-1 0 0,-1-2 1 0 0,0 1 0 0 0,0-1-1 0 0,19-1 1 0 0,-13-1 66 0 0,-1 0-1 0 0,0-1 1 0 0,-1-1-1 0 0,19-5 1 0 0,-25 5-99 0 0,-1 1 0 0 0,0-1 0 0 0,0 0 0 0 0,-1-1 1 0 0,1 0-1 0 0,-1 0 0 0 0,1 0 0 0 0,-1-1 0 0 0,-1 1 0 0 0,9-10 1 0 0,-12 11 61 0 0,1 0 0 0 0,-1 0 0 0 0,0 0 0 0 0,0 0 0 0 0,-1-1 1 0 0,1 1-1 0 0,-1-1 0 0 0,0 1 0 0 0,1-1 0 0 0,-1 0 0 0 0,-1 1 0 0 0,1-1 1 0 0,-1 0-1 0 0,1 0 0 0 0,-1 0 0 0 0,0 1 0 0 0,-1-1 0 0 0,1 0 0 0 0,0 0 1 0 0,-1 0-1 0 0,0 1 0 0 0,0-1 0 0 0,0 0 0 0 0,-1 1 0 0 0,-1-5 0 0 0,-1 0-66 0 0,-1 0-1 0 0,0 0 1 0 0,0 1-1 0 0,0-1 0 0 0,-1 1 1 0 0,0 0-1 0 0,0 1 0 0 0,-1 0 1 0 0,-10-8-1 0 0,-14-7-574 0 0,-4-3-1422 0 0,28 18 243 0 0,0 0-1 0 0,-9-10 1 0 0,10 9-313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8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7 6447 0 0,'0'0'298'0'0,"-14"-3"100"0"0,-1 2 11841 0 0,0 3-4218 0 0,-7 6-2216 0 0,0 4-5163 0 0,17-8-1406 0 0,-1 0 0 0 0,1 0 1 0 0,0 1-1 0 0,-9 10 0 0 0,-2 11 2769 0 0,14-18-1951 0 0,5 1-41 0 0,-1-7-16 0 0,-1 0 0 0 0,1 0 0 0 0,0 0 0 0 0,0 0 0 0 0,0 0 0 0 0,0-1 0 0 0,0 1 0 0 0,0-1 0 0 0,0 1 0 0 0,1-1 0 0 0,-1 0 0 0 0,0 0 0 0 0,1 0-1 0 0,3 1 1 0 0,-1-1-6 0 0,-1-1 0 0 0,1 1 0 0 0,0-1-1 0 0,-1 0 1 0 0,1 0 0 0 0,0 0-1 0 0,6-2 1 0 0,2-1-25 0 0,0-1 0 0 0,0 0 0 0 0,-1-1 0 0 0,21-11-1 0 0,-21 9 10 0 0,0-2 0 0 0,0 0 0 0 0,-1-1-1 0 0,20-20 1 0 0,-19 18 18 0 0,-5 4 7 0 0,-3 2 11 0 0,-3 5 281 0 0,0 3-187 0 0,2 8-45 0 0,-1 0-1 0 0,1 0 1 0 0,-2 1-1 0 0,1-1 1 0 0,-1 14-1 0 0,-3 57 71 0 0,1-64-105 0 0,-20 286 143 0 0,20-294-168 0 0,0 0 0 0 0,0 1 0 0 0,0-1 0 0 0,-1 1 0 0 0,-4 10 0 0 0,4-13-96 0 0,1-6-404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21855 0 0,'0'0'1980'0'0,"8"-4"-1592"0"0,-3 0-265 0 0,-4 3 506 0 0,1 1-462 0 0,-1 0 1 0 0,0 1-1 0 0,1-1 1 0 0,-1 0-1 0 0,0 0 0 0 0,1 0 1 0 0,-1 1-1 0 0,0-1 1 0 0,0 1-1 0 0,1-1 0 0 0,-1 1 1 0 0,0 0-1 0 0,0-1 0 0 0,2 2 1 0 0,0 1 58 0 0,0 0 1 0 0,0 0 0 0 0,-1 0 0 0 0,0 1-1 0 0,1-1 1 0 0,-1 1 0 0 0,0-1-1 0 0,-1 1 1 0 0,1-1 0 0 0,-1 1 0 0 0,1 0-1 0 0,0 7 1 0 0,1 4 76 0 0,-1 0 0 0 0,1 15 0 0 0,-2 15 130 0 0,-8 68 1 0 0,-14 43-43 0 0,-1 4-565 0 0,22-153-211 0 0,-1-1 0 0 0,1 0 1 0 0,1 12-1 0 0,-1-18 276 0 0,1 1 0 0 0,-1-1-1 0 0,0 1 1 0 0,1 0 0 0 0,-1-1 0 0 0,1 1 0 0 0,-1-1 0 0 0,1 1-1 0 0,-1-1 1 0 0,1 1 0 0 0,-1-1 0 0 0,1 1 0 0 0,-1-1-1 0 0,1 1 1 0 0,-1-1 0 0 0,1 0 0 0 0,0 1 0 0 0,-1-1 0 0 0,1 0-1 0 0,0 0 1 0 0,-1 0 0 0 0,1 1 0 0 0,0-1 0 0 0,-1 0-1 0 0,1 0 1 0 0,1 0 0 0 0,17 1-2876 0 0,-1-3-3380 0 0,1-3-1673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9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12895 0 0,'-2'0'998'0'0,"-21"4"1809"0"0,1 0 1 0 0,-1 2-1 0 0,1 0 1 0 0,-29 14-1 0 0,44-17-2380 0 0,0 1-1 0 0,0 0 1 0 0,0 1 0 0 0,0 0-1 0 0,1 0 1 0 0,0 0 0 0 0,-6 7-1 0 0,9-8-383 0 0,-1 0 1 0 0,1 0-1 0 0,1 0 0 0 0,-1 1 0 0 0,1-1 0 0 0,-1 1 0 0 0,1 0 1 0 0,1-1-1 0 0,-1 1 0 0 0,1 0 0 0 0,-1 0 0 0 0,1 7 0 0 0,1-8-32 0 0,0 1-1 0 0,0-1 1 0 0,0 0-1 0 0,1 1 1 0 0,0-1-1 0 0,0 0 1 0 0,0 1-1 0 0,0-1 0 0 0,1 0 1 0 0,0 0-1 0 0,0 0 1 0 0,0 0-1 0 0,0 0 1 0 0,0-1-1 0 0,1 1 1 0 0,0-1-1 0 0,-1 1 1 0 0,2-1-1 0 0,5 5 1 0 0,0 1-46 0 0,1-2 1 0 0,1 0 0 0 0,-1 0 0 0 0,1 0 0 0 0,21 8-1 0 0,-24-12-56 0 0,1-1-1 0 0,0 0 0 0 0,0 0 0 0 0,0 0 1 0 0,0-1-1 0 0,0-1 0 0 0,0 1 0 0 0,0-2 1 0 0,0 1-1 0 0,0-1 0 0 0,9-2 0 0 0,14-4-2072 0 0,52-20 0 0 0,-77 25 1744 0 0,26-11-1728 0 0,1-1-68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0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3679 0 0,'-10'2'2244'0'0,"-17"-1"-6348"0"0,-11-4 30727 0 0,40 23-25035 0 0,2-14-1425 0 0,-1-1 0 0 0,1 1-1 0 0,0 0 1 0 0,1-1 0 0 0,-1 0 0 0 0,10 9 0 0 0,-7-8-121 0 0,60 53 92 0 0,-49-45-130 0 0,-1 0 1 0 0,0 1-1 0 0,-1 1 0 0 0,24 31 0 0 0,-39-44 8 0 0,1-1-1 0 0,0 1 1 0 0,-1-1 0 0 0,0 1-1 0 0,0-1 1 0 0,1 1-1 0 0,-2 0 1 0 0,1 0 0 0 0,0-1-1 0 0,0 1 1 0 0,-1 0 0 0 0,0 0-1 0 0,1 0 1 0 0,-1 0-1 0 0,-1 4 1 0 0,1-4 10 0 0,-1-1 0 0 0,0 1-1 0 0,0-1 1 0 0,0 0 0 0 0,0 1 0 0 0,0-1-1 0 0,-1 0 1 0 0,1 0 0 0 0,-1 0-1 0 0,1 0 1 0 0,-1 0 0 0 0,0 0 0 0 0,0 0-1 0 0,0 0 1 0 0,0-1 0 0 0,0 1 0 0 0,-3 1-1 0 0,-9 5 58 0 0,0 0-1 0 0,-1-1 0 0 0,0-1 1 0 0,-25 8-1 0 0,-65 10-192 0 0,44-12-552 0 0,49-9-44 0 0,0 1-1 0 0,0 0 0 0 0,-16 8 0 0 0,3 2-8167 0 0,13-5 322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70 17047 0 0,'-80'3'1292'0'0,"45"-3"6851"0"0,29 0-5107 0 0,38-5-981 0 0,-7 1-1813 0 0,367-19 470 0 0,-7 0-539 0 0,-101 6-554 0 0,-225 17-180 0 0,-53 0 275 0 0,0 1 0 0 0,-1 0 0 0 0,1 0-1 0 0,0 0 1 0 0,0 1 0 0 0,-1 0 0 0 0,10 4-1 0 0,-14 7-4790 0 0</inkml:trace>
  <inkml:trace contextRef="#ctx0" brushRef="#br0" timeOffset="1">46 334 14743 0 0,'0'0'1136'0'0,"2"1"-408"0"0,64 48 10422 0 0,-48-33-10304 0 0,0 0-1 0 0,0 1 1 0 0,17 24-1 0 0,-28-30-749 0 0,0 1 1 0 0,-1 1-1 0 0,0-1 1 0 0,0 1-1 0 0,-2 0 1 0 0,0 0-1 0 0,0 0 1 0 0,2 19-1 0 0,-5-24-149 0 0,0-1 0 0 0,-1 0 0 0 0,0 1 0 0 0,0-1 0 0 0,-1 0 0 0 0,0 1-1 0 0,0-1 1 0 0,-1 0 0 0 0,0 0 0 0 0,0 0 0 0 0,0 0 0 0 0,-1 0 0 0 0,0-1 0 0 0,-1 1 0 0 0,-6 10 0 0 0,6-12-2090 0 0,24-11-8167 0 0,-3-1 3156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0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47 2303 0 0,'7'-7'200'0'0,"-6"6"761"0"0,0-1-1 0 0,0 1 0 0 0,0-1 1 0 0,0 0-1 0 0,0 0 0 0 0,0 1 1 0 0,-1-1-1 0 0,1 0 0 0 0,-1 0 1 0 0,1 0-1 0 0,0-3 0 0 0,-1 5-529 0 0,0-1-1 0 0,0 1 1 0 0,0-1-1 0 0,0 0 1 0 0,0 1 0 0 0,-1-1-1 0 0,1 1 1 0 0,0-1-1 0 0,0 0 1 0 0,-5-6 5596 0 0,5 7-5596 0 0,-1 0-1 0 0,0-1 1 0 0,0 1-157 0 0,0-1 0 0 0,-1 1 0 0 0,1 0-1 0 0,0 0 1 0 0,0 0 0 0 0,-1-1 0 0 0,1 1 0 0 0,0 1 0 0 0,0-1-1 0 0,-1 0 1 0 0,1 0 0 0 0,-2 1 0 0 0,-2 0-112 0 0,-1 1 0 0 0,0 0 0 0 0,0 1 0 0 0,-7 4 0 0 0,-18 13 294 0 0,2 1 0 0 0,0 1 1 0 0,-26 27-1 0 0,49-43-397 0 0,-1 0 0 0 0,1 1 0 0 0,1 0 1 0 0,-1 1-1 0 0,1-1 0 0 0,-7 15 0 0 0,11-20-52 0 0,0 0-1 0 0,0 1 1 0 0,0-1-1 0 0,0 1 1 0 0,0-1-1 0 0,1 1 1 0 0,-1-1-1 0 0,1 1 1 0 0,0-1-1 0 0,-1 1 1 0 0,1 0 0 0 0,1-1-1 0 0,-1 1 1 0 0,0-1-1 0 0,1 1 1 0 0,-1-1-1 0 0,1 1 1 0 0,-1 0-1 0 0,1-1 1 0 0,0 0 0 0 0,0 1-1 0 0,1-1 1 0 0,-1 0-1 0 0,0 1 1 0 0,1-1-1 0 0,-1 0 1 0 0,4 3-1 0 0,2 1-33 0 0,0-1-1 0 0,0 1 1 0 0,1-1-1 0 0,0-1 1 0 0,0 1-1 0 0,0-1 1 0 0,0-1-1 0 0,1 1 1 0 0,-1-1-1 0 0,1-1 1 0 0,0 0-1 0 0,0 0 0 0 0,0-1 1 0 0,0 0-1 0 0,18 0 1 0 0,0-2-58 0 0,1-1 0 0 0,-1-2 0 0 0,53-13 0 0 0,-47 9 25 0 0,0-2 0 0 0,-1-2 0 0 0,0-1 0 0 0,-1-1 0 0 0,0-2-1 0 0,-1-1 1 0 0,-1-1 0 0 0,32-27 0 0 0,-57 42 60 0 0,-1 1 0 0 0,0-1 0 0 0,0 0 0 0 0,0 0-1 0 0,-1 0 1 0 0,1 0 0 0 0,-1 0 0 0 0,0-1 0 0 0,1 1 0 0 0,-1-1 0 0 0,1-5 0 0 0,-3 9 2 0 0,0-1 0 0 0,0 0 0 0 0,0 1 0 0 0,0-1 1 0 0,0 0-1 0 0,0 1 0 0 0,-1-1 0 0 0,1 0 0 0 0,0 0 0 0 0,0 1 1 0 0,-1-1-1 0 0,1 1 0 0 0,-1-1 0 0 0,1 0 0 0 0,0 1 1 0 0,-1-1-1 0 0,1 1 0 0 0,-1-1 0 0 0,1 1 0 0 0,-1-1 0 0 0,0 1 1 0 0,1 0-1 0 0,-1-1 0 0 0,1 1 0 0 0,-2-1 0 0 0,-15-6 11 0 0,10 5 20 0 0,1 1 0 0 0,-1 0 0 0 0,0 0 0 0 0,1 1 0 0 0,-1 0 0 0 0,0 0 0 0 0,1 0 0 0 0,-1 1 0 0 0,0 0 0 0 0,-10 3 0 0 0,5 0-4 0 0,0 0 0 0 0,0 0 0 0 0,1 1 0 0 0,-20 12 0 0 0,26-13-19 0 0,0-1 1 0 0,1 1-1 0 0,-1 0 0 0 0,1 0 1 0 0,0 0-1 0 0,0 0 0 0 0,0 1 0 0 0,1 0 1 0 0,-1 0-1 0 0,-3 8 0 0 0,6-11-10 0 0,0-1 0 0 0,1 1 0 0 0,-1 0 0 0 0,0 0 0 0 0,1-1 0 0 0,-1 1 0 0 0,1 0 0 0 0,0 0 0 0 0,0 0 0 0 0,0 0 0 0 0,0 0 0 0 0,0-1 0 0 0,0 1 0 0 0,0 0 0 0 0,1 0 0 0 0,-1 0 0 0 0,0 0 0 0 0,1-1 0 0 0,0 1 0 0 0,-1 0 0 0 0,1 0 0 0 0,0-1 0 0 0,0 1 0 0 0,0-1 0 0 0,0 1 0 0 0,0-1 0 0 0,0 1 0 0 0,1-1 0 0 0,-1 1 0 0 0,0-1 0 0 0,1 0 0 0 0,-1 0 0 0 0,1 0 0 0 0,-1 0 0 0 0,1 0 0 0 0,3 1 0 0 0,1 1-41 0 0,0 0 0 0 0,1-1-1 0 0,0 0 1 0 0,-1-1 0 0 0,1 1 0 0 0,0-1-1 0 0,0 0 1 0 0,0-1 0 0 0,0 0-1 0 0,0 0 1 0 0,-1 0 0 0 0,1-1 0 0 0,0 0-1 0 0,0 0 1 0 0,0-1 0 0 0,-1 0-1 0 0,13-5 1 0 0,-5 1-60 0 0,0-1 0 0 0,-1 0 0 0 0,0-1 0 0 0,0 0 1 0 0,-1-1-1 0 0,0 0 0 0 0,13-14 0 0 0,-10 10 43 0 0,-14 12 402 0 0,11 12 195 0 0,9 25-333 0 0,-1 0 0 0 0,-1 1 0 0 0,16 49 0 0 0,-30-73-198 0 0,-1 0 1 0 0,-1 0-1 0 0,0 1 1 0 0,-1-1-1 0 0,0 1 0 0 0,-1 0 1 0 0,-1-1-1 0 0,0 1 0 0 0,-1 0 1 0 0,0 0-1 0 0,-1-1 1 0 0,-1 1-1 0 0,-7 22 0 0 0,9-33-2 0 0,-1 1-1 0 0,0 0 0 0 0,0-1 0 0 0,0 1 0 0 0,-1-1 0 0 0,1 1 1 0 0,-1-1-1 0 0,1 0 0 0 0,-1 0 0 0 0,0 0 0 0 0,-1-1 1 0 0,-3 4-1 0 0,2-3 4 0 0,-1 0 1 0 0,0 0-1 0 0,0 0 0 0 0,0-1 1 0 0,0 0-1 0 0,-13 3 1 0 0,-3-2-29 0 0,0-1 0 0 0,-1-1 1 0 0,-32-3-1 0 0,38 1-41 0 0,-34-3-882 0 0,35 2-1700 0 0,-1-2-3424 0 0,-5-1-3560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1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38 9671 0 0,'-11'-15'864'0'0,"4"9"-696"0"0,2-4-168 0 0,2 3-4264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252 105 2759 0 0,'3'-2'207'0'0,"46"-35"689"0"0,-16 8 5455 0 0,-32 28-5387 0 0,1 1 0 0 0,0-1 0 0 0,0 0 1 0 0,0 0-1 0 0,-1-1 0 0 0,1 1 0 0 0,-1 0 0 0 0,1 0 1 0 0,-1-1-1 0 0,1 1 0 0 0,2-5 2633 0 0,-12-5-618 0 0,5 10-2814 0 0,1 0-1 0 0,-1 0 1 0 0,0 0-1 0 0,0 0 1 0 0,0 0-1 0 0,0 0 1 0 0,1 1 0 0 0,-1-1-1 0 0,0 1 1 0 0,0 0-1 0 0,0 0 1 0 0,0 0-1 0 0,0 1 1 0 0,-5 0-1 0 0,-5 2 31 0 0,1 0 0 0 0,-13 6 0 0 0,11-5-25 0 0,-40 15 232 0 0,-84 40 1 0 0,134-57-402 0 0,-24 17 9 0 0,29-18-7 0 0,-1 0 1 0 0,0 0 0 0 0,1 0 0 0 0,-1 0 0 0 0,1 0-1 0 0,-1 0 1 0 0,1-1 0 0 0,-1 1 0 0 0,1 0 0 0 0,0 0-1 0 0,-1-1 1 0 0,1 1 0 0 0,1 1 0 0 0,-2-2-4 0 0,7 5 0 0 0,-1 0 0 0 0,1 0 0 0 0,0 0 0 0 0,0-1 0 0 0,14 6 0 0 0,42 12 0 0 0,-1 0 0 0 0,-41-13 0 0 0,15 7 0 0 0,-1 0 0 0 0,42 28 0 0 0,-61-31 3 0 0,-13-8-5 0 0,-2-2-15 0 0,3 9-60 0 0,-4 1 7 0 0,-1-10 80 0 0,0 0-1 0 0,-1 0 0 0 0,1 0 0 0 0,-1 0 0 0 0,0 0 0 0 0,0 0 1 0 0,0 0-1 0 0,0-1 0 0 0,0 1 0 0 0,-1-1 0 0 0,1 0 0 0 0,-1 0 0 0 0,0 0 1 0 0,1 0-1 0 0,-1 0 0 0 0,0 0 0 0 0,-5 1 0 0 0,-7 4 58 0 0,0-1 0 0 0,-21 6-1 0 0,19-7-55 0 0,7-2-38 0 0,-51 18-356 0 0,0-4 0 0 0,-74 12 0 0 0,133-29-547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1 302 21479 0 0,'0'0'1949'0'0,"1"4"-1607"0"0,11 28 1170 0 0,-1 1-1 0 0,8 43 1 0 0,-13-53-1066 0 0,4 10 58 0 0,1-4-1267 0 0,-5-21-97 0 0,-1-4 243 0 0,-2-1-2174 0 0</inkml:trace>
  <inkml:trace contextRef="#ctx0" brushRef="#br0" timeOffset="1">528 1 17967 0 0,'0'0'2262'0'0,"2"0"-757"0"0,26 4 5101 0 0,15 2-4517 0 0,8 2-1799 0 0,-35-6-208 0 0,5 0-727 0 0,-1 1 0 0 0,0 1 0 0 0,31 11 1 0 0,-49-14 299 0 0,1 0 0 0 0,-1 0 0 0 0,0 0 0 0 0,0 0 0 0 0,0 1-1 0 0,0-1 1 0 0,0 1 0 0 0,0-1 0 0 0,0 1 0 0 0,-1 0 0 0 0,1-1 0 0 0,-1 1 0 0 0,3 4 0 0 0,0 2-1783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2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54 19087 0 0,'-2'0'878'0'0,"-17"-6"3077"0"0,21 6-3040 0 0,132-7 1205 0 0,0-9-3455 0 0,69-5-5566 0 0,-160 18-51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3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9671 0 0,'0'0'19887'0'0,"1"1"-19767"0"0,3 5-14 0 0,-2-4-28 0 0,4 4 1611 0 0,-7-5-1561 0 0,-2 2-91 0 0,1 1-1 0 0,-1-1 1 0 0,0 0 0 0 0,0 0-1 0 0,-1 0 1 0 0,1 0 0 0 0,0-1-1 0 0,-7 4 1 0 0,-35 18 31 0 0,22-13 1 0 0,14-7-56 0 0,0 1 0 0 0,0 1 0 0 0,0-1 0 0 0,0 1 0 0 0,1 1 0 0 0,0-1 0 0 0,0 1 0 0 0,-11 15 0 0 0,14-14-13 0 0,2 2 0 0 0,4-7 0 0 0,-1-1 0 0 0,1 1 0 0 0,-1-1 0 0 0,1 1 0 0 0,0-1 0 0 0,0 0 0 0 0,0 1 0 0 0,0-1 0 0 0,0 0 0 0 0,1 0 0 0 0,-1 0 0 0 0,1 0 0 0 0,-1 0 0 0 0,1 0 0 0 0,0 0 0 0 0,0 0 0 0 0,-1-1 0 0 0,1 1 0 0 0,1-1 0 0 0,-1 1 0 0 0,3 1 0 0 0,7 3 0 0 0,0 0 0 0 0,22 8 0 0 0,-25-11 0 0 0,57 20 0 0 0,-39-15 0 0 0,-1 1 0 0 0,0 1 0 0 0,-1 1 0 0 0,44 27 0 0 0,-66-36 0 0 0,0 0 0 0 0,-1-1 0 0 0,0 0 0 0 0,-1 1 0 0 0,1-1 0 0 0,0 1 0 0 0,0-1 0 0 0,-1 1 0 0 0,1 0 0 0 0,0 0 0 0 0,-1 0 0 0 0,0 0 0 0 0,0 0 0 0 0,1 0 0 0 0,-1 0 0 0 0,0 0 0 0 0,-1 0 0 0 0,1 1 0 0 0,0-1 0 0 0,-1 0 0 0 0,1 0 0 0 0,-1 1 0 0 0,0-1 0 0 0,1 4 0 0 0,-2-2 7 0 0,1-1-1 0 0,-1 0 1 0 0,0 0-1 0 0,0 0 1 0 0,0 0-1 0 0,0 0 1 0 0,0 0-1 0 0,-1-1 1 0 0,1 1 0 0 0,-1 0-1 0 0,0 0 1 0 0,1-1-1 0 0,-1 0 1 0 0,-1 1-1 0 0,1-1 1 0 0,0 0-1 0 0,0 0 1 0 0,-1 0 0 0 0,-3 2-1 0 0,-7 5 47 0 0,0-1-1 0 0,-23 9 1 0 0,34-16-51 0 0,-6 3 12 0 0,-1-1 0 0 0,0 0 0 0 0,-1 0 1 0 0,1-1-1 0 0,-14 1 0 0 0,-49 0 93 0 0,36-2-86 0 0,19-1-293 0 0,-28-3 0 0 0,43 3 0 0 0,71-5-11186 0 0,-39 1 3700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3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47 5063 0 0,'38'-42'20076'0'0,"-39"42"-19841"0"0,1 0 0 0 0,0-1-1 0 0,-1 1 1 0 0,1 0 0 0 0,-1-1-1 0 0,1 1 1 0 0,-1 0 0 0 0,1-1-1 0 0,-1 1 1 0 0,1 0 0 0 0,-1 0-1 0 0,1 0 1 0 0,-1-1 0 0 0,1 1 0 0 0,-1 0-1 0 0,1 0 1 0 0,-2 0 0 0 0,-18 0-1905 0 0,15 1 3716 0 0,-6 1-1748 0 0,0 0-130 0 0,0 0 1 0 0,-1 1-1 0 0,1 0 1 0 0,0 1-1 0 0,1 0 0 0 0,-1 1 1 0 0,1 0-1 0 0,0 1 0 0 0,-18 12 1 0 0,27-17-79 0 0,2 1-213 0 0,0-1 95 0 0,0 0 0 0 0,0 1 0 0 0,0-1 0 0 0,0 0 1 0 0,0 0-1 0 0,0 0 0 0 0,1 1 0 0 0,-1-1 1 0 0,1 0-1 0 0,2 1 0 0 0,0 0-12 0 0,0 0 0 0 0,1-1 1 0 0,-1 0-1 0 0,0 1 0 0 0,1-1 0 0 0,-1-1 0 0 0,1 1 0 0 0,-1-1 0 0 0,1 1 1 0 0,0-2-1 0 0,-1 1 0 0 0,1 0 0 0 0,-1-1 0 0 0,1 0 0 0 0,-1 0 1 0 0,0 0-1 0 0,9-3 0 0 0,-1-1-118 0 0,0-1 1 0 0,0 0-1 0 0,0-1 0 0 0,18-14 1 0 0,-28 20 185 0 0,-1 2 1 0 0,1 1 1 0 0,-1-1 0 0 0,1 0 0 0 0,0 0-1 0 0,-1 1 1 0 0,0-1 0 0 0,1 1-1 0 0,-1-1 1 0 0,0 1 0 0 0,0-1-1 0 0,0 1 1 0 0,2 3 0 0 0,-1-1 29 0 0,52 95 374 0 0,-12-21-295 0 0,-32-59-119 0 0,0 0 1 0 0,-2 0 0 0 0,0 1-1 0 0,6 21 1 0 0,-11-27-19 0 0,0-1 0 0 0,0 1-1 0 0,-1 0 1 0 0,-1 0 0 0 0,0 0-1 0 0,-1 0 1 0 0,-2 15 0 0 0,1-25 7 0 0,0 0 0 0 0,0 0 0 0 0,0 0 0 0 0,0 0 0 0 0,0-1 0 0 0,-1 1 1 0 0,0-1-1 0 0,1 1 0 0 0,-1-1 0 0 0,-1 1 0 0 0,1-1 0 0 0,0 0 0 0 0,-1 0 0 0 0,-4 4 0 0 0,3-3 22 0 0,-1-1-1 0 0,0 1 0 0 0,0-1 1 0 0,-1 0-1 0 0,1 0 0 0 0,-1-1 1 0 0,1 0-1 0 0,-11 3 0 0 0,2-2 7 0 0,0 0 0 0 0,0-1 0 0 0,0-1-1 0 0,-1 0 1 0 0,1-1 0 0 0,0-1 0 0 0,-17-2 0 0 0,21 1-30 0 0,0 0 1 0 0,0-1 0 0 0,0 1 0 0 0,0-2 0 0 0,-9-4-1 0 0,15 6-297 0 0,0 0-1 0 0,0 0 1 0 0,0-1-1 0 0,1 1 0 0 0,-1-1 1 0 0,1 0-1 0 0,0 0 1 0 0,0 0-1 0 0,0 0 0 0 0,0-1 1 0 0,0 1-1 0 0,1-1 1 0 0,-1 0-1 0 0,-1-4 0 0 0,1-9-6551 0 0,6-2-2007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3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13359 0 0,'0'0'1027'0'0,"3"0"-266"0"0,26 0 6928 0 0,27 0-642 0 0,75-7-4811 0 0,-120 5-2343 0 0,-1 1 0 0 0,1 1-1 0 0,0 0 1 0 0,0 0 0 0 0,-1 1 0 0 0,1 0 0 0 0,0 1-1 0 0,-1 1 1 0 0,20 6 0 0 0,-28-8-801 0 0,-1 1-41 0 0,0-1 493 0 0,0 1 0 0 0,0 0 0 0 0,-1-1 0 0 0,1 1 0 0 0,-1 0 0 0 0,1 0 0 0 0,-1-1 0 0 0,0 1 0 0 0,0 0 0 0 0,0 0 0 0 0,0 3 0 0 0,-3 11-1959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4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17 4143 0 0,'-13'-11'22643'0'0,"28"15"-20833"0"0,13-3-804 0 0,1-1 0 0 0,48-5 0 0 0,-46 1-2639 0 0,60 2-1 0 0,-65 5-8570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15 21623 0 0,'-7'-7'1959'0'0,"2"-1"-122"0"0,4 10-1049 0 0,-3 6-334 0 0,0-1-1 0 0,1 1 0 0 0,0 0 1 0 0,0-1-1 0 0,-2 16 1 0 0,-6 48 938 0 0,6-32-1125 0 0,5-39-267 0 0,-25 208 665 0 0,23-175-555 0 0,1 1-1 0 0,2-1 0 0 0,1 0 1 0 0,9 43-1 0 0,-9-68-494 0 0,0 0 1 0 0,1 0-1 0 0,0 0 1 0 0,0-1-1 0 0,7 12 0 0 0,-8-15 131 0 0,0-1 0 0 0,1 1 0 0 0,-1-1 1 0 0,1 0-1 0 0,0 0 0 0 0,0 0 0 0 0,0 0 0 0 0,0-1 0 0 0,0 1 0 0 0,1-1 0 0 0,-1 0 0 0 0,8 4 0 0 0,4-1-1753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16127 0 0,'-1'1'1242'0'0,"-17"15"-381"0"0,15-12 622 0 0,0-1-1 0 0,1 1 1 0 0,-1-1 0 0 0,1 1 0 0 0,-1 0 0 0 0,-3 8-1 0 0,1 2-344 0 0,4-13-811 0 0,6 10-242 0 0,-4-10-214 0 0,0 0 0 0 0,0 0-1 0 0,1 0 1 0 0,-1 0 0 0 0,0 0 0 0 0,0 0 0 0 0,0-1 0 0 0,0 1-1 0 0,1 0 1 0 0,-1-1 0 0 0,0 1 0 0 0,1-1 0 0 0,-1 1-1 0 0,1-1 1 0 0,-1 0 0 0 0,0 1 0 0 0,1-1 0 0 0,-1 0-1 0 0,1 0 1 0 0,-1 0 0 0 0,1 0 0 0 0,-1 0 0 0 0,2-1 0 0 0,0 1-512 0 0,20-1-5962 0 0,2-4-1941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6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24391 0 0,'0'0'5723'0'0,"1"0"-5255"0"0,32-2-201 0 0,-1-1 1 0 0,43-10 0 0 0,12-1 2 0 0,-58 10-271 0 0,-10 1 0 0 0,29-1 1 0 0,-43 4 1 0 0,0 0 0 0 0,-1 0 0 0 0,1 1 0 0 0,0-1 1 0 0,0 1-1 0 0,0 1 0 0 0,0-1 0 0 0,0 1 0 0 0,-1-1 0 0 0,9 6 1 0 0,-11-6 7 0 0,0 1 1 0 0,0 0 0 0 0,0 0-1 0 0,0 0 1 0 0,0 0 0 0 0,-1 0-1 0 0,1 0 1 0 0,-1 1-1 0 0,0-1 1 0 0,1 0 0 0 0,-1 1-1 0 0,0-1 1 0 0,0 1 0 0 0,0 0-1 0 0,-1-1 1 0 0,1 1 0 0 0,-1 0-1 0 0,1-1 1 0 0,-1 1 0 0 0,0 0-1 0 0,0-1 1 0 0,0 1-1 0 0,-1 3 1 0 0,-1 8 55 0 0,0-1 0 0 0,-1 1-1 0 0,-5 15 1 0 0,7-27-54 0 0,-71 211 408 0 0,27-83-238 0 0,42-121-181 0 0,-2 6-2 0 0,0 1 0 0 0,-2-1-1 0 0,0 0 1 0 0,0 0 0 0 0,-14 19 0 0 0,21-33-115 0 0,0-1 0 0 0,0 0 0 0 0,-1 1 1 0 0,1-1-1 0 0,0 1 0 0 0,0-1 0 0 0,-1 0 0 0 0,1 1 1 0 0,0-1-1 0 0,-1 0 0 0 0,1 1 0 0 0,0-1 0 0 0,-1 0 1 0 0,1 0-1 0 0,-1 1 0 0 0,1-1 0 0 0,0 0 1 0 0,-1 0-1 0 0,1 0 0 0 0,-1 0 0 0 0,1 1 0 0 0,-1-1 1 0 0,1 0-1 0 0,-1 0 0 0 0,1 0 0 0 0,-1 0 0 0 0,1 0 1 0 0,0 0-1 0 0,-1 0 0 0 0,1 0 0 0 0,-1 0 1 0 0,1 0-1 0 0,-1-1 0 0 0,1 1 0 0 0,-1 0 0 0 0,1 0 1 0 0,0 0-1 0 0,-1 0 0 0 0,1-1 0 0 0,-1 1 0 0 0,0-1 282 0 0</inkml:trace>
  <inkml:trace contextRef="#ctx0" brushRef="#br0" timeOffset="1">147 325 17047 0 0,'0'-9'1776'0'0,"2"0"-1444"0"0,1 7 190 0 0,-1 1 0 0 0,0-1 0 0 0,1 0 0 0 0,-1 0 0 0 0,1 1 0 0 0,-1-1 0 0 0,1 1 0 0 0,-1 0 0 0 0,1 0 0 0 0,3-1 0 0 0,34-9 3242 0 0,-31 8-4151 0 0,22-4 686 0 0,57-8 0 0 0,-7 13-3596 0 0,-51 2 889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44 2303 0 0,'0'0'102'0'0,"0"-2"-1"0"0,0 2-77 0 0,0-1 0 0 0,0 0 0 0 0,0 1 0 0 0,0-1 1 0 0,0 0-1 0 0,1 1 0 0 0,-1-1 0 0 0,0 0 0 0 0,0 1 0 0 0,0-1 0 0 0,1 1 0 0 0,-1-1 0 0 0,0 1 0 0 0,1-1 0 0 0,-1 0 1 0 0,0 1-1 0 0,1-1 0 0 0,-1 1 0 0 0,1-1 0 0 0,-1 1 0 0 0,1 0 0 0 0,-1-1 0 0 0,1 1 0 0 0,-1-1 0 0 0,1 1 0 0 0,0 0 1 0 0,10-5 9583 0 0,-3 1-6834 0 0,1 1 1 0 0,-1 0-1 0 0,1 0 1 0 0,12-2 0 0 0,-10 3-1498 0 0,1 1 0 0 0,22 0 0 0 0,-16 2-1098 0 0,-1 1-1 0 0,0 0 0 0 0,0 1 0 0 0,28 10 0 0 0,-44-13-146 0 0,1 1 0 0 0,-1-1 0 0 0,1 1 0 0 0,-1 0 0 0 0,0 0 0 0 0,1 0 0 0 0,-1 0 0 0 0,0 0-1 0 0,1 0 1 0 0,-1 0 0 0 0,0 0 0 0 0,0 0 0 0 0,0 1 0 0 0,0-1 0 0 0,0 0 0 0 0,0 2 0 0 0,0-2-20 0 0,-1 0-8 0 0,1 0 0 0 0,-1 0 0 0 0,0-1 0 0 0,1 1 0 0 0,-1 0 0 0 0,0 0 0 0 0,0 0 0 0 0,1 0 0 0 0,-1-1 1 0 0,0 1-1 0 0,0 0 0 0 0,0 0 0 0 0,0 0 0 0 0,0 0 0 0 0,-1 0 0 0 0,1-1 0 0 0,0 1 0 0 0,0 1 0 0 0,-1 2 7 0 0,0 3 14 0 0,-1 0 0 0 0,0 1 1 0 0,0-1-1 0 0,0 0 0 0 0,-1 0 0 0 0,0 0 0 0 0,0 0 0 0 0,-7 9 1 0 0,-39 50 236 0 0,38-53-227 0 0,-83 97 119 0 0,18-22-68 0 0,70-80-86 0 0,-6 8 0 0 0,10-11 0 0 0,0 1 0 0 0,0 0 0 0 0,-1 11 0 0 0,1 2 0 0 0,4-16 0 0 0,0 0 0 0 0,5 7 0 0 0,-3-7 0 0 0,-1-1 0 0 0,0 0 0 0 0,1 0 0 0 0,-1 0 0 0 0,1-1 0 0 0,0 1 0 0 0,0-1 0 0 0,-1 0 0 0 0,1 0 0 0 0,0 0 0 0 0,0 0 0 0 0,0-1 0 0 0,0 1 0 0 0,0-1 0 0 0,0 0 0 0 0,5-1 0 0 0,7-1 0 0 0,-1 0 0 0 0,27-7 0 0 0,5-7-1165 0 0,-1-2-1 0 0,-1-1 1 0 0,58-35 0 0 0,-75 39 769 0 0,9-5-939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95 22087 0 0,'-3'-3'340'0'0,"3"3"-230"0"0,-1 0 1 0 0,1-1-1 0 0,-1 1 1 0 0,1-1-1 0 0,-1 0 1 0 0,1 1-1 0 0,-1-1 1 0 0,1 1 0 0 0,0-1-1 0 0,-1 1 1 0 0,1-1-1 0 0,0 0 1 0 0,-1 1-1 0 0,1-1 1 0 0,0 0 0 0 0,0 0-1 0 0,0 1 1 0 0,0-1-1 0 0,-1-1 1 0 0,2 2 22 0 0,0-1-1 0 0,-1 0 1 0 0,1 1 0 0 0,0-1 0 0 0,-1 1-1 0 0,1-1 1 0 0,0 1 0 0 0,-1-1 0 0 0,1 1-1 0 0,0-1 1 0 0,0 1 0 0 0,1-1 0 0 0,-1 1 27 0 0,17-8 841 0 0,2 1 0 0 0,-1 1 1 0 0,34-7-1 0 0,-6 2-847 0 0,60-12-78 0 0,-87 20-75 0 0,-16 3 4 0 0,-1 1 6 0 0,-1-1 163 0 0,10 10-10 0 0,-10-8-143 0 0,0 1 0 0 0,0-1 1 0 0,0 0-1 0 0,0 1 1 0 0,-1-1-1 0 0,1 1 0 0 0,-1 0 1 0 0,0-1-1 0 0,0 1 0 0 0,0 0 1 0 0,0 0-1 0 0,0 0 1 0 0,-1-1-1 0 0,0 1 0 0 0,1 0 1 0 0,-1 0-1 0 0,0 0 0 0 0,0 0 1 0 0,0 0-1 0 0,-1 3 1 0 0,-1 8 82 0 0,-1-1 1 0 0,-1 0 0 0 0,-5 15 0 0 0,1-3 45 0 0,-29 133 253 0 0,12-48-291 0 0,22-98-406 0 0,-1 1-1 0 0,0-1 1 0 0,-10 19 0 0 0,13-29-241 0 0,-4 5-770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7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0 401 14743 0 0,'0'0'1335'0'0,"2"-2"-1096"0"0,6-4 288 0 0,0 1 0 0 0,0-1 0 0 0,0 1 0 0 0,1 1 0 0 0,0 0 0 0 0,0 0 0 0 0,17-5 0 0 0,72-10 5923 0 0,-51 11-5234 0 0,28-5-1515 0 0,187-43-2567 0 0,-132 13-1545 0 0,-113 36 3021 0 0,1-1 0 0 0,-1-1 0 0 0,0-1 0 0 0,30-23 0 0 0,-6-4-612 0 0,-37 33 2343 0 0,-1 1-1 0 0,0-1 0 0 0,1 0 0 0 0,-1 0 1 0 0,-1-1-1 0 0,1 1 0 0 0,-1-1 1 0 0,3-6-1 0 0,-4 9 83 0 0,-1 1-1 0 0,0-1 1 0 0,0 0-1 0 0,0 1 1 0 0,0-1 0 0 0,0 0-1 0 0,0 0 1 0 0,0 1 0 0 0,0-1-1 0 0,-1 0 1 0 0,1 1 0 0 0,-1-1-1 0 0,1 1 1 0 0,-1-1-1 0 0,0 1 1 0 0,1-1 0 0 0,-1 1-1 0 0,0-1 1 0 0,0 1 0 0 0,0-1-1 0 0,0 1 1 0 0,0 0-1 0 0,-2-2 1 0 0,-1-1 192 0 0,0 1 0 0 0,-1-1-1 0 0,1 1 1 0 0,-1 0 0 0 0,-8-4 0 0 0,10 6-457 0 0,0 0-1 0 0,-1 0 1 0 0,1 0 0 0 0,0 0 0 0 0,-1 1 0 0 0,1 0-1 0 0,-1 0 1 0 0,1 0 0 0 0,0 0 0 0 0,-1 0 0 0 0,-5 2-1 0 0,-2 0 99 0 0,-1 1-1 0 0,-11 4 1 0 0,14-3-198 0 0,-1 1-1 0 0,1 0 1 0 0,0 0 0 0 0,0 1 0 0 0,1 0 0 0 0,-1 0 0 0 0,1 1-1 0 0,1 0 1 0 0,-1 0 0 0 0,1 1 0 0 0,1 0 0 0 0,-1 0 0 0 0,2 1-1 0 0,-1-1 1 0 0,-4 11 0 0 0,9-15 6 0 0,0 5-36 0 0,1-8-25 0 0,0-1 0 0 0,0 1 0 0 0,0 0 0 0 0,0 0 0 0 0,1 0 0 0 0,-1 0 0 0 0,0 0 0 0 0,0-1 0 0 0,1 1 0 0 0,-1 0-1 0 0,1 0 1 0 0,-1 0 0 0 0,1-1 0 0 0,-1 1 0 0 0,1 0 0 0 0,-1-1 0 0 0,1 1 0 0 0,1 1 0 0 0,0 0 1 0 0,1 1-1 0 0,0 1-1 0 0,1-1 1 0 0,0 0 0 0 0,0 0-1 0 0,0 0 1 0 0,0 0 0 0 0,0-1-1 0 0,1 1 1 0 0,-1-1 0 0 0,1 0-1 0 0,6 2 1 0 0,4 0 8 0 0,-1-1-1 0 0,22 3 1 0 0,-23-5-11 0 0,0-1 0 0 0,0-1 0 0 0,0 0 0 0 0,18-4 0 0 0,-10 2 0 0 0,-1 0-14 0 0,-1-1 1 0 0,0 0-1 0 0,25-10 1 0 0,-37 11-18 0 0,0 0 1 0 0,1 0 0 0 0,-1-1 0 0 0,-1 0 0 0 0,1 0 0 0 0,0-1 0 0 0,-1 0 0 0 0,0 0-1 0 0,0 0 1 0 0,-1-1 0 0 0,6-6 0 0 0,-10 10 13 0 0,1 0 0 0 0,-1 1 0 0 0,0-1 0 0 0,0 0 0 0 0,0 0 0 0 0,0 0 1 0 0,0 0-1 0 0,0 0 0 0 0,0 0 0 0 0,-1 0 0 0 0,1 0 0 0 0,-1 0 0 0 0,0 0 0 0 0,1 0 0 0 0,-1-1 0 0 0,0 1 0 0 0,0 0 0 0 0,0 0 0 0 0,-1 0 0 0 0,1 0 0 0 0,0 0 1 0 0,-1-1-1 0 0,1 1 0 0 0,-1 0 0 0 0,0 0 0 0 0,0 0 0 0 0,0 0 0 0 0,0 0 0 0 0,0 1 0 0 0,0-1 0 0 0,0 0 0 0 0,-1 0 0 0 0,1 1 0 0 0,-1-1 0 0 0,1 1 1 0 0,-1-1-1 0 0,-2-1 0 0 0,-1-1-111 0 0,-1 1 1 0 0,0-1-1 0 0,0 1 1 0 0,0 0-1 0 0,0 1 1 0 0,-1-1 0 0 0,1 1-1 0 0,-1 0 1 0 0,1 1-1 0 0,-13-2 1 0 0,10 3-180 0 0,0 0 1 0 0,0 0-1 0 0,0 1 1 0 0,0 0-1 0 0,0 0 1 0 0,0 1-1 0 0,0 1 1 0 0,0-1-1 0 0,1 1 1 0 0,-14 7-1 0 0,10-3-762 0 0,1-1 0 0 0,-14 12 0 0 0,-18 19-6221 0 0,20-14 340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7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80 7367 0 0,'0'0'568'0'0,"1"-2"-373"0"0,10-13-336 0 0,-10 13 712 0 0,0 0-1 0 0,0-1 1 0 0,0 1 0 0 0,0-1 0 0 0,-1 0 0 0 0,1 1 0 0 0,-1-1 0 0 0,1-4 0 0 0,-1 5-294 0 0,0 1-1 0 0,0 0 1 0 0,0-1-1 0 0,-1 1 1 0 0,1-1 0 0 0,0 1-1 0 0,-1 0 1 0 0,1-1 0 0 0,-1 1-1 0 0,1 0 1 0 0,-1-1-1 0 0,0 1 1 0 0,1 0 0 0 0,-1 0-1 0 0,0 0 1 0 0,0-1-1 0 0,0 1 1 0 0,0 0 0 0 0,0 0-1 0 0,0 0 1 0 0,0 1-1 0 0,0-1 1 0 0,0 0 0 0 0,0 0-1 0 0,-1 1 1 0 0,1-1-1 0 0,0 0 1 0 0,-1 1 0 0 0,1-1-1 0 0,0 1 1 0 0,-1 0 0 0 0,-1-1-1 0 0,-5 0 331 0 0,1 0 0 0 0,-1 1 1 0 0,1 0-1 0 0,-1 1 0 0 0,1-1 0 0 0,-1 1 0 0 0,1 1 0 0 0,0-1 0 0 0,-13 5 1 0 0,-2 3 405 0 0,-36 18 1 0 0,42-18-755 0 0,1 0 0 0 0,1 0 0 0 0,-25 21 0 0 0,35-26-206 0 0,-1 0 0 0 0,1 1 0 0 0,0-1 0 0 0,0 1 0 0 0,1 0-1 0 0,-1 0 1 0 0,1 0 0 0 0,0 0 0 0 0,1 0 0 0 0,-1 1 0 0 0,1-1-1 0 0,0 1 1 0 0,0 0 0 0 0,-1 9 0 0 0,3-11-53 0 0,0-1 0 0 0,0 0 0 0 0,1 1 0 0 0,-1-1 0 0 0,1 0 0 0 0,0 1 0 0 0,0-1 0 0 0,0 0 0 0 0,0 0 0 0 0,1 0 0 0 0,-1 0 0 0 0,1 0 0 0 0,-1 0 0 0 0,1 0 0 0 0,0 0 0 0 0,0-1 0 0 0,1 1 0 0 0,-1-1 0 0 0,1 0 0 0 0,-1 1 0 0 0,1-1 0 0 0,-1 0 0 0 0,5 2 0 0 0,6 3 0 0 0,-1 0 0 0 0,1 0 0 0 0,1-2 0 0 0,13 5 0 0 0,-7-4-15 0 0,1-1 1 0 0,0 0-1 0 0,0-2 1 0 0,0-1-1 0 0,0 0 1 0 0,0-2-1 0 0,0 0 1 0 0,0-2-1 0 0,0 0 1 0 0,21-5-1 0 0,-35 5 10 0 0,1 0 0 0 0,-1-1 0 0 0,0 1 0 0 0,0-1 0 0 0,0-1 0 0 0,0 0 0 0 0,-1 1 0 0 0,0-2 0 0 0,1 1 0 0 0,-2-1 0 0 0,1 0 0 0 0,9-10 1 0 0,-12 11-3 0 0,-1 0 0 0 0,1 1 0 0 0,-1-1 0 0 0,0 0 0 0 0,0 0 1 0 0,0 0-1 0 0,0 0 0 0 0,-1-1 0 0 0,0 1 0 0 0,1 0 0 0 0,-2-1 1 0 0,1 1-1 0 0,0-1 0 0 0,-1 1 0 0 0,0-1 0 0 0,0 1 1 0 0,0-1-1 0 0,-1 1 0 0 0,0-1 0 0 0,1 1 0 0 0,-2 0 0 0 0,-1-8 1 0 0,0 5-93 0 0,0 0 1 0 0,-1 0 0 0 0,0 0-1 0 0,0 0 1 0 0,-1 1 0 0 0,1-1-1 0 0,-1 1 1 0 0,-8-7 0 0 0,5 6-847 0 0,0 0 0 0 0,0 1-1 0 0,-11-7 1 0 0,-2 3-8920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8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6911 0 0,'1'1'9224'0'0,"1"0"-8503"0"0,-1 0 1 0 0,0 0-1 0 0,0 0 0 0 0,0 0 0 0 0,0 0 0 0 0,0 0 0 0 0,0 0 0 0 0,0 0 0 0 0,0 1 0 0 0,0-1 1 0 0,0 0-1 0 0,0 2 0 0 0,5 20 2530 0 0,-4-9-3523 0 0,-2 26 0 0 0,-1-23 1379 0 0,-15 234 1068 0 0,10-162-1943 0 0,6-73-179 0 0,5-12-122 0 0,-4-3 12 0 0,3 1-437 0 0,-1 1 0 0 0,1-1 1 0 0,0 0-1 0 0,-1 0 0 0 0,1 0 1 0 0,0-1-1 0 0,0 1 0 0 0,1-1 1 0 0,-1 0-1 0 0,0 0 0 0 0,6 0 1 0 0,3 0-2170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8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77 154 17047 0 0,'-3'0'211'0'0,"0"0"0"0"0,1 0 0 0 0,-1 0 0 0 0,0 0 0 0 0,0 1 0 0 0,0-1 0 0 0,1 1 0 0 0,-1-1-1 0 0,0 1 1 0 0,1 0 0 0 0,-1 0 0 0 0,0 0 0 0 0,1 1 0 0 0,-3 1 0 0 0,1-1 495 0 0,0 1 0 0 0,0-1 0 0 0,1 1 0 0 0,0 0 0 0 0,-1 0 0 0 0,1 1 0 0 0,-5 6 1691 0 0,8-7-1657 0 0,1 1-662 0 0,-1 1 1 0 0,1-1-1 0 0,0 1 1 0 0,1-1-1 0 0,-1 1 1 0 0,1-1-1 0 0,0 0 1 0 0,0 1-1 0 0,0-1 1 0 0,1 0-1 0 0,-1 0 0 0 0,1-1 1 0 0,0 1-1 0 0,4 3 1 0 0,-2-2-19 0 0,1 0-1 0 0,0 0 1 0 0,0-1-1 0 0,0 0 1 0 0,1 0-1 0 0,0-1 1 0 0,-1 0 0 0 0,10 3-1 0 0,1-1-247 0 0,0-1-1 0 0,0-1 0 0 0,0 0 1 0 0,0-1-1 0 0,1-1 0 0 0,-1-1 0 0 0,21-2 1 0 0,47-8-2550 0 0,-71 7 1841 0 0,-1 0 0 0 0,1-1 0 0 0,0-1 0 0 0,12-6 0 0 0,0-3-1383 0 0</inkml:trace>
  <inkml:trace contextRef="#ctx0" brushRef="#br0" timeOffset="1">531 0 13823 0 0,'-2'0'1062'0'0,"-19"0"9928"0"0,22 3-10619 0 0,0 3-277 0 0,1-1 0 0 0,-1 0-1 0 0,1 0 1 0 0,1 0 0 0 0,-1 0 0 0 0,1 0 0 0 0,0 0 0 0 0,0-1 0 0 0,0 1-1 0 0,0-1 1 0 0,1 0 0 0 0,6 6 0 0 0,7 4 122 0 0,35 24 0 0 0,-10-8-62 0 0,-28-20-99 0 0,-2-1-41 0 0,1 1 1 0 0,-1 0-1 0 0,15 18 1 0 0,-25-25-2 0 0,0-1-1 0 0,0 0 1 0 0,0 1 0 0 0,0-1 0 0 0,-1 1 0 0 0,1 0 0 0 0,-1 0-1 0 0,0-1 1 0 0,0 1 0 0 0,0 0 0 0 0,0 0 0 0 0,0 0 0 0 0,0 0-1 0 0,-1 0 1 0 0,0 0 0 0 0,1 0 0 0 0,-1 1 0 0 0,0-1 0 0 0,-1 0 0 0 0,1 0-1 0 0,0 0 1 0 0,-1 0 0 0 0,0 0 0 0 0,-1 3 0 0 0,0-2 60 0 0,0 0 0 0 0,-1 0 0 0 0,0 0 0 0 0,0-1 0 0 0,0 1 0 0 0,0-1 0 0 0,0 0 0 0 0,-1 0 0 0 0,0 0 0 0 0,1 0 1 0 0,-1 0-1 0 0,-8 3 0 0 0,-2 1 139 0 0,-1-1 1 0 0,-21 7 0 0 0,3-4-56 0 0,-50 5-1 0 0,16-3-403 0 0,50-6 103 0 0,12-4-393 0 0,1 0 0 0 0,-1 0-1 0 0,0 0 1 0 0,-7 0 0 0 0,12 0 215 0 0,0-1 0 0 0,-1 1 0 0 0,1 0 0 0 0,0-1 0 0 0,-1 1 0 0 0,1 0 0 0 0,0-1 0 0 0,0 1 1 0 0,-1 0-1 0 0,1 0 0 0 0,0-1 0 0 0,0 1 0 0 0,0 0 0 0 0,0-1 0 0 0,0 2 0 0 0,8 2-1942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9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0 22631 0 0,'0'0'2053'0'0,"-1"3"-1690"0"0,-6 17 309 0 0,-1 0 0 0 0,-1 0 0 0 0,-1-1 0 0 0,-1 0 0 0 0,-13 19 0 0 0,12-20-336 0 0,-8 14-231 0 0,-119 180 1242 0 0,100-159-881 0 0,-83 88 0 0 0,78-94-615 0 0,42-45-286 0 0,8-2-3158 0 0,0 0 2909 0 0,0-1-1 0 0,0 0 1 0 0,0 0-1 0 0,0 0 1 0 0,-1-1-1 0 0,1 0 0 0 0,8-4 1 0 0,10-6-1647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1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21311 0 0,'0'0'3997'0'0,"0"2"-3074"0"0,-6 29 65 0 0,-1-1 1 0 0,-1 0-1 0 0,-14 32 1 0 0,9-26-786 0 0,-13 54 0 0 0,25-85-242 0 0,0-1 1 0 0,0 0-1 0 0,1 0 1 0 0,0 0-1 0 0,0 1 1 0 0,0-1-1 0 0,0 0 1 0 0,1 0-1 0 0,-1 0 0 0 0,3 7 1 0 0,-2-9-111 0 0,0 0 0 0 0,0 0-1 0 0,0 0 1 0 0,0 0 0 0 0,1 0 0 0 0,-1 0 0 0 0,1 0-1 0 0,-1-1 1 0 0,1 1 0 0 0,0-1 0 0 0,-1 1 0 0 0,1-1-1 0 0,0 1 1 0 0,0-1 0 0 0,0 0 0 0 0,0 0 0 0 0,0 0-1 0 0,0 0 1 0 0,0 0 0 0 0,4 0 0 0 0,0 1-558 0 0,1-1 1 0 0,-1 0 0 0 0,0 0-1 0 0,1 0 1 0 0,-1-1-1 0 0,0 0 1 0 0,1 0 0 0 0,-1-1-1 0 0,8-1 1 0 0,5-4-1609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2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71 1839 0 0,'3'-7'160'0'0,"-3"5"39"0"0,1 0-1 0 0,-1 0 0 0 0,0-1 1 0 0,0 1-1 0 0,0 0 0 0 0,0 0 1 0 0,0-1-1 0 0,0 1 0 0 0,-1 0 1 0 0,1 0-1 0 0,-1-1 0 0 0,1 1 1 0 0,-2-3-1 0 0,1 3 390 0 0,-1 0 1 0 0,1 0-1 0 0,-1 1 1 0 0,1-1-1 0 0,-1 0 0 0 0,1 0 1 0 0,-1 1-1 0 0,0-1 0 0 0,0 1 1 0 0,0 0-1 0 0,0-1 0 0 0,0 1 1 0 0,0 0-1 0 0,0 0 1 0 0,0 0-1 0 0,-1 1 0 0 0,-2-2 1 0 0,-1 1 741 0 0,0 0 1 0 0,1 0 0 0 0,-1 1 0 0 0,0-1 0 0 0,0 1 0 0 0,1 1-1 0 0,-7 0 1 0 0,7 0-612 0 0,0 0 1 0 0,0 0-1 0 0,-10 4 0 0 0,-7 6-376 0 0,1 1 0 0 0,0 0 1 0 0,1 2-1 0 0,-26 23 0 0 0,22-18-121 0 0,17-13-162 0 0,-1 1-1 0 0,1 0 1 0 0,1 0 0 0 0,-1 1-1 0 0,-7 12 1 0 0,10-15-44 0 0,1 0 1 0 0,1 1-1 0 0,-1-1 1 0 0,1 0-1 0 0,0 1 1 0 0,0-1-1 0 0,0 1 1 0 0,1 0-1 0 0,0 0 1 0 0,-1 9-1 0 0,5-2-16 0 0,-2-10-3 0 0,1-1 0 0 0,0 1 1 0 0,0-1-1 0 0,0 1 0 0 0,0-1 0 0 0,1 0 0 0 0,-1 1 0 0 0,1-1 0 0 0,-1 0 1 0 0,1-1-1 0 0,0 1 0 0 0,0 0 0 0 0,4 1 0 0 0,2 1-29 0 0,-1-1-1 0 0,1 0 0 0 0,15 3 0 0 0,3-2-7 0 0,1-1-1 0 0,0-1 0 0 0,0-2 1 0 0,0-1-1 0 0,-1-1 0 0 0,1-1 0 0 0,0-1 1 0 0,-1-2-1 0 0,0-1 0 0 0,0-1 1 0 0,-1-1-1 0 0,0-1 0 0 0,-1-2 1 0 0,0 0-1 0 0,0-2 0 0 0,-1 0 0 0 0,-1-2 1 0 0,30-26-1 0 0,-49 39 31 0 0,-1-1 0 0 0,1 1 0 0 0,-1 0 0 0 0,0-1 0 0 0,0 0 0 0 0,0 0 0 0 0,3-7 0 0 0,-2-3 40 0 0,-6 9 58 0 0,1 4-31 0 0,0 0-28 0 0,0 0 1 0 0,1-1-1 0 0,-1 1 0 0 0,0 0 1 0 0,0 0-1 0 0,0-1 1 0 0,0 1-1 0 0,0 0 1 0 0,0 0-1 0 0,0 0 0 0 0,0 0 1 0 0,-1 1-1 0 0,1-1 1 0 0,0 0-1 0 0,0 0 1 0 0,-1 1-1 0 0,1-1 0 0 0,-3 0 1 0 0,1 0 1 0 0,0 1 0 0 0,0-1 0 0 0,-1 1 0 0 0,1 0 0 0 0,0 0 1 0 0,0 0-1 0 0,0 0 0 0 0,-5 1 0 0 0,-1 1 22 0 0,0 1 0 0 0,-1 0 1 0 0,1 0-1 0 0,-16 9 0 0 0,18-8-49 0 0,0 0 1 0 0,1 0-1 0 0,0 1 0 0 0,0 0 0 0 0,0 0 1 0 0,0 0-1 0 0,1 0 0 0 0,0 1 0 0 0,0 0 1 0 0,0 0-1 0 0,1 1 0 0 0,0-1 0 0 0,0 1 1 0 0,-4 10-1 0 0,6-7-4 0 0,2-9 0 0 0,0-1 0 0 0,0 1 0 0 0,0 0 0 0 0,0-1 0 0 0,0 1 0 0 0,0 0-1 0 0,0-1 1 0 0,0 1 0 0 0,0 0 0 0 0,0-1 0 0 0,0 1 0 0 0,0 0 0 0 0,1-1 0 0 0,-1 1 0 0 0,0-1 0 0 0,0 1 0 0 0,1 0 0 0 0,-1-1-1 0 0,0 1 1 0 0,1-1 0 0 0,-1 1 0 0 0,1-1 0 0 0,-1 1 0 0 0,0-1 0 0 0,1 1 0 0 0,-1-1 0 0 0,2 1 0 0 0,-1 0-19 0 0,1 1-16 0 0,1 1-1 0 0,-1-1 1 0 0,0 0 0 0 0,1 0 0 0 0,0 0 0 0 0,-1 0 0 0 0,1-1-1 0 0,0 1 1 0 0,0-1 0 0 0,0 1 0 0 0,0-1 0 0 0,0 0 0 0 0,1 0-1 0 0,-1 0 1 0 0,0-1 0 0 0,0 1 0 0 0,0-1 0 0 0,1 0 0 0 0,-1 0-1 0 0,0 0 1 0 0,1 0 0 0 0,-1-1 0 0 0,0 1 0 0 0,0-1 0 0 0,0 0-1 0 0,1 0 1 0 0,3-1 0 0 0,1-2-60 0 0,0 1-1 0 0,0-1 1 0 0,0 0-1 0 0,-1-1 1 0 0,1 1 0 0 0,-1-2-1 0 0,0 1 1 0 0,-1-1-1 0 0,7-7 1 0 0,-6 5 8 0 0,-2 0 1453 0 0,-5 10-1269 0 0,-1 7-61 0 0,2 0-1 0 0,0 1 1 0 0,0-1 0 0 0,0 0-1 0 0,1 0 1 0 0,1 0 0 0 0,-1 0 0 0 0,8 15-1 0 0,-1 2-16 0 0,0-3 28 0 0,17 31 0 0 0,-18-40-32 0 0,-1 0 0 0 0,-1 0 0 0 0,0 1 0 0 0,-1-1 0 0 0,0 2 0 0 0,3 22 0 0 0,-7-34 2 0 0,-1 0 1 0 0,0 1 0 0 0,0-1-1 0 0,0 0 1 0 0,-1 0 0 0 0,0 0-1 0 0,0 0 1 0 0,0 0 0 0 0,0 0-1 0 0,0 0 1 0 0,-1 0 0 0 0,0 0-1 0 0,0 0 1 0 0,0-1 0 0 0,0 1-1 0 0,0-1 1 0 0,-1 0 0 0 0,0 1-1 0 0,1-1 1 0 0,-1 0 0 0 0,0-1-1 0 0,-1 1 1 0 0,1 0 0 0 0,0-1 0 0 0,-1 0-1 0 0,1 0 1 0 0,-5 2 0 0 0,-2 1 37 0 0,-1-1 1 0 0,1-1-1 0 0,0 1 1 0 0,-1-2-1 0 0,0 0 1 0 0,0 0 0 0 0,1-1-1 0 0,-1 0 1 0 0,-14-1-1 0 0,-81-10 117 0 0,2 1-2384 0 0,82 9-5254 0 0,1 3-2497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18 4143 0 0,'-49'-8'135'0'0,"-1"3"6228"0"0,-4 0 7659 0 0,65 7-8871 0 0,67 6-5049 0 0,262 17 261 0 0,-142-13-363 0 0,-89-7-1828 0 0,1-4-1 0 0,174-21 1 0 0,-234 13-1112 0 0,-2-1-5195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3223 0 0,'-14'1'548'0'0,"0"0"-1"0"0,-25-1 1 0 0,15 0 7468 0 0,15 1 219 0 0,-2 2-5620 0 0,4-1 2401 0 0,9 0-4877 0 0,8 7-136 0 0,0-2-1 0 0,0 1 1 0 0,1-1-1 0 0,15 7 1 0 0,6 4-136 0 0,-28-15 61 0 0,5 6-1 0 0,0 3-6 0 0,-8-9 73 0 0,0 0 0 0 0,0 1 0 0 0,0-1 0 0 0,-1 0 0 0 0,0 0 0 0 0,1 0 0 0 0,-1 0 0 0 0,0 0-1 0 0,-1 1 1 0 0,1-1 0 0 0,-1 0 0 0 0,1 0 0 0 0,-1 0 0 0 0,0 0 0 0 0,0 0 0 0 0,0 0 0 0 0,0 0 0 0 0,-1 0 0 0 0,1-1 0 0 0,-1 1 0 0 0,0 0 0 0 0,-2 3 0 0 0,-5 5 0 0 0,-1 0 0 0 0,0 0 0 0 0,-15 12 0 0 0,9-10-189 0 0,-9 10 151 0 0,24-22-245 0 0,0 1 0 0 0,0-1-1 0 0,0 1 1 0 0,0 0 0 0 0,0 0 0 0 0,0 0-1 0 0,0-1 1 0 0,1 1 0 0 0,-1 0-1 0 0,1 0 1 0 0,-1 0 0 0 0,1 0-1 0 0,0 0 1 0 0,-1 3 0 0 0,1-5 246 0 0,0 0 0 0 0,0 0 0 0 0,0 0 0 0 0,0 0 0 0 0,0 0 0 0 0,0 0 0 0 0,0 0 0 0 0,0 0 0 0 0,0 0 0 0 0,0 0 0 0 0,0 1 0 0 0,0-1 0 0 0,0 0 0 0 0,1 0 1 0 0,-1 0-1 0 0,0 0 0 0 0,0 0 0 0 0,0 0 0 0 0,0 0 0 0 0,0 0 0 0 0,0 0 0 0 0,0 0 0 0 0,0 0-172 0 0,0 0 172 0 0,0 0 0 0 0,0 0 0 0 0,0 1 0 0 0,0-1 0 0 0,0 0 0 0 0,0 0 1 0 0,1 0-1 0 0,-1 0 0 0 0,0 0 0 0 0,0 0 0 0 0,0 0 0 0 0,0 0 0 0 0,0 0 0 0 0,0 0 0 0 0,0 0 0 0 0,0 0 0 0 0,0 0 0 0 0,0 0 0 0 0,0 0 0 0 0,0 0 0 0 0,0 0 0 0 0,0 0 0 0 0,1 0 0 0 0,-1 0 0 0 0,0-1 0 0 0,0 1 0 0 0,0 0 1 0 0,12 0-2388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52 7367 0 0,'-12'-16'-1669'0'0,"-2"3"3666"0"0,11 10-689 0 0,-1 1 1 0 0,1-1 0 0 0,-1 1-1 0 0,0 0 1 0 0,0 0 0 0 0,0 1-1 0 0,0-1 1 0 0,0 1 0 0 0,0 0-1 0 0,-1 0 1 0 0,-5-1 0 0 0,-18 2 1470 0 0,18 0-2423 0 0,-1 2 0 0 0,0 0 0 0 0,1 0 0 0 0,-20 8 0 0 0,-39 20 893 0 0,41-16-1097 0 0,25-14-134 0 0,-3 3 33 0 0,0 0 1 0 0,0 0-1 0 0,0 1 1 0 0,0-1-1 0 0,1 1 1 0 0,-1 0-1 0 0,1 1 1 0 0,0-1-1 0 0,0 1 1 0 0,-7 10-1 0 0,10-11 10 0 0,-2 7-50 0 0,5-9-11 0 0,-1 0 0 0 0,0 0 0 0 0,1 0 0 0 0,-1 0 0 0 0,1-1 0 0 0,0 1 0 0 0,0 0 0 0 0,0 0 0 0 0,0 0 0 0 0,0 0 0 0 0,0-1 0 0 0,0 1 0 0 0,0-1 0 0 0,1 1 0 0 0,-1-1 0 0 0,1 1 0 0 0,-1-1 0 0 0,1 0 0 0 0,-1 1 0 0 0,1-1 0 0 0,0 0 0 0 0,0 0 0 0 0,-1 0 0 0 0,1-1 0 0 0,3 2 0 0 0,4 1 0 0 0,0 0 0 0 0,0 0 0 0 0,1-1 0 0 0,10 1 0 0 0,68 4-126 0 0,-53-5 59 0 0,-1 1 1 0 0,50 11 0 0 0,-72-11 55 0 0,1 1 0 0 0,-1 0 1 0 0,0 0-1 0 0,-1 1 0 0 0,23 13 1 0 0,-18-6-3 0 0,-14-6 14 0 0,-1-3 0 0 0,0 0-1 0 0,-1 0 0 0 0,1 0 0 0 0,-1 0-1 0 0,1 0 1 0 0,-1 0 0 0 0,0 0 0 0 0,0 0 0 0 0,-1 0 0 0 0,1 0 0 0 0,0 0 0 0 0,-1 0-1 0 0,0 0 1 0 0,0 0 0 0 0,0 0 0 0 0,0-1 0 0 0,0 1 0 0 0,0 0 0 0 0,-4 4-1 0 0,-2 4 5 0 0,0-1-1 0 0,0-1 0 0 0,-12 13 1 0 0,1-6-39 0 0,0 0-1 0 0,-1-2 1 0 0,0 0 0 0 0,-2 0 0 0 0,1-2 0 0 0,-1-1 0 0 0,-1 0 0 0 0,0-2-1 0 0,0-1 1 0 0,-41 10 0 0 0,58-16-222 0 0,-1-1 0 0 0,0 0 0 0 0,1-1 0 0 0,-1 1 0 0 0,0-1 0 0 0,-6-1 0 0 0,12 1 154 0 0,-1 0-1 0 0,1 0 0 0 0,-1 0 0 0 0,1-1 0 0 0,0 1 0 0 0,-1 0 0 0 0,1-1 0 0 0,-1 1 0 0 0,1 0 1 0 0,0-1-1 0 0,-1 1 0 0 0,1 0 0 0 0,0-1 0 0 0,-1 1 0 0 0,1-1 0 0 0,0 1 0 0 0,0-1 1 0 0,-1 1-1 0 0,1 0 0 0 0,0-1 0 0 0,0 1 0 0 0,0-1 0 0 0,0 1 0 0 0,-1-1 0 0 0,1 0 1 0 0,-1-12-2566 0 0,5 0-5499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12439 0 0,'2'2'6591'0'0,"1"3"-5772"0"0,0 0 0 0 0,0 0 0 0 0,0 1 0 0 0,-1-1 1 0 0,1 0-1 0 0,-2 1 0 0 0,1 0 0 0 0,1 9 0 0 0,5 52 464 0 0,-5-34-629 0 0,45 287 399 0 0,-43-291-1117 0 0,-5-16-3754 0 0,0-12 2415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2 130 12895 0 0,'0'-1'385'0'0,"0"0"-1"0"0,-1 0 1 0 0,1 0-1 0 0,0-1 1 0 0,0 1-1 0 0,-1 0 0 0 0,1 0 1 0 0,0 0-1 0 0,0 0 1 0 0,0 0-1 0 0,0 0 1 0 0,1 0-1 0 0,-1-1 1 0 0,0 1-1 0 0,0 0 1 0 0,1 0-1 0 0,-1 0 0 0 0,1 0 1 0 0,0-1-1 0 0,0 0 117 0 0,0 0 0 0 0,1 0-1 0 0,-1 0 1 0 0,1 0 0 0 0,0 0-1 0 0,0 1 1 0 0,0-1 0 0 0,2-1-1 0 0,5-3 157 0 0,0 2 1 0 0,0-1-1 0 0,13-4 0 0 0,-21 9-660 0 0,40-16 311 0 0,0 2 0 0 0,2 2 0 0 0,61-9 0 0 0,-99 20-291 0 0,0 1-1 0 0,0-1 1 0 0,0 1-1 0 0,-1 0 1 0 0,1 1 0 0 0,6 0-1 0 0,-10-1-6 0 0,0 1 0 0 0,0-1 0 0 0,0 1-1 0 0,1-1 1 0 0,-1 1 0 0 0,0-1 0 0 0,0 1 0 0 0,0-1 0 0 0,0 1 0 0 0,0 0 0 0 0,-1 0-1 0 0,1-1 1 0 0,0 1 0 0 0,0 0 0 0 0,0 0 0 0 0,-1 0 0 0 0,1 0 0 0 0,0 0-1 0 0,-1 0 1 0 0,1 0 0 0 0,-1 0 0 0 0,1 0 0 0 0,-1 0 0 0 0,0 1 0 0 0,1-1-1 0 0,-1 0 1 0 0,0 0 0 0 0,0 0 0 0 0,0 0 0 0 0,0 2 0 0 0,0 3 60 0 0,0 0 0 0 0,0-1 0 0 0,-1 1 0 0 0,0 0 0 0 0,0 0 0 0 0,-1-1 0 0 0,0 1 0 0 0,-2 6 0 0 0,-25 44 480 0 0,9-20-173 0 0,8-12-224 0 0,2 0 1 0 0,0 1-1 0 0,-6 28 0 0 0,15-49-86 0 0,5 6-15 0 0,-3-9-61 0 0,0-1 0 0 0,0 1 0 0 0,0 0 0 0 0,0-1 0 0 0,0 1 0 0 0,1-1 0 0 0,-1 1 0 0 0,0-1 0 0 0,0 1 0 0 0,1-1-1 0 0,-1 0 1 0 0,0 0 0 0 0,1 0 0 0 0,-1 0 0 0 0,0 0 0 0 0,1 0 0 0 0,-1 0 0 0 0,0 0 0 0 0,0 0 0 0 0,1 0 0 0 0,-1-1 0 0 0,0 1 0 0 0,0-1 0 0 0,1 1 0 0 0,-1-1 0 0 0,0 1 0 0 0,2-2 0 0 0,2-1-38 0 0,1 0 1 0 0,-1 0-1 0 0,-1-1 1 0 0,1 1-1 0 0,5-6 1 0 0,3-5-15 0 0,0-1-1 0 0,0-1 1 0 0,-2 0 0 0 0,0-1-1 0 0,16-33 1 0 0,-3-11 76 0 0,-23 59 319 0 0,0 3-327 0 0,0 0-1 0 0,0-1 0 0 0,0 1 1 0 0,-1 0-1 0 0,1 0 1 0 0,0 0-1 0 0,0 0 0 0 0,-1-1 1 0 0,1 1-1 0 0,1 2 0 0 0,-1-1-1 0 0,8 11-4 0 0,0-1 0 0 0,8 20 0 0 0,-10-19-7 0 0,0-1-1 0 0,11 14 1 0 0,-14-21-60 0 0,-1-1 0 0 0,1 0 1 0 0,0-1-1 0 0,0 1 1 0 0,0-1-1 0 0,1 0 1 0 0,-1 0-1 0 0,1 0 1 0 0,8 3-1 0 0,-7-3-685 0 0,1 0 0 0 0,0 0 0 0 0,0-1 0 0 0,0 0 0 0 0,0 0 1 0 0,0-1-1 0 0,1 0 0 0 0,-1 0 0 0 0,14-1 0 0 0,-9-3-1204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2303 0 0,'0'0'21559'0'0,"-1"2"-20107"0"0,-5 9-895 0 0,1 0 1 0 0,0 0-1 0 0,1 0 1 0 0,1 0-1 0 0,-1 1 1 0 0,2-1-1 0 0,-1 1 1 0 0,1 13-1 0 0,-1 15-40 0 0,3 43 1 0 0,1-64-473 0 0,1 0 1 0 0,0 0 0 0 0,2 0-1 0 0,0 0 1 0 0,1-1 0 0 0,10 24-1 0 0,-8-28-19 0 0,-1 0 0 0 0,2 0 0 0 0,0 0 0 0 0,0-1 0 0 0,1-1 0 0 0,1 1 0 0 0,0-1 0 0 0,14 11 0 0 0,-19-18-26 0 0,0-1 0 0 0,1-1 0 0 0,0 1 0 0 0,-1-1 0 0 0,1 0 0 0 0,1 0 0 0 0,-1-1 0 0 0,0 0 0 0 0,1 0 0 0 0,-1-1 0 0 0,1 1 0 0 0,-1-1 0 0 0,1-1 0 0 0,0 1 0 0 0,0-1 0 0 0,-1 0 0 0 0,1-1 0 0 0,0 1 0 0 0,-1-2 0 0 0,1 1 0 0 0,-1 0 0 0 0,1-1 0 0 0,-1-1 0 0 0,0 1 0 0 0,0-1 0 0 0,0 0 0 0 0,0 0 0 0 0,0-1 0 0 0,0 1 0 0 0,-1-1 0 0 0,9-8 0 0 0,5-5-24 0 0,-12 11-5 0 0,0-1 1 0 0,0 1-1 0 0,0-1 1 0 0,5-9-1 0 0,-1 0-88 0 0,11-20-1 0 0,-19 30 84 0 0,-1 1-1 0 0,0 0 0 0 0,0 0 0 0 0,0-1 0 0 0,-1 1 0 0 0,1-1 0 0 0,-1 0 0 0 0,0-8 0 0 0,-1 13-100 0 0,-2-1-182 0 0,0 1 314 0 0,0 0 1 0 0,0 0-1 0 0,0 0 0 0 0,0 1 1 0 0,0-1-1 0 0,-1 0 0 0 0,1 1 1 0 0,0-1-1 0 0,-1 1 1 0 0,1 0-1 0 0,0 0 0 0 0,0 0 1 0 0,-1 0-1 0 0,1 0 0 0 0,0 0 1 0 0,-1 1-1 0 0,1-1 0 0 0,0 1 1 0 0,-3 0-1 0 0,2 1 25 0 0,-1 0 1 0 0,1 0-1 0 0,-1 0 0 0 0,1 0 0 0 0,0 1 0 0 0,-1-1 1 0 0,1 1-1 0 0,0 0 0 0 0,1 0 0 0 0,-5 5 1 0 0,3-3-8 0 0,1 0 0 0 0,-1 1-1 0 0,1-1 1 0 0,0 1 0 0 0,1 0 0 0 0,-1 0 0 0 0,1 0 0 0 0,0 1 0 0 0,0-1 0 0 0,1 0 0 0 0,0 1 0 0 0,0-1 0 0 0,1 1 0 0 0,0 7 0 0 0,3 0-15 0 0,0-10 0 0 0,-1 0 0 0 0,0 0 0 0 0,1 0 0 0 0,0 0 0 0 0,6 6 0 0 0,9 6 0 0 0,-13-14 0 0 0,0-1 0 0 0,-2 1-57 0 0,1-1 0 0 0,0 1 0 0 0,1-1 0 0 0,-1 0 1 0 0,0 0-1 0 0,0 0 0 0 0,0-1 0 0 0,1 0 0 0 0,-1 1 0 0 0,0-1 0 0 0,0-1 0 0 0,1 1 1 0 0,5-2-1 0 0,-6 1-510 0 0,0 0 0 0 0,0-1 1 0 0,0 0-1 0 0,-1 1 1 0 0,1-1-1 0 0,-1 0 0 0 0,1-1 1 0 0,4-3-1 0 0,-6 3-1454 0 0,2-6-54 0 0</inkml:trace>
  <inkml:trace contextRef="#ctx0" brushRef="#br0" timeOffset="1">23 277 9215 0 0,'-22'-16'12745'0'0,"31"11"-10357"0"0,1-1-1501 0 0,22-2-122 0 0,-1 1-1 0 0,44-4 1 0 0,-18 3-570 0 0,195-34-2327 0 0,-198 32 363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2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7367 0 0,'0'0'568'0'0,"2"-1"226"0"0,6-4 2641 0 0,0 1 1 0 0,0 0 0 0 0,13-4-1 0 0,-10 4-1306 0 0,-1 2 0 0 0,20-3 0 0 0,-19 3-1907 0 0,0 2 1 0 0,0 0-1 0 0,0 0 1 0 0,0 1-1 0 0,0 0 1 0 0,0 1-1 0 0,0 0 0 0 0,-1 1 1 0 0,1 0-1 0 0,-1 1 1 0 0,20 9-1 0 0,-28-12-209 0 0,1 0 0 0 0,-1 0 1 0 0,0 1-1 0 0,0-1 0 0 0,0 1 0 0 0,0-1 1 0 0,0 1-1 0 0,0 0 0 0 0,0 0 0 0 0,0 0 1 0 0,-1 0-1 0 0,1 0 0 0 0,-1 0 0 0 0,1 0 1 0 0,-1 1-1 0 0,0-1 0 0 0,0 0 0 0 0,0 1 0 0 0,0-1 1 0 0,-1 1-1 0 0,1-1 0 0 0,-1 1 0 0 0,1-1 1 0 0,-1 1-1 0 0,0-1 0 0 0,0 1 0 0 0,0 0 1 0 0,0-1-1 0 0,0 1 0 0 0,-1-1 0 0 0,1 1 1 0 0,-1-1-1 0 0,0 1 0 0 0,1-1 0 0 0,-3 4 0 0 0,-2 5 47 0 0,-1 1 0 0 0,-1-1 0 0 0,0 0 0 0 0,-1 0 0 0 0,-12 13 0 0 0,16-20-35 0 0,-133 139 266 0 0,127-135-280 0 0,1 1 0 0 0,1 1 0 0 0,0-1 0 0 0,0 2 0 0 0,1-1 0 0 0,0 1 0 0 0,-7 16 0 0 0,11-15-11 0 0,6 1 0 0 0,4-1 0 0 0,4-2 0 0 0,-6-7 0 0 0,0 1 0 0 0,1-2 0 0 0,0 1 0 0 0,-1 0 0 0 0,1-1 0 0 0,0 0 0 0 0,0-1 0 0 0,0 1 0 0 0,12 0 0 0 0,6 0 0 0 0,30-3 0 0 0,-22 1 0 0 0,94-11-20 0 0,-38 1-1980 0 0,-64 10-5483 0 0,-1 3-2510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3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58 11519 0 0,'-3'-2'92'0'0,"1"-1"-1"0"0,0 1 0 0 0,-1-1 1 0 0,0 1-1 0 0,1 0 0 0 0,-1 0 1 0 0,0 0-1 0 0,0 1 0 0 0,0-1 1 0 0,0 1-1 0 0,0 0 0 0 0,-1-1 1 0 0,-5 0-1 0 0,-28 0 18462 0 0,41 3-18300 0 0,31 5-9 0 0,1-1 0 0 0,37 0-1 0 0,77-5-284 0 0,-98-1 85 0 0,342-7 62 0 0,-163-4-97 0 0,-16 1 46 0 0,9 4-43 0 0,109 0-13 0 0,-177 8 48 0 0,271 8-30 0 0,-371-8-32 0 0,-54-1-90 0 0,-13 8-2311 0 0,4 0 993 0 0,1 0-58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16 25943 0 0,'0'0'1191'0'0,"-1"-2"-30"0"0,-12-8-567 0 0,12 8-519 0 0,0 1 312 0 0,-10 0-474 0 0,9 3-269 0 0,0-1 0 0 0,0 1 0 0 0,0-1 0 0 0,1 1 0 0 0,-1 0-1 0 0,0-1 1 0 0,1 1 0 0 0,0 0 0 0 0,-1 0 0 0 0,1 0-1 0 0,0 0 1 0 0,0 1 0 0 0,0-1 0 0 0,-1 5 0 0 0,-2 10-5961 0 0,1 0-1297 0 0</inkml:trace>
  <inkml:trace contextRef="#ctx0" brushRef="#br0" timeOffset="1">11 220 5983 0 0,'0'0'464'0'0,"0"2"-305"0"0,-2 17-289 0 0,-5 36 18842 0 0,6-55-18575 0 0,1 0 0 0 0,0 1-1 0 0,0-1 1 0 0,0 0-1 0 0,0 0 1 0 0,0 0 0 0 0,0 0-1 0 0,0 1 1 0 0,0-1-1 0 0,-1 0 1 0 0,1 0-1 0 0,0 0 1 0 0,0 1 0 0 0,0-1-1 0 0,0 0 1 0 0,0 0-1 0 0,0 1 1 0 0,0-1 0 0 0,0 0-1 0 0,0 0 1 0 0,0 0-1 0 0,0 1 1 0 0,0-1-1 0 0,1 0 1 0 0,-1 0 0 0 0,0 0-1 0 0,0 1 1 0 0,0-1-1 0 0,0 0 1 0 0,0 0 0 0 0,0 0-1 0 0,0 1 1 0 0,1-1-1 0 0,3 11 2306 0 0,-3-10-3032 0 0,8 12-8283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3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21 22487 0 0,'-16'-21'4857'0'0,"17"25"-4051"0"0,32 180 2019 0 0,-19-97-2645 0 0,-5 0-1 0 0,-3 1 1 0 0,-7 126 0 0 0,0-211-530 0 0,0 28 528 0 0,1-17-5940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19351 0 0,'0'0'1491'0'0,"1"-1"-964"0"0,5-5-63 0 0,0 0 0 0 0,0 1 0 0 0,0-1 1 0 0,1 1-1 0 0,-1 1 0 0 0,1 0 1 0 0,1 0-1 0 0,-1 0 0 0 0,0 0 0 0 0,1 1 1 0 0,0 1-1 0 0,0-1 0 0 0,12-1 1 0 0,12-1 383 0 0,-1 2 0 0 0,39 0 0 0 0,-43 3-854 0 0,-12-1 47 0 0,0 2-1 0 0,0 0 1 0 0,1 1 0 0 0,-1 1-1 0 0,22 6 1 0 0,-28-6-28 0 0,0 0 1 0 0,0 1-1 0 0,-1-1 1 0 0,0 2-1 0 0,1-1 1 0 0,-2 1-1 0 0,1 1 1 0 0,0-1-1 0 0,-1 1 1 0 0,8 9-1 0 0,-12-12-1 0 0,0 1 0 0 0,-1 0-1 0 0,1 0 1 0 0,-1 0 0 0 0,1 0 0 0 0,-1 0-1 0 0,0 0 1 0 0,-1 1 0 0 0,1-1 0 0 0,-1 1-1 0 0,0-1 1 0 0,1 10 0 0 0,-2-7 31 0 0,0 0-1 0 0,0 0 1 0 0,-1 1 0 0 0,1-1-1 0 0,-2 0 1 0 0,1 0 0 0 0,-5 12-1 0 0,0-4 36 0 0,-1 0 0 0 0,-1-1 0 0 0,0 0-1 0 0,-1 0 1 0 0,0-1 0 0 0,-19 21 0 0 0,17-23-10 0 0,0 0 1 0 0,-1-1 0 0 0,0 0-1 0 0,-17 9 1 0 0,-55 28-9 0 0,26-16-1074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0 246 14743 0 0,'0'0'1136'0'0,"3"0"-746"0"0,27-5 86 0 0,-2 4 3640 0 0,-1 0 0 0 0,50 7-1 0 0,-75-6-3991 0 0,0 0 0 0 0,-1 1 0 0 0,1 0 0 0 0,-1-1 0 0 0,1 1 0 0 0,0 0 0 0 0,-1 0-1 0 0,1 0 1 0 0,-1 0 0 0 0,0 0 0 0 0,1 0 0 0 0,-1 0 0 0 0,0 1 0 0 0,2 1 0 0 0,-2-2-165 0 0,0 0 72 0 0,-1 0 0 0 0,1-1 0 0 0,-1 1 0 0 0,1 0-1 0 0,0 0 1 0 0,-1 0 0 0 0,1 0 0 0 0,-1 0 0 0 0,0 0 0 0 0,1 0 0 0 0,-1 0 0 0 0,0 1 0 0 0,0-1 0 0 0,0 0 0 0 0,0 0 0 0 0,0 0 0 0 0,0 0 0 0 0,0 0 0 0 0,0 2 0 0 0,-6 17 198 0 0,-2-6-131 0 0,0 0 1 0 0,0-1 0 0 0,-1 0 0 0 0,-1 0 0 0 0,-14 13-1 0 0,11-11 12 0 0,0 0-1 0 0,-18 29 1 0 0,26-34-99 0 0,5-8-7 0 0,-1-1 0 0 0,1 1 0 0 0,-1 0 0 0 0,1 0 0 0 0,0 0 0 0 0,0 0 0 0 0,0 0 0 0 0,0 0 0 0 0,0 0 0 0 0,0 0 0 0 0,0 0 1 0 0,1 0-1 0 0,-1 0 0 0 0,1 0 0 0 0,-1 0 0 0 0,1-1 0 0 0,0 1 0 0 0,1 3 0 0 0,0-2-4 0 0,-1-1 0 0 0,1 1 0 0 0,-1-1 0 0 0,1 1 0 0 0,0-1 0 0 0,3 3 0 0 0,6 0 0 0 0,-6-3 0 0 0,4 1-12 0 0,0 0 1 0 0,0-1-1 0 0,0 0 0 0 0,0-1 0 0 0,0 0 1 0 0,0 0-1 0 0,18-1 0 0 0,65-12-291 0 0,-87 11 280 0 0,21-4-1578 0 0,49-18-1 0 0,-45 13-279 0 0</inkml:trace>
  <inkml:trace contextRef="#ctx0" brushRef="#br0" timeOffset="1">800 41 5983 0 0,'8'-13'12976'0'0,"2"4"-5877"0"0,-7 7-6161 0 0,1 0-1 0 0,-1 0 1 0 0,1 1-1 0 0,7-3 1 0 0,-2 1-886 0 0,-1 2 0 0 0,1-1 0 0 0,0 1 1 0 0,13 0-1 0 0,-7 2 115 0 0,-11-1-170 0 0,1 0 0 0 0,-1 1-1 0 0,0-1 1 0 0,1 1 0 0 0,-1 0 0 0 0,0 0 0 0 0,5 3 0 0 0,2 0-112 0 0,16 3-368 0 0,-25-6 120 0 0,1 1-447 0 0,19 12-1360 0 0,-9-3-5348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23 19439 0 0,'0'0'892'0'0,"-2"1"-25"0"0,-7 3 4447 0 0,38 5-2892 0 0,-21-8-2250 0 0,-1-1 1 0 0,1 0 0 0 0,0-1-1 0 0,-1 0 1 0 0,1 0-1 0 0,10-4 1 0 0,12-1 15 0 0,17-3-128 0 0,-29 5-301 0 0,29-4-1 0 0,19 5-2021 0 0,-45 3 450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39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37 17647 0 0,'-5'-6'1603'0'0,"2"2"-1437"0"0,1 1-1 0 0,-1 0 1 0 0,0 1 0 0 0,0-1 0 0 0,0 0 0 0 0,0 1-1 0 0,-1 0 1 0 0,1 0 0 0 0,-5-3 0 0 0,6 5 9 0 0,0 0 1 0 0,0-1-1 0 0,1 1 1 0 0,-1 0-1 0 0,0 0 1 0 0,0 0-1 0 0,1 0 1 0 0,-1 0-1 0 0,0 0 1 0 0,0 0-1 0 0,1 1 0 0 0,-1-1 1 0 0,0 0-1 0 0,1 1 1 0 0,-1 0-1 0 0,0-1 1 0 0,1 1-1 0 0,-1 0 1 0 0,1 0-1 0 0,-1 0 1 0 0,1 0-1 0 0,-1 0 1 0 0,-1 3-1 0 0,-6 4 375 0 0,1 0-1 0 0,0 1 1 0 0,1 0-1 0 0,-10 16 1 0 0,-21 43 451 0 0,27-47-642 0 0,-3 6 40 0 0,1 0 1 0 0,-9 30-1 0 0,19-48-352 0 0,0 0 0 0 0,1 0 1 0 0,0 0-1 0 0,0 0 0 0 0,1 0 0 0 0,1 0 0 0 0,-1 1 0 0 0,2-1 1 0 0,-1 0-1 0 0,1 0 0 0 0,2 10 0 0 0,-2-16-44 0 0,0 1 0 0 0,1-1 1 0 0,-1 0-1 0 0,1 1 0 0 0,-1-1 0 0 0,1 0 1 0 0,0 0-1 0 0,0 0 0 0 0,0 0 0 0 0,1 0 1 0 0,-1-1-1 0 0,1 1 0 0 0,5 4 0 0 0,-3-4-36 0 0,-1-1 0 0 0,1 1 0 0 0,0-1 0 0 0,-1 0 0 0 0,1 0 0 0 0,1 0 0 0 0,-1-1 0 0 0,8 2 0 0 0,2-2-131 0 0,1 0-1 0 0,-1 0 0 0 0,0-2 0 0 0,0 0 1 0 0,26-5-1 0 0,-34 4 100 0 0,0 0 0 0 0,0 0 0 0 0,-1 0-1 0 0,1-1 1 0 0,0 1 0 0 0,-1-2 0 0 0,1 1 0 0 0,-1-1 0 0 0,0 0-1 0 0,-1 0 1 0 0,1-1 0 0 0,-1 1 0 0 0,1-1 0 0 0,-1-1 0 0 0,-1 1-1 0 0,1-1 1 0 0,-1 1 0 0 0,5-10 0 0 0,-4 5-3 0 0,0-1 1 0 0,-1 1-1 0 0,0-1 0 0 0,-1 0 0 0 0,0 0 1 0 0,-1 0-1 0 0,0 0 0 0 0,0 0 1 0 0,-1-1-1 0 0,-2-21 0 0 0,0 17-336 0 0,0 1 0 0 0,-1 0 0 0 0,-1-1 0 0 0,-6-18 0 0 0,2 25-1780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0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14279 0 0,'0'0'1103'0'0,"0"2"-720"0"0,-4 48 3175 0 0,0 5 5559 0 0,7-54-9483 0 0,0 0 191 0 0,0 0 0 0 0,0 0 0 0 0,0 0 0 0 0,0-1 1 0 0,1 1-1 0 0,-1-1 0 0 0,0 0 0 0 0,0 0 0 0 0,0 0 1 0 0,0-1-1 0 0,6 0 0 0 0,3-3-1831 0 0,21-8 0 0 0,-12 4 808 0 0,23-6-1105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0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98 5063 0 0,'-2'-8'528'0'0,"-4"-14"2346"0"0,-9-11 6432 0 0,14 30-8415 0 0,-1 0 1 0 0,0 0-1 0 0,0 1 1 0 0,-1-1 0 0 0,1 1-1 0 0,0-1 1 0 0,-1 1 0 0 0,-3-3-1 0 0,4 4-816 0 0,0-1-1 0 0,-1 1 1 0 0,1 0-1 0 0,-1 0 1 0 0,1 0-1 0 0,-1 0 1 0 0,-2 0-1 0 0,0 1 201 0 0,0 1 0 0 0,-1-1 1 0 0,1 1-1 0 0,0 0 0 0 0,0 0 0 0 0,0 1 0 0 0,0 0 1 0 0,0 0-1 0 0,-8 4 0 0 0,-11 7 120 0 0,1 0 0 0 0,0 2 1 0 0,1 0-1 0 0,-28 26 0 0 0,43-34-375 0 0,-1 1-1 0 0,1 0 1 0 0,1 0 0 0 0,-10 16 0 0 0,15-23-39 0 0,1 1 1 0 0,0-1-1 0 0,0 0 1 0 0,0 0 0 0 0,0 0-1 0 0,0 1 1 0 0,0-1-1 0 0,0 0 1 0 0,1 0-1 0 0,-1 1 1 0 0,0-1-1 0 0,1 0 1 0 0,-1 0 0 0 0,1 0-1 0 0,-1 0 1 0 0,1 0-1 0 0,-1 0 1 0 0,1 0-1 0 0,0 0 1 0 0,0 0 0 0 0,-1 0-1 0 0,3 1 1 0 0,1 1-69 0 0,1-1 1 0 0,0 0-1 0 0,0 0 1 0 0,0-1-1 0 0,0 0 1 0 0,0 1 0 0 0,0-2-1 0 0,0 1 1 0 0,0 0-1 0 0,0-1 1 0 0,0 0-1 0 0,1-1 1 0 0,-1 1-1 0 0,0-1 1 0 0,0 0-1 0 0,9-2 1 0 0,0-2 12 0 0,0 0 0 0 0,0-1 0 0 0,0 0 0 0 0,21-14 0 0 0,34-23 19 0 0,-68 42 363 0 0,1 3-252 0 0,-1-1 0 0 0,1 1 0 0 0,-1 0-1 0 0,0 0 1 0 0,0 0 0 0 0,0 0 0 0 0,0 0 0 0 0,0 1-1 0 0,0-1 1 0 0,0 0 0 0 0,-1 0 0 0 0,1 1 0 0 0,-1-1 0 0 0,1 4-1 0 0,-1-5-36 0 0,2 27 348 0 0,0-1 1 0 0,-3 31-1 0 0,0 10-61 0 0,1-47-278 0 0,5 60 65 0 0,-3-73-139 0 0,-1 1 1 0 0,1 0 0 0 0,1-1 0 0 0,-1 1-1 0 0,1-1 1 0 0,8 15 0 0 0,-9-20-116 0 0,0-1 0 0 0,0 1 0 0 0,0-1-1 0 0,0 1 1 0 0,0-1 0 0 0,1 0 0 0 0,-1 0 0 0 0,1 0 0 0 0,0 0-1 0 0,0 0 1 0 0,-1-1 0 0 0,1 1 0 0 0,4 1 0 0 0,-1-1-606 0 0,0 0-1 0 0,0-1 1 0 0,0 1 0 0 0,0-1-1 0 0,12 1 1 0 0,3-3-1289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24 546 24247 0 0,'0'0'6904'0'0,"-1"-2"-6324"0"0,-1-6-430 0 0,1-1 1 0 0,-1 1-1 0 0,1-1 0 0 0,1-10 1 0 0,-2-9-19 0 0,1-4-76 0 0,4-58 1 0 0,0 12-18 0 0,-3 48-39 0 0,-1-71 3 0 0,-1 84-7 0 0,0 0 1 0 0,0 0 0 0 0,-10-29-1 0 0,11 44-38 0 0,10 19-28 0 0,-7-12 61 0 0,1 1-1 0 0,0-1 0 0 0,0 1 0 0 0,0-1 0 0 0,6 7 1 0 0,-3-7-2 0 0,-1 1 1 0 0,1-1-1 0 0,1 0 1 0 0,-1 0-1 0 0,1-1 1 0 0,0 0-1 0 0,0 0 1 0 0,0 0 0 0 0,0-1-1 0 0,0 0 1 0 0,1-1-1 0 0,0 0 1 0 0,-1 0-1 0 0,1 0 1 0 0,0-1-1 0 0,0 0 1 0 0,0-1 0 0 0,0 0-1 0 0,0 0 1 0 0,0-1-1 0 0,-1 1 1 0 0,1-2-1 0 0,0 1 1 0 0,13-5-1 0 0,-7 1-20 0 0,0-1 0 0 0,0 0 0 0 0,-1-1 0 0 0,0-1 1 0 0,22-15-1 0 0,54-53-97 0 0,-87 74 124 0 0,-2 2 4 0 0,1-1 0 0 0,-1 1 0 0 0,0 0 0 0 0,0 0 0 0 0,0-1 0 0 0,1 1 0 0 0,-1 0 0 0 0,0 0 0 0 0,0 0 0 0 0,1 0 0 0 0,-1-1 0 0 0,0 1 0 0 0,0 0 0 0 0,1 0 0 0 0,-1 0 0 0 0,0 0 0 0 0,1 0 0 0 0,-1 0 0 0 0,0 0 0 0 0,0-1 0 0 0,1 1 0 0 0,-1 0 0 0 0,0 0 0 0 0,1 0 0 0 0,-1 0 0 0 0,0 0 0 0 0,1 1 0 0 0,-1-1 0 0 0,1 1 7 0 0,1 0 0 0 0,-1 1 0 0 0,0-1 0 0 0,0 1 0 0 0,0-1 0 0 0,0 1 0 0 0,0-1-1 0 0,-1 1 1 0 0,1 0 0 0 0,0-1 0 0 0,-1 1 0 0 0,1 0 0 0 0,0 1 0 0 0,5 29 137 0 0,-6-30-141 0 0,6 36 148 0 0,1-1-1 0 0,2 0 1 0 0,25 63-1 0 0,-29-88-682 0 0,2 1 0 0 0,0-1 0 0 0,0 0 0 0 0,1-1 0 0 0,15 18 0 0 0,-15-21-870 0 0,0-1-1 0 0,0 0 1 0 0,1 0-1 0 0,0-1 0 0 0,0 0 1 0 0,1 0-1 0 0,-1-1 1 0 0,13 5-1 0 0,-6-4-5980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1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4 255 16151 0 0,'0'-2'738'0'0,"4"-27"10531"0"0,11 99-9710 0 0,4 78 0 0 0,-11-79-1955 0 0,-7-67-176 0 0,5-31-13473 0 0</inkml:trace>
  <inkml:trace contextRef="#ctx0" brushRef="#br0" timeOffset="1">17 93 9671 0 0,'-4'-7'292'0'0,"2"0"-1"0"0,-1 1 1 0 0,1-1 0 0 0,-2-10-1 0 0,2-2 12463 0 0,7 9-8538 0 0,-3 8-4015 0 0,1 0 0 0 0,0 0 0 0 0,0 0-1 0 0,0 1 1 0 0,-1-1 0 0 0,1 1 0 0 0,1 0 0 0 0,-1 0 0 0 0,0 0 0 0 0,0 0-1 0 0,0 0 1 0 0,6 0 0 0 0,6 0-174 0 0,23 0 0 0 0,-24 1 128 0 0,2 0-150 0 0,1 1 1 0 0,-1 0-1 0 0,0 1 0 0 0,0 0 1 0 0,0 2-1 0 0,0 0 0 0 0,-1 0 1 0 0,1 2-1 0 0,-1 0 0 0 0,0 0 1 0 0,18 12-1 0 0,-20-8-5 0 0,-2 4 0 0 0,-10-12 0 0 0,0 0 0 0 0,0 0 0 0 0,0 0 0 0 0,0 0 0 0 0,0 0 0 0 0,0 1 0 0 0,0-1 0 0 0,-1 0 0 0 0,1 0 0 0 0,-1 1 0 0 0,0-1 0 0 0,0 0 0 0 0,0 0 0 0 0,0 1 0 0 0,0-1 0 0 0,0 3 0 0 0,-1-1 0 0 0,0-1 0 0 0,-1 1 0 0 0,1-1 0 0 0,0 1 0 0 0,-1-1 0 0 0,0 1 0 0 0,0-1 0 0 0,0 0 0 0 0,-3 3 0 0 0,-5 5 0 0 0,0-1 0 0 0,-1 0 0 0 0,0-1 0 0 0,-12 9 0 0 0,20-17 0 0 0,-33 23-1056 0 0,-1-2 1 0 0,-79 34-1 0 0,116-56 915 0 0,-1 0-1 0 0,1 0 0 0 0,-1 1 1 0 0,1-1-1 0 0,-1 0 0 0 0,1 0 1 0 0,0 1-1 0 0,-1-1 0 0 0,1 0 1 0 0,0 1-1 0 0,-1-1 0 0 0,1 0 1 0 0,0 1-1 0 0,-1-1 0 0 0,1 1 1 0 0,0-1-1 0 0,0 1 0 0 0,0-1 1 0 0,-1 0-1 0 0,1 2 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9 12439 0 0,'0'0'566'0'0,"-1"-1"-6"0"0,-1 0-441 0 0,0 0 0 0 0,0 0 1 0 0,0 1-1 0 0,0-1 0 0 0,0 0 1 0 0,0 0-1 0 0,0 1 0 0 0,0 0 1 0 0,-1-1-1 0 0,1 1 1 0 0,-3 0-1 0 0,1 0 726 0 0,1 1 0 0 0,-1 0-1 0 0,0-1 1 0 0,1 1 0 0 0,-1 1 0 0 0,0-1 0 0 0,-4 3 0 0 0,0 0 537 0 0,-10 4 1583 0 0,-33 19 0 0 0,-44 41-986 0 0,89-64-1938 0 0,0 1 0 0 0,0 0 0 0 0,1 1 0 0 0,0-1-1 0 0,-7 10 1 0 0,1 3-30 0 0,10-14-17 0 0,2-2-4 0 0,-2 0-70 0 0,2 0 64 0 0,-1-1 1 0 0,0 0-1 0 0,1 0 1 0 0,-1 0-1 0 0,1 0 0 0 0,-1 0 1 0 0,1 0-1 0 0,-1 0 1 0 0,1 0-1 0 0,0 0 0 0 0,-1 0 1 0 0,1-1-1 0 0,0 1 1 0 0,0 0-1 0 0,0 0 0 0 0,0-1 1 0 0,0 1-1 0 0,1 0 0 0 0,18 11-272 0 0,-14-10 195 0 0,0 0 0 0 0,1-1 0 0 0,-1 1 0 0 0,0-1 0 0 0,0 0 0 0 0,1 0 0 0 0,-1-1 0 0 0,0 0 0 0 0,1 0 0 0 0,-1-1 0 0 0,1 0 0 0 0,10-2 0 0 0,6-4-117 0 0,0 0 0 0 0,24-12 0 0 0,-20 8 218 0 0,-18 6-8 0 0,-6 3 0 0 0,0 1 0 0 0,0-1 0 0 0,0 1 0 0 0,1 0 0 0 0,-1 0 0 0 0,0 0 0 0 0,1 0 0 0 0,5 0 0 0 0,5 2 52 0 0,-11-1 32 0 0,0 2-1 0 0,0-1 1 0 0,0 0-1 0 0,-1 1 1 0 0,1-1-1 0 0,0 1 1 0 0,-1 0-1 0 0,1 0 1 0 0,-1 0-1 0 0,1 0 1 0 0,-1 0-1 0 0,0 0 1 0 0,0 1-1 0 0,0-1 1 0 0,2 5-1 0 0,3 5 341 0 0,0 0 0 0 0,6 18-1 0 0,2 3-123 0 0,-9-23 1 0 0,0-1 1 0 0,14 17-1 0 0,-5-9-3411 0 0,-3-4-3512 0 0,-1 1-3229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2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31 13359 0 0,'0'0'1027'0'0,"1"-8"-207"0"0,-1 7-359 0 0,0 0 0 0 0,0 0 0 0 0,0 0 1 0 0,0 0-1 0 0,0 0 0 0 0,-1 0 0 0 0,1 0 0 0 0,0 1 0 0 0,-1-1 1 0 0,1 0-1 0 0,0 0 0 0 0,-1 0 0 0 0,1 0 0 0 0,-1 1 0 0 0,0-1 1 0 0,1 0-1 0 0,-1 0 0 0 0,1 1 0 0 0,-1-1 0 0 0,0 0 0 0 0,0 1 1 0 0,1-1-1 0 0,-1 1 0 0 0,-1-1 0 0 0,0 0-200 0 0,1 1 0 0 0,-1 0 0 0 0,0-1 0 0 0,0 1 0 0 0,1 0 0 0 0,-1 0 0 0 0,0 0 0 0 0,0 0 0 0 0,1 0 0 0 0,-1 0 0 0 0,0 1 0 0 0,-2 0 0 0 0,-6 2-212 0 0,0 1 1 0 0,1 0-1 0 0,-15 9 0 0 0,19-10 888 0 0,-107 68-104 0 0,101-62-804 0 0,0-1 0 0 0,0 2 0 0 0,1-1 1 0 0,1 1-1 0 0,-1 1 0 0 0,-12 19 0 0 0,21-27-21 0 0,0 0 0 0 0,0 0-1 0 0,0 0 1 0 0,1 0 0 0 0,0 0 0 0 0,-1 0-1 0 0,1 0 1 0 0,0 0 0 0 0,1 1 0 0 0,-1-1-1 0 0,0 0 1 0 0,1 0 0 0 0,0 0 0 0 0,-1 0-1 0 0,3 3 1 0 0,-2-2-8 0 0,1 0 0 0 0,-1 0 0 0 0,1 0 1 0 0,0-1-1 0 0,0 1 0 0 0,1-1 0 0 0,-1 1 0 0 0,1-1 0 0 0,0 0 1 0 0,0 0-1 0 0,5 4 0 0 0,2 1-3 0 0,1-1 0 0 0,16 8-1 0 0,2 2-55 0 0,10 6 25 0 0,-15-9-4 0 0,-1 0-1 0 0,41 35 1 0 0,-54-38 38 0 0,-3 0 0 0 0,-6 2 0 0 0,-2-8 9 0 0,-1-1 0 0 0,1 1-1 0 0,-1 0 1 0 0,0-1 0 0 0,0 1 0 0 0,0-1 0 0 0,0 0 0 0 0,-1 0-1 0 0,0 0 1 0 0,0 0 0 0 0,0 0 0 0 0,0-1 0 0 0,-1 1-1 0 0,0-1 1 0 0,1 0 0 0 0,-1 0 0 0 0,-8 5 0 0 0,1-2 20 0 0,-1 1 0 0 0,1-2 0 0 0,-1 0 0 0 0,0 0 0 0 0,-22 5 0 0 0,26-8-55 0 0,0-1 0 0 0,0 0 0 0 0,0 0-1 0 0,0-1 1 0 0,0 0 0 0 0,0 0-1 0 0,0-1 1 0 0,0 0 0 0 0,-11-3 0 0 0,17 4-512 0 0,6-13-3899 0 0,6 1 1980 0 0,4-2-86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20559 0 0,'2'0'943'0'0,"16"1"-243"0"0,33-3-1 0 0,5 1 496 0 0,-12 0 327 0 0,-28 1-368 0 0,33 2 0 0 0,-44-2-1054 0 0,-1 1 1 0 0,1 0 0 0 0,0 1 0 0 0,-1-1-1 0 0,1 1 1 0 0,-1 0 0 0 0,1 0-1 0 0,-1 0 1 0 0,0 0 0 0 0,8 7 0 0 0,-10-8-79 0 0,-1 0 0 0 0,0 1 0 0 0,0-1 0 0 0,1 1 0 0 0,-1 0 0 0 0,0-1 0 0 0,0 1 0 0 0,0 0 0 0 0,-1 0-1 0 0,1 0 1 0 0,0 0 0 0 0,-1 0 0 0 0,1 0 0 0 0,-1-1 0 0 0,0 1 0 0 0,1 0 0 0 0,-1 0 0 0 0,0 0 0 0 0,0 0 0 0 0,0 0 0 0 0,-1 0 0 0 0,1 0 0 0 0,0 0 0 0 0,-1 0 0 0 0,0 3 0 0 0,-2 2 116 0 0,0 0 0 0 0,0 0 0 0 0,0 0 0 0 0,-1 0-1 0 0,-5 8 1 0 0,-5 2 282 0 0,0-1 0 0 0,-29 27 0 0 0,28-30-258 0 0,2 0 0 0 0,0 1 0 0 0,0 0 1 0 0,-12 20-1 0 0,22-28-115 0 0,0 0-1 0 0,0 1 1 0 0,1-1 0 0 0,-2 9-1 0 0,12-4-15 0 0,-7-9-31 0 0,3 1-2 0 0,-1 0 0 0 0,1 0 0 0 0,0-1 0 0 0,0 1-1 0 0,0-1 1 0 0,0 0 0 0 0,0 0 0 0 0,0 0 0 0 0,1 0 0 0 0,-1-1 0 0 0,1 1 0 0 0,-1-1-1 0 0,1 0 1 0 0,-1-1 0 0 0,1 1 0 0 0,7-1 0 0 0,8 0-18 0 0,-1-1 0 0 0,29-5 0 0 0,-9-1-690 0 0,58-17 1 0 0,-9-8-4309 0 0,-58 19-4601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3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13823 0 0,'2'-1'10475'0'0,"29"-13"-5049"0"0,-16 8-4698 0 0,21-5 0 0 0,-12 5-673 0 0,44-3 0 0 0,-42 7-1879 0 0,42 4 1 0 0,-62-1 762 0 0,0-1 1 0 0,0 1-1 0 0,10 4 0 0 0,-3-1-1308 0 0</inkml:trace>
  <inkml:trace contextRef="#ctx0" brushRef="#br0" timeOffset="1">93 253 20215 0 0,'0'0'6140'0'0,"3"0"-5659"0"0,77-15 458 0 0,7-1-1942 0 0,6-4-1209 0 0,15-4-1474 0 0,-58 7 1851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71 17503 0 0,'-3'-4'225'0'0,"0"-1"0"0"0,0 1 0 0 0,0 0 0 0 0,0 0 0 0 0,0 0 0 0 0,-1 0-1 0 0,0 1 1 0 0,0 0 0 0 0,0-1 0 0 0,0 1 0 0 0,0 1 0 0 0,-1-1 0 0 0,1 1 0 0 0,-1-1 0 0 0,0 1-1 0 0,0 1 1 0 0,-8-3 0 0 0,1 1 640 0 0,-1 0 0 0 0,1 1 1 0 0,-1 0-1 0 0,1 1 0 0 0,-1 1 0 0 0,-15 1 0 0 0,12 0-326 0 0,-1 1 1 0 0,1 1-1 0 0,0 0 0 0 0,0 1 0 0 0,0 1 0 0 0,-29 13 1 0 0,44-18-524 0 0,0 0 0 0 0,1 1 0 0 0,-1-1 0 0 0,1 0 0 0 0,-1 1 0 0 0,0-1 0 0 0,1 1 1 0 0,-1-1-1 0 0,1 1 0 0 0,-1-1 0 0 0,1 1 0 0 0,0-1 0 0 0,-1 1 0 0 0,1 0 0 0 0,0-1 0 0 0,-1 1 1 0 0,1 0-1 0 0,0-1 0 0 0,0 1 0 0 0,-1 0 0 0 0,1-1 0 0 0,0 1 0 0 0,0 0 0 0 0,0 1 0 0 0,0 1-4 0 0,0 0-1 0 0,0 1 1 0 0,1-1-1 0 0,0 1 1 0 0,-1-1-1 0 0,1 0 1 0 0,0 1-1 0 0,1-1 0 0 0,-1 0 1 0 0,0 0-1 0 0,1 0 1 0 0,0 0-1 0 0,0 0 1 0 0,0 0-1 0 0,3 3 1 0 0,0 0-5 0 0,3 3-12 0 0,1 0 0 0 0,-1-1 0 0 0,2 0 1 0 0,-1-1-1 0 0,1 0 0 0 0,0 0 0 0 0,1-1 0 0 0,19 9 0 0 0,7-1-15 0 0,52 13-1 0 0,-44-14 34 0 0,-32-9-16 0 0,-2 0-1 0 0,1 1 1 0 0,17 10 0 0 0,-27-14-6 0 0,0 1 1 0 0,-1-1 0 0 0,1 1-1 0 0,-1-1 1 0 0,1 1 0 0 0,-1 0-1 0 0,0 0 1 0 0,1-1 0 0 0,-1 1-1 0 0,0 0 1 0 0,1 3-1 0 0,0-1-10 0 0,2 10 8 0 0,-5-11 9 0 0,1 1 1 0 0,0-1-1 0 0,-1 1 0 0 0,0-1 1 0 0,0 0-1 0 0,0 1 0 0 0,0-1 1 0 0,-1 0-1 0 0,1 1 0 0 0,-1-1 0 0 0,0 0 1 0 0,1 0-1 0 0,-2 0 0 0 0,1-1 1 0 0,0 1-1 0 0,0 0 0 0 0,-1-1 1 0 0,-3 3-1 0 0,-3 3-6 0 0,-2 0 0 0 0,1 0 0 0 0,-20 9 0 0 0,4-4-102 0 0,-36 11-1 0 0,34-14 28 0 0,-4 1-129 0 0,24-9-288 0 0,1 0 0 0 0,-1 1 0 0 0,0 0-1 0 0,1 0 1 0 0,-1 1 0 0 0,-10 7 0 0 0</inkml:trace>
  <inkml:trace contextRef="#ctx0" brushRef="#br0" timeOffset="1">575 382 23695 0 0,'0'0'2152'0'0,"2"3"-1771"0"0,8 11 515 0 0,0 1-1 0 0,-1 1 0 0 0,-1-1 0 0 0,11 29 0 0 0,29 65 1080 0 0,-43-100-2059 0 0,8 13-1786 0 0,-4-12-6436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6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21 21711 0 0,'-36'-7'1524'0'0,"-25"-7"4211"0"0,63 14-5703 0 0,1 1-1 0 0,-1-1 1 0 0,0 1 0 0 0,1 0 0 0 0,-1 0-1 0 0,4 1 1 0 0,7 3-4 0 0,-3-2-50 0 0,6 2-77 0 0,1 0 1 0 0,0-2-1 0 0,-1 0 1 0 0,32 1 0 0 0,-22-4-1278 0 0,40 6 0 0 0,-33-2-962 0 0,-9-2 457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7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71 576 2759 0 0,'-3'0'21'0'0,"0"0"0"0"0,0 0-1 0 0,0 0 1 0 0,0 0 0 0 0,-1 0-1 0 0,2-1 1 0 0,-1 1 0 0 0,0-1-1 0 0,0 0 1 0 0,0 0 0 0 0,-5-2-1 0 0,3 1 1987 0 0,-13 0 12641 0 0,12 2-11614 0 0,76-7-819 0 0,15-1-2661 0 0,6 0-1844 0 0,-56 6 917 0 0,0-1-46 0 0</inkml:trace>
  <inkml:trace contextRef="#ctx0" brushRef="#br0" timeOffset="1">714 22 15663 0 0,'-16'-22'7795'0'0,"10"36"-4547"0"0,1 1-2595 0 0,0 1 1 0 0,1 0-1 0 0,1 0 0 0 0,-2 21 1 0 0,1 69-85 0 0,3-70-280 0 0,1 4-99 0 0,2 0-1 0 0,8 55 1 0 0,-5-70-443 0 0,1 1-1 0 0,1-1 1 0 0,1 0 0 0 0,19 40 0 0 0,-26-62-320 0 0,1-1 1 0 0,-1 1 0 0 0,1-1-1 0 0,0 1 1 0 0,0-1 0 0 0,0 0-1 0 0,0 0 1 0 0,1 0-1 0 0,-1 0 1 0 0,0 0 0 0 0,1 0-1 0 0,-1-1 1 0 0,1 1 0 0 0,0-1-1 0 0,-1 0 1 0 0,1 0 0 0 0,4 1-1 0 0,-2-3-2173 0 0,11-10-20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7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4143 0 0,'1'2'9563'0'0,"4"19"-1699"0"0,-1 3-3477 0 0,4 18-2197 0 0,-2-26-1819 0 0,3 2-345 0 0,-5-16-102 0 0,-2-1-37 0 0,22 15-3406 0 0,-19-13 1845 0 0,8 4-6881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8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15 101 15199 0 0,'-14'-27'1379'0'0,"14"27"-1208"0"0,0-1 1 0 0,0 1-1 0 0,0-1 1 0 0,0 1 0 0 0,0-1-1 0 0,0 0 1 0 0,0 1-1 0 0,0-1 1 0 0,0 1-1 0 0,0-1 1 0 0,1 1-1 0 0,-1-1 1 0 0,0 1-1 0 0,0-1 1 0 0,1 1-1 0 0,-1-1 1 0 0,0 1-1 0 0,1-1 1 0 0,-1 1-1 0 0,0 0 1 0 0,1-1-1 0 0,-1 1 1 0 0,1 0-1 0 0,-1-1 1 0 0,0 1 0 0 0,1 0-1 0 0,-1-1 1 0 0,2 1-1 0 0,16-8 5257 0 0,134-20-2961 0 0,13 4-1955 0 0,-149 24-501 0 0,-2 5 42 0 0,-12-3-43 0 0,0 0 0 0 0,0-1-1 0 0,0 1 1 0 0,-1 0 0 0 0,1 0-1 0 0,0 0 1 0 0,-1 1 0 0 0,0-1 0 0 0,1 0-1 0 0,-1 0 1 0 0,0 1 0 0 0,0-1 0 0 0,-1 1-1 0 0,1-1 1 0 0,0 1 0 0 0,-1-1 0 0 0,1 1-1 0 0,-1 0 1 0 0,0-1 0 0 0,0 1 0 0 0,0 3-1 0 0,-1 7 100 0 0,-1 1-1 0 0,0-1 1 0 0,-5 13 0 0 0,2-1 63 0 0,-33 121 842 0 0,-2 16-693 0 0,19 6-406 0 0,19-142-2333 0 0,2-18-102 0 0,0 2-4061 0 0</inkml:trace>
  <inkml:trace contextRef="#ctx0" brushRef="#br0" timeOffset="1">21 423 24591 0 0,'0'0'2225'0'0,"3"0"-1830"0"0,86-14 663 0 0,-14 1 649 0 0,75 2-344 0 0,-50 15-4515 0 0,-66-1-6996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9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34 120 20815 0 0,'-24'-20'1892'0'0,"23"20"-1827"0"0,0 0-1 0 0,1-1 0 0 0,-1 1 1 0 0,1-1-1 0 0,-1 1 0 0 0,0-1 1 0 0,1 1-1 0 0,-1-1 1 0 0,1 1-1 0 0,-1-1 0 0 0,1 1 1 0 0,0-1-1 0 0,-1 0 1 0 0,1 1-1 0 0,0-1 0 0 0,-1 0 1 0 0,1 1-1 0 0,0-1 1 0 0,0 0-1 0 0,-1 0 0 0 0,1 1 1 0 0,0-1-1 0 0,0 0 1 0 0,0 0-1 0 0,0 1 0 0 0,0-1 1 0 0,0 0-1 0 0,0 0 0 0 0,0 1 1 0 0,1-1-1 0 0,-1 0 1 0 0,0 1-1 0 0,0-1 0 0 0,0 0 1 0 0,1 0-1 0 0,-1 1 1 0 0,1-1-1 0 0,-1 1 0 0 0,0-1 1 0 0,1 0-1 0 0,-1 1 1 0 0,1-1-1 0 0,-1 1 0 0 0,1-1 1 0 0,-1 1-1 0 0,1-1 1 0 0,0 1-1 0 0,-1-1 0 0 0,1 1 1 0 0,0 0-1 0 0,0-1 0 0 0,0 0-36 0 0,8-5 415 0 0,0 1-1 0 0,1 0 1 0 0,-1 0 0 0 0,1 1 0 0 0,13-5-1 0 0,54-10 95 0 0,-71 17-514 0 0,8-1 31 0 0,1-1-1 0 0,0 2 1 0 0,0 0-1 0 0,0 1 1 0 0,0 0-1 0 0,21 3 1 0 0,-23 2-12 0 0,-1 2-20 0 0,-11-6-20 0 0,0 1 1 0 0,-1-1-1 0 0,1 1 1 0 0,0-1-1 0 0,-1 1 1 0 0,1-1-1 0 0,-1 1 1 0 0,1 0-1 0 0,-1-1 1 0 0,1 1-1 0 0,-1 0 1 0 0,1 0-1 0 0,-1-1 1 0 0,0 1-1 0 0,1 0 1 0 0,-1 0-1 0 0,0 0 1 0 0,0-1-1 0 0,0 3 1 0 0,1 0 0 0 0,0 2 9 0 0,0 0-1 0 0,0 1 1 0 0,-1-1-1 0 0,0 1 0 0 0,0-1 1 0 0,0 0-1 0 0,-1 1 1 0 0,1-1-1 0 0,-1 1 1 0 0,-1-1-1 0 0,1 0 1 0 0,-1 0-1 0 0,0 0 1 0 0,0 0-1 0 0,-3 6 1 0 0,-6 9 81 0 0,-1-1 1 0 0,-16 22-1 0 0,-7 5 25 0 0,-72 107 519 0 0,92-128-556 0 0,0 1 0 0 0,2 1 0 0 0,1 0 0 0 0,-11 34 0 0 0,22-58-79 0 0,1 0 0 0 0,-1-1 0 0 0,0 1 0 0 0,1 0-1 0 0,0 0 1 0 0,-1 0 0 0 0,1 0 0 0 0,0 0 0 0 0,1-1 0 0 0,-1 1 0 0 0,0 0 0 0 0,1 0 0 0 0,-1 0 0 0 0,1 0-1 0 0,0-1 1 0 0,0 1 0 0 0,0 0 0 0 0,1-1 0 0 0,-1 1 0 0 0,0-1 0 0 0,1 1 0 0 0,0-1 0 0 0,0 0-1 0 0,-1 0 1 0 0,6 4 0 0 0,-3-3-2 0 0,0 0 0 0 0,0-1 0 0 0,0 1 0 0 0,0-1 0 0 0,1 0 0 0 0,-1 0 0 0 0,1-1 0 0 0,-1 1 0 0 0,1-1-1 0 0,0 0 1 0 0,0-1 0 0 0,0 1 0 0 0,-1-1 0 0 0,9 0 0 0 0,7-1-278 0 0,0-2 0 0 0,0 0 0 0 0,37-12 0 0 0,54-27-3522 0 0,-96 36 2880 0 0,19-10-5522 0 0,0-5-1836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9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37 147 14743 0 0,'-37'-28'7825'0'0,"43"22"-4697"0"0,9 0-2563 0 0,-13 5-234 0 0,111-38 2079 0 0,-27 10-2004 0 0,-59 20-350 0 0,0 0-1 0 0,49-8 1 0 0,-69 16-53 0 0,0 0-1 0 0,0 1 1 0 0,7 0 0 0 0,2 5 50 0 0,-14-3-27 0 0,1 0 0 0 0,-1 0 0 0 0,0 0 0 0 0,0 1 0 0 0,0-1 0 0 0,0 1 0 0 0,-1-1 1 0 0,1 1-1 0 0,-1 0 0 0 0,1 0 0 0 0,-1 0 0 0 0,0-1 0 0 0,0 1 0 0 0,0 0 0 0 0,-1 0 0 0 0,1 0 0 0 0,-1 1 0 0 0,0-1 0 0 0,1 5 0 0 0,-1 7 174 0 0,-1 1 1 0 0,-4 24-1 0 0,4-32-129 0 0,-6 33 333 0 0,-22 75-1 0 0,18-75-350 0 0,3 1 0 0 0,-6 75 0 0 0,10-83-79 0 0,2 10-1181 0 0,1-16-2571 0 0,-7-17 113 0 0,2-2 1654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49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12 467 6911 0 0,'0'0'315'0'0,"-1"-2"-7"0"0,0 1-263 0 0,0 0 0 0 0,0 0 0 0 0,0 0 0 0 0,0 0 0 0 0,0 0 0 0 0,1 0 0 0 0,-1 0 0 0 0,1 0 0 0 0,-1-1 0 0 0,1 1 0 0 0,-1 0 0 0 0,1 0 0 0 0,-1-1 0 0 0,1 1 0 0 0,0 0 0 0 0,0-1 0 0 0,0 1 1 0 0,0 0-1 0 0,0-1 0 0 0,0-1 0 0 0,1 1 536 0 0,0 0 0 0 0,-1 1 1 0 0,1-1-1 0 0,0 0 0 0 0,0 1 0 0 0,0 0 1 0 0,0-1-1 0 0,0 1 0 0 0,1 0 1 0 0,-1-1-1 0 0,3-1 0 0 0,21-15 7268 0 0,18-4-4956 0 0,7-5-2276 0 0,157-89 730 0 0,-119 69-1125 0 0,-16 9-129 0 0,54-31 27 0 0,-117 64-102 0 0,0-1 0 0 0,-1 0 0 0 0,0-1 0 0 0,8-8 0 0 0,-3 1 124 0 0,-12 10-98 0 0,-2 2 0 0 0,2 1-12 0 0,-1 0 0 0 0,0 1 0 0 0,0-1-1 0 0,0 1 1 0 0,0-1 0 0 0,0 1 0 0 0,0-1-1 0 0,0 0 1 0 0,0 1 0 0 0,0-1 0 0 0,0 1-1 0 0,-1-1 1 0 0,1 1 0 0 0,0-1 0 0 0,0 0-1 0 0,0 1 1 0 0,-1-1 0 0 0,1 1 0 0 0,0-1-1 0 0,-1 1 1 0 0,1 0 0 0 0,0-1-1 0 0,-1 1 1 0 0,1-1 0 0 0,-1 1 0 0 0,1-1-1 0 0,-1 1 1 0 0,1 0 0 0 0,-1-1 0 0 0,1 1-1 0 0,-1 0 1 0 0,1 0 0 0 0,-1-1 0 0 0,1 1-1 0 0,-1 0 1 0 0,0 0 0 0 0,-20-5 523 0 0,15 5-472 0 0,1 0 1 0 0,-1 1 0 0 0,1 0-1 0 0,-1 0 1 0 0,1 0 0 0 0,0 0-1 0 0,0 1 1 0 0,-1 0 0 0 0,1 0-1 0 0,0 0 1 0 0,1 1 0 0 0,-7 4-1 0 0,1 0-34 0 0,0 0 0 0 0,1 0 0 0 0,0 1 0 0 0,-12 14 0 0 0,18-18-43 0 0,0 0 0 0 0,0 0-1 0 0,0 0 1 0 0,1 1 0 0 0,0-1 0 0 0,0 1 0 0 0,0-1 0 0 0,-2 9 0 0 0,0 6-6 0 0,6-12 0 0 0,0-4 0 0 0,4 12 0 0 0,4-4 0 0 0,-5-7-1 0 0,0-1 0 0 0,0 0 0 0 0,1 0 0 0 0,-1 0 0 0 0,1-1 0 0 0,0 1 0 0 0,0-2 0 0 0,0 1 0 0 0,0-1 0 0 0,0 1 1 0 0,0-2-1 0 0,1 1 0 0 0,5-1 0 0 0,12 0-43 0 0,-1-1 1 0 0,26-4-1 0 0,-30 2-8 0 0,0 0 0 0 0,24-8 1 0 0,-37 9 14 0 0,0-1 0 0 0,0 1 0 0 0,-1-1 0 0 0,1 0 1 0 0,0 0-1 0 0,-1-1 0 0 0,0 1 0 0 0,0-1 1 0 0,0 0-1 0 0,7-8 0 0 0,-11 10 23 0 0,0 1-1 0 0,0-1 1 0 0,0 1 0 0 0,0-1 0 0 0,0 0-1 0 0,-1 0 1 0 0,1 1 0 0 0,-1-1-1 0 0,1 0 1 0 0,-1 0 0 0 0,1 0 0 0 0,-1 1-1 0 0,0-1 1 0 0,0 0 0 0 0,0 0-1 0 0,0 0 1 0 0,0 0 0 0 0,0 1-1 0 0,-1-1 1 0 0,1 0 0 0 0,-1 0 0 0 0,1 0-1 0 0,-1 1 1 0 0,0-1 0 0 0,1 0-1 0 0,-2-2 1 0 0,0 2-17 0 0,0-1 0 0 0,1 1 0 0 0,-1-1-1 0 0,0 1 1 0 0,0-1 0 0 0,0 1 0 0 0,0 0 0 0 0,-1 0 0 0 0,1 0 0 0 0,0 0-1 0 0,-1 1 1 0 0,0-1 0 0 0,1 1 0 0 0,-6-3 0 0 0,2 2-149 0 0,0 1 0 0 0,0-1 0 0 0,0 1 1 0 0,0 1-1 0 0,0-1 0 0 0,0 1 0 0 0,0 0 1 0 0,0 0-1 0 0,0 0 0 0 0,0 1 0 0 0,0 0 1 0 0,0 0-1 0 0,0 1 0 0 0,1 0 0 0 0,-10 3 1 0 0,-46 25-4347 0 0,38-15 2525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50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 18343 0 0,'0'0'838'0'0,"-2"0"-16"0"0,-5 0-623 0 0,0 0 0 0 0,0 0 0 0 0,0 1 0 0 0,0 0 0 0 0,0 0 0 0 0,1 0 0 0 0,-1 1 0 0 0,0 0 0 0 0,1 1 0 0 0,-1-1 0 0 0,1 1 0 0 0,-8 6 0 0 0,-11 6 2399 0 0,-38 33 0 0 0,28-21-1425 0 0,27-21-937 0 0,1 0 0 0 0,0 1 0 0 0,0-1 0 0 0,0 1 1 0 0,0 1-1 0 0,1-1 0 0 0,1 1 0 0 0,-1 0 0 0 0,1 0 0 0 0,1 1 0 0 0,-1 0 0 0 0,-5 17 0 0 0,10-26-226 0 0,0 1-1 0 0,0 0 0 0 0,-1 0 0 0 0,1-1 1 0 0,0 1-1 0 0,0 0 0 0 0,0 0 1 0 0,0-1-1 0 0,0 1 0 0 0,1 0 0 0 0,-1 0 1 0 0,0-1-1 0 0,0 1 0 0 0,0 0 0 0 0,1-1 1 0 0,-1 2-1 0 0,2 1 12 0 0,3 10-5 0 0,-3-11-18 0 0,0 1 0 0 0,1-1 1 0 0,0 0-1 0 0,-1 0 0 0 0,1 0 0 0 0,0 0 0 0 0,0 0 1 0 0,0-1-1 0 0,0 1 0 0 0,1-1 0 0 0,-1 0 0 0 0,6 2 1 0 0,42 6-43 0 0,-32-8-17 0 0,0-2 0 0 0,1 0-1 0 0,-1 0 1 0 0,0-2 0 0 0,0 0-1 0 0,27-10 1 0 0,-35 10 14 0 0,0-1 0 0 0,0 0 0 0 0,0-1 0 0 0,0 0 1 0 0,-1 0-1 0 0,0-1 0 0 0,12-10 0 0 0,-19 14 6 0 0,0-1 0 0 0,0 0 1 0 0,0 0-1 0 0,0 0 0 0 0,0 0 0 0 0,-1 0 1 0 0,1 0-1 0 0,-1-1 0 0 0,0 1 0 0 0,0-1 1 0 0,0 0-1 0 0,-1 0 0 0 0,1 0 0 0 0,-1 0 1 0 0,0 0-1 0 0,0 0 0 0 0,0 0 0 0 0,0 0 1 0 0,-1 0-1 0 0,0 0 0 0 0,0 0 0 0 0,0 0 0 0 0,-1-7 1 0 0,-1 1-231 0 0,-1-1-1 0 0,-1 1 1 0 0,-6-15 0 0 0,-1 2-3738 0 0,4 9-1678 0 0,1 0-2763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5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22575 0 0,'0'0'1035'0'0,"-1"-2"-23"0"0,-1-7-651 0 0,2-1 1838 0 0,5 34-898 0 0,-1-10-945 0 0,3 28 377 0 0,2 43 1 0 0,-6-46-524 0 0,12 62 1 0 0,-10-80-195 0 0,-3-12-79 0 0,0 0 1 0 0,0 0-1 0 0,1 0 0 0 0,7 15 1 0 0,4-7-1210 0 0,-13-17 1190 0 0,-1 0 0 0 0,1 1 0 0 0,-1-1 0 0 0,1 0 0 0 0,0 0 0 0 0,-1 0 1 0 0,1 1-1 0 0,-1-1 0 0 0,1 0 0 0 0,0 0 0 0 0,-1 0 0 0 0,1 0 0 0 0,-1 0 0 0 0,1 0 1 0 0,0 0-1 0 0,-1 0 0 0 0,1 0 0 0 0,1-1 0 0 0,0 1-178 0 0,12 1-823 0 0,-11-1 673 0 0,0 1 0 0 0,0-1 0 0 0,0 0 0 0 0,0 0 0 0 0,0 0 0 0 0,0-1 1 0 0,0 1-1 0 0,3-2 0 0 0,9-5-1625 0 0</inkml:trace>
  <inkml:trace contextRef="#ctx0" brushRef="#br0" timeOffset="1">250 190 5983 0 0,'-1'-1'464'0'0,"-1"-1"277"0"0,-1 0 1 0 0,0 1-1 0 0,1-1 0 0 0,-1 1 0 0 0,0-1 0 0 0,0 1 0 0 0,0 0 0 0 0,1 0 0 0 0,-1 0 0 0 0,0 1 0 0 0,0-1 0 0 0,-1 1 0 0 0,1 0 0 0 0,0-1 0 0 0,-5 2 0 0 0,2-1 106 0 0,1 1-1 0 0,-1 1 1 0 0,1-1 0 0 0,0 1-1 0 0,0 0 1 0 0,0 0-1 0 0,0 0 1 0 0,-8 5-1 0 0,6-3-481 0 0,1 1-1 0 0,-1 0 1 0 0,1 0-1 0 0,0 1 1 0 0,0 0-1 0 0,1-1 1 0 0,-1 2-1 0 0,1-1 1 0 0,1 1-1 0 0,-1 0 1 0 0,1 0-1 0 0,-5 11 1 0 0,-4 26 7 0 0,13-31-330 0 0,0-10-43 0 0,0 1-1 0 0,1-1 0 0 0,0 1 0 0 0,0-1 1 0 0,0 0-1 0 0,0 1 0 0 0,0-1 0 0 0,1 0 1 0 0,-1 0-1 0 0,1 0 0 0 0,0 0 0 0 0,0 0 1 0 0,0-1-1 0 0,5 6 0 0 0,-3-5-60 0 0,-1-1 1 0 0,1 1-1 0 0,0-1 0 0 0,0 1 0 0 0,0-1 1 0 0,0-1-1 0 0,0 1 0 0 0,0 0 0 0 0,1-1 1 0 0,4 1-1 0 0,8 0-606 0 0,1 0 0 0 0,-1-1 0 0 0,1-1 0 0 0,29-4 0 0 0,-45 4 563 0 0,20-2-674 0 0,-11 2-102 0 0,0-1 1 0 0,0 0 0 0 0,19-6 0 0 0,-4-3-907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51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793 26 8751 0 0,'-17'-6'1125'0'0,"-23"-6"-1"0"0,22 8 3193 0 0,-3 0 8693 0 0,21 6-12615 0 0,0 2-382 0 0,0-1-1 0 0,1 1 1 0 0,0-1 0 0 0,-1 1 0 0 0,1-1-1 0 0,0 0 1 0 0,1 0 0 0 0,-1 1 0 0 0,0-1-1 0 0,1 0 1 0 0,0 0 0 0 0,0 0 0 0 0,0-1 0 0 0,0 1-1 0 0,0 0 1 0 0,0-1 0 0 0,1 1 0 0 0,3 2-1 0 0,9 8 38 0 0,30 20-1 0 0,-1-6-49 0 0,-22-14 0 0 0,-1 1 0 0 0,31 27 0 0 0,-42-33 6 0 0,-8-6-3 0 0,0-1 0 0 0,-1 1 1 0 0,1-1-1 0 0,0 1 0 0 0,0 0 0 0 0,-1 0 1 0 0,1 0-1 0 0,-1 0 0 0 0,0 0 1 0 0,1 0-1 0 0,-1 1 0 0 0,0-1 0 0 0,0 0 1 0 0,-1 1-1 0 0,1-1 0 0 0,0 0 1 0 0,-1 1-1 0 0,1-1 0 0 0,-1 1 0 0 0,0 2 1 0 0,0-3 6 0 0,0-1 1 0 0,0 1-1 0 0,0-1 0 0 0,0 1 1 0 0,-1-1-1 0 0,1 1 1 0 0,-1-1-1 0 0,1 0 0 0 0,-1 1 1 0 0,1-1-1 0 0,-1 0 1 0 0,0 1-1 0 0,1-1 0 0 0,-1 0 1 0 0,0 0-1 0 0,-2 2 1 0 0,-16 15 244 0 0,7-11-115 0 0,-1 0 0 0 0,0-1 0 0 0,0 0 1 0 0,0-1-1 0 0,0-1 0 0 0,-23 5 0 0 0,-21 7-160 0 0,34-8-533 0 0,-23 12-1 0 0,34-13-1400 0 0,-19 12-1 0 0,10-5-7385 0 0</inkml:trace>
  <inkml:trace contextRef="#ctx0" brushRef="#br0" timeOffset="1">0 555 20879 0 0,'18'-2'5869'0'0,"88"-1"-3321"0"0,92-8-1192 0 0,-91 2-873 0 0,30 0-306 0 0,166-7 126 0 0,-238 12-656 0 0,33-1-928 0 0,-82 5 1031 0 0,-1 1-1 0 0,1 1 1 0 0,0 0 0 0 0,15 5 0 0 0,-12 0-2438 0 0,-10-1-3541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51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9215 0 0,'-2'2'12512'0'0,"-1"2"-12004"0"0,1 0 0 0 0,-1 1 0 0 0,1-1 1 0 0,0 1-1 0 0,0-1 0 0 0,0 1 0 0 0,0 0 0 0 0,1 0 0 0 0,0 0 0 0 0,-1 7 0 0 0,0 10 75 0 0,1 26-1 0 0,0-18 29 0 0,-11 158 475 0 0,12-186-1188 0 0,0 0 0 0 0,0 0 0 0 0,0 0 1 0 0,0 0-1 0 0,0 0 0 0 0,0-1 0 0 0,0 1 1 0 0,1 0-1 0 0,-1 0 0 0 0,1 0 0 0 0,-1-1 1 0 0,2 4-1 0 0,0-3-80 0 0,-1-1 1 0 0,0 0 0 0 0,0 0-1 0 0,1 0 1 0 0,-1 0-1 0 0,1 0 1 0 0,-1 0 0 0 0,1 0-1 0 0,-1 0 1 0 0,1 0-1 0 0,-1-1 1 0 0,1 1 0 0 0,0-1-1 0 0,2 1 1 0 0,5 1-533 0 0,0 0 0 0 0,0-1 0 0 0,0 0 0 0 0,0-1 0 0 0,0 0 0 0 0,0 0 0 0 0,0-1 0 0 0,0 0 0 0 0,0 0 0 0 0,0-1 0 0 0,0-1 0 0 0,11-3 0 0 0,-4-1-507 0 0,0 0 1 0 0,0-1-1 0 0,-1-1 1 0 0,0 0-1 0 0,20-17 1 0 0,-30 21 1169 0 0,0 1 1 0 0,0-1 0 0 0,0 0-1 0 0,0 0 1 0 0,-1-1-1 0 0,1 1 1 0 0,-2-1 0 0 0,1 0-1 0 0,-1 0 1 0 0,1 0 0 0 0,-2-1-1 0 0,1 1 1 0 0,2-9-1 0 0,-5 14 343 0 0,0 0-1 0 0,0-1 0 0 0,0 1 0 0 0,0 0 0 0 0,0 0 0 0 0,0 0 0 0 0,0-1 1 0 0,0 1-1 0 0,0 0 0 0 0,-1 0 0 0 0,1 0 0 0 0,0-1 0 0 0,-1 1 1 0 0,1 0-1 0 0,-1 0 0 0 0,1 0 0 0 0,-1 0 0 0 0,0 0 0 0 0,1 0 0 0 0,-1 0 1 0 0,-1-1-1 0 0,0 1 169 0 0,1 0 1 0 0,-1-1-1 0 0,0 1 1 0 0,0 0-1 0 0,0 1 1 0 0,0-1-1 0 0,1 0 1 0 0,-1 1-1 0 0,0-1 1 0 0,0 1-1 0 0,-4-1 1 0 0,-1 0 321 0 0,0 1 0 0 0,0 0 0 0 0,0 1 0 0 0,0-1 1 0 0,0 1-1 0 0,-9 3 0 0 0,-1 2-180 0 0,1 1 1 0 0,0 1 0 0 0,0 0-1 0 0,-27 20 1 0 0,10-6-32 0 0,31-21-528 0 0,-3 1 27 0 0,0 1 0 0 0,0 0 0 0 0,1 0 0 0 0,-1 1 0 0 0,1-1 0 0 0,0 1 0 0 0,0 0 0 0 0,0 0 0 0 0,0 0 0 0 0,1 1 0 0 0,-1-1 0 0 0,-4 11 0 0 0,2 7-52 0 0,8-13-26 0 0,-1-5-2 0 0,-1-3 1 0 0,1-1 1 0 0,-1 1-1 0 0,1 0 1 0 0,-1 0-1 0 0,1-1 1 0 0,-1 1-1 0 0,1 0 0 0 0,-1-1 1 0 0,1 1-1 0 0,0-1 1 0 0,-1 1-1 0 0,1 0 0 0 0,0-1 1 0 0,0 0-1 0 0,-1 1 1 0 0,1-1-1 0 0,1 1 0 0 0,1 1-21 0 0,4 2-86 0 0,0 0 1 0 0,0-1-1 0 0,1 1 1 0 0,-1-2-1 0 0,1 1 1 0 0,0-1-1 0 0,-1 0 1 0 0,1 0-1 0 0,0-1 1 0 0,0 0-1 0 0,0-1 1 0 0,16 0-1 0 0,0-2-382 0 0,-1-1 0 0 0,1-1-1 0 0,25-7 1 0 0,-42 9 366 0 0,0 0 0 0 0,0-1 0 0 0,-1 0 0 0 0,1 0 0 0 0,-1 0 0 0 0,1-1 0 0 0,-1 0 0 0 0,0 0 0 0 0,-1-1 0 0 0,1 0 0 0 0,-1 0 0 0 0,0 0 0 0 0,0 0 0 0 0,0-1 0 0 0,-1 0 0 0 0,1 0 0 0 0,4-10 0 0 0,-9 15 127 0 0,1 0-1 0 0,-1 0 1 0 0,0 0 0 0 0,0 0-1 0 0,1 0 1 0 0,-1 0 0 0 0,0 0-1 0 0,0 0 1 0 0,0 0-1 0 0,0 0 1 0 0,0 0 0 0 0,0 0-1 0 0,0 1 1 0 0,-1-1 0 0 0,1 0-1 0 0,0 0 1 0 0,-1 0-1 0 0,1 0 1 0 0,0 0 0 0 0,-1 0-1 0 0,1 1 1 0 0,-1-1 0 0 0,1 0-1 0 0,-1 0 1 0 0,1 0-1 0 0,-1 1 1 0 0,-1-2 0 0 0,0 0 123 0 0,0 0 0 0 0,-1 0 0 0 0,1 0 0 0 0,0 1 0 0 0,-1-1 0 0 0,-3-1 0 0 0,4 2 215 0 0,-3 2 210 0 0,4-2-390 0 0,0 1 1 0 0,-1 0 0 0 0,1 0-1 0 0,0 1 1 0 0,0-1 0 0 0,0 0-1 0 0,0 0 1 0 0,0 0 0 0 0,-1 1-1 0 0,1-1 1 0 0,0 1 0 0 0,-1 0-1 0 0,1 2-147 0 0,1-1-1 0 0,0 1 0 0 0,0-1 0 0 0,0 1 0 0 0,1-1 0 0 0,-1 1 0 0 0,0-1 0 0 0,1 1 0 0 0,0-1 1 0 0,0 1-1 0 0,-1-1 0 0 0,3 4 0 0 0,1 1 3 0 0,1 4 11 0 0,2 0 0 0 0,-1-1 0 0 0,1 1 0 0 0,1-2-1 0 0,0 1 1 0 0,17 16 0 0 0,-16-18-1 0 0,0 1-1 0 0,-1-1 1 0 0,-1 1-1 0 0,1 1 1 0 0,-2 0-1 0 0,1 0 1 0 0,8 18-1 0 0,-10-13-17 0 0,0 1 0 0 0,5 22 0 0 0,-8-16 26 0 0,-4-16-10 0 0,0-1-5 0 0,1 0 14 0 0,-1-1 0 0 0,1 1-1 0 0,-1 0 1 0 0,0-1 0 0 0,0 1 0 0 0,-1-1-1 0 0,1 0 1 0 0,-1 0 0 0 0,0 0-1 0 0,0 0 1 0 0,0 0 0 0 0,-7 5-1 0 0,4-4 43 0 0,1-1 0 0 0,-1 0 0 0 0,0-1-1 0 0,-1 1 1 0 0,1-1 0 0 0,-1-1 0 0 0,1 1-1 0 0,-8 1 1 0 0,-4 0 37 0 0,1-1-1 0 0,0-1 1 0 0,-1-1-1 0 0,1 0 1 0 0,-1-1-1 0 0,-24-4 1 0 0,30 3-154 0 0,0-1 1 0 0,-21-6-1 0 0,29 7-198 0 0,1-1 1 0 0,-1 1-1 0 0,1 0 1 0 0,0-1-1 0 0,-1 0 0 0 0,1 0 1 0 0,0 0-1 0 0,0 0 1 0 0,0 0-1 0 0,1-1 0 0 0,-1 0 1 0 0,-4-5-1 0 0,6 4-2479 0 0,-2-8-6158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5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1 347 11975 0 0,'4'-4'179'0'0,"0"0"0"0"0,0 1-1 0 0,1-1 1 0 0,-1 1-1 0 0,1 0 1 0 0,0 0 0 0 0,0 0-1 0 0,0 1 1 0 0,10-4-1 0 0,5 0 2842 0 0,27-6-1 0 0,-23 7 1411 0 0,127-18-134 0 0,-122 19-4619 0 0,-16 2-1111 0 0,-1 0 0 0 0,21 0-1 0 0,-13 3-7330 0 0</inkml:trace>
  <inkml:trace contextRef="#ctx0" brushRef="#br0" timeOffset="1">499 1 4607 0 0,'0'3'4562'0'0,"4"50"8541"0"0,-1-5-8639 0 0,1-16-3000 0 0,9 47-1 0 0,24 75-980 0 0,-37-152-1085 0 0,3 7-3556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52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10 21391 0 0,'-2'-2'92'0'0,"-1"1"0"0"0,1 0 0 0 0,0 0 0 0 0,-1 0 0 0 0,1 0 0 0 0,-1 0 1 0 0,1 1-1 0 0,-1-1 0 0 0,1 1 0 0 0,-1 0 0 0 0,1 0 0 0 0,-1 0 0 0 0,0 0 0 0 0,1 0 0 0 0,-1 0 0 0 0,1 1 0 0 0,-1-1 0 0 0,1 1 0 0 0,-1-1 0 0 0,1 1 0 0 0,-1 0 0 0 0,1 0 0 0 0,0 0 0 0 0,-1 1 0 0 0,1-1 0 0 0,-2 2 0 0 0,-30 23 2807 0 0,7-6-1200 0 0,0 0-1 0 0,-40 44 1 0 0,63-60-1621 0 0,1 1 0 0 0,0-1 0 0 0,0 1 0 0 0,1 0 0 0 0,-1 0 0 0 0,1 0 0 0 0,-3 10 0 0 0,5-14-69 0 0,0-1 0 0 0,0 1 0 0 0,0 0 0 0 0,0 0 0 0 0,0-1 0 0 0,1 1 0 0 0,-1 0 0 0 0,0 0 0 0 0,0-1 0 0 0,0 1 0 0 0,1 0 0 0 0,-1-1 1 0 0,0 1-1 0 0,1 0 0 0 0,-1-1 0 0 0,0 1 0 0 0,1 0 0 0 0,0 0 0 0 0,1 1 8 0 0,0 2-14 0 0,0-1 1 0 0,1 0-1 0 0,-1 0 0 0 0,1 0 0 0 0,0 0 0 0 0,0 0 0 0 0,0 0 0 0 0,0-1 0 0 0,0 1 0 0 0,1-1 1 0 0,-1 0-1 0 0,1 0 0 0 0,4 2 0 0 0,8 1 9 0 0,-1 1 1 0 0,16 2-1 0 0,-17-5-10 0 0,50 10-2160 0 0,1-2-1 0 0,101 2 1 0 0,-105-9-768 0 0,-11-1-7113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5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89 5983 0 0,'-1'-1'274'0'0,"-3"-3"-15"0"0,1 1-156 0 0,0 0-1 0 0,1 0 1 0 0,-1 0-1 0 0,1 0 1 0 0,0 0 0 0 0,-4-14 9460 0 0,7 17-9133 0 0,6-8 5537 0 0,16-2-2568 0 0,-19 9-3807 0 0,17-5 589 0 0,1 1-1 0 0,-1 0 1 0 0,1 2 0 0 0,33-1-1 0 0,-44 4-288 0 0,47-2-816 0 0,12 0-4472 0 0,-46-1-2275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5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 20735 0 0,'-6'-12'951'0'0,"4"10"935"0"0,1 4-1240 0 0,-2 11-65 0 0,0-1 0 0 0,1 1 0 0 0,0 0 0 0 0,0 21 0 0 0,5 57 382 0 0,-1-45-874 0 0,-1-25-230 0 0,1-1-1 0 0,0 0 0 0 0,2 0 1 0 0,0-1-1 0 0,10 26 1 0 0,-12-40-595 0 0,0-1 0 0 0,0 1-1 0 0,1-1 1 0 0,0 1 0 0 0,6 7 0 0 0,-8-11 159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0:54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16 9215 0 0,'0'0'422'0'0,"-1"-1"-13"0"0,-7-14 6291 0 0,-11 19 442 0 0,2 7-3702 0 0,9-4-3064 0 0,1 0 0 0 0,-8 10 0 0 0,-6 6 655 0 0,-56 54 551 0 0,65-64-1388 0 0,1 0 0 0 0,1 1-1 0 0,0 0 1 0 0,-8 17 0 0 0,16-26-113 0 0,-1 3-1 0 0,2-6-72 0 0,1-1 0 0 0,0 0 0 0 0,0 0 0 0 0,0 1 0 0 0,0-1 1 0 0,0 0-1 0 0,0 0 0 0 0,0 1 0 0 0,1-1 0 0 0,-1 0 0 0 0,0 0 0 0 0,1 1 0 0 0,-1-1 0 0 0,1 0 0 0 0,-1 0 1 0 0,1 0-1 0 0,0 2 0 0 0,1-1-5 0 0,-1 0 1 0 0,1 1 0 0 0,0-1 0 0 0,-1 0 0 0 0,1 0-1 0 0,3 2 1 0 0,2 1 4 0 0,0-1 1 0 0,0 0-1 0 0,0-1 0 0 0,1 1 1 0 0,-1-2-1 0 0,1 1 0 0 0,13 2 1 0 0,58 6-25 0 0,-57-9 14 0 0,71 5-325 0 0,-6 1-3172 0 0,-44-4-6848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0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77 17967 0 0,'-6'-7'415'0'0,"0"1"1"0"0,0 0-1 0 0,0 1 0 0 0,-8-6 0 0 0,7 6-429 0 0,7 5 84 0 0,0 0 1 0 0,-1 0 0 0 0,1 0-1 0 0,0 0 1 0 0,0 0 0 0 0,0 0 0 0 0,0-1-1 0 0,0 1 1 0 0,-1 0 0 0 0,1 0 0 0 0,0 0-1 0 0,0 0 1 0 0,0 0 0 0 0,0 0 0 0 0,0 0-1 0 0,0-1 1 0 0,0 1 0 0 0,-1 0 0 0 0,1 0-1 0 0,0 0 1 0 0,0 0 0 0 0,0 0-1 0 0,0 0 1 0 0,0-1 0 0 0,0 1 0 0 0,0 0-1 0 0,0 0 1 0 0,0 0 0 0 0,0 0 0 0 0,0-1-1 0 0,0 1 1 0 0,0 0 0 0 0,0 0 0 0 0,0 0-1 0 0,0 0 1 0 0,0-1 0 0 0,0 1 0 0 0,0 0-1 0 0,0 0 1 0 0,0 0 0 0 0,0 0 0 0 0,0 0-1 0 0,0-1 1 0 0,1 1 0 0 0,-1 0-1 0 0,0 0 1 0 0,0 0 0 0 0,0 0 0 0 0,0 0-1 0 0,0 0 1 0 0,0-1 0 0 0,13-2 1150 0 0,19 3-218 0 0,32 4-252 0 0,27 1-327 0 0,358-21-254 0 0,-362 11-407 0 0,84-6-2739 0 0,-118 7 1416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0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29 14279 0 0,'-8'-4'305'0'0,"0"-1"-1"0"0,0 1 1 0 0,0 0-1 0 0,-1 0 0 0 0,-18-4 8907 0 0,30 11-9063 0 0,11 8-91 0 0,2-1-1 0 0,-1 0 1 0 0,1-1-1 0 0,24 10 0 0 0,34 20-92 0 0,-66-34 27 0 0,-1 0 0 0 0,1 0-1 0 0,-1 1 1 0 0,-1 0 0 0 0,1 1 0 0 0,10 12 0 0 0,-15-15 6 0 0,0-1 1 0 0,0 1 0 0 0,0 0 0 0 0,0 0-1 0 0,0 0 1 0 0,-1 0 0 0 0,0 0-1 0 0,0 0 1 0 0,0 0 0 0 0,0 1-1 0 0,-1-1 1 0 0,1 0 0 0 0,-1 1-1 0 0,0-1 1 0 0,0 0 0 0 0,-1 0-1 0 0,1 1 1 0 0,-1-1 0 0 0,0 0-1 0 0,0 0 1 0 0,-1 0 0 0 0,1 0 0 0 0,-1 0-1 0 0,0 0 1 0 0,0 0 0 0 0,0-1-1 0 0,0 1 1 0 0,-1 0 0 0 0,0-1-1 0 0,1 0 1 0 0,-1 0 0 0 0,0 0-1 0 0,-5 3 1 0 0,0 2 10 0 0,-45 35 176 0 0,48-39-474 0 0,0 0 0 0 0,0 1 0 0 0,0-1 0 0 0,1 1 0 0 0,0 0 0 0 0,-7 11-1 0 0,1-2-886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0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22 21511 0 0,'0'0'985'0'0,"-2"-1"-21"0"0,-14-11-585 0 0,13 11-295 0 0,1-1 0 0 0,-1 1-1 0 0,0 0 1 0 0,1 0 0 0 0,-1 1 0 0 0,0-1 0 0 0,0 0-1 0 0,0 1 1 0 0,0 0 0 0 0,0 0 0 0 0,1 0-1 0 0,-1 0 1 0 0,0 0 0 0 0,0 0 0 0 0,-5 2 0 0 0,-3 1 560 0 0,1 0 1 0 0,-19 10-1 0 0,13-6-409 0 0,-62 31 933 0 0,66-32-952 0 0,0 2 0 0 0,0-1 0 0 0,1 2 0 0 0,-11 10 0 0 0,16-10-131 0 0,4-5-76 0 0,-3 8 33 0 0,5-10-39 0 0,0 0 0 0 0,1 0 0 0 0,-1 0 0 0 0,0 0 0 0 0,1 0 0 0 0,-1 0-1 0 0,1 0 1 0 0,0 0 0 0 0,-1 0 0 0 0,1 0 0 0 0,0 0 0 0 0,0 0 0 0 0,0-1-1 0 0,1 1 1 0 0,-1 0 0 0 0,0-1 0 0 0,1 1 0 0 0,-1-1 0 0 0,4 3 0 0 0,2 2 1 0 0,0-1 0 0 0,0 0 1 0 0,11 6-1 0 0,3-1-4 0 0,1 0 0 0 0,24 6 0 0 0,-27-10 0 0 0,0 1 0 0 0,-1 1 0 0 0,32 18 0 0 0,-40-20-13 0 0,0 2-1 0 0,-1-1 1 0 0,14 15 0 0 0,-15-11-9 0 0,-8-9 18 0 0,1 0 0 0 0,0 0-1 0 0,-1 0 1 0 0,0 0-1 0 0,1 0 1 0 0,-1 0-1 0 0,0 1 1 0 0,0-1-1 0 0,0 0 1 0 0,0 0 0 0 0,-1 0-1 0 0,1 0 1 0 0,0 0-1 0 0,-1 0 1 0 0,0 0-1 0 0,-1 4 1 0 0,0-2 11 0 0,0-1 0 0 0,0 1 0 0 0,-1-1 0 0 0,1 0 0 0 0,-1 0 0 0 0,0 0 0 0 0,0 0 0 0 0,-4 3 0 0 0,-3 2 66 0 0,-1-1 1 0 0,0 0-1 0 0,-1-1 1 0 0,-18 7-1 0 0,-72 23 268 0 0,32-23-827 0 0,52-10-137 0 0,17-3-448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0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9671 0 0,'0'0'440'0'0,"2"0"-5"0"0,46-13 457 0 0,-25 9 2286 0 0,-1 1 0 0 0,1 0 0 0 0,28 1 0 0 0,-8 6-3436 0 0,-31-4 333 0 0,-8 0-47 0 0,0 0 0 0 0,0 0 1 0 0,0 1-1 0 0,0-1 0 0 0,0 1 0 0 0,5 1 0 0 0,-7-1 132 0 0,1 11 324 0 0,-3-9-393 0 0,0 0 0 0 0,0 0 0 0 0,-1 0 0 0 0,1-1 0 0 0,-1 1 0 0 0,0 0 0 0 0,0 0 0 0 0,0-1 0 0 0,0 1 0 0 0,0 0 0 0 0,0-1 0 0 0,-1 1 0 0 0,1-1 0 0 0,-1 0 0 0 0,-3 4 0 0 0,-1 1 208 0 0,0-1 0 0 0,-1 0-1 0 0,0 0 1 0 0,0 0 0 0 0,-1-1-1 0 0,0 0 1 0 0,0-1-1 0 0,-14 6 1 0 0,13-5-25 0 0,-1-1-1 0 0,1 2 1 0 0,0-1-1 0 0,0 1 1 0 0,-10 9 0 0 0,18-14-265 0 0,0 0 1 0 0,1-1 0 0 0,-1 1-1 0 0,0 0 1 0 0,0 0-1 0 0,1 0 1 0 0,-1 0 0 0 0,1 0-1 0 0,-1 0 1 0 0,1 0 0 0 0,-1 0-1 0 0,1 0 1 0 0,-1 0-1 0 0,1 0 1 0 0,0 0 0 0 0,-1 0-1 0 0,1 0 1 0 0,0 0-1 0 0,0 0 1 0 0,0 0 0 0 0,0 0-1 0 0,0 1 1 0 0,0-1 0 0 0,0 0-1 0 0,1 0 1 0 0,-1 0-1 0 0,0 0 1 0 0,0 0 0 0 0,1 0-1 0 0,-1 0 1 0 0,1 0 0 0 0,-1 0-1 0 0,1 0 1 0 0,-1 0-1 0 0,1 0 1 0 0,0 0 0 0 0,0 0-1 0 0,-1-1 1 0 0,1 1 0 0 0,0 0-1 0 0,0 0 1 0 0,0-1-1 0 0,0 1 1 0 0,1 0 0 0 0,2 2-16 0 0,1 0 0 0 0,-1-1 1 0 0,1 1-1 0 0,0-1 1 0 0,-1-1-1 0 0,1 1 1 0 0,0-1-1 0 0,7 2 0 0 0,11-1-387 0 0,0-1 0 0 0,1-1 0 0 0,-1-1 0 0 0,0-1 0 0 0,30-7 0 0 0,18-8-8426 0 0,-33 4 275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0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25 11055 0 0,'-3'-6'838'0'0,"-11"-12"12691"0"0,17 19-13221 0 0,0 1 1 0 0,0-1 0 0 0,0 1-1 0 0,0-1 1 0 0,0 0-1 0 0,0 0 1 0 0,1-1 0 0 0,5 2-1 0 0,1 0 49 0 0,131 24 991 0 0,-56-12-1232 0 0,-38-4-77 0 0,45 15 0 0 0,-88-23 3 0 0,3 6-31 0 0,-7-7-4 0 0,1 1 0 0 0,-1-1 0 0 0,1 1 0 0 0,-1-1 0 0 0,0 0 0 0 0,1 1 0 0 0,-1-1 0 0 0,0 1 0 0 0,0-1 0 0 0,0 1 0 0 0,0-1 0 0 0,0 0 0 0 0,-1 1 0 0 0,1-1 0 0 0,0 1 0 0 0,-1-1 0 0 0,1 0 0 0 0,0 1 1 0 0,-1-1-1 0 0,0 0 0 0 0,1 1 0 0 0,-1-1 0 0 0,0 0 0 0 0,0 0 0 0 0,0 0 0 0 0,0 1 0 0 0,0-1 0 0 0,-2 1 0 0 0,-3 4 75 0 0,-1-1 0 0 0,0 0 0 0 0,-14 8 0 0 0,8-5-14 0 0,-19 10 157 0 0,-1-1 0 0 0,-57 21 0 0 0,28-13-469 0 0,62-25 132 0 0,-10 6-93 0 0,8-1-2292 0 0,-1 7 1128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1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329 145 9215 0 0,'3'-6'193'0'0,"-1"-1"0"0"0,0 0 0 0 0,0 0 0 0 0,1-8 0 0 0,2-9 2813 0 0,-3 18-785 0 0,-1 0-1 0 0,-1 0 1 0 0,1 0 0 0 0,-1-9-1 0 0,0 11-1529 0 0,0 3-552 0 0,-1-1 0 0 0,0 0 0 0 0,1 0 0 0 0,-1 0 0 0 0,0 0 0 0 0,0 1-1 0 0,0-1 1 0 0,0 0 0 0 0,0 1 0 0 0,0-1 0 0 0,0 1 0 0 0,0-1-1 0 0,-1 1 1 0 0,1 0 0 0 0,-1 0 0 0 0,1-1 0 0 0,-1 1 0 0 0,1 0 0 0 0,-1 0-1 0 0,0 0 1 0 0,0 0 0 0 0,1 1 0 0 0,-1-1 0 0 0,0 0 0 0 0,0 1 0 0 0,0 0-1 0 0,0-1 1 0 0,-2 1 0 0 0,-12 0 34 0 0,0 2 1 0 0,0-1-1 0 0,0 2 1 0 0,1 0-1 0 0,-28 10 0 0 0,-71 38 235 0 0,109-49-386 0 0,-1 1 1 0 0,1 0-1 0 0,0 0 1 0 0,0 0-1 0 0,0 1 0 0 0,0 0 1 0 0,1 0-1 0 0,-1 0 1 0 0,1 1-1 0 0,0-1 0 0 0,0 1 1 0 0,1 0-1 0 0,0 0 1 0 0,-4 6-1 0 0,5 0-22 0 0,2-6 5 0 0,1-1 0 0 0,0 0 0 0 0,-1 0 0 0 0,2 0 0 0 0,-1 0 0 0 0,0 0 0 0 0,1 0-1 0 0,0 0 1 0 0,0-1 0 0 0,0 1 0 0 0,0-1 0 0 0,0 1 0 0 0,1-1 0 0 0,0 0 0 0 0,0 0 0 0 0,0 0 0 0 0,0 0 0 0 0,6 4 0 0 0,6 4 27 0 0,0-1 1 0 0,31 15 0 0 0,-44-24-33 0 0,88 42 0 0 0,65 34 0 0 0,-147-72 0 0 0,1 1 0 0 0,-1 0 0 0 0,0 0 0 0 0,-1 0 0 0 0,1 1 0 0 0,-1 0 0 0 0,-1 1 0 0 0,11 14 0 0 0,-10-9 0 0 0,-5 1 0 0 0,-3-11 2 0 0,0 0 0 0 0,0-1 1 0 0,1 1-1 0 0,-2 0 0 0 0,1-1 0 0 0,0 1 0 0 0,0-1 0 0 0,-1 0 1 0 0,1 1-1 0 0,-1-1 0 0 0,0 0 0 0 0,0 0 0 0 0,0 0 1 0 0,0 0-1 0 0,0 0 0 0 0,0-1 0 0 0,0 1 0 0 0,-1 0 1 0 0,1-1-1 0 0,-1 0 0 0 0,1 0 0 0 0,-6 2 0 0 0,-6 2 24 0 0,-1 0 0 0 0,-29 5 1 0 0,28-7-16 0 0,-13 3-93 0 0,-1 0 0 0 0,1-3-1 0 0,-1 0 1 0 0,0-2 0 0 0,-55-4 0 0 0,83 3-312 0 0,90-27-11395 0 0,-46 15 9293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1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47 2303 0 0,'8'-7'1852'0'0,"2"-2"-4635"0"0,0 2 2281 0 0,16-17 23038 0 0,-41 27-20207 0 0,2 1-1942 0 0,1 0 0 0 0,0 1 0 0 0,0 0 0 0 0,1 1 0 0 0,-1 0 0 0 0,1 1 0 0 0,1 0 0 0 0,-1 1-1 0 0,-10 10 1 0 0,20-17-371 0 0,1-1 0 0 0,-1 1 0 0 0,1-1-1 0 0,-1 1 1 0 0,1-1 0 0 0,-1 1-1 0 0,1 0 1 0 0,0-1 0 0 0,-1 1-1 0 0,1 0 1 0 0,0-1 0 0 0,-1 1 0 0 0,1 0-1 0 0,0-1 1 0 0,0 1 0 0 0,0 0-1 0 0,-1 0 1 0 0,1-1 0 0 0,0 1 0 0 0,0 0-1 0 0,0 0 1 0 0,0-1 0 0 0,0 1-1 0 0,0 0 1 0 0,1 0 0 0 0,-1-1 0 0 0,0 1-1 0 0,0 0 1 0 0,1-1 0 0 0,-1 1-1 0 0,0 0 1 0 0,0 0 0 0 0,1-1-1 0 0,0 1 1 0 0,-1 1-35 0 0,8 10 19 0 0,-5-9-18 0 0,0-1 0 0 0,1 1 0 0 0,-1-1 0 0 0,0 0 0 0 0,1 0 0 0 0,-1 0 0 0 0,1 0 0 0 0,0-1 1 0 0,-1 0-1 0 0,1 1 0 0 0,0-1 0 0 0,0-1 0 0 0,0 1 0 0 0,0 0 0 0 0,0-1 0 0 0,0 0 0 0 0,0 0 0 0 0,4-1 0 0 0,6 0-106 0 0,0-1 1 0 0,0 0-1 0 0,22-8 0 0 0,18-10-380 0 0,-53 19 396 0 0,1-1-100 0 0,-2 2 222 0 0,0 0 0 0 0,1-1-1 0 0,-1 1 1 0 0,0 0 0 0 0,1-1 0 0 0,-1 1 0 0 0,0-1-1 0 0,0 1 1 0 0,1 0 0 0 0,-1-1 0 0 0,0 1 0 0 0,0-1-1 0 0,0 1 1 0 0,0-1 0 0 0,0 1 0 0 0,1-1 0 0 0,-1 1-1 0 0,0-1 1 0 0,0 1 0 0 0,0-1 0 0 0,0 1 0 0 0,0-1-1 0 0,0 1 1 0 0,-1-1 0 0 0,1 1 0 0 0,0-1 0 0 0,0 1-1 0 0,0 0 1 0 0,0-1 0 0 0,0 1 0 0 0,-1-1 0 0 0,1 1-1 0 0,0-1 1 0 0,0 1 0 0 0,-1 0 0 0 0,1-1 0 0 0,0 1-1 0 0,-1 0 1 0 0,1-1 0 0 0,-1 1 0 0 0,1 0 0 0 0,0-1-1 0 0,-1 1 1 0 0,1 0 0 0 0,-1 0 0 0 0,1-1 0 0 0,0 1-1 0 0,-1 0 1 0 0,1 0 0 0 0,-1 0 0 0 0,1 0-1 0 0,-1 0 1 0 0,1 0 0 0 0,-1-1 0 0 0,1 1 0 0 0,-1 0-1 0 0,1 0 1 0 0,-1 1 0 0 0,1-1 0 0 0,-1 0 0 0 0,1 0-1 0 0,-1 0 1 0 0,1 0 0 0 0,-1 0 0 0 0,1 0 0 0 0,0 1-1 0 0,-1-1 1 0 0,0 1 0 0 0,0 0-10 0 0,1 1 0 0 0,-1-1-1 0 0,1 1 1 0 0,-1 0 0 0 0,1-1 0 0 0,-1 1-1 0 0,1 0 1 0 0,0 0 0 0 0,0-1 0 0 0,0 1-1 0 0,0 0 1 0 0,0-1 0 0 0,0 1 0 0 0,1 0 0 0 0,-1 0-1 0 0,0-1 1 0 0,1 1 0 0 0,0 2 0 0 0,17 35 58 0 0,-10-23-52 0 0,32 60 4 0 0,6 14 18 0 0,-41-78-29 0 0,0 1 0 0 0,-1 0 0 0 0,0 0 0 0 0,-1 0 0 0 0,2 18 0 0 0,-5-26 6 0 0,1 0 0 0 0,-1 0 0 0 0,-1 0 0 0 0,1 0 1 0 0,-1 0-1 0 0,1 0 0 0 0,-1 0 0 0 0,-1 0 0 0 0,1 0 0 0 0,-1 0 0 0 0,0 0 0 0 0,0-1 0 0 0,0 1 1 0 0,-1-1-1 0 0,1 1 0 0 0,-1-1 0 0 0,0 0 0 0 0,-5 5 0 0 0,3-4 9 0 0,-1 0 0 0 0,0 0 0 0 0,-1-1 0 0 0,1 1 0 0 0,-1-2 0 0 0,0 1-1 0 0,0-1 1 0 0,0 0 0 0 0,0 0 0 0 0,0 0 0 0 0,-12 1 0 0 0,2-1 73 0 0,0 0 1 0 0,0-1-1 0 0,0-1 0 0 0,0-1 1 0 0,-32-3-1 0 0,19 0-58 0 0,-33-6 14 0 0,45 7-759 0 0,-26-2 0 0 0,-14-2-1473 0 0,54 5 1646 0 0,0-1 0 0 0,-1 1 0 0 0,1-1 1 0 0,0 0-1 0 0,0 0 0 0 0,-4-3 0 0 0,7 5 405 0 0,-2-2-1871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456 448 6447 0 0,'1'-2'499'0'0,"1"-4"-374"0"0,-1-1 1 0 0,1 1-1 0 0,-1 0 0 0 0,0-7 0 0 0,1-1 2402 0 0,-2 12-1802 0 0,0 0 0 0 0,0 0 0 0 0,0 0 0 0 0,0-1 0 0 0,0 1 0 0 0,0 0 0 0 0,-1 0 0 0 0,1 0 0 0 0,-1 0 0 0 0,0-1 0 0 0,-1-3 0 0 0,1 4-342 0 0,0 0 0 0 0,-1 1 0 0 0,1-1 0 0 0,0 0 0 0 0,-1 0 0 0 0,1 0 1 0 0,-1 1-1 0 0,0-1 0 0 0,0 1 0 0 0,-2-2 0 0 0,1 1-153 0 0,0 0 1 0 0,-1 1-1 0 0,0-1 0 0 0,1 1 1 0 0,-1 0-1 0 0,0 0 0 0 0,0 0 1 0 0,0 0-1 0 0,1 0 0 0 0,-1 1 0 0 0,0 0 1 0 0,-8 0-1 0 0,-2 2 78 0 0,0 1 1 0 0,0 0-1 0 0,0 1 0 0 0,1 1 0 0 0,-1 0 1 0 0,1 1-1 0 0,0 0 0 0 0,1 1 0 0 0,-1 0 0 0 0,-11 10 1 0 0,21-15-252 0 0,0 1-11 0 0,-1-1 0 0 0,1 1 0 0 0,0-1 0 0 0,0 1 0 0 0,1 0 0 0 0,-1 0 0 0 0,0 0 1 0 0,-2 5-1 0 0,2 0-29 0 0,2 4-17 0 0,2-11-9 0 0,0 1 1 0 0,1 0-1 0 0,-1-1 1 0 0,0 1-1 0 0,1 0 0 0 0,-1-1 1 0 0,1 1-1 0 0,-1-1 1 0 0,1 0-1 0 0,-1 0 1 0 0,1 0-1 0 0,0 1 0 0 0,0-2 1 0 0,0 1-1 0 0,0 0 1 0 0,0 0-1 0 0,0 0 0 0 0,0-1 1 0 0,0 1-1 0 0,0-1 1 0 0,3 1-1 0 0,4 0-161 0 0,1 0 1 0 0,0-1-1 0 0,12 0 0 0 0,-12-1-153 0 0,-1-1 0 0 0,1 0 0 0 0,0 0 0 0 0,-1-1 0 0 0,0 0-1 0 0,0-1 1 0 0,0 0 0 0 0,11-6 0 0 0,-18 9-230 0 0,2-6-2050 0 0,-3 10 2960 0 0,-1-2-305 0 0,0-1 1 0 0,0 1-1 0 0,0 0 0 0 0,1 0 1 0 0,-1 0-1 0 0,0 0 0 0 0,1 0 0 0 0,-1-1 1 0 0,0 1-1 0 0,1 0 0 0 0,-1 0 1 0 0,1 0-1 0 0,-1-1 0 0 0,1 1 1 0 0,-1 0-1 0 0,1-1 0 0 0,0 1 0 0 0,-1 0 1 0 0,1-1-1 0 0,0 1 0 0 0,0-1 1 0 0,-1 1-1 0 0,2 0 0 0 0,5 1-1 0 0,-1 0 1 0 0,1 0-1 0 0,0-1 0 0 0,0 0 1 0 0,-1 0-1 0 0,1-1 0 0 0,0 0 1 0 0,0 0-1 0 0,0 0 0 0 0,-1-1 1 0 0,1 0-1 0 0,0 0 0 0 0,-1-1 1 0 0,1 0-1 0 0,0 0 0 0 0,-1 0 1 0 0,12-7-1 0 0,-9 4 14 0 0,0-1 0 0 0,0 0 0 0 0,-1 0 0 0 0,0-1 0 0 0,0 0 0 0 0,0 0 0 0 0,-1-1 0 0 0,0 0 0 0 0,0 0 0 0 0,-1-1 0 0 0,7-12 0 0 0,-9 12-52 0 0,0-1-1 0 0,0 1 1 0 0,-1-1-1 0 0,-1 0 1 0 0,1 0 0 0 0,-2 0-1 0 0,1 0 1 0 0,-1-19-1 0 0,-1 14 10 0 0,-1 0 0 0 0,0 1-1 0 0,-1-1 1 0 0,-1 0-1 0 0,-6-21 1 0 0,6 29-13 0 0,0-1-1 0 0,0 1 1 0 0,-1 0 0 0 0,1 0 0 0 0,-2 0-1 0 0,1 0 1 0 0,-1 1 0 0 0,0-1 0 0 0,0 1-1 0 0,-1 0 1 0 0,0 1 0 0 0,0 0 0 0 0,0 0 0 0 0,0 0-1 0 0,-1 0 1 0 0,0 1 0 0 0,0 0 0 0 0,-8-3-1 0 0,5 4 40 0 0,1 0-1 0 0,-1 0 1 0 0,1 1-1 0 0,-1 0 0 0 0,0 1 1 0 0,0 0-1 0 0,0 1 0 0 0,0 0 1 0 0,0 0-1 0 0,0 1 1 0 0,1 0-1 0 0,-1 1 0 0 0,0 0 1 0 0,-13 5-1 0 0,5 0 81 0 0,-1 1-1 0 0,1 1 0 0 0,1 1 1 0 0,0 0-1 0 0,0 1 1 0 0,-28 26-1 0 0,16-10 197 0 0,1 2 0 0 0,-35 46 0 0 0,49-57-165 0 0,1 0-1 0 0,1 1 1 0 0,1 1-1 0 0,1 0 1 0 0,-15 41-1 0 0,22-52-113 0 0,0 0-1 0 0,1 1 1 0 0,0 0-1 0 0,0-1 1 0 0,1 1-1 0 0,1 0 0 0 0,-1 0 1 0 0,2 0-1 0 0,-1 0 1 0 0,1 0-1 0 0,1-1 1 0 0,0 1-1 0 0,0 0 1 0 0,1-1-1 0 0,7 17 1 0 0,-2-11-26 0 0,1-1 1 0 0,0-1-1 0 0,1 0 0 0 0,1 0 1 0 0,0-1-1 0 0,1 0 1 0 0,0-1-1 0 0,0 0 0 0 0,1-1 1 0 0,1 0-1 0 0,0-1 1 0 0,19 9-1 0 0,-1-3-5 0 0,0-1 0 0 0,0-2-1 0 0,1-1 1 0 0,63 11 0 0 0,73 0-1375 0 0,-96-18-7398 0 0,-31-2-337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3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59 6447 0 0,'-26'-41'696'0'0,"26"40"-408"0"0,0 0-1 0 0,-1 0 0 0 0,1 0 0 0 0,-1 0 0 0 0,0 0 1 0 0,1 0-1 0 0,-1 0 0 0 0,0 0 0 0 0,0 1 0 0 0,1-1 0 0 0,-1 0 1 0 0,0 0-1 0 0,0 1 0 0 0,0-1 0 0 0,0 1 0 0 0,0-1 1 0 0,0 1-1 0 0,0-1 0 0 0,0 1 0 0 0,-2-1 0 0 0,0 1 1780 0 0,-8-1 5891 0 0,-7 5-6077 0 0,15-3-1207 0 0,-2 2-406 0 0,-1-1 0 0 0,1 1 0 0 0,0 0 0 0 0,0 0 0 0 0,0 1 0 0 0,0-1 0 0 0,1 1 0 0 0,-1 0 0 0 0,1 0 0 0 0,-5 7 0 0 0,-5 6 347 0 0,-15 26 0 0 0,24-35-510 0 0,1 0-1 0 0,-1 1 0 0 0,1-1 0 0 0,1 1 0 0 0,-1 0 0 0 0,2 0 0 0 0,-1 1 0 0 0,1-1 1 0 0,1 0-1 0 0,-1 11 0 0 0,1-15-92 0 0,1 0 0 0 0,1 0 0 0 0,-1-1 0 0 0,1 1 0 0 0,-1 0 1 0 0,2-1-1 0 0,-1 1 0 0 0,0-1 0 0 0,1 1 0 0 0,0-1 0 0 0,0 0 0 0 0,0 0 0 0 0,0 1 0 0 0,1-1 0 0 0,0-1 1 0 0,-1 1-1 0 0,2 0 0 0 0,-1-1 0 0 0,0 0 0 0 0,1 1 0 0 0,-1-1 0 0 0,5 3 0 0 0,0-2-21 0 0,0 0-1 0 0,0 0 0 0 0,0-1 1 0 0,0 1-1 0 0,1-2 0 0 0,-1 1 1 0 0,1-1-1 0 0,0-1 0 0 0,-1 1 1 0 0,1-2-1 0 0,0 1 0 0 0,0-1 1 0 0,9-1-1 0 0,-4-1-69 0 0,1 0 0 0 0,-1 0 1 0 0,0-2-1 0 0,0 0 0 0 0,-1 0 0 0 0,1-1 1 0 0,16-9-1 0 0,-26 12 60 0 0,-1 0 0 0 0,0 0-1 0 0,0 0 1 0 0,0 0 0 0 0,0-1 0 0 0,0 1-1 0 0,-1-1 1 0 0,1 0 0 0 0,-1 0 0 0 0,0 0 0 0 0,1 0-1 0 0,-1 0 1 0 0,-1 0 0 0 0,1-1 0 0 0,0 1-1 0 0,-1-1 1 0 0,0 1 0 0 0,0-1 0 0 0,0 1 0 0 0,0-1-1 0 0,0 0 1 0 0,-1 0 0 0 0,1 1 0 0 0,-1-1-1 0 0,0 0 1 0 0,-1 0 0 0 0,0-4 0 0 0,0 0-60 0 0,-1 1 1 0 0,1-1-1 0 0,-2 1 0 0 0,1 0 1 0 0,-1 0-1 0 0,0 0 1 0 0,-1 0-1 0 0,1 0 0 0 0,-1 1 1 0 0,-1-1-1 0 0,1 1 1 0 0,-9-8-1 0 0,8 9-22 0 0,-1-2-110 0 0,-1 1 1 0 0,0 0-1 0 0,-11-8 0 0 0,15 12 67 0 0,-1 0 0 0 0,1 1 0 0 0,0-1-1 0 0,0 1 1 0 0,-1 0 0 0 0,1 0 0 0 0,-1 0-1 0 0,1 1 1 0 0,-1-1 0 0 0,1 1 0 0 0,-1 0 0 0 0,-5 0-1 0 0,6 0-346 0 0,-3 0 163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3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12439 0 0,'0'0'958'0'0,"1"2"-625"0"0,6 15 1510 0 0,0 1 6748 0 0,-6-16-8229 0 0,1 2-400 0 0,0-1 1 0 0,0 1 0 0 0,0-1-1 0 0,0 0 1 0 0,1 0 0 0 0,-1 0-1 0 0,1 0 1 0 0,0 0-1 0 0,-1 0 1 0 0,1-1 0 0 0,1 1-1 0 0,3 2 1 0 0,-1-3-733 0 0,-1 0 0 0 0,1 1 0 0 0,0-2 0 0 0,0 1 0 0 0,7 1 1 0 0,6-1-1101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4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336 129 19063 0 0,'-5'-11'393'0'0,"0"-1"-1"0"0,0 1 1 0 0,-1 1 0 0 0,0-1-1 0 0,-1 1 1 0 0,-9-12 0 0 0,12 18-191 0 0,0 1 0 0 0,0-1 0 0 0,0 1 0 0 0,0-1 0 0 0,0 1 0 0 0,-1 1 0 0 0,0-1 0 0 0,1 0 0 0 0,-1 1 0 0 0,0 0 1 0 0,0 0-1 0 0,0 1 0 0 0,0 0 0 0 0,0-1 0 0 0,-1 1 0 0 0,-8 0 0 0 0,4 1 42 0 0,0 0 0 0 0,0 1-1 0 0,-1 0 1 0 0,1 0 0 0 0,1 1 0 0 0,-1 1-1 0 0,0 0 1 0 0,0 0 0 0 0,1 0 0 0 0,0 2-1 0 0,0-1 1 0 0,0 1 0 0 0,0 0 0 0 0,1 1 0 0 0,0 0-1 0 0,-9 8 1 0 0,14-11-221 0 0,0 0 1 0 0,1 0-1 0 0,-1 0 0 0 0,1 0 0 0 0,-1 1 1 0 0,1-1-1 0 0,1 1 0 0 0,-1-1 0 0 0,0 1 1 0 0,1 0-1 0 0,0 0 0 0 0,-1-1 0 0 0,2 1 1 0 0,-1 0-1 0 0,0 0 0 0 0,1 0 0 0 0,0 0 1 0 0,0 0-1 0 0,0 0 0 0 0,0 0 0 0 0,1 0 1 0 0,-1 0-1 0 0,1 0 0 0 0,0 0 0 0 0,0 0 1 0 0,1 0-1 0 0,-1 0 0 0 0,1-1 0 0 0,0 1 1 0 0,0-1-1 0 0,0 1 0 0 0,0-1 0 0 0,0 0 1 0 0,1 1-1 0 0,0-1 0 0 0,0-1 0 0 0,-1 1 1 0 0,2 0-1 0 0,-1-1 0 0 0,0 1 1 0 0,0-1-1 0 0,5 2 0 0 0,3 1-136 0 0,0-1 0 0 0,0-1 0 0 0,0 0-1 0 0,0 0 1 0 0,1-1 0 0 0,-1 0 0 0 0,1-1 0 0 0,0-1 0 0 0,-1 0 0 0 0,1 0-1 0 0,-1-1 1 0 0,1-1 0 0 0,19-4 0 0 0,-26 5 40 0 0,3 0 69 0 0,-5 1 65 0 0,4 8 171 0 0,-5-3-134 0 0,0-1 0 0 0,0 1 0 0 0,0 0 0 0 0,-1 0 0 0 0,0 0 1 0 0,0-1-1 0 0,0 1 0 0 0,0 7 0 0 0,3 12 159 0 0,-2-14-202 0 0,1 0 1 0 0,0-1-1 0 0,0 1 0 0 0,1-1 1 0 0,1 0-1 0 0,9 16 1 0 0,-10-19-169 0 0,1-1-1 0 0,-1 1 1 0 0,1-1 0 0 0,0 0 0 0 0,0-1 0 0 0,1 1 0 0 0,-1-1 0 0 0,1 0 0 0 0,0 0 0 0 0,11 4 0 0 0,7 7-2720 0 0,-7-4-4107 0 0,2-1-1491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4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21 559 13359 0 0,'1'-1'9523'0'0,"1"-6"-8683"0"0,0 1-1 0 0,0-1 1 0 0,-1 0 0 0 0,0 1 0 0 0,0-1 0 0 0,-1 0-1 0 0,1 0 1 0 0,-2-10 0 0 0,-10-60 258 0 0,3 32-709 0 0,-3-98-225 0 0,11 116-189 0 0,2 0 0 0 0,1 0 1 0 0,11-47-1 0 0,-13 72-44 0 0,1 3 12 0 0,0 0 56 0 0,0 0 0 0 0,0 0 0 0 0,1 0 0 0 0,-2 0 0 0 0,1 0 0 0 0,0 1 1 0 0,0-1-1 0 0,0 1 0 0 0,0-1 0 0 0,-1 1 0 0 0,2 1 0 0 0,2 3 1 0 0,13 11-16 0 0,34 22 0 0 0,-45-34 12 0 0,1 0 0 0 0,0-1 0 0 0,0 0 0 0 0,0-1 0 0 0,0 1 0 0 0,1-2 0 0 0,17 4 0 0 0,-12-3 4 0 0,1-2 0 0 0,-1 0 0 0 0,22-2 0 0 0,-28 0 0 0 0,0 0 0 0 0,0 0 0 0 0,0-1 0 0 0,0 0 0 0 0,-1-1 0 0 0,1 0 0 0 0,12-7 0 0 0,-7 3-16 0 0,0-1 1 0 0,0-1-1 0 0,-1 0 1 0 0,0-1-1 0 0,-1 0 1 0 0,0-1-1 0 0,-1 0 1 0 0,18-26-1 0 0,-2-2-56 0 0,-20 31 80 0 0,-2 9 3 0 0,-1 6 10 0 0,-3-7-20 0 0,9 25 27 0 0,8 38 0 0 0,-3-8-9 0 0,-6-32-271 0 0,13 32-1 0 0,-18-48 158 0 0,1-1 1 0 0,-1 1-1 0 0,1-1 1 0 0,1 0-1 0 0,-1-1 1 0 0,1 1-1 0 0,0-1 1 0 0,11 10-1 0 0,-12-13-331 0 0,-1 0-1 0 0,1 0 1 0 0,0 0 0 0 0,0 0-1 0 0,0-1 1 0 0,0 0-1 0 0,6 1 1 0 0,-5 0-427 0 0,-3-2 553 0 0,-1 0 1 0 0,1 0-1 0 0,-1 0 0 0 0,1 0 1 0 0,-1 0-1 0 0,1-1 0 0 0,-1 1 0 0 0,1 0 1 0 0,-1-1-1 0 0,1 1 0 0 0,-1-1 1 0 0,1 1-1 0 0,-1-1 0 0 0,0 0 1 0 0,3-1-1 0 0,-1 0-594 0 0,0 0 1 0 0,0-1 0 0 0,0 1-1 0 0,-1-1 1 0 0,4-3-1 0 0,2-6-5218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26 205 5063 0 0,'5'-6'287'0'0,"-3"3"-212"0"0,-1 1 1 0 0,1-1-1 0 0,10-22 20354 0 0,-7 41-15292 0 0,3 28-7861 0 0,-7-37 4516 0 0,10 83-1307 0 0,7 33-437 0 0,-14-99-124 0 0,-5-21 41 0 0,1-1-70 0 0</inkml:trace>
  <inkml:trace contextRef="#ctx0" brushRef="#br0" timeOffset="1">0 41 8287 0 0,'0'-2'112'0'0,"0"0"-1"0"0,0 1 1 0 0,1-1-1 0 0,-1 0 1 0 0,0 1 0 0 0,1-1-1 0 0,0 0 1 0 0,-1 1-1 0 0,1-1 1 0 0,0 1-1 0 0,-1-1 1 0 0,1 1-1 0 0,0-1 1 0 0,0 1-1 0 0,0-1 1 0 0,1 1-1 0 0,-1 0 1 0 0,3-3-1 0 0,-2 3 762 0 0,1 0-1 0 0,0 0 1 0 0,-1 0-1 0 0,1 0 1 0 0,0 0-1 0 0,0 0 0 0 0,0 1 1 0 0,0-1-1 0 0,0 1 1 0 0,4 0-1 0 0,38 1 4149 0 0,1 7-3718 0 0,44 17-1207 0 0,-75-20-53 0 0,0 0 0 0 0,0 1 0 0 0,25 15 0 0 0,-35-18 9 0 0,0 0 0 0 0,0 0 0 0 0,0 1 0 0 0,-1 0 0 0 0,0 0 1 0 0,0 0-1 0 0,0 1 0 0 0,0-1 0 0 0,0 1 0 0 0,-1 0 0 0 0,0 0 0 0 0,0 0 0 0 0,2 7 0 0 0,-4-9-1 0 0,0 0 0 0 0,-1 0 0 0 0,0 0 0 0 0,0 1-1 0 0,0-1 1 0 0,0 0 0 0 0,0 0 0 0 0,-1 0 0 0 0,0 0-1 0 0,1 1 1 0 0,-1-1 0 0 0,-2 3 0 0 0,1 0 64 0 0,0 0-55 0 0,0-1 0 0 0,0 1 0 0 0,-1-1-1 0 0,0 0 1 0 0,0 0 0 0 0,0 0 0 0 0,-1 0 0 0 0,0-1-1 0 0,0 1 1 0 0,0-1 0 0 0,0 0 0 0 0,-1 0-1 0 0,0-1 1 0 0,1 1 0 0 0,-9 3 0 0 0,-9 5 67 0 0,0-2 1 0 0,-33 11 0 0 0,37-14-109 0 0,-76 25-1243 0 0,92-32-67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22863 0 0,'0'0'1049'0'0,"-2"1"-27"0"0,-8 2-847 0 0,1 1 1 0 0,0 1-1 0 0,0 0 1 0 0,0 0-1 0 0,-10 8 1 0 0,-6 3 892 0 0,9-6-592 0 0,2 0 0 0 0,-1 1 0 0 0,2 0 0 0 0,-1 1 0 0 0,-22 27 0 0 0,34-36-409 0 0,-1 7-54 0 0,2 4-13 0 0,8-3 0 0 0,3-3-19 0 0,-6-6-11 0 0,0 0-1 0 0,1 0 0 0 0,-1 0 0 0 0,1-1 0 0 0,-1 0 1 0 0,1 0-1 0 0,-1 0 0 0 0,1 0 0 0 0,0-1 0 0 0,-1 0 1 0 0,1 0-1 0 0,-1 0 0 0 0,8-1 0 0 0,6-2-87 0 0,-1-1 1 0 0,22-8-1 0 0,-3 1-10 0 0,-35 11 128 0 0,0-1-1 0 0,0 1 1 0 0,0 0-1 0 0,0 0 0 0 0,0 0 1 0 0,0 1-1 0 0,0-1 1 0 0,0 0-1 0 0,0 0 0 0 0,0 0 1 0 0,0 1-1 0 0,0-1 1 0 0,0 0-1 0 0,0 1 0 0 0,-1-1 1 0 0,1 1-1 0 0,1 0 1 0 0,10 4 140 0 0,-11-5-102 0 0,0 1 0 0 0,0-1 0 0 0,0 1 0 0 0,0-1 0 0 0,0 1 0 0 0,0-1 0 0 0,-1 1-1 0 0,1-1 1 0 0,0 1 0 0 0,0 0 0 0 0,1 1 0 0 0,1 1 61 0 0,51 41 1075 0 0,-42-32-1019 0 0,1-1 1 0 0,1 0-1 0 0,0-1 1 0 0,0-1 0 0 0,19 9-1 0 0,-24-14-124 0 0,24 13 51 0 0,1 5-619 0 0,-32-21 292 0 0,0 1 1 0 0,-1-1 0 0 0,1 1-1 0 0,-1 0 1 0 0,0 0 0 0 0,1 0-1 0 0,-1-1 1 0 0,0 1-1 0 0,2 4 1 0 0,0 7-1548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7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97 14279 0 0,'-1'-2'655'0'0,"1"-1"-510"0"0,-1 1 0 0 0,1-1 0 0 0,0 0 1 0 0,0 0-1 0 0,0 0 0 0 0,0 1 0 0 0,0-1 0 0 0,1 0 0 0 0,-1 0 1 0 0,2-3-1 0 0,-1 4 198 0 0,0 0 0 0 0,0 0 0 0 0,0 1 0 0 0,0-1 0 0 0,0 1 0 0 0,1-1 0 0 0,-1 1 0 0 0,0-1 0 0 0,1 1 1 0 0,-1 0-1 0 0,1 0 0 0 0,0 0 0 0 0,-1-1 0 0 0,1 2 0 0 0,0-1 0 0 0,2-1 0 0 0,4-1 660 0 0,0 0 1 0 0,0 1-1 0 0,13-3 0 0 0,1 2-352 0 0,25 1-1 0 0,-8 0-241 0 0,361-1-69 0 0,-132 6-5843 0 0,-245-4 3057 0 0,38-7 0 0 0,-24 1-50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7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36 10591 0 0,'-62'-35'14612'0'0,"70"41"-14505"0"0,0 0-1 0 0,0-1 1 0 0,1 0-1 0 0,0 0 1 0 0,0-1 0 0 0,0 0-1 0 0,0 0 1 0 0,18 3-1 0 0,4 3 3 0 0,3 3-108 0 0,-4-4-5 0 0,-1 3 0 0 0,44 22 0 0 0,-71-33-3 0 0,-1 0 0 0 0,1 0 0 0 0,-1 0-1 0 0,1 0 1 0 0,-1 0 0 0 0,1 0 0 0 0,-1 0-1 0 0,0 1 1 0 0,1-1 0 0 0,-1 0-1 0 0,0 1 1 0 0,0-1 0 0 0,0 1 0 0 0,0-1-1 0 0,0 1 1 0 0,0 0 0 0 0,-1-1-1 0 0,1 1 1 0 0,-1 0 0 0 0,1-1 0 0 0,-1 1-1 0 0,1 0 1 0 0,-1 0 0 0 0,0 0 0 0 0,0-1-1 0 0,0 1 1 0 0,0 0 0 0 0,0 0-1 0 0,0 0 1 0 0,0-1 0 0 0,-1 1 0 0 0,1 0-1 0 0,-1 0 1 0 0,1-1 0 0 0,-1 1-1 0 0,0 0 1 0 0,0-1 0 0 0,0 1 0 0 0,0 0-1 0 0,0-1 1 0 0,0 0 0 0 0,0 1 0 0 0,0-1-1 0 0,0 1 1 0 0,-1-1 0 0 0,1 0-1 0 0,-2 1 1 0 0,-9 6 51 0 0,0 0-1 0 0,0-1 1 0 0,0 0 0 0 0,-1-1 0 0 0,0-1-1 0 0,-23 7 1 0 0,-27 11 93 0 0,60-21-294 0 0,1-1 1 0 0,-1 0-1 0 0,1 1 1 0 0,-1-1-1 0 0,1 1 0 0 0,0 0 1 0 0,-3 2-1 0 0,4-3-140 0 0,0 0-1 0 0,1 0 0 0 0,-1 0 0 0 0,0 0 1 0 0,1 0-1 0 0,-1 1 0 0 0,1-1 1 0 0,-1 0-1 0 0,1 0 0 0 0,-1 0 1 0 0,1 1-1 0 0,-1 0 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8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12895 0 0,'0'0'1172'0'0,"3"2"-630"0"0,34 46 7705 0 0,-2 5-4398 0 0,-13-19-2807 0 0,31 36-1 0 0,-43-59-961 0 0,0 0 0 0 0,1 0-1 0 0,1-1 1 0 0,0-1-1 0 0,0 0 1 0 0,27 15 0 0 0,-37-23-8 0 0,1-1 5 0 0,-2 0-58 0 0,0 1 0 0 0,0-1 1 0 0,1 0-1 0 0,-1-1 0 0 0,0 1 0 0 0,0 0 0 0 0,0 0 1 0 0,1 0-1 0 0,-1-1 0 0 0,0 1 0 0 0,0 0 0 0 0,0-1 0 0 0,0 1 1 0 0,0-1-1 0 0,0 0 0 0 0,0 1 0 0 0,0-1 0 0 0,0 0 1 0 0,0 0-1 0 0,0 1 0 0 0,0-1 0 0 0,0 0 0 0 0,0 0 0 0 0,-1 0 1 0 0,1 0-1 0 0,0 0 0 0 0,-1 0 0 0 0,1 0 0 0 0,-1 0 1 0 0,1-2-1 0 0,1-11 109 0 0,-1 1 0 0 0,0-1 0 0 0,-1 0-1 0 0,-2-17 1 0 0,1 11-31 0 0,1-28-1 0 0,3 30-342 0 0,0 2 0 0 0,0-1 0 0 0,2 0 1 0 0,0 1-1 0 0,14-32 0 0 0,-18 47-317 0 0,7 1-180 0 0,-1 1-1 0 0,0 0 0 0 0,1 1 0 0 0,-1-1 1 0 0,0 1-1 0 0,0 1 0 0 0,0 0 0 0 0,11 6 1 0 0,-12-7 219 0 0,18 9-1280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45 8751 0 0,'0'0'674'0'0,"-1"-1"-438"0"0,0-2 209 0 0,-1 2 0 0 0,1-1 0 0 0,0 0 0 0 0,-1 0 0 0 0,1 0 0 0 0,-1 1 0 0 0,1-1 0 0 0,-1 0 0 0 0,0 1 0 0 0,0 0 0 0 0,0-1 0 0 0,0 1 0 0 0,0 0 0 0 0,0 0 0 0 0,0 0 0 0 0,0 0 0 0 0,0 1 0 0 0,-1-1 0 0 0,1 0 0 0 0,0 1 0 0 0,0 0 0 0 0,-5-1 0 0 0,4 1 189 0 0,-8-2 266 0 0,0 2 0 0 0,-1-1 1 0 0,1 2-1 0 0,0-1 0 0 0,-15 4 0 0 0,14-2-483 0 0,1 1-1 0 0,-1 0 0 0 0,1 1 0 0 0,-1 0 1 0 0,1 1-1 0 0,1 0 0 0 0,-1 1 0 0 0,-14 10 1 0 0,23-15-362 0 0,-1 1 0 0 0,1 0-1 0 0,0 0 1 0 0,0 0 0 0 0,0 0 0 0 0,-1 3 0 0 0,-9 9 210 0 0,10-10-185 0 0,2-1-78 0 0,0-1 0 0 0,-1 0 1 0 0,1 0-1 0 0,0 0 0 0 0,1 0 0 0 0,-1 1 0 0 0,0-1 0 0 0,2 4 1 0 0,5 4-6 0 0,-4-8 2 0 0,0 1-56 0 0,1 0 0 0 0,0 0-1 0 0,0 0 1 0 0,0-1 0 0 0,0 1 0 0 0,0-1-1 0 0,0 0 1 0 0,0-1 0 0 0,1 1 0 0 0,-1-1-1 0 0,1 0 1 0 0,-1 0 0 0 0,10 1 0 0 0,-5-1-104 0 0,1-1 1 0 0,0 0 0 0 0,-1 0 0 0 0,1-1 0 0 0,15-3-1 0 0,-14 2-25 0 0,-1-1-1 0 0,0 0 0 0 0,-1-1 0 0 0,1 0 1 0 0,-1 0-1 0 0,0-1 0 0 0,0 0 0 0 0,0 0 1 0 0,0-1-1 0 0,-1-1 0 0 0,0 1 0 0 0,0-1 1 0 0,7-9-1 0 0,13-15-260 0 0,-27 29 956 0 0,-1 10-481 0 0,1 0-1 0 0,0 0 0 0 0,0 0 0 0 0,0-1 0 0 0,1 1 0 0 0,1 0 0 0 0,-1-1 0 0 0,1 1 0 0 0,0-1 0 0 0,1 0 0 0 0,6 10 0 0 0,-4-9-19 0 0,1 1 1 0 0,0-1-1 0 0,0 0 0 0 0,1 0 0 0 0,0-1 0 0 0,0 0 0 0 0,1-1 0 0 0,9 6 0 0 0,-8-5-107 0 0,1-2 1 0 0,-1 1-1 0 0,1-2 1 0 0,0 1-1 0 0,1-1 1 0 0,-1-1-1 0 0,1 0 1 0 0,0-1-1 0 0,0 0 1 0 0,0-1-1 0 0,-1 0 1 0 0,1-1-1 0 0,0 0 1 0 0,0-1-1 0 0,0 0 1 0 0,13-4-1 0 0,-19 3 36 0 0,-1 0 0 0 0,0 0 0 0 0,1-1 0 0 0,-1 1-1 0 0,0-1 1 0 0,-1 0 0 0 0,1-1 0 0 0,0 1 0 0 0,-1-1 0 0 0,0 0 0 0 0,0 0 0 0 0,0-1-1 0 0,0 1 1 0 0,-1-1 0 0 0,1 0 0 0 0,-1 0 0 0 0,-1 0 0 0 0,1 0 0 0 0,-1 0 0 0 0,2-6-1 0 0,1-2-75 0 0,-1-1-1 0 0,-1 1 0 0 0,0-1 0 0 0,-1 1 1 0 0,-1-1-1 0 0,0 0 0 0 0,-1-18 0 0 0,0 30 191 0 0,0 0-1 0 0,-1 0 1 0 0,1 0-1 0 0,0 0 1 0 0,-1 0-1 0 0,1 0 0 0 0,-1 0 1 0 0,0 0-1 0 0,0 1 1 0 0,0-1-1 0 0,0 0 1 0 0,0 0-1 0 0,-2-2 1697 0 0,-2 26-693 0 0,0-4-715 0 0,4-1-137 0 0,1-1-1 0 0,1 1 1 0 0,0-1-1 0 0,1 1 1 0 0,1-1-1 0 0,0 0 1 0 0,8 22-1 0 0,48 106 614 0 0,-34-95-670 0 0,31 46 0 0 0,-53-90-130 0 0,-3-4-12 0 0,1 1 0 0 0,0-1 0 0 0,0 0 0 0 0,0 1 0 0 0,0-1 0 0 0,0 0 0 0 0,0 0 0 0 0,0 0 0 0 0,0 0 0 0 0,1 0 0 0 0,-1 0 0 0 0,2 1 0 0 0,-1 0-91 0 0,-3-5-999 0 0,-9-24 204 0 0,-18-37 0 0 0,-4-8-18 0 0,31 72 898 0 0,-66-197-1771 0 0,67 195 1757 0 0,-15-59-243 0 0,13 53 345 0 0,1-1-1 0 0,0 1 0 0 0,1 0 1 0 0,0-1-1 0 0,1-10 0 0 0,0 17-20 0 0,-1 0 0 0 0,1 1 0 0 0,-1-1 0 0 0,1 1 0 0 0,0-1 0 0 0,0 1 0 0 0,-1-1 0 0 0,1 1-1 0 0,0-1 1 0 0,0 1 0 0 0,1 0 0 0 0,-1 0 0 0 0,0-1 0 0 0,0 1 0 0 0,1 0 0 0 0,-1 0 0 0 0,0 0 0 0 0,1 0-1 0 0,-1 1 1 0 0,1-1 0 0 0,-1 0 0 0 0,1 1 0 0 0,3-2 0 0 0,-1 1 37 0 0,1 0-1 0 0,0 0 1 0 0,0 0 0 0 0,0 0 0 0 0,-1 1-1 0 0,11 0 1 0 0,65 10 134 0 0,-70-8-208 0 0,0 1 0 0 0,-1 0 0 0 0,1 0-1 0 0,-1 1 1 0 0,18 9 0 0 0,-14-3-27 0 0,-12-9 1 0 0,1 1 0 0 0,0 0 0 0 0,-1 0 0 0 0,1 0 0 0 0,-1 0 0 0 0,0 0 0 0 0,0 0 0 0 0,1 0 0 0 0,-1 0 0 0 0,-1 0 0 0 0,1 0 0 0 0,0 1 0 0 0,0-1 0 0 0,-1 0 0 0 0,0 1 0 0 0,1-1 0 0 0,-1 1 0 0 0,0 3 0 0 0,-1-3 2 0 0,1 1 1 0 0,-1-1 0 0 0,0 1 0 0 0,0-1 0 0 0,-1 1-1 0 0,1-1 1 0 0,-1 0 0 0 0,1 0 0 0 0,-1 1 0 0 0,0-1-1 0 0,-3 3 1 0 0,-4 3 15 0 0,0 1-1 0 0,0-1 1 0 0,-1-1 0 0 0,0 0-1 0 0,-20 12 1 0 0,12-10 158 0 0,-33 13 0 0 0,30-15-286 0 0,19-7-236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1:19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178 157 11975 0 0,'0'0'923'0'0,"-2"0"-602"0"0,1-1 123 0 0,0 0 1 0 0,-1 0-1 0 0,1 0 0 0 0,-1 0 0 0 0,1 1 0 0 0,-1-1 0 0 0,1 1 1 0 0,-1-1-1 0 0,1 1 0 0 0,-1 0 0 0 0,0-1 0 0 0,1 1 0 0 0,-1 0 1 0 0,1 0-1 0 0,-1 0 0 0 0,0 0 0 0 0,1 1 0 0 0,-1-1 1 0 0,-2 1-1 0 0,-4 0 608 0 0,0 1-568 0 0,-1-1-1 0 0,0 1 1 0 0,1 1-1 0 0,-1-1 1 0 0,1 2-1 0 0,0-1 1 0 0,0 1 0 0 0,0 0-1 0 0,1 0 1 0 0,-1 1-1 0 0,-11 11 1 0 0,16-14-445 0 0,0 1 0 0 0,1 0 0 0 0,0 1 0 0 0,0-1 0 0 0,0 0 0 0 0,0 1 0 0 0,1-1 0 0 0,-1 1 0 0 0,1-1 0 0 0,0 1 0 0 0,0-1 0 0 0,0 1 0 0 0,0 0 0 0 0,1 0 0 0 0,-1 5 0 0 0,1-7-35 0 0,1 0 1 0 0,-1 0-1 0 0,1 0 1 0 0,0-1-1 0 0,0 1 1 0 0,0 0-1 0 0,-1-1 1 0 0,1 1-1 0 0,1 0 1 0 0,-1-1-1 0 0,0 1 1 0 0,0-1-1 0 0,1 0 1 0 0,1 2-1 0 0,0 1 2 0 0,3 1-47 0 0,-1 0 0 0 0,0-1 0 0 0,1 0-1 0 0,0 1 1 0 0,0-2 0 0 0,1 1 0 0 0,-1-1 0 0 0,1 0 0 0 0,-1 0 0 0 0,1-1-1 0 0,0 0 1 0 0,0 0 0 0 0,0 0 0 0 0,0-1 0 0 0,11 1 0 0 0,-13-2-51 0 0,1 0 0 0 0,-1 0 1 0 0,1-1-1 0 0,-1 1 0 0 0,1-1 1 0 0,-1 0-1 0 0,1-1 0 0 0,-1 1 0 0 0,0-1 1 0 0,0 0-1 0 0,0-1 0 0 0,0 1 1 0 0,0-1-1 0 0,0 0 0 0 0,-1 0 1 0 0,1 0-1 0 0,-1-1 0 0 0,0 1 0 0 0,0-1 1 0 0,5-6-1 0 0,-4 1-785 0 0,0 0 0 0 0,0 0 0 0 0,-2 0 0 0 0,1-1-1 0 0,-1 1 1 0 0,0-1 0 0 0,-1 0 0 0 0,2-10 0 0 0,1-26 2131 0 0,-7 52-906 0 0,1-1 0 0 0,0 1 0 0 0,1 0 0 0 0,-1 0 0 0 0,1-1 0 0 0,0 1 0 0 0,1 0 0 0 0,-1-1 0 0 0,1 1 0 0 0,0 0 0 0 0,1-1 0 0 0,-1 1 0 0 0,1-1 0 0 0,0 1 0 0 0,0-1 0 0 0,1 0 0 0 0,0 0 0 0 0,4 6 0 0 0,2 3 66 0 0,1-1 0 0 0,1 0 0 0 0,0 0 0 0 0,1-2 0 0 0,16 14 1792 0 0,-21-36-1818 0 0,-4 5-332 0 0,-1 0 0 0 0,-1 0 1 0 0,1-1-1 0 0,-1 1 0 0 0,0-1 0 0 0,0 1 0 0 0,-1-1 0 0 0,0-10 1 0 0,-1 8-31 0 0,2 1 1 0 0,-1-1-1 0 0,1 0 1 0 0,3-12 0 0 0,0 9 1 0 0,1 0 1 0 0,0 0 0 0 0,1 1-1 0 0,0-1 1 0 0,0 1-1 0 0,2 1 1 0 0,-1-1 0 0 0,1 1-1 0 0,1 0 1 0 0,0 1 0 0 0,0 0-1 0 0,1 1 1 0 0,0-1-1 0 0,0 2 1 0 0,1 0 0 0 0,0 0-1 0 0,0 1 1 0 0,14-6 0 0 0,-10 6-281 0 0,1 0 1 0 0,-1 1-1 0 0,1 1 1 0 0,0 0-1 0 0,0 1 1 0 0,1 1-1 0 0,-1 1 0 0 0,0 0 1 0 0,1 1-1 0 0,-1 1 1 0 0,0 0-1 0 0,1 1 1 0 0,30 8-1 0 0,-11 3-10317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10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 20703 0 0,'0'-2'951'0'0,"-1"-3"-301"0"0,0-7-259 0 0,1-8 2764 0 0,10 31-1814 0 0,-6-5-1216 0 0,0 0-1 0 0,-1 0 0 0 0,1 0 1 0 0,-1 1-1 0 0,-1-1 1 0 0,1 1-1 0 0,-1 0 1 0 0,0 0-1 0 0,1 10 1 0 0,0 11 6 0 0,0 30 1 0 0,-2-34 24 0 0,10 197 500 0 0,-9-204-744 0 0,0 1 0 0 0,2-1 0 0 0,5 18 0 0 0,-8-32-91 0 0,0-1 0 0 0,0 1 0 0 0,1 0 0 0 0,-1-1-1 0 0,0 1 1 0 0,1-1 0 0 0,0 0 0 0 0,0 1 0 0 0,-1-1 0 0 0,1 0 0 0 0,0 0-1 0 0,1 0 1 0 0,-1 0 0 0 0,0 0 0 0 0,1-1 0 0 0,-1 1 0 0 0,0-1 0 0 0,1 1 0 0 0,0-1-1 0 0,-1 0 1 0 0,1 0 0 0 0,0 0 0 0 0,0-1 0 0 0,4 2 0 0 0,-2-2-644 0 0,0 1-1 0 0,0-1 1 0 0,0 0 0 0 0,0 0 0 0 0,1-1-1 0 0,-1 1 1 0 0,0-1 0 0 0,0 0 0 0 0,0 0-1 0 0,0-1 1 0 0,0 0 0 0 0,0 0 0 0 0,4-2-1 0 0,7-7-4892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1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93 11255 0 0,'0'-10'332'0'0,"0"0"0"0"0,-1-14-1 0 0,1 21-284 0 0,-1 0-1 0 0,0-1 0 0 0,1 1 1 0 0,-1 0-1 0 0,0-1 1 0 0,-1 1-1 0 0,1 0 0 0 0,-1 0 1 0 0,1 0-1 0 0,-4-4 1 0 0,4 6 387 0 0,-1 0 1 0 0,0 0 0 0 0,0 0-1 0 0,0 0 1 0 0,0 0 0 0 0,0 1 0 0 0,0-1-1 0 0,0 1 1 0 0,0-1 0 0 0,-4 1-1 0 0,3-1 258 0 0,-1 1-216 0 0,0 0 0 0 0,-1-1 0 0 0,1 1 0 0 0,0 1 0 0 0,0-1 0 0 0,-1 1 0 0 0,1-1 0 0 0,0 1 0 0 0,0 0 0 0 0,0 1 0 0 0,0-1 0 0 0,0 1 0 0 0,0 0 0 0 0,1-1 0 0 0,-7 6 0 0 0,-2 2 110 0 0,0 0-1 0 0,0 1 1 0 0,-9 12-1 0 0,10-11-273 0 0,6-6-245 0 0,1-1 0 0 0,0 0-1 0 0,1 1 1 0 0,-1 0-1 0 0,1 0 1 0 0,0 0-1 0 0,0 0 1 0 0,1 1 0 0 0,-1-1-1 0 0,1 1 1 0 0,0 0-1 0 0,1-1 1 0 0,0 1-1 0 0,-2 8 1 0 0,5-1-7 0 0,-1-10-67 0 0,0 0 1 0 0,1 0-1 0 0,0 0 0 0 0,0-1 1 0 0,0 1-1 0 0,0-1 0 0 0,0 1 1 0 0,0-1-1 0 0,0 0 0 0 0,1 0 1 0 0,0 0-1 0 0,-1 0 0 0 0,1 0 1 0 0,0 0-1 0 0,0-1 0 0 0,0 1 1 0 0,0-1-1 0 0,5 2 0 0 0,2 0-102 0 0,1 0-1 0 0,-1-1 1 0 0,1 0-1 0 0,15 1 0 0 0,-5-2-622 0 0,1-1 0 0 0,0-2 0 0 0,0 0 0 0 0,24-6 0 0 0,-22 3-3996 0 0,37-15 1 0 0,-33 8-2095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11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20 9671 0 0,'-2'-2'206'0'0,"0"0"-1"0"0,-1 0 1 0 0,1 0-1 0 0,-1 0 1 0 0,0 1-1 0 0,1 0 0 0 0,-1-1 1 0 0,0 1-1 0 0,0 0 1 0 0,0 0-1 0 0,0 1 1 0 0,0-1-1 0 0,-3 0 1 0 0,-14 0 12385 0 0,15 14-11339 0 0,5-10-937 0 0,2 3-305 0 0,0 1 1 0 0,0-1-1 0 0,0 0 1 0 0,1 1-1 0 0,0-1 0 0 0,0 0 1 0 0,1-1-1 0 0,-1 1 1 0 0,1-1-1 0 0,8 9 1 0 0,4 2 20 0 0,33 25 0 0 0,-32-28-24 0 0,-1 0-1 0 0,22 25 1 0 0,-30-28-7 0 0,-3 4 11 0 0,-2 0 31 0 0,-5-2-31 0 0,0-10-6 0 0,1 0 1 0 0,-1 1-1 0 0,0-1 1 0 0,0 0-1 0 0,0 0 0 0 0,0-1 1 0 0,0 1-1 0 0,0 0 1 0 0,0-1-1 0 0,0 1 0 0 0,-1-1 1 0 0,-2 2-1 0 0,-35 11 119 0 0,17-6-78 0 0,5-3 5 0 0,-33 8 1 0 0,33-10-153 0 0,-32 11 0 0 0,34-8-180 0 0,-5 1-23 0 0,9 1-3301 0 0</inkml:trace>
  <inkml:trace contextRef="#ctx0" brushRef="#br0" timeOffset="1">598 235 13359 0 0,'0'3'5972'0'0,"-2"7"-4605"0"0,0 0 0 0 0,0-1 0 0 0,-1 1-1 0 0,-7 18 1 0 0,-24 38-347 0 0,9-17 186 0 0,0-1-516 0 0,-35 48-1 0 0,17-28-356 0 0,23-37-253 0 0,-1-2 0 0 0,-2 0 0 0 0,-1-1 0 0 0,-28 26 0 0 0,32-34-193 0 0,14-13-73 0 0,0-1-1 0 0,-12 10 1 0 0,17-15-425 0 0,-1 9-5412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11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11055 0 0,'-1'2'8868'0'0,"-11"43"-4368"0"0,-2 28-2375 0 0,2-12-1073 0 0,-1 18-6 0 0,11-69-979 0 0,2 1 0 0 0,0-1 0 0 0,0 1-1 0 0,1-1 1 0 0,3 17 0 0 0,-4-25-241 0 0,1 1 0 0 0,0 0 0 0 0,-1-1 0 0 0,1 1 0 0 0,0 0 0 0 0,1-1 0 0 0,-1 1 0 0 0,0-1 0 0 0,1 0 0 0 0,-1 1 0 0 0,1-1 0 0 0,0 0 0 0 0,0 0 0 0 0,-1 0 0 0 0,2 0 0 0 0,-1 0 0 0 0,0 0 0 0 0,0-1 0 0 0,0 1-1 0 0,1-1 1 0 0,3 2 0 0 0,-2 0-160 0 0,24 8-3668 0 0,-12-6-3729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11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14 18943 0 0,'-2'-1'870'0'0,"-9"-2"-413"0"0,-1 0 0 0 0,1 1 0 0 0,-1 0 0 0 0,0 0 0 0 0,1 1-1 0 0,-1 1 1 0 0,0 0 0 0 0,0 1 0 0 0,0 0 0 0 0,0 1 0 0 0,-11 3 0 0 0,-3 2-47 0 0,0 2-1 0 0,0 1 0 0 0,1 0 0 0 0,0 2 0 0 0,1 1 0 0 0,0 1 0 0 0,2 1 0 0 0,-1 1 0 0 0,2 1 0 0 0,0 1 1 0 0,-22 24-1 0 0,39-37-355 0 0,1 0 0 0 0,-1 0 1 0 0,1 0-1 0 0,0 0 0 0 0,0 1 0 0 0,-3 6 1 0 0,4 1-13 0 0,2-11-45 0 0,0-1 0 0 0,0 1 0 0 0,0 0 0 0 0,1 0 0 0 0,-1 0 0 0 0,1 0 0 0 0,-1-1 0 0 0,1 1 0 0 0,0 0 0 0 0,-1 0 0 0 0,1-1-1 0 0,0 1 1 0 0,0-1 0 0 0,0 1 0 0 0,1-1 0 0 0,1 3 0 0 0,-1-2-38 0 0,1 1 0 0 0,0-1 0 0 0,1 0 0 0 0,-1 0 0 0 0,0 0 0 0 0,0 0 0 0 0,7 2 0 0 0,0-1-120 0 0,0-1 0 0 0,0 0-1 0 0,-1 0 1 0 0,1 0 0 0 0,16-1-1 0 0,23-2-676 0 0,-1-2 1 0 0,93-18-1 0 0,-106 13 330 0 0,-1-2 1 0 0,0-1 0 0 0,-1-1 0 0 0,56-30 0 0 0,-80 37 371 0 0,0 0 0 0 0,-1-1 0 0 0,1 0 0 0 0,-1 0 0 0 0,0-1 0 0 0,-1 0 0 0 0,1 0 0 0 0,6-10 0 0 0,-6 3-77 0 0,-8 9 228 0 0,0 2-25 0 0,0 2 55 0 0,0 0-1 0 0,0 0 1 0 0,0 0-1 0 0,0 0 1 0 0,0-1-1 0 0,0 1 0 0 0,0 0 1 0 0,-1 0-1 0 0,1 0 1 0 0,0-1-1 0 0,-1 1 1 0 0,1 0-1 0 0,-1 0 1 0 0,1 0-1 0 0,-1 0 1 0 0,1 0-1 0 0,-1 0 1 0 0,0 0-1 0 0,1 0 1 0 0,-1 0-1 0 0,0 0 1 0 0,0 0-1 0 0,0 1 1 0 0,0-1-1 0 0,0 0 1 0 0,0 0-1 0 0,0 1 0 0 0,0-1 1 0 0,0 1-1 0 0,0-1 1 0 0,0 1-1 0 0,0-1 1 0 0,0 1-1 0 0,-2-1 1 0 0,3 1-35 0 0,-6-1 157 0 0,0 0 0 0 0,0 1-1 0 0,0-1 1 0 0,0 1 0 0 0,-1 1 0 0 0,1-1 0 0 0,0 1 0 0 0,0 0 0 0 0,0 0-1 0 0,0 1 1 0 0,1-1 0 0 0,-1 1 0 0 0,0 1 0 0 0,1-1 0 0 0,-1 1 0 0 0,1 0-1 0 0,0 0 1 0 0,0 1 0 0 0,-9 7 0 0 0,13-10-163 0 0,0-1 0 0 0,0 1 0 0 0,1 0 0 0 0,-1 0 0 0 0,0-1 0 0 0,1 1-1 0 0,-1 0 1 0 0,1 0 0 0 0,-1 0 0 0 0,1 0 0 0 0,-1 0 0 0 0,1-1 0 0 0,0 1 0 0 0,-1 0 0 0 0,1 0 0 0 0,0 0-1 0 0,0 0 1 0 0,-1 0 0 0 0,1 0 0 0 0,0 0 0 0 0,0 0 0 0 0,0 0 0 0 0,1 0 0 0 0,-1 0 0 0 0,0 0 0 0 0,0 0-1 0 0,0 0 1 0 0,1 0 0 0 0,-1 0 0 0 0,0 0 0 0 0,1 1 0 0 0,1 1-1 0 0,-1 1-13 0 0,0 0 0 0 0,1 0 0 0 0,0-1 0 0 0,0 1 0 0 0,0 0 0 0 0,0-1 1 0 0,1 1-1 0 0,-1-1 0 0 0,1 0 0 0 0,0 0 0 0 0,0 0 0 0 0,0 0 0 0 0,0 0 0 0 0,1-1 0 0 0,-1 0 0 0 0,1 1 0 0 0,-1-1 0 0 0,1 0 0 0 0,6 2 0 0 0,-3-2-11 0 0,0 0-1 0 0,1 0 1 0 0,-1-1 0 0 0,1 0-1 0 0,-1 0 1 0 0,1-1-1 0 0,0 0 1 0 0,-1 0-1 0 0,15-3 1 0 0,-14 2 9 0 0,-4 1 2 0 0,1-1 0 0 0,-1 0 1 0 0,1 0-1 0 0,-1-1 0 0 0,6-2 0 0 0,-5 3 2 0 0,16-9 4 0 0,-13 5 21 0 0,-6 4 966 0 0,5 8-785 0 0,-3-2-144 0 0,1 0 0 0 0,-1 0 0 0 0,0 1 1 0 0,0-1-1 0 0,4 10 0 0 0,11 11-15 0 0,-12-16-24 0 0,0 0 1 0 0,8 16-1 0 0,-9-13-16 0 0,0 0 0 0 0,5 21 0 0 0,-9-29 3 0 0,-1 0-1 0 0,-1 1 0 0 0,1-1 1 0 0,-1 0-1 0 0,1 1 0 0 0,-1-1 1 0 0,-1 0-1 0 0,1 1 0 0 0,-3 9 1 0 0,2-13 17 0 0,0 1 0 0 0,0-1 0 0 0,0 0 0 0 0,-1 0 1 0 0,1 1-1 0 0,0-1 0 0 0,-1 0 0 0 0,0 0 0 0 0,1-1 1 0 0,-1 1-1 0 0,0 0 0 0 0,0 0 0 0 0,-2 1 0 0 0,-32 18 308 0 0,26-16-213 0 0,1-1-29 0 0,1 0-1 0 0,-1 0 1 0 0,0-1 0 0 0,0-1-1 0 0,0 0 1 0 0,0 0-1 0 0,0-1 1 0 0,-15 1 0 0 0,11-2-82 0 0,0 0 1 0 0,0-1 0 0 0,-1 0 0 0 0,1-2-1 0 0,-17-4 1 0 0,24 6-474 0 0,-16-7-144 0 0,9-1-8932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20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36 163 13823 0 0,'-6'-8'553'0'0,"4"5"-423"0"0,0 1 0 0 0,-1-1 0 0 0,1 1 0 0 0,-1-1-1 0 0,0 1 1 0 0,1 0 0 0 0,-1 0 0 0 0,-6-4 1288 0 0,41 9 2952 0 0,18 6-3165 0 0,1 0-1305 0 0,405 35-149 0 0,-389-41 272 0 0,468 13 89 0 0,-375-15-54 0 0,1277 3 521 0 0,-437-16 146 0 0,704-6 1877 0 0,-1642 17-2529 0 0,115 1 110 0 0,-161 1-154 0 0,-1-1 0 0 0,28-4-1 0 0,-42 4-23 0 0,0 0-1 0 0,0 0 1 0 0,0 0-1 0 0,0 0 1 0 0,0-1-1 0 0,-1 1 1 0 0,1 0-1 0 0,0 0 0 0 0,0-1 1 0 0,0 1-1 0 0,0-1 1 0 0,-1 1-1 0 0,1-1 1 0 0,1 0-1 0 0,-2 0-1 0 0,0 0 0 0 0,0 1-1 0 0,0-1 1 0 0,0 0 0 0 0,0 1 0 0 0,0-1-1 0 0,-1 1 1 0 0,1-1 0 0 0,0 0 0 0 0,0 1 0 0 0,-1-1-1 0 0,1 1 1 0 0,0-1 0 0 0,-1 1 0 0 0,1-1-1 0 0,0 1 1 0 0,-1-1 0 0 0,1 1 0 0 0,-1 0-1 0 0,1-1 1 0 0,-1 1 0 0 0,1-1 0 0 0,-1 1-1 0 0,1 0 1 0 0,-1-1 0 0 0,0 1 0 0 0,-20-12 15 0 0,-3 2 39 0 0,-1 1-1 0 0,-1 1 0 0 0,-36-6 1 0 0,-86-8 130 0 0,143 21-181 0 0,-753-54 48 0 0,755 55-55 0 0,-1014-29-21 0 0,760 24-22 0 0,-538 7 32 0 0,1 25 89 0 0,-98 37 70 0 0,7 40-90 0 0,876-103-56 0 0,-10 2 3 0 0,0 0-1 0 0,-25 8 1 0 0,57-9 69 0 0,607-17 123 0 0,-439 6-94 0 0,547-29 169 0 0,798-28 287 0 0,-367 58-242 0 0,-973 12-290 0 0,435 12 77 0 0,-3 16-48 0 0,-442-15-55 0 0,-160-14 5 0 0,-19-3 11 0 0,-17 0 40 0 0,-494-7 502 0 0,222 5-457 0 0,-251-2-86 0 0,-188-3 34 0 0,-673 2-49 0 0,387 44-1299 0 0,855-26-445 0 0,2 10-4959 0 0,22 7-1951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3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24 22751 0 0,'-2'-2'145'0'0,"-1"1"94"0"0,1 0-1 0 0,0 0 1 0 0,-1 0-1 0 0,1-1 1 0 0,0 1-1 0 0,0-1 1 0 0,0 1 0 0 0,0-1-1 0 0,-2-3 1 0 0,0 1 3072 0 0,4 4-3253 0 0,7 99 697 0 0,20 162 489 0 0,-25-248-1220 0 0,0-4 10 0 0,0 1 1 0 0,-1-1-1 0 0,0 18 0 0 0,-1-26 25 0 0,1-3-5 0 0,32-75-187 0 0,-21 46-24 0 0,25-45-1 0 0,-30 64 98 0 0,0-1 0 0 0,2 2 0 0 0,-1-1 0 0 0,1 1 0 0 0,15-15 0 0 0,-19 25 7 0 0,8 3 16 0 0,-11-1 52 0 0,1 0 1 0 0,-1 1-1 0 0,0-1 1 0 0,1 1-1 0 0,-1 0 1 0 0,0 0-1 0 0,0 0 1 0 0,0 0-1 0 0,0 0 1 0 0,0 0-1 0 0,-1 0 1 0 0,1 1-1 0 0,-1-1 1 0 0,1 1-1 0 0,-1-1 1 0 0,0 1-1 0 0,0-1 1 0 0,1 4-1 0 0,2 7 112 0 0,0 1-1 0 0,2 16 1 0 0,-6-28-115 0 0,3 14 54 0 0,-1-2-6 0 0,0 0-1 0 0,1 0 0 0 0,10 24 0 0 0,-12-34-51 0 0,0 0-1 0 0,1 0 1 0 0,0 0-1 0 0,0-1 0 0 0,0 1 1 0 0,1-1-1 0 0,2 5 1 0 0,1-2-27 0 0,-4-3-163 0 0,0 0-1 0 0,1-1 1 0 0,-1 1-1 0 0,0-1 0 0 0,1 1 1 0 0,0-1-1 0 0,0 0 0 0 0,-1 0 1 0 0,1 0-1 0 0,0-1 1 0 0,1 1-1 0 0,-1-1 0 0 0,0 0 1 0 0,0 1-1 0 0,1-1 1 0 0,-1-1-1 0 0,0 1 0 0 0,1 0 1 0 0,-1-1-1 0 0,1 0 1 0 0,-1 0-1 0 0,1 0 0 0 0,3-1 1 0 0,24-5-4137 0 0,-13 1-3965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12439 0 0,'0'0'14661'0'0,"2"1"-14150"0"0,17 2 112 0 0,0 0 0 0 0,22 0 0 0 0,-25-3-496 0 0,-2 2-127 0 0,0 2 0 0 0,-3 0 11 0 0,-10-3-5 0 0,0 1 0 0 0,0-1 0 0 0,0 0 0 0 0,0 0 1 0 0,-1 0-1 0 0,1 0 0 0 0,0 1 0 0 0,0-1 0 0 0,-1 0 0 0 0,1 1 1 0 0,-1-1-1 0 0,1 1 0 0 0,-1-1 0 0 0,0 0 0 0 0,1 4 0 0 0,-1-4 22 0 0,0 1-8 0 0,0 0-1 0 0,0-1 1 0 0,0 1-1 0 0,0-1 1 0 0,-1 1-1 0 0,1-1 1 0 0,-1 1-1 0 0,1-1 0 0 0,-1 1 1 0 0,0-1-1 0 0,1 1 1 0 0,-1-1-1 0 0,0 0 1 0 0,0 1-1 0 0,-2 1 1 0 0,1 1 35 0 0,-8 10 142 0 0,-1 0 0 0 0,0-1 1 0 0,-16 15-1 0 0,-13 15 285 0 0,33-34-405 0 0,1 1-8 0 0,4 2-54 0 0,2-11-15 0 0,1 1-1 0 0,-1-1 1 0 0,1 1 0 0 0,-1-1-1 0 0,1 0 1 0 0,-1 1 0 0 0,1-1-1 0 0,-1 0 1 0 0,1 1 0 0 0,0-1-1 0 0,0 0 1 0 0,0 0 0 0 0,0 0-1 0 0,0 0 1 0 0,0 0 0 0 0,0 0-1 0 0,0 0 1 0 0,2 1 0 0 0,0 0 2 0 0,0-1 0 0 0,0 1 0 0 0,0-1 0 0 0,1 1-1 0 0,-1-1 1 0 0,0 0 0 0 0,6 0 0 0 0,3 1-32 0 0,0-1-1 0 0,0-1 0 0 0,18-1 1 0 0,16-5-1548 0 0,1-2 1 0 0,74-22 0 0 0,-83 19 126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4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 13823 0 0,'-16'-8'14469'0'0,"18"8"-13710"0"0,11 2-213 0 0,-1-1 1 0 0,21 0-1 0 0,-17-1-381 0 0,25 4 0 0 0,-15-1-158 0 0,44-1 0 0 0,11 1-10 0 0,3 0-2616 0 0,-79-3 2477 0 0,-2 0-924 0 0,-5 15-7635 0 0</inkml:trace>
  <inkml:trace contextRef="#ctx0" brushRef="#br0" timeOffset="1">126 130 5983 0 0,'-9'3'1830'0'0,"0"-2"-4633"0"0,2 0 2721 0 0,-22 6 21838 0 0,56 2-19730 0 0,10-7-1399 0 0,0-2 0 0 0,0-1 1 0 0,56-9-1 0 0,-52 5-479 0 0,69-8-88 0 0,-108 13-153 0 0,9-4-331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5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94 3223 0 0,'0'-2'240'0'0,"10"-23"1378"0"0,10-17 10425 0 0,-6 18 1549 0 0,-29 31-13416 0 0,1 1 1 0 0,0 1-1 0 0,0 0 0 0 0,-14 13 0 0 0,-51 50 64 0 0,37-32-118 0 0,-67 54 139 0 0,99-86-251 0 0,-27 25 74 0 0,35-30-42 0 0,5 6-31 0 0,0-7-6 0 0,0 0 0 0 0,1 0 0 0 0,-1 0 0 0 0,1-1 0 0 0,0 1 0 0 0,0-1-1 0 0,-1 0 1 0 0,1 0 0 0 0,0 0 0 0 0,0-1 0 0 0,0 1 0 0 0,6-1 0 0 0,91-9-5 0 0,18-5 0 0 0,-56 5 0 0 0,232-31-1332 0 0,-292 40 788 0 0,-1-1-798 0 0,3-2 2446 0 0,-25-8-15470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18367 0 0,'0'0'6700'0'0,"1"2"-5723"0"0,6 11-399 0 0,0 0-1 0 0,-1 0 0 0 0,-1 1 0 0 0,0 0 0 0 0,0-1 0 0 0,2 20 0 0 0,8 89 305 0 0,-1-7-425 0 0,-11-98-499 0 0,-2-9-38 0 0,1 1 0 0 0,-1 0 0 0 0,1-1 0 0 0,1 1 0 0 0,0-1 0 0 0,0 0 0 0 0,0 0-1 0 0,1 0 1 0 0,9 14 0 0 0,-12-22-43 0 0,0 1 0 0 0,0 0-1 0 0,1-1 1 0 0,-1 1 0 0 0,0 0 0 0 0,0-1-1 0 0,1 1 1 0 0,-1-1 0 0 0,0 0-1 0 0,1 0 1 0 0,-1 1 0 0 0,0-1 0 0 0,1 0-1 0 0,-1 0 1 0 0,3 0 0 0 0,-1 0-262 0 0,31-2-2974 0 0,-15-1 1486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23903 0 0,'0'0'4216'0'0,"2"-1"-3647"0"0,6-2-339 0 0,0 0 1 0 0,1 0-1 0 0,-1 1 0 0 0,1 0 0 0 0,0 0 0 0 0,-1 1 0 0 0,1 1 0 0 0,0-1 0 0 0,0 1 0 0 0,12 2 0 0 0,-2 0-233 0 0,0 2 0 0 0,-1 0 0 0 0,36 12 0 0 0,-45-13 16 0 0,-1 1 1 0 0,1 1-1 0 0,-1-1 0 0 0,0 2 1 0 0,11 7-1 0 0,-17-11-1 0 0,-1 0 0 0 0,0 0 0 0 0,0 0-1 0 0,1 0 1 0 0,-1 0 0 0 0,0 0 0 0 0,-1 0 0 0 0,1 1 0 0 0,0-1 0 0 0,-1 0-1 0 0,1 1 1 0 0,-1-1 0 0 0,0 0 0 0 0,1 0 0 0 0,-1 3 0 0 0,0-1 6 0 0,0 2 7 0 0,0 1 0 0 0,0 0 0 0 0,-1 0 0 0 0,1-1-1 0 0,-2 1 1 0 0,1-1 0 0 0,-1 1 0 0 0,0-1 0 0 0,0 1 0 0 0,-5 9 0 0 0,1-6 26 0 0,0 0 1 0 0,0 0 0 0 0,-1-1 0 0 0,0 0-1 0 0,-12 11 1 0 0,-20 26 171 0 0,6-6-21 0 0,29-36-189 0 0,0 0 0 0 0,1 1 0 0 0,-1-1-1 0 0,1 1 1 0 0,0 0 0 0 0,-2 5 0 0 0,2 1 29 0 0,5 0-20 0 0,-1-9-18 0 0,0 0 1 0 0,1 0 0 0 0,-1 0 0 0 0,1 0-1 0 0,-1-1 1 0 0,1 1 0 0 0,0 0 0 0 0,0-1-1 0 0,0 1 1 0 0,0-1 0 0 0,0 0 0 0 0,0 0-1 0 0,0 0 1 0 0,0 0 0 0 0,0 0 0 0 0,0 0-1 0 0,1 0 1 0 0,-1-1 0 0 0,0 1 0 0 0,1-1 0 0 0,-1 0-1 0 0,4 1 1 0 0,6-1-25 0 0,0 0 0 0 0,-1 0 0 0 0,15-3 0 0 0,14-3-474 0 0,-1-2 0 0 0,0-2 0 0 0,-1-2 0 0 0,71-31 1 0 0,-5-12-9796 0 0,-77 39 1687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4607 0 0,'6'-15'18773'0'0,"13"9"-14614"0"0,13 3-5320 0 0,-21 3 3146 0 0,203 6 331 0 0,-145 3-2160 0 0,-64-7-96 0 0,6 6 16 0 0,-10-7-63 0 0,0 0-1 0 0,0 1 0 0 0,0-1 1 0 0,0 0-1 0 0,0 1 1 0 0,-1-1-1 0 0,1 1 1 0 0,0-1-1 0 0,-1 1 1 0 0,1 0-1 0 0,-1-1 1 0 0,0 1-1 0 0,1 0 1 0 0,-1-1-1 0 0,0 1 1 0 0,0 0-1 0 0,0-1 1 0 0,0 1-1 0 0,-1-1 1 0 0,1 1-1 0 0,0 0 1 0 0,-1-1-1 0 0,1 1 1 0 0,-1 0-1 0 0,1-1 1 0 0,-2 3-1 0 0,-2 4 77 0 0,-1 0-1 0 0,1 0 0 0 0,-10 11 1 0 0,11-16-80 0 0,-141 168 820 0 0,132-157-824 0 0,3-5 19 0 0,1 0-1 0 0,-11 16 0 0 0,12 4 61 0 0,7-27-28 0 0,0 0-12 0 0,3 7-36 0 0,0-7-8 0 0,-1 0 0 0 0,0 0 0 0 0,0 0 0 0 0,1-1 0 0 0,-1 1 0 0 0,1-1 0 0 0,-1 1 0 0 0,1-1 0 0 0,0 0 0 0 0,-1 0 0 0 0,1 0 0 0 0,0-1 0 0 0,0 1 0 0 0,0 0 0 0 0,4-1 0 0 0,-1 1 0 0 0,0-1 0 0 0,1 0 0 0 0,-1 0 0 0 0,1 0 0 0 0,-1-1 0 0 0,8-1 0 0 0,44-13-1151 0 0,106-13-1 0 0,-147 25 342 0 0,3-1-2188 0 0,-7 5-2975 0 0,3 5-2943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7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8287 0 0,'0'0'639'0'0,"-1"2"-415"0"0,-7 6-1409 0 0,0 1 3510 0 0,-14 24 17853 0 0,22-30-19928 0 0,0-2-335 0 0,0-1-1 0 0,0 0 1 0 0,0 1 0 0 0,0-1-1 0 0,0 0 1 0 0,0 1 0 0 0,0-1-1 0 0,0 0 1 0 0,0 1-1 0 0,0-1 1 0 0,0 0 0 0 0,0 1-1 0 0,0-1 1 0 0,0 0 0 0 0,0 1-1 0 0,0-1 1 0 0,0 0 0 0 0,0 1-1 0 0,0-1 1 0 0,0 0 0 0 0,1 1-1 0 0,-1-1 1 0 0,0 0 0 0 0,0 1-1 0 0,0-1 1 0 0,0 0 0 0 0,1 0-1 0 0,-1 1 1 0 0,0-1 0 0 0,1 0-1 0 0,-1 1 1 0 0,5 0-710 0 0,1 1 0 0 0,-1-1 0 0 0,0 0 0 0 0,0-1 0 0 0,1 1 0 0 0,-1-1 0 0 0,0 0 0 0 0,1 0 0 0 0,-1-1 0 0 0,0 1 0 0 0,1-1 0 0 0,-1-1 0 0 0,0 1 0 0 0,10-4 0 0 0,5-3-1820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62 9215 0 0,'-2'-8'950'0'0,"-4"-9"3581"0"0,1 0 5073 0 0,3 8-7817 0 0,1 8-1534 0 0,1 0 0 0 0,-1 0 0 0 0,0 0 0 0 0,0 0 0 0 0,0 1 0 0 0,0-1-1 0 0,0 0 1 0 0,0 1 0 0 0,-1-1 0 0 0,1 1 0 0 0,0-1 0 0 0,0 1 0 0 0,0 0 0 0 0,0-1 0 0 0,-2 1 0 0 0,-5 1-127 0 0,1 0 0 0 0,0 0 0 0 0,0 1 0 0 0,0 0 1 0 0,0 0-1 0 0,0 0 0 0 0,1 1 0 0 0,-1 0 0 0 0,1 1 0 0 0,0-1 1 0 0,-1 1-1 0 0,2 1 0 0 0,-1-1 0 0 0,0 1 0 0 0,-5 6 0 0 0,3-2-51 0 0,1 3 5 0 0,-2 5-9 0 0,9-10-73 0 0,1-3 12 0 0,2 20 43 0 0,0-19-55 0 0,0 0 4 0 0,1 1-2 0 0,0 1 0 0 0,0-1 0 0 0,1 0 0 0 0,-1 0 0 0 0,2 0 0 0 0,-1 0 0 0 0,1-1 0 0 0,-1 0 0 0 0,1-1 0 0 0,9 6 0 0 0,10 5 0 0 0,35 16 0 0 0,-42-23 0 0 0,1 1 0 0 0,-7-4 0 0 0,-1 1 0 0 0,0 0 0 0 0,0 0 0 0 0,12 10 0 0 0,8 7 0 0 0,-22-17 2 0 0,0 1-1 0 0,-1-1 1 0 0,1 2-1 0 0,-1-1 1 0 0,-1 1-1 0 0,10 13 1 0 0,-10-10 40 0 0,-4 2-15 0 0,-3-10-22 0 0,-1 0 0 0 0,1 0 0 0 0,0 1 0 0 0,-1-1 1 0 0,0 0-1 0 0,1 0 0 0 0,-1 0 0 0 0,-1-1 0 0 0,1 1 0 0 0,0 0 0 0 0,-1 0 0 0 0,1 0 0 0 0,-1-1 1 0 0,0 1-1 0 0,0-1 0 0 0,0 0 0 0 0,0 1 0 0 0,0-1 0 0 0,0 0 0 0 0,-1 0 0 0 0,1 0 0 0 0,-1 0 1 0 0,1-1-1 0 0,-5 3 0 0 0,-7 3 25 0 0,0-1-1 0 0,0 0 1 0 0,-25 6 0 0 0,32-10-29 0 0,-13 2-1 0 0,0 0 0 0 0,0 0 0 0 0,0-2 0 0 0,-28 0 0 0 0,-82-10 0 0 0,122 7-60 0 0,1 0 1 0 0,0 0-1 0 0,-1-1 0 0 0,1 1 1 0 0,0-2-1 0 0,0 1 0 0 0,0-1 0 0 0,0 0 1 0 0,1 0-1 0 0,-1-1 0 0 0,1 0 1 0 0,-10-7-1 0 0,16 10-14 0 0,-1 0 1 0 0,0 0-1 0 0,1 0 0 0 0,-1 0 0 0 0,1 0 0 0 0,0 1 1 0 0,-1-1-1 0 0,1 0 0 0 0,0 0 0 0 0,-1 0 1 0 0,1 0-1 0 0,0 0 0 0 0,0 0 0 0 0,0-1 1 0 0,0 1-1 0 0,0 0 0 0 0,0 0 0 0 0,0 0 1 0 0,0 0-1 0 0,1 0 0 0 0,-1 0 0 0 0,0 0 1 0 0,1 0-1 0 0,-1 1 0 0 0,0-1 0 0 0,1 0 1 0 0,-1 0-1 0 0,1 0 0 0 0,0 0 0 0 0,-1 0 1 0 0,1 0-1 0 0,0 1 0 0 0,-1-1 0 0 0,2 0 1 0 0,3-4-453 0 0,-1 0 0 0 0,1 0 0 0 0,9-5 0 0 0,6-4-1963 0 0,2 2-3573 0 0,3-1-2030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8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98 7831 0 0,'-52'-20'1540'0'0,"28"10"2404"0"0,2 3 837 0 0,17 6-3615 0 0,1 0-1 0 0,0 0 0 0 0,0 0 1 0 0,0-1-1 0 0,-7-4 3711 0 0,20-1-3996 0 0,-2 4-761 0 0,0 0 0 0 0,0 0 0 0 0,0 1 0 0 0,1 0 1 0 0,-1 1-1 0 0,10-1 0 0 0,3-2 3 0 0,33-4-112 0 0,82-3 0 0 0,-119 10-10 0 0,-9 0 0 0 0,0 1 0 0 0,1 0 0 0 0,-1 0 0 0 0,0 1 0 0 0,1 0 0 0 0,-1 0 0 0 0,12 4 0 0 0,-6 1 12 0 0,-5 6 47 0 0,-8-9-41 0 0,1 0-1 0 0,-1-1 1 0 0,0 1 0 0 0,0 0 0 0 0,0 0 0 0 0,0 0-1 0 0,0-1 1 0 0,-1 1 0 0 0,1 0 0 0 0,-1 0 0 0 0,1-1-1 0 0,-1 1 1 0 0,0 0 0 0 0,0-1 0 0 0,-1 1 0 0 0,1-1-1 0 0,0 1 1 0 0,-1-1 0 0 0,0 0 0 0 0,1 0 0 0 0,-1 1-1 0 0,-3 1 1 0 0,-2 3 23 0 0,0 0 0 0 0,0 0 0 0 0,-1-1 0 0 0,0 0 0 0 0,-9 5-1 0 0,-29 11 118 0 0,43-19-134 0 0,-16 6 5 0 0,-4-1-29 0 0,13-4 0 0 0,-1 3 0 0 0,4-1-23 0 0,6-4-98 0 0,14 7-3479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0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 3223 0 0,'-9'-2'20301'0'0,"22"1"-17485"0"0,7 1-2167 0 0,0 1 0 0 0,0 1-1 0 0,22 5 1 0 0,-32-5-578 0 0,0 2 0 0 0,0-1 0 0 0,0 1-1 0 0,-1 1 1 0 0,13 6 0 0 0,-21-10-40 0 0,1 0-11 0 0,0 1 0 0 0,0-1 0 0 0,-1 1 0 0 0,1-1 0 0 0,0 1 0 0 0,-1-1 0 0 0,1 1 0 0 0,-1 0 0 0 0,0 0 0 0 0,0 0 0 0 0,1 0 0 0 0,-1 0 0 0 0,0 0 0 0 0,-1 0 0 0 0,1 0 0 0 0,0 0 0 0 0,0 4 0 0 0,0-1 14 0 0,0 0 0 0 0,-1 0 1 0 0,0-1-1 0 0,0 1 0 0 0,0 0 1 0 0,-1 8-1 0 0,-2-1 83 0 0,-1 1 0 0 0,1-1 0 0 0,-2 0 0 0 0,-8 17 0 0 0,-29 44 440 0 0,26-48-351 0 0,-9 11 77 0 0,20-30-204 0 0,0 0-1 0 0,0 0 1 0 0,0 1 0 0 0,1 0 0 0 0,0 0 0 0 0,1 0-1 0 0,0 0 1 0 0,0 1 0 0 0,-4 14 0 0 0,7-20-73 0 0,0 0 1 0 0,0 0 0 0 0,0 0-1 0 0,0 0 1 0 0,1 0-1 0 0,-1 0 1 0 0,1 0 0 0 0,-1 0-1 0 0,1 0 1 0 0,0 0 0 0 0,-1 0-1 0 0,1 0 1 0 0,0-1-1 0 0,0 1 1 0 0,1 0 0 0 0,-1 0-1 0 0,0-1 1 0 0,1 1-1 0 0,-1-1 1 0 0,0 1 0 0 0,1-1-1 0 0,0 0 1 0 0,-1 0 0 0 0,1 1-1 0 0,0-1 1 0 0,0 0-1 0 0,-1 0 1 0 0,1-1 0 0 0,4 2-1 0 0,4 2 26 0 0,1-1 0 0 0,-1 0 0 0 0,1-1-1 0 0,14 1 1 0 0,7 0-48 0 0,0-2-1 0 0,49-4 1 0 0,65-16-139 0 0,-86 10 58 0 0,-10 5-1145 0 0,-17 5-6976 0 0,-7 4-1677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2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483 102 7831 0 0,'3'-6'118'0'0,"0"1"0"0"0,0-1-1 0 0,0 1 1 0 0,7-9 0 0 0,-9 13-101 0 0,1-1 0 0 0,0 0 1 0 0,0 0-1 0 0,0 1 0 0 0,0-1 1 0 0,0 1-1 0 0,1 0 0 0 0,-1 0 1 0 0,0 0-1 0 0,0 0 0 0 0,1 0 0 0 0,-1 0 1 0 0,1 0-1 0 0,3 0 0 0 0,53-4 674 0 0,32 5 5367 0 0,-46 0-3404 0 0,114 2 1568 0 0,92-1-4311 0 0,404-8 324 0 0,-482 4-68 0 0,300-9 222 0 0,408-8 27 0 0,-747 18-399 0 0,507 2 114 0 0,-3 31-107 0 0,-442-7 29 0 0,-183-20-54 0 0,-13-4 1 0 0,0 0 0 0 0,0 0 0 0 0,0 0 0 0 0,0 0 0 0 0,0 0 0 0 0,0 0 0 0 0,0 0 0 0 0,0 0 0 0 0,0 0 0 0 0,0 0 0 0 0,-1 0 0 0 0,1 0 0 0 0,0 0 0 0 0,0 0 0 0 0,0 0-1 0 0,0 0 1 0 0,0 0 0 0 0,0 0 0 0 0,0 0 0 0 0,0 0 0 0 0,0 1 0 0 0,0-1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0 0 0 0,0 0 0 0 0,0 0 0 0 0,0 0-1 0 0,1 1 1 0 0,-1-1 0 0 0,0 0 0 0 0,-10 1 14 0 0,-120 2 63 0 0,61-4 24 0 0,-897 3 214 0 0,73-1-91 0 0,435-2-224 0 0,121-1 0 0 0,-533-9 116 0 0,349 3-33 0 0,-124-4 302 0 0,630 11-414 0 0,-18 1 395 0 0,31 1-118 0 0,18 1-48 0 0,378 15 652 0 0,-326-16-780 0 0,692 17 83 0 0,164 16-155 0 0,-519-16 0 0 0,426 22 0 0 0,-295-6 0 0 0,10 27 0 0 0,-534-59-35 0 0,-12-2-46 0 0,-14-2-4 0 0,-70-7 13 0 0,-116-10-63 0 0,-161-3 112 0 0,-173-9-18 0 0,245 17 69 0 0,-766-27 257 0 0,33 32 114 0 0,747 19-427 0 0,30 0-36 0 0,245-10 61 0 0,-14 1-50 0 0,0-1 0 0 0,-25 5 0 0 0,35-4-142 0 0,0 0-1 0 0,1 0 1 0 0,-1 0-1 0 0,1 1 1 0 0,-1-1-1 0 0,1 1 1 0 0,0 0 0 0 0,-1 0-1 0 0,1 0 1 0 0,0 0-1 0 0,0 0 1 0 0,0 1 0 0 0,1 0-1 0 0,-6 5 1 0 0,1 6-1452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2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2772 544 9671 0 0,'44'-21'344'0'0,"2"2"0"0"0,69-19 0 0 0,-17 15 1164 0 0,0 5-1 0 0,136-7 1 0 0,204 13 3365 0 0,-422 12-4855 0 0,792 18 460 0 0,-468-7-378 0 0,-160-6-63 0 0,486 10 326 0 0,-492-13-241 0 0,179-1 337 0 0,-2-18 71 0 0,-338 16-503 0 0,65-8 109 0 0,-70 7-87 0 0,1 0 0 0 0,0 0-1 0 0,-1-1 1 0 0,1 0 0 0 0,-1 0 0 0 0,9-5 0 0 0,-17 8-46 0 0,0 0-1 0 0,0 0 0 0 0,0 0 1 0 0,0 0-1 0 0,1-1 0 0 0,-1 1 1 0 0,0 0-1 0 0,0 0 0 0 0,0 0 1 0 0,0 0-1 0 0,0 0 0 0 0,0 0 1 0 0,0 0-1 0 0,0 0 1 0 0,0 0-1 0 0,0 0 0 0 0,1 0 1 0 0,-1 0-1 0 0,0 0 0 0 0,0 0 1 0 0,0-1-1 0 0,0 1 0 0 0,0 0 1 0 0,0 0-1 0 0,0 0 1 0 0,0 0-1 0 0,0 0 0 0 0,0 0 1 0 0,0 0-1 0 0,0 0 0 0 0,0-1 1 0 0,0 1-1 0 0,0 0 0 0 0,0 0 1 0 0,0 0-1 0 0,0 0 1 0 0,0 0-1 0 0,0 0 0 0 0,0 0 1 0 0,0 0-1 0 0,0-1 0 0 0,0 1 1 0 0,0 0-1 0 0,0 0 0 0 0,0 0 1 0 0,0 0-1 0 0,0 0 0 0 0,0 0 1 0 0,0 0-1 0 0,-1 0 1 0 0,1 0-1 0 0,0 0 0 0 0,0-1 1 0 0,0 1-1 0 0,0 0 0 0 0,0 0 1 0 0,0 0-1 0 0,0 0 0 0 0,0 0 1 0 0,-1 0-1 0 0,-4-6 110 0 0,0 0-1 0 0,-1 0 0 0 0,0 1 1 0 0,-1 0-1 0 0,1 0 1 0 0,-1 0-1 0 0,0 1 1 0 0,-13-7-1 0 0,-7-1 304 0 0,-35-11-1 0 0,-23 0 120 0 0,-156-24 0 0 0,211 42-483 0 0,-580-63 206 0 0,-7 35-77 0 0,520 29-176 0 0,-1653-38-4 0 0,586 69 32 0 0,4 43 0 0 0,933-49-32 0 0,159-11 0 0 0,-86 23 0 0 0,150-32 1 0 0,0 0 0 0 0,0 1 0 0 0,-1-1 1 0 0,1 1-1 0 0,-6 4 0 0 0,9-6-2 0 0,1 1 0 0 0,-1-1 1 0 0,1 0-1 0 0,-1 1 0 0 0,1-1 1 0 0,0 1-1 0 0,-1-1 1 0 0,1 0-1 0 0,-1 1 0 0 0,1-1 1 0 0,0 1-1 0 0,0-1 0 0 0,-1 1 1 0 0,1-1-1 0 0,0 1 0 0 0,0-1 1 0 0,-1 1-1 0 0,1 0 0 0 0,0-1 1 0 0,0 1-1 0 0,0-1 0 0 0,0 1 1 0 0,0-1-1 0 0,0 1 0 0 0,0-1 1 0 0,0 1-1 0 0,0 0 0 0 0,0-1 1 0 0,0 1-1 0 0,0-1 0 0 0,1 1 1 0 0,-1-1-1 0 0,0 1 1 0 0,0-1-1 0 0,1 1 0 0 0,-1-1 1 0 0,0 1-1 0 0,0-1 0 0 0,1 1 1 0 0,-1-1-1 0 0,1 1 0 0 0,-1-1 1 0 0,0 0-1 0 0,1 1 0 0 0,-1-1 1 0 0,1 0-1 0 0,-1 1 0 0 0,1-1 1 0 0,-1 0-1 0 0,2 1 0 0 0,4 3-37 0 0,1 0-1 0 0,1 0 0 0 0,-1-1 0 0 0,0 0 0 0 0,1 0 0 0 0,-1-1 1 0 0,16 3-1 0 0,-10-2-1 0 0,66 14-201 0 0,89 6 0 0 0,88-5 69 0 0,765-7 42 0 0,2-45 315 0 0,2285-77 799 0 0,-2935 99-803 0 0,-359 12-95 0 0,24-4 0 0 0,-37 3-31 0 0,-5-1 1 0 0,-15-5 20 0 0,0 0 0 0 0,0 1 0 0 0,-35-5 0 0 0,-70-4 151 0 0,82 11-157 0 0,-400-25 383 0 0,-7 18-351 0 0,344 9-90 0 0,-1339-4 207 0 0,-634 103 290 0 0,1461-37-423 0 0,9 31-36 0 0,568-84-50 0 0,-68 13 0 0 0,-129 40 0 0 0,198-44 0 0 0,38-16 0 0 0,1 1-1 0 0,-1-1 0 0 0,0 0 1 0 0,0 1-1 0 0,1-1 1 0 0,-1 0-1 0 0,0 1 1 0 0,1-1-1 0 0,-1 0 1 0 0,1 1-1 0 0,-1-1 1 0 0,0 1-1 0 0,1 0 0 0 0,-1-1 1 0 0,1 1-1 0 0,-1-1 1 0 0,1 1-1 0 0,0 0 1 0 0,-1-1-1 0 0,1 1 1 0 0,0 0-1 0 0,-1-1 1 0 0,1 1-1 0 0,0 0 0 0 0,0 0 1 0 0,-1 0-1 0 0,2 1-3 0 0,0-1-1 0 0,1 0 0 0 0,-1 1 0 0 0,0-1 0 0 0,0 0 0 0 0,1 0 1 0 0,-1 0-1 0 0,1 0 0 0 0,-1 0 0 0 0,1-1 0 0 0,-1 1 0 0 0,1 0 1 0 0,0-1-1 0 0,-1 1 0 0 0,3 0 0 0 0,18 4-41 0 0,1-1 1 0 0,-1 0-1 0 0,1-2 1 0 0,29 0-1 0 0,331-12-124 0 0,5-24 116 0 0,-303 25 33 0 0,1286-134 206 0 0,844-34 471 0 0,-997 118-370 0 0,-1103 54-280 0 0,261-3-6 0 0,-50 2 0 0 0,-3 2 0 0 0,-303 4 0 0 0,-20 0 0 0 0,0 0 0 0 0,0 0 0 0 0,0 0 0 0 0,0 0 0 0 0,0 0 0 0 0,0 0 0 0 0,0 0 0 0 0,0 0 0 0 0,0-1 1 0 0,0 1-1 0 0,-1 0 0 0 0,1 0 0 0 0,0 0 0 0 0,0 0 0 0 0,0 0 0 0 0,0 0 0 0 0,0 0 0 0 0,0 0 0 0 0,0 0 0 0 0,0 0 0 0 0,0 0 0 0 0,0 0 0 0 0,0 0 0 0 0,0 0 0 0 0,1 0 0 0 0,-1 0 0 0 0,0 0 0 0 0,0-1 0 0 0,0 1 0 0 0,0 0 0 0 0,0 0 0 0 0,0 0 0 0 0,0 0 0 0 0,0 0 0 0 0,0 0 0 0 0,0 0 0 0 0,0 0 0 0 0,0 0 0 0 0,0 0 0 0 0,0 0 0 0 0,0 0 0 0 0,0 0 0 0 0,0 0 0 0 0,0 0 0 0 0,0 0 0 0 0,0 0 0 0 0,0 0 0 0 0,0 0 1 0 0,0 0-1 0 0,-12-4 10 0 0,12 4-10 0 0,-45-6 47 0 0,-71-3 1 0 0,58 6-16 0 0,-693-24 241 0 0,-6 24-205 0 0,-2115 87 156 0 0,2681-72-216 0 0,-681 46 4 0 0,6 21-16 0 0,424-24 4 0 0,368-38-15 0 0,71-16-16 0 0,8 1-10 0 0,23 4-18 0 0,0-2-1 0 0,0 0 0 0 0,1-2 1 0 0,29-1-1 0 0,-25-1 20 0 0,468-28-261 0 0,-332 13 251 0 0,3012-186-35 0 0,-1164 136 202 0 0,-1368 82-102 0 0,-663-13 122 0 0,-29-2-84 0 0,-50-3-1 0 0,24-1-29 0 0,-335 9-26 0 0,103 0 19 0 0,-3801 109 462 0 0,3457-93-421 0 0,-65 3 3 0 0,86-16-60 0 0,610-11-8 0 0,-24-2 0 0 0,35 2-69 0 0,8 1-5 0 0,610-45-3647 0 0,178-7 56 0 0,-275 39 745 0 0,-246 3 1441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327 146 14279 0 0,'-3'-6'627'0'0,"0"0"0"0"0,-1 1 0 0 0,0-1-1 0 0,0 1 1 0 0,0 0 0 0 0,-1 0 0 0 0,0 0 0 0 0,0 1-1 0 0,-10-7 1 0 0,13 9-387 0 0,0 0-1 0 0,-1 1 1 0 0,1 0-1 0 0,-1-1 0 0 0,0 1 1 0 0,1 0-1 0 0,-1 0 1 0 0,0 0-1 0 0,0 1 1 0 0,1-1-1 0 0,-1 1 1 0 0,0 0-1 0 0,0-1 1 0 0,0 1-1 0 0,0 0 1 0 0,0 1-1 0 0,1-1 1 0 0,-1 0-1 0 0,0 1 0 0 0,0 0 1 0 0,0-1-1 0 0,1 1 1 0 0,-1 0-1 0 0,-4 3 1 0 0,-3 3 34 0 0,0 0 0 0 0,1 1 0 0 0,0 0 0 0 0,1 1-1 0 0,0-1 1 0 0,0 2 0 0 0,1-1 0 0 0,-11 19 0 0 0,0 4 41 0 0,-20 53 1 0 0,24-49-124 0 0,2 1 1 0 0,-11 47-1 0 0,19-64-95 0 0,1 2-1 0 0,1-1 1 0 0,1 0 0 0 0,0 1-1 0 0,5 35 1 0 0,-3-50-86 0 0,0 1 0 0 0,1-1-1 0 0,0 0 1 0 0,0 0 0 0 0,1 0 0 0 0,0 0 0 0 0,0 0-1 0 0,0-1 1 0 0,1 1 0 0 0,0-1 0 0 0,0 0 0 0 0,1 0-1 0 0,0-1 1 0 0,0 1 0 0 0,0-1 0 0 0,11 8 0 0 0,-8-8-22 0 0,0 0 0 0 0,0 0 0 0 0,1-1 0 0 0,-1 0 0 0 0,1 0 0 0 0,0-1 0 0 0,1-1 0 0 0,-1 1 0 0 0,0-1 0 0 0,1-1 0 0 0,-1 0 0 0 0,16 0 0 0 0,-5-2-11 0 0,1 0 0 0 0,0-2 0 0 0,-1 0-1 0 0,0-2 1 0 0,1 0 0 0 0,21-9-1 0 0,-4-2-36 0 0,0-1 0 0 0,37-25 0 0 0,-61 34 52 0 0,-2-1 0 0 0,0 0 1 0 0,0-1-1 0 0,0 0 0 0 0,-1-1 0 0 0,-1 0 1 0 0,0-1-1 0 0,0 0 0 0 0,-1-1 0 0 0,-1 0 1 0 0,0 0-1 0 0,9-22 0 0 0,-11 18 1 0 0,0 1 0 0 0,-1-1 1 0 0,0 0-1 0 0,-2 0 0 0 0,0 0 0 0 0,-1-1 0 0 0,-1 1 0 0 0,0-1 1 0 0,-1 1-1 0 0,-5-31 0 0 0,2 30-15 0 0,0 1 1 0 0,-2 0-1 0 0,0 0 1 0 0,-1 1-1 0 0,-1 0 1 0 0,0 0-1 0 0,-1 0 1 0 0,-1 1-1 0 0,-20-27 0 0 0,23 35-5 0 0,-1-1-1 0 0,0 1 1 0 0,1 0-1 0 0,-2 1 0 0 0,1 0 1 0 0,-1 0-1 0 0,0 0 1 0 0,-1 1-1 0 0,1 1 1 0 0,-1-1-1 0 0,0 1 0 0 0,0 1 1 0 0,0 0-1 0 0,0 0 1 0 0,-1 0-1 0 0,1 1 0 0 0,-1 1 1 0 0,1 0-1 0 0,-15 0 1 0 0,10 2-554 0 0,0 2 0 0 0,1 0 0 0 0,0 0 0 0 0,0 1 0 0 0,0 1 0 0 0,-17 8 0 0 0,-1 3-1495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1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10135 0 0,'0'1'7931'0'0,"12"58"87"0"0,2 0-3850 0 0,-2-16-3971 0 0,2-2 1 0 0,2 0-1 0 0,1-1 1 0 0,37 61-1 0 0,-50-94-509 0 0,0-1 0 0 0,1-1 0 0 0,-1 1 0 0 0,1-1 0 0 0,0 0 0 0 0,1 0 0 0 0,7 6 0 0 0,-11-10-609 0 0,10-5-1835 0 0,1-1 348 0 0,-1-3-3337 0 0,-2-1-1577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2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47 8287 0 0,'-21'-10'-517'0'0,"-23"-7"8126"0"0,40 15-6629 0 0,0 1-1 0 0,0 1 0 0 0,0-1 1 0 0,0 1-1 0 0,-1-1 1 0 0,1 1-1 0 0,0 0 1 0 0,0 1-1 0 0,-5 0 1 0 0,6 0-760 0 0,1 0 1 0 0,-1 0-1 0 0,1 0 1 0 0,-1 1-1 0 0,1-1 0 0 0,0 0 1 0 0,0 1-1 0 0,0 0 1 0 0,0 0-1 0 0,0-1 1 0 0,0 1-1 0 0,0 0 1 0 0,0 1-1 0 0,1-1 0 0 0,-1 0 1 0 0,1 0-1 0 0,0 1 1 0 0,0-1-1 0 0,-2 4 1 0 0,1-2-151 0 0,1 0 0 0 0,0 0 0 0 0,-1 0 0 0 0,1 0 0 0 0,1 0 0 0 0,-1 0 0 0 0,1 0 0 0 0,-1 0 0 0 0,1 1 0 0 0,0-1 0 0 0,1 7 0 0 0,0-9-64 0 0,-1-1-1 0 0,0 1 1 0 0,0-1-1 0 0,1 1 1 0 0,-1-1-1 0 0,1 1 1 0 0,0-1-1 0 0,-1 1 1 0 0,1-1-1 0 0,0 0 1 0 0,0 1-1 0 0,0-1 1 0 0,-1 0-1 0 0,2 0 1 0 0,-1 1-1 0 0,0-1 1 0 0,1 1-1 0 0,2 1 0 0 0,8 6-2 0 0,-7-8-7 0 0,-3-1-8 0 0,4 0-14 0 0,0 1 0 0 0,0-1 1 0 0,0 0-1 0 0,0 0 0 0 0,0-1 1 0 0,0 0-1 0 0,-1 0 0 0 0,1 0 0 0 0,0-1 1 0 0,-1 0-1 0 0,1 0 0 0 0,-1 0 1 0 0,1-1-1 0 0,-1 1 0 0 0,0-1 1 0 0,0-1-1 0 0,0 1 0 0 0,-1-1 1 0 0,1 1-1 0 0,-1-2 0 0 0,0 1 1 0 0,0 0-1 0 0,0-1 0 0 0,0 1 0 0 0,-1-1 1 0 0,0 0-1 0 0,0 0 0 0 0,0-1 1 0 0,3-8-1 0 0,-6 11 26 0 0,0 0 0 0 0,0 0 0 0 0,0 0 0 0 0,-1 0 0 0 0,1 1 0 0 0,-1-1 0 0 0,1 0 0 0 0,-1 0 0 0 0,-1-3 0 0 0,0 3-105 0 0,0 0 1 0 0,0 0-1 0 0,0 1 1 0 0,-1-1-1 0 0,1 0 1 0 0,-1 1-1 0 0,1-1 0 0 0,-6-3 1 0 0,7 5-735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12 178 9215 0 0,'-2'-3'1306'0'0,"-7"-14"11149"0"0,10 33-8975 0 0,-1-7-2641 0 0,2 80 2052 0 0,-1-5-2266 0 0,0-82-631 0 0,0 12-267 0 0,0-1 1 0 0,7 26-1 0 0,-7-37-252 0 0,0-1 86 0 0,1 0 0 0 0,-1-1 0 0 0,1 1 0 0 0,-1 0 0 0 0,1 0 0 0 0,-1-1 0 0 0,1 1 0 0 0,2 0 0 0 0,4 0-1409 0 0</inkml:trace>
  <inkml:trace contextRef="#ctx0" brushRef="#br0" timeOffset="1">41 1 12439 0 0,'-6'5'1104'0'0,"-1"1"-880"0"0,1-1 1568 0 0,-1 2 312 0 0,1-3 64 0 0,2 3 368 0 0,6 3-2536 0 0,5-1-176 0 0,2-2-1096 0 0,3-1-232 0 0,-1 1-56 0 0,5-1-5736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4143 0 0,'0'0'191'0'0,"0"2"-11"0"0,1 51 8141 0 0,-1 26 4649 0 0,-3-27-11700 0 0,2-43-901 0 0,1-1-1 0 0,-1 1 1 0 0,1 0 0 0 0,1-1-1 0 0,1 14 1 0 0,-1-20 462 0 0,12-14-766 0 0,-6 3-102 0 0,-1-1-1 0 0,0 0 1 0 0,5-14-1 0 0,13-20-92 0 0,-6 13 78 0 0,-12 19 2 0 0,1 0 0 0 0,14-18 0 0 0,-19 28 45 0 0,1-1 0 0 0,-1 1-1 0 0,1-1 1 0 0,0 1-1 0 0,-1 0 1 0 0,1 0 0 0 0,0 0-1 0 0,0 0 1 0 0,0 0-1 0 0,1 1 1 0 0,-1-1 0 0 0,0 1-1 0 0,0 0 1 0 0,1 0-1 0 0,3 0 1 0 0,-6 0 9 0 0,1 1 1 0 0,-1 0-1 0 0,1 0 0 0 0,-1 0 1 0 0,0 0-1 0 0,1 0 0 0 0,-1 1 1 0 0,1-1-1 0 0,-1 0 0 0 0,0 1 0 0 0,1-1 1 0 0,-1 1-1 0 0,0-1 0 0 0,1 1 1 0 0,-1-1-1 0 0,0 1 0 0 0,0 0 1 0 0,0 0-1 0 0,2 1 0 0 0,-1 0 16 0 0,0 1 0 0 0,0-1 0 0 0,-1 0 0 0 0,1 1 1 0 0,-1-1-1 0 0,0 0 0 0 0,0 1 0 0 0,0 0 0 0 0,2 3 0 0 0,-1 6 79 0 0,0 0-1 0 0,0 0 1 0 0,0 20 0 0 0,-2-27-80 0 0,0 68 454 0 0,0 21-446 0 0,1-86-70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3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87 6447 0 0,'-9'-1'20679'0'0,"11"-7"-18266"0"0,1 4-2307 0 0,0 1 0 0 0,1 0 0 0 0,0 0 1 0 0,0 0-1 0 0,0 0 0 0 0,0 1 0 0 0,0 0 0 0 0,0 0 0 0 0,1 0 0 0 0,5-2 0 0 0,52-13 55 0 0,-41 13-109 0 0,18-5-212 0 0,43-4 0 0 0,-62 11-1104 0 0,-1 1 0 0 0,1 1 0 0 0,-1 1 0 0 0,25 3 0 0 0,-27 0-1144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15 6911 0 0,'-18'17'17140'0'0,"46"-10"-14380"0"0,-7-4-2499 0 0,-1-2-1 0 0,0 0 1 0 0,38-5-1 0 0,60-15-743 0 0,-27 4-3203 0 0,-56 10-4959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4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 18223 0 0,'0'0'836'0'0,"-8"-8"3961"0"0,7 19-2854 0 0,1 1-1374 0 0,1 0 0 0 0,0 0 0 0 0,0 0 0 0 0,5 14 0 0 0,2 20 58 0 0,12 125 770 0 0,-14-143-1325 0 0,-6-28-72 0 0,0 0 0 0 0,0 1 0 0 0,0-1 0 0 0,0 0 0 0 0,0 0 0 0 0,0 0 0 0 0,0 0 0 0 0,0 1 1 0 0,0-1-1 0 0,0 0 0 0 0,0 0 0 0 0,0 0 0 0 0,0 0 0 0 0,1 1 0 0 0,-1-1 0 0 0,0 0 0 0 0,0 0 0 0 0,0 0 0 0 0,0 0 0 0 0,0 0 0 0 0,0 1 0 0 0,0-1 0 0 0,1 0 0 0 0,-1 0 0 0 0,0 0 0 0 0,0 0 0 0 0,0 0 0 0 0,0 0 0 0 0,1 0 0 0 0,-1 0 0 0 0,0 1 0 0 0,0-1 0 0 0,0 0 0 0 0,0 0 0 0 0,1 0 0 0 0,-1 0 0 0 0,0 0 0 0 0,0 0 0 0 0,0 0 0 0 0,0 0 0 0 0,1 0 0 0 0,-1 0 0 0 0,0 0 0 0 0,0 0 0 0 0,0 0 0 0 0,0 0 0 0 0,1-1 0 0 0,-1 1 0 0 0,0 0 0 0 0,0 0 0 0 0,0 0 0 0 0,0 0 0 0 0,1 0 0 0 0,-1 0 0 0 0,0 0 0 0 0,0 0 0 0 0,0-1 0 0 0,12-13-18 0 0,10-23-18 0 0,-22 37 36 0 0,10-22-65 0 0,14-43 1 0 0,1-6-110 0 0,-21 62 159 0 0,1 1 0 0 0,-1-1 0 0 0,2 1 1 0 0,-1 0-1 0 0,11-12 0 0 0,-12 16-1 0 0,0 1-1 0 0,0-1 0 0 0,1 1 1 0 0,6-4-1 0 0,-11 7 14 0 0,1 0 0 0 0,-1 0 0 0 0,1-1 0 0 0,-1 1-1 0 0,1 0 1 0 0,-1 0 0 0 0,1 0 0 0 0,0 0 0 0 0,-1 0-1 0 0,1 0 1 0 0,-1 0 0 0 0,1 0 0 0 0,-1 0 0 0 0,1 0-1 0 0,-1 1 1 0 0,1-1 0 0 0,-1 0 0 0 0,1 0 0 0 0,0 0-1 0 0,-1 1 1 0 0,1-1 0 0 0,-1 0 0 0 0,0 1 0 0 0,1-1-1 0 0,-1 0 1 0 0,1 1 0 0 0,-1-1 0 0 0,1 1 0 0 0,10 13-22 0 0,-4 1 84 0 0,0 0 1 0 0,-1 0-1 0 0,7 25 0 0 0,10 25 125 0 0,-16-49-137 0 0,-3-6-29 0 0,0-1 1 0 0,1 0-1 0 0,-1 0 1 0 0,2-1-1 0 0,8 12 1 0 0,-7-14 23 0 0,0-3-31 0 0,-5-2-11 0 0,-1-1 0 0 0,1 1 0 0 0,-1-1 0 0 0,1 0 0 0 0,-1 1 0 0 0,1-1 0 0 0,-1 0 0 0 0,0 0 0 0 0,1 0 0 0 0,-1 0 0 0 0,1-1 0 0 0,-1 1 0 0 0,1 0 0 0 0,-1-1 0 0 0,1 1 0 0 0,-1-1 0 0 0,0 1 0 0 0,1-1 0 0 0,-1 1 0 0 0,0-1 0 0 0,1 0 0 0 0,1-2 0 0 0,0 1 0 0 0,-1-1 0 0 0,0 0 0 0 0,0 0 0 0 0,0 1 0 0 0,0-2 0 0 0,2-4 0 0 0,0 1 0 0 0,12-18-28 0 0,-11 18 13 0 0,0-1 1 0 0,6-11-1 0 0,62-139-129 0 0,-71 154 139 0 0,0 0-1 0 0,1-1 1 0 0,-1 1 0 0 0,1 0-1 0 0,0 1 1 0 0,0-1 0 0 0,0 0-1 0 0,1 1 1 0 0,-1 0 0 0 0,1 0-1 0 0,4-3 1 0 0,2 3 5 0 0,-9 3 1 0 0,0 0-1 0 0,0 1 1 0 0,1-1 0 0 0,-1 1 0 0 0,0 0-1 0 0,0-1 1 0 0,0 1 0 0 0,0 0-1 0 0,0-1 1 0 0,-1 1 0 0 0,1 0 0 0 0,0 0-1 0 0,0 0 1 0 0,0 0 0 0 0,-1 0-1 0 0,1 0 1 0 0,0 0 0 0 0,-1 0-1 0 0,1 0 1 0 0,0 2 0 0 0,9 25 46 0 0,-10-27-44 0 0,13 54-212 0 0,-3 0-1 0 0,6 82 0 0 0,-16-129 36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10 19951 0 0,'-3'-2'344'0'0,"-1"1"-1"0"0,0 0 0 0 0,1-1 1 0 0,-1 1-1 0 0,0 0 0 0 0,0 1 1 0 0,0-1-1 0 0,0 1 1 0 0,0 0-1 0 0,0 0 0 0 0,0 0 1 0 0,0 0-1 0 0,0 1 1 0 0,0-1-1 0 0,0 1 0 0 0,0 0 1 0 0,1 1-1 0 0,-1-1 0 0 0,0 0 1 0 0,0 1-1 0 0,1 0 1 0 0,-1 0-1 0 0,1 0 0 0 0,0 0 1 0 0,-5 5-1 0 0,1 0 87 0 0,4-5-372 0 0,1 0-1 0 0,-1 1 0 0 0,1-1 0 0 0,0 1 0 0 0,0 0 0 0 0,0-1 0 0 0,0 1 0 0 0,0 0 0 0 0,0 0 0 0 0,1 0 0 0 0,0 1 0 0 0,-1-1 0 0 0,1 0 0 0 0,1 0 0 0 0,-1 1 1 0 0,0-1-1 0 0,1 1 0 0 0,-1 5 0 0 0,2 1-44 0 0,3-2-13 0 0,-1-6-29 0 0,0 1-1 0 0,-1-1 1 0 0,1 0-1 0 0,0 0 1 0 0,0-1-1 0 0,0 1 1 0 0,0-1-1 0 0,0 1 1 0 0,0-1-1 0 0,1 0 1 0 0,-1 0-1 0 0,0 0 1 0 0,1-1-1 0 0,-1 1 1 0 0,1-1-1 0 0,-1 0 1 0 0,1 1-1 0 0,-1-2 1 0 0,0 1-1 0 0,7-1 1 0 0,-5 0-17 0 0,0 0 0 0 0,0 0 1 0 0,0-1-1 0 0,0 0 0 0 0,0 0 1 0 0,0 0-1 0 0,-1 0 0 0 0,1 0 1 0 0,-1-1-1 0 0,1 0 0 0 0,-1 0 1 0 0,0 0-1 0 0,4-5 0 0 0,-7 7 42 0 0,-1 0-3 0 0,1 1-1 0 0,0-1 1 0 0,-1 0-1 0 0,1 1 1 0 0,0-1 0 0 0,-1 0-1 0 0,1 0 1 0 0,-1 0-1 0 0,0 1 1 0 0,1-1-1 0 0,-1 0 1 0 0,0 0-1 0 0,1 0 1 0 0,-1 0 0 0 0,0 0-1 0 0,0-1 1 0 0,0-1-3 0 0,-1 1 1 0 0,0-1 0 0 0,0 1-1 0 0,0-1 1 0 0,0 1 0 0 0,0 0-1 0 0,0 0 1 0 0,-1 0 0 0 0,1-1-1 0 0,-1 1 1 0 0,0 0 0 0 0,1 1-1 0 0,-1-1 1 0 0,0 0 0 0 0,-4-2-1 0 0,4 2-8 0 0,-10-6-585 0 0,0 1-4454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5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82 5063 0 0,'-1'-1'390'0'0,"-20"-26"2987"0"0,17 20-810 0 0,-1 1 0 0 0,0-1-1 0 0,0 1 1 0 0,-1 0-1 0 0,-7-6 1 0 0,11 11-2085 0 0,1 0-1 0 0,-1 0 0 0 0,0 0 1 0 0,0 0-1 0 0,0 0 1 0 0,0 0-1 0 0,0 1 1 0 0,0-1-1 0 0,0 1 1 0 0,-3-1-1 0 0,3 1-533 0 0,0 0-1 0 0,0 0 1 0 0,0 0 0 0 0,0 0-1 0 0,0 1 1 0 0,0-1 0 0 0,0 1-1 0 0,0-1 1 0 0,0 1 0 0 0,0 0-1 0 0,0 0 1 0 0,-2 1 0 0 0,-2 2 233 0 0,0 1 0 0 0,0 0 0 0 0,0 0 0 0 0,0 0 0 0 0,1 1 0 0 0,0 0 0 0 0,-6 8 0 0 0,-27 49 335 0 0,26-41-372 0 0,-16 28 41 0 0,2 1 1 0 0,2 2 0 0 0,2 0 0 0 0,3 1 0 0 0,-15 70-1 0 0,26-81-117 0 0,1-1-1 0 0,3 1 0 0 0,1 1 1 0 0,6 78-1 0 0,0-92-65 0 0,1 0 1 0 0,2 0-1 0 0,0-1 0 0 0,3 0 0 0 0,0 0 1 0 0,2-1-1 0 0,25 48 0 0 0,-27-60 2 0 0,1-1 0 0 0,1 0-1 0 0,0-1 1 0 0,1 0 0 0 0,0 0 0 0 0,20 15 0 0 0,-25-23-135 0 0,0-1 1 0 0,0 0-1 0 0,0 0 1 0 0,0-1-1 0 0,1 0 1 0 0,0 0-1 0 0,0-1 1 0 0,0 0-1 0 0,0 0 1 0 0,0-1-1 0 0,1 0 1 0 0,-1 0-1 0 0,1-1 1 0 0,-1 0-1 0 0,16-1 1 0 0,-18-1-365 0 0,0 0 0 0 0,0 0 1 0 0,0-1-1 0 0,0 0 0 0 0,0 0 1 0 0,10-5-1 0 0,0-3-1517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18975 0 0,'0'-9'1720'0'0,"2"-5"3995"0"0,-2 14-5628 0 0,3 11 3699 0 0,0 2-4951 0 0,17 182 2715 0 0,-8-56-1115 0 0,-9-113-396 0 0,22 128 250 0 0,-17-121-206 0 0,5-45-30 0 0,-9 5-62 0 0,0 0 1 0 0,0 0-1 0 0,-1 0 0 0 0,0-1 0 0 0,3-8 1 0 0,1-3-4 0 0,19-53 14 0 0,-12 33-8 0 0,27-55-1 0 0,-38 88-8 0 0,20-33-23 0 0,-21 36 38 0 0,0 0 0 0 0,1 0 0 0 0,-1 0 0 0 0,1 0 0 0 0,0 0 0 0 0,0 0 0 0 0,0 1 0 0 0,0 0 0 0 0,4-3 0 0 0,2 3 0 0 0,-8 3 0 0 0,1 0 0 0 0,-1 0 0 0 0,1 0 0 0 0,-1 0 0 0 0,0 0-1 0 0,1 0 1 0 0,-1 1 0 0 0,0-1 0 0 0,0 0 0 0 0,0 1 0 0 0,0-1 0 0 0,0 1 0 0 0,1 2 0 0 0,9 21 16 0 0,-6-8 26 0 0,-1-1 0 0 0,-1 1 0 0 0,2 31 0 0 0,1 10 23 0 0,12 35-1565 0 0,-18-92 768 0 0,2 0 81 0 0,1 0-1 0 0,-1-1 1 0 0,0 1-1 0 0,1-1 1 0 0,-1 1 0 0 0,5-1-1 0 0,4-1-1404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7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21767 0 0,'-5'12'494'0'0,"1"-1"-1"0"0,0 0 1 0 0,1 1 0 0 0,-4 22-1 0 0,2 0 540 0 0,-1 6 577 0 0,1 0-1 0 0,2 63 0 0 0,3-97-1884 0 0,1 1 0 0 0,0-1 0 0 0,0 1 0 0 0,3 8-1 0 0,-4-15 138 0 0,1 1-1 0 0,-1-1 0 0 0,0 1 0 0 0,0-1 0 0 0,1 1 1 0 0,-1-1-1 0 0,0 0 0 0 0,1 1 0 0 0,-1-1 1 0 0,1 0-1 0 0,-1 1 0 0 0,0-1 0 0 0,1 0 0 0 0,-1 1 1 0 0,1-1-1 0 0,-1 0 0 0 0,1 1 0 0 0,1 0-372 0 0,9 5-1241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7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16127 0 0,'0'0'11155'0'0,"1"1"-9954"0"0,4 0-1099 0 0,-1 1 0 0 0,0-1 0 0 0,1 0 0 0 0,-1 0 0 0 0,1 0-1 0 0,-1 0 1 0 0,1-1 0 0 0,-1 0 0 0 0,1 0 0 0 0,-1 0 0 0 0,7-1 0 0 0,8-3 491 0 0,27-7 0 0 0,-26 5-478 0 0,57-15-1927 0 0,-47 16 816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8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83 16927 0 0,'-1'-5'349'0'0,"-1"0"0"0"0,1 0-1 0 0,0 0 1 0 0,1 0 0 0 0,-1-1-1 0 0,1 1 1 0 0,0 0 0 0 0,0 0-1 0 0,1-1 1 0 0,-1 1 0 0 0,1 0-1 0 0,0 0 1 0 0,4-11 5881 0 0,6 24-5178 0 0,-6-5-940 0 0,-2 1 1 0 0,1 1 0 0 0,0-1 0 0 0,-1 0-1 0 0,0 1 1 0 0,0 0 0 0 0,0-1 0 0 0,-1 1-1 0 0,1 0 1 0 0,-1 0 0 0 0,2 9 0 0 0,2 9 106 0 0,4 33 1 0 0,-6-33-108 0 0,3 20 47 0 0,9 44 96 0 0,8 169 0 0 0,-21-219-183 0 0,7-67-12 0 0,1-4-69 0 0,1 0 1 0 0,2 2-1 0 0,1-1 1 0 0,1 2-1 0 0,2 0 1 0 0,30-39-1 0 0,-47 69 8 0 0,8-10-3 0 0,-1 0 0 0 0,14-12 0 0 0,-20 21 4 0 0,0 1 0 0 0,0-1 0 0 0,0 0 0 0 0,0 0 0 0 0,0 1 0 0 0,1-1 0 0 0,-1 1 0 0 0,0 0 0 0 0,1 0 1 0 0,-1 0-1 0 0,1 0 0 0 0,0 0 0 0 0,-1 0 0 0 0,1 1 0 0 0,0-1 0 0 0,-1 1 0 0 0,1 0 0 0 0,5 0 0 0 0,-6 0 0 0 0,0 1 0 0 0,0 0 0 0 0,0 0 0 0 0,0 0 0 0 0,0 0 0 0 0,-1 0 0 0 0,1 1 0 0 0,0-1 0 0 0,-1 0 0 0 0,1 1 0 0 0,-1-1 0 0 0,1 1 0 0 0,-1 0 0 0 0,0-1-1 0 0,1 1 1 0 0,-1 0 0 0 0,0 0 0 0 0,0 0 0 0 0,0 0 0 0 0,0 2 0 0 0,3 7 3 0 0,-1-1-1 0 0,4 18 1 0 0,-6-23 1 0 0,11 63 71 0 0,-9-43-252 0 0,2 0 1 0 0,1 0-1 0 0,15 43 1 0 0,-20-66 3 0 0,0 0 0 0 0,0 1-1 0 0,0-1 1 0 0,1 0 0 0 0,-1 0 0 0 0,1 0-1 0 0,-1 0 1 0 0,1 0 0 0 0,2 3 0 0 0,-2-4-298 0 0,0 0 0 0 0,0 0 0 0 0,0 0 0 0 0,0 0 0 0 0,0 0 1 0 0,0-1-1 0 0,0 1 0 0 0,0-1 0 0 0,0 1 0 0 0,4 0 0 0 0,7 0-8365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8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0 14279 0 0,'0'0'1103'0'0,"-2"1"-720"0"0,-72 55 11162 0 0,-30 23-7249 0 0,81-61-3948 0 0,16-13-269 0 0,0 0 0 0 0,1 0-1 0 0,0 0 1 0 0,0 1 0 0 0,-7 9 0 0 0,9-9-20 0 0,4-5-57 0 0,0-1 1 0 0,0 1-1 0 0,0-1 0 0 0,0 0 1 0 0,0 1-1 0 0,0-1 1 0 0,1 0-1 0 0,-1 0 1 0 0,0 1-1 0 0,0-1 0 0 0,0 0 1 0 0,0 1-1 0 0,1-1 1 0 0,-1 0-1 0 0,0 0 1 0 0,0 1-1 0 0,1-1 0 0 0,-1 0 1 0 0,0 0-1 0 0,1 0 1 0 0,-1 1-1 0 0,0-1 1 0 0,0 0-1 0 0,1 0 1 0 0,-1 0-1 0 0,0 0 0 0 0,1 0 1 0 0,0 0-1 0 0,9 4-7 0 0,2-2 5 0 0,0-1 0 0 0,1-1 0 0 0,-1 0 0 0 0,0-1 0 0 0,1 0 0 0 0,23-6 0 0 0,131-33-241 0 0,-130 30-1075 0 0,43-17 1 0 0,-79 26 503 0 0,13-8-4384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20591 0 0,'0'0'2317'0'0,"0"9"-829"0"0,9 63 3550 0 0,1 13-3324 0 0,-7-19-1416 0 0,2 24-1 0 0,-2-48-473 0 0,-3-41-357 0 0,12-4-7142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2:49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17967 0 0,'0'0'6731'0'0,"2"0"-5158"0"0,22 11-952 0 0,0 1-1 0 0,0 1 1 0 0,-1 1-1 0 0,-1 1 1 0 0,0 1-1 0 0,30 28 1 0 0,16 26-381 0 0,-3 2 0 0 0,74 108 0 0 0,-89-108-259 0 0,52 101 0 0 0,-86-142 56 0 0,-2 2 1 0 0,-1 0-1 0 0,-2 0 1 0 0,-1 1-1 0 0,-1 0 1 0 0,4 40-1 0 0,-9-37 53 0 0,-2-1 0 0 0,-3 58 0 0 0,-1-75-55 0 0,0 0-1 0 0,-2 0 1 0 0,0 0-1 0 0,-1 0 1 0 0,-1 0 0 0 0,-13 28-1 0 0,2-16-2 0 0,-1 0 0 0 0,-2-1 0 0 0,-44 53 0 0 0,60-79-35 0 0,-46 50-532 0 0,43-48 411 0 0,1 0 0 0 0,-1-1 0 0 0,0 0 0 0 0,0 0 1 0 0,-1-1-1 0 0,-11 5 0 0 0,18-8-1007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0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0 485 14279 0 0,'0'0'5663'0'0,"0"2"-4898"0"0,1 6-278 0 0,0 0-1 0 0,0 0 1 0 0,0 0 0 0 0,1-1-1 0 0,4 12 1 0 0,18 40 1145 0 0,-13-34-932 0 0,-8-18-454 0 0,-1-1 0 0 0,1 0-1 0 0,0 1 1 0 0,1-1 0 0 0,0-1-1 0 0,0 1 1 0 0,0 0 0 0 0,0-1 0 0 0,10 9-1 0 0,-13-14 106 0 0,18 0 144 0 0,-17 0-453 0 0,1-1 1 0 0,-1 0-1 0 0,1 1 1 0 0,-1-1-1 0 0,0 0 1 0 0,1-1-1 0 0,-1 1 0 0 0,0 0 1 0 0,0-1-1 0 0,0 1 1 0 0,0-1-1 0 0,0 1 1 0 0,3-5-1 0 0,21-27 273 0 0,-21 26-264 0 0,11-18 52 0 0,18-38 1 0 0,-13 23-59 0 0,48-100 28 0 0,-41 79-51 0 0,51-82 0 0 0,-14 43-347 0 0,-60 93-35 0 0,0-1 1 0 0,0 1 0 0 0,1 1-1 0 0,0-1 1 0 0,0 1 0 0 0,1 0-1 0 0,9-7 1 0 0,-12 11-1474 0 0,8-1-78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3 328 8751 0 0,'0'0'674'0'0,"-1"8"-100"0"0,0 5 3395 0 0,2 23-1 0 0,6 15-259 0 0,19 45-15 0 0,-24-91-3436 0 0,0 0 1 0 0,0 0-1 0 0,0 0 0 0 0,0 0 1 0 0,1-1-1 0 0,0 1 0 0 0,6 7 1 0 0,-8-11-10 0 0,1 0-167 0 0,0 0 0 0 0,0-1 0 0 0,0 0 0 0 0,0 1 0 0 0,0-1 0 0 0,0 0 0 0 0,3 0 0 0 0,-1-1-12 0 0,0 0-1 0 0,0-1 1 0 0,0 1-1 0 0,-1-1 0 0 0,1 0 1 0 0,0 0-1 0 0,-1 0 1 0 0,0 0-1 0 0,1-1 1 0 0,-1 1-1 0 0,0-1 1 0 0,0 0-1 0 0,-1 0 1 0 0,1 0-1 0 0,0 0 1 0 0,2-6-1 0 0,4-6 122 0 0,0-1 0 0 0,9-25 1 0 0,-7 15-51 0 0,36-75 83 0 0,88-140 0 0 0,-98 191-2960 0 0,-32 44 1569 0 0,1 0 1 0 0,0 0-1 0 0,0 1 0 0 0,0 0 1 0 0,12-8-1 0 0,-3 7-7841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5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 3223 0 0,'-18'0'-124'0'0,"-21"0"2285"0"0,1-3 6509 0 0,18 3 998 0 0,23 1-8923 0 0,18 9-294 0 0,0-2 0 0 0,1-1 0 0 0,0 0 0 0 0,0-2 0 0 0,40 5 0 0 0,122 1 756 0 0,-143-10-1027 0 0,597-4 642 0 0,-310 7-1218 0 0,-187 2-2997 0 0,-45-2-1950 0 0,-78-4 126 0 0,-5-1-1245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4 4607 0 0,'-45'-2'1531'0'0,"29"1"2908"0"0,0 0-1 0 0,0 2 0 0 0,-21 2 0 0 0,37-3-4377 0 0,0 0-1 0 0,0 0 1 0 0,-1 0-1 0 0,1 0 0 0 0,0 0 1 0 0,0 0-1 0 0,0 0 1 0 0,0 0-1 0 0,0 0 1 0 0,0 0-1 0 0,-1 0 1 0 0,1 0-1 0 0,0 0 1 0 0,0 0-1 0 0,0 0 1 0 0,0 0-1 0 0,0 0 0 0 0,0 0 1 0 0,-1 0-1 0 0,1 0 1 0 0,0 0-1 0 0,0 0 1 0 0,0 0-1 0 0,0 0 1 0 0,0 0-1 0 0,0 0 1 0 0,0 1-1 0 0,0-1 1 0 0,-1 0-1 0 0,1 0 0 0 0,0 0 1 0 0,0 0-1 0 0,0 0 1 0 0,0 0-1 0 0,0 0 1 0 0,0 1-1 0 0,0-1 1 0 0,0 0-1 0 0,0 0 1 0 0,0 0-1 0 0,0 0 1 0 0,0 0-1 0 0,0 0 1 0 0,0 1-1 0 0,0-1 0 0 0,0 0 1 0 0,0 0-1 0 0,0 0 1 0 0,0 0-1 0 0,0 0 1 0 0,0 0-1 0 0,0 1 1 0 0,0-1-1 0 0,0 0 1 0 0,0 0-1 0 0,0 0 1 0 0,0 0-1 0 0,0 0 0 0 0,1 0 1 0 0,-1 0-1 0 0,0 0 1 0 0,0 1-1 0 0,0-1 1 0 0,0 0-1 0 0,0 0 1 0 0,0 0-1 0 0,0 0 1 0 0,14 9 670 0 0,20 6-977 0 0,6-4 297 0 0,77 13-1 0 0,5 1-56 0 0,-118-24 7 0 0,13 7 9 0 0,-16-8-2 0 0,-1 1-1 0 0,1-1 1 0 0,-1 0 0 0 0,0 1 0 0 0,1-1 0 0 0,-1 1 0 0 0,0-1-1 0 0,1 1 1 0 0,-1-1 0 0 0,0 1 0 0 0,1-1 0 0 0,-1 1 0 0 0,0-1-1 0 0,0 1 1 0 0,0-1 0 0 0,0 1 0 0 0,1 0 0 0 0,-1-1 0 0 0,0 1-1 0 0,0-1 1 0 0,0 1 0 0 0,0-1 0 0 0,0 1 0 0 0,0 0 0 0 0,0-1-1 0 0,-1 1 1 0 0,1-1 0 0 0,0 1 0 0 0,0-1 0 0 0,0 1 0 0 0,-1 0-1 0 0,-7 15 132 0 0,1-6 6 0 0,-2 0-1 0 0,1-1 1 0 0,-1 0-1 0 0,-1 0 1 0 0,-19 13-1 0 0,-60 31 373 0 0,59-37-1445 0 0,-39 28 0 0 0,56-35-848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14 5063 0 0,'-7'-13'20279'0'0,"4"36"-20029"0"0,7 4 404 0 0,0 0 0 0 0,15 47-1 0 0,-10-40-392 0 0,-8-30-229 0 0,119 403 1721 0 0,-96-347-1578 0 0,-23-58-25 0 0,4-14-83 0 0,36-98-382 0 0,5-8 77 0 0,-28 78 187 0 0,17-32-108 0 0,-30 64 144 0 0,1-1-1 0 0,0 0 1 0 0,0 1-1 0 0,1 0 1 0 0,12-11-1 0 0,-18 18 17 0 0,0 0 1 0 0,0 0-1 0 0,0 0 0 0 0,0 0 1 0 0,1 1-1 0 0,-1-1 0 0 0,0 0 1 0 0,1 0-1 0 0,-1 1 1 0 0,0-1-1 0 0,1 1 0 0 0,-1-1 1 0 0,1 1-1 0 0,-1 0 0 0 0,1 0 1 0 0,-1-1-1 0 0,1 1 0 0 0,-1 0 1 0 0,1 0-1 0 0,-1 1 0 0 0,3-1 1 0 0,-2 1 3 0 0,-1 0 0 0 0,1 0 0 0 0,0-1 0 0 0,0 2 0 0 0,0-1 0 0 0,-1 0 0 0 0,1 0 0 0 0,-1 1 0 0 0,1-1 0 0 0,-1 0 0 0 0,1 1 0 0 0,-1 0 0 0 0,2 2 0 0 0,2 5 25 0 0,0 0 0 0 0,0 1 0 0 0,-1 0-1 0 0,5 16 1 0 0,2 16 106 0 0,-3 1 0 0 0,6 64-1 0 0,2 17-227 0 0,-15-120-309 0 0,0 1 1 0 0,1 0-1 0 0,-1 0 0 0 0,1-1 0 0 0,0 1 1 0 0,3 5-1 0 0,-4-9-671 0 0,5 2-1796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6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20647 0 0,'0'0'1869'0'0,"-10"0"-1451"0"0,-16 10 558 0 0,14-5 86 0 0,0 0-1 0 0,-19 10 0 0 0,-99 64 1884 0 0,84-51-2534 0 0,45-28-342 0 0,24 10-5 0 0,-7-6-63 0 0,-1-1 0 0 0,1-1-1 0 0,0 0 1 0 0,26 0 0 0 0,66-9-383 0 0,-63 3-123 0 0,-14 1-269 0 0,-11 0-1210 0 0,34 2 0 0 0,-33-2-1116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7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25 138 15199 0 0,'0'0'1172'0'0,"-1"0"-765"0"0,-5 2 1390 0 0,5 19 4027 0 0,-5 76-3357 0 0,2-40-1230 0 0,3-32-829 0 0,-4 122 957 0 0,5-120-1326 0 0,2 1-1 0 0,1-1 0 0 0,8 35 1 0 0,-10-60-232 0 0,0 1 0 0 0,0 0 0 0 0,0 0 0 0 0,0 0 1 0 0,0 0-1 0 0,1-1 0 0 0,-1 1 0 0 0,1 0 0 0 0,0-1 0 0 0,4 5 1 0 0,-5-6-514 0 0,0 0 0 0 0,1 0 1 0 0,-1 0-1 0 0,1 0 0 0 0,-1 0 1 0 0,1 0-1 0 0,0 0 0 0 0,-1 0 1 0 0,1-1-1 0 0,0 1 1 0 0,-1-1-1 0 0,4 1 0 0 0,6-1-7390 0 0</inkml:trace>
  <inkml:trace contextRef="#ctx0" brushRef="#br0" timeOffset="1">489 31 18431 0 0,'1'0'6361'0'0,"23"-7"-5368"0"0,0 1-1 0 0,0 1 1 0 0,42-3-1 0 0,79 5-2570 0 0,-57 3-6572 0 0,-57-2-53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7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99 11519 0 0,'-6'2'13631'0'0,"17"-6"-12468"0"0,-7 2-1112 0 0,94-30-38 0 0,46-17-3338 0 0,-101 35 1576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8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4607 0 0,'-8'2'337'0'0,"-22"3"16352"0"0,26 2-13422 0 0,0 0-2196 0 0,1 4-574 0 0,1 0 1 0 0,0 0-1 0 0,0 1 0 0 0,1 14 0 0 0,-1-1 118 0 0,0 24 162 0 0,1-1 0 0 0,7 51 0 0 0,18 95-240 0 0,-22-179-495 0 0,36 236 114 0 0,-38-244-151 0 0,1-3-7 0 0,-1-6-8 0 0,2-12-2 0 0,4-14-28 0 0,2 1 0 0 0,1 0 0 0 0,0 1 0 0 0,3 0 0 0 0,0 0 0 0 0,1 1 0 0 0,1 1 0 0 0,31-40 0 0 0,-39 57 34 0 0,0 0 0 0 0,1 0 0 0 0,-1 1 0 0 0,1 0 1 0 0,8-5-1 0 0,-12 9 5 0 0,-1 0 0 0 0,1 1 0 0 0,0-1 0 0 0,0 1 0 0 0,-1-1 1 0 0,1 1-1 0 0,0 0 0 0 0,0 0 0 0 0,0 1 0 0 0,0-1 0 0 0,0 0 0 0 0,1 1 1 0 0,-1 0-1 0 0,0 0 0 0 0,0 0 0 0 0,0 0 0 0 0,5 1 0 0 0,-6 0 17 0 0,-1 0-1 0 0,1 0 0 0 0,-1 1 0 0 0,0-1 1 0 0,1 0-1 0 0,-1 1 0 0 0,0-1 0 0 0,0 1 1 0 0,1-1-1 0 0,-1 1 0 0 0,-1-1 1 0 0,1 1-1 0 0,0 0 0 0 0,1 2 0 0 0,-2-3-1 0 0,4 9 35 0 0,0 1 1 0 0,-1-1-1 0 0,-1 1 1 0 0,0-1-1 0 0,1 13 1 0 0,1 56 39 0 0,-3-25-99 0 0,0-44-146 0 0,0 9 190 0 0,1 0 0 0 0,7 34 1 0 0,-7-47-364 0 0,0-1 0 0 0,0 1 1 0 0,1 0-1 0 0,0-1 0 0 0,3 7 1 0 0,-3-9-323 0 0,-1 1 1 0 0,1-1 0 0 0,0 0 0 0 0,0 0 0 0 0,0 0-1 0 0,0-1 1 0 0,0 1 0 0 0,7 3 0 0 0,3 1-8393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67 5063 0 0,'-13'5'19949'0'0,"24"-8"-18534"0"0,11-5 96 0 0,34-16-1 0 0,-41 17-1213 0 0,1 0 0 0 0,0 0 1 0 0,0 2-1 0 0,20-5 0 0 0,-35 10 395 0 0,-1 2-652 0 0,-1 0 1 0 0,0 1-1 0 0,0-1 1 0 0,0 0 0 0 0,0 0-1 0 0,-1 0 1 0 0,1 0-1 0 0,-1 0 1 0 0,1-1-1 0 0,-3 3 1 0 0,0 1 19 0 0,-3 4 5 0 0,-1-1-1 0 0,-9 8 1 0 0,11-11-47 0 0,0 0 1 0 0,1 0-1 0 0,0 1 1 0 0,0-1-1 0 0,0 1 1 0 0,-5 10-1 0 0,9-16-18 0 0,1 1 0 0 0,0-1 0 0 0,-1 1 0 0 0,1-1 0 0 0,0 1 0 0 0,-1-1 0 0 0,1 1 0 0 0,0-1 0 0 0,0 0 0 0 0,0 1 0 0 0,0-1 0 0 0,-1 1 0 0 0,1-1 0 0 0,0 1 0 0 0,0 0 0 0 0,0-1 0 0 0,0 1 0 0 0,0-1 0 0 0,0 1 0 0 0,0-1 0 0 0,0 1 0 0 0,0-1 0 0 0,1 1 0 0 0,-1-1 0 0 0,0 1 0 0 0,0-1 0 0 0,0 1 0 0 0,1-1 0 0 0,-1 0 0 0 0,0 1 0 0 0,0-1 0 0 0,1 1 0 0 0,-1-1 0 0 0,1 1 0 0 0,0 0 0 0 0,1 3-5 0 0,0 0 0 0 0,0-1 0 0 0,0 1 0 0 0,1 0 1 0 0,0-1-1 0 0,0 0 0 0 0,0 1 0 0 0,0-1 0 0 0,0 0 0 0 0,1-1 0 0 0,-1 1 0 0 0,1-1 0 0 0,0 1 0 0 0,4 1 1 0 0,7 3-25 0 0,1-1 1 0 0,21 6-1 0 0,-30-10 28 0 0,-2 0 1 0 0,59 20-38 0 0,-59-19 34 0 0,1-1 0 0 0,-1 1 1 0 0,1 0-1 0 0,-1 1 0 0 0,0-1 0 0 0,0 1 1 0 0,-1 0-1 0 0,8 8 0 0 0,-11-12 4 0 0,-1 1 0 0 0,1 0 0 0 0,0 0 0 0 0,-1-1 0 0 0,1 1 0 0 0,-1 0 0 0 0,1 0 0 0 0,-1 0 0 0 0,1 0 0 0 0,-1 0 0 0 0,1 0 0 0 0,-1 0 0 0 0,0 0 0 0 0,1 0 0 0 0,-1 0 0 0 0,0 0 0 0 0,0 0 0 0 0,0 0 0 0 0,0 0 0 0 0,0 0 0 0 0,0 0 0 0 0,0 0 0 0 0,0 0 0 0 0,0 0 0 0 0,-1 1 0 0 0,0 0 0 0 0,0 2 12 0 0,0 0 0 0 0,-1 0 0 0 0,1 0 0 0 0,-1 0 0 0 0,0-1 0 0 0,0 1 0 0 0,0-1 0 0 0,0 0 0 0 0,-1 1 0 0 0,0-1 0 0 0,1 0-1 0 0,-1 0 1 0 0,0-1 0 0 0,-6 5 0 0 0,-1 0 38 0 0,0 0 0 0 0,0-1 0 0 0,-19 8 0 0 0,3-1-31 0 0,-1-2 1 0 0,0-1-1 0 0,-1-1 1 0 0,-53 10-1 0 0,52-15-190 0 0,-5 0-1171 0 0,11-1-6681 0 0,7-3-1933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9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18887 0 0,'0'0'4303'0'0,"2"-1"-3069"0"0,40-1-432 0 0,0 1-1 0 0,74 8 1 0 0,-34-1-825 0 0,137-6-5166 0 0,-173-3 3299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09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32 4607 0 0,'0'0'208'0'0,"-1"-2"-9"0"0,-14-27 17503 0 0,10 36-14455 0 0,2-1-2798 0 0,0 0 0 0 0,1 0 0 0 0,0 0-1 0 0,0 1 1 0 0,-2 10 0 0 0,-3 36 266 0 0,6-41-476 0 0,-9 111 203 0 0,6 136 1 0 0,6-217-1155 0 0,-1-22-301 0 0,0-1 1 0 0,-1 1 0 0 0,-4 34 0 0 0,-5-48-4091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0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7 162 18887 0 0,'0'0'1456'0'0,"-1"1"-941"0"0,-5 3 2466 0 0,15 4 22 0 0,-6-6-2924 0 0,1 0 0 0 0,-1-1 1 0 0,1 1-1 0 0,0-1 0 0 0,-1 0 1 0 0,1 0-1 0 0,0 0 0 0 0,0 0 1 0 0,0-1-1 0 0,0 0 0 0 0,0 1 1 0 0,0-1-1 0 0,0-1 0 0 0,0 1 1 0 0,4-1-1 0 0,6-2 210 0 0,1 0-1 0 0,22-9 0 0 0,115-48 456 0 0,3-1-574 0 0,-116 47-156 0 0,81-15 1 0 0,-113 28-14 0 0,0 0-1 0 0,0 0 1 0 0,0 1-1 0 0,0 0 1 0 0,0 0-1 0 0,-1 0 1 0 0,9 3 0 0 0,-11-3-5 0 0,-1 1 1 0 0,0 0 0 0 0,0 1 0 0 0,0-1-1 0 0,-1 0 1 0 0,1 1 0 0 0,0 0 0 0 0,-1-1 0 0 0,1 1-1 0 0,0 0 1 0 0,-1 1 0 0 0,0-1 0 0 0,0 0 0 0 0,0 1-1 0 0,0-1 1 0 0,0 1 0 0 0,3 5 0 0 0,0 2 8 0 0,0 1 1 0 0,-1 0 0 0 0,-1 0 0 0 0,0 0-1 0 0,0 0 1 0 0,1 15 0 0 0,2 74 247 0 0,-5-64-76 0 0,1 8 25 0 0,13 162 419 0 0,-15-203-602 0 0,4 12 53 0 0,-3-14-43 0 0,6-6-102 0 0,-2-2 28 0 0,0 1 0 0 0,-1-1 1 0 0,0 0-1 0 0,0-1 0 0 0,-1 1 0 0 0,1 0 1 0 0,-2-1-1 0 0,4-11 0 0 0,5-14-55 0 0,44-81-181 0 0,-37 81 242 0 0,-15 26 31 0 0,0 0-1 0 0,1 0 1 0 0,0 1-1 0 0,1 0 1 0 0,-1 0 0 0 0,1 0-1 0 0,0 0 1 0 0,0 1-1 0 0,12-9 1 0 0,-17 14 9 0 0,1 0-1 0 0,-1 0 1 0 0,1 0-1 0 0,-1 0 1 0 0,1 0-1 0 0,-1 1 1 0 0,1-1-1 0 0,-1 0 1 0 0,1 0-1 0 0,-1 0 0 0 0,1 1 1 0 0,-1-1-1 0 0,1 0 1 0 0,-1 0-1 0 0,0 1 1 0 0,1-1-1 0 0,-1 0 1 0 0,0 1-1 0 0,1-1 1 0 0,-1 1-1 0 0,0-1 1 0 0,1 1-1 0 0,6 9 92 0 0,-3-2-23 0 0,-1 0 1 0 0,0 0 0 0 0,0 1 0 0 0,-1-1-1 0 0,0 1 1 0 0,-1 0 0 0 0,1 15-1 0 0,1 0 55 0 0,-3-24-126 0 0,4 29 118 0 0,10 34-1 0 0,-12-56-224 0 0,0 1 0 0 0,1-1 0 0 0,0 1 0 0 0,1-1 0 0 0,-1 0 0 0 0,1 0 0 0 0,1 0 0 0 0,-1-1 0 0 0,8 9 0 0 0,-10-13-96 0 0,-1-1 0 0 0,1 0 1 0 0,-1 0-1 0 0,0 0 0 0 0,1 0 1 0 0,0 0-1 0 0,-1 0 0 0 0,1 0 0 0 0,0-1 1 0 0,-1 1-1 0 0,1-1 0 0 0,0 1 1 0 0,-1-1-1 0 0,1 0 0 0 0,0 1 1 0 0,0-1-1 0 0,0 0 0 0 0,-1 0 1 0 0,1 0-1 0 0,0 0 0 0 0,0-1 0 0 0,2 0 1 0 0,-1 0-310 0 0,1 0-1 0 0,-2 0 1 0 0,1 0 0 0 0,0 0 0 0 0,0-1 0 0 0,0 0 0 0 0,-1 1-1 0 0,1-1 1 0 0,-1 0 0 0 0,5-5 0 0 0,1-3-2409 0 0,-1-1-3525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15287 0 0,'0'0'1386'0'0,"1"2"-881"0"0,11 48 6477 0 0,-2-16-4811 0 0,-1 4-534 0 0,11 44 334 0 0,-16-69-1669 0 0,0 0 0 0 0,1 0 0 0 0,13 22 0 0 0,-13-28-182 0 0,-4-5 81 0 0,0-2-201 0 0,-1 0-1 0 0,0 1 1 0 0,0-1-1 0 0,1 0 1 0 0,-1 0-1 0 0,0 1 1 0 0,1-1-1 0 0,-1 0 0 0 0,0 0 1 0 0,1 1-1 0 0,-1-1 1 0 0,0 0-1 0 0,1 0 1 0 0,-1 0-1 0 0,0 0 1 0 0,1 0-1 0 0,-1 0 1 0 0,0 1-1 0 0,1-1 0 0 0,-1 0 1 0 0,1 0-1 0 0,1-3 14 0 0,0 0 0 0 0,1 0 1 0 0,-2 0-1 0 0,1 0 0 0 0,0 0 0 0 0,-1-1 0 0 0,1 1 0 0 0,-1-1 0 0 0,2-6 0 0 0,5-38 118 0 0,-5 25-106 0 0,1 3-25 0 0,1-1 0 0 0,1 1 0 0 0,1 0 0 0 0,1 1 0 0 0,0-1 0 0 0,16-23 0 0 0,-22 39 0 0 0,-1 2 0 0 0,0 0 0 0 0,0 1 0 0 0,0-1 0 0 0,0 1 0 0 0,0-1 0 0 0,0 1 0 0 0,0 0 0 0 0,1-1 0 0 0,-1 1 0 0 0,1 0 0 0 0,2-2 0 0 0,-2 2-10 0 0,-1-1 1 0 0,1 1-1 0 0,0 0 0 0 0,0 0 1 0 0,0 0-1 0 0,0 0 0 0 0,0 0 1 0 0,0 0-1 0 0,0 0 0 0 0,0 1 1 0 0,0-1-1 0 0,4 0 0 0 0,2-1-55 0 0,20-5-2565 0 0,48-8 0 0 0,-55 11 369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0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70 5063 0 0,'0'0'390'0'0,"-2"-14"191"0"0,1 10 1165 0 0,0 0 1 0 0,0 1-1 0 0,-1-1 0 0 0,0 0 1 0 0,-3-5-1 0 0,3 6-971 0 0,1 1 0 0 0,-1 0 1 0 0,0 0-1 0 0,0 0 0 0 0,0 0 0 0 0,0 0 0 0 0,-5-2 1 0 0,5 2-526 0 0,0 1 0 0 0,-1 0 1 0 0,1 0-1 0 0,-1 0 1 0 0,1 0-1 0 0,-1 1 1 0 0,0-1-1 0 0,1 1 1 0 0,-1 0-1 0 0,1-1 1 0 0,-1 1-1 0 0,0 0 1 0 0,1 1-1 0 0,-1-1 1 0 0,0 0-1 0 0,1 1 1 0 0,-1-1-1 0 0,0 1 1 0 0,1 0-1 0 0,-3 1 1 0 0,-12 6 228 0 0,0 0 0 0 0,1 2-1 0 0,0 0 1 0 0,1 1 0 0 0,-23 20 0 0 0,31-24-339 0 0,0 0-1 0 0,0 1 1 0 0,1 0-1 0 0,-9 14 1 0 0,13-18-92 0 0,-1 1-1 0 0,0 0 1 0 0,1 0 0 0 0,0 1 0 0 0,0-1 0 0 0,1 0 0 0 0,-1 1-1 0 0,1-1 1 0 0,-1 11 0 0 0,5-6-48 0 0,-2-8-5 0 0,0 0-1 0 0,0 0 1 0 0,0 0-1 0 0,1-1 1 0 0,-1 1-1 0 0,1 0 1 0 0,-1-1-1 0 0,1 1 1 0 0,-1-1-1 0 0,1 0 1 0 0,0 1 0 0 0,0-1-1 0 0,0 0 1 0 0,3 1-1 0 0,-1 0-27 0 0,1-1 0 0 0,-1 0-1 0 0,1 0 1 0 0,-1 0 0 0 0,1 0-1 0 0,7-1 1 0 0,3 0-152 0 0,0-2-1 0 0,1 0 1 0 0,16-4 0 0 0,-16 3-86 0 0,0-1 0 0 0,-1-1 0 0 0,0 0 0 0 0,1-1 0 0 0,-2-1 0 0 0,1 0 0 0 0,20-14 0 0 0,-33 20 246 0 0,-1 0 1 0 0,1 0-1 0 0,-1-1 0 0 0,1 1 0 0 0,-1 0 1 0 0,0 0-1 0 0,0-1 0 0 0,1 1 1 0 0,-1-1-1 0 0,0 1 0 0 0,0-1 0 0 0,0 1 1 0 0,-1-1-1 0 0,1 1 0 0 0,0-1 1 0 0,0 0-1 0 0,-1 0 0 0 0,1 1 0 0 0,-1-1 1 0 0,0 0-1 0 0,0 0 0 0 0,1 0 1 0 0,-1 1-1 0 0,0-1 0 0 0,0 0 0 0 0,-1 0 1 0 0,1 0-1 0 0,0 0 0 0 0,-1 1 1 0 0,1-1-1 0 0,-1 0 0 0 0,1 0 0 0 0,-1 1 1 0 0,0-1-1 0 0,0 0 0 0 0,0 1 1 0 0,-1-2-1 0 0,-4-6-53 0 0,-1 0 0 0 0,0 1-1 0 0,-1 0 1 0 0,0 1 0 0 0,-9-8 0 0 0,4 5-258 0 0,10 7-369 0 0,-9-8-68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10 5527 0 0,'-15'-10'18811'0'0,"11"18"-17236"0"0,0 0-997 0 0,0 9-94 0 0,0 1-1 0 0,1 0 1 0 0,0 0 0 0 0,2 0-1 0 0,0 1 1 0 0,2 24 0 0 0,1-21-556 0 0,1 0-1 0 0,1 0 1 0 0,1-1 0 0 0,14 41 0 0 0,-19-62 64 0 0,2 6-575 0 0,0-1-1 0 0,0-1 1 0 0,0 1 0 0 0,1 0 0 0 0,-1 0 0 0 0,1-1 0 0 0,0 1-1 0 0,0-1 1 0 0,1 0 0 0 0,-1 0 0 0 0,6 4 0 0 0,-1-3-1872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1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15663 0 0,'-1'0'204'0'0,"0"0"0"0"0,-1 1 0 0 0,1 0 0 0 0,0-1 0 0 0,0 1 0 0 0,0-1 0 0 0,1 1 0 0 0,-1 0 0 0 0,0 0 0 0 0,0 0 0 0 0,0-1 0 0 0,0 1-1 0 0,1 0 1 0 0,-1 0 0 0 0,0 0 0 0 0,1 0 0 0 0,-1 0 0 0 0,1 0 0 0 0,-1 2 0 0 0,-7 25 4210 0 0,5-15-2752 0 0,-9 35-235 0 0,2 1-1 0 0,-4 58 1 0 0,2 100-1030 0 0,0 6-1454 0 0,11-205 669 0 0,-6 49-2027 0 0,-2-23-3671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96 9671 0 0,'-38'22'3564'0'0,"35"-17"1278"0"0,5 11-1174 0 0,1-8-3320 0 0,0-1 0 0 0,0-1 0 0 0,0 1 0 0 0,1 0 0 0 0,0-1 1 0 0,0 0-1 0 0,1 0 0 0 0,0 0 0 0 0,0-1 0 0 0,7 7 0 0 0,-4-5-122 0 0,0 0-1 0 0,1-1 0 0 0,-1 0 0 0 0,1 0 0 0 0,0-1 0 0 0,18 7 0 0 0,-10-7-84 0 0,-1-1 0 0 0,1-1 1 0 0,0 0-1 0 0,0-1 0 0 0,0-1 1 0 0,0-1-1 0 0,0 0 0 0 0,28-4 1 0 0,2-4 13 0 0,83-25 0 0 0,-100 24-209 0 0,-1-1-1 0 0,1-2 0 0 0,-2-1 1 0 0,0-1-1 0 0,0-1 0 0 0,-2-2 1 0 0,0 0-1 0 0,39-35 0 0 0,12-25-126 0 0,-76 76 457 0 0,-5 10 129 0 0,-13 28 361 0 0,-1 1-330 0 0,-15 42 0 0 0,31-74-410 0 0,-9 28 135 0 0,1 0 0 0 0,-9 60 0 0 0,18-84-153 0 0,0 0 1 0 0,0 0-1 0 0,1 0 1 0 0,1 0-1 0 0,0 1 1 0 0,0-1 0 0 0,1 0-1 0 0,0 0 1 0 0,1-1-1 0 0,0 1 1 0 0,0 0-1 0 0,1-1 1 0 0,1 0-1 0 0,6 12 1 0 0,-9-18-11 0 0,0 0 1 0 0,0-1-1 0 0,1 1 0 0 0,-1 0 1 0 0,1-1-1 0 0,0 1 1 0 0,-1-1-1 0 0,1 0 0 0 0,0 0 1 0 0,0 0-1 0 0,1 0 0 0 0,-1-1 1 0 0,0 1-1 0 0,1-1 0 0 0,2 1 1 0 0,0-1-29 0 0,0 0 1 0 0,-1 0 0 0 0,1-1-1 0 0,0 1 1 0 0,-1-1-1 0 0,1-1 1 0 0,0 1 0 0 0,9-3-1 0 0,0-1-47 0 0,-1-1 0 0 0,1 0 0 0 0,-1-1 0 0 0,-1 0 0 0 0,1-2 0 0 0,14-9-1 0 0,-13 6 51 0 0,-1-1 1 0 0,-1 0-1 0 0,0-1 0 0 0,0 0 0 0 0,-1-1 0 0 0,-1 0 0 0 0,0-1 0 0 0,-1-1 0 0 0,9-17 0 0 0,-19 32 26 0 0,2-2-1 0 0,-1 0 1 0 0,0 0-1 0 0,1 1 1 0 0,-1-1-1 0 0,0-1 1 0 0,0-4-1 0 0,-3-1 18 0 0,2 8-4 0 0,-1 1-1 0 0,0-1 1 0 0,0 0-1 0 0,0 1 1 0 0,0-1 0 0 0,0 0-1 0 0,0 1 1 0 0,0-1-1 0 0,0 1 1 0 0,0-1 0 0 0,0 1-1 0 0,0 0 1 0 0,0 0-1 0 0,0-1 1 0 0,0 1 0 0 0,0 0-1 0 0,0 0 1 0 0,0 0-1 0 0,0 0 1 0 0,0 0 0 0 0,-1 0-1 0 0,1 0 1 0 0,0 1-1 0 0,0-1 1 0 0,0 0 0 0 0,-2 1-1 0 0,-1 0 50 0 0,0 1-1 0 0,0-1 0 0 0,0 1 0 0 0,0 0 0 0 0,-6 4 1 0 0,5-2-14 0 0,0 0 0 0 0,0 0 0 0 0,0 0 1 0 0,1 0-1 0 0,-1 1 0 0 0,1 0 0 0 0,0 0 1 0 0,0 0-1 0 0,1 1 0 0 0,0-1 0 0 0,-1 1 1 0 0,2 0-1 0 0,-1 0 0 0 0,1 0 0 0 0,0 0 1 0 0,0 0-1 0 0,1 0 0 0 0,0 0 0 0 0,0 1 1 0 0,0-1-1 0 0,1 1 0 0 0,0-1 0 0 0,0 1 1 0 0,0-1-1 0 0,1 0 0 0 0,0 1 0 0 0,1-1 1 0 0,-1 0-1 0 0,1 0 0 0 0,0 0 0 0 0,1 0 1 0 0,-1 0-1 0 0,1 0 0 0 0,0-1 0 0 0,1 1 1 0 0,-1-1-1 0 0,1 0 0 0 0,7 7 0 0 0,-2-3-27 0 0,1-1 0 0 0,0 0-1 0 0,1 0 1 0 0,-1-1-1 0 0,1 0 1 0 0,19 7 0 0 0,75 24 5 0 0,27-5-40 0 0,-76-25-9354 0 0,-34-5-607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2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37 5983 0 0,'-11'-3'14518'0'0,"-12"-13"-7578"0"0,18 13-6708 0 0,1 1 0 0 0,-1 0 0 0 0,0 0 0 0 0,0 0 0 0 0,0 0 1 0 0,0 1-1 0 0,0 0 0 0 0,0 0 0 0 0,0 0 0 0 0,-10 1 0 0 0,-1 0 5 0 0,0 1-1 0 0,1 0 1 0 0,-1 1 0 0 0,0 1 0 0 0,-20 6 0 0 0,28-6-180 0 0,-10 2 102 0 0,1 1 0 0 0,0 0 0 0 0,-17 10 0 0 0,24-9-140 0 0,4 3-19 0 0,5-8 0 0 0,1 0 0 0 0,0 0 0 0 0,-1-1 0 0 0,1 1 0 0 0,0 0 0 0 0,0 0 0 0 0,1-1 0 0 0,-1 1 0 0 0,0 0 0 0 0,0 0 0 0 0,1-1 0 0 0,-1 1 1 0 0,1 0-1 0 0,0-1 0 0 0,-1 1 0 0 0,1 0 0 0 0,0-1 0 0 0,0 1 0 0 0,0-1 0 0 0,2 3 0 0 0,2 2-9 0 0,0-1 0 0 0,1 1 0 0 0,8 5 1 0 0,-9-6-11 0 0,17 12 15 0 0,1-1 1 0 0,1-1-1 0 0,30 14 0 0 0,82 31-43 0 0,-73-34 34 0 0,64 37-34 0 0,-112-54 44 0 0,1 1 0 0 0,-1 1 0 0 0,-1 0 1 0 0,0 1-1 0 0,20 23 0 0 0,-31-31 3 0 0,1 0 0 0 0,-1 0 0 0 0,-1 1 0 0 0,1-1 0 0 0,-1 1 0 0 0,1 0 0 0 0,-1 0 0 0 0,-1 0 0 0 0,1 0 0 0 0,-1 0 0 0 0,0 0 0 0 0,0 0 0 0 0,0 6 0 0 0,-1-8 0 0 0,0 1 0 0 0,0 0 0 0 0,0-1 0 0 0,-1 1 0 0 0,0-1 0 0 0,0 1 0 0 0,0-1 0 0 0,0 1 0 0 0,0-1 0 0 0,-1 0 0 0 0,1 0 0 0 0,-1 1 0 0 0,0-1 0 0 0,0 0 0 0 0,0-1 0 0 0,0 1 0 0 0,-1 0 0 0 0,1 0 0 0 0,-6 3 0 0 0,-2 1 7 0 0,1-1 0 0 0,-1 0-1 0 0,0 0 1 0 0,-1-1 0 0 0,1-1 0 0 0,-1 0-1 0 0,0 0 1 0 0,0-1 0 0 0,-20 3 0 0 0,-7-1 34 0 0,-59-1 0 0 0,79-3-47 0 0,-32-1-302 0 0,0-2 0 0 0,-1-1 0 0 0,-66-15 0 0 0,113 17 177 0 0,-49-14-595 0 0,50 14 382 0 0,-1 0 1 0 0,1-1 0 0 0,-1 1 0 0 0,1-1 0 0 0,0 0-1 0 0,0 0 1 0 0,0 0 0 0 0,0 0 0 0 0,0-1 0 0 0,0 1-1 0 0,-4-6 1 0 0,0-8-9097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17503 0 0,'0'0'1831'0'0,"0"1"-1736"0"0,-2 77 5924 0 0,-3 0-3487 0 0,-2 81-1121 0 0,6-81-1125 0 0,6 206-437 0 0,-1-243-393 0 0,0-3-2192 0 0,-3-14-5811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22399 0 0,'0'0'2032'0'0,"2"0"-1619"0"0,132-4 2814 0 0,19 0-1464 0 0,-110 5-1505 0 0,65 9 0 0 0,-97-8-243 0 0,0 1 1 0 0,-1-1 0 0 0,1 2-1 0 0,-1-1 1 0 0,0 1 0 0 0,0 1-1 0 0,-1 0 1 0 0,1 1 0 0 0,-1-1 0 0 0,12 11-1 0 0,-10-5 19 0 0,0-1-1 0 0,-1 1 1 0 0,-1 0 0 0 0,0 1-1 0 0,0 0 1 0 0,-1 1-1 0 0,6 14 1 0 0,-4-9 54 0 0,-2 0-1 0 0,0 0 1 0 0,-1 1 0 0 0,-1 1-1 0 0,-1-1 1 0 0,3 23-1 0 0,-7-40 356 0 0,-13-22-230 0 0,10 12-201 0 0,0-1 0 0 0,1 0 0 0 0,0 0 0 0 0,0 1-1 0 0,1-1 1 0 0,1-14 0 0 0,-1 22-12 0 0,1-17-17 0 0,1 0 0 0 0,1 1 1 0 0,1 0-1 0 0,9-27 0 0 0,0 10-49 0 0,19-39 0 0 0,-23 58-287 0 0,-1 1 0 0 0,2-1 1 0 0,0 2-1 0 0,1-1 0 0 0,0 1 0 0 0,20-17 0 0 0,-21 21-779 0 0,1 1-1 0 0,-1 0 0 0 0,2 1 0 0 0,-1 0 0 0 0,15-6 0 0 0,-3 4-7288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161 124 4143 0 0,'0'0'319'0'0,"3"-8"-198"0"0,2-5 2383 0 0,-2 1-1 0 0,1-1 0 0 0,-2 0 0 0 0,1-1 0 0 0,0-23 0 0 0,-3 36-2381 0 0,-1 0 1 0 0,1 1-1 0 0,0-1 0 0 0,0 0 1 0 0,0 1-1 0 0,-1-1 0 0 0,1 1 1 0 0,0-1-1 0 0,-1 0 0 0 0,1 1 1 0 0,-1-1-1 0 0,1 1 0 0 0,0-1 1 0 0,-1 1-1 0 0,1-1 0 0 0,-1 1 1 0 0,1 0-1 0 0,-1-1 0 0 0,1 1 1 0 0,-1 0-1 0 0,0-1 0 0 0,1 1 1 0 0,-1 0-1 0 0,0-1 0 0 0,1 1 1 0 0,-1 0-1 0 0,1 0 0 0 0,-1 0 1 0 0,0 0-1 0 0,1 0 0 0 0,-1 0 1 0 0,0 0-1 0 0,1 0 0 0 0,-1 0 1 0 0,0 0-1 0 0,1 0 0 0 0,-2 0 1 0 0,-1 0 50 0 0,0 1 1 0 0,0-1-1 0 0,0 1 0 0 0,-1-1 1 0 0,1 1-1 0 0,-4 2 0 0 0,0 1 3 0 0,1 1 0 0 0,-1 1 0 0 0,1-1 0 0 0,0 1 0 0 0,0 0 0 0 0,1 0 0 0 0,-1 1 0 0 0,-4 8 0 0 0,-3 2-49 0 0,5-6-81 0 0,0 0 0 0 0,1 1 1 0 0,0 0-1 0 0,1 0 0 0 0,1 0 0 0 0,0 0 0 0 0,0 1 0 0 0,2 0 0 0 0,-1 0 1 0 0,2 0-1 0 0,0 0 0 0 0,-1 15 0 0 0,3-25-76 0 0,0 1 0 0 0,0-1 1 0 0,1 0-1 0 0,-1 1 0 0 0,1-1 0 0 0,0 0 0 0 0,0 0 1 0 0,0 1-1 0 0,0-1 0 0 0,1 0 0 0 0,-1 0 0 0 0,1 0 0 0 0,0 0 1 0 0,-1-1-1 0 0,1 1 0 0 0,1 0 0 0 0,-1-1 0 0 0,0 1 0 0 0,1-1 1 0 0,-1 0-1 0 0,1 0 0 0 0,0 0 0 0 0,0 0 0 0 0,-1 0 1 0 0,1-1-1 0 0,0 1 0 0 0,5 1 0 0 0,-2-1-45 0 0,1 0 0 0 0,0-1 0 0 0,0 1-1 0 0,-1-1 1 0 0,1 0 0 0 0,0-1 0 0 0,0 0 0 0 0,0 0 0 0 0,0 0 0 0 0,0-1-1 0 0,0 0 1 0 0,8-3 0 0 0,-10 3-19 0 0,0-1 0 0 0,0 0-1 0 0,-1 0 1 0 0,1 0 0 0 0,-1 0 0 0 0,1-1 0 0 0,-1 0-1 0 0,0 0 1 0 0,0 0 0 0 0,0 0 0 0 0,-1-1 0 0 0,1 1-1 0 0,5-8 1 0 0,-5 3 56 0 0,1 1 0 0 0,-1-1 0 0 0,0 0 0 0 0,0 0 0 0 0,-1-1 0 0 0,0 1 0 0 0,1-10 0 0 0,30-139-31 0 0,-34 155 846 0 0,0 16-650 0 0,1 0 0 0 0,0-1 0 0 0,1 1 0 0 0,0 0 0 0 0,1-1 0 0 0,1 0 0 0 0,0 0 0 0 0,1 0 0 0 0,10 20-1 0 0,-12-27-425 0 0,1 0 0 0 0,-1 0 0 0 0,2-1 0 0 0,-1 1 0 0 0,1-1 0 0 0,0 0 0 0 0,0 0 0 0 0,0-1 0 0 0,0 1 0 0 0,1-1-1 0 0,0 0 1 0 0,0-1 0 0 0,0 0 0 0 0,0 1 0 0 0,1-2 0 0 0,-1 1 0 0 0,1-1 0 0 0,0 0 0 0 0,-1 0 0 0 0,12 0 0 0 0,5 0-1979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17967 0 0,'0'0'827'0'0,"-1"1"-22"0"0,-1 0-651 0 0,0 0 1 0 0,0 0-1 0 0,1 1 0 0 0,-1-1 0 0 0,1 0 1 0 0,-1 1-1 0 0,1-1 0 0 0,0 1 0 0 0,-1 0 1 0 0,1-1-1 0 0,0 1 0 0 0,0 0 0 0 0,0 0 1 0 0,0 0-1 0 0,1 0 0 0 0,-1 0 0 0 0,0 0 0 0 0,0 2 1 0 0,0 0 187 0 0,-4 16 500 0 0,1 0-1 0 0,-2 20 0 0 0,1-2-275 0 0,-1 2-267 0 0,1 1 1 0 0,3-1 0 0 0,2 47-1 0 0,1-68-189 0 0,1 1 1 0 0,1-1-1 0 0,0 1 0 0 0,2-1 0 0 0,0 0 0 0 0,1 0 0 0 0,1-1 0 0 0,15 28 0 0 0,-18-39-180 0 0,1 0 1 0 0,0 0-1 0 0,0 0 0 0 0,0-1 1 0 0,1 1-1 0 0,0-1 0 0 0,0-1 1 0 0,0 1-1 0 0,1-1 0 0 0,0 0 1 0 0,11 6-1 0 0,-13-9 15 0 0,1 0 0 0 0,-1 0 0 0 0,1 0 1 0 0,-1-1-1 0 0,1 1 0 0 0,-1-1 0 0 0,1-1 0 0 0,0 1 0 0 0,0-1 0 0 0,-1 0 0 0 0,1 0 0 0 0,0-1 1 0 0,-1 0-1 0 0,1 0 0 0 0,0 0 0 0 0,-1-1 0 0 0,11-4 0 0 0,-2 0-41 0 0,-1-1 1 0 0,0 0-1 0 0,0-2 0 0 0,-1 1 1 0 0,0-1-1 0 0,0-1 0 0 0,-1 0 0 0 0,-1-1 1 0 0,0 0-1 0 0,0 0 0 0 0,-1-1 1 0 0,0-1-1 0 0,-1 1 0 0 0,-1-1 0 0 0,0-1 1 0 0,0 1-1 0 0,-2-1 0 0 0,6-18 0 0 0,-6 17 107 0 0,12-48-38 0 0,-16 57 97 0 0,0-1-1 0 0,0 1 1 0 0,-1-1 0 0 0,0 1 0 0 0,0-1-1 0 0,-1 1 1 0 0,-1-12 0 0 0,0 18 11 0 0,1 0 1 0 0,-1 0 0 0 0,1 0-1 0 0,-1 1 1 0 0,1-1 0 0 0,0 0-1 0 0,-1 1 1 0 0,1-1 0 0 0,0 1-1 0 0,-1-1 1 0 0,1 1-1 0 0,-2 1 1 0 0,-2 1 65 0 0,1 0-1 0 0,0 1 1 0 0,0-1 0 0 0,0 1-1 0 0,0 0 1 0 0,1 1-1 0 0,0-1 1 0 0,0 0 0 0 0,0 1-1 0 0,0 0 1 0 0,1-1-1 0 0,-4 9 1 0 0,2-3-68 0 0,1 1-1 0 0,0 0 1 0 0,0 0-1 0 0,-2 22 1 0 0,4-24-67 0 0,1 0 1 0 0,1 0-1 0 0,-1 0 1 0 0,2-1 0 0 0,-1 1-1 0 0,1 0 1 0 0,0-1-1 0 0,1 1 1 0 0,0-1-1 0 0,0 0 1 0 0,1 0-1 0 0,0 0 1 0 0,7 10 0 0 0,-6-11-212 0 0,-1-1 1 0 0,1 0 0 0 0,0-1-1 0 0,0 1 1 0 0,1-1 0 0 0,0 0-1 0 0,0-1 1 0 0,0 1-1 0 0,0-1 1 0 0,1-1 0 0 0,-1 1-1 0 0,1-1 1 0 0,0 0 0 0 0,0 0-1 0 0,0-1 1 0 0,8 2 0 0 0,-11-4-296 0 0,-1 0-1 0 0,0 1 1 0 0,0-2 0 0 0,1 1 0 0 0,-1 0 0 0 0,0-1 0 0 0,1 1 0 0 0,-1-1-1 0 0,0 0 1 0 0,0 0 0 0 0,0 0 0 0 0,5-3 0 0 0,2-1-1409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19351 0 0,'0'0'2018'0'0,"1"1"-1729"0"0,17 1 929 0 0,-1-1 0 0 0,1 0 0 0 0,0-1 0 0 0,20-3 0 0 0,73-16-1525 0 0,-69 12 809 0 0,100-22-209 0 0,-81 16-3435 0 0,-24 5-1735 0 0,19-5-3813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85 233 16127 0 0,'-18'1'915'0'0,"-23"-1"-1"0"0,16-4 9792 0 0,49-4-9372 0 0,341-37 521 0 0,-246 33-1763 0 0,280-30 3 0 0,495-45 146 0 0,-232 51-241 0 0,-192 44-335 0 0,-464-8 308 0 0,9 0-407 0 0,0 1 1 0 0,0 1-1 0 0,0 0 1 0 0,17 5 0 0 0,-30-6-469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5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113 150 6447 0 0,'-4'0'380'0'0,"0"-1"0"0"0,0 0-1 0 0,0 0 1 0 0,0 0 0 0 0,0-1 0 0 0,-4-2-1 0 0,-4-6 5763 0 0,11 9-5381 0 0,0 0 0 0 0,1 0 0 0 0,-1 0 0 0 0,1 0 0 0 0,0 0 0 0 0,-1 0 0 0 0,1 0-1 0 0,0-1 1 0 0,-1 1 0 0 0,1 0 0 0 0,0 0 0 0 0,0-2 0 0 0,0 2-641 0 0,1 0-1 0 0,-1-1 1 0 0,0 1-1 0 0,1 0 1 0 0,0 0 0 0 0,-1 0-1 0 0,1 0 1 0 0,0-1-1 0 0,-1 1 1 0 0,1 0 0 0 0,0 0-1 0 0,0 0 1 0 0,0 1-1 0 0,0-1 1 0 0,1-1 0 0 0,20-14 760 0 0,-17 12-582 0 0,3-1-130 0 0,0 0 0 0 0,0 1 0 0 0,0 0 0 0 0,0 1 0 0 0,12-4 0 0 0,48-10 87 0 0,-34 10-106 0 0,3-2-41 0 0,51-4-1 0 0,-73 12-87 0 0,-1 0-1 0 0,0 1 1 0 0,1 1-1 0 0,-1 0 1 0 0,0 1 0 0 0,26 6-1 0 0,-38-7-9 0 0,0 0 0 0 0,0-1 0 0 0,0 1 0 0 0,0 0 0 0 0,0 0 1 0 0,-1 0-1 0 0,1 0 0 0 0,0 0 0 0 0,0 1 0 0 0,-1-1 0 0 0,1 0 0 0 0,-1 1 0 0 0,1-1 0 0 0,-1 1 0 0 0,2 3 0 0 0,-2-4 8 0 0,-1 1 0 0 0,1-1 0 0 0,-1 1 0 0 0,1-1-1 0 0,-1 0 1 0 0,0 1 0 0 0,0-1 0 0 0,0 1 0 0 0,0-1 0 0 0,0 1-1 0 0,0-1 1 0 0,0 1 0 0 0,0-1 0 0 0,-1 0 0 0 0,1 1 0 0 0,0-1 0 0 0,-1 1-1 0 0,1-1 1 0 0,-1 0 0 0 0,0 1 0 0 0,1-1 0 0 0,-1 0 0 0 0,-2 2-1 0 0,-5 8 122 0 0,0-1-1 0 0,0 0 1 0 0,-2-1-1 0 0,-16 15 0 0 0,-46 26-5 0 0,45-33-78 0 0,-32 27-1 0 0,57-42-49 0 0,-1 1 0 0 0,1-1 0 0 0,0 0 0 0 0,-1 1 0 0 0,1-1 0 0 0,0 1 0 0 0,1 0 0 0 0,-1-1 0 0 0,0 1 0 0 0,1 0 0 0 0,0 0 0 0 0,-1 0 0 0 0,1 1 0 0 0,0-1 1 0 0,0 4-1 0 0,1-4-6 0 0,0 0-1 0 0,0 0 1 0 0,0-1 0 0 0,1 1 0 0 0,-1 0 0 0 0,1 0 0 0 0,0-1 0 0 0,-1 1 0 0 0,1 0 0 0 0,0-1-1 0 0,1 1 1 0 0,-1-1 0 0 0,0 1 0 0 0,1-1 0 0 0,0 0 0 0 0,-1 1 0 0 0,1-1 0 0 0,2 2 0 0 0,3 2-26 0 0,0 0 1 0 0,0 0-1 0 0,0-1 0 0 0,1 0 1 0 0,0 0-1 0 0,9 4 1 0 0,54 20-39 0 0,-54-22 81 0 0,34 11-7 0 0,-33-13-21 0 0,0 1 0 0 0,0 1 0 0 0,-1 1-1 0 0,0 0 1 0 0,20 14 0 0 0,-36-22 15 0 0,-1 1-1 0 0,1-1 1 0 0,-1 0 0 0 0,1 0-1 0 0,-1 1 1 0 0,1-1 0 0 0,-1 0 0 0 0,0 1-1 0 0,1-1 1 0 0,-1 1 0 0 0,1-1-1 0 0,-1 1 1 0 0,0-1 0 0 0,1 1-1 0 0,-1-1 1 0 0,0 1 0 0 0,0-1-1 0 0,1 1 1 0 0,-1-1 0 0 0,0 1-1 0 0,0-1 1 0 0,0 1 0 0 0,0 0-1 0 0,0-1 1 0 0,0 1 0 0 0,0-1 0 0 0,0 1-1 0 0,0-1 1 0 0,0 1 0 0 0,0 0-1 0 0,0-1 1 0 0,0 1 0 0 0,0-1-1 0 0,0 1 1 0 0,-1-1 0 0 0,1 1-1 0 0,0-1 1 0 0,0 1 0 0 0,-1-1-1 0 0,1 1 1 0 0,0-1 0 0 0,-1 1-1 0 0,1-1 1 0 0,-1 1 0 0 0,0 1 49 0 0,-2 1 10 0 0,0 1-1 0 0,0-1 0 0 0,0 0 0 0 0,-1 0 1 0 0,1 0-1 0 0,-1 0 0 0 0,1 0 0 0 0,-1-1 0 0 0,0 1 1 0 0,0-1-1 0 0,0 0 0 0 0,-7 2 0 0 0,-7 2-59 0 0,-32 6-1 0 0,28-7 63 0 0,-285 55 31 0 0,145-27-3698 0 0,133-24 1691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6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 25711 0 0,'-19'-2'1144'0'0,"10"2"504"0"0,1 0-1648 0 0</inkml:trace>
  <inkml:trace contextRef="#ctx0" brushRef="#br0" timeOffset="1">65 209 14743 0 0,'-3'2'270'0'0,"0"0"1"0"0,0 0-1 0 0,1 1 0 0 0,-1-1 0 0 0,1 0 0 0 0,-1 1 0 0 0,1 0 1 0 0,0-1-1 0 0,0 1 0 0 0,0 0 0 0 0,0 0 0 0 0,0 0 0 0 0,1 1 1 0 0,-1-1-1 0 0,-1 6 4440 0 0,-1 4 1476 0 0,3-8-8210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7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12439 0 0,'-5'-3'1126'0'0,"-5"2"6727"0"0,18 107-3630 0 0,19 55-3566 0 0,-19-119-169 0 0,47 208 117 0 0,-39-186-522 0 0,-13-41-53 0 0,-3-21-138 0 0,5 8 468 0 0,-3-5-2323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5 138 20471 0 0,'-4'-15'2187'0'0,"3"13"-2167"0"0,1 1 1 0 0,0 0-1 0 0,0-1 1 0 0,1 1-1 0 0,-1-1 1 0 0,0 1-1 0 0,0-1 1 0 0,1 1-1 0 0,-1 0 1 0 0,1-1-1 0 0,-1 1 1 0 0,1-1 0 0 0,0 1-1 0 0,-1 0 1 0 0,1 0-1 0 0,2-3 1 0 0,-1 2 98 0 0,0 0 0 0 0,1 0 0 0 0,-1 0 1 0 0,1 0-1 0 0,0 0 0 0 0,-1 0 0 0 0,5-1 1 0 0,4-2 333 0 0,-1 1 1 0 0,1 1-1 0 0,16-4 1 0 0,114-14 1624 0 0,-51 8-1505 0 0,124-12-160 0 0,-182 24-416 0 0,0 1 0 0 0,0 1 0 0 0,-1 2-1 0 0,55 11 1 0 0,-77-12-3 0 0,-1 0-1 0 0,0 1 1 0 0,-1 0 0 0 0,1 0-1 0 0,13 9 1 0 0,-19-11 3 0 0,0 0-1 0 0,0 0 1 0 0,-1 0 0 0 0,1 1-1 0 0,-1-1 1 0 0,1 1-1 0 0,-1-1 1 0 0,1 1 0 0 0,-1 0-1 0 0,0 0 1 0 0,0-1 0 0 0,0 1-1 0 0,0 0 1 0 0,0 0-1 0 0,0 0 1 0 0,0 0 0 0 0,-1 0-1 0 0,1 0 1 0 0,-1 0 0 0 0,1 0-1 0 0,-1 0 1 0 0,0 1-1 0 0,0-1 1 0 0,0 0 0 0 0,0 0-1 0 0,0 0 1 0 0,-1 0-1 0 0,0 3 1 0 0,-1 1 24 0 0,0 0 0 0 0,0 1 0 0 0,-1-1-1 0 0,0 0 1 0 0,-1 0 0 0 0,1-1 0 0 0,-1 1 0 0 0,0-1 0 0 0,-5 6-1 0 0,-7 5 149 0 0,-23 19-1 0 0,24-22-121 0 0,-9 7 50 0 0,-2-1 0 0 0,-37 21 1 0 0,-60 23-606 0 0,97-46-394 0 0,2-2-3839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8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46 15663 0 0,'2'-1'10205'0'0,"86"-17"-6684"0"0,8-2-3775 0 0,-76 17-2036 0 0,1 1 0 0 0,36 1 1 0 0,-41 2-5970 0 0</inkml:trace>
  <inkml:trace contextRef="#ctx0" brushRef="#br0" timeOffset="1">119 219 10135 0 0,'-57'12'605'0'0,"19"-4"2482"0"0,14-3 9834 0 0,33-4-12682 0 0,0 1 0 0 0,0-1-1 0 0,-1-1 1 0 0,1 0-1 0 0,0 0 1 0 0,11-2-1 0 0,55-12-307 0 0,-37 6 7 0 0,122-31-3749 0 0,-125 29 1998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19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11 7831 0 0,'-9'1'706'0'0,"-32"-4"-335"0"0,23 1 6919 0 0,13 0-4117 0 0,19 0 1111 0 0,22 0 1100 0 0,-25 2-5385 0 0,6 0-12 0 0,-1 0 1 0 0,0 1-1 0 0,0 1 1 0 0,25 5-1 0 0,-27-1 19 0 0,-12-2 13 0 0,1-3 24 0 0,-2 10 137 0 0,-1-8-144 0 0,0 0 0 0 0,0-1 0 0 0,-1 1-1 0 0,1 0 1 0 0,-1-1 0 0 0,0 1 0 0 0,0-1 0 0 0,0 1 0 0 0,0-1 0 0 0,-1 1-1 0 0,1-1 1 0 0,0 0 0 0 0,-3 3 0 0 0,-3 3 165 0 0,0-1 0 0 0,-10 9 0 0 0,2-3 166 0 0,14-12-287 0 0,2 0-3 0 0,2 2-72 0 0,-1-1 0 0 0,1 0 0 0 0,-1 0 0 0 0,1 0 0 0 0,0 0 0 0 0,0-1 0 0 0,0 1 0 0 0,0-1 0 0 0,0 1 0 0 0,0-1 0 0 0,0 0 0 0 0,5 1 0 0 0,8 2-3 0 0,11 7-2 0 0,-12-6 0 0 0,0 1 0 0 0,0 0 0 0 0,-1 1 0 0 0,0 1 0 0 0,17 12 0 0 0,-23-10 29 0 0,-8-5-12 0 0,0-4-10 0 0,0 2 6 0 0,-1 0 0 0 0,1 0-1 0 0,-1-1 1 0 0,1 1 0 0 0,-1 0-1 0 0,0 0 1 0 0,0-1 0 0 0,0 1-1 0 0,-1 0 1 0 0,1-1 0 0 0,-1 1-1 0 0,1-1 1 0 0,-1 0 0 0 0,0 0-1 0 0,0 1 1 0 0,0-1 0 0 0,0 0-1 0 0,0 0 1 0 0,0-1 0 0 0,-5 4 0 0 0,-4 3 61 0 0,-2 0 1 0 0,-21 10 0 0 0,13-9 0 0 0,-1-1 0 0 0,0 0-1 0 0,-26 4 1 0 0,-69 9-314 0 0,111-21 188 0 0,-5 3 102 0 0,2 0-1872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0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5 18687 0 0,'-7'-2'248'0'0,"0"1"1"0"0,0 0-1 0 0,-1 1 0 0 0,1-1 1 0 0,0 1-1 0 0,-1 1 0 0 0,1-1 0 0 0,0 1 1 0 0,0 0-1 0 0,0 1 0 0 0,-1 0 0 0 0,2 0 1 0 0,-1 1-1 0 0,-12 5 0 0 0,5 0 445 0 0,-1 1-1 0 0,2 0 0 0 0,-1 0 1 0 0,1 2-1 0 0,-20 20 0 0 0,14-10 233 0 0,1 1 0 0 0,-23 36 0 0 0,35-49-721 0 0,0 1 0 0 0,1 0 0 0 0,-3 11 0 0 0,6-16-133 0 0,0 0 0 0 0,1-1-1 0 0,0 1 1 0 0,0 0 0 0 0,0 0-1 0 0,0 0 1 0 0,1 0 0 0 0,0 0-1 0 0,0 6 1 0 0,1-9-59 0 0,0 0-1 0 0,0 0 1 0 0,0 0-1 0 0,-1 0 1 0 0,2 0 0 0 0,-1 0-1 0 0,0-1 1 0 0,0 1-1 0 0,1 0 1 0 0,-1-1 0 0 0,1 1-1 0 0,-1 0 1 0 0,1-1-1 0 0,-1 0 1 0 0,1 1 0 0 0,0-1-1 0 0,0 0 1 0 0,0 0-1 0 0,0 0 1 0 0,0 0 0 0 0,0-1-1 0 0,0 1 1 0 0,0 0-1 0 0,3 0 1 0 0,8 1-46 0 0,-1 1-1 0 0,24 0 1 0 0,-33-3 22 0 0,33 0-190 0 0,0-1 0 0 0,-1-1-1 0 0,1-3 1 0 0,-1-1 0 0 0,0-1 0 0 0,44-16 0 0 0,-73 21 177 0 0,0 0-1 0 0,-1 0 1 0 0,0 0-1 0 0,1-1 1 0 0,-1 0-1 0 0,0 0 1 0 0,-1-1 0 0 0,1 1-1 0 0,-1-1 1 0 0,1 0-1 0 0,6-8 1 0 0,-10 9 29 0 0,1 1 0 0 0,0-1 0 0 0,-1 0 0 0 0,1 0 0 0 0,-1 1 0 0 0,0-1 0 0 0,0 0-1 0 0,0 0 1 0 0,0 0 0 0 0,-1 0 0 0 0,1-1 0 0 0,-1 1 0 0 0,0 0 0 0 0,0 0 0 0 0,0 0 0 0 0,0 0 0 0 0,-1 0 0 0 0,1 0 0 0 0,-1 0 0 0 0,1 0 0 0 0,-1 0 0 0 0,0 0-1 0 0,-3-5 1 0 0,-1-3 35 0 0,-1 0-1 0 0,-1 1 0 0 0,0 0 0 0 0,0 0 1 0 0,-1 0-1 0 0,0 1 0 0 0,-1 0 0 0 0,0 1 0 0 0,-17-13 1 0 0,12 11-104 0 0,-1 0 1 0 0,-1 1-1 0 0,0 1 1 0 0,0 0-1 0 0,0 1 1 0 0,-20-5-1 0 0,31 11-150 0 0,1-1-1 0 0,-1 1 1 0 0,0 0 0 0 0,0 0 0 0 0,0 1-1 0 0,0-1 1 0 0,0 1 0 0 0,0 0 0 0 0,0 1-1 0 0,0-1 1 0 0,0 1 0 0 0,-6 2-1 0 0,10-3 84 0 0,1 0-1 0 0,0 0 0 0 0,-1 1 0 0 0,1-1 0 0 0,0 0 1 0 0,0 1-1 0 0,-1-1 0 0 0,1 0 0 0 0,0 1 0 0 0,0-1 0 0 0,0 0 1 0 0,-1 1-1 0 0,1-1 0 0 0,0 1 0 0 0,0-1 0 0 0,0 0 1 0 0,0 1-1 0 0,0-1 0 0 0,0 1 0 0 0,0-1 0 0 0,0 2-350 0 0,-2 9-1366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0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23 24623 0 0,'-8'3'2225'0'0,"-25"10"-1167"0"0,29-10-1042 0 0,-8 8 2231 0 0,11-8-1397 0 0,9-3-1267 0 0,20-5-2478 0 0,0-2 0 0 0,48-18 0 0 0,-24 6 409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0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327 106 12439 0 0,'-1'-2'958'0'0,"-5"-14"-1058"0"0,1 3 4260 0 0,-11-21 0 0 0,15 30-3767 0 0,-1 1-1 0 0,0 1 0 0 0,0-1 0 0 0,0 0 1 0 0,0 0-1 0 0,-1 1 0 0 0,1-1 0 0 0,-1 1 0 0 0,0 0 1 0 0,0 0-1 0 0,0 0 0 0 0,-3-2 0 0 0,2 3-141 0 0,0-1-1 0 0,0 2 0 0 0,0-1 0 0 0,0 0 0 0 0,0 1 0 0 0,0 0 0 0 0,0 0 0 0 0,0 0 0 0 0,0 0 1 0 0,-6 2-1 0 0,-3 0 383 0 0,-23 8 0 0 0,20-4-463 0 0,0 1 0 0 0,0 1 0 0 0,1 0 0 0 0,0 1 1 0 0,0 0-1 0 0,1 1 0 0 0,-15 14 0 0 0,24-19-150 0 0,0 0 0 0 0,0 0 0 0 0,-7 11 0 0 0,9-8-100 0 0,3-6 68 0 0,0 0-1 0 0,0 0 1 0 0,1 0-1 0 0,-1 0 1 0 0,1 0-1 0 0,-1 0 1 0 0,1-1-1 0 0,-1 1 1 0 0,1 0-1 0 0,0 0 1 0 0,0 0-1 0 0,0-1 1 0 0,0 1-1 0 0,0 0 1 0 0,3 2-1 0 0,-2-2-13 0 0,1 1-1 0 0,0-1 0 0 0,0 0 0 0 0,0 0 1 0 0,0 0-1 0 0,1 0 0 0 0,-1-1 1 0 0,4 2-1 0 0,2 0-52 0 0,1 0 1 0 0,0-1-1 0 0,0 0 0 0 0,1 0 1 0 0,11-1-1 0 0,-3 0-20 0 0,0-2 0 0 0,0-1 0 0 0,0 0 0 0 0,0-1 0 0 0,0-1 1 0 0,0-1-1 0 0,-1-1 0 0 0,0 0 0 0 0,0-2 0 0 0,25-13 0 0 0,-27 12 89 0 0,22-12-35 0 0,-37 20 269 0 0,0 2-81 0 0,0 4-64 0 0,0-1 0 0 0,-1 0 0 0 0,1 1-1 0 0,-1 0 1 0 0,0-1 0 0 0,0 1 0 0 0,0-1 0 0 0,-2 9 0 0 0,-11 40 319 0 0,5-23-298 0 0,4-14-48 0 0,2 1 1 0 0,0 0-1 0 0,0 31 1 0 0,2-40-100 0 0,1 1 0 0 0,0 0 0 0 0,0 0 0 0 0,1-1 1 0 0,0 1-1 0 0,0-1 0 0 0,1 1 0 0 0,0-1 0 0 0,5 9 0 0 0,-5-12-255 0 0,0-1-1 0 0,0 0 0 0 0,1 0 0 0 0,-1 0 0 0 0,1-1 1 0 0,0 1-1 0 0,0-1 0 0 0,0 0 0 0 0,0 0 1 0 0,1 0-1 0 0,6 3 0 0 0,10 2-2005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1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30 600 25511 0 0,'0'0'2313'0'0,"0"-1"-1903"0"0,-1-4-330 0 0,0-2 270 0 0,0 0 1 0 0,0-1-1 0 0,1 1 1 0 0,0-12-1 0 0,1 1 424 0 0,-1-55-593 0 0,1-15 148 0 0,-12-102 0 0 0,-5 91-393 0 0,15 93 64 0 0,4 11 0 0 0,1 2-6 0 0,1 0 0 0 0,0-1 0 0 0,0 1 0 0 0,0-1 0 0 0,1-1 0 0 0,0 1 0 0 0,0-1 0 0 0,1 0 0 0 0,-1 0 0 0 0,1 0 0 0 0,0-1 0 0 0,0 0 0 0 0,1-1 0 0 0,-1 1 0 0 0,1-2 0 0 0,-1 1 0 0 0,13 2 0 0 0,-3-2-11 0 0,-1 0 1 0 0,1-2 0 0 0,0 1 0 0 0,0-2-1 0 0,0-1 1 0 0,-1 0 0 0 0,28-5-1 0 0,-20 1-35 0 0,-1-1 0 0 0,26-9 0 0 0,-40 11 31 0 0,0 0-1 0 0,0-1 1 0 0,0 1-1 0 0,-1-2 1 0 0,0 1-1 0 0,0-1 1 0 0,0-1 0 0 0,7-7-1 0 0,25-35-80 0 0,-19 22 72 0 0,-21 27 34 0 0,0 0 0 0 0,0 0 1 0 0,1 0-1 0 0,-1 0 0 0 0,0-1 0 0 0,0 1 0 0 0,1 0 1 0 0,-1 0-1 0 0,0-1 0 0 0,0 1 0 0 0,1 0 0 0 0,-1 0 1 0 0,0-1-1 0 0,0 1 0 0 0,0 0 0 0 0,0 0 1 0 0,0-1-1 0 0,1 1 0 0 0,-1 0 0 0 0,0-1 0 0 0,0 1 1 0 0,0 0-1 0 0,0 0 0 0 0,0-1 0 0 0,0 1 0 0 0,0 0 1 0 0,0-1-1 0 0,0 1 0 0 0,0 0 0 0 0,0-1 0 0 0,0 1 1 0 0,0 0-1 0 0,0-1 0 0 0,-4 2 209 0 0,4 45 138 0 0,11 71 1 0 0,-7-93-356 0 0,1 0 0 0 0,1 0 0 0 0,1-1 1 0 0,18 39-1 0 0,-13-36-19 0 0,-6-12-255 0 0,1 0 0 0 0,15 23 0 0 0,-14-24-412 0 0,-6-11-28 0 0,-2-2 662 0 0,0 0 1 0 0,1 0-1 0 0,-1 0 0 0 0,0 0 1 0 0,1 0-1 0 0,-1 0 1 0 0,0 0-1 0 0,0 1 1 0 0,1-1-1 0 0,-1 0 0 0 0,0 0 1 0 0,1 0-1 0 0,-1 0 1 0 0,0 0-1 0 0,0 1 1 0 0,1-1-1 0 0,-1 0 0 0 0,0 0 1 0 0,0 0-1 0 0,0 1 1 0 0,1-1-1 0 0,-1 0 1 0 0,0 1-1 0 0,9 6-1990 0 0,-9-7 1968 0 0,19 6-3915 0 0,-18-6 3734 0 0,0 0 1 0 0,0 1-1 0 0,0-1 1 0 0,0 0-1 0 0,0 0 1 0 0,1 0 0 0 0,-1 0-1 0 0,0 0 1 0 0,0-1-1 0 0,0 1 1 0 0,0 0-1 0 0,0 0 1 0 0,0-1-1 0 0,0 1 1 0 0,0 0 0 0 0,0-1-1 0 0,0 1 1 0 0,0-1-1 0 0,-1 1 1 0 0,2-2-1 0 0,5-7-6125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1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5063 0 0,'4'-24'256'0'0,"5"-24"2361"0"0,0 19 14955 0 0,-8 35-16693 0 0,-1-1-1 0 0,1 0 1 0 0,4 11-1 0 0,0 6-134 0 0,5 50 403 0 0,27 153-828 0 0,-28-200-572 0 0,-9-23-230 0 0,-17-31-12183 0 0,13 22 9827 0 0,-5-12-3641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10591 0 0,'2'-1'6784'0'0,"5"0"-5213"0"0,0-1-1 0 0,0 1 1 0 0,0 0 0 0 0,7 1-1 0 0,53 5 843 0 0,-15-1-1616 0 0,148 17-44 0 0,-193-19-744 0 0,0-1 0 0 0,0 1 0 0 0,0 0 0 0 0,0 0 1 0 0,10 6-1 0 0,-13-6 0 0 0,-1 0 0 0 0,0 0 0 0 0,0 1 1 0 0,0-1-1 0 0,0 1 0 0 0,0-1 0 0 0,0 1 1 0 0,0 0-1 0 0,-1 0 0 0 0,0 0 0 0 0,5 7 0 0 0,-7-7 37 0 0,1-1 0 0 0,-1 1 0 0 0,1-1 0 0 0,-1 1-1 0 0,0-1 1 0 0,0 1 0 0 0,0-1 0 0 0,0 1 0 0 0,0 0-1 0 0,0-1 1 0 0,-1 1 0 0 0,1-1 0 0 0,-1 1 0 0 0,0-1 0 0 0,0 0-1 0 0,0 1 1 0 0,0-1 0 0 0,0 0 0 0 0,-2 3 0 0 0,-3 6 180 0 0,-2 0 0 0 0,-9 12 0 0 0,10-14-124 0 0,-1-1 1 0 0,-1 0-1 0 0,1-1 0 0 0,-1 1 0 0 0,-1-2 1 0 0,-15 10-1 0 0,-65 27 201 0 0,88-42-298 0 0,-136 50 176 0 0,122-46-185 0 0,73-19-6460 0 0,-32 8 4551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8 21335 0 0,'0'0'977'0'0,"-16"-5"358"0"0,9 4-985 0 0,0 0-1 0 0,-1 1 1 0 0,1-1-1 0 0,0 2 1 0 0,0-1-1 0 0,0 1 1 0 0,0 0-1 0 0,-14 3 1 0 0,-3 4 1631 0 0,-26 12 0 0 0,39-16-1818 0 0,-3 2-29 0 0,0 1 0 0 0,1 0 0 0 0,0 0 1 0 0,1 1-1 0 0,0 1 0 0 0,0 0 1 0 0,0 1-1 0 0,2 0 0 0 0,-14 16 0 0 0,22-24-133 0 0,1 0 0 0 0,-1 0 0 0 0,1 0 0 0 0,0 0 0 0 0,0 1 0 0 0,-1-1 0 0 0,2 0-1 0 0,-1 1 1 0 0,0-1 0 0 0,0 1 0 0 0,0 3 0 0 0,2 3 10 0 0,5 1 31 0 0,-3-8-70 0 0,0 1 0 0 0,0-1 0 0 0,0 0-1 0 0,0 1 1 0 0,1-1 0 0 0,-1-1 0 0 0,0 1 0 0 0,1 0-1 0 0,0-1 1 0 0,-1 0 0 0 0,1 0 0 0 0,0 0-1 0 0,-1 0 1 0 0,1-1 0 0 0,0 1 0 0 0,0-1-1 0 0,0 0 1 0 0,0 0 0 0 0,5-1 0 0 0,0 0-43 0 0,0-1 0 0 0,-1 0 1 0 0,1 0-1 0 0,0-1 0 0 0,-1 0 0 0 0,0 0 0 0 0,11-7 1 0 0,44-29-365 0 0,-43 27 257 0 0,-14 7 122 0 0,0 1 0 0 0,0 0 0 0 0,1 1-1 0 0,11-5 1 0 0,-16 7 82 0 0,-1 1-1 0 0,1-1 0 0 0,0 1 0 0 0,-1 0 0 0 0,1-1 1 0 0,0 1-1 0 0,-1 0 0 0 0,1 0 0 0 0,0 0 0 0 0,-1 0 1 0 0,1 1-1 0 0,0-1 0 0 0,-1 0 0 0 0,1 1 0 0 0,0-1 1 0 0,-1 1-1 0 0,1 0 0 0 0,-1-1 0 0 0,1 1 0 0 0,-1 0 1 0 0,1 0-1 0 0,-1 0 0 0 0,0 0 0 0 0,3 2 0 0 0,2 4 181 0 0,1 0-1 0 0,-2 0 0 0 0,9 13 0 0 0,5 5 8 0 0,-9-15-321 0 0,1-1 1 0 0,0 0-1 0 0,1-1 0 0 0,0 0 0 0 0,0-1 0 0 0,0 0 0 0 0,1-1 0 0 0,0-1 1 0 0,22 7-1 0 0,-12-5-1531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2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5527 0 0,'1'1'15214'0'0,"12"9"-10405"0"0,8 7-1155 0 0,-12-10-3296 0 0,0 2 1 0 0,0-1-1 0 0,10 15 1 0 0,127 174 1173 0 0,-128-173-1486 0 0,0 0-1 0 0,2-1 1 0 0,1-1 0 0 0,38 31 0 0 0,-44-42-323 0 0,0-1-1 0 0,0 0 1 0 0,1-1-1 0 0,1-1 1 0 0,-1 0-1 0 0,1-1 1 0 0,0-1-1 0 0,35 8 1 0 0,-9-3-3510 0 0,-34-8 2183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 12895 0 0,'-33'23'1398'0'0,"23"-16"-397"0"0,0 0 0 0 0,-16 16 1 0 0,-29 34 7570 0 0,-92 101-4213 0 0,30-27-3700 0 0,113-126-789 0 0,0 0 1 0 0,0 0-1 0 0,1 0 0 0 0,-1 0 1 0 0,1 0-1 0 0,1 1 0 0 0,-1-1 0 0 0,1 1 1 0 0,0 0-1 0 0,-2 6 0 0 0,4-11 55 0 0,0-1 0 0 0,0 1 0 0 0,0 0 0 0 0,0 0 0 0 0,0-1 0 0 0,1 1 0 0 0,-1 0 0 0 0,0 0 0 0 0,0-1-1 0 0,0 1 1 0 0,1 0 0 0 0,-1-1 0 0 0,0 1 0 0 0,1 0 0 0 0,-1-1 0 0 0,0 1 0 0 0,1 0 0 0 0,-1-1 0 0 0,1 1-1 0 0,-1-1 1 0 0,1 1 0 0 0,0-1 0 0 0,-1 1 0 0 0,1-1 0 0 0,-1 1 0 0 0,1-1 0 0 0,0 0 0 0 0,-1 1 0 0 0,1-1 0 0 0,0 0-1 0 0,-1 0 1 0 0,1 1 0 0 0,0-1 0 0 0,0 0 0 0 0,0 0 0 0 0,3 1-481 0 0,0 0 1 0 0,0-1-1 0 0,0 0 0 0 0,1 0 1 0 0,3 0-1 0 0,13-3-1852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3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10 285 13359 0 0,'0'0'1027'0'0,"2"0"-670"0"0,71-32 11220 0 0,-21 15-8830 0 0,-29 11-2525 0 0,-15 2-114 0 0,1 1 0 0 0,0 1 0 0 0,0 0-1 0 0,1 0 1 0 0,-1 1 0 0 0,0 0-1 0 0,18 1 1 0 0,-19 2-96 0 0,-6-2 49 0 0,-1 1-52 0 0,-1-1-1 0 0,0 1 1 0 0,1 0-1 0 0,-1-1 1 0 0,0 1-1 0 0,1-1 0 0 0,-1 1 1 0 0,0 0-1 0 0,0-1 1 0 0,0 1-1 0 0,1 0 1 0 0,-1-1-1 0 0,0 1 1 0 0,0 0-1 0 0,0-1 0 0 0,0 1 1 0 0,0 0-1 0 0,0 0 1 0 0,0 0-1 0 0,-3 14 213 0 0,1-7-129 0 0,-2-1 0 0 0,1 0 0 0 0,-1-1 0 0 0,0 1 0 0 0,-1-1 0 0 0,1 0 1 0 0,-1 0-1 0 0,-10 9 0 0 0,-5 8 160 0 0,-15 25 89 0 0,35-45-287 0 0,0 0-53 0 0,1 1 0 0 0,0-1-1 0 0,0 1 1 0 0,0-1 0 0 0,1 0 0 0 0,-1 0 0 0 0,1 1 0 0 0,0-1 0 0 0,0 0 0 0 0,0 0 0 0 0,0 0 0 0 0,0-1 0 0 0,1 1-1 0 0,-1 0 1 0 0,5 3 0 0 0,1-1-1 0 0,-1 0-1 0 0,1-1 1 0 0,0 0-1 0 0,11 4 1 0 0,1 1 1 0 0,3 1-1 0 0,-18-8 0 0 0,0 0 0 0 0,-1 0 0 0 0,1 0 0 0 0,-1 0 0 0 0,1 1 0 0 0,-1-1 0 0 0,0 1 0 0 0,7 7 0 0 0,-5-2 0 0 0,-4 2 0 0 0,-2-7 18 0 0,-1 1 0 0 0,1-1-1 0 0,-1 1 1 0 0,0-1 0 0 0,0 0 0 0 0,0 0-1 0 0,0 0 1 0 0,-1 0 0 0 0,0 1 0 0 0,1-2-1 0 0,-1 1 1 0 0,0 0 0 0 0,0 0 0 0 0,0-1-1 0 0,-3 3 1 0 0,-4 4 40 0 0,0-1 1 0 0,-18 13-1 0 0,1-3-205 0 0,0-2-1 0 0,-1-1 1 0 0,0-1 0 0 0,-1-1 0 0 0,-1-1 0 0 0,0-2 0 0 0,-31 7-1 0 0,46-17-856 0 0,14 0 943 0 0,-1 0 0 0 0,1 0 0 0 0,0 0 0 0 0,0 0 0 0 0,0 0 0 0 0,0 0 0 0 0,-1 0 0 0 0,1 0 0 0 0,0 0 0 0 0,0-1 0 0 0,0 1 0 0 0,0 0 0 0 0,0 0 0 0 0,0 0 0 0 0,-1 0 0 0 0,1 0-1 0 0,0-1 1 0 0,0 1 0 0 0,0 0 0 0 0,0 0 0 0 0,0 0 0 0 0,0 0 0 0 0,0 0 0 0 0,0-1 0 0 0,0 1 0 0 0,0 0 0 0 0,0 0 0 0 0,0 0 0 0 0,0-1 0 0 0,0 1 0 0 0,0 0 0 0 0,0 0 0 0 0,0 0 0 0 0,0 0-1 0 0,0-1 1 0 0,0 1 0 0 0,1-2-331 0 0,0 0 0 0 0,0 0-1 0 0,1 0 1 0 0,-1 1-1 0 0,0-1 1 0 0,1 0 0 0 0,-1 1-1 0 0,4-3 1 0 0,32-30-3695 0 0,-16 12 1583 0 0</inkml:trace>
  <inkml:trace contextRef="#ctx0" brushRef="#br0" timeOffset="1">573 109 9671 0 0,'59'-30'2151'0'0,"-28"17"5323"0"0,37-9-1 0 0,-24 10-4778 0 0,-33 10-2574 0 0,20-6 435 0 0,-1 1-1 0 0,1 2 1 0 0,43-2-1 0 0,-22 6-2918 0 0,18-1-5924 0 0,-49 4-823 0 0</inkml:trace>
  <inkml:trace contextRef="#ctx0" brushRef="#br0" timeOffset="2">928 165 15663 0 0,'-15'5'1420'0'0,"-9"3"-1090"0"0,8-6 11857 0 0,38-1-11705 0 0,11-1-272 0 0,35-10-1302 0 0,-1-4 0 0 0,72-25 0 0 0,-106 29 380 0 0,20-6-1182 0 0,-1 0-341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2 20703 0 0,'0'0'951'0'0,"-8"-1"309"0"0,4 0-1091 0 0,-1 1 1 0 0,1 1-1 0 0,0-1 1 0 0,-1 1 0 0 0,1 0-1 0 0,0 0 1 0 0,0 0-1 0 0,-1 0 1 0 0,1 1-1 0 0,-7 4 1 0 0,2-2 546 0 0,1 1 0 0 0,0 1 0 0 0,-14 11 0 0 0,-8 13 408 0 0,1 2-1 0 0,2 0 1 0 0,-46 71 0 0 0,67-94-1088 0 0,1 0 1 0 0,1 0 0 0 0,-1 1-1 0 0,1-1 1 0 0,1 1 0 0 0,0 0-1 0 0,1 0 1 0 0,-1 0 0 0 0,0 15-1 0 0,3-22-27 0 0,0 1 0 0 0,0 0 1 0 0,0 0-1 0 0,0 0 0 0 0,1-1 0 0 0,0 1 0 0 0,-1 0 0 0 0,2-1 0 0 0,-1 1 0 0 0,0 0 0 0 0,0-1 0 0 0,1 1 0 0 0,0-1 0 0 0,0 0 0 0 0,0 0 0 0 0,0 1 0 0 0,0-1 0 0 0,1-1 0 0 0,0 1 0 0 0,-1 0 1 0 0,1-1-1 0 0,0 1 0 0 0,0-1 0 0 0,0 0 0 0 0,0 0 0 0 0,1 0 0 0 0,-1 0 0 0 0,6 1 0 0 0,10 4-33 0 0,1-1-1 0 0,0 0 1 0 0,0-2 0 0 0,0-1 0 0 0,1 0-1 0 0,37-1 1 0 0,-21-4-45 0 0,1-1 1 0 0,69-15-1 0 0,-96 16 40 0 0,0-1-1 0 0,0 0 1 0 0,0-1-1 0 0,0 0 1 0 0,-1-1-1 0 0,0 0 1 0 0,0 0-1 0 0,0-1 1 0 0,0-1-1 0 0,-1 0 1 0 0,0 0-1 0 0,0-1 1 0 0,-1 0-1 0 0,0 0 1 0 0,11-15-1 0 0,-17 18 27 0 0,1 0-1 0 0,-1 1 1 0 0,1-1-1 0 0,-1 0 1 0 0,-1-1-1 0 0,1 1 1 0 0,-1 0 0 0 0,0 0-1 0 0,0-1 1 0 0,0 1-1 0 0,-1-1 1 0 0,0 1-1 0 0,0-1 1 0 0,0 1 0 0 0,-1-1-1 0 0,1 1 1 0 0,-1 0-1 0 0,-1-1 1 0 0,1 1-1 0 0,-4-8 1 0 0,1 5-3 0 0,1 0 0 0 0,-2 0 0 0 0,1 1 0 0 0,-1-1 0 0 0,0 1 0 0 0,-1 0 0 0 0,1 0 0 0 0,-2 1 0 0 0,1 0 0 0 0,0 0 0 0 0,-16-10 0 0 0,-2 1-329 0 0,-1 1 0 0 0,-1 2-1 0 0,0 1 1 0 0,-47-15 0 0 0,40 18-509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128 115 14279 0 0,'-11'3'256'0'0,"-1"-2"-1"0"0,1 1 1 0 0,0-2 0 0 0,-1 1-1 0 0,-22-4 1 0 0,-3-4 3765 0 0,48 6 4439 0 0,51-1-7606 0 0,30 3-458 0 0,88-2 123 0 0,570-53-1051 0 0,-610 31-1737 0 0,-48 3-1985 0 0,-76 17 3081 0 0,22-6-6975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20359 0 0,'-48'2'1784'0'0,"-8"1"-640"0"0,55-3-1006 0 0,0 0-1 0 0,1 0 1 0 0,-1 0 0 0 0,0 0-1 0 0,0 1 1 0 0,0-1 0 0 0,1 0-1 0 0,-1 0 1 0 0,0 1 0 0 0,0-1-1 0 0,1 0 1 0 0,-1 1 0 0 0,0-1-1 0 0,0 0 1 0 0,1 1 0 0 0,-1-1-1 0 0,0 1 1 0 0,1 0 0 0 0,-1-1-1 0 0,1 1 1 0 0,-1-1 0 0 0,1 1-1 0 0,-1 0 1 0 0,1-1-1 0 0,-1 1 1 0 0,1 0 0 0 0,0 0-1 0 0,-1 0 1 0 0,1 0-84 0 0,0 1 0 0 0,0-1 0 0 0,1 0 0 0 0,-1 0 0 0 0,0 0-1 0 0,1 1 1 0 0,-1-1 0 0 0,1 0 0 0 0,-1 0 0 0 0,1 0 0 0 0,-1 0 0 0 0,1 0 0 0 0,0 0 0 0 0,-1 0-1 0 0,1 0 1 0 0,0 0 0 0 0,0 0 0 0 0,1 1 0 0 0,6 4 9 0 0,-1 1 1 0 0,2-1-1 0 0,-1 0 0 0 0,1-1 1 0 0,13 7-1 0 0,50 17 123 0 0,-69-28-176 0 0,47 15 92 0 0,-36-13-70 0 0,0 2-1 0 0,0-1 0 0 0,0 2 0 0 0,14 7 1 0 0,-24-11 19 0 0,-1 1 0 0 0,1-1 1 0 0,0 1-1 0 0,-1 0 0 0 0,0-1 0 0 0,1 2 1 0 0,-1-1-1 0 0,4 5 0 0 0,-7-7-21 0 0,1 0 1 0 0,-1 1-1 0 0,1-1 0 0 0,0 0 1 0 0,-1 0-1 0 0,0 1 0 0 0,1-1 0 0 0,-1 0 1 0 0,0 1-1 0 0,0-1 0 0 0,0 0 0 0 0,0 1 1 0 0,0-1-1 0 0,0 0 0 0 0,0 1 0 0 0,0-1 1 0 0,0 0-1 0 0,-1 1 0 0 0,1-1 0 0 0,-1 0 1 0 0,1 0-1 0 0,-1 1 0 0 0,1-1 0 0 0,-1 0 1 0 0,1 0-1 0 0,-1 0 0 0 0,0 0 0 0 0,0 0 1 0 0,0 0-1 0 0,0 0 0 0 0,0 0 0 0 0,-1 1 1 0 0,-14 12 16 0 0,-1-1 1 0 0,-1-1 0 0 0,1 0 0 0 0,-38 17-1 0 0,5-3-8578 0 0,24-10-1055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21799 0 0,'0'0'2369'0'0,"1"3"-2090"0"0,16 82 1314 0 0,-2-19-426 0 0,8 46 172 0 0,5-1-1 0 0,74 189 1 0 0,-73-241-1163 0 0,-28-57 104 0 0,4-15-208 0 0,15-62-97 0 0,-15 50-2 0 0,14-35-1 0 0,-4 22-82 0 0,21-38 0 0 0,-30 65 78 0 0,1 0 0 0 0,0 0 0 0 0,1 0 0 0 0,0 1-1 0 0,1 0 1 0 0,0 1 0 0 0,15-13 0 0 0,-22 21 28 0 0,-1 0 0 0 0,1 0 0 0 0,-1 0 0 0 0,1 0 0 0 0,0 0 0 0 0,-1 0 0 0 0,1 1 0 0 0,0-1 0 0 0,0 0 0 0 0,-1 1 0 0 0,1 0 0 0 0,0-1 0 0 0,0 1 0 0 0,0 0 0 0 0,0 0 0 0 0,0 0 0 0 0,-1 0 0 0 0,5 1 0 0 0,-4 0 4 0 0,1 0 1 0 0,0 0-1 0 0,0 0 0 0 0,-1 0 0 0 0,1 1 0 0 0,0 0 1 0 0,-1-1-1 0 0,0 1 0 0 0,1 0 0 0 0,3 4 0 0 0,0 2 23 0 0,1 0 0 0 0,-1 0 0 0 0,0 1 0 0 0,-1-1 0 0 0,8 19 0 0 0,-4-3 28 0 0,-2 0 1 0 0,9 42 0 0 0,-11-40-245 0 0,1 0 0 0 0,11 25 0 0 0,-16-48-686 0 0,1 2 940 0 0,10 0-5646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6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13823 0 0,'0'0'13048'0'0,"2"0"-12419"0"0,24 2 763 0 0,42-1 0 0 0,-8-1-886 0 0,-21-3-322 0 0,-32 2-170 0 0,-1 0 0 0 0,1 0 0 0 0,0 1 0 0 0,-1 0 0 0 0,1 0 0 0 0,0 0 0 0 0,0 1 0 0 0,-1 0 0 0 0,1 1 0 0 0,10 3 0 0 0,-15-5 177 0 0,-3 2-92 0 0,0 0-81 0 0,0 1 1 0 0,-1-1 0 0 0,1 1-1 0 0,0-1 1 0 0,-1 0 0 0 0,0 0-1 0 0,1 0 1 0 0,-1 0 0 0 0,0 0-1 0 0,0 0 1 0 0,0 0-1 0 0,-1-1 1 0 0,1 1 0 0 0,-5 2-1 0 0,-4 2 108 0 0,-26 8-1 0 0,0 1 1 0 0,17-4-46 0 0,20-11-80 0 0,0 0 0 0 0,-1 0 1 0 0,1 1-1 0 0,0-1 0 0 0,0 0 1 0 0,-1 0-1 0 0,1 0 1 0 0,0 0-1 0 0,0 1 0 0 0,-1-1 1 0 0,1 0-1 0 0,0 0 0 0 0,0 0 1 0 0,0 1-1 0 0,-1-1 0 0 0,1 0 1 0 0,0 1-1 0 0,0-1 0 0 0,0 0 1 0 0,0 0-1 0 0,0 1 0 0 0,-1-1 1 0 0,1 0-1 0 0,0 1 1 0 0,0-1-1 0 0,0 0 0 0 0,0 0 1 0 0,0 1-1 0 0,0-1 0 0 0,0 0 1 0 0,0 1-1 0 0,0-1 0 0 0,0 0 1 0 0,0 1-1 0 0,1-1 0 0 0,-1 0 1 0 0,0 1-1 0 0,0-1 0 0 0,0 0 1 0 0,0 0-1 0 0,0 1 1 0 0,0-1-1 0 0,1 0 0 0 0,-1 0 1 0 0,0 1-1 0 0,0-1 0 0 0,10 9-3 0 0,-10-9 3 0 0,11 6 0 0 0,-1 0 0 0 0,1-1 0 0 0,0 0-1 0 0,0-1 1 0 0,0 0 0 0 0,13 1 0 0 0,0 2-10 0 0,-13-3-17 0 0,3 0 17 0 0,0 0 0 0 0,16 8 1 0 0,-27-10 9 0 0,0-1 0 0 0,0 1 0 0 0,-1-1 0 0 0,1 1 1 0 0,-1 0-1 0 0,1 0 0 0 0,-1 0 0 0 0,0 0 0 0 0,1 0 1 0 0,-1 0-1 0 0,0 1 0 0 0,-1-1 0 0 0,1 1 0 0 0,0-1 1 0 0,-1 1-1 0 0,3 4 0 0 0,-4-5 3 0 0,0 0 1 0 0,0 0-1 0 0,0 0 0 0 0,0 0 0 0 0,0 0 1 0 0,0 0-1 0 0,-1 1 0 0 0,1-2 0 0 0,-1 1 1 0 0,1 0-1 0 0,-1 0 0 0 0,0 0 0 0 0,0 0 1 0 0,0 0-1 0 0,0 0 0 0 0,0-1 1 0 0,0 1-1 0 0,0 0 0 0 0,0-1 0 0 0,-1 1 1 0 0,1-1-1 0 0,-1 0 0 0 0,1 1 0 0 0,-3 0 1 0 0,-2 4 24 0 0,-1-1 0 0 0,0-1-1 0 0,0 0 1 0 0,-13 7 0 0 0,6-5-133 0 0,1-1 0 0 0,-1 0 1 0 0,1-1-1 0 0,-1-1 0 0 0,-1 0 0 0 0,1-1 0 0 0,0 0 0 0 0,0-1 0 0 0,-24-1 0 0 0,35 0-263 0 0,1-1 0 0 0,0 1-1 0 0,-1-1 1 0 0,1 0 0 0 0,0 1 0 0 0,0-1 0 0 0,-1 0-1 0 0,1 0 1 0 0,0 0 0 0 0,0-1 0 0 0,0 1 0 0 0,-2-2-1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7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14279 0 0,'0'0'1103'0'0,"2"0"-720"0"0,4-1 921 0 0,1 0 1 0 0,-1 0-1 0 0,1 0 0 0 0,7-3 1 0 0,22-4 3955 0 0,40-1-3988 0 0,60-6 908 0 0,-70 8-4094 0 0,-47 3-18 0 0,0 2 0 0 0,0 0 0 0 0,0 1 0 0 0,32 3 0 0 0,-36 1-6446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7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75 9671 0 0,'0'0'748'0'0,"-22"-10"13693"0"0,22 10-14318 0 0,21-3 6527 0 0,-10 2-8060 0 0,201-32 719 0 0,-79 9-5479 0 0,-109 20 4159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 11519 0 0,'-6'-5'13815'0'0,"5"7"-12262"0"0,-2 13-913 0 0,1 1 0 0 0,1-1 0 0 0,0 0 0 0 0,1 1 0 0 0,3 26 0 0 0,0-5-85 0 0,1 22-319 0 0,3-1 1 0 0,2 1-1 0 0,3-1 0 0 0,3-1 1 0 0,37 95-1 0 0,-25-85-225 0 0,-27-67-11 0 0,0 0 0 0 0,1 0 0 0 0,-1 0 0 0 0,0 1 0 0 0,0-1 0 0 0,0 0 0 0 0,0 0 0 0 0,0 0 0 0 0,0 0 0 0 0,0 1 0 0 0,0-1 0 0 0,1 0 0 0 0,-1 0 0 0 0,0 0 0 0 0,0 0 0 0 0,0 0 0 0 0,0 1 0 0 0,0-1 0 0 0,1 0 0 0 0,-1 0 0 0 0,0 0 0 0 0,0 0 0 0 0,0 0 0 0 0,1 0 0 0 0,-1 0 0 0 0,0 0 0 0 0,0 0 0 0 0,0 0 0 0 0,1 0 0 0 0,-1 0 0 0 0,0 0 0 0 0,0 0 0 0 0,0 0 0 0 0,1 0 0 0 0,-1 0 0 0 0,0 0 0 0 0,0 0 0 0 0,0 0 0 0 0,1 0 0 0 0,-1 0 0 0 0,0 0 0 0 0,0 0 0 0 0,0 0 0 0 0,1 0 0 0 0,-1 0 0 0 0,0-1 0 0 0,0 1 0 0 0,0 0 0 0 0,0 0 0 0 0,0 0 0 0 0,1 0 0 0 0,-1 0 0 0 0,0-1 0 0 0,0 1 0 0 0,0 0 0 0 0,0 0 0 0 0,0 0 0 0 0,0 0 0 0 0,0-1 0 0 0,1 1 0 0 0,-1 0 0 0 0,0 0 0 0 0,0 0 0 0 0,0-1 0 0 0,5-11 0 0 0,-5 12 0 0 0,17-46-12 0 0,25-48 0 0 0,-31 73-27 0 0,2 0 1 0 0,0 1 0 0 0,1 0-1 0 0,20-22 1 0 0,-32 40 38 0 0,0 0 0 0 0,1-1 0 0 0,-1 1 0 0 0,1 0 0 0 0,-1 0 0 0 0,7-2 0 0 0,4 0 0 0 0,-9 7 0 0 0,-3-2 0 0 0,1 0 6 0 0,0 1 0 0 0,0-1 0 0 0,0 1 0 0 0,-1 0-1 0 0,1 0 1 0 0,0 0 0 0 0,-1 0 0 0 0,1 0 0 0 0,-1 1 0 0 0,0-1 0 0 0,0 0 0 0 0,2 5 0 0 0,8 34 138 0 0,-9-30-149 0 0,2 5-8 0 0,1 0 0 0 0,0-1 0 0 0,0 1 0 0 0,2-1 0 0 0,0 0-1 0 0,1-1 1 0 0,10 16 0 0 0,-13-24-284 0 0,0 1-1 0 0,1-1 1 0 0,-1 0-1 0 0,1-1 1 0 0,1 1-1 0 0,-1-1 1 0 0,1 0-1 0 0,0-1 1 0 0,0 0-1 0 0,0 0 1 0 0,1 0-1 0 0,-1-1 0 0 0,1 0 1 0 0,0 0-1 0 0,0-1 1 0 0,8 1-1 0 0,-7-1-438 0 0,8 1-2696 0 0,33 2 1 0 0,-24-6-4159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378 109 15263 0 0,'2'-4'486'0'0,"0"-1"0"0"0,0 0 0 0 0,-1 0 0 0 0,0 0 0 0 0,0 0 0 0 0,0-1 0 0 0,0 1 0 0 0,-1-10 0 0 0,0 14-213 0 0,0 0 1 0 0,-1-1 0 0 0,1 1 0 0 0,0 0 0 0 0,-1 0 0 0 0,1 0 0 0 0,-1 0 0 0 0,0 0 0 0 0,1 0-1 0 0,-1 0 1 0 0,0 0 0 0 0,0 0 0 0 0,1 0 0 0 0,-1 0 0 0 0,-2-1 0 0 0,-14-10 1730 0 0,9 8-1637 0 0,0 0 0 0 0,0 1 0 0 0,0 0 1 0 0,-1 0-1 0 0,1 1 0 0 0,-1 0 0 0 0,0 1 0 0 0,0 0 0 0 0,1 0 0 0 0,-1 1 0 0 0,-11 1 0 0 0,-7 4-69 0 0,26-5-280 0 0,-1 1-1 0 0,1-1 0 0 0,0 1 0 0 0,-1 0 0 0 0,1-1 0 0 0,0 1 0 0 0,-1 0 1 0 0,1 0-1 0 0,0-1 0 0 0,0 1 0 0 0,0 0 0 0 0,0 0 0 0 0,0 0 0 0 0,0 1 1 0 0,0-1-1 0 0,0 0 0 0 0,-1 2 0 0 0,1 1-12 0 0,0 0-1 0 0,0 0 1 0 0,0 0-1 0 0,0 0 1 0 0,1 0-1 0 0,0 0 1 0 0,0 0-1 0 0,0 0 1 0 0,0 0-1 0 0,1 0 1 0 0,0 0-1 0 0,-1 0 1 0 0,2 0-1 0 0,-1 0 1 0 0,0 0-1 0 0,3 5 1 0 0,0 1 2 0 0,31 90 6 0 0,21 66 38 0 0,-49-141-128 0 0,0 0-1 0 0,-2 0 1 0 0,0 1 0 0 0,-2 0-1 0 0,0 40 1 0 0,-4-62-180 0 0,0 1 0 0 0,0 0 0 0 0,0-1 0 0 0,0 1 0 0 0,-1-1 0 0 0,0 1 1 0 0,0-1-1 0 0,0 0 0 0 0,-3 5 0 0 0,3-9-116 0 0,1 1 0 0 0,0 0 1 0 0,-1-1-1 0 0,1 1 0 0 0,0-1 1 0 0,-1 0-1 0 0,1 0 0 0 0,0 1 1 0 0,-1-1-1 0 0,1 0 0 0 0,0 0 1 0 0,-1 0-1 0 0,1 0 0 0 0,-1-1 1 0 0,-1 1-1 0 0,1 0-884 0 0,-7-2-6586 0 0</inkml:trace>
  <inkml:trace contextRef="#ctx0" brushRef="#br0" timeOffset="1">0 460 2759 0 0,'0'0'20903'0'0,"2"-1"-19805"0"0,49-5 1841 0 0,15-2-1678 0 0,173-54-3294 0 0,-205 51-23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28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41 8287 0 0,'0'0'756'0'0,"1"-1"-622"0"0,0 0 207 0 0,0 0 0 0 0,-1 0 0 0 0,1 0 0 0 0,0 0 1 0 0,0 0-1 0 0,0 0 0 0 0,0 1 0 0 0,0-1 0 0 0,1 0 0 0 0,-1 0 1 0 0,0 1-1 0 0,0-1 0 0 0,0 1 0 0 0,1 0 0 0 0,-1-1 0 0 0,2 1 1 0 0,1-2 1712 0 0,27-6 6985 0 0,20 4-6059 0 0,-5 0-2166 0 0,-6-1-689 0 0,75 1-1 0 0,-11 8-3189 0 0,-78-2 1672 0 0</inkml:trace>
  <inkml:trace contextRef="#ctx0" brushRef="#br0" timeOffset="1">1 169 14743 0 0,'2'1'4180'0'0,"14"4"352"0"0,30 7 0 0 0,20-4-1127 0 0,69-7-3729 0 0,-77-1 1198 0 0,37-3-1529 0 0,101-17 0 0 0,-162 14-2473 0 0,-19 3 1311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5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74 20239 0 0,'-3'-2'245'0'0,"0"-1"-1"0"0,-1 1 1 0 0,1 0-1 0 0,-1 1 0 0 0,1-1 1 0 0,-1 0-1 0 0,0 1 1 0 0,-6-2-1 0 0,9 3-198 0 0,0 0 0 0 0,1 0-1 0 0,-1-1 1 0 0,0 1 0 0 0,1 0 0 0 0,-1-1-1 0 0,0 1 1 0 0,1 0 0 0 0,-1-1 0 0 0,1 1-1 0 0,-1-1 1 0 0,1 1 0 0 0,-1-1 0 0 0,1 0-1 0 0,-1 1 1 0 0,1-1 0 0 0,-1 1 0 0 0,1-1-1 0 0,0 0 1 0 0,-1 1 0 0 0,1-1 0 0 0,0 0-1 0 0,0 1 1 0 0,0-1 0 0 0,-1 0 0 0 0,1 0-1 0 0,0 1 1 0 0,0-1 0 0 0,0 0 0 0 0,0 1-1 0 0,0-1 1 0 0,0 0 0 0 0,0 0 0 0 0,1 1-1 0 0,-1-1 1 0 0,0 0 0 0 0,0 1 0 0 0,0-1-1 0 0,1 0 1 0 0,-1 0 0 0 0,0 1 0 0 0,1-1-1 0 0,-1 1 1 0 0,1-2 0 0 0,7-2 74 0 0,0 0 0 0 0,0 0-1 0 0,1 1 1 0 0,0 0 0 0 0,-1 0 0 0 0,1 1 0 0 0,0 0 0 0 0,0 1 0 0 0,16-1-1 0 0,-22 2-64 0 0,1 0 0 0 0,0 0-1 0 0,-1 1 1 0 0,1-1 0 0 0,0 1-1 0 0,-1 0 1 0 0,1 0 0 0 0,-1 0-1 0 0,1 1 1 0 0,-1-1 0 0 0,6 4 0 0 0,-7-3-39 0 0,0 0 1 0 0,0 0 0 0 0,0 0 0 0 0,0 0 0 0 0,0 0 0 0 0,0 0 0 0 0,0 1-1 0 0,-1-1 1 0 0,1 1 0 0 0,-1-1 0 0 0,0 1 0 0 0,0 0 0 0 0,0-1 0 0 0,0 1-1 0 0,0 0 1 0 0,0 5 0 0 0,0-1 0 0 0,0 1-1 0 0,-1 0 1 0 0,0-1 0 0 0,0 1-1 0 0,-1 0 1 0 0,0 0 0 0 0,0-1-1 0 0,-1 1 1 0 0,0-1 0 0 0,-6 14-1 0 0,-3 3 135 0 0,-26 41 0 0 0,28-50-115 0 0,-99 141 1030 0 0,-9 16 315 0 0,90-129-1023 0 0,-18 30 181 0 0,41-65-480 0 0,1 0-1 0 0,0 0 1 0 0,0 0 0 0 0,0 1 0 0 0,1-1 0 0 0,0 1 0 0 0,0 12 0 0 0,1-19-49 0 0,1 0-1 0 0,0 0 1 0 0,0 0-1 0 0,1 0 1 0 0,-1 0 0 0 0,0 0-1 0 0,1 1 1 0 0,-1-1-1 0 0,1 0 1 0 0,0 0-1 0 0,0 0 1 0 0,0 0 0 0 0,0-1-1 0 0,0 1 1 0 0,0 0-1 0 0,0 0 1 0 0,3 2 0 0 0,-2-2-5 0 0,0 0 1 0 0,1 0 0 0 0,-1 0 0 0 0,1-1 0 0 0,0 1 0 0 0,-1-1 0 0 0,1 1 0 0 0,0-1-1 0 0,0 0 1 0 0,6 1 0 0 0,1 0-47 0 0,1-1-1 0 0,-1 0 0 0 0,1-1 0 0 0,-1 0 1 0 0,0-1-1 0 0,13-1 0 0 0,45-12-1980 0 0,83-26 0 0 0,-137 35 888 0 0,0-1-1 0 0,-1 0 0 0 0,13-7 1 0 0,5-5-7165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20503 0 0,'0'0'3376'0'0,"-1"2"-2909"0"0,-14 19 1295 0 0,1 1 0 0 0,-19 39 1 0 0,19-33-1200 0 0,-24 37 0 0 0,8-21-275 0 0,-25 33-123 0 0,54-74-157 0 0,-11 7 6 0 0,10-7 28 0 0,2-3-41 0 0,0 1-1 0 0,0-1 0 0 0,0 0 0 0 0,-1 1 1 0 0,1-1-1 0 0,0 1 0 0 0,0-1 0 0 0,0 1 1 0 0,0-1-1 0 0,0 1 0 0 0,0-1 0 0 0,0 1 1 0 0,0-1-1 0 0,0 0 0 0 0,0 1 0 0 0,0-1 1 0 0,0 1-1 0 0,0-1 0 0 0,0 1 1 0 0,0-1-1 0 0,1 1 0 0 0,-1-1 0 0 0,0 0 1 0 0,0 1-1 0 0,1-1 0 0 0,-1 1 0 0 0,0-1 1 0 0,0 0-1 0 0,1 1 0 0 0,-1-1 0 0 0,0 0 1 0 0,1 1-1 0 0,-1-1 0 0 0,0 0 0 0 0,1 0 1 0 0,-1 1-1 0 0,1-1 0 0 0,0 0 1 0 0,-1 1-1 0 0,1 0 0 0 0,0 0 0 0 0,-1 0 0 0 0,1-1 0 0 0,0 1 0 0 0,-1 0 0 0 0,1-1 0 0 0,0 1 0 0 0,0-1 0 0 0,0 1 0 0 0,-1-1 0 0 0,1 1 0 0 0,0-1 0 0 0,0 0 0 0 0,0 1 0 0 0,0-1 0 0 0,0 0 0 0 0,1 0 0 0 0,1 1 0 0 0,5 2-3 0 0,0-1 0 0 0,0 0-1 0 0,0 0 1 0 0,0-1 0 0 0,1 0 0 0 0,13 0-1 0 0,51-7-103 0 0,-25 2 29 0 0,-14 1-392 0 0,-1 0 0 0 0,0-2 0 0 0,39-12 0 0 0,-59 14 102 0 0,-6 1-195 0 0,-1 0 0 0 0,1 0 0 0 0,-1 0-1 0 0,7-4 1 0 0,-13 6 406 0 0,0-1 0 0 0,1 1 0 0 0,-1 0 0 0 0,0-1 0 0 0,1 1 0 0 0,-1-1 0 0 0,0 1 0 0 0,1-1 0 0 0,-1 1 0 0 0,0 0 0 0 0,0-1-1 0 0,1 1 1 0 0,-1-1 0 0 0,0 1 0 0 0,0-1 0 0 0,0 0 0 0 0,0 1 0 0 0,0-1 0 0 0,0 1 0 0 0,0-1 0 0 0,0 1 0 0 0,0-1 0 0 0,0 1 0 0 0,0-1 0 0 0,0 1 0 0 0,0-1 0 0 0,-1 0 0 0 0,-5-14-2543 0 0,3 11 1627 0 0,0 0-1 0 0,0 1 1 0 0,0-1 0 0 0,-1 0-1 0 0,-6-4 1 0 0,-2 0-1158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6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24 13039 0 0,'-15'-16'1394'0'0,"7"8"3042"0"0,11 18 3174 0 0,3 5-7806 0 0,-1 3 855 0 0,-1-7-219 0 0,-1 1 1 0 0,-1-1-1 0 0,3 17 0 0 0,23 266 1432 0 0,-27-283-2347 0 0,0 0 0 0 0,1 0 0 0 0,1 0 0 0 0,4 12 0 0 0,-6-20 316 0 0,0 0-1 0 0,0-1 1 0 0,1 1-1 0 0,-1 0 1 0 0,1 0-1 0 0,0-1 1 0 0,0 1-1 0 0,0-1 1 0 0,0 0 0 0 0,0 1-1 0 0,0-1 1 0 0,1 0-1 0 0,-1 0 1 0 0,1 0-1 0 0,-1-1 1 0 0,1 1-1 0 0,0-1 1 0 0,0 1 0 0 0,4 0-1 0 0,22 6-4406 0 0,-12-9-3080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55 18943 0 0,'-1'-3'174'0'0,"1"0"-1"0"0,-1 1 0 0 0,0-1 1 0 0,0 0-1 0 0,0 1 0 0 0,0-1 1 0 0,0 1-1 0 0,0 0 0 0 0,-1-1 1 0 0,1 1-1 0 0,-1 0 0 0 0,0 0 1 0 0,1 0-1 0 0,-1 0 0 0 0,0 0 1 0 0,0 0-1 0 0,0 1 1 0 0,-1-1-1 0 0,1 0 0 0 0,0 1 1 0 0,-1 0-1 0 0,1 0 0 0 0,0 0 1 0 0,-1 0-1 0 0,0 0 0 0 0,1 0 1 0 0,-1 0-1 0 0,1 1 0 0 0,-6-1 1 0 0,2 1 152 0 0,0 0 0 0 0,0 0-1 0 0,0 0 1 0 0,0 1 0 0 0,0 0 0 0 0,0 0 0 0 0,1 1 0 0 0,-1 0 0 0 0,0 0 0 0 0,1 0 0 0 0,-1 0 0 0 0,-8 6-1 0 0,-5 4 104 0 0,-1 1 0 0 0,2 1-1 0 0,0 1 1 0 0,1 0 0 0 0,-22 25-1 0 0,37-38-403 0 0,1 1-1 0 0,-1-1 1 0 0,0 1-1 0 0,1-1 1 0 0,0 1-1 0 0,0 0 0 0 0,0 0 1 0 0,0-1-1 0 0,0 1 1 0 0,0 0-1 0 0,1 0 1 0 0,-1 0-1 0 0,1 0 0 0 0,0 0 1 0 0,0 0-1 0 0,0 0 1 0 0,0 0-1 0 0,1 0 1 0 0,-1 0-1 0 0,1 0 0 0 0,0-1 1 0 0,-1 1-1 0 0,1 0 1 0 0,1 0-1 0 0,-1-1 1 0 0,0 1-1 0 0,3 3 0 0 0,-2-4-123 0 0,1 1 0 0 0,0-1 1 0 0,0 0-1 0 0,0-1 0 0 0,0 1 0 0 0,0 0 0 0 0,0-1 0 0 0,0 0 0 0 0,1 0 0 0 0,-1 0 0 0 0,1 0 0 0 0,-1 0 0 0 0,5 0 0 0 0,7 1-146 0 0,0 0 0 0 0,17-1 0 0 0,-26-2 167 0 0,0 1 0 0 0,1-1 1 0 0,-1 0-1 0 0,0 0 0 0 0,0-1 0 0 0,0 0 0 0 0,11-5 1 0 0,13-9-340 0 0,44-19-421 0 0,-74 35 850 0 0,1 0 1 0 0,-1 1-1 0 0,0-1 0 0 0,1 1 0 0 0,-1-1 1 0 0,1 1-1 0 0,-1-1 0 0 0,0 1 1 0 0,1-1-1 0 0,-1 1 0 0 0,0-1 0 0 0,0 1 1 0 0,1-1-1 0 0,-1 1 0 0 0,0-1 1 0 0,0 1-1 0 0,0 0 0 0 0,0 0 7 0 0,2 3 64 0 0,-1 0-1 0 0,0 1 1 0 0,0 0 0 0 0,-1-1-1 0 0,0 1 1 0 0,0 0-1 0 0,0 8 1 0 0,-9 35 632 0 0,3-14-407 0 0,3-11-409 0 0,0-1-1 0 0,2 1 1 0 0,0 0-1 0 0,2 0 1 0 0,1 0-1 0 0,0 0 1 0 0,9 32-1 0 0,-10-51-224 0 0,0-1 1 0 0,0 0-1 0 0,0 0 0 0 0,0 0 1 0 0,1 0-1 0 0,0-1 0 0 0,-1 1 1 0 0,1 0-1 0 0,0-1 0 0 0,5 5 0 0 0,2 1-1355 0 0</inkml:trace>
  <inkml:trace contextRef="#ctx0" brushRef="#br0" timeOffset="1">492 560 16127 0 0,'-13'4'712'0'0,"3"-6"4776"0"0,14-5-5904 0 0,1-2-320 0 0,1-3-64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7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26 15663 0 0,'-5'-3'303'0'0,"3"2"-186"0"0,1 0 0 0 0,0 0 0 0 0,-1 1 0 0 0,1-1 0 0 0,-1 1 0 0 0,1-1 0 0 0,0 1 0 0 0,-1 0-1 0 0,1 0 1 0 0,-9 0 7478 0 0,22 6-5710 0 0,-6-4-1591 0 0,1 1-1 0 0,0-1 1 0 0,0-1-1 0 0,0 1 1 0 0,0-1-1 0 0,14 0 1 0 0,-2-1 0 0 0,26-4 1 0 0,45-12-13 0 0,-13 2-152 0 0,-72 13-118 0 0,1 0 0 0 0,-1 1 0 0 0,1 0 0 0 0,-1 0 0 0 0,8 2 0 0 0,-11-2-1 0 0,0 1 0 0 0,0-1 1 0 0,1 1-1 0 0,-1 0 0 0 0,0-1 1 0 0,0 1-1 0 0,0 0 0 0 0,0 0 0 0 0,0 1 1 0 0,-1-1-1 0 0,1 0 0 0 0,0 1 1 0 0,0-1-1 0 0,2 4 0 0 0,-3-4 12 0 0,-1 1 1 0 0,1 0-1 0 0,-1-1 0 0 0,1 1 0 0 0,-1 0 0 0 0,0-1 0 0 0,0 1 0 0 0,0 0 0 0 0,0 0 0 0 0,0-1 0 0 0,0 1 0 0 0,0 0 1 0 0,-1 2-1 0 0,0 2 36 0 0,-4 30 392 0 0,-2-1 0 0 0,-19 56-1 0 0,15-56-706 0 0,-43 179 480 0 0,48-192-885 0 0,0-1-1989 0 0,4-7-8244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7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1 239 14279 0 0,'0'0'1816'0'0,"2"0"-290"0"0,26-3 4373 0 0,16-8-3904 0 0,-2 0-1656 0 0,78-23-109 0 0,-47 12-235 0 0,-39 11 9 0 0,0 0 0 0 0,0-2 0 0 0,-1-2 0 0 0,-1-1 0 0 0,46-30 0 0 0,-65 38-5 0 0,-11 7 1 0 0,0 0-1 0 0,1 0 0 0 0,-1 0 1 0 0,0-1-1 0 0,0 1 0 0 0,-1 0 1 0 0,1-1-1 0 0,0 0 0 0 0,0 1 1 0 0,-1-1-1 0 0,1 0 0 0 0,-1 0 1 0 0,1 0-1 0 0,-1 0 0 0 0,0 0 1 0 0,0 0-1 0 0,0 0 0 0 0,1-4 1 0 0,-1 5 233 0 0,-7 0-20 0 0,1 1-1 0 0,-1-1 1 0 0,1 1 0 0 0,-1 1-1 0 0,1-1 1 0 0,-1 1 0 0 0,1 0-1 0 0,-1 0 1 0 0,1 0 0 0 0,0 1-1 0 0,-1-1 1 0 0,1 1-1 0 0,0 1 1 0 0,0-1 0 0 0,1 1-1 0 0,-9 5 1 0 0,5-2-84 0 0,-1 1 0 0 0,1-1 0 0 0,0 1 1 0 0,1 1-1 0 0,0-1 0 0 0,0 2 0 0 0,-11 16 0 0 0,15-21-94 0 0,1 0 0 0 0,0 0 0 0 0,0 0 0 0 0,0 1 0 0 0,1-1 0 0 0,0 1 0 0 0,-1-1 0 0 0,2 1 0 0 0,-1-1 0 0 0,0 1 0 0 0,1 7 0 0 0,0-9-33 0 0,0-1 0 0 0,1 0 0 0 0,-1 1 0 0 0,1-1 0 0 0,0 1 0 0 0,0-1 1 0 0,0 0-1 0 0,0 1 0 0 0,0-1 0 0 0,0 0 0 0 0,0 0 0 0 0,1 0 0 0 0,-1 0 0 0 0,1 0 1 0 0,0 0-1 0 0,-1-1 0 0 0,1 1 0 0 0,0 0 0 0 0,0-1 0 0 0,0 1 0 0 0,0-1 0 0 0,1 0 1 0 0,1 1-1 0 0,2 1-42 0 0,1 0 1 0 0,-1-1-1 0 0,1 0 1 0 0,0-1 0 0 0,0 1-1 0 0,-1-1 1 0 0,1-1-1 0 0,0 1 1 0 0,0-1-1 0 0,9-1 1 0 0,-7 0-27 0 0,0 0 0 0 0,0-1 0 0 0,0 0 0 0 0,0-1-1 0 0,-1 0 1 0 0,1 0 0 0 0,10-5 0 0 0,-16 6 34 0 0,0-1-1 0 0,1 1 1 0 0,-1 0 0 0 0,0-1-1 0 0,0 0 1 0 0,0 0-1 0 0,-1 0 1 0 0,1 0 0 0 0,3-5-1 0 0,-6 7 22 0 0,1 0 1 0 0,0-1-1 0 0,-1 1 0 0 0,1 0 0 0 0,-1 0 1 0 0,1 0-1 0 0,-1 0 0 0 0,1-1 0 0 0,-1 1 0 0 0,0 0 1 0 0,0 0-1 0 0,1-1 0 0 0,-1 1 0 0 0,0 0 0 0 0,0-1 1 0 0,0 1-1 0 0,-1 0 0 0 0,1 0 0 0 0,0-1 0 0 0,0 1 1 0 0,-1 0-1 0 0,1 0 0 0 0,-1-1 0 0 0,1 1 1 0 0,-1 0-1 0 0,1 0 0 0 0,-1 0 0 0 0,0 0 0 0 0,1 0 1 0 0,-1 0-1 0 0,0 0 0 0 0,0 0 0 0 0,-1-1 0 0 0,-5-3-78 0 0,1 0-1 0 0,-1 1 0 0 0,-1 0 0 0 0,1 0 0 0 0,0 1 0 0 0,-1 0 1 0 0,-15-4-1 0 0,9 3-610 0 0,0 2 0 0 0,0 0 1 0 0,-26 0-1 0 0,35 2 231 0 0,0 1 1 0 0,0-1-1 0 0,0 1 0 0 0,0 0 1 0 0,0 1-1 0 0,0-1 0 0 0,0 1 1 0 0,0 0-1 0 0,-5 3 1 0 0,-9 6-1526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8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4607 0 0,'-2'0'9011'0'0,"-44"18"-466"0"0,34-12-7463 0 0,1 0 1 0 0,-1 1 0 0 0,-17 14 0 0 0,2 0 301 0 0,10-9-427 0 0,-19 19 1 0 0,32-27-790 0 0,1-1 1 0 0,-1 1 0 0 0,1 0 0 0 0,0 1 0 0 0,0-1 0 0 0,0 0-1 0 0,1 1 1 0 0,0 0 0 0 0,0-1 0 0 0,-2 8 0 0 0,2-3-63 0 0,2-9-106 0 0,0 1 0 0 0,0-1 0 0 0,-1 1-1 0 0,1-1 1 0 0,0 1 0 0 0,0-1 0 0 0,0 1-1 0 0,0-1 1 0 0,0 1 0 0 0,0-1 0 0 0,0 1-1 0 0,1-1 1 0 0,-1 1 0 0 0,0-1-1 0 0,0 1 1 0 0,0-1 0 0 0,0 1 0 0 0,1-1-1 0 0,-1 1 1 0 0,0-1 0 0 0,0 1 0 0 0,1-1-1 0 0,-1 1 1 0 0,0-1 0 0 0,1 0 0 0 0,-1 1-1 0 0,1-1 1 0 0,-1 0 0 0 0,0 1 0 0 0,1-1-1 0 0,-1 0 1 0 0,1 1 0 0 0,0-1 0 0 0,0 1-13 0 0,6 3-71 0 0,-1 1 0 0 0,1-1-1 0 0,0-1 1 0 0,0 1 0 0 0,0-1 0 0 0,0 0 0 0 0,0-1-1 0 0,1 0 1 0 0,-1 0 0 0 0,1 0 0 0 0,14 0 0 0 0,5-1-134 0 0,0-1 0 0 0,28-3 0 0 0,-45 2 136 0 0,0-1 1 0 0,-1 1-1 0 0,1-1 0 0 0,0-1 1 0 0,0 0-1 0 0,-1 0 0 0 0,0-1 1 0 0,0-1-1 0 0,11-5 1 0 0,-16 7 3 0 0,-1 1 0 0 0,1-1 0 0 0,-1 0 0 0 0,0 0 0 0 0,1 0 0 0 0,-1 0 0 0 0,-1-1 0 0 0,1 1 0 0 0,0-1 0 0 0,-1 0 0 0 0,0 0 0 0 0,0 1 0 0 0,0-1 0 0 0,0-1 0 0 0,-1 1 0 0 0,1 0 0 0 0,-1 0 0 0 0,0-1 0 0 0,-1 1 0 0 0,1 0 0 0 0,-1-1 0 0 0,0 1 0 0 0,0-5 0 0 0,1-53-4734 0 0,0 44-916 0 0,2-1-1548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16583 0 0,'2'0'460'0'0,"0"0"-1"0"0,-1 0 0 0 0,1 1 1 0 0,0-1-1 0 0,0 1 0 0 0,0 0 1 0 0,-1-1-1 0 0,1 1 0 0 0,0 0 1 0 0,0 0-1 0 0,-1 0 1 0 0,1 0-1 0 0,-1 1 0 0 0,1-1 1 0 0,0 2-1 0 0,3 1 154 0 0,-1 1-1 0 0,1 1 1 0 0,-1-1 0 0 0,4 9-1 0 0,-2-4-341 0 0,-1 0 1 0 0,0 0-1 0 0,-1 1 0 0 0,-1 0 0 0 0,1 0 0 0 0,1 11 0 0 0,1 23-25 0 0,-1 0-1 0 0,-2 84 1 0 0,-13-54-246 0 0,9-70-270 0 0,1 0-1 0 0,-1 0 1 0 0,0-1-1 0 0,-3 8 1 0 0,3-10 143 0 0,0-1 1 0 0,1 1 0 0 0,-1-1-1 0 0,0 1 1 0 0,0-1-1 0 0,0 0 1 0 0,0 1 0 0 0,0-1-1 0 0,0 0 1 0 0,0 0-1 0 0,-1 0 1 0 0,1 1 0 0 0,0-1-1 0 0,-1-1 1 0 0,-2 3-1 0 0,1-2-222 0 0,24-9-6815 0 0</inkml:trace>
  <inkml:trace contextRef="#ctx0" brushRef="#br0" timeOffset="1">192 206 5983 0 0,'-19'5'-1701'0'0,"-2"-1"3678"0"0,17-2-541 0 0,0-1 0 0 0,-1 0 1 0 0,1 1-1 0 0,-6 3 0 0 0,8-4-897 0 0,0 1 0 0 0,0-1-1 0 0,0 1 1 0 0,0 0 0 0 0,0-1 0 0 0,1 1-1 0 0,-1 0 1 0 0,1 0 0 0 0,-1 0 0 0 0,1 0-1 0 0,-1 0 1 0 0,1 1 0 0 0,0-1 0 0 0,0 0-1 0 0,0 1 1 0 0,1-1 0 0 0,-1 0 0 0 0,0 5-1 0 0,-2 3 74 0 0,0-1-1 0 0,0 1 1 0 0,-1-1-1 0 0,-7 14 1 0 0,6-15-286 0 0,1 0-1 0 0,1 1 1 0 0,-1 0 0 0 0,1-1 0 0 0,-3 16-1 0 0,6-21-281 0 0,-1 1-1 0 0,0 0 0 0 0,1 0 1 0 0,0 0-1 0 0,0 0 0 0 0,0-1 1 0 0,0 1-1 0 0,1 0 0 0 0,-1 0 1 0 0,1 0-1 0 0,0 0 0 0 0,0-1 1 0 0,2 6-1 0 0,-2-8-118 0 0,-1 0-1 0 0,1 0 1 0 0,0 0-1 0 0,0 0 1 0 0,-1 0-1 0 0,1 0 1 0 0,0 0-1 0 0,0 0 1 0 0,0 0-1 0 0,0 0 1 0 0,0-1 0 0 0,0 1-1 0 0,0 0 1 0 0,1-1-1 0 0,-1 1 1 0 0,0 0-1 0 0,0-1 1 0 0,0 0-1 0 0,1 1 1 0 0,-1-1-1 0 0,0 0 1 0 0,3 1-1 0 0,0-1-296 0 0,0 0 0 0 0,0 0 0 0 0,0 0 0 0 0,0-1 0 0 0,0 1 0 0 0,5-2 0 0 0,8-4-872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8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18367 0 0,'-13'8'1972'0'0,"4"8"-1813"0"0,8-13-56 0 0,1-1-1 0 0,-1 0 1 0 0,1 1 0 0 0,0-1 0 0 0,0 1-1 0 0,0-1 1 0 0,0 1 0 0 0,1-1 0 0 0,-1 1-1 0 0,1-1 1 0 0,-1 0 0 0 0,1 1 0 0 0,0-1-1 0 0,0 0 1 0 0,0 1 0 0 0,0-1 0 0 0,0 0-1 0 0,0 0 1 0 0,1 0 0 0 0,-1 0 0 0 0,3 2 0 0 0,5 6 118 0 0,0 0 0 0 0,18 14 0 0 0,-18-16-175 0 0,31 24 136 0 0,-24-20-44 0 0,26 25 1 0 0,-33-27-92 0 0,-5-6-50 0 0,0 0 0 0 0,0 0 0 0 0,0 1 0 0 0,0 0 0 0 0,-1 0 0 0 0,0 0 0 0 0,0 0 0 0 0,0 0 0 0 0,1 7 0 0 0,-3-11 28 0 0,-1 0 0 0 0,1 0-1 0 0,-1 0 1 0 0,0 0-1 0 0,1 0 1 0 0,-1 0-1 0 0,0 0 1 0 0,0 1 0 0 0,0-1-1 0 0,0 0 1 0 0,0 0-1 0 0,0 0 1 0 0,0 0 0 0 0,0 1-1 0 0,0-1 1 0 0,0 0-1 0 0,-1 0 1 0 0,1 0-1 0 0,0 0 1 0 0,-1 0 0 0 0,1 0-1 0 0,-2 2 1 0 0,1-2 24 0 0,0 1 0 0 0,-1-1 0 0 0,1 0 0 0 0,-1 1 0 0 0,1-1 0 0 0,-1 0-1 0 0,1 0 1 0 0,-1 0 0 0 0,0 0 0 0 0,0-1 0 0 0,1 1 0 0 0,-4 1 0 0 0,-4 0 142 0 0,-1 0 0 0 0,0-1 0 0 0,0 1-1 0 0,-11-1 1 0 0,21-1-188 0 0,-194 2 1258 0 0,144-3-1141 0 0,40 2-129 0 0,-1-1-1 0 0,-14 4 0 0 0,21-3-315 0 0,1-1-1 0 0,0 1 1 0 0,-1 0-1 0 0,1 0 1 0 0,-1 1-1 0 0,1-1 1 0 0,0 1 0 0 0,0 0-1 0 0,0-1 1 0 0,-4 5-1 0 0,10 2-5614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41 4143 0 0,'-11'8'19676'0'0,"24"-7"-16985"0"0,34 3-1608 0 0,0-3 1 0 0,-1-2 0 0 0,64-9-1 0 0,23-8-986 0 0,-61 9-618 0 0,47-6-4588 0 0,-103 13 3237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4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18055 0 0,'0'0'2048'0'0,"-1"2"-1358"0"0,-1 2-263 0 0,0 1 1 0 0,1 0 0 0 0,0-1 0 0 0,0 1 0 0 0,0 0 0 0 0,0 0-1 0 0,1 0 1 0 0,0 0 0 0 0,0 0 0 0 0,0 0 0 0 0,0 0 0 0 0,3 9-1 0 0,-1 5-369 0 0,-1-16-52 0 0,0 0-1 0 0,0 1 1 0 0,0-1-1 0 0,1 0 0 0 0,-1 0 1 0 0,1 1-1 0 0,0-1 1 0 0,0 0-1 0 0,0-1 1 0 0,0 1-1 0 0,0 0 0 0 0,6 4 1 0 0,-1 0-2 0 0,-7-5-36 0 0,1-1-1 0 0,0 0 1 0 0,0 0 0 0 0,0 0-1 0 0,0 0 1 0 0,0 0-1 0 0,0 0 1 0 0,0 0 0 0 0,1 0-1 0 0,-1-1 1 0 0,0 1 0 0 0,0 0-1 0 0,1-1 1 0 0,-1 1-1 0 0,1-1 1 0 0,-1 1 0 0 0,0-1-1 0 0,1 0 1 0 0,-1 1 0 0 0,3-1-1 0 0,2 0-160 0 0,-5 1-158 0 0,20 3-4653 0 0,-14 0 6723 0 0,-6-3-1406 0 0,0 1-1 0 0,-1 0 1 0 0,1 0 0 0 0,-1 0 0 0 0,1 0 0 0 0,-1 0-1 0 0,0 0 1 0 0,0 0 0 0 0,0-1 0 0 0,0 1 0 0 0,0 0-1 0 0,0 0 1 0 0,0 0 0 0 0,-1 0 0 0 0,0 3 0 0 0,-13 32 783 0 0,8-24-456 0 0,0 0 11 0 0,4-7-430 0 0,-1 1 0 0 0,1-1-1 0 0,1 1 1 0 0,-3 12 0 0 0,3-16-179 0 0,-1 2-31 0 0,-1 0-24 0 0,2-4-77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50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21 5527 0 0,'0'0'423'0'0,"-18"2"12102"0"0,8 0-10412 0 0,1 0 0 0 0,-15 5-1 0 0,-19 12 508 0 0,20-6-1246 0 0,-33 23-1 0 0,52-33-1253 0 0,2-2-87 0 0,1 0 0 0 0,-1 0 0 0 0,1 0 0 0 0,-1 0 0 0 0,1 0 0 0 0,0 1 0 0 0,-1-1 0 0 0,1 0 0 0 0,0 1 0 0 0,0-1 0 0 0,0 1 0 0 0,0-1 0 0 0,0 1-1 0 0,0-1 1 0 0,1 1 0 0 0,-1 0 0 0 0,1-1 0 0 0,-1 1 0 0 0,0 2 0 0 0,2 5-33 0 0,0-7-15 0 0,0 0 0 0 0,1 0 0 0 0,-1 0 0 0 0,1 0 1 0 0,-1 0-1 0 0,1 0 0 0 0,0-1 0 0 0,-1 1 0 0 0,1-1 0 0 0,0 1 0 0 0,0-1 0 0 0,0 0 0 0 0,0 1 1 0 0,1-1-1 0 0,-1 0 0 0 0,0-1 0 0 0,3 2 0 0 0,6 1-96 0 0,0 0 1 0 0,14 2-1 0 0,-13-4 5 0 0,0 1 0 0 0,0-2-1 0 0,0 0 1 0 0,0 0 0 0 0,0-1 0 0 0,0-1-1 0 0,16-4 1 0 0,-19 4-6 0 0,0-1 1 0 0,0 0-1 0 0,0-1 0 0 0,-1 0 0 0 0,1 0 0 0 0,-1-1 0 0 0,0 0 1 0 0,-1 0-1 0 0,1-1 0 0 0,6-7 0 0 0,2-1-248 0 0,21-15-1 0 0,-3 2-198 0 0,-19 10 127 0 0,-15 17 425 0 0,0-1-1 0 0,1 1 0 0 0,-1-1 1 0 0,0 1-1 0 0,0 0 1 0 0,1-1-1 0 0,-1 1 1 0 0,0-1-1 0 0,0 1 1 0 0,0-1-1 0 0,0 1 1 0 0,1-1-1 0 0,-1 1 0 0 0,0-1 1 0 0,0 1-1 0 0,0-1 1 0 0,0 1-1 0 0,0-1 1 0 0,0 1-1 0 0,0 0 1 0 0,-1-1-1 0 0,1 1 0 0 0,0-1 1 0 0,0 0-1 0 0,-4-1 53 0 0,1-1 35 0 0,0 1-1 0 0,-1 0 1 0 0,1-1 0 0 0,0 2-1 0 0,-1-1 1 0 0,0 0 0 0 0,1 1-1 0 0,-1-1 1 0 0,-8 0 0 0 0,10 1 9 0 0,0 1 1 0 0,-1-1 0 0 0,1 1-1 0 0,-1 0 1 0 0,1 0-1 0 0,-1 0 1 0 0,1 1 0 0 0,0-1-1 0 0,-1 0 1 0 0,1 1-1 0 0,0 0 1 0 0,-1-1 0 0 0,1 1-1 0 0,0 0 1 0 0,-1 0-1 0 0,-2 2 1 0 0,4-2 163 0 0,-10 18 182 0 0,4-4-256 0 0,0 0 0 0 0,-6 21 0 0 0,9-22-143 0 0,3-10-33 0 0,0-3-3 0 0,0 0 1 0 0,1 1-1 0 0,-1-1 1 0 0,1 0-1 0 0,-1 0 0 0 0,1 1 1 0 0,0-1-1 0 0,0 0 1 0 0,-1 1-1 0 0,1-1 0 0 0,0 0 1 0 0,0 1-1 0 0,0-1 1 0 0,1 0-1 0 0,-1 1 0 0 0,0 1 1 0 0,3 11-11 0 0,-3-13-37 0 0,1 1 1 0 0,-1-1-1 0 0,0 0 0 0 0,0 0 0 0 0,1 1 0 0 0,-1-1 0 0 0,1 0 0 0 0,-1 0 0 0 0,1 1 0 0 0,-1-1 1 0 0,1 0-1 0 0,0 0 0 0 0,-1 0 0 0 0,1 0 0 0 0,0 0 0 0 0,0 0 0 0 0,0 0 0 0 0,0 0 0 0 0,0-1 0 0 0,0 1 1 0 0,0 0-1 0 0,0 0 0 0 0,0-1 0 0 0,0 1 0 0 0,1-1 0 0 0,-1 1 0 0 0,2 0 0 0 0,0-1-77 0 0,1 1-1 0 0,0-1 0 0 0,-1 0 0 0 0,1-1 0 0 0,-1 1 1 0 0,1 0-1 0 0,0-1 0 0 0,6-2 0 0 0,1 0-114 0 0,0-1-1 0 0,0 0 0 0 0,-1 0 0 0 0,13-7 0 0 0,-18 7 111 0 0,0 1 0 0 0,0-1 0 0 0,-1 1 0 0 0,1-1 0 0 0,-1-1 0 0 0,0 1 0 0 0,0-1 0 0 0,0 1 0 0 0,4-9 0 0 0,-7 11-58 0 0,-1 1 295 0 0,0-1-1 0 0,0 1 0 0 0,0 0 1 0 0,0 0-1 0 0,0-1 0 0 0,0 1 0 0 0,0 0 1 0 0,0 0-1 0 0,-1-1 0 0 0,1 1 0 0 0,-1 0 1 0 0,1 0-1 0 0,-1 0 0 0 0,1 0 0 0 0,-1 0 1 0 0,1-1-1 0 0,-1 1 0 0 0,0 0 0 0 0,0 1 1 0 0,0-1-1 0 0,1 0 0 0 0,-1 0 0 0 0,0 0 1 0 0,0 0-1 0 0,0 1 0 0 0,0-1 1 0 0,0 0-1 0 0,-3 0 0 0 0,4 1-84 0 0,-1 0 0 0 0,1 0 0 0 0,-1 1 1 0 0,1-1-1 0 0,-1 0 0 0 0,1 0 0 0 0,-1 1 0 0 0,1-1 0 0 0,-1 0 0 0 0,1 1 0 0 0,0-1 0 0 0,-1 1 1 0 0,1-1-1 0 0,-1 1 0 0 0,1-1 0 0 0,0 0 0 0 0,0 1 0 0 0,-1-1 0 0 0,1 1 0 0 0,0 0 1 0 0,0-1-1 0 0,-1 1 0 0 0,1-1 0 0 0,0 1 0 0 0,0-1 0 0 0,0 1 0 0 0,0-1 0 0 0,0 1 0 0 0,0-1 1 0 0,0 1-1 0 0,0 0 0 0 0,1 19 224 0 0,2-12-164 0 0,1 1 1 0 0,-1 0-1 0 0,1-1 1 0 0,10 15-1 0 0,5 11-11 0 0,-6-6-72 0 0,14 43 0 0 0,-23-58 0 0 0,0 1 0 0 0,-2-1 0 0 0,0 1 0 0 0,0 0 0 0 0,-1 24 0 0 0,-1-33 7 0 0,-1-1 1 0 0,0 1-1 0 0,0 0 1 0 0,0-1-1 0 0,-1 0 1 0 0,1 1-1 0 0,-1-1 1 0 0,0 0-1 0 0,0 0 0 0 0,0 0 1 0 0,-1 0-1 0 0,0 0 1 0 0,0 0-1 0 0,0-1 1 0 0,0 1-1 0 0,0-1 0 0 0,0 0 1 0 0,-1 0-1 0 0,0 0 1 0 0,0 0-1 0 0,-6 3 1 0 0,0-1 63 0 0,0 0 1 0 0,-1 0-1 0 0,0-1 1 0 0,0-1-1 0 0,0 0 1 0 0,0 0-1 0 0,-17 1 1 0 0,15-2 25 0 0,11-1-73 0 0,-1-1 0 0 0,0 1 0 0 0,0-1 1 0 0,0 0-1 0 0,1 0 0 0 0,-1 0 0 0 0,0 0 0 0 0,0 0 0 0 0,1-1 0 0 0,-1 1 0 0 0,0-1 0 0 0,0 0 1 0 0,-3-1-1 0 0,-20-13-5 0 0,20 11-26 0 0,0 0 0 0 0,-1 0 0 0 0,1 1 0 0 0,-9-3 0 0 0,7 4-270 0 0,1-1 1 0 0,-1 0-1 0 0,1-1 1 0 0,0 1 0 0 0,0-1-1 0 0,0-1 1 0 0,0 1-1 0 0,-9-10 1 0 0,3 1-895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58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7831 0 0,'73'-25'696'0'0,"-41"22"-560"0"0,12 3-136 0 0,13 2-3456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3:59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631 103 5063 0 0,'0'0'232'0'0,"0"-2"-13"0"0,1-1-175 0 0,0 0-76 0 0,-3-12 551 0 0,-4-6 7831 0 0,-2 5-3445 0 0,5 13-4499 0 0,1 0-1 0 0,0 0 1 0 0,-1 1 0 0 0,1-1 0 0 0,-1 1 0 0 0,0 0 0 0 0,0 0 0 0 0,0 0-1 0 0,0 0 1 0 0,0 0 0 0 0,0 0 0 0 0,-1 1 0 0 0,-5-2 0 0 0,0 0-22 0 0,-1 1 0 0 0,0 0 0 0 0,1 0 0 0 0,-1 1 0 0 0,0 1 1 0 0,0-1-1 0 0,-11 2 0 0 0,-4 2 189 0 0,-39 9 1 0 0,32-4-416 0 0,0 1 0 0 0,1 2 0 0 0,1 1 1 0 0,-1 1-1 0 0,-33 21 0 0 0,40-22-128 0 0,-3 2 12 0 0,26-14-42 0 0,0 1 0 0 0,1-1 0 0 0,-1 0 0 0 0,1 1 0 0 0,-1-1 0 0 0,1 1 0 0 0,-1 0 0 0 0,1-1 0 0 0,-1 1 0 0 0,1-1 0 0 0,-1 1 0 0 0,1 0 0 0 0,0-1 0 0 0,-1 1 0 0 0,1 1 0 0 0,0-1-1 0 0,0 1-1 0 0,0-1 1 0 0,1 1-1 0 0,-1-1 1 0 0,1 1 0 0 0,-1-1-1 0 0,1 1 1 0 0,0-1 0 0 0,-1 1-1 0 0,1-1 1 0 0,0 0-1 0 0,0 1 1 0 0,0-1 0 0 0,0 0-1 0 0,0 0 1 0 0,0 0-1 0 0,0 0 1 0 0,1 0 0 0 0,-1 0-1 0 0,2 1 1 0 0,29 18-66 0 0,5-4-14 0 0,0-1-1 0 0,62 16 1 0 0,-20-7 74 0 0,-47-13-25 0 0,80 28 8 0 0,-90-30 25 0 0,0 2 0 0 0,39 24 0 0 0,-58-33-1 0 0,1 0 0 0 0,-1 1 0 0 0,0-1 0 0 0,-1 1 0 0 0,1-1 1 0 0,0 1-1 0 0,-1 0 0 0 0,0 0 0 0 0,1 0 0 0 0,1 5 0 0 0,-3-7 7 0 0,-1 1-1 0 0,1 0 1 0 0,-1 0-1 0 0,1 0 1 0 0,-1 0-1 0 0,0 0 1 0 0,1 0 0 0 0,-1 0-1 0 0,0 0 1 0 0,0 0-1 0 0,-1 0 1 0 0,1-1-1 0 0,0 1 1 0 0,-1 0-1 0 0,1 0 1 0 0,-1 0 0 0 0,1 0-1 0 0,-1 0 1 0 0,0-1-1 0 0,0 1 1 0 0,0 0-1 0 0,-1 1 1 0 0,-4 6 43 0 0,-1-1 1 0 0,0 0-1 0 0,0 0 0 0 0,0-1 1 0 0,-1 0-1 0 0,-1 0 0 0 0,-16 10 1 0 0,-69 33 287 0 0,93-49-335 0 0,-39 17 65 0 0,0-2 1 0 0,-2-1-1 0 0,1-2 0 0 0,-57 9 0 0 0,83-19-141 0 0,-94 13-614 0 0,89-14-113 0 0,0-2 1 0 0,1 0-1 0 0,-32-4 1 0 0,26 0-1232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0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8287 0 0,'0'0'639'0'0,"0"3"-415"0"0,5 38 1936 0 0,3 31 10408 0 0,-9-40-11086 0 0,-14 104 576 0 0,3-39-396 0 0,10-81-1585 0 0,-5 47-452 0 0,2 99 0 0 0,5-158-288 0 0,1-1 0 0 0,-1 1 0 0 0,1-1 1 0 0,0 0-1 0 0,2 6 0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0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18 173 22055 0 0,'-1'1'1011'0'0,"-16"8"2925"0"0,20-8-3416 0 0,5 1-341 0 0,-1 0 0 0 0,0-1 0 0 0,1 1 0 0 0,-1-1 0 0 0,1-1 0 0 0,-1 0 0 0 0,1 0 0 0 0,7-1 0 0 0,65-13 299 0 0,-59 9-432 0 0,-1 1 0 0 0,41-2-1 0 0,-59 6-41 0 0,1 0 0 0 0,-1 0 0 0 0,1 0 0 0 0,0 0 0 0 0,-1 1 0 0 0,1-1-1 0 0,-1 1 1 0 0,1 0 0 0 0,0-1 0 0 0,-1 1 0 0 0,0 0 0 0 0,1 1 0 0 0,-1-1-1 0 0,0 0 1 0 0,1 1 0 0 0,-1-1 0 0 0,0 1 0 0 0,0 0 0 0 0,0-1 0 0 0,0 1-1 0 0,-1 0 1 0 0,1 0 0 0 0,-1 0 0 0 0,1 1 0 0 0,-1-1 0 0 0,1 0 0 0 0,-1 1-1 0 0,0-1 1 0 0,0 1 0 0 0,0-1 0 0 0,-1 1 0 0 0,1-1 0 0 0,0 1 0 0 0,-1-1-1 0 0,0 1 1 0 0,0 0 0 0 0,0 2 0 0 0,0 10 33 0 0,0 1 0 0 0,-2-1-1 0 0,0 0 1 0 0,-5 18 0 0 0,-21 60 269 0 0,16-57-164 0 0,-1 3 37 0 0,6-20-69 0 0,1-1 0 0 0,-8 39 0 0 0,14-47-120 0 0,0-8-94 0 0,11-4-123 0 0,-6 0 183 0 0,0 0 0 0 0,-1 0 0 0 0,1 0 0 0 0,-1-1 0 0 0,1 1-1 0 0,-1-1 1 0 0,0 0 0 0 0,0-1 0 0 0,0 1 0 0 0,0-1 0 0 0,5-6 0 0 0,2-5-98 0 0,18-32 0 0 0,-11 17 48 0 0,36-67-14 0 0,-11 17 43 0 0,-36 70 65 0 0,-7 9 1 0 0,1 1-1 0 0,-1-1 1 0 0,0 1-1 0 0,1-1 1 0 0,-1 1 0 0 0,1-1-1 0 0,-1 1 1 0 0,1-1-1 0 0,-1 1 1 0 0,1-1-1 0 0,-1 1 1 0 0,1-1 0 0 0,-1 1-1 0 0,1 0 1 0 0,0-1-1 0 0,-1 1 1 0 0,1 0 0 0 0,0 0-1 0 0,-1 0 1 0 0,1-1-1 0 0,-1 1 1 0 0,1 0 0 0 0,0 0-1 0 0,0 0 1 0 0,7 5 41 0 0,-7-4-28 0 0,3 3 19 0 0,0 0 1 0 0,0 1 0 0 0,0-1 0 0 0,0 1 0 0 0,-1 0-1 0 0,5 9 1 0 0,5 6 59 0 0,-3-4-100 0 0,1-2-1 0 0,1 1 1 0 0,0-2 0 0 0,24 21-1 0 0,-32-30-181 0 0,0-1-1 0 0,1 0 1 0 0,-1 0-1 0 0,1-1 0 0 0,0 1 1 0 0,0-1-1 0 0,0 0 1 0 0,0-1-1 0 0,0 1 1 0 0,0-1-1 0 0,1 0 1 0 0,-1 0-1 0 0,0 0 1 0 0,1-1-1 0 0,-1 0 0 0 0,0 0 1 0 0,1 0-1 0 0,-1-1 1 0 0,0 0-1 0 0,10-2 1 0 0,-7 0-246 0 0,-1 0 1 0 0,1 0-1 0 0,0-1 0 0 0,-1 0 1 0 0,0-1-1 0 0,0 0 1 0 0,0 0-1 0 0,-1 0 1 0 0,0-1-1 0 0,0 0 0 0 0,0 0 1 0 0,0 0-1 0 0,4-8 1 0 0,1-3 170 0 0,-1 1 1 0 0,0-1-1 0 0,-2-1 1 0 0,11-28 0 0 0,16-89 1121 0 0,-18 65 305 0 0,-8 21 531 0 0,-8 47-262 0 0,-8 14 92 0 0,-10 22-598 0 0,3 0-1 0 0,0 1 0 0 0,3 0 0 0 0,-10 49 0 0 0,16-66-812 0 0,2 1 1 0 0,0 0 0 0 0,2 0-1 0 0,0 1 1 0 0,1-1 0 0 0,1 0-1 0 0,6 37 1 0 0,-5-48-109 0 0,0 0 0 0 0,1 0 0 0 0,0-1 0 0 0,0 1 0 0 0,0-1 0 0 0,1 0 0 0 0,0 0 0 0 0,1 0 0 0 0,6 7 0 0 0,-7-9-34 0 0,1 0 0 0 0,0-1 0 0 0,0 1 0 0 0,0-1 0 0 0,1-1 0 0 0,0 1 0 0 0,-1-1 0 0 0,1 0 0 0 0,0 0 0 0 0,1 0 0 0 0,-1-1 0 0 0,11 2 0 0 0,-10-2-41 0 0,1-1 1 0 0,0 0-1 0 0,-1-1 0 0 0,1 0 0 0 0,0 0 0 0 0,0 0 0 0 0,-1-1 0 0 0,1 0 0 0 0,0-1 0 0 0,-1 0 0 0 0,1 0 0 0 0,-1 0 0 0 0,0-1 1 0 0,14-8-1 0 0,-14 7 5 0 0,1-1 0 0 0,-1 0 1 0 0,0-1-1 0 0,0 1 0 0 0,0-1 1 0 0,-1-1-1 0 0,0 1 0 0 0,-1-1 1 0 0,1 0-1 0 0,-1-1 0 0 0,0 1 1 0 0,5-14-1 0 0,0-2-25 0 0,8-36-1 0 0,1-4 73 0 0,-18 62 112 0 0,7 30 671 0 0,-5-12-556 0 0,1 0 1 0 0,1-1-1 0 0,1 0 0 0 0,9 19 1 0 0,-12-29-210 0 0,0 1 0 0 0,1-1 0 0 0,0 0 0 0 0,0 0 0 0 0,1-1 0 0 0,0 1 0 0 0,0-1 0 0 0,0 0 1 0 0,0 0-1 0 0,1-1 0 0 0,-1 1 0 0 0,12 5 0 0 0,14 3-1196 0 0,-7-10-2589 0 0,-18-6 6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1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5527 0 0,'3'0'14334'0'0,"9"3"-12341"0"0,0-2 1 0 0,24 2-1 0 0,-15-4-1447 0 0,22-3-1 0 0,83-22-829 0 0,90-29-238 0 0,-62 7-2790 0 0,-44 9 1359 0 0,-11 2-21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1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0 12439 0 0,'0'0'566'0'0,"-1"1"-6"0"0,-4 3-363 0 0,1 2 299 0 0,-6 6 7854 0 0,-1-2-3973 0 0,7-5-3682 0 0,-1-1-1 0 0,1 1 1 0 0,-7 10-1 0 0,2-2-201 0 0,-1 1 0 0 0,-1-1 1 0 0,-19 18-1 0 0,-4 5-135 0 0,28-29-314 0 0,-142 153 316 0 0,130-143-334 0 0,1 2 1 0 0,0 0 0 0 0,-21 33-1 0 0,33-40-14 0 0,7-7-14 0 0,-1-5 3 0 0,1 3 3 0 0,0 0-1 0 0,0 0 1 0 0,0 0-1 0 0,0-1 1 0 0,1 1-1 0 0,-1-1 1 0 0,1 1 0 0 0,-1-1-1 0 0,1 0 1 0 0,0 0-1 0 0,0-1 1 0 0,0 1-1 0 0,0 0 1 0 0,0-1 0 0 0,1 0-1 0 0,4 2 1 0 0,6 1-1 0 0,0-1 1 0 0,21 3 0 0 0,-8-4-76 0 0,1-1 0 0 0,-1-1 0 0 0,0-1 0 0 0,0-2 0 0 0,0 0 0 0 0,0-2 0 0 0,0-1 0 0 0,40-15 0 0 0,-57 17-317 0 0,1-1 1 0 0,-1 0-1 0 0,18-12 1 0 0,-22 13-724 0 0,0 0 1 0 0,-1-1 0 0 0,1 0 0 0 0,4-6-1 0 0</inkml:trace>
  <inkml:trace contextRef="#ctx0" brushRef="#br0" timeOffset="1">354 4 21535 0 0,'0'0'1957'0'0,"0"1"-1615"0"0,2 52 601 0 0,-1-29 392 0 0,0 0 1 0 0,-6 41-1 0 0,-10 82 1226 0 0,7-54-1890 0 0,-8 121 12 0 0,16-166-793 0 0,2 0-1 0 0,12 71 1 0 0,-14-115-77 0 0,1 0 1 0 0,0 0-1 0 0,1 1 0 0 0,-1-1 1 0 0,1 0-1 0 0,0 0 0 0 0,0 0 1 0 0,3 4-1 0 0,-4-6-144 0 0,1 0 0 0 0,-1 0 0 0 0,1-1 0 0 0,0 1 0 0 0,-1-1 0 0 0,1 1 0 0 0,0-1 0 0 0,0 0 0 0 0,0 0 1 0 0,0 0-1 0 0,0 0 0 0 0,0 0 0 0 0,0 0 0 0 0,0 0 0 0 0,1-1 0 0 0,-1 1 0 0 0,4 0 0 0 0,9-1-8776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25487 0 0,'-15'7'3248'0'0</inkml:trace>
  <inkml:trace contextRef="#ctx0" brushRef="#br0" timeOffset="1">104 409 14279 0 0,'-5'11'1057'0'0,"2"-4"-795"0"0,0 0 0 0 0,0 0 1 0 0,-2 10-1 0 0,5-13 569 0 0,-1-1 1 0 0,1 1-1 0 0,0 0 1 0 0,0 0-1 0 0,1 5 1 0 0,-1-3 712 0 0,5 19 4635 0 0,3-11-5692 0 0,-7-13-1375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2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54 109 13823 0 0,'-22'5'659'0'0,"10"-2"-1067"0"0,-7 0 16046 0 0,174-2-14277 0 0,319-7-483 0 0,404-42-407 0 0,-322 15-363 0 0,-229 16-55 0 0,-270 9-59 0 0,-33 4-5952 0 0,-17 2 2290 0 0,5-1-6204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2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22631 0 0,'0'0'2053'0'0,"1"2"-1621"0"0,3 5-185 0 0,-1 0 0 0 0,1 1 0 0 0,-1-1 0 0 0,-1 1-1 0 0,0 0 1 0 0,3 12 0 0 0,3 55 1191 0 0,-4-33-737 0 0,14 146 759 0 0,30 191-8 0 0,-45-359-1364 0 0,0-8-38 0 0,-1 0 0 0 0,2 1 0 0 0,6 16 0 0 0,-9-28-50 0 0,-1 0 0 0 0,0-1 0 0 0,0 1 0 0 0,0-1 0 0 0,0 1 0 0 0,1-1 0 0 0,-1 0 0 0 0,0 1 0 0 0,0-1 0 0 0,1 1 0 0 0,-1-1 0 0 0,0 1 0 0 0,1-1 0 0 0,-1 0 0 0 0,1 1 0 0 0,-1-1 0 0 0,0 0 0 0 0,1 1 0 0 0,0-1-5 0 0,0 0 1 0 0,0-1-1 0 0,0 1 1 0 0,0 0-1 0 0,0-1 1 0 0,0 1-1 0 0,0-1 0 0 0,0 1 1 0 0,0-1-1 0 0,0 1 1 0 0,0-1-1 0 0,-1 0 1 0 0,1 1-1 0 0,0-1 0 0 0,0 0 1 0 0,-1 0-1 0 0,1 1 1 0 0,-1-1-1 0 0,1 0 1 0 0,-1 0-1 0 0,1 0 0 0 0,0-2 1 0 0,13-26-177 0 0,-12 24 147 0 0,12-27-99 0 0,47-98-197 0 0,-52 114 297 0 0,1 1-1 0 0,0-1 0 0 0,1 2 0 0 0,1-1 0 0 0,21-20 1 0 0,-29 32 17 0 0,0-1 1 0 0,1 1 0 0 0,-1 0-1 0 0,0 1 1 0 0,1-1 0 0 0,0 1-1 0 0,-1 0 1 0 0,1 0-1 0 0,0 1 1 0 0,0-1 0 0 0,7 0-1 0 0,-10 1 10 0 0,1 1 0 0 0,-1 0 0 0 0,1 0 0 0 0,-1 0 0 0 0,0 0 0 0 0,1 0 0 0 0,-1 1 0 0 0,1-1 0 0 0,-1 1-1 0 0,1-1 1 0 0,-1 1 0 0 0,0 0 0 0 0,1 0 0 0 0,-1 0 0 0 0,0 0 0 0 0,0 1 0 0 0,0-1 0 0 0,0 0 0 0 0,0 1 0 0 0,0 0-1 0 0,0-1 1 0 0,-1 1 0 0 0,1 0 0 0 0,0 0 0 0 0,1 2 0 0 0,1 3 34 0 0,-1 0 0 0 0,1 1 0 0 0,-1-1 0 0 0,-1 1 0 0 0,0 0 0 0 0,0 0 0 0 0,0 0 0 0 0,0 8 0 0 0,2 65 288 0 0,-5-16-69 0 0,1 45-761 0 0,0-107 300 0 0,0-1-1 0 0,0 0 0 0 0,1 0 0 0 0,-1 0 0 0 0,1 1 0 0 0,-1-1 1 0 0,1 0-1 0 0,0 0 0 0 0,0 0 0 0 0,0 0 0 0 0,0 0 1 0 0,0 0-1 0 0,1 0 0 0 0,-1-1 0 0 0,1 1 0 0 0,-1 0 0 0 0,1-1 1 0 0,-1 1-1 0 0,1-1 0 0 0,0 1 0 0 0,0-1 0 0 0,0 0 1 0 0,-1 0-1 0 0,1 0 0 0 0,1 0 0 0 0,-1 0 0 0 0,0 0 1 0 0,0 0-1 0 0,0-1 0 0 0,0 1 0 0 0,0-1 0 0 0,1 0 0 0 0,-1 1 1 0 0,3-1-1 0 0,11-2-2424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3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 10135 0 0,'-1'0'11307'0'0,"-6"3"-9347"0"0,-45 15 3323 0 0,12-3-3810 0 0,23-9-879 0 0,-30 17-1 0 0,33-15-376 0 0,-1 0-1 0 0,-21 6 1 0 0,31-12-185 0 0,-16 6 177 0 0,-11 15 101 0 0,30-20-268 0 0,2-3-39 0 0,0 1-1 0 0,-1 0 0 0 0,1 0 0 0 0,0 0 1 0 0,0 0-1 0 0,0 0 0 0 0,0 0 0 0 0,0 0 1 0 0,0 0-1 0 0,0-1 0 0 0,0 1 0 0 0,0 0 1 0 0,1 0-1 0 0,-1 0 0 0 0,0 0 0 0 0,1 0 1 0 0,-1-1-1 0 0,0 1 0 0 0,1 0 0 0 0,-1 0 1 0 0,1 0-1 0 0,-1-1 0 0 0,1 1 0 0 0,-1 0 1 0 0,1-1-1 0 0,0 1 0 0 0,-1-1 0 0 0,1 1 1 0 0,0 0-1 0 0,0-1 0 0 0,-1 1 0 0 0,1-1 1 0 0,0 0-1 0 0,0 1 0 0 0,0-1 0 0 0,1 1 1 0 0,0 0-12 0 0,8 3 9 0 0,0 1-1 0 0,1-1 1 0 0,-1-1-1 0 0,1 0 1 0 0,0 0-1 0 0,14 0 1 0 0,69 3-108 0 0,-66-5 43 0 0,122-1-201 0 0,-79 0-1048 0 0,-39 4-921 0 0,-22-2 469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3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0 534 16583 0 0,'0'0'1730'0'0,"1"2"-1372"0"0,5 10 2348 0 0,-1 1 0 0 0,7 23-1 0 0,-7-14-872 0 0,2 23 0 0 0,0 93-717 0 0,-6-94-639 0 0,0-9-485 0 0,-1-14-186 0 0,0 0 0 0 0,2 1 0 0 0,0-1 0 0 0,10 38-1 0 0,-11-57-346 0 0,9 1-1184 0 0,-7-3 1485 0 0,-1 0 0 0 0,1 0 1 0 0,-1 0-1 0 0,1-1 0 0 0,-1 1 1 0 0,1 0-1 0 0,-1-1 0 0 0,1 0 1 0 0,-1 1-1 0 0,0-1 0 0 0,3-1 1 0 0,25-16-2198 0 0,-22 13 1572 0 0,17-11-1536 0 0</inkml:trace>
  <inkml:trace contextRef="#ctx0" brushRef="#br0" timeOffset="1">746 33 14279 0 0,'0'0'1103'0'0,"1"-1"-283"0"0,5-2 1422 0 0,-1 1 0 0 0,1-1 0 0 0,9-2 0 0 0,21-3 1946 0 0,40 4-3157 0 0,-22 3 208 0 0,-11-3-1545 0 0,-1 2-1 0 0,45 4 0 0 0,-83-2-80 0 0,0 1 0 0 0,0-1 0 0 0,0 1 0 0 0,0 0 0 0 0,0 0 0 0 0,0 0 0 0 0,0 1 0 0 0,0-1-1 0 0,0 1 1 0 0,0 0 0 0 0,4 3 0 0 0,-1 1-1477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20647 0 0,'-30'14'4825'0'0,"36"-4"-3167"0"0,-3-7-1469 0 0,0-1 1 0 0,0 1 0 0 0,1-1-1 0 0,-1 1 1 0 0,0-1 0 0 0,1 0 0 0 0,-1 0-1 0 0,1 0 1 0 0,0-1 0 0 0,-1 1-1 0 0,1-1 1 0 0,0 0 0 0 0,6 1-1 0 0,7 0 85 0 0,30 2 0 0 0,-44-4-220 0 0,36-1-415 0 0,-1-2 0 0 0,0-2 0 0 0,63-15 0 0 0,-85 17-444 0 0,14-4-534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5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63 16007 0 0,'0'0'731'0'0,"-1"1"-10"0"0,-2 1-1854 0 0,-6 2 4268 0 0,4-2 669 0 0,10-5-2058 0 0,27-10-964 0 0,0 1-1 0 0,1 1 1 0 0,0 2-1 0 0,37-5 1 0 0,-51 11-609 0 0,0 0 0 0 0,22 0 0 0 0,-32 3-83 0 0,0 0 1 0 0,1 1-1 0 0,-1 0 1 0 0,0 1-1 0 0,1 0 1 0 0,12 4-1 0 0,-20-5-64 0 0,-1 0 1 0 0,1 0-1 0 0,0 0 0 0 0,0 0 1 0 0,0 0-1 0 0,-1 1 0 0 0,1-1 1 0 0,-1 0-1 0 0,1 1 0 0 0,-1-1 1 0 0,1 1-1 0 0,-1 0 0 0 0,0 0 0 0 0,0-1 1 0 0,0 1-1 0 0,0 0 0 0 0,0 0 1 0 0,0 0-1 0 0,-1 0 0 0 0,1 0 1 0 0,0 0-1 0 0,-1 0 0 0 0,0 0 1 0 0,1 0-1 0 0,-1 0 0 0 0,0 1 1 0 0,0-1-1 0 0,0 0 0 0 0,-1 0 1 0 0,0 3-1 0 0,-1 7 87 0 0,0 0 0 0 0,-1 0 1 0 0,-10 23-1 0 0,11-29-86 0 0,-7 16 95 0 0,-1-1-1 0 0,-1 0 1 0 0,-23 33-1 0 0,-49 51 213 0 0,50-65-192 0 0,-44 68 0 0 0,73-101-127 0 0,0-1 0 0 0,1 1 0 0 0,0 0 0 0 0,0 1 0 0 0,0-1 0 0 0,1 1 0 0 0,0-1 0 0 0,-1 10 0 0 0,3-14-15 0 0,0 0 1 0 0,0 0 0 0 0,0 0 0 0 0,0 0-1 0 0,1-1 1 0 0,-1 1 0 0 0,1 0-1 0 0,0 0 1 0 0,-1 0 0 0 0,1 0-1 0 0,1-1 1 0 0,-1 1 0 0 0,0 0-1 0 0,1-1 1 0 0,-1 1 0 0 0,1-1-1 0 0,0 0 1 0 0,-1 0 0 0 0,1 1 0 0 0,1-1-1 0 0,-1 0 1 0 0,0 0 0 0 0,0-1-1 0 0,5 4 1 0 0,3 0-4 0 0,1 1 1 0 0,0-1-1 0 0,0-1 1 0 0,0 0-1 0 0,1 0 0 0 0,-1-2 1 0 0,1 1-1 0 0,0-1 1 0 0,13 0-1 0 0,-6-1-87 0 0,0-1-1 0 0,-1-1 1 0 0,1-1 0 0 0,0 0-1 0 0,20-6 1 0 0,-22 3-298 0 0,1-1 0 0 0,-1-1-1 0 0,-1 0 1 0 0,30-19 0 0 0,-10 3-2846 0 0,-3-1-3872 0 0,-7 4-1429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0 7831 0 0,'0'0'18965'0'0,"0"2"-18201"0"0,-2 5-402 0 0,0 0 0 0 0,0 0 0 0 0,0 0 0 0 0,-1-1-1 0 0,0 1 1 0 0,0-1 0 0 0,-1 0 0 0 0,0 0 0 0 0,0 0-1 0 0,0 0 1 0 0,-10 8 0 0 0,-8 8-205 0 0,-36 27 0 0 0,25-22 162 0 0,5-5-263 0 0,-33 19 0 0 0,40-28-32 0 0,1 0 0 0 0,0 2 0 0 0,1 0 0 0 0,-22 23 0 0 0,41-38-24 0 0,0 1 0 0 0,0-1 0 0 0,0 0 0 0 0,0 0 0 0 0,-1 1 0 0 0,1-1 0 0 0,0 0 0 0 0,0 1 0 0 0,0-1 0 0 0,0 0 0 0 0,0 0 0 0 0,0 1 0 0 0,0-1 0 0 0,0 0 0 0 0,0 1 0 0 0,0-1 0 0 0,0 0 0 0 0,0 1 0 0 0,0-1 0 0 0,0 0 0 0 0,0 1 0 0 0,0-1 0 0 0,0 0 0 0 0,0 1 0 0 0,0-1 0 0 0,1 0 0 0 0,-1 0 0 0 0,0 1 0 0 0,0-1 0 0 0,0 0 0 0 0,0 0 0 0 0,1 1 0 0 0,-1-1 0 0 0,0 0 0 0 0,0 0 0 0 0,1 0 0 0 0,-1 1 0 0 0,0-1 0 0 0,0 0 0 0 0,1 0 0 0 0,-1 0 0 0 0,0 0 0 0 0,1 1 0 0 0,-1-1 0 0 0,0 0 0 0 0,0 0 0 0 0,1 0 0 0 0,-1 0 0 0 0,0 0 0 0 0,1 0 0 0 0,-1 0 0 0 0,0 0 0 0 0,1 0 0 0 0,-1 0 0 0 0,0 0 0 0 0,1 0 0 0 0,0 0 0 0 0,11 3 1 0 0,0 0-1 0 0,1 0 1 0 0,0-1-1 0 0,22 1 1 0 0,52-6-4 0 0,-33 0-10 0 0,39-3-521 0 0,148-29 0 0 0,-239 35 434 0 0,40-10-1030 0 0,-38 8 41 0 0,0 1 0 0 0,-1-1 1 0 0,1 0-1 0 0,6-4 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9671 0 0,'-16'3'14763'0'0,"14"9"-12966"0"0,-10 68 1653 0 0,-12 94-1300 0 0,19-115-1884 0 0,-4 31-103 0 0,3 95 0 0 0,6-169-266 0 0,0-3 112 0 0,1 0 1 0 0,3 23-1 0 0,-3-33-134 0 0,0 0 1 0 0,-1 0-1 0 0,1 0 1 0 0,1 0-1 0 0,-1 0 1 0 0,0 0-1 0 0,1 0 1 0 0,-1-1-1 0 0,1 1 1 0 0,0-1-1 0 0,0 1 1 0 0,0-1-1 0 0,0 1 1 0 0,0-1-1 0 0,1 0 1 0 0,4 3-1 0 0,-5-4-215 0 0,1 0 0 0 0,-1 0 0 0 0,1 0 0 0 0,0 0 0 0 0,0 0 0 0 0,-1-1 0 0 0,1 1 0 0 0,0-1 0 0 0,0 0 0 0 0,0 0 0 0 0,4 0 0 0 0,18-4-7610 0 0,-6 0 76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6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93 21047 0 0,'-2'-8'1905'0'0,"0"0"-1538"0"0,-1 0 0 0 0,0 0 0 0 0,0 0-1 0 0,0 1 1 0 0,-8-12 0 0 0,10 16-174 0 0,-1 1-1 0 0,0 0 1 0 0,0 0 0 0 0,0 0-1 0 0,0 1 1 0 0,0-1 0 0 0,-1 0-1 0 0,1 1 1 0 0,0 0 0 0 0,-1-1-1 0 0,1 1 1 0 0,-1 0 0 0 0,1 0-1 0 0,-1 0 1 0 0,0 1 0 0 0,1-1-1 0 0,-1 1 1 0 0,0-1 0 0 0,0 1-1 0 0,-5 0 1 0 0,-1 0 53 0 0,0 1-1 0 0,0 1 1 0 0,0-1 0 0 0,1 1-1 0 0,-1 1 1 0 0,-15 5 0 0 0,-50 29 396 0 0,45-22-420 0 0,-1 1-43 0 0,1 2 1 0 0,-37 28-1 0 0,51-35-125 0 0,1 2 1 0 0,0-1-1 0 0,1 2 0 0 0,1 0 1 0 0,-21 30-1 0 0,31-41-57 0 0,0 1 1 0 0,0-1-1 0 0,0 1 1 0 0,1-1-1 0 0,-1 1 1 0 0,1 0-1 0 0,0 0 1 0 0,0 0-1 0 0,1 0 1 0 0,-1 6-1 0 0,1-8-2 0 0,0 0 0 0 0,0-1 0 0 0,0 1 0 0 0,1 0 0 0 0,-1 0 0 0 0,1 0 0 0 0,-1 0 0 0 0,1-1 0 0 0,0 1 0 0 0,-1 0 0 0 0,1-1 0 0 0,0 1 1 0 0,0 0-1 0 0,0-1 0 0 0,1 1 0 0 0,-1-1 0 0 0,0 0 0 0 0,1 1 0 0 0,-1-1 0 0 0,0 0 0 0 0,1 0 0 0 0,-1 0 0 0 0,1 0 0 0 0,2 1 0 0 0,5 2-23 0 0,0 0 0 0 0,1 0 0 0 0,-1-1 0 0 0,1-1 0 0 0,0 0 1 0 0,0 0-1 0 0,0-1 0 0 0,0 0 0 0 0,0 0 0 0 0,0-1 0 0 0,0-1 0 0 0,16-2 0 0 0,7-3-77 0 0,-2-2 0 0 0,48-17 1 0 0,-56 15 64 0 0,-1 0 0 0 0,31-20 0 0 0,-32 18 7 0 0,0 0 0 0 0,34-13 0 0 0,-43 22 33 0 0,-11 3 1 0 0,0-1 1 0 0,-1 1-1 0 0,1 0 1 0 0,0 0-1 0 0,-1 0 1 0 0,1 0-1 0 0,0 0 1 0 0,-1 0-1 0 0,1 0 1 0 0,0 0-1 0 0,-1 0 1 0 0,1 0-1 0 0,0 0 1 0 0,-1 0-1 0 0,1 1 1 0 0,-1-1-1 0 0,1 0 0 0 0,0 1 1 0 0,1 4 80 0 0,-2-5-49 0 0,3 6 30 0 0,0 0 1 0 0,-1 0 0 0 0,0 0 0 0 0,0 0 0 0 0,-1 1-1 0 0,0-1 1 0 0,0 0 0 0 0,0 1 0 0 0,-1-1-1 0 0,0 11 1 0 0,-2 6 53 0 0,-9 37 0 0 0,2-9-31 0 0,-3 74-81 0 0,11-104-5 0 0,2 1 0 0 0,0-1-1 0 0,8 40 1 0 0,-6-25 0 0 0,-2-28 0 0 0,-1 0 0 0 0,-1-1 0 0 0,0 1 0 0 0,-2-1-19 0 0,3-6-77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16127 0 0,'-28'25'1380'0'0,"21"-20"-573"0"0,1 0-1 0 0,0 1 1 0 0,-7 8 0 0 0,-4 6 8880 0 0,6-9-8150 0 0,10-10-1276 0 0,0 0-60 0 0,-3 4-157 0 0,4-4-228 0 0,20-12-5179 0 0,-6 2-1448 0 0,0-2-1872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18431 0 0,'0'0'10585'0'0,"2"-1"-9691"0"0,133-26 265 0 0,-42 7-661 0 0,-70 16-498 0 0,-5 0 0 0 0,1 0 0 0 0,-1 2 0 0 0,1 0 0 0 0,30 1 0 0 0,-47 1 7 0 0,1 1 0 0 0,-1-1 1 0 0,1 1-1 0 0,-1-1 0 0 0,0 1 0 0 0,0 0 0 0 0,1 0 1 0 0,-1 0-1 0 0,0 0 0 0 0,0 0 0 0 0,0 0 0 0 0,0 1 1 0 0,0-1-1 0 0,0 0 0 0 0,0 1 0 0 0,2 3 1 0 0,-1-2 17 0 0,-1 0 0 0 0,-1 0 0 0 0,1 1 0 0 0,0-1 0 0 0,-1 0 0 0 0,0 1 0 0 0,1-1 0 0 0,-1 1 0 0 0,-1-1 0 0 0,2 5 0 0 0,-1 4 51 0 0,-1 0 1 0 0,0 0-1 0 0,0 0 0 0 0,-1 0 1 0 0,-5 20-1 0 0,-70 245 294 0 0,23-95-628 0 0,39-136-1393 0 0,13-44 885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1 428 7367 0 0,'0'0'568'0'0,"2"0"198"0"0,1 0 182 0 0,37-5 8323 0 0,0-1-3795 0 0,41-6-2401 0 0,-35 3-3487 0 0,68-22 0 0 0,-90 23 316 0 0,48-17-708 0 0,80-38 0 0 0,-90 33 351 0 0,51-27-69 0 0,-86 42 451 0 0,-2-1 0 0 0,29-24 0 0 0,-42 30 109 0 0,36-31-89 0 0,-43 36 207 0 0,-1 0 1 0 0,0 0-1 0 0,1 0 1 0 0,-2-1 0 0 0,1 1-1 0 0,5-12 1 0 0,-9 16-105 0 0,0 1 1 0 0,0 0-1 0 0,0-1 0 0 0,0 1 1 0 0,0 0-1 0 0,0-1 1 0 0,0 1-1 0 0,-1 0 0 0 0,1 0 1 0 0,0-1-1 0 0,0 1 1 0 0,0 0-1 0 0,-1-1 0 0 0,1 1 1 0 0,0 0-1 0 0,0 0 1 0 0,-1 0-1 0 0,1-1 0 0 0,0 1 1 0 0,0 0-1 0 0,-1 0 1 0 0,1 0-1 0 0,0 0 0 0 0,-1 0 1 0 0,1 0-1 0 0,0-1 1 0 0,-1 1-1 0 0,1 0 0 0 0,-10-3 543 0 0,4 3-342 0 0,0-1 0 0 0,0 1-1 0 0,0 0 1 0 0,-1 0-1 0 0,1 1 1 0 0,0 0-1 0 0,0 0 1 0 0,0 0 0 0 0,0 1-1 0 0,0 0 1 0 0,1 0-1 0 0,-1 1 1 0 0,-7 3 0 0 0,-10 7 209 0 0,-37 28 1 0 0,50-33-342 0 0,9-8-119 0 0,-16 12 149 0 0,1 1 1 0 0,-19 19-1 0 0,31-29-134 0 0,0 1 0 0 0,1 1 0 0 0,-1-1-1 0 0,1 0 1 0 0,0 1 0 0 0,0 0 0 0 0,1 0 0 0 0,0-1-1 0 0,-1 2 1 0 0,1-1 0 0 0,1 0 0 0 0,-1 0-1 0 0,1 0 1 0 0,-1 7 0 0 0,2-9-14 0 0,0 0 0 0 0,1 0-1 0 0,-1 1 1 0 0,1-1 0 0 0,-1 0 0 0 0,1 0 0 0 0,0 0 0 0 0,0 0-1 0 0,1 0 1 0 0,-1-1 0 0 0,0 1 0 0 0,1 0 0 0 0,0 0-1 0 0,0-1 1 0 0,0 1 0 0 0,0-1 0 0 0,0 0 0 0 0,0 1 0 0 0,0-1-1 0 0,1 0 1 0 0,-1 0 0 0 0,1-1 0 0 0,0 1 0 0 0,5 2-1 0 0,5 2-16 0 0,-1 0 0 0 0,2-1 0 0 0,-1-1 0 0 0,17 3 0 0 0,-16-4 3 0 0,0 0-1 0 0,0-1 1 0 0,0-1-1 0 0,0-1 1 0 0,1 0 0 0 0,-1-1-1 0 0,0 0 1 0 0,0-1 0 0 0,0-1-1 0 0,0 0 1 0 0,0-1-1 0 0,17-7 1 0 0,-26 9 6 0 0,0 0 0 0 0,0-1 0 0 0,-1 0 0 0 0,1 0 0 0 0,-1 0 0 0 0,0 0 0 0 0,0-1 0 0 0,0 1 0 0 0,0-1 0 0 0,0 0 0 0 0,-1 0 0 0 0,0-1 0 0 0,0 1 0 0 0,0-1 0 0 0,0 0 0 0 0,-1 1 0 0 0,0-1 0 0 0,0 0 0 0 0,0 0 0 0 0,-1-1-1 0 0,1 1 1 0 0,-1 0 0 0 0,0 0 0 0 0,-1-1 0 0 0,1-7 0 0 0,-2 10-4 0 0,1 0 0 0 0,-1-1 0 0 0,1 1 0 0 0,-1 0-1 0 0,0 0 1 0 0,-1 1 0 0 0,1-1 0 0 0,0 0 0 0 0,-1 0-1 0 0,0 0 1 0 0,1 1 0 0 0,-1-1 0 0 0,0 1 0 0 0,0 0 0 0 0,0-1-1 0 0,-1 1 1 0 0,1 0 0 0 0,-4-2 0 0 0,3 1-32 0 0,-1 1 1 0 0,0 0-1 0 0,0 0 1 0 0,0 0-1 0 0,0 0 1 0 0,-1 0-1 0 0,1 1 1 0 0,0 0-1 0 0,-1 0 1 0 0,1 0-1 0 0,-1 0 1 0 0,-4 1-1 0 0,-8 0-735 0 0,0 1-1 0 0,-25 5 1 0 0,33-4-1385 0 0,0 0 0 0 0,0 1 0 0 0,-12 5 0 0 0,-6 7-6594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0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10 7831 0 0,'-4'-8'11958'0'0,"-2"7"-11286"0"0,0 1 0 0 0,0 0 1 0 0,0 0-1 0 0,0 0 0 0 0,0 1 1 0 0,1 0-1 0 0,-1 0 1 0 0,0 1-1 0 0,1-1 0 0 0,-12 6 1 0 0,-6 4 204 0 0,-26 15 1 0 0,38-19-411 0 0,7-5-397 0 0,-119 74 1482 0 0,108-65-1379 0 0,0 1 1 0 0,1 0 0 0 0,0 1 0 0 0,1 0-1 0 0,-18 25 1 0 0,28-34-163 0 0,0 1 0 0 0,0-1 0 0 0,1 1-1 0 0,-1 0 1 0 0,1-1 0 0 0,0 1 0 0 0,1 0 0 0 0,-1 0 0 0 0,1 0-1 0 0,0 1 1 0 0,0 6 0 0 0,1-9-9 0 0,0-1 1 0 0,0 1-1 0 0,0 0 0 0 0,1 0 1 0 0,0-1-1 0 0,-1 1 0 0 0,1 0 1 0 0,0-1-1 0 0,0 1 0 0 0,0-1 1 0 0,0 1-1 0 0,1-1 1 0 0,-1 0-1 0 0,1 1 0 0 0,-1-1 1 0 0,1 0-1 0 0,0 0 0 0 0,0 0 1 0 0,0 0-1 0 0,0 0 0 0 0,0-1 1 0 0,5 4-1 0 0,0-1-20 0 0,0-1-1 0 0,1 1 1 0 0,-1-1-1 0 0,1-1 1 0 0,-1 0 0 0 0,1 0-1 0 0,16 2 1 0 0,59-1-220 0 0,-49-3 183 0 0,-14 1 29 0 0,-1-2 0 0 0,0 0-1 0 0,0-1 1 0 0,0-1 0 0 0,0-1 0 0 0,0-1-1 0 0,33-13 1 0 0,-44 15 13 0 0,0-1-1 0 0,-1 0 1 0 0,0-1-1 0 0,0 1 1 0 0,0-1 0 0 0,-1-1-1 0 0,0 1 1 0 0,11-13-1 0 0,-13 13 10 0 0,-1-1 0 0 0,1 0 0 0 0,-1 1 0 0 0,0-1 0 0 0,0 0 0 0 0,-1 0 0 0 0,0-1 0 0 0,0 1-1 0 0,0 0 1 0 0,-1-1 0 0 0,0 1 0 0 0,0-11 0 0 0,0 8-196 0 0,-2 0 0 0 0,0 0 0 0 0,0 0 0 0 0,0 0 0 0 0,-1 0 0 0 0,-1 0 0 0 0,1 0 0 0 0,-1 1 0 0 0,-1-1 0 0 0,0 1 0 0 0,0 0 0 0 0,0 0 0 0 0,-1 0 0 0 0,-1 1 0 0 0,1-1 0 0 0,-1 1 0 0 0,0 1 0 0 0,0-1 0 0 0,-1 1 0 0 0,0 0 0 0 0,-11-7 0 0 0,2 4-9608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11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36 6447 0 0,'-4'-5'670'0'0,"2"3"-848"0"0,-10-24 14927 0 0,21 25-12739 0 0,20 0 550 0 0,-27 1-1967 0 0,3 8 571 0 0,-3 3-840 0 0,-1-1 0 0 0,1 1 0 0 0,-2 0 0 0 0,1-1 0 0 0,-1 1 0 0 0,-3 17 0 0 0,1-10-195 0 0,-15 157 619 0 0,7-88-760 0 0,1 161-1 0 0,9-242-331 0 0,1 0 0 0 0,0 0 0 0 0,4 11 0 0 0,-4-16-628 0 0,0 0-188 0 0,1-1 873 0 0,-1 1 0 0 0,1-1 0 0 0,0 0 0 0 0,-1 1 0 0 0,1-1 0 0 0,0 0 0 0 0,-1 0 0 0 0,1 0 0 0 0,0 0 0 0 0,-1 0 0 0 0,1-1 0 0 0,0 1 0 0 0,-1 0 0 0 0,1-1 0 0 0,0 1 0 0 0,2-2 0 0 0,6-3-2358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11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2 9671 0 0,'-9'-1'875'0'0,"-3"0"-1134"0"0,-27 3 2317 0 0,35-2-792 0 0,-1 1 1 0 0,0 0-1 0 0,1 0 0 0 0,-1 1 1 0 0,1-1-1 0 0,-7 4 1 0 0,-17 10 2809 0 0,7-5-2552 0 0,2 1 1 0 0,-25 17 0 0 0,38-24-1429 0 0,1 0 0 0 0,0 1 1 0 0,0 0-1 0 0,0 0 0 0 0,1 0 0 0 0,0 0 1 0 0,-1 1-1 0 0,2 0 0 0 0,-1 0 0 0 0,1 0 1 0 0,-5 12-1 0 0,7-15-73 0 0,0 0 0 0 0,1-1 1 0 0,-1 1-1 0 0,1-1 0 0 0,-1 1 0 0 0,1 0 1 0 0,0-1-1 0 0,0 1 0 0 0,0 0 0 0 0,1-1 0 0 0,-1 1 1 0 0,1 0-1 0 0,-1-1 0 0 0,1 1 0 0 0,1 4 1 0 0,0-4-11 0 0,0 1 1 0 0,0-1-1 0 0,1 0 1 0 0,-1 0 0 0 0,1 0-1 0 0,-1 0 1 0 0,1 0 0 0 0,0 0-1 0 0,5 3 1 0 0,2 1-16 0 0,0-2 1 0 0,0 1-1 0 0,1-1 0 0 0,-1-1 0 0 0,1 0 1 0 0,16 4-1 0 0,-4-3-142 0 0,-1-2 0 0 0,1 0 1 0 0,0-2-1 0 0,0 0 0 0 0,30-4 0 0 0,115-22-2301 0 0,-71 5-438 0 0,-34 1-3926 0 0,-12-1-1183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1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1232 1 14279 0 0,'-38'0'1043'0'0,"29"0"491"0"0,0 0 0 0 0,1 0-1 0 0,-11 2 1 0 0,15-2-1118 0 0,1 1 0 0 0,0 0-1 0 0,0 0 1 0 0,0 0 0 0 0,0 0 0 0 0,0 1-1 0 0,0-1 1 0 0,0 1 0 0 0,0 0 0 0 0,1 0-1 0 0,-1 0 1 0 0,-3 3 0 0 0,5-3-330 0 0,-1-1 0 0 0,1 1 0 0 0,0 0 1 0 0,0-1-1 0 0,-1 1 0 0 0,1 0 0 0 0,0 0 1 0 0,1 0-1 0 0,-1 0 0 0 0,0 0 0 0 0,0 0 1 0 0,1 0-1 0 0,-1 0 0 0 0,1 0 0 0 0,0 0 0 0 0,0 1 1 0 0,0-1-1 0 0,0 0 0 0 0,0 0 0 0 0,0 0 1 0 0,0 0-1 0 0,1 0 0 0 0,-1 0 0 0 0,1 0 1 0 0,-1 1-1 0 0,1-1 0 0 0,0-1 0 0 0,0 1 0 0 0,0 0 1 0 0,0 0-1 0 0,0 0 0 0 0,3 3 0 0 0,3 4-65 0 0,1 0-1 0 0,0 0 1 0 0,0-1-1 0 0,16 12 1 0 0,-4-5 5 0 0,33 19 1 0 0,-30-21-12 0 0,29 23 1 0 0,-46-31-4 0 0,0 0 0 0 0,0 1 0 0 0,0 0 0 0 0,0 1 0 0 0,-1-1 0 0 0,0 1 0 0 0,-1 0 0 0 0,7 11 0 0 0,-11-16 8 0 0,1 0-1 0 0,-1 0 1 0 0,1-1 0 0 0,-1 1 0 0 0,0 0 0 0 0,1 0 0 0 0,-1 0-1 0 0,0-1 1 0 0,0 1 0 0 0,-1 0 0 0 0,1 0 0 0 0,0 0 0 0 0,0-1 0 0 0,-1 1-1 0 0,1 0 1 0 0,-1 0 0 0 0,0-1 0 0 0,1 1 0 0 0,-1-1 0 0 0,0 1-1 0 0,0 0 1 0 0,0-1 0 0 0,0 1 0 0 0,0-1 0 0 0,-1 0 0 0 0,1 1 0 0 0,0-1-1 0 0,-3 1 1 0 0,-3 5 162 0 0,-1-1-1 0 0,0-1 1 0 0,-16 9-1 0 0,7-6-73 0 0,0-1-1 0 0,-1-1 1 0 0,0-1 0 0 0,-21 4-1 0 0,6-2-69 0 0,-110 22 81 0 0,52-11-1814 0 0,54-8-682 0 0,20-3 402 0 0</inkml:trace>
  <inkml:trace contextRef="#ctx0" brushRef="#br0" timeOffset="1">66 712 7367 0 0,'-21'6'599'0'0,"-24"5"19257"0"0,57-7-17667 0 0,21 3-1599 0 0,66 5-1 0 0,36-7-3 0 0,-71-3-475 0 0,218-1 370 0 0,-142-2-349 0 0,326-16-32 0 0,-422 15-101 0 0,263-7-1386 0 0,-305 9 554 0 0,-3 1 464 0 0,-1 1 0 0 0,0-1-1 0 0,1 0 1 0 0,-1 0 0 0 0,0 0 0 0 0,1 0 0 0 0,-1 0-1 0 0,0-1 1 0 0,-3 2 0 0 0,4-2 93 0 0,-19 7-2120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13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17967 0 0,'0'0'1878'0'0,"2"1"-1557"0"0,40 35 7228 0 0,-3 2-4787 0 0,-29-26-2574 0 0,0-1 0 0 0,-1 1 0 0 0,-1 1 1 0 0,0 0-1 0 0,8 19 0 0 0,-10-20-157 0 0,-2 0 1 0 0,0 1 0 0 0,-1 0 0 0 0,0 0 0 0 0,0 0 0 0 0,-2 0-1 0 0,0 0 1 0 0,0 0 0 0 0,-1 1 0 0 0,-1-1 0 0 0,-2 13-1 0 0,-1-3 21 0 0,-1 0-1 0 0,-1-1 0 0 0,-1 1 0 0 0,-1-2 1 0 0,-16 31-1 0 0,10-25-198 0 0,-17 37-554 0 0,31-63 353 0 0,1 0-438 0 0,0 0 634 0 0,0 0 0 0 0,1 0 0 0 0,-1 0-1 0 0,0-1 1 0 0,0 1 0 0 0,1 0 0 0 0,-1-1-1 0 0,1 1 1 0 0,-1-1 0 0 0,0 1 0 0 0,1-1-1 0 0,-1 0 1 0 0,1 0 0 0 0,1 1 0 0 0,5-1-360 0 0,0 0 0 0 0,0 0 0 0 0,-1 0 1 0 0,1-1-1 0 0,0 0 0 0 0,-1-1 0 0 0,1 1 0 0 0,-1-2 1 0 0,10-3-1 0 0,10-5-1880 0 0,26-16 1 0 0,-52 26 2323 0 0,28-15-2004 0 0,0-1 1 0 0,-1-2 0 0 0,42-37 0 0 0,-51 38 1758 0 0,27-34-1 0 0,-33 34 1638 0 0,0 0 0 0 0,13-26 0 0 0,-23 39-403 0 0,-1 0 0 0 0,0 0 0 0 0,0 0 0 0 0,-1 0 0 0 0,2-8 0 0 0,-2 12-708 0 0,-1 0 0 0 0,0 0-1 0 0,0 0 1 0 0,0-1 0 0 0,0 1 0 0 0,0 0 0 0 0,0 0 0 0 0,0 0 0 0 0,0-1 0 0 0,0 1 0 0 0,0 0-1 0 0,-1 0 1 0 0,1 0 0 0 0,0 0 0 0 0,-1 0 0 0 0,1 0 0 0 0,-1 0 0 0 0,1 0 0 0 0,-1 0-1 0 0,0 0 1 0 0,1 0 0 0 0,-1 0 0 0 0,0 0 0 0 0,0 0 0 0 0,0 0 0 0 0,0 1 0 0 0,1-1 0 0 0,-1 0-1 0 0,0 1 1 0 0,0-1 0 0 0,-2 0 0 0 0,-4-1 217 0 0,0 0-1 0 0,0 0 1 0 0,-1 1 0 0 0,1-1-1 0 0,-1 2 1 0 0,1-1 0 0 0,-1 1-1 0 0,1 1 1 0 0,0-1-1 0 0,-1 1 1 0 0,1 0 0 0 0,-11 4-1 0 0,-7 2-141 0 0,0 2-1 0 0,-29 15 1 0 0,30-12-109 0 0,-39 25 1 0 0,51-29-136 0 0,0 1 0 0 0,1 0 1 0 0,1 1-1 0 0,-19 21 0 0 0,27-29-42 0 0,0 0 0 0 0,1 0 0 0 0,-1 0 0 0 0,1 0 0 0 0,0 1 0 0 0,-1-1 0 0 0,1 0 0 0 0,0 1 0 0 0,1-1 0 0 0,-1 1 0 0 0,0-1 0 0 0,1 1 0 0 0,-1 0 0 0 0,1-1 0 0 0,0 1 0 0 0,0-1 0 0 0,0 1 0 0 0,0 0 0 0 0,0-1 0 0 0,1 1 0 0 0,-1-1 0 0 0,1 1 0 0 0,0-1 0 0 0,-1 1 0 0 0,1-1 0 0 0,0 1 0 0 0,1-1 0 0 0,-1 0 0 0 0,0 1 0 0 0,1-1 0 0 0,-1 0 0 0 0,4 3 0 0 0,0 1-21 0 0,1-1 1 0 0,0 0-1 0 0,0 0 1 0 0,0 0-1 0 0,1-1 0 0 0,0 0 1 0 0,0-1-1 0 0,0 1 1 0 0,14 4-1 0 0,12 1-85 0 0,0-1 0 0 0,0-2-1 0 0,1-1 1 0 0,0-2 0 0 0,52-1 0 0 0,170-27-263 0 0,-87-9 100 0 0,-135 24 169 0 0,0-1 0 0 0,59-29 0 0 0,-71 29 80 0 0,1 0-23 0 0,25-17-1 0 0,-41 23 35 0 0,-1 0 1 0 0,1 0 0 0 0,-1-1 0 0 0,0 1 0 0 0,-1-1-1 0 0,1-1 1 0 0,7-11 0 0 0,-12 17 13 0 0,-1 0-1 0 0,1 0 1 0 0,0 1-1 0 0,-1-1 1 0 0,1 0-1 0 0,-1 0 1 0 0,1 0 0 0 0,-1 0-1 0 0,1 0 1 0 0,-1 0-1 0 0,0 0 1 0 0,0-1-1 0 0,1 1 1 0 0,-1 0-1 0 0,0 0 1 0 0,0 0 0 0 0,0 0-1 0 0,0 0 1 0 0,0 0-1 0 0,-1 0 1 0 0,1 0-1 0 0,0 0 1 0 0,0 0-1 0 0,-1-1 1 0 0,1 1 0 0 0,0 0-1 0 0,-1 0 1 0 0,1 0-1 0 0,-1 1 1 0 0,0-1-1 0 0,1 0 1 0 0,-1 0 0 0 0,0 0-1 0 0,1 0 1 0 0,-1 0-1 0 0,0 1 1 0 0,0-1-1 0 0,0 0 1 0 0,0 1-1 0 0,1-1 1 0 0,-1 1 0 0 0,0-1-1 0 0,0 1 1 0 0,0-1-1 0 0,0 1 1 0 0,0 0-1 0 0,-1-1 1 0 0,0 1-1 0 0,-7-2 76 0 0,0 0 0 0 0,0 0 0 0 0,0 1 0 0 0,-14 0 0 0 0,20 1-70 0 0,-14 0 55 0 0,1 0 0 0 0,0 2 0 0 0,0 0 0 0 0,0 1 0 0 0,0 0 0 0 0,-16 6 0 0 0,9 0-44 0 0,1 0 0 0 0,-1 1 0 0 0,-26 17 0 0 0,43-23-23 0 0,0-1 0 0 0,0 2 1 0 0,0-1-1 0 0,1 0 0 0 0,0 1 0 0 0,-6 7 1 0 0,10-11-2 0 0,0 0 1 0 0,0 0-1 0 0,1 0 1 0 0,-1 0-1 0 0,0 1 1 0 0,1-1-1 0 0,-1 0 1 0 0,1 0-1 0 0,-1 0 1 0 0,1 1-1 0 0,0-1 1 0 0,-1 0 0 0 0,1 0-1 0 0,0 1 1 0 0,0-1-1 0 0,0 0 1 0 0,0 1-1 0 0,0-1 1 0 0,0 0-1 0 0,0 1 1 0 0,1-1-1 0 0,-1 0 1 0 0,0 0 0 0 0,1 1-1 0 0,-1-1 1 0 0,1 0-1 0 0,-1 0 1 0 0,1 0-1 0 0,0 0 1 0 0,-1 1-1 0 0,1-1 1 0 0,0 0-1 0 0,0 0 1 0 0,0 0-1 0 0,0-1 1 0 0,0 1 0 0 0,0 0-1 0 0,0 0 1 0 0,0 0-1 0 0,2 0 1 0 0,4 4-47 0 0,0-1 0 0 0,-1-1 1 0 0,2 1-1 0 0,-1-1 0 0 0,0-1 1 0 0,1 1-1 0 0,-1-1 0 0 0,1 0 1 0 0,0-1-1 0 0,-1 0 1 0 0,1 0-1 0 0,0-1 0 0 0,0 0 1 0 0,0 0-1 0 0,0-1 0 0 0,-1 0 1 0 0,15-3-1 0 0,0-2-115 0 0,-1-1 1 0 0,0-1-1 0 0,0-1 0 0 0,38-23 1 0 0,-9 0 1562 0 0,-49 33-1186 0 0,40 93 278 0 0,-11-22-489 0 0,-27-65-6 0 0,55 134 16 0 0,-52-121-3 0 0,0 0-1 0 0,-1 0 1 0 0,-1 0-1 0 0,-1 0 0 0 0,0 29 1 0 0,-3-43 0 0 0,0-1 0 0 0,0 1 0 0 0,-1-1 0 0 0,1 1 0 0 0,-1-1 0 0 0,-1 0 0 0 0,1 1 0 0 0,-1-1 1 0 0,0 0-1 0 0,0 0 0 0 0,0 0 0 0 0,-1 0 0 0 0,0 0 0 0 0,0-1 0 0 0,0 1 0 0 0,0-1 0 0 0,-1 0 0 0 0,0 0 0 0 0,0 0 1 0 0,0 0-1 0 0,0-1 0 0 0,0 0 0 0 0,-1 0 0 0 0,-7 4 0 0 0,-1-1-11 0 0,1 0 0 0 0,-1-2 0 0 0,-1 1 0 0 0,1-2 0 0 0,-1 0 0 0 0,-19 2 0 0 0,2-3 0 0 0,-55-3 0 0 0,-54-14 12 0 0,113 10-27 0 0,0-1 1 0 0,0-1-1 0 0,-29-13 0 0 0,39 13-517 0 0,-1 0 0 0 0,1-1-1 0 0,1-2 1 0 0,0 1-1 0 0,0-2 1 0 0,-21-18 0 0 0,22 12-815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17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3754 6083 11055 0 0,'-28'-27'664'0'0,"-10"-10"-429"0"0,-2 2-1 0 0,-50-34 0 0 0,-2 9 2047 0 0,-159-108 639 0 0,12-17-2377 0 0,93 58-366 0 0,-155-176-1 0 0,-105-220-77 0 0,313 387-54 0 0,-157-247 41 0 0,-125-342 500 0 0,206 330-91 0 0,23-11-206 0 0,48 55 93 0 0,-4-13 344 0 0,64 250-69 0 0,-59-125 1 0 0,-56-29 309 0 0,71 133-893 0 0,52 85-74 0 0,3-2 0 0 0,-23-58 0 0 0,38 75-22 0 0,1 1 0 0 0,-10-66-1 0 0,16 65 3 0 0,1 0 0 0 0,1-62-1 0 0,4 69-32 0 0,-1 28 53 0 0,0 0-1 0 0,0-1 1 0 0,0 1 0 0 0,0 0 0 0 0,0 0 0 0 0,0 0 0 0 0,0 0-1 0 0,0 0 1 0 0,0-1 0 0 0,0 1 0 0 0,0 0 0 0 0,0 0-1 0 0,0 0 1 0 0,0 0 0 0 0,0-1 0 0 0,0 1 0 0 0,0 0-1 0 0,0 0 1 0 0,0 0 0 0 0,0 0 0 0 0,0-1 0 0 0,0 1 0 0 0,0 0-1 0 0,-1 0 1 0 0,1 0 0 0 0,0 0 0 0 0,0 0 0 0 0,0-1-1 0 0,0 1 1 0 0,0 0 0 0 0,0 0 0 0 0,0 0 0 0 0,-1 0-1 0 0,1 0 1 0 0,0 0 0 0 0,0 0 0 0 0,0 0 0 0 0,0 0 0 0 0,0 0-1 0 0,-1-1 1 0 0,1 1 0 0 0,0 0 0 0 0,0 0 0 0 0,0 0-1 0 0,0 0 1 0 0,-1 0 0 0 0,1 0 0 0 0,0 0 0 0 0,0 0-1 0 0,0 0 1 0 0,0 0 0 0 0,-1 0 0 0 0,1 0 0 0 0,0 1 0 0 0,0-1-1 0 0,0 0 1 0 0,0 0 0 0 0,0 0 0 0 0,-1 0 0 0 0,1 0-1 0 0,0 0 1 0 0,-7 6 2 0 0,7-6-3 0 0,-8 9 1 0 0,1 0 0 0 0,1 1 0 0 0,-1 0 0 0 0,-6 14 0 0 0,2-4 0 0 0,-33 68 0 0 0,9-16 0 0 0,27-52 14 0 0,7-17-11 0 0,1 0 0 0 0,-1 0 1 0 0,-1 0-1 0 0,1 0 0 0 0,0-1 0 0 0,-1 1 1 0 0,0 0-1 0 0,1 0 0 0 0,-1-1 0 0 0,0 1 0 0 0,0-1 1 0 0,0 0-1 0 0,-1 1 0 0 0,1-1 0 0 0,-1 0 1 0 0,1 0-1 0 0,-6 2 0 0 0,6-3 7 0 0,0 0 0 0 0,0 0 0 0 0,0-1 1 0 0,0 1-1 0 0,-1-1 0 0 0,1 0 0 0 0,0 1 0 0 0,0-1 0 0 0,-1 0 0 0 0,1 0 0 0 0,0-1 0 0 0,0 1 1 0 0,0 0-1 0 0,-1-1 0 0 0,1 1 0 0 0,0-1 0 0 0,0 0 0 0 0,0 1 0 0 0,0-1 0 0 0,0 0 0 0 0,0 0 0 0 0,0-1 1 0 0,0 1-1 0 0,-2-3 0 0 0,-3-1 36 0 0,1 0 0 0 0,1 0-1 0 0,-1-1 1 0 0,1 0 0 0 0,-9-12 0 0 0,4 3-32 0 0,1 0 1 0 0,1-1-1 0 0,1 0 0 0 0,0-1 1 0 0,1 0-1 0 0,-7-33 0 0 0,9 25 20 0 0,0 0-1 0 0,2 0 1 0 0,1 0 0 0 0,3-33-1 0 0,5 4 24 0 0,2 0 0 0 0,2 1 0 0 0,34-96 0 0 0,-41 137-41 0 0,1 0 0 0 0,0 0 0 0 0,1 0 0 0 0,0 0 0 0 0,11-14 0 0 0,-7 14 75 0 0,-8 10 55 0 0,0 3 0 0 0,2 1-123 0 0,-1 0 0 0 0,1 0 0 0 0,-1 1 0 0 0,0-1 1 0 0,0 1-1 0 0,0-1 0 0 0,0 1 0 0 0,-1 0 0 0 0,1 0 0 0 0,-1 1 0 0 0,2 2 1 0 0,5 10-19 0 0,9 19 0 0 0,-11-19 33 0 0,3 4-22 0 0,48 93 117 0 0,-44-91-101 0 0,0 0-1 0 0,33 38 0 0 0,94 70-75 0 0,-117-110-8 0 0,93 65-319 0 0,-4-4-2570 0 0,-67-41 1253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23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2183 11055 0 0,'0'0'852'0'0,"-3"-8"-528"0"0,-27-84 8328 0 0,1-51-4375 0 0,19 53-3069 0 0,5-161 0 0 0,6 157-938 0 0,34-520 235 0 0,-21 502-455 0 0,33-130 0 0 0,-31 183-25 0 0,2 1 0 0 0,3 0 0 0 0,52-102 0 0 0,-57 134-19 0 0,0-1 0 0 0,22-25 0 0 0,-28 40 2 0 0,1 0-1 0 0,0 1 1 0 0,0 1 0 0 0,1-1-1 0 0,26-16 1 0 0,-34 25-21 0 0,-1 0-1 0 0,0 1 1 0 0,1-1-1 0 0,-1 1 1 0 0,1 0-1 0 0,0 0 0 0 0,-1 0 1 0 0,1 0-1 0 0,6 0 1 0 0,-8 1 3 0 0,0 0-1 0 0,-1 1 1 0 0,0 0-1 0 0,0-1 1 0 0,0 1 0 0 0,0 0-1 0 0,0 0 1 0 0,0 0-1 0 0,0 0 1 0 0,0 0 0 0 0,0 0-1 0 0,0 0 1 0 0,-1 0-1 0 0,1 0 1 0 0,0 0-1 0 0,0 3 1 0 0,1 0 8 0 0,-1 0 0 0 0,0 0 0 0 0,0 0 0 0 0,0 1 0 0 0,-1-1 0 0 0,1 0 0 0 0,-1 0 0 0 0,0 1 0 0 0,-1 7 0 0 0,-8 41 5 0 0,6-40-2 0 0,-54 230 63 0 0,40-182 25 0 0,-2 0 1 0 0,-47 100-1 0 0,50-132 50 0 0,0-1 0 0 0,-2 0 0 0 0,-38 44 0 0 0,50-66-59 0 0,5-5 11 0 0,18-12-22 0 0,5-1-89 0 0,0 1-1 0 0,1 2 1 0 0,0 0-1 0 0,25-6 1 0 0,-1 4 3 0 0,54-6 0 0 0,-94 16 13 0 0,0 0-1 0 0,1 1 1 0 0,-1 0 0 0 0,1 0 0 0 0,-1 1-1 0 0,0 0 1 0 0,1 0 0 0 0,-1 1-1 0 0,0 0 1 0 0,0 0 0 0 0,0 0 0 0 0,0 1-1 0 0,8 5 1 0 0,-10-5 4 0 0,0 0 1 0 0,0 1-1 0 0,-1 0 1 0 0,1 0-1 0 0,-1 0 1 0 0,0 0-1 0 0,0 1 1 0 0,-1-1-1 0 0,0 1 0 0 0,1 0 1 0 0,-1 0-1 0 0,-1 1 1 0 0,1-1-1 0 0,-1 0 1 0 0,0 1-1 0 0,0-1 1 0 0,1 8-1 0 0,-1-2 53 0 0,-1-1-1 0 0,0 1 1 0 0,0-1-1 0 0,-1 1 1 0 0,-1 0 0 0 0,1-1-1 0 0,-2 1 1 0 0,-3 15 0 0 0,1-11 63 0 0,-1-1 0 0 0,-1 1 0 0 0,0-1 0 0 0,0 0 1 0 0,-13 18-1 0 0,6-13 27 0 0,-1 0 0 0 0,-1-1 0 0 0,-1 0 0 0 0,0-2 0 0 0,-1 1 0 0 0,-1-2 0 0 0,-33 22 0 0 0,25-21-68 0 0,-1-2 0 0 0,0-1 0 0 0,0 0 0 0 0,-1-3 0 0 0,-33 9 0 0 0,38-13-190 0 0,-1-1 0 0 0,1-1 0 0 0,-1-2 1 0 0,1 0-1 0 0,-1-1 0 0 0,-47-6 0 0 0,66 5-23 0 0,1-1-1 0 0,0 0 0 0 0,0 0 1 0 0,0-1-1 0 0,-5-1 0 0 0,8 2-14 0 0,0 1-1 0 0,-1-1 0 0 0,1 0 0 0 0,0 0 0 0 0,0 1 1 0 0,0-1-1 0 0,0 0 0 0 0,0 0 0 0 0,0 0 0 0 0,0 0 1 0 0,0 0-1 0 0,0-1 0 0 0,0 1 0 0 0,1 0 0 0 0,-1 0 1 0 0,0 0-1 0 0,1-1 0 0 0,-1 1 0 0 0,0-2 0 0 0,0-10-1471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24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59 7831 0 0,'0'0'603'0'0,"-8"-1"-78"0"0,-9-4 8057 0 0,26 2-3765 0 0,128-20-309 0 0,-32 7-4023 0 0,-87 13-946 0 0,1 0-1 0 0,0 0 0 0 0,0 2 1 0 0,0 1-1 0 0,22 1 1 0 0,-31 4-2647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24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84 20239 0 0,'-7'4'1731'0'0,"7"0"-643"0"0,13 2-226 0 0,25 0-118 0 0,-14-7-344 0 0,0-1-1 0 0,-1-1 0 0 0,27-7 1 0 0,69-23-16 0 0,-35 9-291 0 0,27-1-21 0 0,-92 23-973 0 0,1 0-1 0 0,0 0 1 0 0,34 4 0 0 0,-30 1-818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26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99 15199 0 0,'-19'-25'1722'0'0,"-15"-21"5177"0"0,32 44-6820 0 0,1 0 0 0 0,0 0 0 0 0,-1 0 0 0 0,0 0 0 0 0,1 1 0 0 0,-1-1 0 0 0,0 0 0 0 0,0 1-1 0 0,0-1 1 0 0,0 1 0 0 0,0 0 0 0 0,0 0 0 0 0,-1 0 0 0 0,1 0 0 0 0,0 0 0 0 0,0 0 0 0 0,-4-1-1 0 0,2 2 58 0 0,0 0-1 0 0,0 0 0 0 0,0 0 0 0 0,-1 0 0 0 0,2 0 0 0 0,-1 1 0 0 0,0-1 0 0 0,0 1 1 0 0,0 0-1 0 0,-4 2 0 0 0,-2 1 74 0 0,1 1 0 0 0,-1 0 0 0 0,1 0 0 0 0,0 1 0 0 0,0 1 0 0 0,1-1 0 0 0,-11 11 0 0 0,3 0 4 0 0,0 2 1 0 0,1 0-1 0 0,-17 29 0 0 0,-31 67 291 0 0,49-87-397 0 0,-7 12 81 0 0,3 0 1 0 0,1 1-1 0 0,-21 85 0 0 0,33-106-154 0 0,1 0 0 0 0,2 0-1 0 0,0 0 1 0 0,0 0-1 0 0,2 0 1 0 0,1 1-1 0 0,1-1 1 0 0,0 0 0 0 0,1 0-1 0 0,12 38 1 0 0,-11-48-16 0 0,0 0 0 0 0,0-1 0 0 0,1 1 0 0 0,1-1 0 0 0,0 1 0 0 0,0-2 0 0 0,0 1 0 0 0,1-1 0 0 0,1 0 0 0 0,-1 0 0 0 0,1-1 0 0 0,1 0 0 0 0,10 7 0 0 0,-11-9-34 0 0,1-1 1 0 0,-1 0-1 0 0,1 0 1 0 0,0 0 0 0 0,0-2-1 0 0,0 1 1 0 0,0-1-1 0 0,0 0 1 0 0,1-1 0 0 0,-1 0-1 0 0,0 0 1 0 0,1-1-1 0 0,-1-1 1 0 0,1 1-1 0 0,12-4 1 0 0,4-2 15 0 0,0-1 0 0 0,0-1 1 0 0,-1-1-1 0 0,40-21 0 0 0,-28 9-4 0 0,-1-1 0 0 0,40-33 0 0 0,-60 42-4 0 0,0-1 0 0 0,-1 0-1 0 0,0-1 1 0 0,-2-1 0 0 0,0 0-1 0 0,0-1 1 0 0,14-27 0 0 0,-21 33 4 0 0,0-1 0 0 0,-1 1 1 0 0,-1-1-1 0 0,0-1 1 0 0,-1 1-1 0 0,0 0 0 0 0,-1-1 1 0 0,0 0-1 0 0,-1 1 1 0 0,0-1-1 0 0,-1 0 0 0 0,-1 0 1 0 0,-2-17-1 0 0,-2 7-41 0 0,-1 0 1 0 0,-1 0-1 0 0,-1 1 1 0 0,-1-1-1 0 0,-1 2 1 0 0,0-1-1 0 0,-2 2 0 0 0,-1-1 1 0 0,-26-31-1 0 0,22 32-29 0 0,0 1 0 0 0,-2 1 0 0 0,0 1 0 0 0,-1 0-1 0 0,-1 2 1 0 0,0 0 0 0 0,-1 1 0 0 0,-42-19 0 0 0,59 31-59 0 0,0 0 1 0 0,1 1-1 0 0,-1-1 1 0 0,0 1 0 0 0,0 0-1 0 0,1 0 1 0 0,-1 0-1 0 0,0 1 1 0 0,0 0-1 0 0,0 0 1 0 0,0 0 0 0 0,0 0-1 0 0,0 1 1 0 0,-6 2-1 0 0,-14 7-2931 0 0,2 8-3472 0 0,8-3-1308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2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 12439 0 0,'-2'-3'5372'0'0,"10"12"-1629"0"0,-6-8-3161 0 0,8 11 315 0 0,-1 0 0 0 0,-1 1 0 0 0,0 0 0 0 0,7 16-1 0 0,8 13-96 0 0,10 16 34 0 0,-19-32-661 0 0,1-1 1 0 0,1 0-1 0 0,31 35 0 0 0,-42-55-198 0 0,1 0 1 0 0,-1-1-1 0 0,1 0 0 0 0,0 0 1 0 0,9 3-1 0 0,-14-6-74 0 0,0-1 0 0 0,1 0-1 0 0,-1 0 1 0 0,0 0 0 0 0,0 0 0 0 0,0 0 0 0 0,0 0-1 0 0,0 0 1 0 0,0 0 0 0 0,0 0 0 0 0,0 0-1 0 0,0 0 1 0 0,0-1 0 0 0,1 1 0 0 0,-1 0 0 0 0,0-1-1 0 0,0 1 1 0 0,0-1 0 0 0,-1 1 0 0 0,1-1-1 0 0,1 0 1 0 0,16-16-2131 0 0,-10 5 226 0 0,-1-4-307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2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21823 0 0,'-2'0'196'0'0,"1"0"0"0"0,-1-1 0 0 0,1 1 0 0 0,-1 0 0 0 0,1 0-1 0 0,-1 0 1 0 0,1 1 0 0 0,-1-1 0 0 0,1 0 0 0 0,-1 0 0 0 0,1 1 0 0 0,-1-1 0 0 0,1 1-1 0 0,0-1 1 0 0,-1 1 0 0 0,-1 1 0 0 0,0 0 40 0 0,0 0 0 0 0,0 0 1 0 0,1 0-1 0 0,-1 1 0 0 0,1 0 0 0 0,-5 5 0 0 0,2-1 50 0 0,1 0 0 0 0,0 1 0 0 0,0 0 0 0 0,0 0 0 0 0,-3 10 0 0 0,5-11-262 0 0,-3 9 102 0 0,1 0 0 0 0,0 0-1 0 0,1 0 1 0 0,-2 26-1 0 0,5-38-95 0 0,0 0-1 0 0,0 0 1 0 0,1 0-1 0 0,-1 0 1 0 0,1 0-1 0 0,0 0 1 0 0,0 0-1 0 0,1-1 1 0 0,-1 1-1 0 0,4 5 1 0 0,-4-6-22 0 0,1-1 0 0 0,0 0 1 0 0,0 1-1 0 0,0-1 0 0 0,0 0 0 0 0,0 0 1 0 0,0-1-1 0 0,1 1 0 0 0,-1 0 0 0 0,1-1 1 0 0,-1 1-1 0 0,1-1 0 0 0,-1 0 0 0 0,1 0 1 0 0,0 0-1 0 0,3 1 0 0 0,2-1-18 0 0,-1 0 0 0 0,0-1 0 0 0,0 1-1 0 0,0-1 1 0 0,0-1 0 0 0,1 1 0 0 0,-1-1 0 0 0,0-1-1 0 0,0 1 1 0 0,12-5 0 0 0,-7 1-9 0 0,0 0 1 0 0,0 0-1 0 0,0-1 0 0 0,-1-1 1 0 0,12-9-1 0 0,-19 13 20 0 0,0-1-1 0 0,0 1 1 0 0,0-1-1 0 0,-1 0 1 0 0,0 0-1 0 0,0 0 1 0 0,0 0-1 0 0,0-1 1 0 0,3-6-1 0 0,-5 10 4 0 0,-1-1-1 0 0,1 1 0 0 0,-1-1 1 0 0,1 1-1 0 0,-1-1 0 0 0,1 1 1 0 0,-1-1-1 0 0,0 0 1 0 0,0 1-1 0 0,0-1 0 0 0,0 1 1 0 0,0-1-1 0 0,0 0 1 0 0,0 1-1 0 0,-1-1 0 0 0,1 1 1 0 0,-1-1-1 0 0,1 1 1 0 0,-1-1-1 0 0,1 1 0 0 0,-1-1 1 0 0,0 1-1 0 0,1 0 1 0 0,-1-1-1 0 0,0 1 0 0 0,0 0 1 0 0,0 0-1 0 0,0-1 1 0 0,-1 1-1 0 0,1 0 0 0 0,0 0 1 0 0,0 0-1 0 0,-1 0 1 0 0,0 0-1 0 0,-2-1-28 0 0,0 0 1 0 0,1 0-1 0 0,-1 0 0 0 0,0 1 0 0 0,0 0 1 0 0,0-1-1 0 0,0 2 0 0 0,0-1 1 0 0,0 0-1 0 0,0 1 0 0 0,0 0 0 0 0,0 0 1 0 0,0 0-1 0 0,0 0 0 0 0,-1 1 1 0 0,1-1-1 0 0,0 1 0 0 0,0 0 1 0 0,0 0-1 0 0,-4 2 0 0 0,3 0-323 0 0,0-1 0 0 0,1 1-1 0 0,-1 0 1 0 0,1 0 0 0 0,-1 1 0 0 0,1-1-1 0 0,0 1 1 0 0,0 0 0 0 0,1 0 0 0 0,-1 0-1 0 0,1 0 1 0 0,0 1 0 0 0,0-1 0 0 0,-4 10-1 0 0,-4 14-5700 0 0,1 3-1619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27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16 333 20503 0 0,'0'0'2953'0'0,"-1"1"-2151"0"0,-1 5-351 0 0,-1-1 0 0 0,1 1 0 0 0,0-1 1 0 0,1 1-1 0 0,-1 0 0 0 0,1 0 0 0 0,0 0 1 0 0,1 0-1 0 0,-1 9 0 0 0,2-5-255 0 0,-1 0 0 0 0,1 1 1 0 0,0-1-1 0 0,6 19 0 0 0,0-14-170 0 0,-6-12-203 0 0,1 0-1 0 0,-1 1 0 0 0,0-1 1 0 0,0 0-1 0 0,0 1 0 0 0,1 3 1 0 0,19 1-3325 0 0,-13-7 542 0 0</inkml:trace>
  <inkml:trace contextRef="#ctx0" brushRef="#br0" timeOffset="1">45 1 15199 0 0,'-9'6'1352'0'0,"-1"2"-1080"0"0,3 2-272 0 0,4 5 704 0 0,3-1 96 0 0,3 2 8 0 0,2 1-5800 0 0,0-3-1168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28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42 455 0 0,'-8'23'-546'0'0,"6"3"5684"0"0,8 28 9288 0 0,-2-23-11833 0 0,-3-22-2072 0 0,-1-2-16 0 0,0 0-1 0 0,1 1 0 0 0,1-1 1 0 0,-1 0-1 0 0,1 0 0 0 0,4 9 2338 0 0,4-29-2513 0 0,-6 8-266 0 0,5-8-13 0 0,-2 0 0 0 0,9-20 0 0 0,6-11 8 0 0,-18 36-59 0 0,5-8-9 0 0,1 0-1 0 0,0 0 1 0 0,1 1-1 0 0,1 0 1 0 0,14-14-1 0 0,-17 23 11 0 0,0 4 0 0 0,-7 3 18 0 0,0 0 0 0 0,0 0 0 0 0,0 0 0 0 0,-1 0 0 0 0,1 0 0 0 0,0 0 0 0 0,-1 1 0 0 0,1-1 0 0 0,-1 1 0 0 0,0-1 0 0 0,1 1 0 0 0,-1-1 0 0 0,0 1 0 0 0,0-1 0 0 0,0 1 0 0 0,0 0 0 0 0,1 4 0 0 0,13 33 387 0 0,-9-15-207 0 0,5 42-1 0 0,3 13 55 0 0,-8-58-1922 0 0,1 0 0 0 0,18 35-1 0 0,-16-40-7622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2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20 8751 0 0,'-94'-3'881'0'0,"56"-4"18654"0"0,51 5-16990 0 0,9 1-5077 0 0,-10 0 3926 0 0,10 0-1254 0 0,322-4 953 0 0,1 21-746 0 0,-268-9-318 0 0,631 51 163 0 0,-256-49-125 0 0,-379-10-70 0 0,516-6 3 0 0,-581 7-1 0 0,-4 0-3 0 0,1 0 0 0 0,-1 0 0 0 0,1 0 0 0 0,7 3 0 0 0,-11-3-100 0 0,-9 3-374 0 0,-15 2-1622 0 0,7-1 851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3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16127 0 0,'0'0'1242'0'0,"0"-1"-812"0"0,-1-9 5507 0 0,5 15-4541 0 0,4 14-1049 0 0,30 106 1897 0 0,24 152-1 0 0,-32-130-1626 0 0,12 20-217 0 0,-40-161-372 0 0,1 1-1 0 0,-1-1 1 0 0,1 0 0 0 0,0 0-1 0 0,0 0 1 0 0,1-1 0 0 0,7 10-1 0 0,-11-14-24 0 0,1-1 0 0 0,-1 1 0 0 0,0-1 0 0 0,1 0 0 0 0,-1 1 0 0 0,1-1-1 0 0,-1 0 1 0 0,0 0 0 0 0,1 1 0 0 0,-1-1 0 0 0,1 0 0 0 0,-1 0 0 0 0,1 0 0 0 0,-1 1-1 0 0,0-1 1 0 0,1 0 0 0 0,-1 0 0 0 0,1 0 0 0 0,-1 0 0 0 0,1 0 0 0 0,-1 0-1 0 0,1 0 1 0 0,-1 0 0 0 0,1 0 0 0 0,-1 0 0 0 0,1 0 0 0 0,-1 0 0 0 0,1-1 0 0 0,-1 1-1 0 0,1 0 1 0 0,-1 0 0 0 0,1 0 0 0 0,-1-1 0 0 0,0 1 0 0 0,1 0 0 0 0,-1 0 0 0 0,1-1-1 0 0,-1 1 1 0 0,0 0 0 0 0,1-1 0 0 0,-1 1 0 0 0,0-1 0 0 0,1 0 0 0 0,0 1 1 0 0,2-3 1 0 0,-1 0 0 0 0,1-1 1 0 0,0 1-1 0 0,-1 0 0 0 0,0-1 0 0 0,0 0 0 0 0,0 1 1 0 0,0-1-1 0 0,-1 0 0 0 0,3-7 0 0 0,0-5 15 0 0,3-22 0 0 0,-6 26 7 0 0,11-85 10 0 0,9-50 2 0 0,-17 127-39 0 0,-2 9 0 0 0,1 0 0 0 0,-1 1 0 0 0,2-1 0 0 0,-1 1 0 0 0,1-1 0 0 0,8-12 0 0 0,-12 22-1 0 0,0 1 1 0 0,0 0-1 0 0,1-1 1 0 0,-1 1-1 0 0,0-1 1 0 0,0 1-1 0 0,1 0 0 0 0,-1-1 1 0 0,0 1-1 0 0,1 0 1 0 0,-1-1-1 0 0,0 1 0 0 0,1 0 1 0 0,-1 0-1 0 0,0-1 1 0 0,1 1-1 0 0,-1 0 1 0 0,1 0-1 0 0,-1-1 0 0 0,0 1 1 0 0,1 0-1 0 0,-1 0 1 0 0,1 0-1 0 0,-1 0 0 0 0,1 0 1 0 0,-1 0-1 0 0,0 0 1 0 0,1 0-1 0 0,-1 0 1 0 0,1 0-1 0 0,0 0 0 0 0,3 4-33 0 0,0-1 28 0 0,-1 0 0 0 0,0 0 1 0 0,0 1-1 0 0,0-1 1 0 0,0 1-1 0 0,0 0 0 0 0,-1 0 1 0 0,0 0-1 0 0,3 6 0 0 0,14 43-27 0 0,-9-21 40 0 0,6 10-7 0 0,23 57 0 0 0,-33-87 0 0 0,1 0 0 0 0,0-1 0 0 0,0 1 0 0 0,1-1 0 0 0,16 17 0 0 0,-22-26 0 0 0,0 0 0 0 0,0 0 0 0 0,0-1 0 0 0,0 1 0 0 0,1 0 0 0 0,-1-1 0 0 0,0 0 0 0 0,1 1 0 0 0,0-1 0 0 0,-1 0 0 0 0,1 0 0 0 0,0 0 0 0 0,-1-1 0 0 0,1 1 0 0 0,0-1 0 0 0,4 1 0 0 0,-3-1 0 0 0,0-1 0 0 0,-1 1 0 0 0,1-1 0 0 0,0 0 0 0 0,-1 0 0 0 0,1 0 0 0 0,-1 0 0 0 0,0-1 0 0 0,1 0 0 0 0,-1 1 0 0 0,5-4 0 0 0,-1-1 0 0 0,1 0 0 0 0,-1-1 0 0 0,0 0 0 0 0,-1 0 0 0 0,0 0 0 0 0,0-1 0 0 0,0 0 0 0 0,8-16 0 0 0,-8 9 6 0 0,0 0 1 0 0,0 0-1 0 0,-2-1 1 0 0,4-18-1 0 0,5-67 26 0 0,-4-45-2497 0 0,-14-73-6542 0 0,2 181 383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3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15 122 25079 0 0,'-12'0'1151'0'0,"9"0"399"0"0,6 1-1383 0 0,13 2-55 0 0,-1 0 0 0 0,1-1 0 0 0,0-1 0 0 0,25-1 1 0 0,68-9 99 0 0,-78 6-197 0 0,278-50-1184 0 0,-126 18-2091 0 0,-118 24 1025 0 0</inkml:trace>
  <inkml:trace contextRef="#ctx0" brushRef="#br0" timeOffset="1">1216 20 17503 0 0,'0'0'803'0'0,"0"2"-18"0"0,-3 5-337 0 0,3-5 431 0 0,3 3 761 0 0,-3-5-1505 0 0,0 1 1 0 0,0-1 0 0 0,0 1-1 0 0,0-1 1 0 0,1 1 0 0 0,-1-1 0 0 0,0 1-1 0 0,0 0 1 0 0,0-1 0 0 0,1 0-1 0 0,-1 1 1 0 0,0-1 0 0 0,1 1 0 0 0,-1-1-1 0 0,1 1 1 0 0,-1-1 0 0 0,1 1-1 0 0,2 0 0 0 0,0 1-1 0 0,-1-1 0 0 0,1 0 0 0 0,0 0 1 0 0,0-1-1 0 0,0 1 0 0 0,0-1 0 0 0,0 1 1 0 0,0-1-1 0 0,0 0 0 0 0,0 0 0 0 0,0 0 1 0 0,0-1-1 0 0,0 1 0 0 0,4-2 0 0 0,5-1-268 0 0,0-1 1 0 0,17-8-1 0 0,-2 1-634 0 0,5-2-2345 0 0,-22 6 1298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31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33 5983 0 0,'-29'-4'498'0'0,"19"2"290"0"0,-1 1 0 0 0,-16 0 1 0 0,23 2 627 0 0,0-1 1 0 0,1 0 0 0 0,-1 1 0 0 0,0 0 0 0 0,1 0-1 0 0,-6 3 1 0 0,-4 1 2752 0 0,11-4-3828 0 0,-1 0 0 0 0,1 0 0 0 0,-1 0 0 0 0,1 0 0 0 0,0 0 0 0 0,-1 1 0 0 0,1-1 0 0 0,0 1 0 0 0,0-1 0 0 0,0 1 0 0 0,0 0 0 0 0,0 0 0 0 0,-1 2 0 0 0,2-2 272 0 0,0 0 197 0 0,1-2-752 0 0,0 1-1 0 0,-1-1 1 0 0,1 1 0 0 0,0 0-1 0 0,0-1 1 0 0,0 1 0 0 0,-1-1-1 0 0,1 1 1 0 0,0 0 0 0 0,0-1 0 0 0,0 1-1 0 0,0 0 1 0 0,0-1 0 0 0,0 1-1 0 0,0-1 1 0 0,1 2 0 0 0,1 1-51 0 0,0-1 1 0 0,1 1 0 0 0,-1 0 0 0 0,1-1 0 0 0,0 1-1 0 0,-1-1 1 0 0,1 0 0 0 0,0 0 0 0 0,1 0-1 0 0,-1-1 1 0 0,0 1 0 0 0,0-1 0 0 0,1 1-1 0 0,-1-1 1 0 0,1 0 0 0 0,-1 0 0 0 0,1-1-1 0 0,0 1 1 0 0,-1-1 0 0 0,1 0 0 0 0,-1 0-1 0 0,1 0 1 0 0,0 0 0 0 0,-1 0 0 0 0,1-1 0 0 0,-1 0-1 0 0,5-1 1 0 0,4-1-8 0 0,0-1 0 0 0,17-7 0 0 0,-24 8 0 0 0,0 1 0 0 0,0-1 0 0 0,0 0 0 0 0,0 0 0 0 0,-1 0 0 0 0,0 0 0 0 0,8-9 0 0 0,-11 10-1 0 0,1 0 0 0 0,-1-1 0 0 0,0 1 0 0 0,0 0 0 0 0,0-1-1 0 0,-1 1 1 0 0,1-1 0 0 0,-1 1 0 0 0,1-1 0 0 0,-1-2 0 0 0,0 4-12 0 0,0 0-1 0 0,-1 0 1 0 0,1 0-1 0 0,0 0 1 0 0,-1 0 0 0 0,1 0-1 0 0,-1 0 1 0 0,1 1-1 0 0,-1-1 1 0 0,0 0 0 0 0,1 0-1 0 0,-1 1 1 0 0,0-1-1 0 0,1 0 1 0 0,-1 1 0 0 0,0-1-1 0 0,-1 0 1 0 0,-14-8-278 0 0,14 9 10 0 0,0 0 0 0 0,0-1 0 0 0,0 1 0 0 0,0 0 0 0 0,0 0 0 0 0,0 0 0 0 0,0 0-1 0 0,0 0 1 0 0,0 1 0 0 0,0-1 0 0 0,0 1 0 0 0,0-1 0 0 0,0 1 0 0 0,1 0 0 0 0,-1-1 0 0 0,0 1 0 0 0,0 0 0 0 0,0 0 0 0 0,1 0 0 0 0,-3 2-1 0 0,-1 6-2015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3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108 403 14743 0 0,'-38'-18'12465'0'0,"35"27"-11982"0"0,1 1 0 0 0,0 0-1 0 0,0 0 1 0 0,1 0-1 0 0,1 0 1 0 0,0 15 0 0 0,10 60-633 0 0,-5-54 255 0 0,-5-29-391 0 0,1 0-851 0 0,6 5-366 0 0,3 2-66 0 0</inkml:trace>
  <inkml:trace contextRef="#ctx0" brushRef="#br0" timeOffset="1">83 0 20039 0 0,'-19'0'888'0'0,"11"2"184"0"0,-2 1-856 0 0,0 1-216 0 0,-1 0 0 0 0,3 3 0 0 0,2 1 264 0 0,-1 2 16 0 0,4 1 0 0 0,3 4 0 0 0,5 1-1312 0 0,0 3-264 0 0,-1 4-48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32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86 13823 0 0,'0'0'1247'0'0,"-1"1"-1023"0"0,-8 20 118 0 0,8-17 700 0 0,0 1-1 0 0,0-1 1 0 0,0 0 0 0 0,1 1-1 0 0,0 5 1 0 0,4 24 5199 0 0,2-12-5914 0 0,-1 6 682 0 0,-4-20-856 0 0,0 0 0 0 0,0 0 0 0 0,6 15 0 0 0,-7-22 208 0 0,2-2-346 0 0,0 0-1 0 0,0-1 0 0 0,0 1 0 0 0,0-1 1 0 0,0 1-1 0 0,-1-1 0 0 0,1 0 1 0 0,2-3-1 0 0,-4 4-12 0 0,17-23 19 0 0,23-44 0 0 0,-4 7 1 0 0,-27 46-22 0 0,2 1 0 0 0,15-19 0 0 0,-22 29 0 0 0,0 0 0 0 0,0 0 0 0 0,0 1 0 0 0,0 0 0 0 0,1 0 0 0 0,-1 0 0 0 0,1 0 0 0 0,0 1 0 0 0,-1 0 0 0 0,1 0 0 0 0,0 0 0 0 0,8-2 0 0 0,0 4 0 0 0,-11 1 19 0 0,1 0-1 0 0,-1 0 1 0 0,1 0-1 0 0,-1 1 1 0 0,0-1-1 0 0,0 1 1 0 0,1-1 0 0 0,-1 1-1 0 0,0 0 1 0 0,0 0-1 0 0,-1 0 1 0 0,1 0 0 0 0,0 0-1 0 0,-1 0 1 0 0,1 0-1 0 0,0 3 1 0 0,4 7 136 0 0,0-1 0 0 0,4 15 0 0 0,-6-15-96 0 0,28 93 362 0 0,-30-98-411 0 0,2 5-80 0 0,-1-1-1 0 0,1 0 0 0 0,1 0 0 0 0,0 0 0 0 0,7 11 1 0 0,8 6-1480 0 0,-6-16 21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3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35 22607 0 0,'-15'-1'427'0'0,"-92"-9"3334"0"0,181-6-2321 0 0,-43 12-1415 0 0,-1 2 0 0 0,0 1-1 0 0,1 1 1 0 0,42 7 0 0 0,-40-4-803 0 0,24 5-2325 0 0,-51-6 1589 0 0,1 0 1 0 0,-1 0-1 0 0,10 4 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38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12927 0 0,'-20'14'308'0'0,"1"0"56"0"0,0-2 0 0 0,-22 12 0 0 0,16-11 797 0 0,18-9-193 0 0,-1 0 1 0 0,0 0-1 0 0,-13 4 1 0 0,20-8-803 0 0,0 0 0 0 0,1 0-1 0 0,-1 0 1 0 0,1 0 0 0 0,-1 1 0 0 0,1-1 0 0 0,-1 0 0 0 0,0 0 0 0 0,1 0 0 0 0,-1 1-1 0 0,1-1 1 0 0,-1 0 0 0 0,1 1 0 0 0,-1-1 0 0 0,1 0 0 0 0,0 1 0 0 0,-1-1 0 0 0,0 1-1 0 0,7 4 2424 0 0,18 0-1655 0 0,-7-5-1121 0 0,1 1 0 0 0,0-2-1 0 0,25-4 1 0 0,51-15-6728 0 0,-81 18 4964 0 0,30-8-5143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3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12895 0 0,'-5'2'506'0'0,"3"-2"-409"0"0,0 1-1 0 0,0-1 0 0 0,0 0 1 0 0,0 1-1 0 0,1-1 0 0 0,-1 0 1 0 0,0 0-1 0 0,-12-3 10319 0 0,18 97-5854 0 0,9 45-3457 0 0,-8-95-646 0 0,1 2-217 0 0,21 74 0 0 0,-25-112-222 0 0,1 3 40 0 0,-3-9 134 0 0,-1-13-118 0 0,1-5-66 0 0,0 0 1 0 0,1 0-1 0 0,1 1 0 0 0,0-1 1 0 0,7-20-1 0 0,28-73-117 0 0,-33 100 84 0 0,4-13-20 0 0,1 2 0 0 0,0-1 1 0 0,2 1-1 0 0,25-36 0 0 0,-36 55 41 0 0,1 0 0 0 0,-1 1 0 0 0,0-1 0 0 0,1 1 0 0 0,0-1 0 0 0,-1 1 0 0 0,1-1 0 0 0,-1 1 0 0 0,1-1 0 0 0,0 1 0 0 0,-1-1 0 0 0,1 1 0 0 0,0 0 0 0 0,0-1 0 0 0,0 1 0 0 0,1 0 3 0 0,-1 0 0 0 0,0 0 1 0 0,1 1-1 0 0,-1-1 0 0 0,0 0 0 0 0,0 1 0 0 0,1-1 0 0 0,-1 1 0 0 0,0 0 1 0 0,0-1-1 0 0,0 1 0 0 0,1 0 0 0 0,-1 0 0 0 0,0-1 0 0 0,0 1 1 0 0,0 0-1 0 0,0 0 0 0 0,-1 0 0 0 0,1 0 0 0 0,0 0 0 0 0,0 1 1 0 0,-1-1-1 0 0,1 0 0 0 0,0 0 0 0 0,-1 0 0 0 0,1 1 0 0 0,0 1 1 0 0,2 7 36 0 0,1 1 1 0 0,2 13 0 0 0,-5-18-19 0 0,10 50 92 0 0,12 45 24 0 0,-17-86-93 0 0,2-2-31 0 0,4-4-11 0 0,3-5 0 0 0,-1-9 0 0 0,-11 3-3 0 0,0 0-1 0 0,0-1 1 0 0,0 1 0 0 0,0-1-1 0 0,0 0 1 0 0,-1 0 0 0 0,0 0-1 0 0,1 0 1 0 0,2-6-1 0 0,16-36-59 0 0,-8 15 29 0 0,0 3 25 0 0,36-67-78 0 0,-39 79 71 0 0,0-1 1 0 0,1 1 0 0 0,22-22 0 0 0,-31 34 11 0 0,0 1-1 0 0,1 0 1 0 0,0 0 0 0 0,-1 0-1 0 0,1 0 1 0 0,0 0-1 0 0,0 0 1 0 0,0 1 0 0 0,0-1-1 0 0,0 1 1 0 0,4-1 0 0 0,-6 2 3 0 0,1 0 1 0 0,-1 0 0 0 0,0 0-1 0 0,1 0 1 0 0,-1 0-1 0 0,0 0 1 0 0,1 0 0 0 0,-1 0-1 0 0,0 0 1 0 0,0 1-1 0 0,1-1 1 0 0,-1 1 0 0 0,0-1-1 0 0,0 1 1 0 0,1-1-1 0 0,-1 1 1 0 0,0 0 0 0 0,0 0-1 0 0,0-1 1 0 0,0 1 0 0 0,0 0-1 0 0,0 0 1 0 0,0 0-1 0 0,0 0 1 0 0,-1 0 0 0 0,1 0-1 0 0,0 0 1 0 0,-1 1-1 0 0,2 1 1 0 0,3 10 33 0 0,0 0 0 0 0,-1 0 0 0 0,-1 0 0 0 0,0 1 0 0 0,0-1 0 0 0,0 20 0 0 0,1 2-29 0 0,0 3-52 0 0,-3-23-184 0 0,1-1 1 0 0,0 0-1 0 0,0 0 0 0 0,2 1 0 0 0,0-2 0 0 0,6 15 0 0 0,-10-26-47 0 0,1-1 0 0 0,0 1 0 0 0,0-1 0 0 0,0 1 0 0 0,0-1-1 0 0,0 0 1 0 0,0 1 0 0 0,0-1 0 0 0,1 0 0 0 0,-1 0 0 0 0,0 0 0 0 0,1 0 0 0 0,-1 0 0 0 0,3 1-1 0 0,3-1-2281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3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 14279 0 0,'-18'-2'589'0'0,"15"2"235"0"0,0 0 0 0 0,0 0 0 0 0,0 0 0 0 0,0 0 0 0 0,0 1 0 0 0,1-1 0 0 0,-1 1 0 0 0,0 0-1 0 0,0 0 1 0 0,0 0 0 0 0,1 0 0 0 0,-1 0 0 0 0,-4 4 0 0 0,-9 10 381 0 0,13-12-1089 0 0,2-2-87 0 0,0-1-1 0 0,0 1 1 0 0,0 0-1 0 0,1 0 1 0 0,-1 0-1 0 0,0 0 1 0 0,0 0-1 0 0,1 0 1 0 0,-1 0-1 0 0,1 0 1 0 0,-1 1-1 0 0,1-1 1 0 0,-1 0-1 0 0,1 0 0 0 0,0 0 1 0 0,-1 3-1 0 0,0-1-19 0 0,1 0 0 0 0,-1 0-1 0 0,1 1 1 0 0,-1-1 0 0 0,1 0-1 0 0,0 1 1 0 0,0-1 0 0 0,0 0-1 0 0,2 6 1 0 0,-2-8-9 0 0,0 0 0 0 0,0 1 0 0 0,1-1 0 0 0,-1 0 0 0 0,1 0 0 0 0,-1 1 0 0 0,1-1 0 0 0,-1 0 0 0 0,1 0 0 0 0,0 0 0 0 0,-1 0 0 0 0,1 0 0 0 0,0 0 0 0 0,0 0 0 0 0,0 0 0 0 0,0 0 0 0 0,0 0 0 0 0,2 1 0 0 0,0 0 0 0 0,0 1-11 0 0,0-1 0 0 0,1 0 1 0 0,-1 0-1 0 0,0 0 0 0 0,1 0 0 0 0,0-1 0 0 0,-1 1 0 0 0,1-1 1 0 0,0 0-1 0 0,-1 0 0 0 0,1-1 0 0 0,0 1 0 0 0,0-1 1 0 0,0 1-1 0 0,0-1 0 0 0,5-1 0 0 0,-4 1-6 0 0,-1-1 1 0 0,1 0-1 0 0,-1 0 1 0 0,0 0-1 0 0,1 0 1 0 0,-1 0-1 0 0,0-1 0 0 0,0 0 1 0 0,0 0-1 0 0,0 0 1 0 0,0-1-1 0 0,-1 1 1 0 0,6-5-1 0 0,-8 6 6 0 0,0 0 0 0 0,0 1 0 0 0,-1-1 0 0 0,1 0-1 0 0,0 0 1 0 0,-1 1 0 0 0,1-1 0 0 0,-1 0 0 0 0,1 0 0 0 0,-1 0 0 0 0,1 0-1 0 0,-1 0 1 0 0,0 1 0 0 0,0-1 0 0 0,1 0 0 0 0,-1 0 0 0 0,0 0 0 0 0,0 0-1 0 0,0 0 1 0 0,0 0 0 0 0,0 0 0 0 0,0 0 0 0 0,0-2 0 0 0,-1 2-10 0 0,1 0 0 0 0,-1 0 0 0 0,0-1 1 0 0,1 1-1 0 0,-1 0 0 0 0,0 0 0 0 0,0 0 0 0 0,0 0 0 0 0,0 0 1 0 0,0 0-1 0 0,0 0 0 0 0,0 0 0 0 0,-3-1 0 0 0,-1-1-287 0 0,-1 0 0 0 0,1 0 0 0 0,-1 1 0 0 0,0 0-1 0 0,-9-2 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0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10 12895 0 0,'-19'-8'1172'0'0,"18"8"-986"0"0,1-1 0 0 0,-1 1 0 0 0,0 0 0 0 0,1 0 0 0 0,-1 0-1 0 0,0 0 1 0 0,1 0 0 0 0,-1 0 0 0 0,0 0 0 0 0,1 0 0 0 0,-1 0 0 0 0,0 0 0 0 0,0 0-1 0 0,1 1 1 0 0,-1-1 0 0 0,0 0 0 0 0,1 0 0 0 0,-1 1 0 0 0,1-1 0 0 0,-1 0-1 0 0,0 1 1 0 0,1-1 0 0 0,-1 1 0 0 0,1-1 0 0 0,-1 1 0 0 0,0 0 0 0 0,-1 1 639 0 0,-3 2 709 0 0,-1 1-1 0 0,1 0 0 0 0,-8 9 1 0 0,-10 21 1191 0 0,-12 43-2001 0 0,19-39 86 0 0,-85 217 344 0 0,85-206-1033 0 0,2 1 0 0 0,2 0 1 0 0,-6 65-1 0 0,15-79-84 0 0,2 1-1 0 0,1 0 1 0 0,8 58 0 0 0,-4-72-62 0 0,1-1 1 0 0,0 0-1 0 0,2 0 0 0 0,1-1 1 0 0,1 1-1 0 0,20 36 1 0 0,-24-51-125 0 0,0 0 0 0 0,0-1 0 0 0,1 1 0 0 0,0-1 0 0 0,0 0 0 0 0,9 7 0 0 0,-12-11-106 0 0,1 0 0 0 0,0-1-1 0 0,0 1 1 0 0,0-1 0 0 0,0 0-1 0 0,0 0 1 0 0,0-1 0 0 0,0 1-1 0 0,1-1 1 0 0,-1 0-1 0 0,0 0 1 0 0,1 0 0 0 0,-1-1-1 0 0,1 0 1 0 0,4 0 0 0 0,16-3-6429 0 0,3-3-1991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0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16583 0 0,'-19'3'1730'0'0,"18"-3"-1603"0"0,0 1 1 0 0,0-1 0 0 0,0 1 0 0 0,0 0 0 0 0,1-1-1 0 0,-1 1 1 0 0,0-1 0 0 0,0 1 0 0 0,1 0-1 0 0,-1 0 1 0 0,0-1 0 0 0,1 1 0 0 0,-1 0 0 0 0,1 0-1 0 0,-1 0 1 0 0,1 0 0 0 0,-1 0 0 0 0,1 0 0 0 0,0 0-1 0 0,-1 0 1 0 0,1 0 0 0 0,0 0 0 0 0,0 1 0 0 0,-1 1 446 0 0,-2 11 499 0 0,1-1-1 0 0,0 1 1 0 0,0 0 0 0 0,2 17 0 0 0,-1-2-539 0 0,-2 107 1230 0 0,18 173 0 0 0,3-177-1457 0 0,-8-66-134 0 0,-9-64-106 0 0,10-21 13 0 0,13-76-159 0 0,-7 27-85 0 0,41-104-1 0 0,-50 151 151 0 0,-6 13 8 0 0,1 1-1 0 0,0-1 0 0 0,1 1 0 0 0,0 0 0 0 0,0 0 1 0 0,9-11-1 0 0,-12 17 67 0 0,5 15 157 0 0,-1 1-174 0 0,-1 0 0 0 0,-1 1 0 0 0,-1 0-1 0 0,2 28 1 0 0,0 3-1 0 0,-1-12-118 0 0,-1-14-141 0 0,1 1 0 0 0,0-1 1 0 0,2 0-1 0 0,13 40 0 0 0,-16-57-111 0 0,0 0 0 0 0,1 0 0 0 0,-1 0 0 0 0,1 0 0 0 0,0 0 0 0 0,0-1 0 0 0,6 6 0 0 0,-6-7-260 0 0,-1 0 0 0 0,0 0 0 0 0,1-1 0 0 0,-1 1 0 0 0,1-1 0 0 0,-1 0 0 0 0,1 0 0 0 0,3 1 0 0 0,7 1-7992 0 0</inkml:trace>
  <inkml:trace contextRef="#ctx0" brushRef="#br0" timeOffset="1">617 524 4607 0 0,'-1'2'208'0'0,"-18"31"-96"0"0,-1 1 2718 0 0,10-9 4440 0 0,1 3 602 0 0,2 0-3455 0 0,4-12-4038 0 0,0 1 0 0 0,2-1-1 0 0,-1 0 1 0 0,2 1 0 0 0,0-1-1 0 0,4 23 1 0 0,-4-36-441 0 0,1 1 1 0 0,0 0-1 0 0,0 0 1 0 0,1 0-1 0 0,-1-1 0 0 0,1 1 1 0 0,0-1-1 0 0,0 1 1 0 0,0-1-1 0 0,0 0 0 0 0,4 5 1 0 0,6 3-3183 0 0,4-2-3921 0 0,-6-5-959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0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15199 0 0,'0'0'10720'0'0,"12"0"-10184"0"0,1-2-376 0 0,1-1-80 0 0,4 0-16 0 0,1-2-176 0 0,4 0-40 0 0,3-1-8 0 0,3-1 0 0 0,5 2-1680 0 0,-1-3-336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1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23615 0 0,'-2'1'162'0'0,"0"0"-1"0"0,0 0 1 0 0,0 1-1 0 0,0-1 1 0 0,0 0-1 0 0,0 1 1 0 0,1 0 0 0 0,-1-1-1 0 0,0 1 1 0 0,1 0-1 0 0,-1 0 1 0 0,1 0-1 0 0,0 0 1 0 0,0 0-1 0 0,0 0 1 0 0,0 0 0 0 0,-1 4-1 0 0,-1 4 120 0 0,0 1 0 0 0,-2 18 1 0 0,3-12 631 0 0,-8 47 148 0 0,3 1 0 0 0,3 104 0 0 0,46 198-563 0 0,-34-316-341 0 0,-7-42-113 0 0,1 0 0 0 0,0 0 1 0 0,4 11-1 0 0,-5-20-44 0 0,-1 1 0 0 0,0-1 0 0 0,0 0 0 0 0,0 1 0 0 0,0-1 0 0 0,0 1 0 0 0,0-1 0 0 0,0 0 0 0 0,0 1 0 0 0,1-1 0 0 0,-1 0 0 0 0,0 1 0 0 0,0-1 0 0 0,1 0 0 0 0,-1 0 0 0 0,0 1 0 0 0,0-1 0 0 0,1 0 0 0 0,-1 0 0 0 0,0 1 0 0 0,1-1 0 0 0,-1 0 0 0 0,0 0 0 0 0,1 0 0 0 0,-1 1 0 0 0,0-1 0 0 0,1 0 0 0 0,-1 0 0 0 0,0 0 0 0 0,1 0 0 0 0,-1 0 0 0 0,1 0 0 0 0,-1 0 0 0 0,0 0 0 0 0,1 0 0 0 0,4-3 0 0 0,-1 0-7 0 0,0 0-1 0 0,0 0 1 0 0,0-1 0 0 0,0 0 0 0 0,0 1-1 0 0,-1-1 1 0 0,4-6 0 0 0,21-34-114 0 0,-14 20 51 0 0,17-26-176 0 0,-14 20 148 0 0,2 0-1 0 0,1 2 0 0 0,45-50 1 0 0,-57 70-59 0 0,1 1 0 0 0,13-9 0 0 0,-22 15 160 0 0,0 1 1 0 0,1 0-1 0 0,-1 0 1 0 0,0-1-1 0 0,0 1 0 0 0,1 0 1 0 0,-1 0-1 0 0,0-1 1 0 0,1 1-1 0 0,-1 0 0 0 0,0 0 1 0 0,0 0-1 0 0,1 0 1 0 0,-1-1-1 0 0,0 1 0 0 0,1 0 1 0 0,-1 0-1 0 0,0 0 1 0 0,1 0-1 0 0,-1 0 0 0 0,0 0 1 0 0,1 0-1 0 0,-1 0 1 0 0,1 0-1 0 0,-1 0 0 0 0,0 0 1 0 0,1 0-1 0 0,-1 0 1 0 0,0 0-1 0 0,1 1 0 0 0,-1-1 1 0 0,0 0-1 0 0,1 0 1 0 0,-1 0-1 0 0,0 0 0 0 0,0 0 1 0 0,1 1-1 0 0,-1-1 0 0 0,0 0 1 0 0,1 0-1 0 0,-1 1 1 0 0,0-1-1 0 0,0 0 0 0 0,0 0 1 0 0,1 1-1 0 0,-1-1 1 0 0,0 0-1 0 0,0 1 0 0 0,0-1 1 0 0,0 0-1 0 0,0 1 1 0 0,1-1-1 0 0,4 9 72 0 0,-1-1 0 0 0,0 1 0 0 0,0-1 0 0 0,0 1 0 0 0,-1 0 0 0 0,-1 1 0 0 0,1-1 0 0 0,-2 0 0 0 0,2 13 0 0 0,7 30-50 0 0,-6-39-91 0 0,0 0 0 0 0,1-1 1 0 0,0 1-1 0 0,0-1 0 0 0,9 12 0 0 0,-12-21-198 0 0,0 0 1 0 0,0 0-1 0 0,1 0 0 0 0,-1 0 0 0 0,1-1 0 0 0,-1 1 0 0 0,1-1 0 0 0,0 0 0 0 0,0 1 0 0 0,0-1 0 0 0,0-1 0 0 0,0 1 0 0 0,0 0 0 0 0,1-1 0 0 0,-1 0 0 0 0,1 0 0 0 0,-1 0 0 0 0,1 0 0 0 0,-1 0 0 0 0,1-1 0 0 0,-1 1 0 0 0,1-1 0 0 0,6 0 0 0 0,9-3-2893 0 0,1-2-5079 0 0</inkml:trace>
  <inkml:trace contextRef="#ctx0" brushRef="#br0" timeOffset="1">886 577 6911 0 0,'-1'0'16449'0'0,"-7"0"-15137"0"0,-1 2-190 0 0,-1 1-1 0 0,0-1 0 0 0,1 1 0 0 0,-13 6 0 0 0,3-1-579 0 0,3 0-429 0 0,-1 1-1 0 0,1 1 0 0 0,1 0 1 0 0,0 2-1 0 0,-17 15 0 0 0,30-26-111 0 0,-3 4 17 0 0,-1-1 0 0 0,1 1 0 0 0,0 0 0 0 0,1 0 0 0 0,-1 1 0 0 0,1 0 0 0 0,0-1 0 0 0,1 1 0 0 0,-1 1 1 0 0,1-1-1 0 0,1 0 0 0 0,-5 12 0 0 0,8-15-4 0 0,-1 0 0 0 0,1 0 0 0 0,-1-1-1 0 0,1 1 1 0 0,0 0 0 0 0,0-1 0 0 0,0 1 0 0 0,1 0 0 0 0,-1-1 0 0 0,1 0 0 0 0,-1 1 0 0 0,4 2 0 0 0,-2-1-27 0 0,1-1 0 0 0,1 0 0 0 0,-1-1 1 0 0,0 1-1 0 0,1-1 0 0 0,-1 0 0 0 0,1 0 0 0 0,0 0 0 0 0,0-1 0 0 0,0 1 0 0 0,0-1 1 0 0,0 0-1 0 0,5 0 0 0 0,2 0-21 0 0,0-1 0 0 0,0 0 0 0 0,1-1 1 0 0,14-2-1 0 0,-21 2-181 0 0,1-1 0 0 0,-1 0 0 0 0,1 0 1 0 0,-1 0-1 0 0,0-1 0 0 0,9-6 0 0 0,18-12-4766 0 0,-33 21 4903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1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5983 0 0,'0'0'542'0'0,"-2"8"-436"0"0,0 6 3651 0 0,0-1 0 0 0,1 1 0 0 0,1 0 0 0 0,0 0-1 0 0,3 22 1 0 0,-1-13-4502 0 0,0 4 980 0 0,1-1 1 0 0,1 1-1 0 0,1-1 0 0 0,1 0 1 0 0,19 49-1 0 0,-24-73-418 0 0,1 1 0 0 0,-1-1 0 0 0,1 1 0 0 0,-1-1 0 0 0,1 0 0 0 0,0 1-1 0 0,3 2 1 0 0,12 6-5632 0 0,-7-8-2569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1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23815 0 0,'0'0'1092'0'0,"1"2"-25"0"0,12 13-937 0 0,1 1 0 0 0,0-2 0 0 0,18 15 0 0 0,24 23 7 0 0,-23-13 355 0 0,-2 2-1 0 0,-1 0 1 0 0,40 78-1 0 0,48 148 742 0 0,-94-205-1065 0 0,-3 2 0 0 0,-3 0 1 0 0,12 83-1 0 0,-18-55 129 0 0,-2 181 0 0 0,-13-218-278 0 0,-2-1 0 0 0,-3 1 1 0 0,-1-1-1 0 0,-29 88 1 0 0,14-71-1740 0 0,14-38 685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4211 256 14743 0 0,'-29'1'1479'0'0,"0"-1"1"0"0,1-1-1 0 0,-48-10 0 0 0,-10 0 1275 0 0,-583-28-538 0 0,98 30-1306 0 0,0 0 734 0 0,457 6-1273 0 0,-614-32 1225 0 0,133-36-1013 0 0,502 57-565 0 0,-364-39 45 0 0,337 58-148 0 0,104-4 63 0 0,-11 5-135 0 0,25-6-111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2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47 12439 0 0,'-3'0'566'0'0,"-5"1"117"0"0,-16-3-700 0 0,-3-5 16188 0 0,30 7-15759 0 0,152-7 405 0 0,-1 1-1850 0 0,9-13-3894 0 0,-118 12 2583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21535 0 0,'-3'0'121'0'0,"1"0"-1"0"0,0 0 1 0 0,0 1-1 0 0,-1-1 1 0 0,1 1-1 0 0,0-1 1 0 0,0 1 0 0 0,0 0-1 0 0,-1-1 1 0 0,1 1-1 0 0,0 0 1 0 0,0 1-1 0 0,1-1 1 0 0,-1 0-1 0 0,0 0 1 0 0,-2 3 0 0 0,1-1 13 0 0,0 0 1 0 0,1 0-1 0 0,0 1 1 0 0,0-1 0 0 0,0 0-1 0 0,0 1 1 0 0,0 0 0 0 0,-1 6-1 0 0,-1 4 400 0 0,1 0 0 0 0,1 0 0 0 0,0 1 0 0 0,1 16 0 0 0,0 41 388 0 0,3 0 1 0 0,4 0 0 0 0,15 79-1 0 0,-15-126-820 0 0,-5-23-57 0 0,0-5-88 0 0,20-45-169 0 0,19-67-1 0 0,-16 45 14 0 0,-15 43 118 0 0,-5 12 18 0 0,0 2 1 0 0,2-1-1 0 0,0 0 0 0 0,14-23 1 0 0,-9 25-5 0 0,0 6 11 0 0,-11 6 58 0 0,1 0 0 0 0,0 0 0 0 0,-1 0 0 0 0,1 0 1 0 0,0 0-1 0 0,0 0 0 0 0,-1 0 0 0 0,1 0 0 0 0,0 0 0 0 0,-1 0 0 0 0,1 1 0 0 0,0-1 0 0 0,-1 0 0 0 0,1 1 1 0 0,0-1-1 0 0,-1 0 0 0 0,1 1 0 0 0,-1-1 0 0 0,1 0 0 0 0,0 1 0 0 0,0 0 0 0 0,0 0 7 0 0,2 2 23 0 0,0-1 1 0 0,0 1-1 0 0,0 0 1 0 0,0 0-1 0 0,-1 0 1 0 0,1 0-1 0 0,-1 0 1 0 0,0 1-1 0 0,0-1 1 0 0,0 1-1 0 0,-1 0 0 0 0,1-1 1 0 0,1 6-1 0 0,1 8 194 0 0,6 30 0 0 0,-6-22-67 0 0,17 50 232 0 0,-7-27-262 0 0,-10-34-102 0 0,4-4 15 0 0,-8-10-42 0 0,1 1 0 0 0,-1-1 0 0 0,1 0 0 0 0,0 0 0 0 0,-1 0-1 0 0,1 1 1 0 0,0-1 0 0 0,-1 0 0 0 0,1 0 0 0 0,-1 0 0 0 0,1 0 0 0 0,0 0-1 0 0,-1 0 1 0 0,1-1 0 0 0,0 1 0 0 0,-1 0 0 0 0,1 0 0 0 0,2-1-9 0 0,-1 0 1 0 0,0-1 0 0 0,0 1 0 0 0,0 0-1 0 0,0-1 1 0 0,0 1 0 0 0,0-1-1 0 0,0 1 1 0 0,-1-1 0 0 0,1 0 0 0 0,0 0-1 0 0,-1 0 1 0 0,0 0 0 0 0,3-3 0 0 0,13-36-110 0 0,-8 19 84 0 0,7-13-76 0 0,2 0 1 0 0,1 1 0 0 0,45-59-1 0 0,-61 89 93 0 0,0 0 0 0 0,1 1-1 0 0,0-1 1 0 0,7-5 0 0 0,3 5-37 0 0,0 7 41 0 0,-10 0 20 0 0,0 0 1 0 0,0 0-1 0 0,0 0 1 0 0,0 0-1 0 0,-1 1 1 0 0,1 0-1 0 0,-1-1 1 0 0,0 1-1 0 0,0 1 1 0 0,0-1-1 0 0,-1 0 1 0 0,1 1-1 0 0,2 7 0 0 0,2 8 75 0 0,10 40-1 0 0,-11-34-52 0 0,4 19 13 0 0,-8-32-400 0 0,0-1 0 0 0,1 1 0 0 0,1-1 0 0 0,0 0 0 0 0,0 0 0 0 0,10 18 0 0 0,-7-25-2693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15663 0 0,'-2'0'1207'0'0,"-10"-1"-1567"0"0,-12 3 3314 0 0,22-2-2448 0 0,0 1 1 0 0,0 0-1 0 0,1-1 1 0 0,-1 1-1 0 0,0 0 0 0 0,1 0 1 0 0,-1 0-1 0 0,0 0 1 0 0,1 1-1 0 0,0-1 0 0 0,-1 0 1 0 0,-1 3-1 0 0,0-1-243 0 0,0 1 0 0 0,1-1 0 0 0,0 1 0 0 0,-1-1 0 0 0,1 1-1 0 0,1 0 1 0 0,-1 0 0 0 0,1 0 0 0 0,-1 0 0 0 0,1 0 0 0 0,0 0 0 0 0,0 0 0 0 0,1 0 0 0 0,-1 7 0 0 0,1-8-221 0 0,1 0 0 0 0,-1 0 1 0 0,0-1-1 0 0,1 1 1 0 0,0 0-1 0 0,0-1 1 0 0,0 1-1 0 0,0 0 1 0 0,0-1-1 0 0,0 1 1 0 0,1-1-1 0 0,-1 1 0 0 0,1-1 1 0 0,0 0-1 0 0,0 0 1 0 0,0 0-1 0 0,0 0 1 0 0,0 0-1 0 0,0 0 1 0 0,0 0-1 0 0,1-1 1 0 0,3 3-1 0 0,-1-1-72 0 0,1-1 1 0 0,0 1-1 0 0,0-1 0 0 0,-1 0 1 0 0,1 0-1 0 0,1-1 0 0 0,-1 0 1 0 0,0 0-1 0 0,0 0 1 0 0,0-1-1 0 0,1 0 0 0 0,-1 0 1 0 0,0-1-1 0 0,0 0 0 0 0,0 0 1 0 0,1 0-1 0 0,-1 0 0 0 0,0-1 1 0 0,-1 0-1 0 0,12-6 0 0 0,-15 7 12 0 0,0 0 0 0 0,0 0 0 0 0,-1 0 0 0 0,1-1 0 0 0,-1 1 0 0 0,1-1 0 0 0,-1 1 0 0 0,0-1 0 0 0,1 1 0 0 0,-1-1 0 0 0,0 0 0 0 0,0 1 0 0 0,0-1 0 0 0,0 0 0 0 0,0 0 0 0 0,-1 0 0 0 0,1 0 0 0 0,0 0 0 0 0,-1 0 0 0 0,0 0 0 0 0,1 0 0 0 0,-1 0 0 0 0,0 0 0 0 0,0 0 0 0 0,0 0 0 0 0,0 0 0 0 0,0 0 0 0 0,-1 0 0 0 0,1 0 0 0 0,-1 0 0 0 0,0-3 0 0 0,-1 2-311 0 0,1-1 1 0 0,-1 1-1 0 0,1 0 1 0 0,-1-1 0 0 0,0 1-1 0 0,0 0 1 0 0,-4-4-1 0 0,4 4-731 0 0,-1 1 1 0 0,1 0-1 0 0,-1 0 0 0 0,1 0 1 0 0,-1 0-1 0 0,0 0 1 0 0,1 1-1 0 0,-6-3 0 0 0,-3 0-6544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4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34 13359 0 0,'0'0'1027'0'0,"-2"-2"-670"0"0,-2-1-717 0 0,-1-1 931 0 0,0 0-1 0 0,-1 0 0 0 0,0 0 0 0 0,-10-4 0 0 0,14 7-247 0 0,0 0-1 0 0,0 1 1 0 0,0-1-1 0 0,0 1 1 0 0,0-1-1 0 0,0 1 1 0 0,0 0-1 0 0,0 0 1 0 0,0 0 0 0 0,0 0-1 0 0,0 0 1 0 0,0 0-1 0 0,0 1 1 0 0,0-1-1 0 0,0 1 1 0 0,0-1-1 0 0,0 1 1 0 0,0 0-1 0 0,0-1 1 0 0,-3 4-1 0 0,-3 2 70 0 0,0 0 0 0 0,0 1 0 0 0,1 0 1 0 0,0 0-1 0 0,0 0 0 0 0,1 1 0 0 0,0 0 0 0 0,-5 10 0 0 0,-3 7 256 0 0,-17 42-1 0 0,1 16-52 0 0,4 1-1 0 0,-15 92 1 0 0,29-117-317 0 0,2 1 0 0 0,3 0 0 0 0,2 63-1 0 0,5-90-226 0 0,2 1-1 0 0,1-1 0 0 0,2 1 0 0 0,2-2 0 0 0,0 1 0 0 0,2-1 0 0 0,14 33 0 0 0,-17-52-164 0 0,1 0 1 0 0,0 0-1 0 0,1-1 0 0 0,0 1 0 0 0,1-2 1 0 0,0 1-1 0 0,1-2 0 0 0,0 1 0 0 0,1-1 1 0 0,0-1-1 0 0,1 1 0 0 0,21 11 0 0 0,-23-15-1608 0 0,1 0 0 0 0,0-2-1 0 0,1 1 1 0 0,-1-1-1 0 0,20 3 1 0 0,-10-3-7033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5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12895 0 0,'-1'2'3682'0'0,"0"4"-2021"0"0,0 0 1 0 0,1-1 0 0 0,-1 12 0 0 0,6 37 1559 0 0,0-14-2174 0 0,3 134 1891 0 0,7 110-1553 0 0,-7-208-1261 0 0,4 91 136 0 0,-12-191-353 0 0,2 1-1 0 0,9-46 1 0 0,-1 30 42 0 0,3 1 0 0 0,1 1 0 0 0,20-39 0 0 0,-22 53 18 0 0,0 1 0 0 0,2 1-1 0 0,1 0 1 0 0,0 1-1 0 0,1 1 1 0 0,20-17 0 0 0,-31 30 30 0 0,0 2 1 0 0,1-1 0 0 0,0 0 0 0 0,0 1 0 0 0,1 1-1 0 0,9-6 1 0 0,-14 9 9 0 0,-1-1-1 0 0,1 0 0 0 0,-1 1 0 0 0,1 0 1 0 0,0-1-1 0 0,-1 1 0 0 0,1 0 1 0 0,-1 0-1 0 0,1 0 0 0 0,0 0 1 0 0,-1 0-1 0 0,1 0 0 0 0,0 0 1 0 0,-1 0-1 0 0,1 1 0 0 0,-1-1 0 0 0,1 1 1 0 0,-1-1-1 0 0,1 1 0 0 0,-1 0 1 0 0,1 0-1 0 0,-1-1 0 0 0,1 1 1 0 0,-1 0-1 0 0,0 0 0 0 0,1 0 1 0 0,-1 1-1 0 0,0-1 0 0 0,0 0 0 0 0,0 0 1 0 0,0 1-1 0 0,0-1 0 0 0,0 0 1 0 0,1 3-1 0 0,1 3 18 0 0,0 0 1 0 0,0-1-1 0 0,-1 2 0 0 0,0-1 0 0 0,0 0 1 0 0,1 12-1 0 0,1 48 152 0 0,-2-27-82 0 0,2 38 7 0 0,-3-44-183 0 0,1-1 0 0 0,1 1 0 0 0,13 54 0 0 0,-15-86-56 0 0,0 1 1 0 0,0 0-1 0 0,0-1 0 0 0,0 1 0 0 0,0-1 0 0 0,1 1 0 0 0,-1-1 1 0 0,1 0-1 0 0,2 4 0 0 0,-2-5-176 0 0,-1 0-1 0 0,1 0 1 0 0,-1 0 0 0 0,1 0-1 0 0,-1 0 1 0 0,1 0 0 0 0,0 0-1 0 0,0 0 1 0 0,-1-1 0 0 0,1 1-1 0 0,0-1 1 0 0,0 1 0 0 0,0-1-1 0 0,3 0 1 0 0,6 1-2214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39 9671 0 0,'-2'1'748'0'0,"-1"0"-509"0"0,0 1-1 0 0,0-1 0 0 0,-1 0 0 0 0,1 0 0 0 0,0-1 1 0 0,-1 1-1 0 0,1-1 0 0 0,0 1 0 0 0,-14-2 13797 0 0,37-10-12875 0 0,-5 2-887 0 0,-2 4-255 0 0,1 0 0 0 0,0 0 0 0 0,0 1 1 0 0,17-3-1 0 0,-18 6 24 0 0,0 3-20 0 0,-5 4 31 0 0,-7-4-45 0 0,0-1 1 0 0,-1 1-1 0 0,1-1 1 0 0,-1 1-1 0 0,1-1 0 0 0,-1 1 1 0 0,0 0-1 0 0,0-1 0 0 0,1 1 1 0 0,-1-1-1 0 0,0 1 0 0 0,-1 0 1 0 0,1-1-1 0 0,0 1 1 0 0,0-1-1 0 0,-1 1 0 0 0,1-1 1 0 0,-1 1-1 0 0,0 1 0 0 0,-14 27 193 0 0,-34 36 367 0 0,20-30-248 0 0,14-19-126 0 0,12-14-140 0 0,1 0 0 0 0,-1-1 0 0 0,1 1 0 0 0,0 0 0 0 0,0 1 0 0 0,0-1 0 0 0,0 0 0 0 0,-2 6 0 0 0,3-7 134 0 0,1 0-113 0 0,0-1-67 0 0,0-1 0 0 0,0 1 0 0 0,0-1-1 0 0,0 1 1 0 0,0-1 0 0 0,0 1 0 0 0,0 0 0 0 0,0-1 0 0 0,0 1 0 0 0,0-1 0 0 0,0 1 0 0 0,0-1 0 0 0,0 1 0 0 0,0-1 0 0 0,0 1 0 0 0,0-1 0 0 0,0 1 0 0 0,1-1 0 0 0,-1 1 0 0 0,0-1-1 0 0,0 1 1 0 0,1 0 0 0 0,0 0-7 0 0,-1 0-1 0 0,1 0 1 0 0,0 0-1 0 0,0 0 1 0 0,0-1-1 0 0,0 1 1 0 0,0 0 0 0 0,0 0-1 0 0,0-1 1 0 0,0 1-1 0 0,0 0 1 0 0,0-1-1 0 0,0 1 1 0 0,0-1-1 0 0,0 1 1 0 0,0-1-1 0 0,1 0 1 0 0,-1 1-1 0 0,0-1 1 0 0,0 0-1 0 0,0 0 1 0 0,3 0-1 0 0,1 0-1 0 0,11 2-314 0 0,-1-1 0 0 0,0-1 1 0 0,1 0-1 0 0,-1-1 0 0 0,0-1 0 0 0,1 0 1 0 0,-1-1-1 0 0,28-9 0 0 0,-4-2-985 0 0,-1-2 1 0 0,39-23-1 0 0,-45 21-904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7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22175 0 0,'0'0'2425'0'0,"2"0"-2061"0"0,24-2 351 0 0,0-1-1 0 0,0-1 0 0 0,46-15 1 0 0,-30 8-858 0 0,57-19-3040 0 0,-83 24 1893 0 0,6-2-861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7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16583 0 0,'-3'2'5734'0'0,"3"4"-3330"0"0,3 9-2118 0 0,-1-8 597 0 0,31 269 4175 0 0,-17-125-4444 0 0,41 194 100 0 0,-56-337-705 0 0,0-6-10 0 0,-1 1-1 0 0,0-1 1 0 0,1 0 0 0 0,0 0-1 0 0,-1 0 1 0 0,1 0-1 0 0,0 0 1 0 0,0 0-1 0 0,0 0 1 0 0,2 2 0 0 0,-2-2-81 0 0,8-10-64 0 0,-4 2 92 0 0,-1 0 1 0 0,0-1 0 0 0,-1 1 0 0 0,1-1 0 0 0,-1 0 0 0 0,-1-1-1 0 0,5-13 1 0 0,4-14-100 0 0,21-50-149 0 0,8-19 105 0 0,-31 83 153 0 0,2 1-1 0 0,22-34 1 0 0,-33 53 45 0 0,1 0 0 0 0,0 0 1 0 0,-1 0-1 0 0,1 0 0 0 0,0 0 0 0 0,0 0 0 0 0,0 0 1 0 0,0 1-1 0 0,0-1 0 0 0,0 0 0 0 0,1 0 0 0 0,-2 1 4 0 0,1 0 0 0 0,-1 0 0 0 0,0 0 0 0 0,1-1 0 0 0,-1 1 0 0 0,0 0 0 0 0,1 0 0 0 0,-1 0 0 0 0,0 0 0 0 0,1 1 0 0 0,-1-1 0 0 0,0 0-1 0 0,1 0 1 0 0,-1 0 0 0 0,0 0 0 0 0,0 0 0 0 0,1 0 0 0 0,-1 0 0 0 0,0 0 0 0 0,1 1 0 0 0,-1-1 0 0 0,0 0 0 0 0,0 0 0 0 0,1 0 0 0 0,-1 1 0 0 0,0-1-1 0 0,0 0 1 0 0,2 3 37 0 0,0 0-1 0 0,-1 0 0 0 0,1 0 1 0 0,-1 0-1 0 0,0 1 0 0 0,1 5 0 0 0,8 39 346 0 0,-6-26-303 0 0,7 20 0 0 0,-8-31-145 0 0,0 1-50 0 0,1-1-1 0 0,0 0 1 0 0,0 0 0 0 0,1 0-1 0 0,0-1 1 0 0,1 1-1 0 0,13 17 1 0 0,-16-26-100 0 0,-1 0 1 0 0,0-1-1 0 0,0 1 0 0 0,1 0 1 0 0,-1-1-1 0 0,0 1 0 0 0,1-1 1 0 0,0 0-1 0 0,-1 1 1 0 0,1-1-1 0 0,0-1 0 0 0,4 2 1 0 0,-3-1-467 0 0,-1-1 1 0 0,0 0-1 0 0,0 0 1 0 0,0 0 0 0 0,1 0-1 0 0,4-1 1 0 0,8-3-8031 0 0</inkml:trace>
  <inkml:trace contextRef="#ctx0" brushRef="#br0" timeOffset="1">688 558 11975 0 0,'-4'3'273'0'0,"0"1"0"0"0,0 0 0 0 0,0 0-1 0 0,1 1 1 0 0,-1-1 0 0 0,1 1 0 0 0,0 0-1 0 0,1-1 1 0 0,-1 1 0 0 0,1 1 0 0 0,0-1 0 0 0,0 0-1 0 0,0 0 1 0 0,-1 10 0 0 0,0 2 2686 0 0,1 0-1 0 0,1-1 1 0 0,0 28 0 0 0,1-34-2866 0 0,1-1 0 0 0,-1 0 0 0 0,2 0 0 0 0,-1 0 0 0 0,1 0 0 0 0,0 0 0 0 0,1 0-1 0 0,0 0 1 0 0,1 0 0 0 0,5 9 0 0 0,-9-17-242 0 0,1 0 0 0 0,0-1 0 0 0,0 1 0 0 0,0 0-1 0 0,-1-1 1 0 0,1 1 0 0 0,0 0 0 0 0,0-1 0 0 0,0 1 0 0 0,0-1-1 0 0,0 0 1 0 0,0 1 0 0 0,0-1 0 0 0,0 0 0 0 0,0 1-1 0 0,1-1 1 0 0,-1 0 0 0 0,1 0 0 0 0,19-1-7112 0 0,-7-4-857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48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18431 0 0,'0'1'1415'0'0,"-1"2"-1191"0"0,1 0 0 0 0,-1 0-1 0 0,1-1 1 0 0,0 1 0 0 0,0 0 0 0 0,0 0 0 0 0,0 0-1 0 0,0 0 1 0 0,1-1 0 0 0,-1 1 0 0 0,1 0 0 0 0,0 0 0 0 0,0-1-1 0 0,0 1 1 0 0,0 0 0 0 0,2 2 0 0 0,3 7 1669 0 0,2 0 0 0 0,10 13 0 0 0,0 0-1512 0 0,41 66 779 0 0,122 200-468 0 0,-52-27-270 0 0,-112-220-347 0 0,-2 0 0 0 0,-2 1-1 0 0,-2 0 1 0 0,7 61 0 0 0,-15-71 15 0 0,-1 0 1 0 0,-2 0-1 0 0,-1 0 0 0 0,-7 41 0 0 0,4-54-257 0 0,-1 1 1 0 0,-1-1-1 0 0,-1 0 0 0 0,-1 0 0 0 0,-1-1 0 0 0,-1 0 0 0 0,-17 27 0 0 0,21-37-2473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5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322 235 6911 0 0,'-1'-2'315'0'0,"-5"-27"128"0"0,-8-53 542 0 0,13 67 103 0 0,-6-37 1534 0 0,7 48-2381 0 0,-1 0 1 0 0,0 0-1 0 0,-1 0 0 0 0,1 0 0 0 0,-1 1 0 0 0,1-1 0 0 0,-1 0 0 0 0,0 1 0 0 0,-5-7 0 0 0,6 9-61 0 0,0 0 1 0 0,0 0-1 0 0,1 1 0 0 0,-1-1 0 0 0,0 0 0 0 0,0 0 0 0 0,0 1 0 0 0,0-1 1 0 0,-1 0-1 0 0,1 1 0 0 0,0-1 0 0 0,0 1 0 0 0,0-1 0 0 0,0 1 1 0 0,-1 0-1 0 0,1 0 0 0 0,0-1 0 0 0,0 1 0 0 0,0 0 0 0 0,-1 0 0 0 0,1 0 1 0 0,0 0-1 0 0,0 0 0 0 0,-1 1 0 0 0,1-1 0 0 0,0 0 0 0 0,0 1 1 0 0,0-1-1 0 0,-1 0 0 0 0,1 1 0 0 0,0-1 0 0 0,0 1 0 0 0,0 0 0 0 0,0-1 1 0 0,0 1-1 0 0,0 0 0 0 0,-2 1 0 0 0,-2 3 348 0 0,0 1 0 0 0,1-1 0 0 0,-1 0 1 0 0,1 1-1 0 0,-4 6 0 0 0,-7 16 254 0 0,2-1 0 0 0,-15 40 0 0 0,7-14-218 0 0,-81 218 1167 0 0,100-268-1719 0 0,-2 10 17 0 0,0-1 0 0 0,1 1 0 0 0,-3 18 0 0 0,6-23-40 0 0,0-6-49 0 0,2-4-30 0 0,3-2 56 0 0,0 0 1 0 0,-1 0-1 0 0,1-1 1 0 0,-1 0-1 0 0,0 0 1 0 0,-1 0 0 0 0,6-9-1 0 0,20-46-97 0 0,-16 31 91 0 0,15-32-33 0 0,31-62-15 0 0,-48 103 55 0 0,1 1 0 0 0,0 0 0 0 0,31-33 0 0 0,-39 48 29 0 0,0 0 0 0 0,0 0 0 0 0,1 1 0 0 0,-1-1 0 0 0,1 1 1 0 0,0 0-1 0 0,8-3 0 0 0,-11 5 4 0 0,-1 0 1 0 0,1 0-1 0 0,0 1 0 0 0,1-1 1 0 0,-1 1-1 0 0,0 0 1 0 0,0 0-1 0 0,0-1 0 0 0,0 1 1 0 0,0 1-1 0 0,0-1 1 0 0,0 0-1 0 0,0 0 0 0 0,0 1 1 0 0,0-1-1 0 0,0 1 1 0 0,0 0-1 0 0,0-1 0 0 0,0 1 1 0 0,0 0-1 0 0,0 0 1 0 0,-1 0-1 0 0,4 3 0 0 0,2 3 38 0 0,0 0 0 0 0,-1 1 0 0 0,0-1 0 0 0,0 1 0 0 0,-1 1 0 0 0,6 12 0 0 0,4 5 59 0 0,21 37 69 0 0,-21-35-93 0 0,27 39 0 0 0,-35-58-238 0 0,0 0 0 0 0,0-1 0 0 0,1 0 0 0 0,10 7 0 0 0,-13-11-408 0 0,-1-1 0 0 0,1 0 0 0 0,0 0 0 0 0,1 0-1 0 0,7 2 1 0 0,-1-1-1651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55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19207 0 0,'0'0'878'0'0,"-8"2"290"0"0,8-2-1162 0 0,-1 0 0 0 0,1 0 0 0 0,0 0 1 0 0,-1 0-1 0 0,1 0 0 0 0,0 1 0 0 0,-1-1 1 0 0,1 0-1 0 0,0 0 0 0 0,-1 0 0 0 0,1 1 1 0 0,0-1-1 0 0,-1 0 0 0 0,1 0 1 0 0,0 1-1 0 0,0-1 0 0 0,-1 0 0 0 0,1 1 1 0 0,0-1-1 0 0,0 0 0 0 0,0 1 0 0 0,-1-1 1 0 0,1 0-1 0 0,0 1 0 0 0,0-1 1 0 0,0 1-1 0 0,0-1 0 0 0,0 0 0 0 0,0 1 1 0 0,0-1-1 0 0,0 0 0 0 0,0 1 0 0 0,0-1 1 0 0,0 1-1 0 0,0-1 0 0 0,0 1 1 0 0,0 0 37 0 0,-5 45 1091 0 0,3 1 1 0 0,3 51 0 0 0,15 93 323 0 0,-13-162-1388 0 0,30 247 364 0 0,13 145-342 0 0,5 813 224 0 0,-34-733-317 0 0,-8-294 50 0 0,20 328-36 0 0,1-153-14 0 0,11 147 0 0 0,-6-81 40 0 0,-23-305-5 0 0,10 223 68 0 0,-11-167-22 0 0,8 139-26 0 0,15 237 31 0 0,47 535-22 0 0,-63-648 64 0 0,-20-378-169 0 0,0-34-36 0 0,2 0 0 0 0,8 57 0 0 0,-8-106-51 0 0,0 0 0 0 0,0 0 0 0 0,1 1 0 0 0,-1-1 0 0 0,1 0 0 0 0,-1 0 0 0 0,0 0 0 0 0,1 1 0 0 0,0-1 0 0 0,-1 0 0 0 0,1 0 0 0 0,0 0 0 0 0,0 0 0 0 0,-1 0 0 0 0,1 0 0 0 0,0-1 0 0 0,0 1 0 0 0,0 0 0 0 0,2 1 0 0 0,5 0-1224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56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3 166 7831 0 0,'-2'3'12339'0'0,"477"-25"-9846"0"0,-218-4-2553 0 0,148-8-1114 0 0,273 1 2447 0 0,-365 21 55 0 0,1398-26-103 0 0,-593 36-1459 0 0,658 1-196 0 0,1339 72 1107 0 0,-2244-48-290 0 0,-702-16-77 0 0,22 0 413 0 0,-185-6-875 0 0,4-1 1066 0 0,-8-2-400 0 0,-6-3-307 0 0,0 2-303 0 0,-1 0-1 0 0,1 0 1 0 0,-1 0-1 0 0,0 1 1 0 0,0 0-1 0 0,-1 0 1 0 0,1 0-1 0 0,0 1 1 0 0,-1-1-1 0 0,1 1 1 0 0,-1 0-1 0 0,-5 0 1 0 0,2 0-1459 0 0,-1 0-1 0 0,1-1 1 0 0,-14-6-1 0 0,11 4-6148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5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12895 0 0,'-2'0'998'0'0,"-42"0"11936"0"0,46 12-11018 0 0,3-5-1844 0 0,0 0 0 0 0,1 0 0 0 0,0 0-1 0 0,0 0 1 0 0,1-1 0 0 0,-1 0 0 0 0,1-1 0 0 0,1 1 0 0 0,-1-1-1 0 0,1-1 1 0 0,14 7 0 0 0,12 4 303 0 0,55 14 1 0 0,-71-23-357 0 0,5 0-19 0 0,-1 1 0 0 0,1 2 0 0 0,-1 0 0 0 0,35 21 0 0 0,-46-22 0 0 0,-5 1 0 0 0,-5-7 6 0 0,-1-1 0 0 0,1 1 0 0 0,-1 0 0 0 0,1 0 0 0 0,-1-1 0 0 0,0 1 0 0 0,0 0 0 0 0,0 0 0 0 0,0 0-1 0 0,0-1 1 0 0,0 1 0 0 0,0 0 0 0 0,0 0 0 0 0,-1 0 0 0 0,1-1 0 0 0,-2 4 0 0 0,0-1 23 0 0,0-1-1 0 0,1 0 1 0 0,-2 0-1 0 0,1 0 1 0 0,0 0-1 0 0,0 0 1 0 0,-6 4-1 0 0,-1 0 49 0 0,-1 0 1 0 0,1 0-1 0 0,-1-1 1 0 0,-14 6-1 0 0,-28 12 42 0 0,-1-3 0 0 0,-68 19 0 0 0,56-21-2632 0 0,63-19 1474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58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15 14455 0 0,'0'0'1307'0'0,"0"-1"-1072"0"0,-2-2-106 0 0,1 2 53 0 0,0 0 0 0 0,0 0 0 0 0,0 1 0 0 0,0-1 0 0 0,0 0 1 0 0,0 0-1 0 0,0 1 0 0 0,0-1 0 0 0,0 1 0 0 0,0-1 0 0 0,0 1 0 0 0,0-1 0 0 0,-1 1 0 0 0,1-1 1 0 0,0 1-1 0 0,0 0 0 0 0,-2 0 0 0 0,-23-1 2877 0 0,18 2-1882 0 0,-9 0-92 0 0,-1 1-1 0 0,0 1 0 0 0,-22 6 1 0 0,15-3-441 0 0,-140 46 1333 0 0,165-52-1976 0 0,-1 0 0 0 0,1 0 0 0 0,0 0 0 0 0,-1 0 0 0 0,1 0 0 0 0,0 0 1 0 0,-1 0-1 0 0,1 0 0 0 0,0 1 0 0 0,-1-1 0 0 0,1 0 0 0 0,0 0 0 0 0,-1 0 0 0 0,1 1 0 0 0,0-1 0 0 0,0 0 0 0 0,-1 0 0 0 0,1 1 0 0 0,0-1 0 0 0,0 0 1 0 0,-1 1-1 0 0,1-1 0 0 0,0 0 0 0 0,0 1 0 0 0,0-1 0 0 0,0 0 0 0 0,0 1 0 0 0,-1-1 0 0 0,1 0 0 0 0,0 1 0 0 0,0-1 0 0 0,0 0 0 0 0,0 1 0 0 0,0-1 1 0 0,0 1-1 0 0,0-1 0 0 0,0 0 0 0 0,0 1 0 0 0,0-1 0 0 0,1 0 0 0 0,-1 1 0 0 0,0-1 0 0 0,7 9 17 0 0,-7-8-18 0 0,6 4 0 0 0,0-1 0 0 0,0 1 0 0 0,0-1 0 0 0,0 0 0 0 0,0-1 0 0 0,9 4 0 0 0,45 15 0 0 0,-49-18 0 0 0,85 23 0 0 0,30 11 0 0 0,-111-32 0 0 0,0 0 0 0 0,-1 1 0 0 0,0 1 0 0 0,0 0 0 0 0,0 1 0 0 0,12 12 0 0 0,-24-20 16 0 0,0 1 1 0 0,0-1-1 0 0,-1 1 1 0 0,1 0-1 0 0,0-1 0 0 0,-1 1 1 0 0,0 0-1 0 0,1 0 0 0 0,-1 0 1 0 0,0 0-1 0 0,0 1 0 0 0,0-1 1 0 0,-1 0-1 0 0,1 0 1 0 0,0 0-1 0 0,-1 1 0 0 0,1-1 1 0 0,-1 0-1 0 0,0 1 0 0 0,0-1 1 0 0,0 0-1 0 0,0 1 1 0 0,0-1-1 0 0,0 0 0 0 0,-1 1 1 0 0,0 3-1 0 0,-1-3 17 0 0,0 1 1 0 0,1-1-1 0 0,-1 1 1 0 0,-1-1-1 0 0,1 0 0 0 0,0 1 1 0 0,-1-1-1 0 0,0 0 0 0 0,1-1 1 0 0,-1 1-1 0 0,0 0 1 0 0,0-1-1 0 0,-1 0 0 0 0,1 0 1 0 0,-4 2-1 0 0,-7 3 60 0 0,0-1 1 0 0,0-1-1 0 0,-1 0 1 0 0,1-1-1 0 0,-1-1 1 0 0,0 0-1 0 0,0-1 0 0 0,0-1 1 0 0,-18 0-1 0 0,14-1-74 0 0,1-2 0 0 0,-1 0 0 0 0,0-1 0 0 0,1-1 0 0 0,-1 0 0 0 0,1-2-1 0 0,-17-7 1 0 0,16 6-732 0 0,9 4 969 0 0,0-1 0 0 0,-10-6 1 0 0,3-2-3316 0 0,16 10 2132 0 0,0 1 0 0 0,0 0 0 0 0,0-1 0 0 0,0 1 0 0 0,0-1 0 0 0,0 1 0 0 0,0-1 0 0 0,-1-3 0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4:59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13 5527 0 0,'0'0'423'0'0,"-3"0"-278"0"0,-11-5-218 0 0,-13-3 17015 0 0,26 11-16713 0 0,0-1 0 0 0,0 1 0 0 0,0 0 0 0 0,0-1-1 0 0,1 1 1 0 0,-1 3 0 0 0,0 33 1602 0 0,2-12-1181 0 0,1 68 437 0 0,0-23-751 0 0,3 137 77 0 0,-4-154-371 0 0,2 58 39 0 0,1-31-1444 0 0,-4-81 290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00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46 388 23815 0 0,'-40'-31'2584'0'0,"40"31"-2566"0"0,-1 0-1 0 0,1-1 1 0 0,-1 1 0 0 0,1-1-1 0 0,-1 1 1 0 0,1-1-1 0 0,0 1 1 0 0,-1-1 0 0 0,1 1-1 0 0,0-1 1 0 0,0 1 0 0 0,-1-1-1 0 0,1 0 1 0 0,0 1-1 0 0,0-1 1 0 0,0 1 0 0 0,0-1-1 0 0,0 0 1 0 0,-1 1-1 0 0,1-1 1 0 0,0 1 0 0 0,1-1-1 0 0,-1 0 1 0 0,0 1 0 0 0,0-1-1 0 0,0 1 1 0 0,0-1-1 0 0,0 0 1 0 0,1 1 0 0 0,-1-1-1 0 0,0 1 1 0 0,0-1 0 0 0,1 1-1 0 0,-1-1 1 0 0,0 1-1 0 0,1-1 1 0 0,-1 1 0 0 0,1-1-1 0 0,-1 1 1 0 0,0-1-1 0 0,1 1 1 0 0,-1 0 0 0 0,1-1-1 0 0,-1 1 1 0 0,1 0 0 0 0,0-1-1 0 0,-1 1 1 0 0,2 0-1 0 0,-1-2 76 0 0,8-5 185 0 0,1 1 0 0 0,0 0 0 0 0,0 0-1 0 0,0 1 1 0 0,15-6 0 0 0,59-15 347 0 0,-43 14-420 0 0,165-55-4 0 0,182-50 145 0 0,-244 86-3263 0 0,1 4-4163 0 0,-90 18-1707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0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6198 16583 0 0,'0'0'1276'0'0,"-9"-10"-521"0"0,7 8-413 0 0,1 0 0 0 0,0 0 1 0 0,1-1-1 0 0,-1 1 0 0 0,0 0 1 0 0,1-1-1 0 0,-1 1 0 0 0,1-1 1 0 0,-1 1-1 0 0,1 0 0 0 0,0-4 1 0 0,4-31 1343 0 0,-2 23-1863 0 0,42-249 1070 0 0,-9 62-442 0 0,27-346 668 0 0,1-15-342 0 0,53-2-326 0 0,-29 245-387 0 0,70-236 53 0 0,-94 355-117 0 0,51-161 0 0 0,296-869 140 0 0,-355 1070-83 0 0,106-215-1 0 0,-118 294-1 0 0,3 3 0 0 0,4 2 0 0 0,3 2 0 0 0,3 3 0 0 0,3 2 0 0 0,117-105-1 0 0,-157 158-36 0 0,0 2-1 0 0,1 0 0 0 0,1 1 0 0 0,0 1 0 0 0,1 1 1 0 0,36-12-1 0 0,-28 12-11 0 0,1 3-1 0 0,0 0 1 0 0,0 2 0 0 0,48-3 0 0 0,-56 9-5 0 0,0 0 0 0 0,-1 1 0 0 0,1 1 0 0 0,-1 2 0 0 0,0 0 0 0 0,26 8 0 0 0,-18-2-2 0 0,0 2 0 0 0,-1 1 0 0 0,48 29-1 0 0,-13 1-2 0 0,-3 2 0 0 0,103 100-1 0 0,4 20 5 0 0,249 318 0 0 0,-380-435 0 0 0,310 429 0 0 0,-85-104 0 0 0,-30-43 0 0 0,-83-112 0 0 0,316 440 0 0 0,-304-446 22 0 0,273 340 97 0 0,-120-176 8 0 0,99 74 23 0 0,-281-314-64 0 0,206 190 55 0 0,-174-185-73 0 0,329 266 86 0 0,-189-203-103 0 0,-124-89 4 0 0,-3 1-459 0 0,54 36 1474 0 0,-118-72-3958 0 0,-4 5-4699 0 0,-93-72-1049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1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2303 0 0,'-3'23'200'0'0,"-2"6"-200"0"0,-3 2 0 0 0,-1 3 0 0 0,0 6 2216 0 0,-3-1 408 0 0,-1 2 72 0 0,0-1 24 0 0,4-1-1368 0 0,1 0-264 0 0,1-3-64 0 0,1 0 0 0 0,-1-6-576 0 0,2 0-120 0 0,0-3-16 0 0,1-1-8 0 0,-3-2-1472 0 0,2 4-296 0 0</inkml:trace>
  <inkml:trace contextRef="#ctx0" brushRef="#br0" timeOffset="1">75 999 9215 0 0,'-11'70'1056'0'0,"0"37"5827"0"0,1-3-55 0 0,0-35-5482 0 0,4-39-656 0 0,2-3-106 0 0,-15 47 0 0 0,17-72-660 0 0,0 3-2939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1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30 4607 0 0,'0'0'354'0'0,"0"-2"-140"0"0,0 2-439 0 0,0-2 727 0 0,1 0 0 0 0,-1 0 0 0 0,0 0 1 0 0,0-1-1 0 0,0 1 0 0 0,0 0 0 0 0,-1-4 648 0 0,-2-1 4010 0 0,4 76-4866 0 0,-1-20-174 0 0,0 101 80 0 0,20 55-868 0 0,0-7-5131 0 0,-19-173 2420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12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3679 0 0,'-8'85'750'0'0,"-5"27"3927"0"0,8-74-3138 0 0,0 77-1 0 0,7-77-958 0 0,11 67 0 0 0,-11-92-974 0 0,1 8-4220 0 0</inkml:trace>
  <inkml:trace contextRef="#ctx0" brushRef="#br0" timeOffset="1">117 1855 5527 0 0,'-8'10'488'0'0,"1"8"-392"0"0,-1 6-96 0 0,2 5 0 0 0,-1 4 1384 0 0,-1 1 256 0 0,0 0 56 0 0,0 0 0 0 0,1 2-1304 0 0,1-1-264 0 0,1 1-48 0 0,3 1-16 0 0,4 2 0 0 0,1 0-64 0 0,2-2 96 0 0,2 2-32 0 0,-1 0-824 0 0,4 0-168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08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196 222 15119 0 0,'0'0'7759'0'0,"0"2"-7235"0"0,1 4-226 0 0,-1 1 0 0 0,0-1-1 0 0,0 0 1 0 0,0 0 0 0 0,-1 0 0 0 0,0 1 0 0 0,-3 11 0 0 0,3-16-175 0 0,0 1 1 0 0,0 0 0 0 0,0-1 0 0 0,0 0 0 0 0,0 1 0 0 0,0-1 0 0 0,-1 0 0 0 0,1 1-1 0 0,-1-1 1 0 0,0 0 0 0 0,0 0 0 0 0,1 0 0 0 0,-1 0 0 0 0,-1-1 0 0 0,1 1 0 0 0,0 0-1 0 0,0-1 1 0 0,-1 0 0 0 0,1 1 0 0 0,0-1 0 0 0,-5 1 0 0 0,5-2-71 0 0,0 1 1 0 0,0-1 0 0 0,0-1-1 0 0,0 1 1 0 0,0 0 0 0 0,0 0-1 0 0,0-1 1 0 0,0 1-1 0 0,1-1 1 0 0,-1 1 0 0 0,0-1-1 0 0,0 0 1 0 0,0 0 0 0 0,1 0-1 0 0,-1 0 1 0 0,0 0 0 0 0,1 0-1 0 0,-1 0 1 0 0,1-1 0 0 0,0 1-1 0 0,-3-3 1 0 0,-1-2-42 0 0,1 1 0 0 0,-1-1 1 0 0,1 0-1 0 0,-5-10 0 0 0,6 10-15 0 0,1 0-1 0 0,-1 0 1 0 0,1 0 0 0 0,0 0-1 0 0,1-1 1 0 0,0 1 0 0 0,0 0 0 0 0,0-1-1 0 0,1 1 1 0 0,-1-1 0 0 0,2 1-1 0 0,-1-1 1 0 0,1 1 0 0 0,2-13-1 0 0,0 10-26 0 0,1 0 0 0 0,-1 0 0 0 0,1 0 0 0 0,1 1 1 0 0,0-1-1 0 0,0 1 0 0 0,0 0 0 0 0,1 1 0 0 0,10-11 0 0 0,-8 10 21 0 0,0 1 0 0 0,0 0 0 0 0,0 1 0 0 0,1-1 0 0 0,0 2 0 0 0,1-1 0 0 0,-1 1 0 0 0,18-6 0 0 0,-21 9 9 0 0,1 0 0 0 0,0 0 1 0 0,-1 0-1 0 0,1 1 1 0 0,0 0-1 0 0,0 1 1 0 0,0-1-1 0 0,0 1 0 0 0,0 1 1 0 0,0-1-1 0 0,0 1 1 0 0,-1 0-1 0 0,1 1 1 0 0,10 3-1 0 0,-13-4 4 0 0,-1 1 0 0 0,-1-1-1 0 0,1 1 1 0 0,0 0 0 0 0,0 0 0 0 0,-1 0 0 0 0,1 0-1 0 0,-1 0 1 0 0,1 0 0 0 0,-1 1 0 0 0,0-1 0 0 0,0 1-1 0 0,0 0 1 0 0,0 0 0 0 0,-1-1 0 0 0,1 1 0 0 0,-1 0-1 0 0,1 0 1 0 0,-1 1 0 0 0,0-1 0 0 0,0 0 0 0 0,-1 0-1 0 0,1 0 1 0 0,-1 1 0 0 0,1-1 0 0 0,-1 0 0 0 0,0 1-1 0 0,0-1 1 0 0,-1 0 0 0 0,0 6 0 0 0,-1-1 60 0 0,0 1 0 0 0,0 0 0 0 0,-1-1 1 0 0,0 0-1 0 0,0 1 0 0 0,-1-1 0 0 0,0 0 0 0 0,-1-1 1 0 0,0 1-1 0 0,-7 8 0 0 0,4-7 10 0 0,-1 0 0 0 0,0 0 1 0 0,-1-1-1 0 0,0-1 0 0 0,0 0 0 0 0,0 0 0 0 0,-1-1 1 0 0,0 0-1 0 0,-14 5 0 0 0,16-8-19 0 0,-1 0 0 0 0,1 0 0 0 0,-1 0-1 0 0,0-1 1 0 0,0-1 0 0 0,1 0 0 0 0,-1 0 0 0 0,0-1 0 0 0,0 0-1 0 0,0-1 1 0 0,-19-3 0 0 0,24 2-57 0 0,-1 1 0 0 0,1-1 1 0 0,0-1-1 0 0,-1 1 0 0 0,1-1 0 0 0,0 1 0 0 0,1-1 0 0 0,-1-1 1 0 0,0 1-1 0 0,1-1 0 0 0,-8-7 0 0 0,10 8-1 0 0,0 1 1 0 0,1-1-1 0 0,-1 1 1 0 0,0-1-1 0 0,1 0 1 0 0,-1 0-1 0 0,1 0 1 0 0,0 1-1 0 0,0-1 1 0 0,0 0-1 0 0,0-1 1 0 0,1 1-1 0 0,-1 0 1 0 0,1 0-1 0 0,0 0 1 0 0,0 0-1 0 0,0 0 1 0 0,0 0-1 0 0,0-1 1 0 0,1 1-1 0 0,0 0 1 0 0,1-6-1 0 0,1 1-23 0 0,1-1-1 0 0,-1 1 1 0 0,2-1 0 0 0,-1 1-1 0 0,1 1 1 0 0,0-1-1 0 0,1 1 1 0 0,0-1 0 0 0,0 2-1 0 0,13-12 1 0 0,-13 13 6 0 0,1 1 1 0 0,-1-1-1 0 0,1 1 1 0 0,0 1-1 0 0,1-1 1 0 0,-1 1-1 0 0,1 1 1 0 0,-1-1-1 0 0,1 1 1 0 0,0 1-1 0 0,0-1 1 0 0,13 1-1 0 0,-13 0 20 0 0,0 1 0 0 0,-1 1 0 0 0,1-1 0 0 0,-1 1 0 0 0,1 1 0 0 0,-1-1 0 0 0,0 1 0 0 0,0 1 0 0 0,1-1 0 0 0,-1 1 0 0 0,9 5 0 0 0,-13-5 0 0 0,1-1 0 0 0,-1 0 0 0 0,0 1 0 0 0,0 0 0 0 0,0 0 0 0 0,0 0 0 0 0,0 0 0 0 0,-1 0 0 0 0,1 0 0 0 0,-1 1 0 0 0,0-1 0 0 0,0 1 0 0 0,0 0 0 0 0,0 0 0 0 0,-1 0 0 0 0,0-1 0 0 0,0 1 0 0 0,0 0 0 0 0,0 1 0 0 0,0-1 0 0 0,-1 0 0 0 0,0 6 0 0 0,0-3 21 0 0,-1 1 0 0 0,0 0 0 0 0,-1-1 0 0 0,0 1 0 0 0,0-1 0 0 0,0 0 0 0 0,-1 0 0 0 0,0 0 0 0 0,-1 0 0 0 0,1 0 0 0 0,-1 0 0 0 0,-1-1 0 0 0,-5 6 0 0 0,3-3 17 0 0,-1 0 1 0 0,0-1-1 0 0,0 0 1 0 0,-1 0-1 0 0,0-1 1 0 0,0-1-1 0 0,-1 1 1 0 0,-12 5-1 0 0,12-7-32 0 0,-1-1 0 0 0,1-1 0 0 0,0 1 0 0 0,-1-2 0 0 0,0 1 0 0 0,-14 0 0 0 0,20-2-6 0 0,1-1-1 0 0,0 0 1 0 0,0 0-1 0 0,0 0 1 0 0,0-1-1 0 0,0 1 1 0 0,-1-1-1 0 0,1 0 1 0 0,0 0-1 0 0,0 0 1 0 0,1-1-1 0 0,-1 0 1 0 0,0 1-1 0 0,0-1 1 0 0,1 0-1 0 0,-1-1 1 0 0,1 1-1 0 0,0-1 1 0 0,-6-5-1 0 0,7 5-5 0 0,0 1-1 0 0,0-1 1 0 0,0 1 0 0 0,1-1-1 0 0,-1 0 1 0 0,1 1 0 0 0,-1-1 0 0 0,1 0-1 0 0,0 0 1 0 0,1 0 0 0 0,-1 0-1 0 0,0-1 1 0 0,1 1 0 0 0,-1 0-1 0 0,1 0 1 0 0,0-5 0 0 0,1 3-16 0 0,0 1 1 0 0,0 0-1 0 0,0-1 0 0 0,1 1 1 0 0,-1 0-1 0 0,1 0 0 0 0,0 0 1 0 0,0 0-1 0 0,0 0 1 0 0,6-6-1 0 0,-2 3-11 0 0,1 0 0 0 0,0 0 0 0 0,0 0 0 0 0,0 1 0 0 0,1 0 0 0 0,0 0 0 0 0,0 1 0 0 0,1 0 0 0 0,0 1 0 0 0,9-4 0 0 0,-5 3 22 0 0,-1 1 0 0 0,0 1 0 0 0,1 0 1 0 0,0 0-1 0 0,18 0 0 0 0,-26 3 11 0 0,1 0 0 0 0,-1 0 1 0 0,1 1-1 0 0,0 0 1 0 0,-1 0-1 0 0,1 0 0 0 0,-1 1 1 0 0,0 0-1 0 0,0 0 0 0 0,1 0 1 0 0,-1 1-1 0 0,0-1 0 0 0,-1 1 1 0 0,10 7-1 0 0,-12-8 14 0 0,1 0 0 0 0,-1 1 0 0 0,0-1 0 0 0,0 1-1 0 0,0-1 1 0 0,0 1 0 0 0,0 0 0 0 0,0-1 0 0 0,-1 1 0 0 0,1 0 0 0 0,-1 0 0 0 0,0 0-1 0 0,0 0 1 0 0,0 1 0 0 0,0-1 0 0 0,-1 0 0 0 0,1 0 0 0 0,-1 1 0 0 0,0-1 0 0 0,0 0-1 0 0,0 0 1 0 0,0 1 0 0 0,-1 4 0 0 0,-1-3 23 0 0,1 1-1 0 0,-1-1 1 0 0,0 0-1 0 0,0 0 1 0 0,-1 0 0 0 0,1 0-1 0 0,-1 0 1 0 0,0 0-1 0 0,-1-1 1 0 0,1 1 0 0 0,-1-1-1 0 0,0 0 1 0 0,-5 4-1 0 0,1-1 11 0 0,-1 0 0 0 0,0-1 0 0 0,0 0-1 0 0,-18 8 1 0 0,23-12-42 0 0,-1-1-1 0 0,1 1 1 0 0,-1 0 0 0 0,1-1-1 0 0,-1 0 1 0 0,0 0 0 0 0,1-1-1 0 0,-1 1 1 0 0,0-1-1 0 0,0 0 1 0 0,1 0 0 0 0,-1-1-1 0 0,-7-1 1 0 0,9 1-10 0 0,1 0 0 0 0,-1 0 0 0 0,1 0 0 0 0,0 0 0 0 0,-1-1 0 0 0,1 1 0 0 0,0-1 0 0 0,0 1 0 0 0,0-1 0 0 0,0 0 0 0 0,0 0 0 0 0,0 0 0 0 0,1 0 0 0 0,-1 0 0 0 0,1 0-1 0 0,-1 0 1 0 0,1-1 0 0 0,0 1 0 0 0,0-1 0 0 0,0 1 0 0 0,0-1 0 0 0,0 1 0 0 0,0-1 0 0 0,1 1 0 0 0,-1-1 0 0 0,1 0 0 0 0,0 1 0 0 0,0-6 0 0 0,0 1-26 0 0,1 0-1 0 0,-1 0 0 0 0,1-1 1 0 0,1 1-1 0 0,-1 1 1 0 0,1-1-1 0 0,1 0 1 0 0,-1 0-1 0 0,6-10 1 0 0,-2 9 14 0 0,-1 0 0 0 0,1 1-1 0 0,-1 0 1 0 0,2 0 0 0 0,-1 1 0 0 0,1-1 0 0 0,0 1 0 0 0,1 1 0 0 0,-1 0 0 0 0,1 0 0 0 0,0 0 0 0 0,0 1 0 0 0,1 0 0 0 0,9-3-1 0 0,-13 5 16 0 0,0 0 0 0 0,1 1 0 0 0,-1 0 0 0 0,0 0-1 0 0,1 0 1 0 0,-1 1 0 0 0,1 0 0 0 0,-1 0-1 0 0,0 0 1 0 0,1 0 0 0 0,-1 1 0 0 0,1 0-1 0 0,-1 0 1 0 0,0 1 0 0 0,0-1 0 0 0,1 1-1 0 0,-1 0 1 0 0,0 0 0 0 0,-1 1 0 0 0,1 0-1 0 0,0 0 1 0 0,-1 0 0 0 0,0 0 0 0 0,1 1-1 0 0,3 4 1 0 0,-4-4 6 0 0,-1 1 0 0 0,0-1 0 0 0,0 1 0 0 0,-1 0 0 0 0,1 0 0 0 0,-1 0 0 0 0,0 0 0 0 0,0 0 0 0 0,-1 0 0 0 0,1 1 0 0 0,-1-1 0 0 0,-1 0 0 0 0,1 1 0 0 0,-1 5 0 0 0,0-2 20 0 0,0 0 0 0 0,-1 0 1 0 0,0 0-1 0 0,0 0 0 0 0,-1 0 0 0 0,0-1 0 0 0,-7 17 0 0 0,7-20-5 0 0,-1 1 0 0 0,0-1 0 0 0,0 0 0 0 0,-1 0 1 0 0,1 0-1 0 0,-1-1 0 0 0,0 1 0 0 0,0-1 0 0 0,-6 4 0 0 0,7-6-56 0 0,1 0 0 0 0,-1 0 1 0 0,0 0-1 0 0,1-1 0 0 0,-1 1 1 0 0,0-1-1 0 0,0 0 0 0 0,0 0 1 0 0,0 0-1 0 0,0 0 1 0 0,0-1-1 0 0,-1 1 0 0 0,1-1 1 0 0,0 0-1 0 0,0 1 0 0 0,0-2 1 0 0,-1 1-1 0 0,1 0 0 0 0,-3-1 1 0 0,5 1-71 0 0,0-1 1 0 0,0 1-1 0 0,0 0 1 0 0,0 0 0 0 0,0-1-1 0 0,0 1 1 0 0,0 0-1 0 0,0-1 1 0 0,1 1 0 0 0,-1-1-1 0 0,0 1 1 0 0,0-1-1 0 0,0 0 1 0 0,1 1 0 0 0,-1-1-1 0 0,0 0 1 0 0,1 0-1 0 0,-1 1 1 0 0,1-1 0 0 0,-1 0-1 0 0,1 0 1 0 0,-1 0-1 0 0,1 0 1 0 0,-1 1-1 0 0,1-3 1 0 0,-2-8-1998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09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19319 0 0,'0'0'1751'0'0,"-3"8"-1406"0"0,0 6 885 0 0,1 0 0 0 0,0 0 0 0 0,-1 26 0 0 0,2-8 65 0 0,-5 45-647 0 0,-11 153 1433 0 0,17-218-2964 0 0,0 0 0 0 0,3 19 0 0 0,-3-29-168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09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387 337 11519 0 0,'-11'-4'971'0'0,"0"-1"0"0"0,0-1 0 0 0,1 1 0 0 0,0-1 0 0 0,-15-12 0 0 0,17 12-324 0 0,1 0 1 0 0,-1 1 0 0 0,-1 0 0 0 0,1 0 0 0 0,-1 1 0 0 0,0 0 0 0 0,0 0-1 0 0,0 1 1 0 0,-13-3 0 0 0,17 6-514 0 0,1 0 0 0 0,0 0 0 0 0,-1 0 0 0 0,1 1 1 0 0,0-1-1 0 0,-1 1 0 0 0,1 0 0 0 0,0 1 0 0 0,0-1 0 0 0,0 1 0 0 0,0 0 0 0 0,0 0 0 0 0,0 0 0 0 0,0 0 0 0 0,0 1 0 0 0,1-1 1 0 0,0 1-1 0 0,-1 0 0 0 0,1 0 0 0 0,-5 7 0 0 0,-1 1 116 0 0,0 1 1 0 0,0 1-1 0 0,2-1 1 0 0,-12 26-1 0 0,5-5-5 0 0,2 1 0 0 0,1 0 1 0 0,2 0-1 0 0,1 1 0 0 0,2 0 0 0 0,1 0 0 0 0,2 1 1 0 0,1 0-1 0 0,6 60 0 0 0,-1-70-172 0 0,1-1-1 0 0,1 1 1 0 0,2-1 0 0 0,0-1-1 0 0,2 1 1 0 0,0-1-1 0 0,2-1 1 0 0,1 0 0 0 0,23 35-1 0 0,-27-47-59 0 0,2 0 0 0 0,-1 0 0 0 0,1-1 0 0 0,1 0 0 0 0,0 0 0 0 0,0-1 0 0 0,1-1 0 0 0,13 8 0 0 0,-15-11-13 0 0,1 0 1 0 0,0 0-1 0 0,0-2 1 0 0,0 1-1 0 0,0-1 1 0 0,1-1-1 0 0,-1 0 1 0 0,1 0-1 0 0,0-1 1 0 0,21-1-1 0 0,-14-2 0 0 0,0 0 0 0 0,-1-1 0 0 0,1-1 0 0 0,-1-1 0 0 0,0 0 0 0 0,-1-2 0 0 0,1 0 0 0 0,27-15 0 0 0,-22 8 0 0 0,-2-1 0 0 0,1-1 0 0 0,-2 0 0 0 0,0-2 0 0 0,28-32 0 0 0,-26 25-9 0 0,-1-2 0 0 0,-2 0 0 0 0,0-1 1 0 0,-2 0-1 0 0,-1-2 0 0 0,17-44 0 0 0,-26 54 15 0 0,-1-1 0 0 0,-1 1-1 0 0,0-1 1 0 0,-2 0 0 0 0,0 0 0 0 0,-1 0 0 0 0,-2 0 0 0 0,0 0 0 0 0,-1-1-1 0 0,-1 1 1 0 0,-6-26 0 0 0,3 28 8 0 0,-1-1-1 0 0,-1 1 1 0 0,-1 0 0 0 0,0 1-1 0 0,-2 0 1 0 0,0 0 0 0 0,-1 1-1 0 0,-22-26 1 0 0,11 17-11 0 0,-2 1-1 0 0,-1 1 1 0 0,-1 1-1 0 0,-37-25 1 0 0,-98-71-2768 0 0,137 100 377 0 0,15 11-4153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1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5063 0 0,'-5'16'289'0'0,"0"1"0"0"0,-3 23 0 0 0,-2 76 8130 0 0,4-43-4655 0 0,-11 64 310 0 0,-3 30-2248 0 0,17-125-2033 0 0,2 0-1 0 0,5 44 1 0 0,19 62-3402 0 0,-1-50-4027 0 0,-13-67 2369 0 0</inkml:trace>
  <inkml:trace contextRef="#ctx0" brushRef="#br0" timeOffset="1">77 1456 1839 0 0,'0'1'31'0'0,"-21"330"14105"0"0,26-165-9765 0 0,1-117-4652 0 0,14 64 0 0 0,-11-81 47 0 0,1-1 0 0 0,19 42-1 0 0,-3-17-5250 0 0,-9-22-375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17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4684 9671 0 0,'0'0'748'0'0,"-1"0"-492"0"0,-3-3 1271 0 0,-13-26 8571 0 0,15 24-9776 0 0,1 0-1 0 0,0-1 0 0 0,0 1 0 0 0,0-1 0 0 0,0 1 0 0 0,1-1 0 0 0,0-7 0 0 0,6-43 583 0 0,-1 15-610 0 0,-4 13 669 0 0,-3-45 1 0 0,-6-33-215 0 0,9 23-617 0 0,0 57 33 0 0,-2-47 1 0 0,-1 42 63 0 0,2-32 0 0 0,1 36-102 0 0,-2 1-1 0 0,-4-34 1 0 0,2 30-76 0 0,0-44 0 0 0,2 12-14 0 0,-2 17 0 0 0,-6-70 118 0 0,6 73-123 0 0,5-76 0 0 0,-1 92-26 0 0,2-25 61 0 0,-4-54-1 0 0,-1-15 110 0 0,2 79-160 0 0,2-15 76 0 0,-1-28 61 0 0,-1 52-105 0 0,4-45 0 0 0,0-3-16 0 0,1-118 96 0 0,-5 145-69 0 0,-3-112-54 0 0,-4 106 64 0 0,3 38-71 0 0,2 0 1 0 0,0-39-1 0 0,1 12 2 0 0,-1 13 0 0 0,-3-122 0 0 0,5 82 64 0 0,-6-21-64 0 0,3 42 0 0 0,-15-82 0 0 0,13 101 0 0 0,-6-22 22 0 0,5 31-1 0 0,-3-35 0 0 0,2-12-21 0 0,-2-53 0 0 0,-3-273 0 0 0,10 355 0 0 0,1 19 0 0 0,-1-1 0 0 0,-1 1 0 0 0,-1-1 0 0 0,-8-25 0 0 0,8 35 0 0 0,0 1 0 0 0,2 0 0 0 0,-2-24 0 0 0,-1-6 0 0 0,2-6 0 0 0,3 25 0 0 0,-2-17 0 0 0,-5-60 0 0 0,-4 29 0 0 0,11 69 0 0 0,0 1 0 0 0,0-1 0 0 0,0 1 0 0 0,1-7 0 0 0,0-12 0 0 0,-2 20 0 0 0,1 2 0 0 0,4-17 0 0 0,5-13-76 0 0,-9 29 28 0 0,-1-1 24 0 0,1 2-36 0 0,0 1 0 0 0,1-4 37 0 0,-1 4-33 0 0,0 0-84 0 0,-1 0 79 0 0,1 0 0 0 0,0 1 1 0 0,-1-1-1 0 0,1 0 1 0 0,-1 1-1 0 0,1-1 0 0 0,0 1 1 0 0,-1-1-1 0 0,1 0 0 0 0,0 1 1 0 0,-1-1-1 0 0,1 1 0 0 0,0-1 1 0 0,0 1-1 0 0,-1-1 1 0 0,1 1-1 0 0,0-1 0 0 0,0 1 1 0 0,0-1-1 0 0,0 1 0 0 0,0 1 1 0 0,-4 18 226 0 0,3-13-271 0 0,-2 12 93 0 0,-1 0 0 0 0,-1-1 0 0 0,-1 1 0 0 0,0-2 0 0 0,-16 32 0 0 0,21-46 12 0 0,-6 5 0 0 0,1-2 0 0 0,-10 7 0 0 0,14-12 5 0 0,1 0 0 0 0,-1 1 0 0 0,1-1 0 0 0,-1 0-1 0 0,0 0 1 0 0,1-1 0 0 0,-1 1 0 0 0,0 0 0 0 0,0-1 0 0 0,0 1 0 0 0,0-1 0 0 0,0 1-1 0 0,1-1 1 0 0,-1 0 0 0 0,0 0 0 0 0,0 0 0 0 0,0 0 0 0 0,0 0 0 0 0,0 0 0 0 0,0 0 0 0 0,0-1-1 0 0,0 1 1 0 0,0-1 0 0 0,1 0 0 0 0,-1 1 0 0 0,0-1 0 0 0,0 0 0 0 0,1 0 0 0 0,-1 0-1 0 0,0 0 1 0 0,1 0 0 0 0,-1 0 0 0 0,1-1 0 0 0,-1 1 0 0 0,1 0 0 0 0,0-1 0 0 0,0 1-1 0 0,-1-1 1 0 0,1 0 0 0 0,-1-2 0 0 0,0-1-5 0 0,0-1 1 0 0,0 0-1 0 0,0 0 0 0 0,1 0 1 0 0,0 0-1 0 0,0 0 0 0 0,1 0 1 0 0,-1 0-1 0 0,1 0 0 0 0,1 0 1 0 0,-1 0-1 0 0,1 0 0 0 0,3-11 1 0 0,0 4-14 0 0,0 0 0 0 0,1 0 0 0 0,0 1 1 0 0,1-1-1 0 0,9-13 0 0 0,-12 21 11 0 0,1 0-1 0 0,0 0 1 0 0,0 0 0 0 0,1 0 0 0 0,0 0-1 0 0,0 1 1 0 0,0 0 0 0 0,0 0-1 0 0,0 0 1 0 0,1 1 0 0 0,0 0 0 0 0,0 0-1 0 0,10-4 1 0 0,-13 6 1 0 0,1 0 0 0 0,-1 0-1 0 0,0 0 1 0 0,1 1 0 0 0,0 0 0 0 0,-1-1 0 0 0,1 1 0 0 0,-1 0-1 0 0,1 0 1 0 0,-1 1 0 0 0,1-1 0 0 0,-1 1 0 0 0,1 0-1 0 0,-1 0 1 0 0,0 0 0 0 0,1 0 0 0 0,-1 1 0 0 0,0-1 0 0 0,0 1-1 0 0,0 0 1 0 0,0 0 0 0 0,0 0 0 0 0,0 0 0 0 0,-1 0-1 0 0,1 1 1 0 0,3 3 0 0 0,-1 1 1 0 0,0 0-1 0 0,0 1 1 0 0,-1 0 0 0 0,0 0 0 0 0,0 0-1 0 0,-1 0 1 0 0,0 1 0 0 0,0-1-1 0 0,-1 1 1 0 0,2 16 0 0 0,-3-17 1 0 0,0 0 0 0 0,-1 1 1 0 0,0-1-1 0 0,0 0 1 0 0,-1 0-1 0 0,0 1 0 0 0,0-1 1 0 0,-1 0-1 0 0,0 0 1 0 0,-1 0-1 0 0,-6 14 0 0 0,7-19 15 0 0,0 0 0 0 0,0 1 0 0 0,-1-1 0 0 0,1 0 0 0 0,-1 0-1 0 0,0 0 1 0 0,0 0 0 0 0,0-1 0 0 0,0 1 0 0 0,-1-1 0 0 0,1 0 0 0 0,-1 0-1 0 0,1 0 1 0 0,-1 0 0 0 0,0-1 0 0 0,1 1 0 0 0,-1-1 0 0 0,0 0 0 0 0,-5 0-1 0 0,4 0 9 0 0,0 0-1 0 0,-1-1 1 0 0,1 0-1 0 0,-1 0 1 0 0,1 0-1 0 0,-1-1 1 0 0,1 0-1 0 0,-1 0 0 0 0,1 0 1 0 0,0-1-1 0 0,-1 0 1 0 0,1 0-1 0 0,-7-4 1 0 0,7 3-20 0 0,-1 0 1 0 0,1 0-1 0 0,0-1 0 0 0,1 0 1 0 0,-1 0-1 0 0,0 0 1 0 0,1 0-1 0 0,0-1 1 0 0,0 0-1 0 0,-5-8 0 0 0,7 9-2 0 0,0 0 0 0 0,1-1 0 0 0,-1 1 0 0 0,1 0-1 0 0,0 0 1 0 0,0-1 0 0 0,0 1 0 0 0,1 0-1 0 0,0-1 1 0 0,0 1 0 0 0,0-1 0 0 0,0 1 0 0 0,0-1-1 0 0,1 1 1 0 0,2-7 0 0 0,-2 3-6 0 0,2 0 0 0 0,-1 0 0 0 0,1 0 0 0 0,0 1 0 0 0,0-1 0 0 0,1 1 0 0 0,0 0 0 0 0,1 0 0 0 0,-1 0 0 0 0,1 0 0 0 0,1 1 0 0 0,-1 0 0 0 0,1 0 0 0 0,0 0 0 0 0,12-8 0 0 0,-12 10-5 0 0,0 1 1 0 0,1-1-1 0 0,0 1 0 0 0,0 1 0 0 0,-1-1 1 0 0,2 1-1 0 0,-1 0 0 0 0,0 1 0 0 0,0 0 1 0 0,12-1-1 0 0,-14 2 3 0 0,0 1 1 0 0,0-1-1 0 0,-1 1 0 0 0,1 0 1 0 0,0 0-1 0 0,0 0 1 0 0,0 1-1 0 0,0 0 0 0 0,-1 0 1 0 0,1 0-1 0 0,-1 0 0 0 0,0 1 1 0 0,0 0-1 0 0,1 0 0 0 0,-2 0 1 0 0,7 5-1 0 0,-8-5 8 0 0,0-1 0 0 0,0 1 0 0 0,0 0-1 0 0,0-1 1 0 0,0 1 0 0 0,0 0 0 0 0,-1 0 0 0 0,1 0 0 0 0,-1 0 0 0 0,0 1 0 0 0,0-1-1 0 0,0 0 1 0 0,-1 0 0 0 0,2 6 0 0 0,-2-4 5 0 0,0 0 0 0 0,-1 0 0 0 0,1 1 0 0 0,-1-1 0 0 0,0 0 0 0 0,0 0 0 0 0,0 0 0 0 0,-4 9 0 0 0,2-7 2 0 0,-1 1 0 0 0,0-1-1 0 0,0 0 1 0 0,0-1-1 0 0,-1 1 1 0 0,0-1-1 0 0,-1 0 1 0 0,1 0-1 0 0,-1 0 1 0 0,0-1 0 0 0,0 0-1 0 0,-8 5 1 0 0,1-4 23 0 0,0 0-1 0 0,1-1 1 0 0,-2-1 0 0 0,1 0 0 0 0,0-1-1 0 0,-1 0 1 0 0,0-1 0 0 0,1 0 0 0 0,-1-2 0 0 0,0 1-1 0 0,0-2 1 0 0,-14-1 0 0 0,23 1-28 0 0,-1 0 0 0 0,1 0 0 0 0,0-1 0 0 0,-1 0 0 0 0,1 0 0 0 0,0 0 0 0 0,0 0 0 0 0,0-1 0 0 0,1 0 0 0 0,-1 0 0 0 0,1 0 0 0 0,-1-1 0 0 0,1 1 0 0 0,0-1-1 0 0,0 0 1 0 0,1 0 0 0 0,-4-5 0 0 0,5 5-1 0 0,-1 0-1 0 0,1 0 0 0 0,0 0 1 0 0,1 0-1 0 0,-1 0 0 0 0,1-1 1 0 0,0 1-1 0 0,0 0 0 0 0,0-1 1 0 0,0 1-1 0 0,1-1 0 0 0,0 1 1 0 0,0-1-1 0 0,0 1 0 0 0,0-1 1 0 0,1 1-1 0 0,0-1 0 0 0,0 1 1 0 0,0 0-1 0 0,0-1 0 0 0,2-3 1 0 0,0 2-12 0 0,1-1 1 0 0,-1 1 0 0 0,1 1-1 0 0,0-1 1 0 0,0 0 0 0 0,1 1-1 0 0,0 0 1 0 0,0 0 0 0 0,0 0 0 0 0,0 1-1 0 0,1 0 1 0 0,-1 0 0 0 0,1 0-1 0 0,0 0 1 0 0,1 1 0 0 0,10-4-1 0 0,-13 5-1 0 0,1 1 0 0 0,-1 0 0 0 0,1 0 0 0 0,-1 0 0 0 0,1 1 0 0 0,-1-1 0 0 0,1 1 0 0 0,-1 0 0 0 0,1 0 0 0 0,-1 1 0 0 0,1-1 0 0 0,0 1 0 0 0,-1 0 0 0 0,0 0 0 0 0,1 1 0 0 0,-1-1 0 0 0,0 1 0 0 0,0 0 0 0 0,0 0 0 0 0,7 5 0 0 0,-6-4 3 0 0,-1 0 0 0 0,0 0 1 0 0,0 0-1 0 0,-1 1 1 0 0,1 0-1 0 0,-1 0 0 0 0,1 0 1 0 0,-1 0-1 0 0,0 0 1 0 0,-1 0-1 0 0,1 1 1 0 0,-1-1-1 0 0,0 1 0 0 0,0 0 1 0 0,0 0-1 0 0,-1 0 1 0 0,1 0-1 0 0,0 7 0 0 0,-2-9 6 0 0,0 1-1 0 0,0 0 1 0 0,-1-1-1 0 0,1 1 1 0 0,-1-1-1 0 0,0 1 0 0 0,1-1 1 0 0,-2 0-1 0 0,1 1 1 0 0,0-1-1 0 0,-1 0 1 0 0,1 0-1 0 0,-1 0 0 0 0,0 0 1 0 0,0 0-1 0 0,0 0 1 0 0,-1 0-1 0 0,-2 2 1 0 0,-4 3-95 0 0,0 0 0 0 0,-1-1 0 0 0,-19 12 0 0 0,23-17-1177 0 0,8-18-7860 0 0,-1 13 8722 0 0,4-10-6884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17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36 119 17391 0 0,'-7'-1'1574'0'0,"1"0"-1292"0"0,3 0-197 0 0,-10-3 1052 0 0,11 3 853 0 0,1 0-1734 0 0,1 0 1 0 0,-1 1-1 0 0,1-1 0 0 0,0 0 1 0 0,-1 0-1 0 0,1 1 0 0 0,0-1 0 0 0,-1 0 1 0 0,1 0-1 0 0,0 0 0 0 0,0 1 1 0 0,0-1-1 0 0,0-1 0 0 0,0 0-161 0 0,1 0-1 0 0,0 0 1 0 0,0-1-1 0 0,1 1 1 0 0,-1 0-1 0 0,0 0 1 0 0,1 0-1 0 0,-1 1 1 0 0,1-1-1 0 0,0 0 1 0 0,-1 1-1 0 0,1-1 1 0 0,3-1-1 0 0,29-18 223 0 0,-18 12-201 0 0,-6 3-70 0 0,1 0 0 0 0,-1 1 0 0 0,1 1 0 0 0,1 0 0 0 0,-1 0 0 0 0,0 1 0 0 0,1 0 0 0 0,0 1 0 0 0,16-1 0 0 0,-18 4-46 0 0,3 6-2 0 0,-11-3 5 0 0,-1-2 7 0 0,0 0 7 0 0,0 0 0 0 0,-1 0 0 0 0,1 1 0 0 0,0-1 0 0 0,-1 0 0 0 0,1 0-1 0 0,-1 1 1 0 0,0-1 0 0 0,1 0 0 0 0,-1 1 0 0 0,0-1 0 0 0,-1 0 0 0 0,1 0 0 0 0,0 1 0 0 0,-1-1 0 0 0,1 0 0 0 0,-2 3 0 0 0,-1 6 131 0 0,-2 0-1 0 0,-5 12 1 0 0,3-9-44 0 0,-54 114 609 0 0,54-117-668 0 0,0 0-1 0 0,-1 0 1 0 0,-13 14 0 0 0,-12 17 72 0 0,4-4 45 0 0,16-22-52 0 0,12-14 115 0 0,23 4-101 0 0,-7-7-101 0 0,0 0 0 0 0,-1-1 0 0 0,1 0 0 0 0,-1-1 0 0 0,1-1 1 0 0,14-5-1 0 0,9-3-19 0 0,52-10 25 0 0,32-9-5 0 0,-119 30-35 0 0,0 0 0 0 0,0 0 0 0 0,0 1 0 0 0,0-1 0 0 0,0 1 0 0 0,-1 0 0 0 0,1 0 0 0 0,6 0 0 0 0,-8 0-65 0 0,6 7-5922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18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753 259 9671 0 0,'-88'-109'9111'0'0,"77"99"-8166"0"0,0-1-1 0 0,-1 2 1 0 0,0 0-1 0 0,-15-9 1 0 0,-56-25 1277 0 0,65 34-1956 0 0,0 1-1 0 0,-1 1 0 0 0,0 1 1 0 0,0 1-1 0 0,-1 0 1 0 0,1 2-1 0 0,-25-2 1 0 0,30 4-201 0 0,0 1-1 0 0,1 1 1 0 0,-1 0 0 0 0,0 1 0 0 0,0 1 0 0 0,1 0-1 0 0,-1 1 1 0 0,1 0 0 0 0,0 1 0 0 0,0 1 0 0 0,-13 7-1 0 0,15-7-53 0 0,2 1 0 0 0,-1 0 0 0 0,1 0 0 0 0,0 1-1 0 0,0 0 1 0 0,1 1 0 0 0,0 0 0 0 0,-12 17 0 0 0,12-12-8 0 0,0 0 1 0 0,0 0 0 0 0,2 1 0 0 0,0 0 0 0 0,-8 31 0 0 0,9-22-11 0 0,1-1-1 0 0,1 1 1 0 0,2 0-1 0 0,0 0 1 0 0,1-1-1 0 0,2 1 1 0 0,0 0-1 0 0,10 43 1 0 0,-4-42 5 0 0,0-1 1 0 0,2 0 0 0 0,0 0 0 0 0,2-1-1 0 0,1 0 1 0 0,0-1 0 0 0,2-1-1 0 0,0 0 1 0 0,2-1 0 0 0,0 0 0 0 0,1-2-1 0 0,1 0 1 0 0,40 29 0 0 0,-40-34 3 0 0,2 0-1 0 0,0-1 1 0 0,0-1 0 0 0,1-2-1 0 0,0 0 1 0 0,37 10 0 0 0,-39-15 5 0 0,-1 0 1 0 0,1-2-1 0 0,-1 0 1 0 0,1-1-1 0 0,-1-1 1 0 0,1-1-1 0 0,0 0 1 0 0,28-7-1 0 0,-26 2 3 0 0,0-1-1 0 0,-1 0 1 0 0,0-2 0 0 0,0-1-1 0 0,-1 0 1 0 0,-1-2 0 0 0,1 0-1 0 0,-2-1 1 0 0,0-1-1 0 0,0 0 1 0 0,-2-2 0 0 0,26-29-1 0 0,-29 28 11 0 0,-2-1 0 0 0,0 0 0 0 0,-1-1 0 0 0,0 0 0 0 0,-2-1 0 0 0,-1 0 0 0 0,0 0 0 0 0,-1 0 0 0 0,4-33 0 0 0,-4 7 49 0 0,-2 0 0 0 0,-2-1-1 0 0,-5-58 1 0 0,2 85-35 0 0,-1 0-1 0 0,-1 0 1 0 0,-11-39 0 0 0,11 50-18 0 0,0 1 1 0 0,-1-1-1 0 0,0 1 0 0 0,-1 0 1 0 0,0 0-1 0 0,0 0 0 0 0,-1 0 1 0 0,1 1-1 0 0,-2 0 0 0 0,-11-11 1 0 0,7 10 11 0 0,1 0 1 0 0,-2 0-1 0 0,1 1 1 0 0,-1 0 0 0 0,0 1-1 0 0,-13-5 1 0 0,20 10-260 0 0,0-1 0 0 0,0 0-1 0 0,0 1 1 0 0,0 0 0 0 0,0 0 0 0 0,-1 1 0 0 0,1-1 0 0 0,0 1-1 0 0,0 0 1 0 0,0 0 0 0 0,-1 1 0 0 0,1 0 0 0 0,0 0 0 0 0,0 0-1 0 0,0 0 1 0 0,0 1 0 0 0,0 0 0 0 0,-6 3 0 0 0,-6 6-6138 0 0,0 0-1865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1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6911 0 0,'-5'2'195'0'0,"1"0"-1"0"0,-1 0 0 0 0,1 0 0 0 0,0 1 0 0 0,0-1 0 0 0,0 1 1 0 0,0 0-1 0 0,0 0 0 0 0,-4 5 0 0 0,-2 4 3941 0 0,-14 21 1 0 0,2-3 635 0 0,5-6-3836 0 0,2 0-1 0 0,0 0 0 0 0,2 1 1 0 0,1 1-1 0 0,-18 54 1 0 0,25-65-741 0 0,0 0 0 0 0,2 0 0 0 0,0 1 0 0 0,-2 28 0 0 0,4-44-195 0 0,1 0 1 0 0,0 1-1 0 0,0-1 0 0 0,0 0 0 0 0,0 0 0 0 0,0 1 0 0 0,0-1 0 0 0,0 0 0 0 0,0 0 0 0 0,0 1 0 0 0,0-1 0 0 0,0 0 0 0 0,0 0 0 0 0,0 0 0 0 0,1 1 0 0 0,-1-1 0 0 0,0 0 0 0 0,0 0 1 0 0,0 1-1 0 0,0-1 0 0 0,0 0 0 0 0,0 0 0 0 0,1 0 0 0 0,-1 1 0 0 0,0-1 0 0 0,0 0 0 0 0,0 0 0 0 0,0 0 0 0 0,1 0 0 0 0,-1 0 0 0 0,0 1 0 0 0,0-1 0 0 0,0 0 0 0 0,1 0 1 0 0,-1 0-1 0 0,0 0 0 0 0,0 0 0 0 0,1 0 0 0 0,-1 0 0 0 0,0 0 0 0 0,0 0 0 0 0,1 0 0 0 0,-1 0 0 0 0,0 0 0 0 0,0 0 0 0 0,0 0 0 0 0,1 0 0 0 0,-1 0 0 0 0,0 0 0 0 0,0 0 0 0 0,1 0 1 0 0,-1 0-1 0 0,0 0 0 0 0,0 0 0 0 0,1 0 0 0 0,-1-1 0 0 0,0 1 0 0 0,0 0 0 0 0,11-7-29 0 0,-11 7 29 0 0,3-3-7 0 0,-1 0 0 0 0,1 0 0 0 0,-1 0 1 0 0,1-1-1 0 0,-1 1 0 0 0,0-1 0 0 0,0 1 1 0 0,0-1-1 0 0,1-4 0 0 0,10-37-60 0 0,-11 40 67 0 0,14-58 1 0 0,37-126 0 0 0,-45 164-6 0 0,5-17 39 0 0,-12 40 460 0 0,13 18 83 0 0,1 5-374 0 0,0-2 0 0 0,1 0 1 0 0,1 0-1 0 0,0-2 0 0 0,28 21 0 0 0,-14-15-128 0 0,32 18-1 0 0,-10-6-37 0 0,-33-20-1447 0 0,1-2-1 0 0,37 19 0 0 0,-38-24-149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2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1488 10 8575 0 0,'0'0'2168'0'0,"-2"0"-1704"0"0,-27-9 1336 0 0,27 8-1204 0 0,0 2-247 0 0,0 0 1 0 0,0 0-1 0 0,-1-1 0 0 0,1 1 0 0 0,0 1 0 0 0,0-1 1 0 0,-2 2-1 0 0,4-3-347 0 0,-4 4 301 0 0,-1 0-1 0 0,2 0 0 0 0,-1 0 1 0 0,0 1-1 0 0,1 0 1 0 0,0 0-1 0 0,-4 7 0 0 0,-14 40-118 0 0,10-20-83 0 0,-16 37-81 0 0,13-29 362 0 0,-31 58 0 0 0,-18 19 154 0 0,-62 137-344 0 0,105-209-171 0 0,8-15 27 0 0,-27 44 1 0 0,-148 220 729 0 0,55-117-36 0 0,123-166-684 0 0,-235 267 1094 0 0,73-123-843 0 0,157-143-211 0 0,-2 0 0 0 0,0-1 0 0 0,0-1-1 0 0,0 0 1 0 0,-1-2 0 0 0,-21 8-1 0 0,29-12-39 0 0,-1-1-1 0 0,0 0 0 0 0,0-1 1 0 0,-11 1-1 0 0,20-3-54 0 0,0 0-1 0 0,0-1 0 0 0,-1 1 1 0 0,1 0-1 0 0,0 0 0 0 0,0 0 1 0 0,0 0-1 0 0,0 1 1 0 0,0-1-1 0 0,-1 0 0 0 0,1 0 1 0 0,0 1-1 0 0,0-1 1 0 0,0 0-1 0 0,0 1 0 0 0,-2 1 1 0 0,-20 10 20 0 0,21-10-48 0 0,-8 4 119 0 0,-22 4-226 0 0,31-10-396 0 0,9-2-3254 0 0,2-1 2003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24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3618 48 2303 0 0,'0'0'10730'0'0,"-4"-6"-9364"0"0,2 4-1110 0 0,0-1-1 0 0,-1 1 0 0 0,1-1 1 0 0,-1 1-1 0 0,0 0 0 0 0,1 0 1 0 0,-1 0-1 0 0,0 0 0 0 0,0 1 1 0 0,0-1-1 0 0,-4-1 0 0 0,2 2 86 0 0,0 1 0 0 0,0 0 0 0 0,0-1 0 0 0,0 1-1 0 0,0 1 1 0 0,0-1 0 0 0,0 1 0 0 0,0 0 0 0 0,0 0 0 0 0,-5 2-1 0 0,-8 2 423 0 0,-141 18 1686 0 0,105-16-2258 0 0,-114 8 564 0 0,114-11-566 0 0,-26 0 19 0 0,-132 3 67 0 0,27-2-18 0 0,8 12 81 0 0,92-7-128 0 0,-69 1 20 0 0,58-4-121 0 0,51-7-43 0 0,0-1-1 0 0,-63-9 1 0 0,-63-20 216 0 0,-16 0-7 0 0,6 13-52 0 0,-45 4-107 0 0,50-4 39 0 0,55 4-38 0 0,24 8 142 0 0,0 5-1 0 0,-129 16 1 0 0,187-12-214 0 0,-173 11-26 0 0,185-15-19 0 0,17-1 0 0 0,0 1 0 0 0,-1 0 0 0 0,1 0 0 0 0,0 1 0 0 0,0 0 0 0 0,0 1 0 0 0,0 0 0 0 0,-12 5 0 0 0,9-3-183 0 0,12-3-459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2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247 208 18167 0 0,'-14'7'6751'0'0,"-4"9"-5015"0"0,-2 2-1183 0 0,10-11-219 0 0,-1-1-1 0 0,-1 0 0 0 0,-11 4 1 0 0,17-8-250 0 0,0 0-1 0 0,0 0 1 0 0,-1 0-1 0 0,1-1 1 0 0,0 0 0 0 0,0 0-1 0 0,-13-1 1 0 0,17 0-79 0 0,0-1-1 0 0,-1 1 1 0 0,1-1 0 0 0,0 1 0 0 0,0-1 0 0 0,0 0 0 0 0,0 0 0 0 0,0 0 0 0 0,1 0-1 0 0,-1 0 1 0 0,0-1 0 0 0,0 1 0 0 0,1 0 0 0 0,-1-1 0 0 0,1 1 0 0 0,-1-1-1 0 0,1 0 1 0 0,-1 0 0 0 0,1 1 0 0 0,0-1 0 0 0,0 0 0 0 0,0 0 0 0 0,0 0 0 0 0,0 0-1 0 0,1 0 1 0 0,-1 0 0 0 0,1 0 0 0 0,-1 0 0 0 0,1-3 0 0 0,-2-2-33 0 0,1 0 1 0 0,1 0-1 0 0,0-1 1 0 0,0 1 0 0 0,0 0-1 0 0,1 0 1 0 0,2-11-1 0 0,0 4-36 0 0,1 0 0 0 0,1 1-1 0 0,0 0 1 0 0,1 0 0 0 0,0 1-1 0 0,10-15 1 0 0,-13 22 46 0 0,1-1 1 0 0,1 1-1 0 0,-1 0 0 0 0,1 0 0 0 0,0 0 1 0 0,0 0-1 0 0,0 1 0 0 0,0 0 1 0 0,1 0-1 0 0,0 0 0 0 0,0 1 1 0 0,0 0-1 0 0,0 0 0 0 0,12-3 0 0 0,-15 5 10 0 0,0 1 0 0 0,0-1-1 0 0,0 1 1 0 0,-1 0 0 0 0,1 0-1 0 0,0 0 1 0 0,0 0 0 0 0,0 0-1 0 0,0 0 1 0 0,0 1 0 0 0,-1 0-1 0 0,1-1 1 0 0,0 1 0 0 0,0 0-1 0 0,-1 0 1 0 0,1 1-1 0 0,-1-1 1 0 0,1 1 0 0 0,-1-1-1 0 0,1 1 1 0 0,-1 0 0 0 0,0 0-1 0 0,0 0 1 0 0,0 0 0 0 0,0 0-1 0 0,0 0 1 0 0,0 0 0 0 0,-1 1-1 0 0,1-1 1 0 0,-1 1 0 0 0,1-1-1 0 0,1 6 1 0 0,-1-2 9 0 0,0 1 1 0 0,0-1-1 0 0,0 1 0 0 0,0 0 1 0 0,-1-1-1 0 0,-1 1 1 0 0,1 0-1 0 0,-1 0 0 0 0,0 0 1 0 0,0 0-1 0 0,-1-1 1 0 0,0 1-1 0 0,-2 8 0 0 0,1-11 22 0 0,0 0 0 0 0,0 0-1 0 0,0 0 1 0 0,0-1 0 0 0,-1 1 0 0 0,1-1-1 0 0,-1 1 1 0 0,0-1 0 0 0,0 0-1 0 0,0 0 1 0 0,-1 0 0 0 0,1-1-1 0 0,-1 1 1 0 0,1-1 0 0 0,-1 0-1 0 0,0 0 1 0 0,0 0 0 0 0,0 0-1 0 0,-8 2 1 0 0,0-1 26 0 0,0 0 1 0 0,-1 0-1 0 0,0-1 0 0 0,0 0 0 0 0,-17-1 1 0 0,24-1-37 0 0,-1 0 1 0 0,1-1-1 0 0,0 0 0 0 0,0 0 1 0 0,0 0-1 0 0,0-1 0 0 0,0 0 1 0 0,-6-2-1 0 0,10 3-16 0 0,0 0-1 0 0,0 0 0 0 0,0-1 1 0 0,0 1-1 0 0,0 0 0 0 0,0-1 0 0 0,0 0 1 0 0,1 1-1 0 0,-1-1 0 0 0,0 0 1 0 0,1 0-1 0 0,-1 0 0 0 0,1 0 1 0 0,0 0-1 0 0,0 0 0 0 0,0 0 1 0 0,0 0-1 0 0,0 0 0 0 0,0-1 0 0 0,0 1 1 0 0,1 0-1 0 0,-1-1 0 0 0,1-2 1 0 0,0 2-10 0 0,0 0 0 0 0,0 0 0 0 0,0 0 0 0 0,0 0 1 0 0,1 0-1 0 0,-1 0 0 0 0,1 0 0 0 0,0 0 0 0 0,0 0 0 0 0,0 0 1 0 0,0 1-1 0 0,1-1 0 0 0,-1 0 0 0 0,3-2 0 0 0,-1 1-2 0 0,0-1 0 0 0,1 1 0 0 0,0 1-1 0 0,0-1 1 0 0,0 0 0 0 0,0 1-1 0 0,8-5 1 0 0,-4 4 4 0 0,1-1-1 0 0,0 1 0 0 0,0 1 1 0 0,0-1-1 0 0,0 2 1 0 0,0-1-1 0 0,1 1 1 0 0,15-1-1 0 0,-17 2 15 0 0,-1 1-1 0 0,1 0 1 0 0,-1 0 0 0 0,1 1-1 0 0,-1 0 1 0 0,1 0 0 0 0,-1 1-1 0 0,0 0 1 0 0,0 0 0 0 0,0 1-1 0 0,0 0 1 0 0,0 0 0 0 0,0 0-1 0 0,-1 1 1 0 0,0 0 0 0 0,1 1-1 0 0,-2-1 1 0 0,1 1 0 0 0,8 9-1 0 0,-11-10 18 0 0,0-1 0 0 0,0 1 0 0 0,0 0 0 0 0,-1 0-1 0 0,0 0 1 0 0,2 5 0 0 0,-3-7-7 0 0,-1-1 1 0 0,1 1 0 0 0,-1-1-1 0 0,0 1 1 0 0,0-1-1 0 0,0 1 1 0 0,0-1-1 0 0,0 1 1 0 0,0-1 0 0 0,0 1-1 0 0,0-1 1 0 0,-1 1-1 0 0,1-1 1 0 0,0 1-1 0 0,-1-1 1 0 0,1 0 0 0 0,-1 1-1 0 0,0-1 1 0 0,1 0-1 0 0,-1 1 1 0 0,0-1-1 0 0,-1 2 1 0 0,-4 4 21 0 0,-1 0 0 0 0,1 0 0 0 0,-1-1 0 0 0,0 0 0 0 0,-1 0 0 0 0,1-1-1 0 0,-1 0 1 0 0,0 0 0 0 0,0-1 0 0 0,-1 0 0 0 0,1 0 0 0 0,-1-1 0 0 0,0 0 0 0 0,0-1 0 0 0,0 0 0 0 0,0 0 0 0 0,-1-1-1 0 0,1 0 1 0 0,0-1 0 0 0,-1 0 0 0 0,-9-1 0 0 0,18 1-38 0 0,0 0 0 0 0,0 0 0 0 0,0 0 0 0 0,0 0 1 0 0,0 0-1 0 0,0 0 0 0 0,0 0 0 0 0,0-1 0 0 0,0 1 0 0 0,0 0 0 0 0,0-1 0 0 0,0 1 0 0 0,0-1 1 0 0,1 1-1 0 0,-1-1 0 0 0,0 1 0 0 0,0-1 0 0 0,0 1 0 0 0,1-1 0 0 0,-1 0 0 0 0,0 1 0 0 0,1-1 0 0 0,-1 0 1 0 0,1 0-1 0 0,-1 0 0 0 0,1 1 0 0 0,-1-1 0 0 0,1 0 0 0 0,-1 0 0 0 0,1 0 0 0 0,0 0 0 0 0,0 0 1 0 0,-1 0-1 0 0,1 0 0 0 0,0-1 0 0 0,0-1-38 0 0,0 0 0 0 0,1 0 0 0 0,-1 0 0 0 0,1 1 0 0 0,0-1 0 0 0,0 0 0 0 0,2-5 0 0 0,2 0-25 0 0,0 0 0 0 0,0-1-1 0 0,0 2 1 0 0,1-1 0 0 0,1 1 0 0 0,-1 0-1 0 0,14-11 1 0 0,1 1-52 0 0,36-21 1 0 0,-53 35 107 0 0,1 1-1 0 0,-1 0 1 0 0,1 0 0 0 0,-1 0 0 0 0,1 1-1 0 0,0 0 1 0 0,-1 0 0 0 0,1 0 0 0 0,0 0-1 0 0,0 1 1 0 0,0-1 0 0 0,6 2 0 0 0,-9-1 12 0 0,0 0 1 0 0,0 0-1 0 0,0 1 1 0 0,0-1-1 0 0,0 1 1 0 0,0 0-1 0 0,0-1 1 0 0,0 1-1 0 0,0 0 1 0 0,0 0-1 0 0,-1 0 1 0 0,1 0-1 0 0,0 1 1 0 0,-1-1-1 0 0,1 0 1 0 0,-1 1-1 0 0,1-1 1 0 0,-1 1-1 0 0,0-1 1 0 0,1 1-1 0 0,-1 0 1 0 0,0 0-1 0 0,0-1 0 0 0,0 1 1 0 0,-1 0-1 0 0,1 0 1 0 0,0 0-1 0 0,-1 0 1 0 0,1 0-1 0 0,-1 0 1 0 0,1 2-1 0 0,-1 3 38 0 0,0 0-1 0 0,0 0 0 0 0,0 0 0 0 0,0 0 1 0 0,-1-1-1 0 0,-1 1 0 0 0,1 0 0 0 0,-5 12 1 0 0,-2 1 110 0 0,-16 27 1 0 0,20-39-115 0 0,1-1 2 0 0,-1-1-1 0 0,-1 0 0 0 0,1 0 1 0 0,-1 0-1 0 0,0 0 1 0 0,0-1-1 0 0,-1 0 1 0 0,0 0-1 0 0,0-1 1 0 0,0 1-1 0 0,0-1 1 0 0,-12 6-1 0 0,9-6-7 0 0,0-1-1 0 0,0 0 1 0 0,0 0 0 0 0,-1-1 0 0 0,1 0-1 0 0,-1 0 1 0 0,1-1 0 0 0,-1 0-1 0 0,-14-1 1 0 0,22 0-34 0 0,-1 0-1 0 0,1-1 1 0 0,0 1 0 0 0,-1-1-1 0 0,1 1 1 0 0,0-1 0 0 0,0 1-1 0 0,-1-1 1 0 0,1 0 0 0 0,0 0-1 0 0,0 0 1 0 0,0 0 0 0 0,0-1-1 0 0,0 1 1 0 0,0-1-1 0 0,1 1 1 0 0,-1-1 0 0 0,0 1-1 0 0,1-1 1 0 0,-1 0 0 0 0,1 0-1 0 0,0 0 1 0 0,-1 0 0 0 0,1 0-1 0 0,0 0 1 0 0,0 0 0 0 0,0 0-1 0 0,1 0 1 0 0,-1-1 0 0 0,0 1-1 0 0,1 0 1 0 0,-1-4-1 0 0,1 1-22 0 0,-1-1 0 0 0,1 0-1 0 0,1 0 1 0 0,-1 0 0 0 0,1 0-1 0 0,0 0 1 0 0,0 0 0 0 0,1 1-1 0 0,-1-1 1 0 0,1 0-1 0 0,5-8 1 0 0,0 2 3 0 0,1-1 0 0 0,0 2 0 0 0,1-1 0 0 0,0 1 0 0 0,1 1 0 0 0,0-1 0 0 0,1 2 0 0 0,15-12 0 0 0,-16 14 6 0 0,1 0-1 0 0,-1 0 1 0 0,2 1-1 0 0,-1 1 1 0 0,0 0 0 0 0,1 1-1 0 0,0 0 1 0 0,0 0-1 0 0,22-3 1 0 0,-30 7 19 0 0,0 0 1 0 0,-1 0-1 0 0,1 0 1 0 0,0 0-1 0 0,0 0 1 0 0,0 1-1 0 0,-1-1 1 0 0,1 1-1 0 0,0 0 0 0 0,-1 0 1 0 0,1 0-1 0 0,5 4 1 0 0,-7-4-1 0 0,0 1 1 0 0,0-1 0 0 0,0 1 0 0 0,0 0-1 0 0,0-1 1 0 0,0 1 0 0 0,-1 0 0 0 0,1 0-1 0 0,-1 0 1 0 0,0 1 0 0 0,1-1 0 0 0,-1 0-1 0 0,0 1 1 0 0,0-1 0 0 0,0 0-1 0 0,-1 1 1 0 0,1-1 0 0 0,-1 1 0 0 0,1 4-1 0 0,0 0 23 0 0,-1 1-1 0 0,0-1 1 0 0,-1 0-1 0 0,1 1 1 0 0,-2-1 0 0 0,1 0-1 0 0,-1 0 1 0 0,0 0-1 0 0,0 0 1 0 0,-1 0-1 0 0,0 0 1 0 0,0-1-1 0 0,-1 1 1 0 0,1-1-1 0 0,-1 0 1 0 0,-1 0-1 0 0,1 0 1 0 0,-1-1-1 0 0,0 1 1 0 0,-1-1-1 0 0,1 0 1 0 0,-1-1-1 0 0,0 1 1 0 0,0-1-1 0 0,0 0 1 0 0,-1-1 0 0 0,-8 4-1 0 0,9-5-71 0 0,0 1 1 0 0,0-2-1 0 0,0 1 0 0 0,-1-1 1 0 0,1 0-1 0 0,0 0 0 0 0,0-1 1 0 0,-1 0-1 0 0,-9-1 0 0 0,0-1-1315 0 0,0-1 0 0 0,-23-6-1 0 0,21 4-173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26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90 250 14279 0 0,'-20'-5'1144'0'0,"-17"-5"-983"0"0,34 9 159 0 0,1 0 1 0 0,0 0 0 0 0,-1 0-1 0 0,1 0 1 0 0,0-1 0 0 0,-1 1-1 0 0,1-1 1 0 0,0 1 0 0 0,0-1 0 0 0,-3-3-1 0 0,4 4-65 0 0,1-1 0 0 0,-1 1 0 0 0,1 0 0 0 0,-1-1-1 0 0,1 1 1 0 0,0 0 0 0 0,-1-1 0 0 0,1 1 0 0 0,0 0 0 0 0,0-1 0 0 0,0 1-1 0 0,0 0 1 0 0,0-1 0 0 0,0 1 0 0 0,0-1 0 0 0,1-1 0 0 0,8-20-255 0 0,-4 15 170 0 0,1 0-1 0 0,-1 0 0 0 0,2 1 0 0 0,-1 0 1 0 0,1 0-1 0 0,13-10 0 0 0,3 0 266 0 0,24-13 0 0 0,-28 20-337 0 0,-1 1 1 0 0,1 0-1 0 0,0 2 0 0 0,1 0 0 0 0,37-7 0 0 0,-48 13-83 0 0,0 0 0 0 0,0 0-1 0 0,0 1 1 0 0,0 0 0 0 0,0 1-1 0 0,0 0 1 0 0,0 0 0 0 0,17 5-1 0 0,-17-4 13 0 0,-6-1 39 0 0,-3-1-63 0 0,1 0 0 0 0,-1 0-1 0 0,0 1 1 0 0,1-1 0 0 0,-1 0 0 0 0,0 0-1 0 0,1 0 1 0 0,-1 0 0 0 0,0 1 0 0 0,1-1 0 0 0,-1 0-1 0 0,0 0 1 0 0,1 0 0 0 0,-1 1 0 0 0,0-1 0 0 0,0 0-1 0 0,1 1 1 0 0,-1-1 0 0 0,0 0 0 0 0,0 0 0 0 0,0 1-1 0 0,7 7 94 0 0,-7-6-58 0 0,1 1 1 0 0,-1-1 0 0 0,0 0-1 0 0,1 0 1 0 0,-1 0 0 0 0,0 0-1 0 0,0 1 1 0 0,-1-1 0 0 0,1 0-1 0 0,0 0 1 0 0,-1 0 0 0 0,0 4-1 0 0,-1 0 14 0 0,0-1-1 0 0,-1 0 1 0 0,1 0-1 0 0,-1-1 0 0 0,0 1 1 0 0,0 0-1 0 0,-4 4 0 0 0,-30 30 291 0 0,15-16-140 0 0,8-10-101 0 0,9-8-54 0 0,0 0 1 0 0,0 0-1 0 0,-6 9 1 0 0,8-5-35 0 0,3-8-14 0 0,0 0 1 0 0,0 1-1 0 0,1-1 0 0 0,-1 0 0 0 0,1 1 0 0 0,-1-1 1 0 0,1 0-1 0 0,0 0 0 0 0,-1 1 0 0 0,1-1 1 0 0,0 0-1 0 0,0 0 0 0 0,0 0 0 0 0,0 0 0 0 0,0 0 1 0 0,0 0-1 0 0,0 0 0 0 0,0 0 0 0 0,0-1 1 0 0,0 1-1 0 0,3 1 0 0 0,30 13-33 0 0,-26-12 25 0 0,36 11-4 0 0,-31-11 14 0 0,-1 1-1 0 0,0 0 0 0 0,0 0 0 0 0,-1 1 0 0 0,16 10 0 0 0,-25-14 4 0 0,0 1 0 0 0,1 0 0 0 0,-1-1 0 0 0,0 1 0 0 0,0 0 0 0 0,0 1 0 0 0,-1-1 0 0 0,1 0 0 0 0,0 0-1 0 0,-1 1 1 0 0,1-1 0 0 0,-1 1 0 0 0,0-1 0 0 0,0 1 0 0 0,0 0 0 0 0,0-1 0 0 0,1 6 0 0 0,-2-4 42 0 0,0 0 0 0 0,0 1 0 0 0,0-1 0 0 0,-1 0 0 0 0,1 0 0 0 0,-1 0 0 0 0,0 0 0 0 0,0 0 0 0 0,-1-1 0 0 0,1 1 0 0 0,-3 5 0 0 0,-1 0 79 0 0,-1 0-1 0 0,1-1 0 0 0,-2 1 1 0 0,1-1-1 0 0,-1 0 1 0 0,0-1-1 0 0,-1 1 0 0 0,-15 10 1 0 0,12-11-173 0 0,0-1 1 0 0,0 0 0 0 0,0-1-1 0 0,-1-1 1 0 0,1 1 0 0 0,-1-2-1 0 0,0 0 1 0 0,0 0 0 0 0,-1-1-1 0 0,1-1 1 0 0,0 0 0 0 0,-1 0-1 0 0,-17-3 1 0 0,27 2-177 0 0,0 0 1 0 0,0-1-1 0 0,-1 0 0 0 0,1 0 0 0 0,0 0 0 0 0,1 0 1 0 0,-1 0-1 0 0,0-1 0 0 0,0 1 0 0 0,0-1 1 0 0,-2-2-1 0 0,3 2-833 0 0,0 0 1 0 0,0 0-1 0 0,0 0 0 0 0,0 0 1 0 0,0-1-1 0 0,1 1 0 0 0,-3-5 1 0 0,-3-8-6766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26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572 157 17015 0 0,'-42'-40'1784'0'0,"-39"-32"-992"0"0,76 68-625 0 0,0 2 0 0 0,0-1 0 0 0,0 0 0 0 0,0 1 0 0 0,0 0 0 0 0,-1 0 0 0 0,1 1-1 0 0,-1 0 1 0 0,1-1 0 0 0,-1 2 0 0 0,1-1 0 0 0,-1 1 0 0 0,0 0 0 0 0,1 0 0 0 0,-1 0 0 0 0,0 1 0 0 0,1 0-1 0 0,-9 2 1 0 0,4 0 46 0 0,1 0 0 0 0,0 0 0 0 0,0 1 0 0 0,0 0-1 0 0,1 1 1 0 0,-1 0 0 0 0,1 0 0 0 0,0 1 0 0 0,0 0-1 0 0,-6 7 1 0 0,0 3 19 0 0,0 0-1 0 0,1 1 1 0 0,1 1 0 0 0,0 0-1 0 0,2 1 1 0 0,-12 27 0 0 0,-38 122 238 0 0,54-149-450 0 0,-14 49 120 0 0,3 2 1 0 0,4 0-1 0 0,-9 113 0 0 0,21-157-90 0 0,1 0-1 0 0,1 0 0 0 0,1-1 0 0 0,1 1 1 0 0,1 0-1 0 0,1-1 0 0 0,2 0 0 0 0,17 46 0 0 0,-16-54-35 0 0,1-1 0 0 0,0 1 0 0 0,1-2 0 0 0,0 1-1 0 0,1-1 1 0 0,1-1 0 0 0,0 0 0 0 0,2-1 0 0 0,-1 0-1 0 0,1-1 1 0 0,1 0 0 0 0,0-1 0 0 0,18 9-1 0 0,-20-13-10 0 0,0-1-1 0 0,0-1 0 0 0,0 0 0 0 0,1 0 1 0 0,-1-2-1 0 0,1 0 0 0 0,0 0 0 0 0,22 1 1 0 0,-16-4 12 0 0,0-1 0 0 0,-1 0 1 0 0,1-1-1 0 0,-1-1 1 0 0,31-9-1 0 0,-15 0 16 0 0,0-2 0 0 0,-1 0-1 0 0,-1-3 1 0 0,-1-1 0 0 0,0-1 0 0 0,33-27-1 0 0,-28 18 3 0 0,-2-2-1 0 0,-1-1 0 0 0,46-55 1 0 0,-61 62-12 0 0,-2 0 1 0 0,0-1-1 0 0,-2-1 1 0 0,-1 0-1 0 0,-1-1 1 0 0,17-48-1 0 0,-18 33 18 0 0,-1 0-1 0 0,-2 0 1 0 0,4-51-1 0 0,-12 71-1 0 0,0 1-1 0 0,-1-1 1 0 0,-1 1-1 0 0,-1-1 1 0 0,-1 0-1 0 0,-1 1 1 0 0,-1 0 0 0 0,-11-31-1 0 0,9 37 2 0 0,0 1 0 0 0,-1-1 0 0 0,-1 2 1 0 0,0-1-1 0 0,-1 1 0 0 0,-1 1 0 0 0,0 0 0 0 0,0 0 0 0 0,-1 1 0 0 0,-1 1 1 0 0,-22-15-1 0 0,-11-4 45 0 0,-2 3 0 0 0,-56-23 0 0 0,45 27-268 0 0,35 14-1252 0 0,-24-12 0 0 0,30 10 13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27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18 6911 0 0,'0'0'623'0'0,"5"-18"14135"0"0,-7 19-14482 0 0,-1 0-1 0 0,1-1 0 0 0,0 1 0 0 0,-1 0 0 0 0,1 0 0 0 0,0 0 0 0 0,0 0 0 0 0,-1 1 0 0 0,-2 1 0 0 0,-8 5 260 0 0,-3 0 29 0 0,-23 14 0 0 0,27-14-319 0 0,0 0 0 0 0,-1-2 0 0 0,-20 9 0 0 0,15-8-90 0 0,-1 2 1 0 0,1 0-1 0 0,-23 18 1 0 0,16-12-70 0 0,7-2-6 0 0,14-4-56 0 0,7 5 29 0 0,6 0-12 0 0,5-2-95 0 0,-4-6-2 0 0,-6-4 51 0 0,-1 0 0 0 0,1 1-1 0 0,0-1 1 0 0,-1 1-1 0 0,0 0 1 0 0,0 0 0 0 0,4 4-1 0 0,4 4 6 0 0,-4-5 0 0 0,-1 0 0 0 0,0 1 0 0 0,-1-1 0 0 0,9 14 0 0 0,-6-8 0 0 0,4 10 0 0 0,-11-17 0 0 0,1 1-43 0 0,1 1 0 0 0,-1-1 0 0 0,0 1 0 0 0,-1-1 1 0 0,2 13-1 0 0,-3-16-155 0 0,0 0 0 0 0,1 0 0 0 0,-1 0 0 0 0,1 0 0 0 0,0 0 0 0 0,0 0 0 0 0,0 0 0 0 0,0 0 0 0 0,2 2 0 0 0,6 10-933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2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11519 0 0,'-2'-3'10034'0'0,"5"15"-9199"0"0,-1 1 0 0 0,0 0 0 0 0,0 0 0 0 0,-1 14 0 0 0,3 23 409 0 0,1-17-688 0 0,1 0 0 0 0,2-1-1 0 0,23 59 1 0 0,-29-85-495 0 0,1 0 0 0 0,0 0 0 0 0,0-1 1 0 0,1 0-1 0 0,-1 1 0 0 0,1-1 0 0 0,9 9 0 0 0,-11-13-32 0 0,0 1-1 0 0,0-1 1 0 0,0 1-1 0 0,0-1 1 0 0,0 0-1 0 0,1 0 1 0 0,-1 0-1 0 0,0 0 1 0 0,1 0-1 0 0,-1-1 1 0 0,1 1-1 0 0,-1-1 1 0 0,1 1-1 0 0,-1-1 1 0 0,1 0-1 0 0,-1 0 1 0 0,1 0-1 0 0,0-1 1 0 0,-1 1-1 0 0,1 0 1 0 0,3-2-1 0 0,5-1 2 0 0,-1-1 1 0 0,0-1-1 0 0,1 1 0 0 0,-2-1 0 0 0,1-1 1 0 0,16-12-1 0 0,40-38 94 0 0,-59 50-124 0 0,9-13-1631 0 0,-15 18 1214 0 0,0 0 0 0 0,-1 0-1 0 0,1 1 1 0 0,0-1-1 0 0,0 0 1 0 0,0 0 0 0 0,-1 0-1 0 0,1 0 1 0 0,0 1-1 0 0,0-1 1 0 0,0 0 0 0 0,0 1-1 0 0,0-1 1 0 0,0 1-1 0 0,1 0 1 0 0,-1-1 0 0 0,0 1-1 0 0,0 0 1 0 0,1-1 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35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6911 0 0,'0'2'7192'0'0,"0"0"-6923"0"0,-1 1-90 0 0,6 9 97 0 0,-1-4-424 0 0,1-1-1 0 0,0 1 1 0 0,0-1 0 0 0,1-1-1 0 0,0 1 1 0 0,0-1-1 0 0,1 0 1 0 0,11 8-1 0 0,-10-8-4719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36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5063 0 0,'0'0'390'0'0,"-1"1"-252"0"0,-5 18 6275 0 0,6-17-6099 0 0,0-1 1 0 0,0 1-1 0 0,0 0 1 0 0,0 0-1 0 0,0 0 1 0 0,0 0-1 0 0,2 3 0 0 0,-1 3 1837 0 0,0-7-1807 0 0,6 15 88 0 0,-4-10-455 0 0,1-1 1 0 0,-1 0-1 0 0,1 0 1 0 0,1 0-1 0 0,-1-1 0 0 0,1 1 1 0 0,6 4-1 0 0,1 1-1679 0 0,-4-2 634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3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10823 0 0,'0'0'496'0'0,"0"2"-12"0"0,0 3-327 0 0,0 1 0 0 0,1 0-1 0 0,-1 0 1 0 0,1-1-1 0 0,1 1 1 0 0,-1-1 0 0 0,1 1-1 0 0,0-1 1 0 0,0 1-1 0 0,6 9 1 0 0,-6-12-84 0 0,9 12 230 0 0,11 4-3397 0 0,-21-18 2216 0 0</inkml:trace>
  <inkml:trace contextRef="#ctx0" brushRef="#br0" timeOffset="1">322 453 7831 0 0,'0'0'706'0'0,"-1"2"-578"0"0,-4 17 10 0 0,5-17 126 0 0,0 0 1 0 0,0-1-1 0 0,0 1 1 0 0,0 0 0 0 0,0 0-1 0 0,0 0 1 0 0,0 0-1 0 0,1 0 1 0 0,-1 0 0 0 0,1-1-1 0 0,-1 1 1 0 0,1 0 0 0 0,0 0-1 0 0,0-1 1 0 0,0 1-1 0 0,0 0 1 0 0,0-1 0 0 0,0 1-1 0 0,0-1 1 0 0,0 1-1 0 0,0-1 1 0 0,3 2 0 0 0,20 16 337 0 0,-16-13-1088 0 0,0 0-1 0 0,11 11 0 0 0,-12-8-1017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36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8031 0 0,'0'0'352'0'0,"2"10"168"0"0,2-2-520 0 0,0 1 0 0 0,-1 1 480 0 0,2 0 72 0 0,0 0 24 0 0,0-2 0 0 0,1 0-576 0 0,0-2 0 0 0</inkml:trace>
  <inkml:trace contextRef="#ctx0" brushRef="#br0" timeOffset="1">171 392 10279 0 0,'1'1'466'0'0,"0"2"-463"0"0,4 14 908 0 0,15 30 1 0 0,-17-41-484 0 0,1 0 0 0 0,-1 0-1 0 0,1-1 1 0 0,1 0 0 0 0,-1 1 0 0 0,1-1 0 0 0,0-1 0 0 0,8 8 0 0 0,-7-9-292 0 0,-1 0 0 0 0,1 0 0 0 0,0 0 0 0 0,-1-1 0 0 0,9 3 0 0 0,-2-3-503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38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25 204 6911 0 0,'0'0'315'0'0,"1"-8"102"0"0,0 5-232 0 0,0 0-1 0 0,0 0 0 0 0,0 0 1 0 0,0 0-1 0 0,1 0 0 0 0,1-3 1 0 0,-2 3 402 0 0,1 1 0 0 0,0 0 0 0 0,-1 0 1 0 0,1-1-1 0 0,0 1 0 0 0,1 1 0 0 0,-1-1 1 0 0,0 0-1 0 0,0 0 0 0 0,4-1 0 0 0,-3 1 30 0 0,0 1-1 0 0,1 0 0 0 0,-1 0 0 0 0,0 0 1 0 0,1 0-1 0 0,-1 0 0 0 0,0 1 0 0 0,5-1 1 0 0,16 3-951 0 0,-22-2 390 0 0,-1 1 1 0 0,1-1-1 0 0,0 1 1 0 0,-1-1-1 0 0,1 1 1 0 0,-1 0-1 0 0,1 0 1 0 0,-1 0-1 0 0,0 0 1 0 0,1 0-1 0 0,-1 0 1 0 0,0 0 0 0 0,0 0-1 0 0,0 0 1 0 0,1 1-1 0 0,-1-1 1 0 0,-1 1-1 0 0,1-1 1 0 0,0 0-1 0 0,0 1 1 0 0,0-1-1 0 0,-1 1 1 0 0,1 0-1 0 0,-1-1 1 0 0,1 1-1 0 0,-1 0 1 0 0,0-1-1 0 0,0 1 1 0 0,1 0-1 0 0,-1 1 1 0 0,0 2 74 0 0,0-1 0 0 0,-1 0 0 0 0,1 0 0 0 0,-1 1 1 0 0,1-1-1 0 0,-1 0 0 0 0,-1 0 0 0 0,1 0 0 0 0,-1 0 0 0 0,-2 6 0 0 0,0-4 66 0 0,0-1-1 0 0,0 1 0 0 0,0-1 0 0 0,-1 0 0 0 0,0 0 0 0 0,0 0 0 0 0,-8 6 0 0 0,9-9-109 0 0,0 1-1 0 0,0-1 1 0 0,0 1-1 0 0,0-1 1 0 0,-1-1-1 0 0,1 1 1 0 0,0 0-1 0 0,-1-1 1 0 0,1 0-1 0 0,-1 0 1 0 0,-8 0-1 0 0,11-1-77 0 0,1 0 0 0 0,-1 0 0 0 0,1 0-1 0 0,0-1 1 0 0,-1 1 0 0 0,1-1 0 0 0,0 1 0 0 0,0-1 0 0 0,-1 1-1 0 0,1-1 1 0 0,0 0 0 0 0,0 0 0 0 0,0 1 0 0 0,0-1-1 0 0,0 0 1 0 0,0 0 0 0 0,0 0 0 0 0,0 0 0 0 0,0 0 0 0 0,0-1-1 0 0,0 1 1 0 0,1 0 0 0 0,-1 0 0 0 0,0 0 0 0 0,1-1 0 0 0,-1 1-1 0 0,1 0 1 0 0,0-1 0 0 0,-1 1 0 0 0,1 0 0 0 0,0-1-1 0 0,0 1 1 0 0,0-2 0 0 0,-1-3-17 0 0,1 1 0 0 0,0 0 0 0 0,0-1-1 0 0,0 1 1 0 0,1-1 0 0 0,0 1 0 0 0,2-7 0 0 0,1 0-36 0 0,0 1-1 0 0,1 0 1 0 0,0 0 0 0 0,1 1 0 0 0,1 0 0 0 0,-1 0-1 0 0,12-12 1 0 0,-13 15 33 0 0,1 2-1 0 0,-1-1 1 0 0,1 1-1 0 0,1 0 1 0 0,-1 0-1 0 0,1 1 1 0 0,-1-1-1 0 0,1 2 1 0 0,1-1 0 0 0,-1 1-1 0 0,0 0 1 0 0,9-2-1 0 0,-14 4 10 0 0,1 1 0 0 0,-1 0 0 0 0,1 0 1 0 0,-1 0-1 0 0,1 0 0 0 0,-1 0 0 0 0,0 1 0 0 0,1-1 0 0 0,-1 1 0 0 0,1 0 0 0 0,-1-1 1 0 0,0 1-1 0 0,0 0 0 0 0,1 0 0 0 0,-1 0 0 0 0,0 1 0 0 0,0-1 0 0 0,0 0 0 0 0,0 1 1 0 0,0 0-1 0 0,-1-1 0 0 0,1 1 0 0 0,0 0 0 0 0,-1 0 0 0 0,1 0 0 0 0,-1 0 0 0 0,2 4 0 0 0,2 2 26 0 0,0 1-1 0 0,-1 0 0 0 0,-1 0 0 0 0,1 0 1 0 0,2 16-1 0 0,-4-18 1 0 0,-1 0 1 0 0,-1 0-1 0 0,1 0 1 0 0,-1 1-1 0 0,0-1 1 0 0,-1 0-1 0 0,0 0 0 0 0,0 0 1 0 0,0 0-1 0 0,-1 0 1 0 0,0 0-1 0 0,0-1 1 0 0,-6 13-1 0 0,5-14 10 0 0,0 0 0 0 0,0 0-1 0 0,0-1 1 0 0,-1 1 0 0 0,1-1 0 0 0,-1 1-1 0 0,0-1 1 0 0,-1-1 0 0 0,1 1-1 0 0,0 0 1 0 0,-1-1 0 0 0,0 0 0 0 0,0 0-1 0 0,0-1 1 0 0,0 1 0 0 0,0-1-1 0 0,-9 2 1 0 0,9-2-20 0 0,1-1 0 0 0,-1-1 0 0 0,0 1 0 0 0,1 0 0 0 0,-1-1 0 0 0,0 0 0 0 0,1 0 0 0 0,-1-1 0 0 0,0 1 0 0 0,1-1 0 0 0,-1 0 0 0 0,1 0 0 0 0,-1-1 0 0 0,1 1 0 0 0,-1-1 0 0 0,1 0 0 0 0,0 0 0 0 0,0-1 0 0 0,0 1 0 0 0,0-1 0 0 0,0 0 0 0 0,1 0 0 0 0,-1 0 0 0 0,1 0-1 0 0,0-1 1 0 0,0 1 0 0 0,0-1 0 0 0,-3-6 0 0 0,2 5-20 0 0,1-1-1 0 0,1-1 0 0 0,-1 1 1 0 0,1 0-1 0 0,0-1 1 0 0,1 1-1 0 0,-1-1 0 0 0,1 1 1 0 0,1-1-1 0 0,-1 0 0 0 0,1 1 1 0 0,0-1-1 0 0,1-8 0 0 0,1 6-18 0 0,0-1 0 0 0,0 1 0 0 0,1 0 0 0 0,0 0 0 0 0,1 0 0 0 0,0 0 0 0 0,0 1 0 0 0,11-16 0 0 0,-9 15-4 0 0,0 1 0 0 0,1 0 1 0 0,1 0-1 0 0,-1 1 0 0 0,1 0 1 0 0,0 0-1 0 0,19-11 0 0 0,-21 15 20 0 0,1-1 1 0 0,0 1-1 0 0,0 0 0 0 0,0 0 0 0 0,0 1 1 0 0,1 0-1 0 0,-1 0 0 0 0,1 1 0 0 0,-1 0 1 0 0,1 0-1 0 0,10 1 0 0 0,-13 0 18 0 0,-1 1-1 0 0,1 0 1 0 0,0-1-1 0 0,0 1 1 0 0,0 1-1 0 0,0-1 1 0 0,-1 1-1 0 0,1 0 1 0 0,-1 0-1 0 0,1 0 1 0 0,-1 1-1 0 0,0 0 1 0 0,0-1 0 0 0,0 1-1 0 0,4 4 1 0 0,-4-2 18 0 0,0 0 1 0 0,0 0 0 0 0,0 0 0 0 0,-1 0-1 0 0,0 1 1 0 0,0-1 0 0 0,0 1 0 0 0,-1 0 0 0 0,0 0-1 0 0,3 11 1 0 0,-3-6 10 0 0,0 1 0 0 0,-1-1 0 0 0,0 1 0 0 0,-1 0 0 0 0,-1-1 0 0 0,1 1 0 0 0,-2-1 0 0 0,0 1 0 0 0,0-1 0 0 0,-1 1 0 0 0,0-1 0 0 0,-8 16 0 0 0,9-22-9 0 0,0 0-1 0 0,-1-1 1 0 0,0 1 0 0 0,0 0 0 0 0,0-1-1 0 0,-1 0 1 0 0,1 1 0 0 0,-1-1-1 0 0,0-1 1 0 0,0 1 0 0 0,0-1-1 0 0,-1 1 1 0 0,1-1 0 0 0,-1 0-1 0 0,0-1 1 0 0,0 1 0 0 0,0-1-1 0 0,0 0 1 0 0,0-1 0 0 0,-1 1 0 0 0,1-1-1 0 0,0 0 1 0 0,-1 0 0 0 0,1 0-1 0 0,-1-1 1 0 0,1 0 0 0 0,-1 0-1 0 0,-10-2 1 0 0,10 2-41 0 0,0-2 0 0 0,0 1 0 0 0,0-1 0 0 0,0 1-1 0 0,0-2 1 0 0,0 1 0 0 0,0-1 0 0 0,1 0 0 0 0,-1 0 0 0 0,1 0 0 0 0,0-1 0 0 0,0 0-1 0 0,0 0 1 0 0,1 0 0 0 0,-1 0 0 0 0,1-1 0 0 0,0 0 0 0 0,0 0 0 0 0,0 0 0 0 0,1 0 0 0 0,0-1-1 0 0,0 1 1 0 0,0-1 0 0 0,1 0 0 0 0,0 0 0 0 0,0 0 0 0 0,0 0 0 0 0,1 0 0 0 0,0 0-1 0 0,0 0 1 0 0,1 0 0 0 0,0-13 0 0 0,1 12-24 0 0,0-1-1 0 0,0 1 1 0 0,1-1-1 0 0,1 1 1 0 0,-1-1-1 0 0,1 1 1 0 0,0 0-1 0 0,1 0 1 0 0,0 0 0 0 0,0 1-1 0 0,0 0 1 0 0,1-1-1 0 0,0 1 1 0 0,9-8-1 0 0,-8 8 13 0 0,0 0 1 0 0,1 0-1 0 0,0 1 0 0 0,0 0 0 0 0,0 0 1 0 0,1 1-1 0 0,-1 0 0 0 0,1 0 0 0 0,0 1 0 0 0,0 0 1 0 0,1 0-1 0 0,15-2 0 0 0,-20 4 21 0 0,0 1 1 0 0,1 0-1 0 0,-1 0 1 0 0,0 1-1 0 0,0-1 0 0 0,0 1 1 0 0,0 0-1 0 0,0 0 0 0 0,0 0 1 0 0,0 0-1 0 0,0 1 0 0 0,0 0 1 0 0,0-1-1 0 0,-1 2 1 0 0,1-1-1 0 0,0 0 0 0 0,-1 1 1 0 0,0-1-1 0 0,0 1 0 0 0,0 0 1 0 0,0 0-1 0 0,0 0 0 0 0,-1 1 1 0 0,3 3-1 0 0,-2-2 20 0 0,0 0-1 0 0,0 0 1 0 0,-1 0-1 0 0,0 0 1 0 0,0 1-1 0 0,0-1 1 0 0,-1 1 0 0 0,0-1-1 0 0,0 1 1 0 0,0 0-1 0 0,-1-1 1 0 0,0 1-1 0 0,0 0 1 0 0,0 0-1 0 0,-1-1 1 0 0,1 1 0 0 0,-3 6-1 0 0,1-6 21 0 0,0 1 0 0 0,0-1 0 0 0,0 0 0 0 0,-1 0 0 0 0,0-1 0 0 0,0 1 0 0 0,-1 0 0 0 0,1-1 0 0 0,-1 0 0 0 0,0 0 0 0 0,-1 0 0 0 0,1 0 0 0 0,-1-1 0 0 0,0 0 0 0 0,0 0 0 0 0,0 0 0 0 0,-1 0 0 0 0,0-1 0 0 0,1 0 0 0 0,-1 0 0 0 0,0-1 0 0 0,0 0 0 0 0,0 0 0 0 0,-1 0 0 0 0,1 0 0 0 0,0-1 0 0 0,-1 0 0 0 0,1-1 0 0 0,-1 1 0 0 0,1-1 0 0 0,-9-1 0 0 0,7 0-270 0 0,1 0 0 0 0,-1-1-1 0 0,1 0 1 0 0,-1 0 0 0 0,1-1 0 0 0,0 1 0 0 0,0-1-1 0 0,0-1 1 0 0,0 0 0 0 0,-9-6 0 0 0,1 0-1122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3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5 9215 0 0,'9'-5'15807'0'0,"-9"9"-15626"0"0,0-1-1 0 0,0 1 1 0 0,0-1 0 0 0,-1 1 0 0 0,1-1 0 0 0,-1 1-1 0 0,1-1 1 0 0,-1 0 0 0 0,-1 1 0 0 0,1-1 0 0 0,0 0-1 0 0,-3 4 1 0 0,-4 7 219 0 0,-13 19 1 0 0,7-13-79 0 0,-7 11 78 0 0,-2 0 0 0 0,-27 28 0 0 0,43-52-339 0 0,-23 28 139 0 0,43-33-193 0 0,3-2-25 0 0,1-1 1 0 0,0-1-1 0 0,-1-1 1 0 0,0 0-1 0 0,1-1 0 0 0,21-9 1 0 0,19-4-107 0 0,4-1-108 0 0,-6 2-1664 0 0,-20 8-2646 0 0,-33 8 3262 0 0,4-3-2081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39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 14279 0 0,'0'0'655'0'0,"-7"-1"217"0"0,1 1 669 0 0,5 8 126 0 0,0 4-920 0 0,0 1-1 0 0,1-1 1 0 0,1 1 0 0 0,0-1 0 0 0,3 16 0 0 0,0-1-171 0 0,1 18 143 0 0,16 109 815 0 0,-14-111-1621 0 0,21 64 0 0 0,-26-104-71 0 0,-1 1 0 0 0,0-1 1 0 0,1 0-1 0 0,0 0 1 0 0,0 0-1 0 0,0 0 0 0 0,0 0 1 0 0,3 3-1 0 0,-4-5-88 0 0,0 0 1 0 0,1 0-1 0 0,-1 0 0 0 0,0 0 1 0 0,0 0-1 0 0,0-1 1 0 0,1 1-1 0 0,-1 0 0 0 0,0-1 1 0 0,2 1-1 0 0,-1-1-206 0 0,-1 1 1 0 0,0-1-1 0 0,0 0 0 0 0,0 0 0 0 0,0 0 0 0 0,0 0 1 0 0,0 0-1 0 0,0-1 0 0 0,0 1 0 0 0,0 0 1 0 0,0 0-1 0 0,0-1 0 0 0,0 1 0 0 0,0-1 0 0 0,2 0 1 0 0,6-5-5951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3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91 3679 0 0,'-15'-11'976'0'0,"-2"0"-1"0"0,0 1 0 0 0,0 1 0 0 0,-1 0 0 0 0,0 2 0 0 0,-29-10 1 0 0,37 15-281 0 0,0 0 0 0 0,1 0 1 0 0,-1 1-1 0 0,0 0 0 0 0,0 1 1 0 0,0 0-1 0 0,-19 3 0 0 0,21-1-566 0 0,1 0-1 0 0,0 0 0 0 0,0 0 0 0 0,0 1 0 0 0,0 0 1 0 0,-12 8-1 0 0,1 1 248 0 0,1 1 0 0 0,0 1 0 0 0,1 1 0 0 0,1 0 0 0 0,0 1 0 0 0,1 0 0 0 0,1 2 1 0 0,0-1-1 0 0,2 1 0 0 0,0 1 0 0 0,1 0 0 0 0,1 1 0 0 0,0 0 0 0 0,2 0 0 0 0,-9 36 0 0 0,4-3-22 0 0,3-1 0 0 0,1 2 0 0 0,3-1 0 0 0,3 75 1 0 0,3-95-268 0 0,2-1 1 0 0,2 1 0 0 0,1-1-1 0 0,1 0 1 0 0,2 0 0 0 0,1-1 0 0 0,1 0-1 0 0,22 42 1 0 0,-18-46 11 0 0,2 1-1 0 0,0-2 1 0 0,41 46-1 0 0,-45-58-54 0 0,0-2 1 0 0,1 0-1 0 0,0-1 0 0 0,1 0 0 0 0,0-1 0 0 0,1 0 1 0 0,0-2-1 0 0,22 10 0 0 0,-21-12-11 0 0,0 0-1 0 0,1-1 1 0 0,0-1-1 0 0,0 0 1 0 0,0-2-1 0 0,0 0 1 0 0,0-1-1 0 0,1 0 1 0 0,-1-2-1 0 0,0 0 1 0 0,0-1-1 0 0,1-1 1 0 0,-2-1 0 0 0,25-8-1 0 0,-13 1-24 0 0,-1-1-1 0 0,-1-1 1 0 0,0-1 0 0 0,-1-2-1 0 0,0 0 1 0 0,-2-2 0 0 0,0-1-1 0 0,-1-1 1 0 0,0 0-1 0 0,32-42 1 0 0,-38 41-4 0 0,0-1 0 0 0,-2-1 0 0 0,-1-1 0 0 0,-1 0 0 0 0,-1-1 0 0 0,-1 0 0 0 0,-1-1 0 0 0,-1 0 0 0 0,-1-1 0 0 0,-2 0 0 0 0,-1 0 0 0 0,3-29 0 0 0,-8 30 9 0 0,-1 0 0 0 0,-1 0 0 0 0,-1 0 0 0 0,-1 1 0 0 0,-1-1-1 0 0,-1 1 1 0 0,-2 0 0 0 0,0 0 0 0 0,-21-40 0 0 0,-7-3 5 0 0,-88-124-1 0 0,74 126-473 0 0,-2-4-4417 0 0,41 55-3146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4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13359 0 0,'0'0'1562'0'0,"2"-2"-608"0"0,7-3-273 0 0,0 0-1 0 0,0 1 1 0 0,1 0 0 0 0,-1 0-1 0 0,1 1 1 0 0,15-3-1 0 0,66-8-147 0 0,-57 11 350 0 0,345-13 2479 0 0,-213 15-2669 0 0,781-36 180 0 0,-885 34-871 0 0,415-28 60 0 0,18 5 50 0 0,-462 24-107 0 0,355-3 134 0 0,-6 5-36 0 0,-46 1 31 0 0,-20 0 813 0 0,-257 7-474 0 0,-57-8 510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9T16:35:46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3679 0 0,'2'0'20244'0'0,"13"1"-19691"0"0,0 0 0 0 0,0 1 0 0 0,0 0 0 0 0,24 8 0 0 0,59 26 726 0 0,-21-7-950 0 0,-27-11-230 0 0,-38-13-38 0 0,-7-3-68 0 0,4 9 161 0 0,-9-10-145 0 0,1 0 0 0 0,-1-1 1 0 0,1 1-1 0 0,-1 0 0 0 0,0 0 0 0 0,1-1 0 0 0,-1 1 1 0 0,0 0-1 0 0,0 0 0 0 0,1 0 0 0 0,-1 0 0 0 0,0-1 1 0 0,0 1-1 0 0,0 0 0 0 0,0 0 0 0 0,0 0 0 0 0,0 0 1 0 0,-1 0-1 0 0,1-1 0 0 0,0 3 0 0 0,-6 13 205 0 0,5-16-210 0 0,-8 18 200 0 0,-1 0 0 0 0,0-1 0 0 0,-17 20 0 0 0,-42 44-17 0 0,34-43-145 0 0,-16 15 65 0 0,-7 6-977 0 0,51-50-1914 0 0,0 1 1 0 0,-9 16 0 0 0,4-4-6228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85FF-AD09-0FDE-FEC1-0E37FA3F3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745AF-0CB0-94A1-9E37-5AFDA79FB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B2B8-61A5-189D-223F-2ACC7D8D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E1D83-0C0D-9610-165C-D98E4DCB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D3142-CB10-75AC-9CE4-259197E1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32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3267-ED36-6AEF-332D-72580C9B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08C50-3BD6-5780-1A67-C1B5DA7C0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41942-CE4C-328A-3E00-A3071A84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91FEA-82FC-68E0-12ED-E7C42C8E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D9B2E-A8CE-BC17-A325-75377E14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23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0476-7DA4-394E-B25B-CE8B1A43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BB63E-6417-A23C-A2EA-6C2D4B58C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D969A-EF10-577E-1CFF-2F707A20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9503C-0C7E-D67D-696E-93D08279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460FA-B07A-45F3-67BB-4BE18FB8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3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A2A4-5CE8-16A4-FB59-1E5626D6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BE605-4796-5394-1D91-D5A5446B7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CA490-1751-6E44-AF57-5CACD04A0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0C7D8-A4EF-ADD9-3DFE-05EFF56C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4C312-215B-9020-333F-09AC5AB9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0BCE7-9836-F4E3-1BE1-FA573AD2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8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0FAC-4E5B-B080-B47C-C56ACB97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368FB-DC04-7A88-84C4-4B81F0E40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0AABB-CE90-3583-24BA-06A0B15E3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A3A71-8D2E-D5E8-A5DB-B69F11CBD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0F655-B62F-5153-704E-A7B829087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E6287-EBBD-24D8-B055-765E2210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248A8-5A3F-6C82-F1E9-58E24EFE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3CCA7-F623-AE46-7B8F-F5D4F208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3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261F-B322-699B-B76D-EBDBD235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BF5F6-BA74-D746-572E-E800B855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B3C15-0D48-47CC-F589-A45DC67F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36CA-FE86-41E6-1314-4B2C9CEA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5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38BB02-EEC3-AE86-EC29-B1DDCD3A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03657-4995-3591-5F4F-7C35F4F4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63C0C-9FB8-D4CF-CEBB-414D1B9C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0162-1F82-5205-6C5E-646C3129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A8BE9-5491-6C20-7727-F8F6A0B26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46DD1-0EAC-F331-4EB3-561DE0757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1060C-C9A5-7258-E80B-1A032BB55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C23BC-235E-4548-B758-F182029E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25F93-A686-B668-12CE-52D0BA66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7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647B-9BE1-0FD5-2AE3-03157585F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57135D-E00D-2593-62B7-6327063CA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76FA5-8309-4C81-096B-15491FAEF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94799-C0D7-F0DA-92DB-DB9234F1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E7DD2-C67E-4903-A6B5-5907FFD1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A2F59-E4AA-1B61-58F5-F114F57A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47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A279-4579-2001-6A3C-ACF8462F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5A6D3-94EC-9490-8CE1-88F045F34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1EAA7-9731-B155-283F-8DC98DC9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F882-9772-AA19-6DE8-5B7E8570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9E40-AFDD-4AA9-6968-60FA09AD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5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57BDC-C727-53F1-5EE1-EB7DE5A924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FAC60-6B87-2887-7DD2-113B372D7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25CF-C53D-29D2-F082-C8253F2D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849A2-EC02-47BA-5CE8-A78668C4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80E29-F599-9289-6853-516E17E3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64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7E8268-36E2-7185-23CE-63946158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91FCA-0AA9-F5FB-D88B-283E6601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F6C24-7DDD-49F4-9A90-F943AE97C9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FFF90-9B0F-4FC6-B893-735FCF2B48A2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91078-9B9F-3290-0391-1D3F99E1C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264A-7BE0-EB86-5CC6-099176733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3AB86-C1C9-4CCF-8D35-7D2E8B57D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35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.png"/><Relationship Id="rId21" Type="http://schemas.openxmlformats.org/officeDocument/2006/relationships/image" Target="../media/image13.png"/><Relationship Id="rId63" Type="http://schemas.openxmlformats.org/officeDocument/2006/relationships/image" Target="../media/image34.png"/><Relationship Id="rId159" Type="http://schemas.openxmlformats.org/officeDocument/2006/relationships/image" Target="../media/image82.png"/><Relationship Id="rId170" Type="http://schemas.openxmlformats.org/officeDocument/2006/relationships/customXml" Target="../ink/ink88.xml"/><Relationship Id="rId226" Type="http://schemas.openxmlformats.org/officeDocument/2006/relationships/customXml" Target="../ink/ink116.xml"/><Relationship Id="rId268" Type="http://schemas.openxmlformats.org/officeDocument/2006/relationships/customXml" Target="../ink/ink137.xml"/><Relationship Id="rId32" Type="http://schemas.openxmlformats.org/officeDocument/2006/relationships/customXml" Target="../ink/ink19.xml"/><Relationship Id="rId74" Type="http://schemas.openxmlformats.org/officeDocument/2006/relationships/customXml" Target="../ink/ink40.xml"/><Relationship Id="rId128" Type="http://schemas.openxmlformats.org/officeDocument/2006/relationships/customXml" Target="../ink/ink67.xml"/><Relationship Id="rId5" Type="http://schemas.openxmlformats.org/officeDocument/2006/relationships/image" Target="../media/image5.png"/><Relationship Id="rId181" Type="http://schemas.openxmlformats.org/officeDocument/2006/relationships/image" Target="../media/image93.png"/><Relationship Id="rId237" Type="http://schemas.openxmlformats.org/officeDocument/2006/relationships/image" Target="../media/image121.png"/><Relationship Id="rId279" Type="http://schemas.openxmlformats.org/officeDocument/2006/relationships/image" Target="../media/image142.png"/><Relationship Id="rId43" Type="http://schemas.openxmlformats.org/officeDocument/2006/relationships/image" Target="../media/image24.png"/><Relationship Id="rId139" Type="http://schemas.openxmlformats.org/officeDocument/2006/relationships/image" Target="../media/image72.png"/><Relationship Id="rId290" Type="http://schemas.openxmlformats.org/officeDocument/2006/relationships/customXml" Target="../ink/ink148.xml"/><Relationship Id="rId85" Type="http://schemas.openxmlformats.org/officeDocument/2006/relationships/image" Target="../media/image45.png"/><Relationship Id="rId150" Type="http://schemas.openxmlformats.org/officeDocument/2006/relationships/customXml" Target="../ink/ink78.xml"/><Relationship Id="rId192" Type="http://schemas.openxmlformats.org/officeDocument/2006/relationships/customXml" Target="../ink/ink99.xml"/><Relationship Id="rId206" Type="http://schemas.openxmlformats.org/officeDocument/2006/relationships/customXml" Target="../ink/ink106.xml"/><Relationship Id="rId248" Type="http://schemas.openxmlformats.org/officeDocument/2006/relationships/customXml" Target="../ink/ink127.xml"/><Relationship Id="rId12" Type="http://schemas.openxmlformats.org/officeDocument/2006/relationships/customXml" Target="../ink/ink9.xml"/><Relationship Id="rId33" Type="http://schemas.openxmlformats.org/officeDocument/2006/relationships/image" Target="../media/image19.png"/><Relationship Id="rId108" Type="http://schemas.openxmlformats.org/officeDocument/2006/relationships/customXml" Target="../ink/ink57.xml"/><Relationship Id="rId129" Type="http://schemas.openxmlformats.org/officeDocument/2006/relationships/image" Target="../media/image67.png"/><Relationship Id="rId280" Type="http://schemas.openxmlformats.org/officeDocument/2006/relationships/customXml" Target="../ink/ink143.xml"/><Relationship Id="rId54" Type="http://schemas.openxmlformats.org/officeDocument/2006/relationships/customXml" Target="../ink/ink30.xml"/><Relationship Id="rId75" Type="http://schemas.openxmlformats.org/officeDocument/2006/relationships/image" Target="../media/image40.png"/><Relationship Id="rId96" Type="http://schemas.openxmlformats.org/officeDocument/2006/relationships/customXml" Target="../ink/ink51.xml"/><Relationship Id="rId140" Type="http://schemas.openxmlformats.org/officeDocument/2006/relationships/customXml" Target="../ink/ink73.xml"/><Relationship Id="rId161" Type="http://schemas.openxmlformats.org/officeDocument/2006/relationships/image" Target="../media/image83.png"/><Relationship Id="rId182" Type="http://schemas.openxmlformats.org/officeDocument/2006/relationships/customXml" Target="../ink/ink94.xml"/><Relationship Id="rId217" Type="http://schemas.openxmlformats.org/officeDocument/2006/relationships/image" Target="../media/image111.png"/><Relationship Id="rId6" Type="http://schemas.openxmlformats.org/officeDocument/2006/relationships/customXml" Target="../ink/ink6.xml"/><Relationship Id="rId238" Type="http://schemas.openxmlformats.org/officeDocument/2006/relationships/customXml" Target="../ink/ink122.xml"/><Relationship Id="rId259" Type="http://schemas.openxmlformats.org/officeDocument/2006/relationships/image" Target="../media/image132.png"/><Relationship Id="rId23" Type="http://schemas.openxmlformats.org/officeDocument/2006/relationships/image" Target="../media/image14.png"/><Relationship Id="rId119" Type="http://schemas.openxmlformats.org/officeDocument/2006/relationships/image" Target="../media/image62.png"/><Relationship Id="rId270" Type="http://schemas.openxmlformats.org/officeDocument/2006/relationships/customXml" Target="../ink/ink138.xml"/><Relationship Id="rId291" Type="http://schemas.openxmlformats.org/officeDocument/2006/relationships/image" Target="../media/image148.png"/><Relationship Id="rId44" Type="http://schemas.openxmlformats.org/officeDocument/2006/relationships/customXml" Target="../ink/ink25.xml"/><Relationship Id="rId65" Type="http://schemas.openxmlformats.org/officeDocument/2006/relationships/image" Target="../media/image35.png"/><Relationship Id="rId86" Type="http://schemas.openxmlformats.org/officeDocument/2006/relationships/customXml" Target="../ink/ink46.xml"/><Relationship Id="rId130" Type="http://schemas.openxmlformats.org/officeDocument/2006/relationships/customXml" Target="../ink/ink68.xml"/><Relationship Id="rId151" Type="http://schemas.openxmlformats.org/officeDocument/2006/relationships/image" Target="../media/image78.png"/><Relationship Id="rId172" Type="http://schemas.openxmlformats.org/officeDocument/2006/relationships/customXml" Target="../ink/ink89.xml"/><Relationship Id="rId193" Type="http://schemas.openxmlformats.org/officeDocument/2006/relationships/image" Target="../media/image99.png"/><Relationship Id="rId207" Type="http://schemas.openxmlformats.org/officeDocument/2006/relationships/image" Target="../media/image106.png"/><Relationship Id="rId228" Type="http://schemas.openxmlformats.org/officeDocument/2006/relationships/customXml" Target="../ink/ink117.xml"/><Relationship Id="rId249" Type="http://schemas.openxmlformats.org/officeDocument/2006/relationships/image" Target="../media/image127.png"/><Relationship Id="rId13" Type="http://schemas.openxmlformats.org/officeDocument/2006/relationships/image" Target="../media/image9.png"/><Relationship Id="rId109" Type="http://schemas.openxmlformats.org/officeDocument/2006/relationships/image" Target="../media/image57.png"/><Relationship Id="rId260" Type="http://schemas.openxmlformats.org/officeDocument/2006/relationships/customXml" Target="../ink/ink133.xml"/><Relationship Id="rId281" Type="http://schemas.openxmlformats.org/officeDocument/2006/relationships/image" Target="../media/image143.png"/><Relationship Id="rId34" Type="http://schemas.openxmlformats.org/officeDocument/2006/relationships/customXml" Target="../ink/ink20.xml"/><Relationship Id="rId55" Type="http://schemas.openxmlformats.org/officeDocument/2006/relationships/image" Target="../media/image30.png"/><Relationship Id="rId76" Type="http://schemas.openxmlformats.org/officeDocument/2006/relationships/customXml" Target="../ink/ink41.xml"/><Relationship Id="rId97" Type="http://schemas.openxmlformats.org/officeDocument/2006/relationships/image" Target="../media/image51.png"/><Relationship Id="rId120" Type="http://schemas.openxmlformats.org/officeDocument/2006/relationships/customXml" Target="../ink/ink63.xml"/><Relationship Id="rId141" Type="http://schemas.openxmlformats.org/officeDocument/2006/relationships/image" Target="../media/image73.png"/><Relationship Id="rId7" Type="http://schemas.openxmlformats.org/officeDocument/2006/relationships/image" Target="../media/image6.png"/><Relationship Id="rId162" Type="http://schemas.openxmlformats.org/officeDocument/2006/relationships/customXml" Target="../ink/ink84.xml"/><Relationship Id="rId183" Type="http://schemas.openxmlformats.org/officeDocument/2006/relationships/image" Target="../media/image94.png"/><Relationship Id="rId218" Type="http://schemas.openxmlformats.org/officeDocument/2006/relationships/customXml" Target="../ink/ink112.xml"/><Relationship Id="rId239" Type="http://schemas.openxmlformats.org/officeDocument/2006/relationships/image" Target="../media/image122.png"/><Relationship Id="rId250" Type="http://schemas.openxmlformats.org/officeDocument/2006/relationships/customXml" Target="../ink/ink128.xml"/><Relationship Id="rId271" Type="http://schemas.openxmlformats.org/officeDocument/2006/relationships/image" Target="../media/image138.png"/><Relationship Id="rId292" Type="http://schemas.openxmlformats.org/officeDocument/2006/relationships/customXml" Target="../ink/ink149.xml"/><Relationship Id="rId24" Type="http://schemas.openxmlformats.org/officeDocument/2006/relationships/customXml" Target="../ink/ink15.xml"/><Relationship Id="rId45" Type="http://schemas.openxmlformats.org/officeDocument/2006/relationships/image" Target="../media/image25.png"/><Relationship Id="rId66" Type="http://schemas.openxmlformats.org/officeDocument/2006/relationships/customXml" Target="../ink/ink36.xml"/><Relationship Id="rId87" Type="http://schemas.openxmlformats.org/officeDocument/2006/relationships/image" Target="../media/image46.png"/><Relationship Id="rId110" Type="http://schemas.openxmlformats.org/officeDocument/2006/relationships/customXml" Target="../ink/ink58.xml"/><Relationship Id="rId131" Type="http://schemas.openxmlformats.org/officeDocument/2006/relationships/image" Target="../media/image68.png"/><Relationship Id="rId152" Type="http://schemas.openxmlformats.org/officeDocument/2006/relationships/customXml" Target="../ink/ink79.xml"/><Relationship Id="rId173" Type="http://schemas.openxmlformats.org/officeDocument/2006/relationships/image" Target="../media/image89.png"/><Relationship Id="rId194" Type="http://schemas.openxmlformats.org/officeDocument/2006/relationships/customXml" Target="../ink/ink100.xml"/><Relationship Id="rId208" Type="http://schemas.openxmlformats.org/officeDocument/2006/relationships/customXml" Target="../ink/ink107.xml"/><Relationship Id="rId229" Type="http://schemas.openxmlformats.org/officeDocument/2006/relationships/image" Target="../media/image117.png"/><Relationship Id="rId240" Type="http://schemas.openxmlformats.org/officeDocument/2006/relationships/customXml" Target="../ink/ink123.xml"/><Relationship Id="rId261" Type="http://schemas.openxmlformats.org/officeDocument/2006/relationships/image" Target="../media/image133.png"/><Relationship Id="rId14" Type="http://schemas.openxmlformats.org/officeDocument/2006/relationships/customXml" Target="../ink/ink10.xml"/><Relationship Id="rId35" Type="http://schemas.openxmlformats.org/officeDocument/2006/relationships/image" Target="../media/image20.png"/><Relationship Id="rId56" Type="http://schemas.openxmlformats.org/officeDocument/2006/relationships/customXml" Target="../ink/ink31.xml"/><Relationship Id="rId77" Type="http://schemas.openxmlformats.org/officeDocument/2006/relationships/image" Target="../media/image41.png"/><Relationship Id="rId100" Type="http://schemas.openxmlformats.org/officeDocument/2006/relationships/customXml" Target="../ink/ink53.xml"/><Relationship Id="rId282" Type="http://schemas.openxmlformats.org/officeDocument/2006/relationships/customXml" Target="../ink/ink144.xml"/><Relationship Id="rId8" Type="http://schemas.openxmlformats.org/officeDocument/2006/relationships/customXml" Target="../ink/ink7.xml"/><Relationship Id="rId98" Type="http://schemas.openxmlformats.org/officeDocument/2006/relationships/customXml" Target="../ink/ink52.xml"/><Relationship Id="rId121" Type="http://schemas.openxmlformats.org/officeDocument/2006/relationships/image" Target="../media/image63.png"/><Relationship Id="rId142" Type="http://schemas.openxmlformats.org/officeDocument/2006/relationships/customXml" Target="../ink/ink74.xml"/><Relationship Id="rId163" Type="http://schemas.openxmlformats.org/officeDocument/2006/relationships/image" Target="../media/image84.png"/><Relationship Id="rId184" Type="http://schemas.openxmlformats.org/officeDocument/2006/relationships/customXml" Target="../ink/ink95.xml"/><Relationship Id="rId219" Type="http://schemas.openxmlformats.org/officeDocument/2006/relationships/image" Target="../media/image112.png"/><Relationship Id="rId230" Type="http://schemas.openxmlformats.org/officeDocument/2006/relationships/customXml" Target="../ink/ink118.xml"/><Relationship Id="rId251" Type="http://schemas.openxmlformats.org/officeDocument/2006/relationships/image" Target="../media/image128.png"/><Relationship Id="rId25" Type="http://schemas.openxmlformats.org/officeDocument/2006/relationships/image" Target="../media/image15.png"/><Relationship Id="rId46" Type="http://schemas.openxmlformats.org/officeDocument/2006/relationships/customXml" Target="../ink/ink26.xml"/><Relationship Id="rId67" Type="http://schemas.openxmlformats.org/officeDocument/2006/relationships/image" Target="../media/image36.png"/><Relationship Id="rId272" Type="http://schemas.openxmlformats.org/officeDocument/2006/relationships/customXml" Target="../ink/ink139.xml"/><Relationship Id="rId293" Type="http://schemas.openxmlformats.org/officeDocument/2006/relationships/image" Target="../media/image149.png"/><Relationship Id="rId88" Type="http://schemas.openxmlformats.org/officeDocument/2006/relationships/customXml" Target="../ink/ink47.xml"/><Relationship Id="rId111" Type="http://schemas.openxmlformats.org/officeDocument/2006/relationships/image" Target="../media/image58.png"/><Relationship Id="rId132" Type="http://schemas.openxmlformats.org/officeDocument/2006/relationships/customXml" Target="../ink/ink69.xml"/><Relationship Id="rId153" Type="http://schemas.openxmlformats.org/officeDocument/2006/relationships/image" Target="../media/image79.png"/><Relationship Id="rId174" Type="http://schemas.openxmlformats.org/officeDocument/2006/relationships/customXml" Target="../ink/ink90.xml"/><Relationship Id="rId195" Type="http://schemas.openxmlformats.org/officeDocument/2006/relationships/image" Target="../media/image100.png"/><Relationship Id="rId209" Type="http://schemas.openxmlformats.org/officeDocument/2006/relationships/image" Target="../media/image107.png"/><Relationship Id="rId220" Type="http://schemas.openxmlformats.org/officeDocument/2006/relationships/customXml" Target="../ink/ink113.xml"/><Relationship Id="rId241" Type="http://schemas.openxmlformats.org/officeDocument/2006/relationships/image" Target="../media/image123.png"/><Relationship Id="rId15" Type="http://schemas.openxmlformats.org/officeDocument/2006/relationships/image" Target="../media/image10.png"/><Relationship Id="rId36" Type="http://schemas.openxmlformats.org/officeDocument/2006/relationships/customXml" Target="../ink/ink21.xml"/><Relationship Id="rId57" Type="http://schemas.openxmlformats.org/officeDocument/2006/relationships/image" Target="../media/image31.png"/><Relationship Id="rId262" Type="http://schemas.openxmlformats.org/officeDocument/2006/relationships/customXml" Target="../ink/ink134.xml"/><Relationship Id="rId283" Type="http://schemas.openxmlformats.org/officeDocument/2006/relationships/image" Target="../media/image144.png"/><Relationship Id="rId78" Type="http://schemas.openxmlformats.org/officeDocument/2006/relationships/customXml" Target="../ink/ink42.xml"/><Relationship Id="rId99" Type="http://schemas.openxmlformats.org/officeDocument/2006/relationships/image" Target="../media/image52.png"/><Relationship Id="rId101" Type="http://schemas.openxmlformats.org/officeDocument/2006/relationships/image" Target="../media/image53.png"/><Relationship Id="rId122" Type="http://schemas.openxmlformats.org/officeDocument/2006/relationships/customXml" Target="../ink/ink64.xml"/><Relationship Id="rId143" Type="http://schemas.openxmlformats.org/officeDocument/2006/relationships/image" Target="../media/image74.png"/><Relationship Id="rId164" Type="http://schemas.openxmlformats.org/officeDocument/2006/relationships/customXml" Target="../ink/ink85.xml"/><Relationship Id="rId185" Type="http://schemas.openxmlformats.org/officeDocument/2006/relationships/image" Target="../media/image95.png"/><Relationship Id="rId9" Type="http://schemas.openxmlformats.org/officeDocument/2006/relationships/image" Target="../media/image7.png"/><Relationship Id="rId210" Type="http://schemas.openxmlformats.org/officeDocument/2006/relationships/customXml" Target="../ink/ink108.xml"/><Relationship Id="rId26" Type="http://schemas.openxmlformats.org/officeDocument/2006/relationships/customXml" Target="../ink/ink16.xml"/><Relationship Id="rId231" Type="http://schemas.openxmlformats.org/officeDocument/2006/relationships/image" Target="../media/image118.png"/><Relationship Id="rId252" Type="http://schemas.openxmlformats.org/officeDocument/2006/relationships/customXml" Target="../ink/ink129.xml"/><Relationship Id="rId273" Type="http://schemas.openxmlformats.org/officeDocument/2006/relationships/image" Target="../media/image139.png"/><Relationship Id="rId47" Type="http://schemas.openxmlformats.org/officeDocument/2006/relationships/image" Target="../media/image26.png"/><Relationship Id="rId68" Type="http://schemas.openxmlformats.org/officeDocument/2006/relationships/customXml" Target="../ink/ink37.xml"/><Relationship Id="rId89" Type="http://schemas.openxmlformats.org/officeDocument/2006/relationships/image" Target="../media/image47.png"/><Relationship Id="rId112" Type="http://schemas.openxmlformats.org/officeDocument/2006/relationships/customXml" Target="../ink/ink59.xml"/><Relationship Id="rId133" Type="http://schemas.openxmlformats.org/officeDocument/2006/relationships/image" Target="../media/image69.png"/><Relationship Id="rId154" Type="http://schemas.openxmlformats.org/officeDocument/2006/relationships/customXml" Target="../ink/ink80.xml"/><Relationship Id="rId175" Type="http://schemas.openxmlformats.org/officeDocument/2006/relationships/image" Target="../media/image90.png"/><Relationship Id="rId196" Type="http://schemas.openxmlformats.org/officeDocument/2006/relationships/customXml" Target="../ink/ink101.xml"/><Relationship Id="rId200" Type="http://schemas.openxmlformats.org/officeDocument/2006/relationships/customXml" Target="../ink/ink103.xml"/><Relationship Id="rId16" Type="http://schemas.openxmlformats.org/officeDocument/2006/relationships/customXml" Target="../ink/ink11.xml"/><Relationship Id="rId221" Type="http://schemas.openxmlformats.org/officeDocument/2006/relationships/image" Target="../media/image113.png"/><Relationship Id="rId242" Type="http://schemas.openxmlformats.org/officeDocument/2006/relationships/customXml" Target="../ink/ink124.xml"/><Relationship Id="rId263" Type="http://schemas.openxmlformats.org/officeDocument/2006/relationships/image" Target="../media/image134.png"/><Relationship Id="rId284" Type="http://schemas.openxmlformats.org/officeDocument/2006/relationships/customXml" Target="../ink/ink145.xml"/><Relationship Id="rId37" Type="http://schemas.openxmlformats.org/officeDocument/2006/relationships/image" Target="../media/image21.png"/><Relationship Id="rId58" Type="http://schemas.openxmlformats.org/officeDocument/2006/relationships/customXml" Target="../ink/ink32.xml"/><Relationship Id="rId79" Type="http://schemas.openxmlformats.org/officeDocument/2006/relationships/image" Target="../media/image42.png"/><Relationship Id="rId102" Type="http://schemas.openxmlformats.org/officeDocument/2006/relationships/customXml" Target="../ink/ink54.xml"/><Relationship Id="rId123" Type="http://schemas.openxmlformats.org/officeDocument/2006/relationships/image" Target="../media/image64.png"/><Relationship Id="rId144" Type="http://schemas.openxmlformats.org/officeDocument/2006/relationships/customXml" Target="../ink/ink75.xml"/><Relationship Id="rId90" Type="http://schemas.openxmlformats.org/officeDocument/2006/relationships/customXml" Target="../ink/ink48.xml"/><Relationship Id="rId165" Type="http://schemas.openxmlformats.org/officeDocument/2006/relationships/image" Target="../media/image85.png"/><Relationship Id="rId186" Type="http://schemas.openxmlformats.org/officeDocument/2006/relationships/customXml" Target="../ink/ink96.xml"/><Relationship Id="rId211" Type="http://schemas.openxmlformats.org/officeDocument/2006/relationships/image" Target="../media/image108.png"/><Relationship Id="rId232" Type="http://schemas.openxmlformats.org/officeDocument/2006/relationships/customXml" Target="../ink/ink119.xml"/><Relationship Id="rId253" Type="http://schemas.openxmlformats.org/officeDocument/2006/relationships/image" Target="../media/image129.png"/><Relationship Id="rId274" Type="http://schemas.openxmlformats.org/officeDocument/2006/relationships/customXml" Target="../ink/ink140.xml"/><Relationship Id="rId27" Type="http://schemas.openxmlformats.org/officeDocument/2006/relationships/image" Target="../media/image16.png"/><Relationship Id="rId48" Type="http://schemas.openxmlformats.org/officeDocument/2006/relationships/customXml" Target="../ink/ink27.xml"/><Relationship Id="rId69" Type="http://schemas.openxmlformats.org/officeDocument/2006/relationships/image" Target="../media/image37.png"/><Relationship Id="rId113" Type="http://schemas.openxmlformats.org/officeDocument/2006/relationships/image" Target="../media/image59.png"/><Relationship Id="rId134" Type="http://schemas.openxmlformats.org/officeDocument/2006/relationships/customXml" Target="../ink/ink70.xml"/><Relationship Id="rId80" Type="http://schemas.openxmlformats.org/officeDocument/2006/relationships/customXml" Target="../ink/ink43.xml"/><Relationship Id="rId155" Type="http://schemas.openxmlformats.org/officeDocument/2006/relationships/image" Target="../media/image80.png"/><Relationship Id="rId176" Type="http://schemas.openxmlformats.org/officeDocument/2006/relationships/customXml" Target="../ink/ink91.xml"/><Relationship Id="rId197" Type="http://schemas.openxmlformats.org/officeDocument/2006/relationships/image" Target="../media/image101.png"/><Relationship Id="rId201" Type="http://schemas.openxmlformats.org/officeDocument/2006/relationships/image" Target="../media/image103.png"/><Relationship Id="rId222" Type="http://schemas.openxmlformats.org/officeDocument/2006/relationships/customXml" Target="../ink/ink114.xml"/><Relationship Id="rId243" Type="http://schemas.openxmlformats.org/officeDocument/2006/relationships/image" Target="../media/image124.png"/><Relationship Id="rId264" Type="http://schemas.openxmlformats.org/officeDocument/2006/relationships/customXml" Target="../ink/ink135.xml"/><Relationship Id="rId285" Type="http://schemas.openxmlformats.org/officeDocument/2006/relationships/image" Target="../media/image145.png"/><Relationship Id="rId17" Type="http://schemas.openxmlformats.org/officeDocument/2006/relationships/image" Target="../media/image11.png"/><Relationship Id="rId38" Type="http://schemas.openxmlformats.org/officeDocument/2006/relationships/customXml" Target="../ink/ink22.xml"/><Relationship Id="rId59" Type="http://schemas.openxmlformats.org/officeDocument/2006/relationships/image" Target="../media/image32.png"/><Relationship Id="rId103" Type="http://schemas.openxmlformats.org/officeDocument/2006/relationships/image" Target="../media/image54.png"/><Relationship Id="rId124" Type="http://schemas.openxmlformats.org/officeDocument/2006/relationships/customXml" Target="../ink/ink65.xml"/><Relationship Id="rId70" Type="http://schemas.openxmlformats.org/officeDocument/2006/relationships/customXml" Target="../ink/ink38.xml"/><Relationship Id="rId91" Type="http://schemas.openxmlformats.org/officeDocument/2006/relationships/image" Target="../media/image48.png"/><Relationship Id="rId145" Type="http://schemas.openxmlformats.org/officeDocument/2006/relationships/image" Target="../media/image75.png"/><Relationship Id="rId166" Type="http://schemas.openxmlformats.org/officeDocument/2006/relationships/customXml" Target="../ink/ink86.xml"/><Relationship Id="rId187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9.xml"/><Relationship Id="rId233" Type="http://schemas.openxmlformats.org/officeDocument/2006/relationships/image" Target="../media/image119.png"/><Relationship Id="rId254" Type="http://schemas.openxmlformats.org/officeDocument/2006/relationships/customXml" Target="../ink/ink130.xml"/><Relationship Id="rId28" Type="http://schemas.openxmlformats.org/officeDocument/2006/relationships/customXml" Target="../ink/ink17.xml"/><Relationship Id="rId49" Type="http://schemas.openxmlformats.org/officeDocument/2006/relationships/image" Target="../media/image27.png"/><Relationship Id="rId114" Type="http://schemas.openxmlformats.org/officeDocument/2006/relationships/customXml" Target="../ink/ink60.xml"/><Relationship Id="rId275" Type="http://schemas.openxmlformats.org/officeDocument/2006/relationships/image" Target="../media/image140.png"/><Relationship Id="rId60" Type="http://schemas.openxmlformats.org/officeDocument/2006/relationships/customXml" Target="../ink/ink33.xml"/><Relationship Id="rId81" Type="http://schemas.openxmlformats.org/officeDocument/2006/relationships/image" Target="../media/image43.png"/><Relationship Id="rId135" Type="http://schemas.openxmlformats.org/officeDocument/2006/relationships/image" Target="../media/image70.png"/><Relationship Id="rId156" Type="http://schemas.openxmlformats.org/officeDocument/2006/relationships/customXml" Target="../ink/ink81.xml"/><Relationship Id="rId177" Type="http://schemas.openxmlformats.org/officeDocument/2006/relationships/image" Target="../media/image91.png"/><Relationship Id="rId198" Type="http://schemas.openxmlformats.org/officeDocument/2006/relationships/customXml" Target="../ink/ink102.xml"/><Relationship Id="rId202" Type="http://schemas.openxmlformats.org/officeDocument/2006/relationships/customXml" Target="../ink/ink104.xml"/><Relationship Id="rId223" Type="http://schemas.openxmlformats.org/officeDocument/2006/relationships/image" Target="../media/image114.png"/><Relationship Id="rId244" Type="http://schemas.openxmlformats.org/officeDocument/2006/relationships/customXml" Target="../ink/ink125.xml"/><Relationship Id="rId18" Type="http://schemas.openxmlformats.org/officeDocument/2006/relationships/customXml" Target="../ink/ink12.xml"/><Relationship Id="rId39" Type="http://schemas.openxmlformats.org/officeDocument/2006/relationships/image" Target="../media/image22.png"/><Relationship Id="rId265" Type="http://schemas.openxmlformats.org/officeDocument/2006/relationships/image" Target="../media/image135.png"/><Relationship Id="rId286" Type="http://schemas.openxmlformats.org/officeDocument/2006/relationships/customXml" Target="../ink/ink146.xml"/><Relationship Id="rId50" Type="http://schemas.openxmlformats.org/officeDocument/2006/relationships/customXml" Target="../ink/ink28.xml"/><Relationship Id="rId104" Type="http://schemas.openxmlformats.org/officeDocument/2006/relationships/customXml" Target="../ink/ink55.xml"/><Relationship Id="rId125" Type="http://schemas.openxmlformats.org/officeDocument/2006/relationships/image" Target="../media/image65.png"/><Relationship Id="rId146" Type="http://schemas.openxmlformats.org/officeDocument/2006/relationships/customXml" Target="../ink/ink76.xml"/><Relationship Id="rId167" Type="http://schemas.openxmlformats.org/officeDocument/2006/relationships/image" Target="../media/image86.png"/><Relationship Id="rId188" Type="http://schemas.openxmlformats.org/officeDocument/2006/relationships/customXml" Target="../ink/ink97.xml"/><Relationship Id="rId71" Type="http://schemas.openxmlformats.org/officeDocument/2006/relationships/image" Target="../media/image38.png"/><Relationship Id="rId92" Type="http://schemas.openxmlformats.org/officeDocument/2006/relationships/customXml" Target="../ink/ink49.xml"/><Relationship Id="rId213" Type="http://schemas.openxmlformats.org/officeDocument/2006/relationships/image" Target="../media/image109.png"/><Relationship Id="rId234" Type="http://schemas.openxmlformats.org/officeDocument/2006/relationships/customXml" Target="../ink/ink120.xml"/><Relationship Id="rId2" Type="http://schemas.openxmlformats.org/officeDocument/2006/relationships/customXml" Target="../ink/ink4.xml"/><Relationship Id="rId29" Type="http://schemas.openxmlformats.org/officeDocument/2006/relationships/image" Target="../media/image17.png"/><Relationship Id="rId255" Type="http://schemas.openxmlformats.org/officeDocument/2006/relationships/image" Target="../media/image130.png"/><Relationship Id="rId276" Type="http://schemas.openxmlformats.org/officeDocument/2006/relationships/customXml" Target="../ink/ink141.xml"/><Relationship Id="rId40" Type="http://schemas.openxmlformats.org/officeDocument/2006/relationships/customXml" Target="../ink/ink23.xml"/><Relationship Id="rId115" Type="http://schemas.openxmlformats.org/officeDocument/2006/relationships/image" Target="../media/image60.png"/><Relationship Id="rId136" Type="http://schemas.openxmlformats.org/officeDocument/2006/relationships/customXml" Target="../ink/ink71.xml"/><Relationship Id="rId157" Type="http://schemas.openxmlformats.org/officeDocument/2006/relationships/image" Target="../media/image81.png"/><Relationship Id="rId178" Type="http://schemas.openxmlformats.org/officeDocument/2006/relationships/customXml" Target="../ink/ink92.xml"/><Relationship Id="rId61" Type="http://schemas.openxmlformats.org/officeDocument/2006/relationships/image" Target="../media/image33.png"/><Relationship Id="rId82" Type="http://schemas.openxmlformats.org/officeDocument/2006/relationships/customXml" Target="../ink/ink44.xml"/><Relationship Id="rId199" Type="http://schemas.openxmlformats.org/officeDocument/2006/relationships/image" Target="../media/image102.png"/><Relationship Id="rId203" Type="http://schemas.openxmlformats.org/officeDocument/2006/relationships/image" Target="../media/image104.png"/><Relationship Id="rId19" Type="http://schemas.openxmlformats.org/officeDocument/2006/relationships/image" Target="../media/image12.png"/><Relationship Id="rId224" Type="http://schemas.openxmlformats.org/officeDocument/2006/relationships/customXml" Target="../ink/ink115.xml"/><Relationship Id="rId245" Type="http://schemas.openxmlformats.org/officeDocument/2006/relationships/image" Target="../media/image125.png"/><Relationship Id="rId266" Type="http://schemas.openxmlformats.org/officeDocument/2006/relationships/customXml" Target="../ink/ink136.xml"/><Relationship Id="rId287" Type="http://schemas.openxmlformats.org/officeDocument/2006/relationships/image" Target="../media/image146.png"/><Relationship Id="rId30" Type="http://schemas.openxmlformats.org/officeDocument/2006/relationships/customXml" Target="../ink/ink18.xml"/><Relationship Id="rId105" Type="http://schemas.openxmlformats.org/officeDocument/2006/relationships/image" Target="../media/image55.png"/><Relationship Id="rId126" Type="http://schemas.openxmlformats.org/officeDocument/2006/relationships/customXml" Target="../ink/ink66.xml"/><Relationship Id="rId147" Type="http://schemas.openxmlformats.org/officeDocument/2006/relationships/image" Target="../media/image76.png"/><Relationship Id="rId168" Type="http://schemas.openxmlformats.org/officeDocument/2006/relationships/customXml" Target="../ink/ink87.xml"/><Relationship Id="rId51" Type="http://schemas.openxmlformats.org/officeDocument/2006/relationships/image" Target="../media/image28.png"/><Relationship Id="rId72" Type="http://schemas.openxmlformats.org/officeDocument/2006/relationships/customXml" Target="../ink/ink39.xml"/><Relationship Id="rId93" Type="http://schemas.openxmlformats.org/officeDocument/2006/relationships/image" Target="../media/image49.png"/><Relationship Id="rId189" Type="http://schemas.openxmlformats.org/officeDocument/2006/relationships/image" Target="../media/image97.png"/><Relationship Id="rId3" Type="http://schemas.openxmlformats.org/officeDocument/2006/relationships/image" Target="../media/image4.png"/><Relationship Id="rId214" Type="http://schemas.openxmlformats.org/officeDocument/2006/relationships/customXml" Target="../ink/ink110.xml"/><Relationship Id="rId235" Type="http://schemas.openxmlformats.org/officeDocument/2006/relationships/image" Target="../media/image120.png"/><Relationship Id="rId256" Type="http://schemas.openxmlformats.org/officeDocument/2006/relationships/customXml" Target="../ink/ink131.xml"/><Relationship Id="rId277" Type="http://schemas.openxmlformats.org/officeDocument/2006/relationships/image" Target="../media/image141.png"/><Relationship Id="rId116" Type="http://schemas.openxmlformats.org/officeDocument/2006/relationships/customXml" Target="../ink/ink61.xml"/><Relationship Id="rId137" Type="http://schemas.openxmlformats.org/officeDocument/2006/relationships/image" Target="../media/image71.png"/><Relationship Id="rId158" Type="http://schemas.openxmlformats.org/officeDocument/2006/relationships/customXml" Target="../ink/ink82.xml"/><Relationship Id="rId20" Type="http://schemas.openxmlformats.org/officeDocument/2006/relationships/customXml" Target="../ink/ink13.xml"/><Relationship Id="rId41" Type="http://schemas.openxmlformats.org/officeDocument/2006/relationships/image" Target="../media/image23.png"/><Relationship Id="rId62" Type="http://schemas.openxmlformats.org/officeDocument/2006/relationships/customXml" Target="../ink/ink34.xml"/><Relationship Id="rId83" Type="http://schemas.openxmlformats.org/officeDocument/2006/relationships/image" Target="../media/image44.png"/><Relationship Id="rId179" Type="http://schemas.openxmlformats.org/officeDocument/2006/relationships/image" Target="../media/image92.png"/><Relationship Id="rId190" Type="http://schemas.openxmlformats.org/officeDocument/2006/relationships/customXml" Target="../ink/ink98.xml"/><Relationship Id="rId204" Type="http://schemas.openxmlformats.org/officeDocument/2006/relationships/customXml" Target="../ink/ink105.xml"/><Relationship Id="rId225" Type="http://schemas.openxmlformats.org/officeDocument/2006/relationships/image" Target="../media/image115.png"/><Relationship Id="rId246" Type="http://schemas.openxmlformats.org/officeDocument/2006/relationships/customXml" Target="../ink/ink126.xml"/><Relationship Id="rId267" Type="http://schemas.openxmlformats.org/officeDocument/2006/relationships/image" Target="../media/image136.png"/><Relationship Id="rId288" Type="http://schemas.openxmlformats.org/officeDocument/2006/relationships/customXml" Target="../ink/ink147.xml"/><Relationship Id="rId106" Type="http://schemas.openxmlformats.org/officeDocument/2006/relationships/customXml" Target="../ink/ink56.xml"/><Relationship Id="rId127" Type="http://schemas.openxmlformats.org/officeDocument/2006/relationships/image" Target="../media/image66.png"/><Relationship Id="rId10" Type="http://schemas.openxmlformats.org/officeDocument/2006/relationships/customXml" Target="../ink/ink8.xml"/><Relationship Id="rId31" Type="http://schemas.openxmlformats.org/officeDocument/2006/relationships/image" Target="../media/image18.png"/><Relationship Id="rId52" Type="http://schemas.openxmlformats.org/officeDocument/2006/relationships/customXml" Target="../ink/ink29.xml"/><Relationship Id="rId73" Type="http://schemas.openxmlformats.org/officeDocument/2006/relationships/image" Target="../media/image39.png"/><Relationship Id="rId94" Type="http://schemas.openxmlformats.org/officeDocument/2006/relationships/customXml" Target="../ink/ink50.xml"/><Relationship Id="rId148" Type="http://schemas.openxmlformats.org/officeDocument/2006/relationships/customXml" Target="../ink/ink77.xml"/><Relationship Id="rId169" Type="http://schemas.openxmlformats.org/officeDocument/2006/relationships/image" Target="../media/image87.png"/><Relationship Id="rId4" Type="http://schemas.openxmlformats.org/officeDocument/2006/relationships/customXml" Target="../ink/ink5.xml"/><Relationship Id="rId180" Type="http://schemas.openxmlformats.org/officeDocument/2006/relationships/customXml" Target="../ink/ink93.xml"/><Relationship Id="rId215" Type="http://schemas.openxmlformats.org/officeDocument/2006/relationships/image" Target="../media/image110.png"/><Relationship Id="rId236" Type="http://schemas.openxmlformats.org/officeDocument/2006/relationships/customXml" Target="../ink/ink121.xml"/><Relationship Id="rId257" Type="http://schemas.openxmlformats.org/officeDocument/2006/relationships/image" Target="../media/image131.png"/><Relationship Id="rId278" Type="http://schemas.openxmlformats.org/officeDocument/2006/relationships/customXml" Target="../ink/ink142.xml"/><Relationship Id="rId42" Type="http://schemas.openxmlformats.org/officeDocument/2006/relationships/customXml" Target="../ink/ink24.xml"/><Relationship Id="rId84" Type="http://schemas.openxmlformats.org/officeDocument/2006/relationships/customXml" Target="../ink/ink45.xml"/><Relationship Id="rId138" Type="http://schemas.openxmlformats.org/officeDocument/2006/relationships/customXml" Target="../ink/ink72.xml"/><Relationship Id="rId191" Type="http://schemas.openxmlformats.org/officeDocument/2006/relationships/image" Target="../media/image98.png"/><Relationship Id="rId205" Type="http://schemas.openxmlformats.org/officeDocument/2006/relationships/image" Target="../media/image105.png"/><Relationship Id="rId247" Type="http://schemas.openxmlformats.org/officeDocument/2006/relationships/image" Target="../media/image126.png"/><Relationship Id="rId107" Type="http://schemas.openxmlformats.org/officeDocument/2006/relationships/image" Target="../media/image56.png"/><Relationship Id="rId289" Type="http://schemas.openxmlformats.org/officeDocument/2006/relationships/image" Target="../media/image147.png"/><Relationship Id="rId11" Type="http://schemas.openxmlformats.org/officeDocument/2006/relationships/image" Target="../media/image8.png"/><Relationship Id="rId53" Type="http://schemas.openxmlformats.org/officeDocument/2006/relationships/image" Target="../media/image29.png"/><Relationship Id="rId149" Type="http://schemas.openxmlformats.org/officeDocument/2006/relationships/image" Target="../media/image77.png"/><Relationship Id="rId95" Type="http://schemas.openxmlformats.org/officeDocument/2006/relationships/image" Target="../media/image50.png"/><Relationship Id="rId160" Type="http://schemas.openxmlformats.org/officeDocument/2006/relationships/customXml" Target="../ink/ink83.xml"/><Relationship Id="rId216" Type="http://schemas.openxmlformats.org/officeDocument/2006/relationships/customXml" Target="../ink/ink111.xml"/><Relationship Id="rId258" Type="http://schemas.openxmlformats.org/officeDocument/2006/relationships/customXml" Target="../ink/ink132.xml"/><Relationship Id="rId22" Type="http://schemas.openxmlformats.org/officeDocument/2006/relationships/customXml" Target="../ink/ink14.xml"/><Relationship Id="rId64" Type="http://schemas.openxmlformats.org/officeDocument/2006/relationships/customXml" Target="../ink/ink35.xml"/><Relationship Id="rId118" Type="http://schemas.openxmlformats.org/officeDocument/2006/relationships/customXml" Target="../ink/ink62.xml"/><Relationship Id="rId171" Type="http://schemas.openxmlformats.org/officeDocument/2006/relationships/image" Target="../media/image88.png"/><Relationship Id="rId227" Type="http://schemas.openxmlformats.org/officeDocument/2006/relationships/image" Target="../media/image116.png"/><Relationship Id="rId269" Type="http://schemas.openxmlformats.org/officeDocument/2006/relationships/image" Target="../media/image137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7.png"/><Relationship Id="rId21" Type="http://schemas.openxmlformats.org/officeDocument/2006/relationships/image" Target="../media/image159.png"/><Relationship Id="rId42" Type="http://schemas.openxmlformats.org/officeDocument/2006/relationships/customXml" Target="../ink/ink170.xml"/><Relationship Id="rId63" Type="http://schemas.openxmlformats.org/officeDocument/2006/relationships/image" Target="../media/image180.png"/><Relationship Id="rId84" Type="http://schemas.openxmlformats.org/officeDocument/2006/relationships/customXml" Target="../ink/ink191.xml"/><Relationship Id="rId138" Type="http://schemas.openxmlformats.org/officeDocument/2006/relationships/customXml" Target="../ink/ink218.xml"/><Relationship Id="rId159" Type="http://schemas.openxmlformats.org/officeDocument/2006/relationships/image" Target="../media/image228.png"/><Relationship Id="rId170" Type="http://schemas.openxmlformats.org/officeDocument/2006/relationships/customXml" Target="../ink/ink234.xml"/><Relationship Id="rId191" Type="http://schemas.openxmlformats.org/officeDocument/2006/relationships/image" Target="../media/image244.png"/><Relationship Id="rId205" Type="http://schemas.openxmlformats.org/officeDocument/2006/relationships/image" Target="../media/image251.png"/><Relationship Id="rId107" Type="http://schemas.openxmlformats.org/officeDocument/2006/relationships/image" Target="../media/image202.png"/><Relationship Id="rId11" Type="http://schemas.openxmlformats.org/officeDocument/2006/relationships/image" Target="../media/image154.png"/><Relationship Id="rId32" Type="http://schemas.openxmlformats.org/officeDocument/2006/relationships/customXml" Target="../ink/ink165.xml"/><Relationship Id="rId53" Type="http://schemas.openxmlformats.org/officeDocument/2006/relationships/image" Target="../media/image175.png"/><Relationship Id="rId74" Type="http://schemas.openxmlformats.org/officeDocument/2006/relationships/customXml" Target="../ink/ink186.xml"/><Relationship Id="rId128" Type="http://schemas.openxmlformats.org/officeDocument/2006/relationships/customXml" Target="../ink/ink213.xml"/><Relationship Id="rId149" Type="http://schemas.openxmlformats.org/officeDocument/2006/relationships/image" Target="../media/image223.png"/><Relationship Id="rId5" Type="http://schemas.openxmlformats.org/officeDocument/2006/relationships/image" Target="../media/image151.png"/><Relationship Id="rId95" Type="http://schemas.openxmlformats.org/officeDocument/2006/relationships/image" Target="../media/image196.png"/><Relationship Id="rId160" Type="http://schemas.openxmlformats.org/officeDocument/2006/relationships/customXml" Target="../ink/ink229.xml"/><Relationship Id="rId181" Type="http://schemas.openxmlformats.org/officeDocument/2006/relationships/image" Target="../media/image239.png"/><Relationship Id="rId22" Type="http://schemas.openxmlformats.org/officeDocument/2006/relationships/customXml" Target="../ink/ink160.xml"/><Relationship Id="rId43" Type="http://schemas.openxmlformats.org/officeDocument/2006/relationships/image" Target="../media/image170.png"/><Relationship Id="rId64" Type="http://schemas.openxmlformats.org/officeDocument/2006/relationships/customXml" Target="../ink/ink181.xml"/><Relationship Id="rId118" Type="http://schemas.openxmlformats.org/officeDocument/2006/relationships/customXml" Target="../ink/ink208.xml"/><Relationship Id="rId139" Type="http://schemas.openxmlformats.org/officeDocument/2006/relationships/image" Target="../media/image218.png"/><Relationship Id="rId85" Type="http://schemas.openxmlformats.org/officeDocument/2006/relationships/image" Target="../media/image191.png"/><Relationship Id="rId150" Type="http://schemas.openxmlformats.org/officeDocument/2006/relationships/customXml" Target="../ink/ink224.xml"/><Relationship Id="rId171" Type="http://schemas.openxmlformats.org/officeDocument/2006/relationships/image" Target="../media/image234.png"/><Relationship Id="rId192" Type="http://schemas.openxmlformats.org/officeDocument/2006/relationships/customXml" Target="../ink/ink245.xml"/><Relationship Id="rId206" Type="http://schemas.openxmlformats.org/officeDocument/2006/relationships/customXml" Target="../ink/ink252.xml"/><Relationship Id="rId12" Type="http://schemas.openxmlformats.org/officeDocument/2006/relationships/customXml" Target="../ink/ink155.xml"/><Relationship Id="rId33" Type="http://schemas.openxmlformats.org/officeDocument/2006/relationships/image" Target="../media/image165.png"/><Relationship Id="rId108" Type="http://schemas.openxmlformats.org/officeDocument/2006/relationships/customXml" Target="../ink/ink203.xml"/><Relationship Id="rId129" Type="http://schemas.openxmlformats.org/officeDocument/2006/relationships/image" Target="../media/image213.png"/><Relationship Id="rId54" Type="http://schemas.openxmlformats.org/officeDocument/2006/relationships/customXml" Target="../ink/ink176.xml"/><Relationship Id="rId75" Type="http://schemas.openxmlformats.org/officeDocument/2006/relationships/image" Target="../media/image186.png"/><Relationship Id="rId96" Type="http://schemas.openxmlformats.org/officeDocument/2006/relationships/customXml" Target="../ink/ink197.xml"/><Relationship Id="rId140" Type="http://schemas.openxmlformats.org/officeDocument/2006/relationships/customXml" Target="../ink/ink219.xml"/><Relationship Id="rId161" Type="http://schemas.openxmlformats.org/officeDocument/2006/relationships/image" Target="../media/image229.png"/><Relationship Id="rId182" Type="http://schemas.openxmlformats.org/officeDocument/2006/relationships/customXml" Target="../ink/ink240.xml"/><Relationship Id="rId6" Type="http://schemas.openxmlformats.org/officeDocument/2006/relationships/customXml" Target="../ink/ink152.xml"/><Relationship Id="rId23" Type="http://schemas.openxmlformats.org/officeDocument/2006/relationships/image" Target="../media/image160.png"/><Relationship Id="rId119" Type="http://schemas.openxmlformats.org/officeDocument/2006/relationships/image" Target="../media/image208.png"/><Relationship Id="rId44" Type="http://schemas.openxmlformats.org/officeDocument/2006/relationships/customXml" Target="../ink/ink171.xml"/><Relationship Id="rId65" Type="http://schemas.openxmlformats.org/officeDocument/2006/relationships/image" Target="../media/image181.png"/><Relationship Id="rId86" Type="http://schemas.openxmlformats.org/officeDocument/2006/relationships/customXml" Target="../ink/ink192.xml"/><Relationship Id="rId130" Type="http://schemas.openxmlformats.org/officeDocument/2006/relationships/customXml" Target="../ink/ink214.xml"/><Relationship Id="rId151" Type="http://schemas.openxmlformats.org/officeDocument/2006/relationships/image" Target="../media/image224.png"/><Relationship Id="rId172" Type="http://schemas.openxmlformats.org/officeDocument/2006/relationships/customXml" Target="../ink/ink235.xml"/><Relationship Id="rId193" Type="http://schemas.openxmlformats.org/officeDocument/2006/relationships/image" Target="../media/image245.png"/><Relationship Id="rId207" Type="http://schemas.openxmlformats.org/officeDocument/2006/relationships/image" Target="../media/image252.png"/><Relationship Id="rId13" Type="http://schemas.openxmlformats.org/officeDocument/2006/relationships/image" Target="../media/image155.png"/><Relationship Id="rId109" Type="http://schemas.openxmlformats.org/officeDocument/2006/relationships/image" Target="../media/image203.png"/><Relationship Id="rId34" Type="http://schemas.openxmlformats.org/officeDocument/2006/relationships/customXml" Target="../ink/ink166.xml"/><Relationship Id="rId55" Type="http://schemas.openxmlformats.org/officeDocument/2006/relationships/image" Target="../media/image176.png"/><Relationship Id="rId76" Type="http://schemas.openxmlformats.org/officeDocument/2006/relationships/customXml" Target="../ink/ink187.xml"/><Relationship Id="rId97" Type="http://schemas.openxmlformats.org/officeDocument/2006/relationships/image" Target="../media/image197.png"/><Relationship Id="rId120" Type="http://schemas.openxmlformats.org/officeDocument/2006/relationships/customXml" Target="../ink/ink209.xml"/><Relationship Id="rId141" Type="http://schemas.openxmlformats.org/officeDocument/2006/relationships/image" Target="../media/image219.png"/><Relationship Id="rId7" Type="http://schemas.openxmlformats.org/officeDocument/2006/relationships/image" Target="../media/image152.png"/><Relationship Id="rId162" Type="http://schemas.openxmlformats.org/officeDocument/2006/relationships/customXml" Target="../ink/ink230.xml"/><Relationship Id="rId183" Type="http://schemas.openxmlformats.org/officeDocument/2006/relationships/image" Target="../media/image240.png"/><Relationship Id="rId24" Type="http://schemas.openxmlformats.org/officeDocument/2006/relationships/customXml" Target="../ink/ink161.xml"/><Relationship Id="rId45" Type="http://schemas.openxmlformats.org/officeDocument/2006/relationships/image" Target="../media/image171.png"/><Relationship Id="rId66" Type="http://schemas.openxmlformats.org/officeDocument/2006/relationships/customXml" Target="../ink/ink182.xml"/><Relationship Id="rId87" Type="http://schemas.openxmlformats.org/officeDocument/2006/relationships/image" Target="../media/image192.png"/><Relationship Id="rId110" Type="http://schemas.openxmlformats.org/officeDocument/2006/relationships/customXml" Target="../ink/ink204.xml"/><Relationship Id="rId131" Type="http://schemas.openxmlformats.org/officeDocument/2006/relationships/image" Target="../media/image214.png"/><Relationship Id="rId152" Type="http://schemas.openxmlformats.org/officeDocument/2006/relationships/customXml" Target="../ink/ink225.xml"/><Relationship Id="rId173" Type="http://schemas.openxmlformats.org/officeDocument/2006/relationships/image" Target="../media/image235.png"/><Relationship Id="rId194" Type="http://schemas.openxmlformats.org/officeDocument/2006/relationships/customXml" Target="../ink/ink246.xml"/><Relationship Id="rId208" Type="http://schemas.openxmlformats.org/officeDocument/2006/relationships/customXml" Target="../ink/ink253.xml"/><Relationship Id="rId19" Type="http://schemas.openxmlformats.org/officeDocument/2006/relationships/image" Target="../media/image158.png"/><Relationship Id="rId14" Type="http://schemas.openxmlformats.org/officeDocument/2006/relationships/customXml" Target="../ink/ink156.xml"/><Relationship Id="rId30" Type="http://schemas.openxmlformats.org/officeDocument/2006/relationships/customXml" Target="../ink/ink164.xml"/><Relationship Id="rId35" Type="http://schemas.openxmlformats.org/officeDocument/2006/relationships/image" Target="../media/image166.png"/><Relationship Id="rId56" Type="http://schemas.openxmlformats.org/officeDocument/2006/relationships/customXml" Target="../ink/ink177.xml"/><Relationship Id="rId77" Type="http://schemas.openxmlformats.org/officeDocument/2006/relationships/image" Target="../media/image187.png"/><Relationship Id="rId100" Type="http://schemas.openxmlformats.org/officeDocument/2006/relationships/customXml" Target="../ink/ink199.xml"/><Relationship Id="rId105" Type="http://schemas.openxmlformats.org/officeDocument/2006/relationships/image" Target="../media/image201.png"/><Relationship Id="rId126" Type="http://schemas.openxmlformats.org/officeDocument/2006/relationships/customXml" Target="../ink/ink212.xml"/><Relationship Id="rId147" Type="http://schemas.openxmlformats.org/officeDocument/2006/relationships/image" Target="../media/image222.png"/><Relationship Id="rId168" Type="http://schemas.openxmlformats.org/officeDocument/2006/relationships/customXml" Target="../ink/ink233.xml"/><Relationship Id="rId8" Type="http://schemas.openxmlformats.org/officeDocument/2006/relationships/customXml" Target="../ink/ink153.xml"/><Relationship Id="rId51" Type="http://schemas.openxmlformats.org/officeDocument/2006/relationships/image" Target="../media/image174.png"/><Relationship Id="rId72" Type="http://schemas.openxmlformats.org/officeDocument/2006/relationships/customXml" Target="../ink/ink185.xml"/><Relationship Id="rId93" Type="http://schemas.openxmlformats.org/officeDocument/2006/relationships/image" Target="../media/image195.png"/><Relationship Id="rId98" Type="http://schemas.openxmlformats.org/officeDocument/2006/relationships/customXml" Target="../ink/ink198.xml"/><Relationship Id="rId121" Type="http://schemas.openxmlformats.org/officeDocument/2006/relationships/image" Target="../media/image209.png"/><Relationship Id="rId142" Type="http://schemas.openxmlformats.org/officeDocument/2006/relationships/customXml" Target="../ink/ink220.xml"/><Relationship Id="rId163" Type="http://schemas.openxmlformats.org/officeDocument/2006/relationships/image" Target="../media/image230.png"/><Relationship Id="rId184" Type="http://schemas.openxmlformats.org/officeDocument/2006/relationships/customXml" Target="../ink/ink241.xml"/><Relationship Id="rId189" Type="http://schemas.openxmlformats.org/officeDocument/2006/relationships/image" Target="../media/image243.png"/><Relationship Id="rId3" Type="http://schemas.openxmlformats.org/officeDocument/2006/relationships/image" Target="../media/image150.png"/><Relationship Id="rId25" Type="http://schemas.openxmlformats.org/officeDocument/2006/relationships/image" Target="../media/image161.png"/><Relationship Id="rId46" Type="http://schemas.openxmlformats.org/officeDocument/2006/relationships/customXml" Target="../ink/ink172.xml"/><Relationship Id="rId67" Type="http://schemas.openxmlformats.org/officeDocument/2006/relationships/image" Target="../media/image182.png"/><Relationship Id="rId116" Type="http://schemas.openxmlformats.org/officeDocument/2006/relationships/customXml" Target="../ink/ink207.xml"/><Relationship Id="rId137" Type="http://schemas.openxmlformats.org/officeDocument/2006/relationships/image" Target="../media/image217.png"/><Relationship Id="rId158" Type="http://schemas.openxmlformats.org/officeDocument/2006/relationships/customXml" Target="../ink/ink228.xml"/><Relationship Id="rId20" Type="http://schemas.openxmlformats.org/officeDocument/2006/relationships/customXml" Target="../ink/ink159.xml"/><Relationship Id="rId41" Type="http://schemas.openxmlformats.org/officeDocument/2006/relationships/image" Target="../media/image169.png"/><Relationship Id="rId62" Type="http://schemas.openxmlformats.org/officeDocument/2006/relationships/customXml" Target="../ink/ink180.xml"/><Relationship Id="rId83" Type="http://schemas.openxmlformats.org/officeDocument/2006/relationships/image" Target="../media/image190.png"/><Relationship Id="rId88" Type="http://schemas.openxmlformats.org/officeDocument/2006/relationships/customXml" Target="../ink/ink193.xml"/><Relationship Id="rId111" Type="http://schemas.openxmlformats.org/officeDocument/2006/relationships/image" Target="../media/image204.png"/><Relationship Id="rId132" Type="http://schemas.openxmlformats.org/officeDocument/2006/relationships/customXml" Target="../ink/ink215.xml"/><Relationship Id="rId153" Type="http://schemas.openxmlformats.org/officeDocument/2006/relationships/image" Target="../media/image225.png"/><Relationship Id="rId174" Type="http://schemas.openxmlformats.org/officeDocument/2006/relationships/customXml" Target="../ink/ink236.xml"/><Relationship Id="rId179" Type="http://schemas.openxmlformats.org/officeDocument/2006/relationships/image" Target="../media/image238.png"/><Relationship Id="rId195" Type="http://schemas.openxmlformats.org/officeDocument/2006/relationships/image" Target="../media/image246.png"/><Relationship Id="rId209" Type="http://schemas.openxmlformats.org/officeDocument/2006/relationships/image" Target="../media/image253.png"/><Relationship Id="rId190" Type="http://schemas.openxmlformats.org/officeDocument/2006/relationships/customXml" Target="../ink/ink244.xml"/><Relationship Id="rId204" Type="http://schemas.openxmlformats.org/officeDocument/2006/relationships/customXml" Target="../ink/ink251.xml"/><Relationship Id="rId15" Type="http://schemas.openxmlformats.org/officeDocument/2006/relationships/image" Target="../media/image156.png"/><Relationship Id="rId36" Type="http://schemas.openxmlformats.org/officeDocument/2006/relationships/customXml" Target="../ink/ink167.xml"/><Relationship Id="rId57" Type="http://schemas.openxmlformats.org/officeDocument/2006/relationships/image" Target="../media/image177.png"/><Relationship Id="rId106" Type="http://schemas.openxmlformats.org/officeDocument/2006/relationships/customXml" Target="../ink/ink202.xml"/><Relationship Id="rId127" Type="http://schemas.openxmlformats.org/officeDocument/2006/relationships/image" Target="../media/image212.png"/><Relationship Id="rId10" Type="http://schemas.openxmlformats.org/officeDocument/2006/relationships/customXml" Target="../ink/ink154.xml"/><Relationship Id="rId31" Type="http://schemas.openxmlformats.org/officeDocument/2006/relationships/image" Target="../media/image164.png"/><Relationship Id="rId52" Type="http://schemas.openxmlformats.org/officeDocument/2006/relationships/customXml" Target="../ink/ink175.xml"/><Relationship Id="rId73" Type="http://schemas.openxmlformats.org/officeDocument/2006/relationships/image" Target="../media/image185.png"/><Relationship Id="rId78" Type="http://schemas.openxmlformats.org/officeDocument/2006/relationships/customXml" Target="../ink/ink188.xml"/><Relationship Id="rId94" Type="http://schemas.openxmlformats.org/officeDocument/2006/relationships/customXml" Target="../ink/ink196.xml"/><Relationship Id="rId99" Type="http://schemas.openxmlformats.org/officeDocument/2006/relationships/image" Target="../media/image198.png"/><Relationship Id="rId101" Type="http://schemas.openxmlformats.org/officeDocument/2006/relationships/image" Target="../media/image199.png"/><Relationship Id="rId122" Type="http://schemas.openxmlformats.org/officeDocument/2006/relationships/customXml" Target="../ink/ink210.xml"/><Relationship Id="rId143" Type="http://schemas.openxmlformats.org/officeDocument/2006/relationships/image" Target="../media/image220.png"/><Relationship Id="rId148" Type="http://schemas.openxmlformats.org/officeDocument/2006/relationships/customXml" Target="../ink/ink223.xml"/><Relationship Id="rId164" Type="http://schemas.openxmlformats.org/officeDocument/2006/relationships/customXml" Target="../ink/ink231.xml"/><Relationship Id="rId169" Type="http://schemas.openxmlformats.org/officeDocument/2006/relationships/image" Target="../media/image233.png"/><Relationship Id="rId185" Type="http://schemas.openxmlformats.org/officeDocument/2006/relationships/image" Target="../media/image241.png"/><Relationship Id="rId4" Type="http://schemas.openxmlformats.org/officeDocument/2006/relationships/customXml" Target="../ink/ink151.xml"/><Relationship Id="rId9" Type="http://schemas.openxmlformats.org/officeDocument/2006/relationships/image" Target="../media/image153.png"/><Relationship Id="rId180" Type="http://schemas.openxmlformats.org/officeDocument/2006/relationships/customXml" Target="../ink/ink239.xml"/><Relationship Id="rId210" Type="http://schemas.openxmlformats.org/officeDocument/2006/relationships/customXml" Target="../ink/ink254.xml"/><Relationship Id="rId26" Type="http://schemas.openxmlformats.org/officeDocument/2006/relationships/customXml" Target="../ink/ink162.xml"/><Relationship Id="rId47" Type="http://schemas.openxmlformats.org/officeDocument/2006/relationships/image" Target="../media/image172.png"/><Relationship Id="rId68" Type="http://schemas.openxmlformats.org/officeDocument/2006/relationships/customXml" Target="../ink/ink183.xml"/><Relationship Id="rId89" Type="http://schemas.openxmlformats.org/officeDocument/2006/relationships/image" Target="../media/image193.png"/><Relationship Id="rId112" Type="http://schemas.openxmlformats.org/officeDocument/2006/relationships/customXml" Target="../ink/ink205.xml"/><Relationship Id="rId133" Type="http://schemas.openxmlformats.org/officeDocument/2006/relationships/image" Target="../media/image215.png"/><Relationship Id="rId154" Type="http://schemas.openxmlformats.org/officeDocument/2006/relationships/customXml" Target="../ink/ink226.xml"/><Relationship Id="rId175" Type="http://schemas.openxmlformats.org/officeDocument/2006/relationships/image" Target="../media/image236.png"/><Relationship Id="rId196" Type="http://schemas.openxmlformats.org/officeDocument/2006/relationships/customXml" Target="../ink/ink247.xml"/><Relationship Id="rId200" Type="http://schemas.openxmlformats.org/officeDocument/2006/relationships/customXml" Target="../ink/ink249.xml"/><Relationship Id="rId16" Type="http://schemas.openxmlformats.org/officeDocument/2006/relationships/customXml" Target="../ink/ink157.xml"/><Relationship Id="rId37" Type="http://schemas.openxmlformats.org/officeDocument/2006/relationships/image" Target="../media/image167.png"/><Relationship Id="rId58" Type="http://schemas.openxmlformats.org/officeDocument/2006/relationships/customXml" Target="../ink/ink178.xml"/><Relationship Id="rId79" Type="http://schemas.openxmlformats.org/officeDocument/2006/relationships/image" Target="../media/image188.png"/><Relationship Id="rId102" Type="http://schemas.openxmlformats.org/officeDocument/2006/relationships/customXml" Target="../ink/ink200.xml"/><Relationship Id="rId123" Type="http://schemas.openxmlformats.org/officeDocument/2006/relationships/image" Target="../media/image210.png"/><Relationship Id="rId144" Type="http://schemas.openxmlformats.org/officeDocument/2006/relationships/customXml" Target="../ink/ink221.xml"/><Relationship Id="rId90" Type="http://schemas.openxmlformats.org/officeDocument/2006/relationships/customXml" Target="../ink/ink194.xml"/><Relationship Id="rId165" Type="http://schemas.openxmlformats.org/officeDocument/2006/relationships/image" Target="../media/image231.png"/><Relationship Id="rId186" Type="http://schemas.openxmlformats.org/officeDocument/2006/relationships/customXml" Target="../ink/ink242.xml"/><Relationship Id="rId211" Type="http://schemas.openxmlformats.org/officeDocument/2006/relationships/image" Target="../media/image254.png"/><Relationship Id="rId27" Type="http://schemas.openxmlformats.org/officeDocument/2006/relationships/image" Target="../media/image162.png"/><Relationship Id="rId48" Type="http://schemas.openxmlformats.org/officeDocument/2006/relationships/customXml" Target="../ink/ink173.xml"/><Relationship Id="rId69" Type="http://schemas.openxmlformats.org/officeDocument/2006/relationships/image" Target="../media/image183.png"/><Relationship Id="rId113" Type="http://schemas.openxmlformats.org/officeDocument/2006/relationships/image" Target="../media/image205.png"/><Relationship Id="rId134" Type="http://schemas.openxmlformats.org/officeDocument/2006/relationships/customXml" Target="../ink/ink216.xml"/><Relationship Id="rId80" Type="http://schemas.openxmlformats.org/officeDocument/2006/relationships/customXml" Target="../ink/ink189.xml"/><Relationship Id="rId155" Type="http://schemas.openxmlformats.org/officeDocument/2006/relationships/image" Target="../media/image226.png"/><Relationship Id="rId176" Type="http://schemas.openxmlformats.org/officeDocument/2006/relationships/customXml" Target="../ink/ink237.xml"/><Relationship Id="rId197" Type="http://schemas.openxmlformats.org/officeDocument/2006/relationships/image" Target="../media/image247.png"/><Relationship Id="rId201" Type="http://schemas.openxmlformats.org/officeDocument/2006/relationships/image" Target="../media/image249.png"/><Relationship Id="rId17" Type="http://schemas.openxmlformats.org/officeDocument/2006/relationships/image" Target="../media/image157.png"/><Relationship Id="rId38" Type="http://schemas.openxmlformats.org/officeDocument/2006/relationships/customXml" Target="../ink/ink168.xml"/><Relationship Id="rId59" Type="http://schemas.openxmlformats.org/officeDocument/2006/relationships/image" Target="../media/image178.png"/><Relationship Id="rId103" Type="http://schemas.openxmlformats.org/officeDocument/2006/relationships/image" Target="../media/image200.png"/><Relationship Id="rId124" Type="http://schemas.openxmlformats.org/officeDocument/2006/relationships/customXml" Target="../ink/ink211.xml"/><Relationship Id="rId70" Type="http://schemas.openxmlformats.org/officeDocument/2006/relationships/customXml" Target="../ink/ink184.xml"/><Relationship Id="rId91" Type="http://schemas.openxmlformats.org/officeDocument/2006/relationships/image" Target="../media/image194.png"/><Relationship Id="rId145" Type="http://schemas.openxmlformats.org/officeDocument/2006/relationships/image" Target="../media/image221.png"/><Relationship Id="rId166" Type="http://schemas.openxmlformats.org/officeDocument/2006/relationships/customXml" Target="../ink/ink232.xml"/><Relationship Id="rId187" Type="http://schemas.openxmlformats.org/officeDocument/2006/relationships/image" Target="../media/image24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5.xml"/><Relationship Id="rId28" Type="http://schemas.openxmlformats.org/officeDocument/2006/relationships/customXml" Target="../ink/ink163.xml"/><Relationship Id="rId49" Type="http://schemas.openxmlformats.org/officeDocument/2006/relationships/image" Target="../media/image173.png"/><Relationship Id="rId114" Type="http://schemas.openxmlformats.org/officeDocument/2006/relationships/customXml" Target="../ink/ink206.xml"/><Relationship Id="rId60" Type="http://schemas.openxmlformats.org/officeDocument/2006/relationships/customXml" Target="../ink/ink179.xml"/><Relationship Id="rId81" Type="http://schemas.openxmlformats.org/officeDocument/2006/relationships/image" Target="../media/image189.png"/><Relationship Id="rId135" Type="http://schemas.openxmlformats.org/officeDocument/2006/relationships/image" Target="../media/image216.png"/><Relationship Id="rId156" Type="http://schemas.openxmlformats.org/officeDocument/2006/relationships/customXml" Target="../ink/ink227.xml"/><Relationship Id="rId177" Type="http://schemas.openxmlformats.org/officeDocument/2006/relationships/image" Target="../media/image237.png"/><Relationship Id="rId198" Type="http://schemas.openxmlformats.org/officeDocument/2006/relationships/customXml" Target="../ink/ink248.xml"/><Relationship Id="rId202" Type="http://schemas.openxmlformats.org/officeDocument/2006/relationships/customXml" Target="../ink/ink250.xml"/><Relationship Id="rId18" Type="http://schemas.openxmlformats.org/officeDocument/2006/relationships/customXml" Target="../ink/ink158.xml"/><Relationship Id="rId39" Type="http://schemas.openxmlformats.org/officeDocument/2006/relationships/image" Target="../media/image168.png"/><Relationship Id="rId50" Type="http://schemas.openxmlformats.org/officeDocument/2006/relationships/customXml" Target="../ink/ink174.xml"/><Relationship Id="rId104" Type="http://schemas.openxmlformats.org/officeDocument/2006/relationships/customXml" Target="../ink/ink201.xml"/><Relationship Id="rId125" Type="http://schemas.openxmlformats.org/officeDocument/2006/relationships/image" Target="../media/image211.png"/><Relationship Id="rId146" Type="http://schemas.openxmlformats.org/officeDocument/2006/relationships/customXml" Target="../ink/ink222.xml"/><Relationship Id="rId167" Type="http://schemas.openxmlformats.org/officeDocument/2006/relationships/image" Target="../media/image232.png"/><Relationship Id="rId188" Type="http://schemas.openxmlformats.org/officeDocument/2006/relationships/customXml" Target="../ink/ink243.xml"/><Relationship Id="rId71" Type="http://schemas.openxmlformats.org/officeDocument/2006/relationships/image" Target="../media/image184.png"/><Relationship Id="rId92" Type="http://schemas.openxmlformats.org/officeDocument/2006/relationships/customXml" Target="../ink/ink195.xml"/><Relationship Id="rId213" Type="http://schemas.openxmlformats.org/officeDocument/2006/relationships/image" Target="../media/image255.png"/><Relationship Id="rId2" Type="http://schemas.openxmlformats.org/officeDocument/2006/relationships/customXml" Target="../ink/ink150.xml"/><Relationship Id="rId29" Type="http://schemas.openxmlformats.org/officeDocument/2006/relationships/image" Target="../media/image163.png"/><Relationship Id="rId40" Type="http://schemas.openxmlformats.org/officeDocument/2006/relationships/customXml" Target="../ink/ink169.xml"/><Relationship Id="rId115" Type="http://schemas.openxmlformats.org/officeDocument/2006/relationships/image" Target="../media/image206.png"/><Relationship Id="rId136" Type="http://schemas.openxmlformats.org/officeDocument/2006/relationships/customXml" Target="../ink/ink217.xml"/><Relationship Id="rId157" Type="http://schemas.openxmlformats.org/officeDocument/2006/relationships/image" Target="../media/image227.png"/><Relationship Id="rId178" Type="http://schemas.openxmlformats.org/officeDocument/2006/relationships/customXml" Target="../ink/ink238.xml"/><Relationship Id="rId61" Type="http://schemas.openxmlformats.org/officeDocument/2006/relationships/image" Target="../media/image179.png"/><Relationship Id="rId82" Type="http://schemas.openxmlformats.org/officeDocument/2006/relationships/customXml" Target="../ink/ink190.xml"/><Relationship Id="rId199" Type="http://schemas.openxmlformats.org/officeDocument/2006/relationships/image" Target="../media/image248.png"/><Relationship Id="rId203" Type="http://schemas.openxmlformats.org/officeDocument/2006/relationships/image" Target="../media/image25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3.png"/><Relationship Id="rId21" Type="http://schemas.openxmlformats.org/officeDocument/2006/relationships/image" Target="../media/image265.png"/><Relationship Id="rId42" Type="http://schemas.openxmlformats.org/officeDocument/2006/relationships/customXml" Target="../ink/ink276.xml"/><Relationship Id="rId63" Type="http://schemas.openxmlformats.org/officeDocument/2006/relationships/image" Target="../media/image286.png"/><Relationship Id="rId84" Type="http://schemas.openxmlformats.org/officeDocument/2006/relationships/customXml" Target="../ink/ink297.xml"/><Relationship Id="rId138" Type="http://schemas.openxmlformats.org/officeDocument/2006/relationships/customXml" Target="../ink/ink324.xml"/><Relationship Id="rId159" Type="http://schemas.openxmlformats.org/officeDocument/2006/relationships/image" Target="../media/image334.png"/><Relationship Id="rId170" Type="http://schemas.openxmlformats.org/officeDocument/2006/relationships/customXml" Target="../ink/ink340.xml"/><Relationship Id="rId191" Type="http://schemas.openxmlformats.org/officeDocument/2006/relationships/image" Target="../media/image350.png"/><Relationship Id="rId107" Type="http://schemas.openxmlformats.org/officeDocument/2006/relationships/image" Target="../media/image308.png"/><Relationship Id="rId11" Type="http://schemas.openxmlformats.org/officeDocument/2006/relationships/image" Target="../media/image260.png"/><Relationship Id="rId32" Type="http://schemas.openxmlformats.org/officeDocument/2006/relationships/customXml" Target="../ink/ink271.xml"/><Relationship Id="rId53" Type="http://schemas.openxmlformats.org/officeDocument/2006/relationships/image" Target="../media/image281.png"/><Relationship Id="rId74" Type="http://schemas.openxmlformats.org/officeDocument/2006/relationships/customXml" Target="../ink/ink292.xml"/><Relationship Id="rId128" Type="http://schemas.openxmlformats.org/officeDocument/2006/relationships/customXml" Target="../ink/ink319.xml"/><Relationship Id="rId149" Type="http://schemas.openxmlformats.org/officeDocument/2006/relationships/image" Target="../media/image329.png"/><Relationship Id="rId5" Type="http://schemas.openxmlformats.org/officeDocument/2006/relationships/image" Target="../media/image257.png"/><Relationship Id="rId95" Type="http://schemas.openxmlformats.org/officeDocument/2006/relationships/image" Target="../media/image302.png"/><Relationship Id="rId160" Type="http://schemas.openxmlformats.org/officeDocument/2006/relationships/customXml" Target="../ink/ink335.xml"/><Relationship Id="rId181" Type="http://schemas.openxmlformats.org/officeDocument/2006/relationships/image" Target="../media/image345.png"/><Relationship Id="rId22" Type="http://schemas.openxmlformats.org/officeDocument/2006/relationships/customXml" Target="../ink/ink266.xml"/><Relationship Id="rId43" Type="http://schemas.openxmlformats.org/officeDocument/2006/relationships/image" Target="../media/image276.png"/><Relationship Id="rId64" Type="http://schemas.openxmlformats.org/officeDocument/2006/relationships/customXml" Target="../ink/ink287.xml"/><Relationship Id="rId118" Type="http://schemas.openxmlformats.org/officeDocument/2006/relationships/customXml" Target="../ink/ink314.xml"/><Relationship Id="rId139" Type="http://schemas.openxmlformats.org/officeDocument/2006/relationships/image" Target="../media/image324.png"/><Relationship Id="rId85" Type="http://schemas.openxmlformats.org/officeDocument/2006/relationships/image" Target="../media/image297.png"/><Relationship Id="rId150" Type="http://schemas.openxmlformats.org/officeDocument/2006/relationships/customXml" Target="../ink/ink330.xml"/><Relationship Id="rId171" Type="http://schemas.openxmlformats.org/officeDocument/2006/relationships/image" Target="../media/image340.png"/><Relationship Id="rId192" Type="http://schemas.openxmlformats.org/officeDocument/2006/relationships/customXml" Target="../ink/ink351.xml"/><Relationship Id="rId12" Type="http://schemas.openxmlformats.org/officeDocument/2006/relationships/customXml" Target="../ink/ink261.xml"/><Relationship Id="rId33" Type="http://schemas.openxmlformats.org/officeDocument/2006/relationships/image" Target="../media/image271.png"/><Relationship Id="rId108" Type="http://schemas.openxmlformats.org/officeDocument/2006/relationships/customXml" Target="../ink/ink309.xml"/><Relationship Id="rId129" Type="http://schemas.openxmlformats.org/officeDocument/2006/relationships/image" Target="../media/image319.png"/><Relationship Id="rId54" Type="http://schemas.openxmlformats.org/officeDocument/2006/relationships/customXml" Target="../ink/ink282.xml"/><Relationship Id="rId75" Type="http://schemas.openxmlformats.org/officeDocument/2006/relationships/image" Target="../media/image292.png"/><Relationship Id="rId96" Type="http://schemas.openxmlformats.org/officeDocument/2006/relationships/customXml" Target="../ink/ink303.xml"/><Relationship Id="rId140" Type="http://schemas.openxmlformats.org/officeDocument/2006/relationships/customXml" Target="../ink/ink325.xml"/><Relationship Id="rId161" Type="http://schemas.openxmlformats.org/officeDocument/2006/relationships/image" Target="../media/image335.png"/><Relationship Id="rId182" Type="http://schemas.openxmlformats.org/officeDocument/2006/relationships/customXml" Target="../ink/ink346.xml"/><Relationship Id="rId6" Type="http://schemas.openxmlformats.org/officeDocument/2006/relationships/customXml" Target="../ink/ink258.xml"/><Relationship Id="rId23" Type="http://schemas.openxmlformats.org/officeDocument/2006/relationships/image" Target="../media/image266.png"/><Relationship Id="rId119" Type="http://schemas.openxmlformats.org/officeDocument/2006/relationships/image" Target="../media/image314.png"/><Relationship Id="rId44" Type="http://schemas.openxmlformats.org/officeDocument/2006/relationships/customXml" Target="../ink/ink277.xml"/><Relationship Id="rId65" Type="http://schemas.openxmlformats.org/officeDocument/2006/relationships/image" Target="../media/image287.png"/><Relationship Id="rId86" Type="http://schemas.openxmlformats.org/officeDocument/2006/relationships/customXml" Target="../ink/ink298.xml"/><Relationship Id="rId130" Type="http://schemas.openxmlformats.org/officeDocument/2006/relationships/customXml" Target="../ink/ink320.xml"/><Relationship Id="rId151" Type="http://schemas.openxmlformats.org/officeDocument/2006/relationships/image" Target="../media/image330.png"/><Relationship Id="rId172" Type="http://schemas.openxmlformats.org/officeDocument/2006/relationships/customXml" Target="../ink/ink341.xml"/><Relationship Id="rId193" Type="http://schemas.openxmlformats.org/officeDocument/2006/relationships/image" Target="../media/image351.png"/><Relationship Id="rId13" Type="http://schemas.openxmlformats.org/officeDocument/2006/relationships/image" Target="../media/image261.png"/><Relationship Id="rId109" Type="http://schemas.openxmlformats.org/officeDocument/2006/relationships/image" Target="../media/image309.png"/><Relationship Id="rId34" Type="http://schemas.openxmlformats.org/officeDocument/2006/relationships/customXml" Target="../ink/ink272.xml"/><Relationship Id="rId50" Type="http://schemas.openxmlformats.org/officeDocument/2006/relationships/customXml" Target="../ink/ink280.xml"/><Relationship Id="rId55" Type="http://schemas.openxmlformats.org/officeDocument/2006/relationships/image" Target="../media/image282.png"/><Relationship Id="rId76" Type="http://schemas.openxmlformats.org/officeDocument/2006/relationships/customXml" Target="../ink/ink293.xml"/><Relationship Id="rId97" Type="http://schemas.openxmlformats.org/officeDocument/2006/relationships/image" Target="../media/image303.png"/><Relationship Id="rId104" Type="http://schemas.openxmlformats.org/officeDocument/2006/relationships/customXml" Target="../ink/ink307.xml"/><Relationship Id="rId120" Type="http://schemas.openxmlformats.org/officeDocument/2006/relationships/customXml" Target="../ink/ink315.xml"/><Relationship Id="rId125" Type="http://schemas.openxmlformats.org/officeDocument/2006/relationships/image" Target="../media/image317.png"/><Relationship Id="rId141" Type="http://schemas.openxmlformats.org/officeDocument/2006/relationships/image" Target="../media/image325.png"/><Relationship Id="rId146" Type="http://schemas.openxmlformats.org/officeDocument/2006/relationships/customXml" Target="../ink/ink328.xml"/><Relationship Id="rId167" Type="http://schemas.openxmlformats.org/officeDocument/2006/relationships/image" Target="../media/image338.png"/><Relationship Id="rId188" Type="http://schemas.openxmlformats.org/officeDocument/2006/relationships/customXml" Target="../ink/ink349.xml"/><Relationship Id="rId7" Type="http://schemas.openxmlformats.org/officeDocument/2006/relationships/image" Target="../media/image258.png"/><Relationship Id="rId71" Type="http://schemas.openxmlformats.org/officeDocument/2006/relationships/image" Target="../media/image290.png"/><Relationship Id="rId92" Type="http://schemas.openxmlformats.org/officeDocument/2006/relationships/customXml" Target="../ink/ink301.xml"/><Relationship Id="rId162" Type="http://schemas.openxmlformats.org/officeDocument/2006/relationships/customXml" Target="../ink/ink336.xml"/><Relationship Id="rId183" Type="http://schemas.openxmlformats.org/officeDocument/2006/relationships/image" Target="../media/image346.png"/><Relationship Id="rId2" Type="http://schemas.openxmlformats.org/officeDocument/2006/relationships/customXml" Target="../ink/ink256.xml"/><Relationship Id="rId29" Type="http://schemas.openxmlformats.org/officeDocument/2006/relationships/image" Target="../media/image269.png"/><Relationship Id="rId24" Type="http://schemas.openxmlformats.org/officeDocument/2006/relationships/customXml" Target="../ink/ink267.xml"/><Relationship Id="rId40" Type="http://schemas.openxmlformats.org/officeDocument/2006/relationships/customXml" Target="../ink/ink275.xml"/><Relationship Id="rId45" Type="http://schemas.openxmlformats.org/officeDocument/2006/relationships/image" Target="../media/image277.png"/><Relationship Id="rId66" Type="http://schemas.openxmlformats.org/officeDocument/2006/relationships/customXml" Target="../ink/ink288.xml"/><Relationship Id="rId87" Type="http://schemas.openxmlformats.org/officeDocument/2006/relationships/image" Target="../media/image298.png"/><Relationship Id="rId110" Type="http://schemas.openxmlformats.org/officeDocument/2006/relationships/customXml" Target="../ink/ink310.xml"/><Relationship Id="rId115" Type="http://schemas.openxmlformats.org/officeDocument/2006/relationships/image" Target="../media/image312.png"/><Relationship Id="rId131" Type="http://schemas.openxmlformats.org/officeDocument/2006/relationships/image" Target="../media/image320.png"/><Relationship Id="rId136" Type="http://schemas.openxmlformats.org/officeDocument/2006/relationships/customXml" Target="../ink/ink323.xml"/><Relationship Id="rId157" Type="http://schemas.openxmlformats.org/officeDocument/2006/relationships/image" Target="../media/image333.png"/><Relationship Id="rId178" Type="http://schemas.openxmlformats.org/officeDocument/2006/relationships/customXml" Target="../ink/ink344.xml"/><Relationship Id="rId61" Type="http://schemas.openxmlformats.org/officeDocument/2006/relationships/image" Target="../media/image285.png"/><Relationship Id="rId82" Type="http://schemas.openxmlformats.org/officeDocument/2006/relationships/customXml" Target="../ink/ink296.xml"/><Relationship Id="rId152" Type="http://schemas.openxmlformats.org/officeDocument/2006/relationships/customXml" Target="../ink/ink331.xml"/><Relationship Id="rId173" Type="http://schemas.openxmlformats.org/officeDocument/2006/relationships/image" Target="../media/image341.png"/><Relationship Id="rId194" Type="http://schemas.openxmlformats.org/officeDocument/2006/relationships/customXml" Target="../ink/ink352.xml"/><Relationship Id="rId19" Type="http://schemas.openxmlformats.org/officeDocument/2006/relationships/image" Target="../media/image264.png"/><Relationship Id="rId14" Type="http://schemas.openxmlformats.org/officeDocument/2006/relationships/customXml" Target="../ink/ink262.xml"/><Relationship Id="rId30" Type="http://schemas.openxmlformats.org/officeDocument/2006/relationships/customXml" Target="../ink/ink270.xml"/><Relationship Id="rId35" Type="http://schemas.openxmlformats.org/officeDocument/2006/relationships/image" Target="../media/image272.png"/><Relationship Id="rId56" Type="http://schemas.openxmlformats.org/officeDocument/2006/relationships/customXml" Target="../ink/ink283.xml"/><Relationship Id="rId77" Type="http://schemas.openxmlformats.org/officeDocument/2006/relationships/image" Target="../media/image293.png"/><Relationship Id="rId100" Type="http://schemas.openxmlformats.org/officeDocument/2006/relationships/customXml" Target="../ink/ink305.xml"/><Relationship Id="rId105" Type="http://schemas.openxmlformats.org/officeDocument/2006/relationships/image" Target="../media/image307.png"/><Relationship Id="rId126" Type="http://schemas.openxmlformats.org/officeDocument/2006/relationships/customXml" Target="../ink/ink318.xml"/><Relationship Id="rId147" Type="http://schemas.openxmlformats.org/officeDocument/2006/relationships/image" Target="../media/image328.png"/><Relationship Id="rId168" Type="http://schemas.openxmlformats.org/officeDocument/2006/relationships/customXml" Target="../ink/ink339.xml"/><Relationship Id="rId8" Type="http://schemas.openxmlformats.org/officeDocument/2006/relationships/customXml" Target="../ink/ink259.xml"/><Relationship Id="rId51" Type="http://schemas.openxmlformats.org/officeDocument/2006/relationships/image" Target="../media/image280.png"/><Relationship Id="rId72" Type="http://schemas.openxmlformats.org/officeDocument/2006/relationships/customXml" Target="../ink/ink291.xml"/><Relationship Id="rId93" Type="http://schemas.openxmlformats.org/officeDocument/2006/relationships/image" Target="../media/image301.png"/><Relationship Id="rId98" Type="http://schemas.openxmlformats.org/officeDocument/2006/relationships/customXml" Target="../ink/ink304.xml"/><Relationship Id="rId121" Type="http://schemas.openxmlformats.org/officeDocument/2006/relationships/image" Target="../media/image315.png"/><Relationship Id="rId142" Type="http://schemas.openxmlformats.org/officeDocument/2006/relationships/customXml" Target="../ink/ink326.xml"/><Relationship Id="rId163" Type="http://schemas.openxmlformats.org/officeDocument/2006/relationships/image" Target="../media/image336.png"/><Relationship Id="rId184" Type="http://schemas.openxmlformats.org/officeDocument/2006/relationships/customXml" Target="../ink/ink347.xml"/><Relationship Id="rId189" Type="http://schemas.openxmlformats.org/officeDocument/2006/relationships/image" Target="../media/image349.png"/><Relationship Id="rId3" Type="http://schemas.openxmlformats.org/officeDocument/2006/relationships/image" Target="../media/image256.png"/><Relationship Id="rId25" Type="http://schemas.openxmlformats.org/officeDocument/2006/relationships/image" Target="../media/image267.png"/><Relationship Id="rId46" Type="http://schemas.openxmlformats.org/officeDocument/2006/relationships/customXml" Target="../ink/ink278.xml"/><Relationship Id="rId67" Type="http://schemas.openxmlformats.org/officeDocument/2006/relationships/image" Target="../media/image288.png"/><Relationship Id="rId116" Type="http://schemas.openxmlformats.org/officeDocument/2006/relationships/customXml" Target="../ink/ink313.xml"/><Relationship Id="rId137" Type="http://schemas.openxmlformats.org/officeDocument/2006/relationships/image" Target="../media/image323.png"/><Relationship Id="rId158" Type="http://schemas.openxmlformats.org/officeDocument/2006/relationships/customXml" Target="../ink/ink334.xml"/><Relationship Id="rId20" Type="http://schemas.openxmlformats.org/officeDocument/2006/relationships/customXml" Target="../ink/ink265.xml"/><Relationship Id="rId41" Type="http://schemas.openxmlformats.org/officeDocument/2006/relationships/image" Target="../media/image275.png"/><Relationship Id="rId62" Type="http://schemas.openxmlformats.org/officeDocument/2006/relationships/customXml" Target="../ink/ink286.xml"/><Relationship Id="rId83" Type="http://schemas.openxmlformats.org/officeDocument/2006/relationships/image" Target="../media/image296.png"/><Relationship Id="rId88" Type="http://schemas.openxmlformats.org/officeDocument/2006/relationships/customXml" Target="../ink/ink299.xml"/><Relationship Id="rId111" Type="http://schemas.openxmlformats.org/officeDocument/2006/relationships/image" Target="../media/image310.png"/><Relationship Id="rId132" Type="http://schemas.openxmlformats.org/officeDocument/2006/relationships/customXml" Target="../ink/ink321.xml"/><Relationship Id="rId153" Type="http://schemas.openxmlformats.org/officeDocument/2006/relationships/image" Target="../media/image331.png"/><Relationship Id="rId174" Type="http://schemas.openxmlformats.org/officeDocument/2006/relationships/customXml" Target="../ink/ink342.xml"/><Relationship Id="rId179" Type="http://schemas.openxmlformats.org/officeDocument/2006/relationships/image" Target="../media/image344.png"/><Relationship Id="rId195" Type="http://schemas.openxmlformats.org/officeDocument/2006/relationships/image" Target="../media/image352.png"/><Relationship Id="rId190" Type="http://schemas.openxmlformats.org/officeDocument/2006/relationships/customXml" Target="../ink/ink350.xml"/><Relationship Id="rId15" Type="http://schemas.openxmlformats.org/officeDocument/2006/relationships/image" Target="../media/image262.png"/><Relationship Id="rId36" Type="http://schemas.openxmlformats.org/officeDocument/2006/relationships/customXml" Target="../ink/ink273.xml"/><Relationship Id="rId57" Type="http://schemas.openxmlformats.org/officeDocument/2006/relationships/image" Target="../media/image283.png"/><Relationship Id="rId106" Type="http://schemas.openxmlformats.org/officeDocument/2006/relationships/customXml" Target="../ink/ink308.xml"/><Relationship Id="rId127" Type="http://schemas.openxmlformats.org/officeDocument/2006/relationships/image" Target="../media/image318.png"/><Relationship Id="rId10" Type="http://schemas.openxmlformats.org/officeDocument/2006/relationships/customXml" Target="../ink/ink260.xml"/><Relationship Id="rId31" Type="http://schemas.openxmlformats.org/officeDocument/2006/relationships/image" Target="../media/image270.png"/><Relationship Id="rId52" Type="http://schemas.openxmlformats.org/officeDocument/2006/relationships/customXml" Target="../ink/ink281.xml"/><Relationship Id="rId73" Type="http://schemas.openxmlformats.org/officeDocument/2006/relationships/image" Target="../media/image291.png"/><Relationship Id="rId78" Type="http://schemas.openxmlformats.org/officeDocument/2006/relationships/customXml" Target="../ink/ink294.xml"/><Relationship Id="rId94" Type="http://schemas.openxmlformats.org/officeDocument/2006/relationships/customXml" Target="../ink/ink302.xml"/><Relationship Id="rId99" Type="http://schemas.openxmlformats.org/officeDocument/2006/relationships/image" Target="../media/image304.png"/><Relationship Id="rId101" Type="http://schemas.openxmlformats.org/officeDocument/2006/relationships/image" Target="../media/image305.png"/><Relationship Id="rId122" Type="http://schemas.openxmlformats.org/officeDocument/2006/relationships/customXml" Target="../ink/ink316.xml"/><Relationship Id="rId143" Type="http://schemas.openxmlformats.org/officeDocument/2006/relationships/image" Target="../media/image326.png"/><Relationship Id="rId148" Type="http://schemas.openxmlformats.org/officeDocument/2006/relationships/customXml" Target="../ink/ink329.xml"/><Relationship Id="rId164" Type="http://schemas.openxmlformats.org/officeDocument/2006/relationships/customXml" Target="../ink/ink337.xml"/><Relationship Id="rId169" Type="http://schemas.openxmlformats.org/officeDocument/2006/relationships/image" Target="../media/image339.png"/><Relationship Id="rId185" Type="http://schemas.openxmlformats.org/officeDocument/2006/relationships/image" Target="../media/image347.png"/><Relationship Id="rId4" Type="http://schemas.openxmlformats.org/officeDocument/2006/relationships/customXml" Target="../ink/ink257.xml"/><Relationship Id="rId9" Type="http://schemas.openxmlformats.org/officeDocument/2006/relationships/image" Target="../media/image259.png"/><Relationship Id="rId180" Type="http://schemas.openxmlformats.org/officeDocument/2006/relationships/customXml" Target="../ink/ink345.xml"/><Relationship Id="rId26" Type="http://schemas.openxmlformats.org/officeDocument/2006/relationships/customXml" Target="../ink/ink268.xml"/><Relationship Id="rId47" Type="http://schemas.openxmlformats.org/officeDocument/2006/relationships/image" Target="../media/image278.png"/><Relationship Id="rId68" Type="http://schemas.openxmlformats.org/officeDocument/2006/relationships/customXml" Target="../ink/ink289.xml"/><Relationship Id="rId89" Type="http://schemas.openxmlformats.org/officeDocument/2006/relationships/image" Target="../media/image299.png"/><Relationship Id="rId112" Type="http://schemas.openxmlformats.org/officeDocument/2006/relationships/customXml" Target="../ink/ink311.xml"/><Relationship Id="rId133" Type="http://schemas.openxmlformats.org/officeDocument/2006/relationships/image" Target="../media/image321.png"/><Relationship Id="rId154" Type="http://schemas.openxmlformats.org/officeDocument/2006/relationships/customXml" Target="../ink/ink332.xml"/><Relationship Id="rId175" Type="http://schemas.openxmlformats.org/officeDocument/2006/relationships/image" Target="../media/image342.png"/><Relationship Id="rId16" Type="http://schemas.openxmlformats.org/officeDocument/2006/relationships/customXml" Target="../ink/ink263.xml"/><Relationship Id="rId37" Type="http://schemas.openxmlformats.org/officeDocument/2006/relationships/image" Target="../media/image273.png"/><Relationship Id="rId58" Type="http://schemas.openxmlformats.org/officeDocument/2006/relationships/customXml" Target="../ink/ink284.xml"/><Relationship Id="rId79" Type="http://schemas.openxmlformats.org/officeDocument/2006/relationships/image" Target="../media/image294.png"/><Relationship Id="rId102" Type="http://schemas.openxmlformats.org/officeDocument/2006/relationships/customXml" Target="../ink/ink306.xml"/><Relationship Id="rId123" Type="http://schemas.openxmlformats.org/officeDocument/2006/relationships/image" Target="../media/image316.png"/><Relationship Id="rId144" Type="http://schemas.openxmlformats.org/officeDocument/2006/relationships/customXml" Target="../ink/ink327.xml"/><Relationship Id="rId90" Type="http://schemas.openxmlformats.org/officeDocument/2006/relationships/customXml" Target="../ink/ink300.xml"/><Relationship Id="rId165" Type="http://schemas.openxmlformats.org/officeDocument/2006/relationships/image" Target="../media/image337.png"/><Relationship Id="rId186" Type="http://schemas.openxmlformats.org/officeDocument/2006/relationships/customXml" Target="../ink/ink348.xml"/><Relationship Id="rId27" Type="http://schemas.openxmlformats.org/officeDocument/2006/relationships/image" Target="../media/image268.png"/><Relationship Id="rId48" Type="http://schemas.openxmlformats.org/officeDocument/2006/relationships/customXml" Target="../ink/ink279.xml"/><Relationship Id="rId69" Type="http://schemas.openxmlformats.org/officeDocument/2006/relationships/image" Target="../media/image289.png"/><Relationship Id="rId113" Type="http://schemas.openxmlformats.org/officeDocument/2006/relationships/image" Target="../media/image311.png"/><Relationship Id="rId134" Type="http://schemas.openxmlformats.org/officeDocument/2006/relationships/customXml" Target="../ink/ink322.xml"/><Relationship Id="rId80" Type="http://schemas.openxmlformats.org/officeDocument/2006/relationships/customXml" Target="../ink/ink295.xml"/><Relationship Id="rId155" Type="http://schemas.openxmlformats.org/officeDocument/2006/relationships/image" Target="../media/image332.png"/><Relationship Id="rId176" Type="http://schemas.openxmlformats.org/officeDocument/2006/relationships/customXml" Target="../ink/ink343.xml"/><Relationship Id="rId17" Type="http://schemas.openxmlformats.org/officeDocument/2006/relationships/image" Target="../media/image263.png"/><Relationship Id="rId38" Type="http://schemas.openxmlformats.org/officeDocument/2006/relationships/customXml" Target="../ink/ink274.xml"/><Relationship Id="rId59" Type="http://schemas.openxmlformats.org/officeDocument/2006/relationships/image" Target="../media/image284.png"/><Relationship Id="rId103" Type="http://schemas.openxmlformats.org/officeDocument/2006/relationships/image" Target="../media/image306.png"/><Relationship Id="rId124" Type="http://schemas.openxmlformats.org/officeDocument/2006/relationships/customXml" Target="../ink/ink317.xml"/><Relationship Id="rId70" Type="http://schemas.openxmlformats.org/officeDocument/2006/relationships/customXml" Target="../ink/ink290.xml"/><Relationship Id="rId91" Type="http://schemas.openxmlformats.org/officeDocument/2006/relationships/image" Target="../media/image300.png"/><Relationship Id="rId145" Type="http://schemas.openxmlformats.org/officeDocument/2006/relationships/image" Target="../media/image327.png"/><Relationship Id="rId166" Type="http://schemas.openxmlformats.org/officeDocument/2006/relationships/customXml" Target="../ink/ink338.xml"/><Relationship Id="rId187" Type="http://schemas.openxmlformats.org/officeDocument/2006/relationships/image" Target="../media/image348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69.xml"/><Relationship Id="rId49" Type="http://schemas.openxmlformats.org/officeDocument/2006/relationships/image" Target="../media/image279.png"/><Relationship Id="rId114" Type="http://schemas.openxmlformats.org/officeDocument/2006/relationships/customXml" Target="../ink/ink312.xml"/><Relationship Id="rId60" Type="http://schemas.openxmlformats.org/officeDocument/2006/relationships/customXml" Target="../ink/ink285.xml"/><Relationship Id="rId81" Type="http://schemas.openxmlformats.org/officeDocument/2006/relationships/image" Target="../media/image295.png"/><Relationship Id="rId135" Type="http://schemas.openxmlformats.org/officeDocument/2006/relationships/image" Target="../media/image322.png"/><Relationship Id="rId156" Type="http://schemas.openxmlformats.org/officeDocument/2006/relationships/customXml" Target="../ink/ink333.xml"/><Relationship Id="rId177" Type="http://schemas.openxmlformats.org/officeDocument/2006/relationships/image" Target="../media/image343.png"/><Relationship Id="rId18" Type="http://schemas.openxmlformats.org/officeDocument/2006/relationships/customXml" Target="../ink/ink264.xml"/><Relationship Id="rId39" Type="http://schemas.openxmlformats.org/officeDocument/2006/relationships/image" Target="../media/image274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0.png"/><Relationship Id="rId21" Type="http://schemas.openxmlformats.org/officeDocument/2006/relationships/image" Target="../media/image362.png"/><Relationship Id="rId42" Type="http://schemas.openxmlformats.org/officeDocument/2006/relationships/customXml" Target="../ink/ink373.xml"/><Relationship Id="rId63" Type="http://schemas.openxmlformats.org/officeDocument/2006/relationships/image" Target="../media/image383.png"/><Relationship Id="rId84" Type="http://schemas.openxmlformats.org/officeDocument/2006/relationships/customXml" Target="../ink/ink394.xml"/><Relationship Id="rId138" Type="http://schemas.openxmlformats.org/officeDocument/2006/relationships/customXml" Target="../ink/ink421.xml"/><Relationship Id="rId159" Type="http://schemas.openxmlformats.org/officeDocument/2006/relationships/image" Target="../media/image431.png"/><Relationship Id="rId170" Type="http://schemas.openxmlformats.org/officeDocument/2006/relationships/customXml" Target="../ink/ink437.xml"/><Relationship Id="rId191" Type="http://schemas.openxmlformats.org/officeDocument/2006/relationships/image" Target="../media/image447.png"/><Relationship Id="rId205" Type="http://schemas.openxmlformats.org/officeDocument/2006/relationships/image" Target="../media/image454.png"/><Relationship Id="rId226" Type="http://schemas.openxmlformats.org/officeDocument/2006/relationships/customXml" Target="../ink/ink465.xml"/><Relationship Id="rId247" Type="http://schemas.openxmlformats.org/officeDocument/2006/relationships/image" Target="../media/image475.png"/><Relationship Id="rId107" Type="http://schemas.openxmlformats.org/officeDocument/2006/relationships/image" Target="../media/image405.png"/><Relationship Id="rId11" Type="http://schemas.openxmlformats.org/officeDocument/2006/relationships/image" Target="../media/image357.png"/><Relationship Id="rId32" Type="http://schemas.openxmlformats.org/officeDocument/2006/relationships/customXml" Target="../ink/ink368.xml"/><Relationship Id="rId53" Type="http://schemas.openxmlformats.org/officeDocument/2006/relationships/image" Target="../media/image378.png"/><Relationship Id="rId74" Type="http://schemas.openxmlformats.org/officeDocument/2006/relationships/customXml" Target="../ink/ink389.xml"/><Relationship Id="rId128" Type="http://schemas.openxmlformats.org/officeDocument/2006/relationships/customXml" Target="../ink/ink416.xml"/><Relationship Id="rId149" Type="http://schemas.openxmlformats.org/officeDocument/2006/relationships/image" Target="../media/image426.png"/><Relationship Id="rId5" Type="http://schemas.openxmlformats.org/officeDocument/2006/relationships/image" Target="../media/image354.png"/><Relationship Id="rId95" Type="http://schemas.openxmlformats.org/officeDocument/2006/relationships/image" Target="../media/image399.png"/><Relationship Id="rId160" Type="http://schemas.openxmlformats.org/officeDocument/2006/relationships/customXml" Target="../ink/ink432.xml"/><Relationship Id="rId181" Type="http://schemas.openxmlformats.org/officeDocument/2006/relationships/image" Target="../media/image442.png"/><Relationship Id="rId216" Type="http://schemas.openxmlformats.org/officeDocument/2006/relationships/customXml" Target="../ink/ink460.xml"/><Relationship Id="rId237" Type="http://schemas.openxmlformats.org/officeDocument/2006/relationships/image" Target="../media/image470.png"/><Relationship Id="rId22" Type="http://schemas.openxmlformats.org/officeDocument/2006/relationships/customXml" Target="../ink/ink363.xml"/><Relationship Id="rId43" Type="http://schemas.openxmlformats.org/officeDocument/2006/relationships/image" Target="../media/image373.png"/><Relationship Id="rId64" Type="http://schemas.openxmlformats.org/officeDocument/2006/relationships/customXml" Target="../ink/ink384.xml"/><Relationship Id="rId118" Type="http://schemas.openxmlformats.org/officeDocument/2006/relationships/customXml" Target="../ink/ink411.xml"/><Relationship Id="rId139" Type="http://schemas.openxmlformats.org/officeDocument/2006/relationships/image" Target="../media/image421.png"/><Relationship Id="rId85" Type="http://schemas.openxmlformats.org/officeDocument/2006/relationships/image" Target="../media/image394.png"/><Relationship Id="rId150" Type="http://schemas.openxmlformats.org/officeDocument/2006/relationships/customXml" Target="../ink/ink427.xml"/><Relationship Id="rId171" Type="http://schemas.openxmlformats.org/officeDocument/2006/relationships/image" Target="../media/image437.png"/><Relationship Id="rId192" Type="http://schemas.openxmlformats.org/officeDocument/2006/relationships/customXml" Target="../ink/ink448.xml"/><Relationship Id="rId206" Type="http://schemas.openxmlformats.org/officeDocument/2006/relationships/customXml" Target="../ink/ink455.xml"/><Relationship Id="rId227" Type="http://schemas.openxmlformats.org/officeDocument/2006/relationships/image" Target="../media/image465.png"/><Relationship Id="rId248" Type="http://schemas.openxmlformats.org/officeDocument/2006/relationships/customXml" Target="../ink/ink476.xml"/><Relationship Id="rId12" Type="http://schemas.openxmlformats.org/officeDocument/2006/relationships/customXml" Target="../ink/ink358.xml"/><Relationship Id="rId33" Type="http://schemas.openxmlformats.org/officeDocument/2006/relationships/image" Target="../media/image368.png"/><Relationship Id="rId108" Type="http://schemas.openxmlformats.org/officeDocument/2006/relationships/customXml" Target="../ink/ink406.xml"/><Relationship Id="rId129" Type="http://schemas.openxmlformats.org/officeDocument/2006/relationships/image" Target="../media/image416.png"/><Relationship Id="rId54" Type="http://schemas.openxmlformats.org/officeDocument/2006/relationships/customXml" Target="../ink/ink379.xml"/><Relationship Id="rId75" Type="http://schemas.openxmlformats.org/officeDocument/2006/relationships/image" Target="../media/image389.png"/><Relationship Id="rId96" Type="http://schemas.openxmlformats.org/officeDocument/2006/relationships/customXml" Target="../ink/ink400.xml"/><Relationship Id="rId140" Type="http://schemas.openxmlformats.org/officeDocument/2006/relationships/customXml" Target="../ink/ink422.xml"/><Relationship Id="rId161" Type="http://schemas.openxmlformats.org/officeDocument/2006/relationships/image" Target="../media/image432.png"/><Relationship Id="rId182" Type="http://schemas.openxmlformats.org/officeDocument/2006/relationships/customXml" Target="../ink/ink443.xml"/><Relationship Id="rId217" Type="http://schemas.openxmlformats.org/officeDocument/2006/relationships/image" Target="../media/image460.png"/><Relationship Id="rId6" Type="http://schemas.openxmlformats.org/officeDocument/2006/relationships/customXml" Target="../ink/ink355.xml"/><Relationship Id="rId238" Type="http://schemas.openxmlformats.org/officeDocument/2006/relationships/customXml" Target="../ink/ink471.xml"/><Relationship Id="rId23" Type="http://schemas.openxmlformats.org/officeDocument/2006/relationships/image" Target="../media/image363.png"/><Relationship Id="rId119" Type="http://schemas.openxmlformats.org/officeDocument/2006/relationships/image" Target="../media/image411.png"/><Relationship Id="rId44" Type="http://schemas.openxmlformats.org/officeDocument/2006/relationships/customXml" Target="../ink/ink374.xml"/><Relationship Id="rId65" Type="http://schemas.openxmlformats.org/officeDocument/2006/relationships/image" Target="../media/image384.png"/><Relationship Id="rId86" Type="http://schemas.openxmlformats.org/officeDocument/2006/relationships/customXml" Target="../ink/ink395.xml"/><Relationship Id="rId130" Type="http://schemas.openxmlformats.org/officeDocument/2006/relationships/customXml" Target="../ink/ink417.xml"/><Relationship Id="rId151" Type="http://schemas.openxmlformats.org/officeDocument/2006/relationships/image" Target="../media/image427.png"/><Relationship Id="rId172" Type="http://schemas.openxmlformats.org/officeDocument/2006/relationships/customXml" Target="../ink/ink438.xml"/><Relationship Id="rId193" Type="http://schemas.openxmlformats.org/officeDocument/2006/relationships/image" Target="../media/image448.png"/><Relationship Id="rId207" Type="http://schemas.openxmlformats.org/officeDocument/2006/relationships/image" Target="../media/image455.png"/><Relationship Id="rId228" Type="http://schemas.openxmlformats.org/officeDocument/2006/relationships/customXml" Target="../ink/ink466.xml"/><Relationship Id="rId249" Type="http://schemas.openxmlformats.org/officeDocument/2006/relationships/image" Target="../media/image476.png"/><Relationship Id="rId13" Type="http://schemas.openxmlformats.org/officeDocument/2006/relationships/image" Target="../media/image358.png"/><Relationship Id="rId109" Type="http://schemas.openxmlformats.org/officeDocument/2006/relationships/image" Target="../media/image406.png"/><Relationship Id="rId34" Type="http://schemas.openxmlformats.org/officeDocument/2006/relationships/customXml" Target="../ink/ink369.xml"/><Relationship Id="rId55" Type="http://schemas.openxmlformats.org/officeDocument/2006/relationships/image" Target="../media/image379.png"/><Relationship Id="rId76" Type="http://schemas.openxmlformats.org/officeDocument/2006/relationships/customXml" Target="../ink/ink390.xml"/><Relationship Id="rId97" Type="http://schemas.openxmlformats.org/officeDocument/2006/relationships/image" Target="../media/image400.png"/><Relationship Id="rId120" Type="http://schemas.openxmlformats.org/officeDocument/2006/relationships/customXml" Target="../ink/ink412.xml"/><Relationship Id="rId141" Type="http://schemas.openxmlformats.org/officeDocument/2006/relationships/image" Target="../media/image422.png"/><Relationship Id="rId7" Type="http://schemas.openxmlformats.org/officeDocument/2006/relationships/image" Target="../media/image355.png"/><Relationship Id="rId162" Type="http://schemas.openxmlformats.org/officeDocument/2006/relationships/customXml" Target="../ink/ink433.xml"/><Relationship Id="rId183" Type="http://schemas.openxmlformats.org/officeDocument/2006/relationships/image" Target="../media/image443.png"/><Relationship Id="rId218" Type="http://schemas.openxmlformats.org/officeDocument/2006/relationships/customXml" Target="../ink/ink461.xml"/><Relationship Id="rId239" Type="http://schemas.openxmlformats.org/officeDocument/2006/relationships/image" Target="../media/image471.png"/><Relationship Id="rId250" Type="http://schemas.openxmlformats.org/officeDocument/2006/relationships/customXml" Target="../ink/ink477.xml"/><Relationship Id="rId24" Type="http://schemas.openxmlformats.org/officeDocument/2006/relationships/customXml" Target="../ink/ink364.xml"/><Relationship Id="rId45" Type="http://schemas.openxmlformats.org/officeDocument/2006/relationships/image" Target="../media/image374.png"/><Relationship Id="rId66" Type="http://schemas.openxmlformats.org/officeDocument/2006/relationships/customXml" Target="../ink/ink385.xml"/><Relationship Id="rId87" Type="http://schemas.openxmlformats.org/officeDocument/2006/relationships/image" Target="../media/image395.png"/><Relationship Id="rId110" Type="http://schemas.openxmlformats.org/officeDocument/2006/relationships/customXml" Target="../ink/ink407.xml"/><Relationship Id="rId131" Type="http://schemas.openxmlformats.org/officeDocument/2006/relationships/image" Target="../media/image417.png"/><Relationship Id="rId152" Type="http://schemas.openxmlformats.org/officeDocument/2006/relationships/customXml" Target="../ink/ink428.xml"/><Relationship Id="rId173" Type="http://schemas.openxmlformats.org/officeDocument/2006/relationships/image" Target="../media/image438.png"/><Relationship Id="rId194" Type="http://schemas.openxmlformats.org/officeDocument/2006/relationships/customXml" Target="../ink/ink449.xml"/><Relationship Id="rId208" Type="http://schemas.openxmlformats.org/officeDocument/2006/relationships/customXml" Target="../ink/ink456.xml"/><Relationship Id="rId229" Type="http://schemas.openxmlformats.org/officeDocument/2006/relationships/image" Target="../media/image466.png"/><Relationship Id="rId240" Type="http://schemas.openxmlformats.org/officeDocument/2006/relationships/customXml" Target="../ink/ink472.xml"/><Relationship Id="rId14" Type="http://schemas.openxmlformats.org/officeDocument/2006/relationships/customXml" Target="../ink/ink359.xml"/><Relationship Id="rId35" Type="http://schemas.openxmlformats.org/officeDocument/2006/relationships/image" Target="../media/image369.png"/><Relationship Id="rId56" Type="http://schemas.openxmlformats.org/officeDocument/2006/relationships/customXml" Target="../ink/ink380.xml"/><Relationship Id="rId77" Type="http://schemas.openxmlformats.org/officeDocument/2006/relationships/image" Target="../media/image390.png"/><Relationship Id="rId100" Type="http://schemas.openxmlformats.org/officeDocument/2006/relationships/customXml" Target="../ink/ink402.xml"/><Relationship Id="rId8" Type="http://schemas.openxmlformats.org/officeDocument/2006/relationships/customXml" Target="../ink/ink356.xml"/><Relationship Id="rId98" Type="http://schemas.openxmlformats.org/officeDocument/2006/relationships/customXml" Target="../ink/ink401.xml"/><Relationship Id="rId121" Type="http://schemas.openxmlformats.org/officeDocument/2006/relationships/image" Target="../media/image412.png"/><Relationship Id="rId142" Type="http://schemas.openxmlformats.org/officeDocument/2006/relationships/customXml" Target="../ink/ink423.xml"/><Relationship Id="rId163" Type="http://schemas.openxmlformats.org/officeDocument/2006/relationships/image" Target="../media/image433.png"/><Relationship Id="rId184" Type="http://schemas.openxmlformats.org/officeDocument/2006/relationships/customXml" Target="../ink/ink444.xml"/><Relationship Id="rId219" Type="http://schemas.openxmlformats.org/officeDocument/2006/relationships/image" Target="../media/image461.png"/><Relationship Id="rId230" Type="http://schemas.openxmlformats.org/officeDocument/2006/relationships/customXml" Target="../ink/ink467.xml"/><Relationship Id="rId251" Type="http://schemas.openxmlformats.org/officeDocument/2006/relationships/image" Target="../media/image477.png"/><Relationship Id="rId25" Type="http://schemas.openxmlformats.org/officeDocument/2006/relationships/image" Target="../media/image364.png"/><Relationship Id="rId46" Type="http://schemas.openxmlformats.org/officeDocument/2006/relationships/customXml" Target="../ink/ink375.xml"/><Relationship Id="rId67" Type="http://schemas.openxmlformats.org/officeDocument/2006/relationships/image" Target="../media/image385.png"/><Relationship Id="rId88" Type="http://schemas.openxmlformats.org/officeDocument/2006/relationships/customXml" Target="../ink/ink396.xml"/><Relationship Id="rId111" Type="http://schemas.openxmlformats.org/officeDocument/2006/relationships/image" Target="../media/image407.png"/><Relationship Id="rId132" Type="http://schemas.openxmlformats.org/officeDocument/2006/relationships/customXml" Target="../ink/ink418.xml"/><Relationship Id="rId153" Type="http://schemas.openxmlformats.org/officeDocument/2006/relationships/image" Target="../media/image428.png"/><Relationship Id="rId174" Type="http://schemas.openxmlformats.org/officeDocument/2006/relationships/customXml" Target="../ink/ink439.xml"/><Relationship Id="rId195" Type="http://schemas.openxmlformats.org/officeDocument/2006/relationships/image" Target="../media/image449.png"/><Relationship Id="rId209" Type="http://schemas.openxmlformats.org/officeDocument/2006/relationships/image" Target="../media/image456.png"/><Relationship Id="rId220" Type="http://schemas.openxmlformats.org/officeDocument/2006/relationships/customXml" Target="../ink/ink462.xml"/><Relationship Id="rId241" Type="http://schemas.openxmlformats.org/officeDocument/2006/relationships/image" Target="../media/image472.png"/><Relationship Id="rId15" Type="http://schemas.openxmlformats.org/officeDocument/2006/relationships/image" Target="../media/image359.png"/><Relationship Id="rId36" Type="http://schemas.openxmlformats.org/officeDocument/2006/relationships/customXml" Target="../ink/ink370.xml"/><Relationship Id="rId57" Type="http://schemas.openxmlformats.org/officeDocument/2006/relationships/image" Target="../media/image380.png"/><Relationship Id="rId78" Type="http://schemas.openxmlformats.org/officeDocument/2006/relationships/customXml" Target="../ink/ink391.xml"/><Relationship Id="rId99" Type="http://schemas.openxmlformats.org/officeDocument/2006/relationships/image" Target="../media/image401.png"/><Relationship Id="rId101" Type="http://schemas.openxmlformats.org/officeDocument/2006/relationships/image" Target="../media/image402.png"/><Relationship Id="rId122" Type="http://schemas.openxmlformats.org/officeDocument/2006/relationships/customXml" Target="../ink/ink413.xml"/><Relationship Id="rId143" Type="http://schemas.openxmlformats.org/officeDocument/2006/relationships/image" Target="../media/image423.png"/><Relationship Id="rId164" Type="http://schemas.openxmlformats.org/officeDocument/2006/relationships/customXml" Target="../ink/ink434.xml"/><Relationship Id="rId185" Type="http://schemas.openxmlformats.org/officeDocument/2006/relationships/image" Target="../media/image444.png"/><Relationship Id="rId9" Type="http://schemas.openxmlformats.org/officeDocument/2006/relationships/image" Target="../media/image356.png"/><Relationship Id="rId210" Type="http://schemas.openxmlformats.org/officeDocument/2006/relationships/customXml" Target="../ink/ink457.xml"/><Relationship Id="rId26" Type="http://schemas.openxmlformats.org/officeDocument/2006/relationships/customXml" Target="../ink/ink365.xml"/><Relationship Id="rId231" Type="http://schemas.openxmlformats.org/officeDocument/2006/relationships/image" Target="../media/image467.png"/><Relationship Id="rId252" Type="http://schemas.openxmlformats.org/officeDocument/2006/relationships/customXml" Target="../ink/ink478.xml"/><Relationship Id="rId47" Type="http://schemas.openxmlformats.org/officeDocument/2006/relationships/image" Target="../media/image375.png"/><Relationship Id="rId68" Type="http://schemas.openxmlformats.org/officeDocument/2006/relationships/customXml" Target="../ink/ink386.xml"/><Relationship Id="rId89" Type="http://schemas.openxmlformats.org/officeDocument/2006/relationships/image" Target="../media/image396.png"/><Relationship Id="rId112" Type="http://schemas.openxmlformats.org/officeDocument/2006/relationships/customXml" Target="../ink/ink408.xml"/><Relationship Id="rId133" Type="http://schemas.openxmlformats.org/officeDocument/2006/relationships/image" Target="../media/image418.png"/><Relationship Id="rId154" Type="http://schemas.openxmlformats.org/officeDocument/2006/relationships/customXml" Target="../ink/ink429.xml"/><Relationship Id="rId175" Type="http://schemas.openxmlformats.org/officeDocument/2006/relationships/image" Target="../media/image439.png"/><Relationship Id="rId196" Type="http://schemas.openxmlformats.org/officeDocument/2006/relationships/customXml" Target="../ink/ink450.xml"/><Relationship Id="rId200" Type="http://schemas.openxmlformats.org/officeDocument/2006/relationships/customXml" Target="../ink/ink452.xml"/><Relationship Id="rId16" Type="http://schemas.openxmlformats.org/officeDocument/2006/relationships/customXml" Target="../ink/ink360.xml"/><Relationship Id="rId221" Type="http://schemas.openxmlformats.org/officeDocument/2006/relationships/image" Target="../media/image462.png"/><Relationship Id="rId242" Type="http://schemas.openxmlformats.org/officeDocument/2006/relationships/customXml" Target="../ink/ink473.xml"/><Relationship Id="rId37" Type="http://schemas.openxmlformats.org/officeDocument/2006/relationships/image" Target="../media/image370.png"/><Relationship Id="rId58" Type="http://schemas.openxmlformats.org/officeDocument/2006/relationships/customXml" Target="../ink/ink381.xml"/><Relationship Id="rId79" Type="http://schemas.openxmlformats.org/officeDocument/2006/relationships/image" Target="../media/image391.png"/><Relationship Id="rId102" Type="http://schemas.openxmlformats.org/officeDocument/2006/relationships/customXml" Target="../ink/ink403.xml"/><Relationship Id="rId123" Type="http://schemas.openxmlformats.org/officeDocument/2006/relationships/image" Target="../media/image413.png"/><Relationship Id="rId144" Type="http://schemas.openxmlformats.org/officeDocument/2006/relationships/customXml" Target="../ink/ink424.xml"/><Relationship Id="rId90" Type="http://schemas.openxmlformats.org/officeDocument/2006/relationships/customXml" Target="../ink/ink397.xml"/><Relationship Id="rId165" Type="http://schemas.openxmlformats.org/officeDocument/2006/relationships/image" Target="../media/image434.png"/><Relationship Id="rId186" Type="http://schemas.openxmlformats.org/officeDocument/2006/relationships/customXml" Target="../ink/ink445.xml"/><Relationship Id="rId211" Type="http://schemas.openxmlformats.org/officeDocument/2006/relationships/image" Target="../media/image457.png"/><Relationship Id="rId232" Type="http://schemas.openxmlformats.org/officeDocument/2006/relationships/customXml" Target="../ink/ink468.xml"/><Relationship Id="rId253" Type="http://schemas.openxmlformats.org/officeDocument/2006/relationships/image" Target="../media/image478.png"/><Relationship Id="rId27" Type="http://schemas.openxmlformats.org/officeDocument/2006/relationships/image" Target="../media/image365.png"/><Relationship Id="rId48" Type="http://schemas.openxmlformats.org/officeDocument/2006/relationships/customXml" Target="../ink/ink376.xml"/><Relationship Id="rId69" Type="http://schemas.openxmlformats.org/officeDocument/2006/relationships/image" Target="../media/image386.png"/><Relationship Id="rId113" Type="http://schemas.openxmlformats.org/officeDocument/2006/relationships/image" Target="../media/image408.png"/><Relationship Id="rId134" Type="http://schemas.openxmlformats.org/officeDocument/2006/relationships/customXml" Target="../ink/ink419.xml"/><Relationship Id="rId80" Type="http://schemas.openxmlformats.org/officeDocument/2006/relationships/customXml" Target="../ink/ink392.xml"/><Relationship Id="rId155" Type="http://schemas.openxmlformats.org/officeDocument/2006/relationships/image" Target="../media/image429.png"/><Relationship Id="rId176" Type="http://schemas.openxmlformats.org/officeDocument/2006/relationships/customXml" Target="../ink/ink440.xml"/><Relationship Id="rId197" Type="http://schemas.openxmlformats.org/officeDocument/2006/relationships/image" Target="../media/image450.png"/><Relationship Id="rId201" Type="http://schemas.openxmlformats.org/officeDocument/2006/relationships/image" Target="../media/image452.png"/><Relationship Id="rId222" Type="http://schemas.openxmlformats.org/officeDocument/2006/relationships/customXml" Target="../ink/ink463.xml"/><Relationship Id="rId243" Type="http://schemas.openxmlformats.org/officeDocument/2006/relationships/image" Target="../media/image473.png"/><Relationship Id="rId17" Type="http://schemas.openxmlformats.org/officeDocument/2006/relationships/image" Target="../media/image360.png"/><Relationship Id="rId38" Type="http://schemas.openxmlformats.org/officeDocument/2006/relationships/customXml" Target="../ink/ink371.xml"/><Relationship Id="rId59" Type="http://schemas.openxmlformats.org/officeDocument/2006/relationships/image" Target="../media/image381.png"/><Relationship Id="rId103" Type="http://schemas.openxmlformats.org/officeDocument/2006/relationships/image" Target="../media/image403.png"/><Relationship Id="rId124" Type="http://schemas.openxmlformats.org/officeDocument/2006/relationships/customXml" Target="../ink/ink414.xml"/><Relationship Id="rId70" Type="http://schemas.openxmlformats.org/officeDocument/2006/relationships/customXml" Target="../ink/ink387.xml"/><Relationship Id="rId91" Type="http://schemas.openxmlformats.org/officeDocument/2006/relationships/image" Target="../media/image397.png"/><Relationship Id="rId145" Type="http://schemas.openxmlformats.org/officeDocument/2006/relationships/image" Target="../media/image424.png"/><Relationship Id="rId166" Type="http://schemas.openxmlformats.org/officeDocument/2006/relationships/customXml" Target="../ink/ink435.xml"/><Relationship Id="rId187" Type="http://schemas.openxmlformats.org/officeDocument/2006/relationships/image" Target="../media/image44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58.xml"/><Relationship Id="rId233" Type="http://schemas.openxmlformats.org/officeDocument/2006/relationships/image" Target="../media/image468.png"/><Relationship Id="rId254" Type="http://schemas.openxmlformats.org/officeDocument/2006/relationships/customXml" Target="../ink/ink479.xml"/><Relationship Id="rId28" Type="http://schemas.openxmlformats.org/officeDocument/2006/relationships/customXml" Target="../ink/ink366.xml"/><Relationship Id="rId49" Type="http://schemas.openxmlformats.org/officeDocument/2006/relationships/image" Target="../media/image376.png"/><Relationship Id="rId114" Type="http://schemas.openxmlformats.org/officeDocument/2006/relationships/customXml" Target="../ink/ink409.xml"/><Relationship Id="rId60" Type="http://schemas.openxmlformats.org/officeDocument/2006/relationships/customXml" Target="../ink/ink382.xml"/><Relationship Id="rId81" Type="http://schemas.openxmlformats.org/officeDocument/2006/relationships/image" Target="../media/image392.png"/><Relationship Id="rId135" Type="http://schemas.openxmlformats.org/officeDocument/2006/relationships/image" Target="../media/image419.png"/><Relationship Id="rId156" Type="http://schemas.openxmlformats.org/officeDocument/2006/relationships/customXml" Target="../ink/ink430.xml"/><Relationship Id="rId177" Type="http://schemas.openxmlformats.org/officeDocument/2006/relationships/image" Target="../media/image440.png"/><Relationship Id="rId198" Type="http://schemas.openxmlformats.org/officeDocument/2006/relationships/customXml" Target="../ink/ink451.xml"/><Relationship Id="rId202" Type="http://schemas.openxmlformats.org/officeDocument/2006/relationships/customXml" Target="../ink/ink453.xml"/><Relationship Id="rId223" Type="http://schemas.openxmlformats.org/officeDocument/2006/relationships/image" Target="../media/image463.png"/><Relationship Id="rId244" Type="http://schemas.openxmlformats.org/officeDocument/2006/relationships/customXml" Target="../ink/ink474.xml"/><Relationship Id="rId18" Type="http://schemas.openxmlformats.org/officeDocument/2006/relationships/customXml" Target="../ink/ink361.xml"/><Relationship Id="rId39" Type="http://schemas.openxmlformats.org/officeDocument/2006/relationships/image" Target="../media/image371.png"/><Relationship Id="rId50" Type="http://schemas.openxmlformats.org/officeDocument/2006/relationships/customXml" Target="../ink/ink377.xml"/><Relationship Id="rId104" Type="http://schemas.openxmlformats.org/officeDocument/2006/relationships/customXml" Target="../ink/ink404.xml"/><Relationship Id="rId125" Type="http://schemas.openxmlformats.org/officeDocument/2006/relationships/image" Target="../media/image414.png"/><Relationship Id="rId146" Type="http://schemas.openxmlformats.org/officeDocument/2006/relationships/customXml" Target="../ink/ink425.xml"/><Relationship Id="rId167" Type="http://schemas.openxmlformats.org/officeDocument/2006/relationships/image" Target="../media/image435.png"/><Relationship Id="rId188" Type="http://schemas.openxmlformats.org/officeDocument/2006/relationships/customXml" Target="../ink/ink446.xml"/><Relationship Id="rId71" Type="http://schemas.openxmlformats.org/officeDocument/2006/relationships/image" Target="../media/image387.png"/><Relationship Id="rId92" Type="http://schemas.openxmlformats.org/officeDocument/2006/relationships/customXml" Target="../ink/ink398.xml"/><Relationship Id="rId213" Type="http://schemas.openxmlformats.org/officeDocument/2006/relationships/image" Target="../media/image458.png"/><Relationship Id="rId234" Type="http://schemas.openxmlformats.org/officeDocument/2006/relationships/customXml" Target="../ink/ink469.xml"/><Relationship Id="rId2" Type="http://schemas.openxmlformats.org/officeDocument/2006/relationships/customXml" Target="../ink/ink353.xml"/><Relationship Id="rId29" Type="http://schemas.openxmlformats.org/officeDocument/2006/relationships/image" Target="../media/image366.png"/><Relationship Id="rId255" Type="http://schemas.openxmlformats.org/officeDocument/2006/relationships/image" Target="../media/image479.png"/><Relationship Id="rId40" Type="http://schemas.openxmlformats.org/officeDocument/2006/relationships/customXml" Target="../ink/ink372.xml"/><Relationship Id="rId115" Type="http://schemas.openxmlformats.org/officeDocument/2006/relationships/image" Target="../media/image409.png"/><Relationship Id="rId136" Type="http://schemas.openxmlformats.org/officeDocument/2006/relationships/customXml" Target="../ink/ink420.xml"/><Relationship Id="rId157" Type="http://schemas.openxmlformats.org/officeDocument/2006/relationships/image" Target="../media/image430.png"/><Relationship Id="rId178" Type="http://schemas.openxmlformats.org/officeDocument/2006/relationships/customXml" Target="../ink/ink441.xml"/><Relationship Id="rId61" Type="http://schemas.openxmlformats.org/officeDocument/2006/relationships/image" Target="../media/image382.png"/><Relationship Id="rId82" Type="http://schemas.openxmlformats.org/officeDocument/2006/relationships/customXml" Target="../ink/ink393.xml"/><Relationship Id="rId199" Type="http://schemas.openxmlformats.org/officeDocument/2006/relationships/image" Target="../media/image451.png"/><Relationship Id="rId203" Type="http://schemas.openxmlformats.org/officeDocument/2006/relationships/image" Target="../media/image453.png"/><Relationship Id="rId19" Type="http://schemas.openxmlformats.org/officeDocument/2006/relationships/image" Target="../media/image361.png"/><Relationship Id="rId224" Type="http://schemas.openxmlformats.org/officeDocument/2006/relationships/customXml" Target="../ink/ink464.xml"/><Relationship Id="rId245" Type="http://schemas.openxmlformats.org/officeDocument/2006/relationships/image" Target="../media/image474.png"/><Relationship Id="rId30" Type="http://schemas.openxmlformats.org/officeDocument/2006/relationships/customXml" Target="../ink/ink367.xml"/><Relationship Id="rId105" Type="http://schemas.openxmlformats.org/officeDocument/2006/relationships/image" Target="../media/image404.png"/><Relationship Id="rId126" Type="http://schemas.openxmlformats.org/officeDocument/2006/relationships/customXml" Target="../ink/ink415.xml"/><Relationship Id="rId147" Type="http://schemas.openxmlformats.org/officeDocument/2006/relationships/image" Target="../media/image425.png"/><Relationship Id="rId168" Type="http://schemas.openxmlformats.org/officeDocument/2006/relationships/customXml" Target="../ink/ink436.xml"/><Relationship Id="rId51" Type="http://schemas.openxmlformats.org/officeDocument/2006/relationships/image" Target="../media/image377.png"/><Relationship Id="rId72" Type="http://schemas.openxmlformats.org/officeDocument/2006/relationships/customXml" Target="../ink/ink388.xml"/><Relationship Id="rId93" Type="http://schemas.openxmlformats.org/officeDocument/2006/relationships/image" Target="../media/image398.png"/><Relationship Id="rId189" Type="http://schemas.openxmlformats.org/officeDocument/2006/relationships/image" Target="../media/image446.png"/><Relationship Id="rId3" Type="http://schemas.openxmlformats.org/officeDocument/2006/relationships/image" Target="../media/image353.png"/><Relationship Id="rId214" Type="http://schemas.openxmlformats.org/officeDocument/2006/relationships/customXml" Target="../ink/ink459.xml"/><Relationship Id="rId235" Type="http://schemas.openxmlformats.org/officeDocument/2006/relationships/image" Target="../media/image469.png"/><Relationship Id="rId256" Type="http://schemas.openxmlformats.org/officeDocument/2006/relationships/customXml" Target="../ink/ink480.xml"/><Relationship Id="rId116" Type="http://schemas.openxmlformats.org/officeDocument/2006/relationships/customXml" Target="../ink/ink410.xml"/><Relationship Id="rId137" Type="http://schemas.openxmlformats.org/officeDocument/2006/relationships/image" Target="../media/image420.png"/><Relationship Id="rId158" Type="http://schemas.openxmlformats.org/officeDocument/2006/relationships/customXml" Target="../ink/ink431.xml"/><Relationship Id="rId20" Type="http://schemas.openxmlformats.org/officeDocument/2006/relationships/customXml" Target="../ink/ink362.xml"/><Relationship Id="rId41" Type="http://schemas.openxmlformats.org/officeDocument/2006/relationships/image" Target="../media/image372.png"/><Relationship Id="rId62" Type="http://schemas.openxmlformats.org/officeDocument/2006/relationships/customXml" Target="../ink/ink383.xml"/><Relationship Id="rId83" Type="http://schemas.openxmlformats.org/officeDocument/2006/relationships/image" Target="../media/image393.png"/><Relationship Id="rId179" Type="http://schemas.openxmlformats.org/officeDocument/2006/relationships/image" Target="../media/image441.png"/><Relationship Id="rId190" Type="http://schemas.openxmlformats.org/officeDocument/2006/relationships/customXml" Target="../ink/ink447.xml"/><Relationship Id="rId204" Type="http://schemas.openxmlformats.org/officeDocument/2006/relationships/customXml" Target="../ink/ink454.xml"/><Relationship Id="rId225" Type="http://schemas.openxmlformats.org/officeDocument/2006/relationships/image" Target="../media/image464.png"/><Relationship Id="rId246" Type="http://schemas.openxmlformats.org/officeDocument/2006/relationships/customXml" Target="../ink/ink475.xml"/><Relationship Id="rId106" Type="http://schemas.openxmlformats.org/officeDocument/2006/relationships/customXml" Target="../ink/ink405.xml"/><Relationship Id="rId127" Type="http://schemas.openxmlformats.org/officeDocument/2006/relationships/image" Target="../media/image415.png"/><Relationship Id="rId10" Type="http://schemas.openxmlformats.org/officeDocument/2006/relationships/customXml" Target="../ink/ink357.xml"/><Relationship Id="rId31" Type="http://schemas.openxmlformats.org/officeDocument/2006/relationships/image" Target="../media/image367.png"/><Relationship Id="rId52" Type="http://schemas.openxmlformats.org/officeDocument/2006/relationships/customXml" Target="../ink/ink378.xml"/><Relationship Id="rId73" Type="http://schemas.openxmlformats.org/officeDocument/2006/relationships/image" Target="../media/image388.png"/><Relationship Id="rId94" Type="http://schemas.openxmlformats.org/officeDocument/2006/relationships/customXml" Target="../ink/ink399.xml"/><Relationship Id="rId148" Type="http://schemas.openxmlformats.org/officeDocument/2006/relationships/customXml" Target="../ink/ink426.xml"/><Relationship Id="rId169" Type="http://schemas.openxmlformats.org/officeDocument/2006/relationships/image" Target="../media/image436.png"/><Relationship Id="rId4" Type="http://schemas.openxmlformats.org/officeDocument/2006/relationships/customXml" Target="../ink/ink354.xml"/><Relationship Id="rId180" Type="http://schemas.openxmlformats.org/officeDocument/2006/relationships/customXml" Target="../ink/ink442.xml"/><Relationship Id="rId215" Type="http://schemas.openxmlformats.org/officeDocument/2006/relationships/image" Target="../media/image459.png"/><Relationship Id="rId236" Type="http://schemas.openxmlformats.org/officeDocument/2006/relationships/customXml" Target="../ink/ink470.xml"/><Relationship Id="rId257" Type="http://schemas.openxmlformats.org/officeDocument/2006/relationships/image" Target="../media/image48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8.png"/><Relationship Id="rId299" Type="http://schemas.openxmlformats.org/officeDocument/2006/relationships/image" Target="../media/image629.png"/><Relationship Id="rId21" Type="http://schemas.openxmlformats.org/officeDocument/2006/relationships/image" Target="../media/image490.png"/><Relationship Id="rId63" Type="http://schemas.openxmlformats.org/officeDocument/2006/relationships/image" Target="../media/image511.png"/><Relationship Id="rId159" Type="http://schemas.openxmlformats.org/officeDocument/2006/relationships/image" Target="../media/image559.png"/><Relationship Id="rId324" Type="http://schemas.openxmlformats.org/officeDocument/2006/relationships/customXml" Target="../ink/ink642.xml"/><Relationship Id="rId366" Type="http://schemas.openxmlformats.org/officeDocument/2006/relationships/customXml" Target="../ink/ink663.xml"/><Relationship Id="rId170" Type="http://schemas.openxmlformats.org/officeDocument/2006/relationships/customXml" Target="../ink/ink565.xml"/><Relationship Id="rId226" Type="http://schemas.openxmlformats.org/officeDocument/2006/relationships/customXml" Target="../ink/ink593.xml"/><Relationship Id="rId433" Type="http://schemas.openxmlformats.org/officeDocument/2006/relationships/customXml" Target="../ink/ink697.xml"/><Relationship Id="rId268" Type="http://schemas.openxmlformats.org/officeDocument/2006/relationships/customXml" Target="../ink/ink614.xml"/><Relationship Id="rId475" Type="http://schemas.openxmlformats.org/officeDocument/2006/relationships/customXml" Target="../ink/ink718.xml"/><Relationship Id="rId32" Type="http://schemas.openxmlformats.org/officeDocument/2006/relationships/customXml" Target="../ink/ink496.xml"/><Relationship Id="rId74" Type="http://schemas.openxmlformats.org/officeDocument/2006/relationships/customXml" Target="../ink/ink517.xml"/><Relationship Id="rId128" Type="http://schemas.openxmlformats.org/officeDocument/2006/relationships/customXml" Target="../ink/ink544.xml"/><Relationship Id="rId335" Type="http://schemas.openxmlformats.org/officeDocument/2006/relationships/image" Target="../media/image647.png"/><Relationship Id="rId377" Type="http://schemas.openxmlformats.org/officeDocument/2006/relationships/image" Target="../media/image668.png"/><Relationship Id="rId5" Type="http://schemas.openxmlformats.org/officeDocument/2006/relationships/image" Target="../media/image482.png"/><Relationship Id="rId181" Type="http://schemas.openxmlformats.org/officeDocument/2006/relationships/image" Target="../media/image570.png"/><Relationship Id="rId237" Type="http://schemas.openxmlformats.org/officeDocument/2006/relationships/image" Target="../media/image598.png"/><Relationship Id="rId402" Type="http://schemas.openxmlformats.org/officeDocument/2006/relationships/image" Target="../media/image680.png"/><Relationship Id="rId279" Type="http://schemas.openxmlformats.org/officeDocument/2006/relationships/image" Target="../media/image619.png"/><Relationship Id="rId444" Type="http://schemas.openxmlformats.org/officeDocument/2006/relationships/image" Target="../media/image701.png"/><Relationship Id="rId486" Type="http://schemas.openxmlformats.org/officeDocument/2006/relationships/image" Target="../media/image722.png"/><Relationship Id="rId43" Type="http://schemas.openxmlformats.org/officeDocument/2006/relationships/image" Target="../media/image501.png"/><Relationship Id="rId139" Type="http://schemas.openxmlformats.org/officeDocument/2006/relationships/image" Target="../media/image549.png"/><Relationship Id="rId290" Type="http://schemas.openxmlformats.org/officeDocument/2006/relationships/customXml" Target="../ink/ink625.xml"/><Relationship Id="rId304" Type="http://schemas.openxmlformats.org/officeDocument/2006/relationships/customXml" Target="../ink/ink632.xml"/><Relationship Id="rId346" Type="http://schemas.openxmlformats.org/officeDocument/2006/relationships/customXml" Target="../ink/ink653.xml"/><Relationship Id="rId388" Type="http://schemas.openxmlformats.org/officeDocument/2006/relationships/image" Target="../media/image673.png"/><Relationship Id="rId85" Type="http://schemas.openxmlformats.org/officeDocument/2006/relationships/image" Target="../media/image522.png"/><Relationship Id="rId150" Type="http://schemas.openxmlformats.org/officeDocument/2006/relationships/customXml" Target="../ink/ink555.xml"/><Relationship Id="rId192" Type="http://schemas.openxmlformats.org/officeDocument/2006/relationships/customXml" Target="../ink/ink576.xml"/><Relationship Id="rId206" Type="http://schemas.openxmlformats.org/officeDocument/2006/relationships/customXml" Target="../ink/ink583.xml"/><Relationship Id="rId413" Type="http://schemas.openxmlformats.org/officeDocument/2006/relationships/customXml" Target="../ink/ink687.xml"/><Relationship Id="rId248" Type="http://schemas.openxmlformats.org/officeDocument/2006/relationships/customXml" Target="../ink/ink604.xml"/><Relationship Id="rId455" Type="http://schemas.openxmlformats.org/officeDocument/2006/relationships/customXml" Target="../ink/ink708.xml"/><Relationship Id="rId12" Type="http://schemas.openxmlformats.org/officeDocument/2006/relationships/customXml" Target="../ink/ink486.xml"/><Relationship Id="rId108" Type="http://schemas.openxmlformats.org/officeDocument/2006/relationships/customXml" Target="../ink/ink534.xml"/><Relationship Id="rId315" Type="http://schemas.openxmlformats.org/officeDocument/2006/relationships/image" Target="../media/image637.png"/><Relationship Id="rId357" Type="http://schemas.openxmlformats.org/officeDocument/2006/relationships/image" Target="../media/image658.png"/><Relationship Id="rId54" Type="http://schemas.openxmlformats.org/officeDocument/2006/relationships/customXml" Target="../ink/ink507.xml"/><Relationship Id="rId96" Type="http://schemas.openxmlformats.org/officeDocument/2006/relationships/customXml" Target="../ink/ink528.xml"/><Relationship Id="rId161" Type="http://schemas.openxmlformats.org/officeDocument/2006/relationships/image" Target="../media/image560.png"/><Relationship Id="rId217" Type="http://schemas.openxmlformats.org/officeDocument/2006/relationships/image" Target="../media/image588.png"/><Relationship Id="rId399" Type="http://schemas.openxmlformats.org/officeDocument/2006/relationships/customXml" Target="../ink/ink680.xml"/><Relationship Id="rId259" Type="http://schemas.openxmlformats.org/officeDocument/2006/relationships/image" Target="../media/image609.png"/><Relationship Id="rId424" Type="http://schemas.openxmlformats.org/officeDocument/2006/relationships/image" Target="../media/image691.png"/><Relationship Id="rId466" Type="http://schemas.openxmlformats.org/officeDocument/2006/relationships/image" Target="../media/image712.png"/><Relationship Id="rId23" Type="http://schemas.openxmlformats.org/officeDocument/2006/relationships/image" Target="../media/image491.png"/><Relationship Id="rId119" Type="http://schemas.openxmlformats.org/officeDocument/2006/relationships/image" Target="../media/image539.png"/><Relationship Id="rId270" Type="http://schemas.openxmlformats.org/officeDocument/2006/relationships/customXml" Target="../ink/ink615.xml"/><Relationship Id="rId326" Type="http://schemas.openxmlformats.org/officeDocument/2006/relationships/customXml" Target="../ink/ink643.xml"/><Relationship Id="rId65" Type="http://schemas.openxmlformats.org/officeDocument/2006/relationships/image" Target="../media/image512.png"/><Relationship Id="rId130" Type="http://schemas.openxmlformats.org/officeDocument/2006/relationships/customXml" Target="../ink/ink545.xml"/><Relationship Id="rId368" Type="http://schemas.openxmlformats.org/officeDocument/2006/relationships/customXml" Target="../ink/ink664.xml"/><Relationship Id="rId172" Type="http://schemas.openxmlformats.org/officeDocument/2006/relationships/customXml" Target="../ink/ink566.xml"/><Relationship Id="rId228" Type="http://schemas.openxmlformats.org/officeDocument/2006/relationships/customXml" Target="../ink/ink594.xml"/><Relationship Id="rId435" Type="http://schemas.openxmlformats.org/officeDocument/2006/relationships/customXml" Target="../ink/ink698.xml"/><Relationship Id="rId477" Type="http://schemas.openxmlformats.org/officeDocument/2006/relationships/customXml" Target="../ink/ink719.xml"/><Relationship Id="rId281" Type="http://schemas.openxmlformats.org/officeDocument/2006/relationships/image" Target="../media/image620.png"/><Relationship Id="rId337" Type="http://schemas.openxmlformats.org/officeDocument/2006/relationships/image" Target="../media/image648.png"/><Relationship Id="rId34" Type="http://schemas.openxmlformats.org/officeDocument/2006/relationships/customXml" Target="../ink/ink497.xml"/><Relationship Id="rId76" Type="http://schemas.openxmlformats.org/officeDocument/2006/relationships/customXml" Target="../ink/ink518.xml"/><Relationship Id="rId141" Type="http://schemas.openxmlformats.org/officeDocument/2006/relationships/image" Target="../media/image550.png"/><Relationship Id="rId379" Type="http://schemas.openxmlformats.org/officeDocument/2006/relationships/image" Target="../media/image669.png"/><Relationship Id="rId7" Type="http://schemas.openxmlformats.org/officeDocument/2006/relationships/image" Target="../media/image483.png"/><Relationship Id="rId183" Type="http://schemas.openxmlformats.org/officeDocument/2006/relationships/image" Target="../media/image571.png"/><Relationship Id="rId239" Type="http://schemas.openxmlformats.org/officeDocument/2006/relationships/image" Target="../media/image599.png"/><Relationship Id="rId390" Type="http://schemas.openxmlformats.org/officeDocument/2006/relationships/image" Target="../media/image674.png"/><Relationship Id="rId404" Type="http://schemas.openxmlformats.org/officeDocument/2006/relationships/image" Target="../media/image681.png"/><Relationship Id="rId446" Type="http://schemas.openxmlformats.org/officeDocument/2006/relationships/image" Target="../media/image702.png"/><Relationship Id="rId250" Type="http://schemas.openxmlformats.org/officeDocument/2006/relationships/customXml" Target="../ink/ink605.xml"/><Relationship Id="rId292" Type="http://schemas.openxmlformats.org/officeDocument/2006/relationships/customXml" Target="../ink/ink626.xml"/><Relationship Id="rId306" Type="http://schemas.openxmlformats.org/officeDocument/2006/relationships/customXml" Target="../ink/ink633.xml"/><Relationship Id="rId488" Type="http://schemas.openxmlformats.org/officeDocument/2006/relationships/image" Target="../media/image723.png"/><Relationship Id="rId45" Type="http://schemas.openxmlformats.org/officeDocument/2006/relationships/image" Target="../media/image502.png"/><Relationship Id="rId87" Type="http://schemas.openxmlformats.org/officeDocument/2006/relationships/image" Target="../media/image523.png"/><Relationship Id="rId110" Type="http://schemas.openxmlformats.org/officeDocument/2006/relationships/customXml" Target="../ink/ink535.xml"/><Relationship Id="rId348" Type="http://schemas.openxmlformats.org/officeDocument/2006/relationships/customXml" Target="../ink/ink654.xml"/><Relationship Id="rId152" Type="http://schemas.openxmlformats.org/officeDocument/2006/relationships/customXml" Target="../ink/ink556.xml"/><Relationship Id="rId194" Type="http://schemas.openxmlformats.org/officeDocument/2006/relationships/customXml" Target="../ink/ink577.xml"/><Relationship Id="rId208" Type="http://schemas.openxmlformats.org/officeDocument/2006/relationships/customXml" Target="../ink/ink584.xml"/><Relationship Id="rId415" Type="http://schemas.openxmlformats.org/officeDocument/2006/relationships/customXml" Target="../ink/ink688.xml"/><Relationship Id="rId457" Type="http://schemas.openxmlformats.org/officeDocument/2006/relationships/customXml" Target="../ink/ink709.xml"/><Relationship Id="rId261" Type="http://schemas.openxmlformats.org/officeDocument/2006/relationships/image" Target="../media/image610.png"/><Relationship Id="rId14" Type="http://schemas.openxmlformats.org/officeDocument/2006/relationships/customXml" Target="../ink/ink487.xml"/><Relationship Id="rId56" Type="http://schemas.openxmlformats.org/officeDocument/2006/relationships/customXml" Target="../ink/ink508.xml"/><Relationship Id="rId317" Type="http://schemas.openxmlformats.org/officeDocument/2006/relationships/image" Target="../media/image638.png"/><Relationship Id="rId359" Type="http://schemas.openxmlformats.org/officeDocument/2006/relationships/image" Target="../media/image659.png"/><Relationship Id="rId98" Type="http://schemas.openxmlformats.org/officeDocument/2006/relationships/customXml" Target="../ink/ink529.xml"/><Relationship Id="rId121" Type="http://schemas.openxmlformats.org/officeDocument/2006/relationships/image" Target="../media/image540.png"/><Relationship Id="rId163" Type="http://schemas.openxmlformats.org/officeDocument/2006/relationships/image" Target="../media/image561.png"/><Relationship Id="rId219" Type="http://schemas.openxmlformats.org/officeDocument/2006/relationships/image" Target="../media/image589.png"/><Relationship Id="rId370" Type="http://schemas.openxmlformats.org/officeDocument/2006/relationships/customXml" Target="../ink/ink665.xml"/><Relationship Id="rId426" Type="http://schemas.openxmlformats.org/officeDocument/2006/relationships/image" Target="../media/image692.png"/><Relationship Id="rId230" Type="http://schemas.openxmlformats.org/officeDocument/2006/relationships/customXml" Target="../ink/ink595.xml"/><Relationship Id="rId468" Type="http://schemas.openxmlformats.org/officeDocument/2006/relationships/image" Target="../media/image713.png"/><Relationship Id="rId25" Type="http://schemas.openxmlformats.org/officeDocument/2006/relationships/image" Target="../media/image492.png"/><Relationship Id="rId67" Type="http://schemas.openxmlformats.org/officeDocument/2006/relationships/image" Target="../media/image513.png"/><Relationship Id="rId272" Type="http://schemas.openxmlformats.org/officeDocument/2006/relationships/customXml" Target="../ink/ink616.xml"/><Relationship Id="rId328" Type="http://schemas.openxmlformats.org/officeDocument/2006/relationships/customXml" Target="../ink/ink644.xml"/><Relationship Id="rId132" Type="http://schemas.openxmlformats.org/officeDocument/2006/relationships/customXml" Target="../ink/ink546.xml"/><Relationship Id="rId174" Type="http://schemas.openxmlformats.org/officeDocument/2006/relationships/customXml" Target="../ink/ink567.xml"/><Relationship Id="rId381" Type="http://schemas.openxmlformats.org/officeDocument/2006/relationships/image" Target="../media/image670.png"/><Relationship Id="rId241" Type="http://schemas.openxmlformats.org/officeDocument/2006/relationships/image" Target="../media/image600.png"/><Relationship Id="rId437" Type="http://schemas.openxmlformats.org/officeDocument/2006/relationships/customXml" Target="../ink/ink699.xml"/><Relationship Id="rId479" Type="http://schemas.openxmlformats.org/officeDocument/2006/relationships/customXml" Target="../ink/ink720.xml"/><Relationship Id="rId36" Type="http://schemas.openxmlformats.org/officeDocument/2006/relationships/customXml" Target="../ink/ink498.xml"/><Relationship Id="rId283" Type="http://schemas.openxmlformats.org/officeDocument/2006/relationships/image" Target="../media/image621.png"/><Relationship Id="rId339" Type="http://schemas.openxmlformats.org/officeDocument/2006/relationships/image" Target="../media/image649.png"/><Relationship Id="rId490" Type="http://schemas.openxmlformats.org/officeDocument/2006/relationships/image" Target="../media/image724.png"/><Relationship Id="rId78" Type="http://schemas.openxmlformats.org/officeDocument/2006/relationships/customXml" Target="../ink/ink519.xml"/><Relationship Id="rId101" Type="http://schemas.openxmlformats.org/officeDocument/2006/relationships/image" Target="../media/image530.png"/><Relationship Id="rId143" Type="http://schemas.openxmlformats.org/officeDocument/2006/relationships/image" Target="../media/image551.png"/><Relationship Id="rId185" Type="http://schemas.openxmlformats.org/officeDocument/2006/relationships/image" Target="../media/image572.png"/><Relationship Id="rId350" Type="http://schemas.openxmlformats.org/officeDocument/2006/relationships/customXml" Target="../ink/ink655.xml"/><Relationship Id="rId406" Type="http://schemas.openxmlformats.org/officeDocument/2006/relationships/image" Target="../media/image682.png"/><Relationship Id="rId9" Type="http://schemas.openxmlformats.org/officeDocument/2006/relationships/image" Target="../media/image484.png"/><Relationship Id="rId210" Type="http://schemas.openxmlformats.org/officeDocument/2006/relationships/customXml" Target="../ink/ink585.xml"/><Relationship Id="rId392" Type="http://schemas.openxmlformats.org/officeDocument/2006/relationships/image" Target="../media/image675.png"/><Relationship Id="rId448" Type="http://schemas.openxmlformats.org/officeDocument/2006/relationships/image" Target="../media/image703.png"/><Relationship Id="rId252" Type="http://schemas.openxmlformats.org/officeDocument/2006/relationships/customXml" Target="../ink/ink606.xml"/><Relationship Id="rId294" Type="http://schemas.openxmlformats.org/officeDocument/2006/relationships/customXml" Target="../ink/ink627.xml"/><Relationship Id="rId308" Type="http://schemas.openxmlformats.org/officeDocument/2006/relationships/customXml" Target="../ink/ink634.xml"/><Relationship Id="rId47" Type="http://schemas.openxmlformats.org/officeDocument/2006/relationships/image" Target="../media/image503.png"/><Relationship Id="rId89" Type="http://schemas.openxmlformats.org/officeDocument/2006/relationships/image" Target="../media/image524.png"/><Relationship Id="rId112" Type="http://schemas.openxmlformats.org/officeDocument/2006/relationships/customXml" Target="../ink/ink536.xml"/><Relationship Id="rId154" Type="http://schemas.openxmlformats.org/officeDocument/2006/relationships/customXml" Target="../ink/ink557.xml"/><Relationship Id="rId361" Type="http://schemas.openxmlformats.org/officeDocument/2006/relationships/image" Target="../media/image660.png"/><Relationship Id="rId196" Type="http://schemas.openxmlformats.org/officeDocument/2006/relationships/customXml" Target="../ink/ink578.xml"/><Relationship Id="rId417" Type="http://schemas.openxmlformats.org/officeDocument/2006/relationships/customXml" Target="../ink/ink689.xml"/><Relationship Id="rId459" Type="http://schemas.openxmlformats.org/officeDocument/2006/relationships/customXml" Target="../ink/ink710.xml"/><Relationship Id="rId16" Type="http://schemas.openxmlformats.org/officeDocument/2006/relationships/customXml" Target="../ink/ink488.xml"/><Relationship Id="rId221" Type="http://schemas.openxmlformats.org/officeDocument/2006/relationships/image" Target="../media/image590.png"/><Relationship Id="rId263" Type="http://schemas.openxmlformats.org/officeDocument/2006/relationships/image" Target="../media/image611.png"/><Relationship Id="rId319" Type="http://schemas.openxmlformats.org/officeDocument/2006/relationships/image" Target="../media/image639.png"/><Relationship Id="rId470" Type="http://schemas.openxmlformats.org/officeDocument/2006/relationships/image" Target="../media/image714.png"/><Relationship Id="rId58" Type="http://schemas.openxmlformats.org/officeDocument/2006/relationships/customXml" Target="../ink/ink509.xml"/><Relationship Id="rId123" Type="http://schemas.openxmlformats.org/officeDocument/2006/relationships/image" Target="../media/image541.png"/><Relationship Id="rId330" Type="http://schemas.openxmlformats.org/officeDocument/2006/relationships/customXml" Target="../ink/ink645.xml"/><Relationship Id="rId165" Type="http://schemas.openxmlformats.org/officeDocument/2006/relationships/image" Target="../media/image562.png"/><Relationship Id="rId372" Type="http://schemas.openxmlformats.org/officeDocument/2006/relationships/customXml" Target="../ink/ink666.xml"/><Relationship Id="rId428" Type="http://schemas.openxmlformats.org/officeDocument/2006/relationships/image" Target="../media/image693.png"/><Relationship Id="rId232" Type="http://schemas.openxmlformats.org/officeDocument/2006/relationships/customXml" Target="../ink/ink596.xml"/><Relationship Id="rId274" Type="http://schemas.openxmlformats.org/officeDocument/2006/relationships/customXml" Target="../ink/ink617.xml"/><Relationship Id="rId481" Type="http://schemas.openxmlformats.org/officeDocument/2006/relationships/customXml" Target="../ink/ink721.xml"/><Relationship Id="rId27" Type="http://schemas.openxmlformats.org/officeDocument/2006/relationships/image" Target="../media/image493.png"/><Relationship Id="rId69" Type="http://schemas.openxmlformats.org/officeDocument/2006/relationships/image" Target="../media/image514.png"/><Relationship Id="rId134" Type="http://schemas.openxmlformats.org/officeDocument/2006/relationships/customXml" Target="../ink/ink547.xml"/><Relationship Id="rId80" Type="http://schemas.openxmlformats.org/officeDocument/2006/relationships/customXml" Target="../ink/ink520.xml"/><Relationship Id="rId176" Type="http://schemas.openxmlformats.org/officeDocument/2006/relationships/customXml" Target="../ink/ink568.xml"/><Relationship Id="rId341" Type="http://schemas.openxmlformats.org/officeDocument/2006/relationships/image" Target="../media/image650.png"/><Relationship Id="rId383" Type="http://schemas.openxmlformats.org/officeDocument/2006/relationships/customXml" Target="../ink/ink672.xml"/><Relationship Id="rId439" Type="http://schemas.openxmlformats.org/officeDocument/2006/relationships/customXml" Target="../ink/ink700.xml"/><Relationship Id="rId201" Type="http://schemas.openxmlformats.org/officeDocument/2006/relationships/image" Target="../media/image580.png"/><Relationship Id="rId243" Type="http://schemas.openxmlformats.org/officeDocument/2006/relationships/image" Target="../media/image601.png"/><Relationship Id="rId285" Type="http://schemas.openxmlformats.org/officeDocument/2006/relationships/image" Target="../media/image622.png"/><Relationship Id="rId450" Type="http://schemas.openxmlformats.org/officeDocument/2006/relationships/image" Target="../media/image704.png"/><Relationship Id="rId38" Type="http://schemas.openxmlformats.org/officeDocument/2006/relationships/customXml" Target="../ink/ink499.xml"/><Relationship Id="rId103" Type="http://schemas.openxmlformats.org/officeDocument/2006/relationships/image" Target="../media/image531.png"/><Relationship Id="rId310" Type="http://schemas.openxmlformats.org/officeDocument/2006/relationships/customXml" Target="../ink/ink635.xml"/><Relationship Id="rId492" Type="http://schemas.openxmlformats.org/officeDocument/2006/relationships/image" Target="../media/image725.png"/><Relationship Id="rId91" Type="http://schemas.openxmlformats.org/officeDocument/2006/relationships/image" Target="../media/image525.png"/><Relationship Id="rId145" Type="http://schemas.openxmlformats.org/officeDocument/2006/relationships/image" Target="../media/image552.png"/><Relationship Id="rId187" Type="http://schemas.openxmlformats.org/officeDocument/2006/relationships/image" Target="../media/image573.png"/><Relationship Id="rId352" Type="http://schemas.openxmlformats.org/officeDocument/2006/relationships/customXml" Target="../ink/ink656.xml"/><Relationship Id="rId394" Type="http://schemas.openxmlformats.org/officeDocument/2006/relationships/image" Target="../media/image676.png"/><Relationship Id="rId408" Type="http://schemas.openxmlformats.org/officeDocument/2006/relationships/image" Target="../media/image683.png"/><Relationship Id="rId212" Type="http://schemas.openxmlformats.org/officeDocument/2006/relationships/customXml" Target="../ink/ink586.xml"/><Relationship Id="rId254" Type="http://schemas.openxmlformats.org/officeDocument/2006/relationships/customXml" Target="../ink/ink607.xml"/><Relationship Id="rId49" Type="http://schemas.openxmlformats.org/officeDocument/2006/relationships/image" Target="../media/image504.png"/><Relationship Id="rId114" Type="http://schemas.openxmlformats.org/officeDocument/2006/relationships/customXml" Target="../ink/ink537.xml"/><Relationship Id="rId296" Type="http://schemas.openxmlformats.org/officeDocument/2006/relationships/customXml" Target="../ink/ink628.xml"/><Relationship Id="rId461" Type="http://schemas.openxmlformats.org/officeDocument/2006/relationships/customXml" Target="../ink/ink711.xml"/><Relationship Id="rId60" Type="http://schemas.openxmlformats.org/officeDocument/2006/relationships/customXml" Target="../ink/ink510.xml"/><Relationship Id="rId156" Type="http://schemas.openxmlformats.org/officeDocument/2006/relationships/customXml" Target="../ink/ink558.xml"/><Relationship Id="rId198" Type="http://schemas.openxmlformats.org/officeDocument/2006/relationships/customXml" Target="../ink/ink579.xml"/><Relationship Id="rId321" Type="http://schemas.openxmlformats.org/officeDocument/2006/relationships/image" Target="../media/image640.png"/><Relationship Id="rId363" Type="http://schemas.openxmlformats.org/officeDocument/2006/relationships/image" Target="../media/image661.png"/><Relationship Id="rId419" Type="http://schemas.openxmlformats.org/officeDocument/2006/relationships/customXml" Target="../ink/ink690.xml"/><Relationship Id="rId223" Type="http://schemas.openxmlformats.org/officeDocument/2006/relationships/image" Target="../media/image591.png"/><Relationship Id="rId430" Type="http://schemas.openxmlformats.org/officeDocument/2006/relationships/image" Target="../media/image694.png"/><Relationship Id="rId18" Type="http://schemas.openxmlformats.org/officeDocument/2006/relationships/customXml" Target="../ink/ink489.xml"/><Relationship Id="rId265" Type="http://schemas.openxmlformats.org/officeDocument/2006/relationships/image" Target="../media/image612.png"/><Relationship Id="rId472" Type="http://schemas.openxmlformats.org/officeDocument/2006/relationships/image" Target="../media/image715.png"/><Relationship Id="rId125" Type="http://schemas.openxmlformats.org/officeDocument/2006/relationships/image" Target="../media/image542.png"/><Relationship Id="rId167" Type="http://schemas.openxmlformats.org/officeDocument/2006/relationships/image" Target="../media/image563.png"/><Relationship Id="rId332" Type="http://schemas.openxmlformats.org/officeDocument/2006/relationships/customXml" Target="../ink/ink646.xml"/><Relationship Id="rId374" Type="http://schemas.openxmlformats.org/officeDocument/2006/relationships/customXml" Target="../ink/ink667.xml"/><Relationship Id="rId71" Type="http://schemas.openxmlformats.org/officeDocument/2006/relationships/image" Target="../media/image515.png"/><Relationship Id="rId234" Type="http://schemas.openxmlformats.org/officeDocument/2006/relationships/customXml" Target="../ink/ink597.xml"/><Relationship Id="rId2" Type="http://schemas.openxmlformats.org/officeDocument/2006/relationships/customXml" Target="../ink/ink481.xml"/><Relationship Id="rId29" Type="http://schemas.openxmlformats.org/officeDocument/2006/relationships/image" Target="../media/image494.png"/><Relationship Id="rId276" Type="http://schemas.openxmlformats.org/officeDocument/2006/relationships/customXml" Target="../ink/ink618.xml"/><Relationship Id="rId441" Type="http://schemas.openxmlformats.org/officeDocument/2006/relationships/customXml" Target="../ink/ink701.xml"/><Relationship Id="rId483" Type="http://schemas.openxmlformats.org/officeDocument/2006/relationships/customXml" Target="../ink/ink722.xml"/><Relationship Id="rId40" Type="http://schemas.openxmlformats.org/officeDocument/2006/relationships/customXml" Target="../ink/ink500.xml"/><Relationship Id="rId136" Type="http://schemas.openxmlformats.org/officeDocument/2006/relationships/customXml" Target="../ink/ink548.xml"/><Relationship Id="rId178" Type="http://schemas.openxmlformats.org/officeDocument/2006/relationships/customXml" Target="../ink/ink569.xml"/><Relationship Id="rId301" Type="http://schemas.openxmlformats.org/officeDocument/2006/relationships/image" Target="../media/image630.png"/><Relationship Id="rId343" Type="http://schemas.openxmlformats.org/officeDocument/2006/relationships/image" Target="../media/image651.png"/><Relationship Id="rId82" Type="http://schemas.openxmlformats.org/officeDocument/2006/relationships/customXml" Target="../ink/ink521.xml"/><Relationship Id="rId203" Type="http://schemas.openxmlformats.org/officeDocument/2006/relationships/image" Target="../media/image581.png"/><Relationship Id="rId385" Type="http://schemas.openxmlformats.org/officeDocument/2006/relationships/customXml" Target="../ink/ink673.xml"/><Relationship Id="rId245" Type="http://schemas.openxmlformats.org/officeDocument/2006/relationships/image" Target="../media/image602.png"/><Relationship Id="rId287" Type="http://schemas.openxmlformats.org/officeDocument/2006/relationships/image" Target="../media/image623.png"/><Relationship Id="rId410" Type="http://schemas.openxmlformats.org/officeDocument/2006/relationships/image" Target="../media/image684.png"/><Relationship Id="rId452" Type="http://schemas.openxmlformats.org/officeDocument/2006/relationships/image" Target="../media/image705.png"/><Relationship Id="rId494" Type="http://schemas.openxmlformats.org/officeDocument/2006/relationships/image" Target="../media/image726.png"/><Relationship Id="rId105" Type="http://schemas.openxmlformats.org/officeDocument/2006/relationships/image" Target="../media/image532.png"/><Relationship Id="rId147" Type="http://schemas.openxmlformats.org/officeDocument/2006/relationships/image" Target="../media/image553.png"/><Relationship Id="rId312" Type="http://schemas.openxmlformats.org/officeDocument/2006/relationships/customXml" Target="../ink/ink636.xml"/><Relationship Id="rId354" Type="http://schemas.openxmlformats.org/officeDocument/2006/relationships/customXml" Target="../ink/ink657.xml"/><Relationship Id="rId51" Type="http://schemas.openxmlformats.org/officeDocument/2006/relationships/image" Target="../media/image505.png"/><Relationship Id="rId93" Type="http://schemas.openxmlformats.org/officeDocument/2006/relationships/image" Target="../media/image526.png"/><Relationship Id="rId189" Type="http://schemas.openxmlformats.org/officeDocument/2006/relationships/image" Target="../media/image574.png"/><Relationship Id="rId396" Type="http://schemas.openxmlformats.org/officeDocument/2006/relationships/image" Target="../media/image677.png"/><Relationship Id="rId214" Type="http://schemas.openxmlformats.org/officeDocument/2006/relationships/customXml" Target="../ink/ink587.xml"/><Relationship Id="rId256" Type="http://schemas.openxmlformats.org/officeDocument/2006/relationships/customXml" Target="../ink/ink608.xml"/><Relationship Id="rId298" Type="http://schemas.openxmlformats.org/officeDocument/2006/relationships/customXml" Target="../ink/ink629.xml"/><Relationship Id="rId421" Type="http://schemas.openxmlformats.org/officeDocument/2006/relationships/customXml" Target="../ink/ink691.xml"/><Relationship Id="rId463" Type="http://schemas.openxmlformats.org/officeDocument/2006/relationships/customXml" Target="../ink/ink712.xml"/><Relationship Id="rId116" Type="http://schemas.openxmlformats.org/officeDocument/2006/relationships/customXml" Target="../ink/ink538.xml"/><Relationship Id="rId158" Type="http://schemas.openxmlformats.org/officeDocument/2006/relationships/customXml" Target="../ink/ink559.xml"/><Relationship Id="rId323" Type="http://schemas.openxmlformats.org/officeDocument/2006/relationships/image" Target="../media/image641.png"/><Relationship Id="rId20" Type="http://schemas.openxmlformats.org/officeDocument/2006/relationships/customXml" Target="../ink/ink490.xml"/><Relationship Id="rId62" Type="http://schemas.openxmlformats.org/officeDocument/2006/relationships/customXml" Target="../ink/ink511.xml"/><Relationship Id="rId365" Type="http://schemas.openxmlformats.org/officeDocument/2006/relationships/image" Target="../media/image662.png"/><Relationship Id="rId190" Type="http://schemas.openxmlformats.org/officeDocument/2006/relationships/customXml" Target="../ink/ink575.xml"/><Relationship Id="rId204" Type="http://schemas.openxmlformats.org/officeDocument/2006/relationships/customXml" Target="../ink/ink582.xml"/><Relationship Id="rId225" Type="http://schemas.openxmlformats.org/officeDocument/2006/relationships/image" Target="../media/image592.png"/><Relationship Id="rId246" Type="http://schemas.openxmlformats.org/officeDocument/2006/relationships/customXml" Target="../ink/ink603.xml"/><Relationship Id="rId267" Type="http://schemas.openxmlformats.org/officeDocument/2006/relationships/image" Target="../media/image613.png"/><Relationship Id="rId288" Type="http://schemas.openxmlformats.org/officeDocument/2006/relationships/customXml" Target="../ink/ink624.xml"/><Relationship Id="rId411" Type="http://schemas.openxmlformats.org/officeDocument/2006/relationships/customXml" Target="../ink/ink686.xml"/><Relationship Id="rId432" Type="http://schemas.openxmlformats.org/officeDocument/2006/relationships/image" Target="../media/image695.png"/><Relationship Id="rId453" Type="http://schemas.openxmlformats.org/officeDocument/2006/relationships/customXml" Target="../ink/ink707.xml"/><Relationship Id="rId474" Type="http://schemas.openxmlformats.org/officeDocument/2006/relationships/image" Target="../media/image716.png"/><Relationship Id="rId106" Type="http://schemas.openxmlformats.org/officeDocument/2006/relationships/customXml" Target="../ink/ink533.xml"/><Relationship Id="rId127" Type="http://schemas.openxmlformats.org/officeDocument/2006/relationships/image" Target="../media/image543.png"/><Relationship Id="rId313" Type="http://schemas.openxmlformats.org/officeDocument/2006/relationships/image" Target="../media/image636.png"/><Relationship Id="rId10" Type="http://schemas.openxmlformats.org/officeDocument/2006/relationships/customXml" Target="../ink/ink485.xml"/><Relationship Id="rId31" Type="http://schemas.openxmlformats.org/officeDocument/2006/relationships/image" Target="../media/image495.png"/><Relationship Id="rId52" Type="http://schemas.openxmlformats.org/officeDocument/2006/relationships/customXml" Target="../ink/ink506.xml"/><Relationship Id="rId73" Type="http://schemas.openxmlformats.org/officeDocument/2006/relationships/image" Target="../media/image516.png"/><Relationship Id="rId94" Type="http://schemas.openxmlformats.org/officeDocument/2006/relationships/customXml" Target="../ink/ink527.xml"/><Relationship Id="rId148" Type="http://schemas.openxmlformats.org/officeDocument/2006/relationships/customXml" Target="../ink/ink554.xml"/><Relationship Id="rId169" Type="http://schemas.openxmlformats.org/officeDocument/2006/relationships/image" Target="../media/image564.png"/><Relationship Id="rId334" Type="http://schemas.openxmlformats.org/officeDocument/2006/relationships/customXml" Target="../ink/ink647.xml"/><Relationship Id="rId355" Type="http://schemas.openxmlformats.org/officeDocument/2006/relationships/image" Target="../media/image657.png"/><Relationship Id="rId376" Type="http://schemas.openxmlformats.org/officeDocument/2006/relationships/customXml" Target="../ink/ink668.xml"/><Relationship Id="rId397" Type="http://schemas.openxmlformats.org/officeDocument/2006/relationships/customXml" Target="../ink/ink679.xml"/><Relationship Id="rId4" Type="http://schemas.openxmlformats.org/officeDocument/2006/relationships/customXml" Target="../ink/ink482.xml"/><Relationship Id="rId180" Type="http://schemas.openxmlformats.org/officeDocument/2006/relationships/customXml" Target="../ink/ink570.xml"/><Relationship Id="rId215" Type="http://schemas.openxmlformats.org/officeDocument/2006/relationships/image" Target="../media/image587.png"/><Relationship Id="rId236" Type="http://schemas.openxmlformats.org/officeDocument/2006/relationships/customXml" Target="../ink/ink598.xml"/><Relationship Id="rId257" Type="http://schemas.openxmlformats.org/officeDocument/2006/relationships/image" Target="../media/image608.png"/><Relationship Id="rId278" Type="http://schemas.openxmlformats.org/officeDocument/2006/relationships/customXml" Target="../ink/ink619.xml"/><Relationship Id="rId401" Type="http://schemas.openxmlformats.org/officeDocument/2006/relationships/customXml" Target="../ink/ink681.xml"/><Relationship Id="rId422" Type="http://schemas.openxmlformats.org/officeDocument/2006/relationships/image" Target="../media/image690.png"/><Relationship Id="rId443" Type="http://schemas.openxmlformats.org/officeDocument/2006/relationships/customXml" Target="../ink/ink702.xml"/><Relationship Id="rId464" Type="http://schemas.openxmlformats.org/officeDocument/2006/relationships/image" Target="../media/image711.png"/><Relationship Id="rId303" Type="http://schemas.openxmlformats.org/officeDocument/2006/relationships/image" Target="../media/image631.png"/><Relationship Id="rId485" Type="http://schemas.openxmlformats.org/officeDocument/2006/relationships/customXml" Target="../ink/ink723.xml"/><Relationship Id="rId42" Type="http://schemas.openxmlformats.org/officeDocument/2006/relationships/customXml" Target="../ink/ink501.xml"/><Relationship Id="rId84" Type="http://schemas.openxmlformats.org/officeDocument/2006/relationships/customXml" Target="../ink/ink522.xml"/><Relationship Id="rId138" Type="http://schemas.openxmlformats.org/officeDocument/2006/relationships/customXml" Target="../ink/ink549.xml"/><Relationship Id="rId345" Type="http://schemas.openxmlformats.org/officeDocument/2006/relationships/image" Target="../media/image652.png"/><Relationship Id="rId387" Type="http://schemas.openxmlformats.org/officeDocument/2006/relationships/customXml" Target="../ink/ink674.xml"/><Relationship Id="rId191" Type="http://schemas.openxmlformats.org/officeDocument/2006/relationships/image" Target="../media/image575.png"/><Relationship Id="rId205" Type="http://schemas.openxmlformats.org/officeDocument/2006/relationships/image" Target="../media/image582.png"/><Relationship Id="rId247" Type="http://schemas.openxmlformats.org/officeDocument/2006/relationships/image" Target="../media/image603.png"/><Relationship Id="rId412" Type="http://schemas.openxmlformats.org/officeDocument/2006/relationships/image" Target="../media/image685.png"/><Relationship Id="rId107" Type="http://schemas.openxmlformats.org/officeDocument/2006/relationships/image" Target="../media/image533.png"/><Relationship Id="rId289" Type="http://schemas.openxmlformats.org/officeDocument/2006/relationships/image" Target="../media/image624.png"/><Relationship Id="rId454" Type="http://schemas.openxmlformats.org/officeDocument/2006/relationships/image" Target="../media/image706.png"/><Relationship Id="rId11" Type="http://schemas.openxmlformats.org/officeDocument/2006/relationships/image" Target="../media/image485.png"/><Relationship Id="rId53" Type="http://schemas.openxmlformats.org/officeDocument/2006/relationships/image" Target="../media/image506.png"/><Relationship Id="rId149" Type="http://schemas.openxmlformats.org/officeDocument/2006/relationships/image" Target="../media/image554.png"/><Relationship Id="rId314" Type="http://schemas.openxmlformats.org/officeDocument/2006/relationships/customXml" Target="../ink/ink637.xml"/><Relationship Id="rId356" Type="http://schemas.openxmlformats.org/officeDocument/2006/relationships/customXml" Target="../ink/ink658.xml"/><Relationship Id="rId398" Type="http://schemas.openxmlformats.org/officeDocument/2006/relationships/image" Target="../media/image678.png"/><Relationship Id="rId95" Type="http://schemas.openxmlformats.org/officeDocument/2006/relationships/image" Target="../media/image527.png"/><Relationship Id="rId160" Type="http://schemas.openxmlformats.org/officeDocument/2006/relationships/customXml" Target="../ink/ink560.xml"/><Relationship Id="rId216" Type="http://schemas.openxmlformats.org/officeDocument/2006/relationships/customXml" Target="../ink/ink588.xml"/><Relationship Id="rId423" Type="http://schemas.openxmlformats.org/officeDocument/2006/relationships/customXml" Target="../ink/ink692.xml"/><Relationship Id="rId258" Type="http://schemas.openxmlformats.org/officeDocument/2006/relationships/customXml" Target="../ink/ink609.xml"/><Relationship Id="rId465" Type="http://schemas.openxmlformats.org/officeDocument/2006/relationships/customXml" Target="../ink/ink713.xml"/><Relationship Id="rId22" Type="http://schemas.openxmlformats.org/officeDocument/2006/relationships/customXml" Target="../ink/ink491.xml"/><Relationship Id="rId64" Type="http://schemas.openxmlformats.org/officeDocument/2006/relationships/customXml" Target="../ink/ink512.xml"/><Relationship Id="rId118" Type="http://schemas.openxmlformats.org/officeDocument/2006/relationships/customXml" Target="../ink/ink539.xml"/><Relationship Id="rId325" Type="http://schemas.openxmlformats.org/officeDocument/2006/relationships/image" Target="../media/image642.png"/><Relationship Id="rId367" Type="http://schemas.openxmlformats.org/officeDocument/2006/relationships/image" Target="../media/image663.png"/><Relationship Id="rId171" Type="http://schemas.openxmlformats.org/officeDocument/2006/relationships/image" Target="../media/image565.png"/><Relationship Id="rId227" Type="http://schemas.openxmlformats.org/officeDocument/2006/relationships/image" Target="../media/image593.png"/><Relationship Id="rId269" Type="http://schemas.openxmlformats.org/officeDocument/2006/relationships/image" Target="../media/image614.png"/><Relationship Id="rId434" Type="http://schemas.openxmlformats.org/officeDocument/2006/relationships/image" Target="../media/image696.png"/><Relationship Id="rId476" Type="http://schemas.openxmlformats.org/officeDocument/2006/relationships/image" Target="../media/image717.png"/><Relationship Id="rId33" Type="http://schemas.openxmlformats.org/officeDocument/2006/relationships/image" Target="../media/image496.png"/><Relationship Id="rId129" Type="http://schemas.openxmlformats.org/officeDocument/2006/relationships/image" Target="../media/image544.png"/><Relationship Id="rId280" Type="http://schemas.openxmlformats.org/officeDocument/2006/relationships/customXml" Target="../ink/ink620.xml"/><Relationship Id="rId336" Type="http://schemas.openxmlformats.org/officeDocument/2006/relationships/customXml" Target="../ink/ink648.xml"/><Relationship Id="rId75" Type="http://schemas.openxmlformats.org/officeDocument/2006/relationships/image" Target="../media/image517.png"/><Relationship Id="rId140" Type="http://schemas.openxmlformats.org/officeDocument/2006/relationships/customXml" Target="../ink/ink550.xml"/><Relationship Id="rId182" Type="http://schemas.openxmlformats.org/officeDocument/2006/relationships/customXml" Target="../ink/ink571.xml"/><Relationship Id="rId378" Type="http://schemas.openxmlformats.org/officeDocument/2006/relationships/customXml" Target="../ink/ink669.xml"/><Relationship Id="rId403" Type="http://schemas.openxmlformats.org/officeDocument/2006/relationships/customXml" Target="../ink/ink682.xml"/><Relationship Id="rId6" Type="http://schemas.openxmlformats.org/officeDocument/2006/relationships/customXml" Target="../ink/ink483.xml"/><Relationship Id="rId238" Type="http://schemas.openxmlformats.org/officeDocument/2006/relationships/customXml" Target="../ink/ink599.xml"/><Relationship Id="rId445" Type="http://schemas.openxmlformats.org/officeDocument/2006/relationships/customXml" Target="../ink/ink703.xml"/><Relationship Id="rId487" Type="http://schemas.openxmlformats.org/officeDocument/2006/relationships/customXml" Target="../ink/ink724.xml"/><Relationship Id="rId291" Type="http://schemas.openxmlformats.org/officeDocument/2006/relationships/image" Target="../media/image625.png"/><Relationship Id="rId305" Type="http://schemas.openxmlformats.org/officeDocument/2006/relationships/image" Target="../media/image632.png"/><Relationship Id="rId347" Type="http://schemas.openxmlformats.org/officeDocument/2006/relationships/image" Target="../media/image653.png"/><Relationship Id="rId44" Type="http://schemas.openxmlformats.org/officeDocument/2006/relationships/customXml" Target="../ink/ink502.xml"/><Relationship Id="rId86" Type="http://schemas.openxmlformats.org/officeDocument/2006/relationships/customXml" Target="../ink/ink523.xml"/><Relationship Id="rId151" Type="http://schemas.openxmlformats.org/officeDocument/2006/relationships/image" Target="../media/image555.png"/><Relationship Id="rId389" Type="http://schemas.openxmlformats.org/officeDocument/2006/relationships/customXml" Target="../ink/ink675.xml"/><Relationship Id="rId193" Type="http://schemas.openxmlformats.org/officeDocument/2006/relationships/image" Target="../media/image576.png"/><Relationship Id="rId207" Type="http://schemas.openxmlformats.org/officeDocument/2006/relationships/image" Target="../media/image583.png"/><Relationship Id="rId249" Type="http://schemas.openxmlformats.org/officeDocument/2006/relationships/image" Target="../media/image604.png"/><Relationship Id="rId414" Type="http://schemas.openxmlformats.org/officeDocument/2006/relationships/image" Target="../media/image686.png"/><Relationship Id="rId456" Type="http://schemas.openxmlformats.org/officeDocument/2006/relationships/image" Target="../media/image707.png"/><Relationship Id="rId13" Type="http://schemas.openxmlformats.org/officeDocument/2006/relationships/image" Target="../media/image486.png"/><Relationship Id="rId109" Type="http://schemas.openxmlformats.org/officeDocument/2006/relationships/image" Target="../media/image534.png"/><Relationship Id="rId260" Type="http://schemas.openxmlformats.org/officeDocument/2006/relationships/customXml" Target="../ink/ink610.xml"/><Relationship Id="rId316" Type="http://schemas.openxmlformats.org/officeDocument/2006/relationships/customXml" Target="../ink/ink638.xml"/><Relationship Id="rId55" Type="http://schemas.openxmlformats.org/officeDocument/2006/relationships/image" Target="../media/image507.png"/><Relationship Id="rId97" Type="http://schemas.openxmlformats.org/officeDocument/2006/relationships/image" Target="../media/image528.png"/><Relationship Id="rId120" Type="http://schemas.openxmlformats.org/officeDocument/2006/relationships/customXml" Target="../ink/ink540.xml"/><Relationship Id="rId358" Type="http://schemas.openxmlformats.org/officeDocument/2006/relationships/customXml" Target="../ink/ink659.xml"/><Relationship Id="rId162" Type="http://schemas.openxmlformats.org/officeDocument/2006/relationships/customXml" Target="../ink/ink561.xml"/><Relationship Id="rId218" Type="http://schemas.openxmlformats.org/officeDocument/2006/relationships/customXml" Target="../ink/ink589.xml"/><Relationship Id="rId425" Type="http://schemas.openxmlformats.org/officeDocument/2006/relationships/customXml" Target="../ink/ink693.xml"/><Relationship Id="rId467" Type="http://schemas.openxmlformats.org/officeDocument/2006/relationships/customXml" Target="../ink/ink714.xml"/><Relationship Id="rId271" Type="http://schemas.openxmlformats.org/officeDocument/2006/relationships/image" Target="../media/image615.png"/><Relationship Id="rId24" Type="http://schemas.openxmlformats.org/officeDocument/2006/relationships/customXml" Target="../ink/ink492.xml"/><Relationship Id="rId66" Type="http://schemas.openxmlformats.org/officeDocument/2006/relationships/customXml" Target="../ink/ink513.xml"/><Relationship Id="rId131" Type="http://schemas.openxmlformats.org/officeDocument/2006/relationships/image" Target="../media/image545.png"/><Relationship Id="rId327" Type="http://schemas.openxmlformats.org/officeDocument/2006/relationships/image" Target="../media/image643.png"/><Relationship Id="rId369" Type="http://schemas.openxmlformats.org/officeDocument/2006/relationships/image" Target="../media/image664.png"/><Relationship Id="rId173" Type="http://schemas.openxmlformats.org/officeDocument/2006/relationships/image" Target="../media/image566.png"/><Relationship Id="rId229" Type="http://schemas.openxmlformats.org/officeDocument/2006/relationships/image" Target="../media/image594.png"/><Relationship Id="rId380" Type="http://schemas.openxmlformats.org/officeDocument/2006/relationships/customXml" Target="../ink/ink670.xml"/><Relationship Id="rId436" Type="http://schemas.openxmlformats.org/officeDocument/2006/relationships/image" Target="../media/image697.png"/><Relationship Id="rId240" Type="http://schemas.openxmlformats.org/officeDocument/2006/relationships/customXml" Target="../ink/ink600.xml"/><Relationship Id="rId478" Type="http://schemas.openxmlformats.org/officeDocument/2006/relationships/image" Target="../media/image718.png"/><Relationship Id="rId35" Type="http://schemas.openxmlformats.org/officeDocument/2006/relationships/image" Target="../media/image497.png"/><Relationship Id="rId77" Type="http://schemas.openxmlformats.org/officeDocument/2006/relationships/image" Target="../media/image518.png"/><Relationship Id="rId100" Type="http://schemas.openxmlformats.org/officeDocument/2006/relationships/customXml" Target="../ink/ink530.xml"/><Relationship Id="rId282" Type="http://schemas.openxmlformats.org/officeDocument/2006/relationships/customXml" Target="../ink/ink621.xml"/><Relationship Id="rId338" Type="http://schemas.openxmlformats.org/officeDocument/2006/relationships/customXml" Target="../ink/ink649.xml"/><Relationship Id="rId8" Type="http://schemas.openxmlformats.org/officeDocument/2006/relationships/customXml" Target="../ink/ink484.xml"/><Relationship Id="rId142" Type="http://schemas.openxmlformats.org/officeDocument/2006/relationships/customXml" Target="../ink/ink551.xml"/><Relationship Id="rId184" Type="http://schemas.openxmlformats.org/officeDocument/2006/relationships/customXml" Target="../ink/ink572.xml"/><Relationship Id="rId391" Type="http://schemas.openxmlformats.org/officeDocument/2006/relationships/customXml" Target="../ink/ink676.xml"/><Relationship Id="rId405" Type="http://schemas.openxmlformats.org/officeDocument/2006/relationships/customXml" Target="../ink/ink683.xml"/><Relationship Id="rId447" Type="http://schemas.openxmlformats.org/officeDocument/2006/relationships/customXml" Target="../ink/ink704.xml"/><Relationship Id="rId251" Type="http://schemas.openxmlformats.org/officeDocument/2006/relationships/image" Target="../media/image605.png"/><Relationship Id="rId489" Type="http://schemas.openxmlformats.org/officeDocument/2006/relationships/customXml" Target="../ink/ink725.xml"/><Relationship Id="rId46" Type="http://schemas.openxmlformats.org/officeDocument/2006/relationships/customXml" Target="../ink/ink503.xml"/><Relationship Id="rId293" Type="http://schemas.openxmlformats.org/officeDocument/2006/relationships/image" Target="../media/image626.png"/><Relationship Id="rId307" Type="http://schemas.openxmlformats.org/officeDocument/2006/relationships/image" Target="../media/image633.png"/><Relationship Id="rId349" Type="http://schemas.openxmlformats.org/officeDocument/2006/relationships/image" Target="../media/image654.png"/><Relationship Id="rId88" Type="http://schemas.openxmlformats.org/officeDocument/2006/relationships/customXml" Target="../ink/ink524.xml"/><Relationship Id="rId111" Type="http://schemas.openxmlformats.org/officeDocument/2006/relationships/image" Target="../media/image535.png"/><Relationship Id="rId153" Type="http://schemas.openxmlformats.org/officeDocument/2006/relationships/image" Target="../media/image556.png"/><Relationship Id="rId195" Type="http://schemas.openxmlformats.org/officeDocument/2006/relationships/image" Target="../media/image577.png"/><Relationship Id="rId209" Type="http://schemas.openxmlformats.org/officeDocument/2006/relationships/image" Target="../media/image584.png"/><Relationship Id="rId360" Type="http://schemas.openxmlformats.org/officeDocument/2006/relationships/customXml" Target="../ink/ink660.xml"/><Relationship Id="rId416" Type="http://schemas.openxmlformats.org/officeDocument/2006/relationships/image" Target="../media/image687.png"/><Relationship Id="rId220" Type="http://schemas.openxmlformats.org/officeDocument/2006/relationships/customXml" Target="../ink/ink590.xml"/><Relationship Id="rId458" Type="http://schemas.openxmlformats.org/officeDocument/2006/relationships/image" Target="../media/image708.png"/><Relationship Id="rId15" Type="http://schemas.openxmlformats.org/officeDocument/2006/relationships/image" Target="../media/image487.png"/><Relationship Id="rId57" Type="http://schemas.openxmlformats.org/officeDocument/2006/relationships/image" Target="../media/image508.png"/><Relationship Id="rId262" Type="http://schemas.openxmlformats.org/officeDocument/2006/relationships/customXml" Target="../ink/ink611.xml"/><Relationship Id="rId318" Type="http://schemas.openxmlformats.org/officeDocument/2006/relationships/customXml" Target="../ink/ink639.xml"/><Relationship Id="rId99" Type="http://schemas.openxmlformats.org/officeDocument/2006/relationships/image" Target="../media/image529.png"/><Relationship Id="rId122" Type="http://schemas.openxmlformats.org/officeDocument/2006/relationships/customXml" Target="../ink/ink541.xml"/><Relationship Id="rId164" Type="http://schemas.openxmlformats.org/officeDocument/2006/relationships/customXml" Target="../ink/ink562.xml"/><Relationship Id="rId371" Type="http://schemas.openxmlformats.org/officeDocument/2006/relationships/image" Target="../media/image665.png"/><Relationship Id="rId427" Type="http://schemas.openxmlformats.org/officeDocument/2006/relationships/customXml" Target="../ink/ink694.xml"/><Relationship Id="rId469" Type="http://schemas.openxmlformats.org/officeDocument/2006/relationships/customXml" Target="../ink/ink715.xml"/><Relationship Id="rId26" Type="http://schemas.openxmlformats.org/officeDocument/2006/relationships/customXml" Target="../ink/ink493.xml"/><Relationship Id="rId231" Type="http://schemas.openxmlformats.org/officeDocument/2006/relationships/image" Target="../media/image595.png"/><Relationship Id="rId273" Type="http://schemas.openxmlformats.org/officeDocument/2006/relationships/image" Target="../media/image616.png"/><Relationship Id="rId329" Type="http://schemas.openxmlformats.org/officeDocument/2006/relationships/image" Target="../media/image644.png"/><Relationship Id="rId480" Type="http://schemas.openxmlformats.org/officeDocument/2006/relationships/image" Target="../media/image719.png"/><Relationship Id="rId68" Type="http://schemas.openxmlformats.org/officeDocument/2006/relationships/customXml" Target="../ink/ink514.xml"/><Relationship Id="rId133" Type="http://schemas.openxmlformats.org/officeDocument/2006/relationships/image" Target="../media/image546.png"/><Relationship Id="rId175" Type="http://schemas.openxmlformats.org/officeDocument/2006/relationships/image" Target="../media/image567.png"/><Relationship Id="rId340" Type="http://schemas.openxmlformats.org/officeDocument/2006/relationships/customXml" Target="../ink/ink650.xml"/><Relationship Id="rId200" Type="http://schemas.openxmlformats.org/officeDocument/2006/relationships/customXml" Target="../ink/ink580.xml"/><Relationship Id="rId382" Type="http://schemas.openxmlformats.org/officeDocument/2006/relationships/customXml" Target="../ink/ink671.xml"/><Relationship Id="rId438" Type="http://schemas.openxmlformats.org/officeDocument/2006/relationships/image" Target="../media/image698.png"/><Relationship Id="rId242" Type="http://schemas.openxmlformats.org/officeDocument/2006/relationships/customXml" Target="../ink/ink601.xml"/><Relationship Id="rId284" Type="http://schemas.openxmlformats.org/officeDocument/2006/relationships/customXml" Target="../ink/ink622.xml"/><Relationship Id="rId491" Type="http://schemas.openxmlformats.org/officeDocument/2006/relationships/customXml" Target="../ink/ink726.xml"/><Relationship Id="rId37" Type="http://schemas.openxmlformats.org/officeDocument/2006/relationships/image" Target="../media/image498.png"/><Relationship Id="rId79" Type="http://schemas.openxmlformats.org/officeDocument/2006/relationships/image" Target="../media/image519.png"/><Relationship Id="rId102" Type="http://schemas.openxmlformats.org/officeDocument/2006/relationships/customXml" Target="../ink/ink531.xml"/><Relationship Id="rId144" Type="http://schemas.openxmlformats.org/officeDocument/2006/relationships/customXml" Target="../ink/ink552.xml"/><Relationship Id="rId90" Type="http://schemas.openxmlformats.org/officeDocument/2006/relationships/customXml" Target="../ink/ink525.xml"/><Relationship Id="rId186" Type="http://schemas.openxmlformats.org/officeDocument/2006/relationships/customXml" Target="../ink/ink573.xml"/><Relationship Id="rId351" Type="http://schemas.openxmlformats.org/officeDocument/2006/relationships/image" Target="../media/image655.png"/><Relationship Id="rId393" Type="http://schemas.openxmlformats.org/officeDocument/2006/relationships/customXml" Target="../ink/ink677.xml"/><Relationship Id="rId407" Type="http://schemas.openxmlformats.org/officeDocument/2006/relationships/customXml" Target="../ink/ink684.xml"/><Relationship Id="rId449" Type="http://schemas.openxmlformats.org/officeDocument/2006/relationships/customXml" Target="../ink/ink705.xml"/><Relationship Id="rId211" Type="http://schemas.openxmlformats.org/officeDocument/2006/relationships/image" Target="../media/image585.png"/><Relationship Id="rId253" Type="http://schemas.openxmlformats.org/officeDocument/2006/relationships/image" Target="../media/image606.png"/><Relationship Id="rId295" Type="http://schemas.openxmlformats.org/officeDocument/2006/relationships/image" Target="../media/image627.png"/><Relationship Id="rId309" Type="http://schemas.openxmlformats.org/officeDocument/2006/relationships/image" Target="../media/image634.png"/><Relationship Id="rId460" Type="http://schemas.openxmlformats.org/officeDocument/2006/relationships/image" Target="../media/image709.png"/><Relationship Id="rId48" Type="http://schemas.openxmlformats.org/officeDocument/2006/relationships/customXml" Target="../ink/ink504.xml"/><Relationship Id="rId113" Type="http://schemas.openxmlformats.org/officeDocument/2006/relationships/image" Target="../media/image536.png"/><Relationship Id="rId320" Type="http://schemas.openxmlformats.org/officeDocument/2006/relationships/customXml" Target="../ink/ink640.xml"/><Relationship Id="rId155" Type="http://schemas.openxmlformats.org/officeDocument/2006/relationships/image" Target="../media/image557.png"/><Relationship Id="rId197" Type="http://schemas.openxmlformats.org/officeDocument/2006/relationships/image" Target="../media/image578.png"/><Relationship Id="rId362" Type="http://schemas.openxmlformats.org/officeDocument/2006/relationships/customXml" Target="../ink/ink661.xml"/><Relationship Id="rId418" Type="http://schemas.openxmlformats.org/officeDocument/2006/relationships/image" Target="../media/image688.png"/><Relationship Id="rId222" Type="http://schemas.openxmlformats.org/officeDocument/2006/relationships/customXml" Target="../ink/ink591.xml"/><Relationship Id="rId264" Type="http://schemas.openxmlformats.org/officeDocument/2006/relationships/customXml" Target="../ink/ink612.xml"/><Relationship Id="rId471" Type="http://schemas.openxmlformats.org/officeDocument/2006/relationships/customXml" Target="../ink/ink716.xml"/><Relationship Id="rId17" Type="http://schemas.openxmlformats.org/officeDocument/2006/relationships/image" Target="../media/image488.png"/><Relationship Id="rId59" Type="http://schemas.openxmlformats.org/officeDocument/2006/relationships/image" Target="../media/image509.png"/><Relationship Id="rId124" Type="http://schemas.openxmlformats.org/officeDocument/2006/relationships/customXml" Target="../ink/ink542.xml"/><Relationship Id="rId70" Type="http://schemas.openxmlformats.org/officeDocument/2006/relationships/customXml" Target="../ink/ink515.xml"/><Relationship Id="rId166" Type="http://schemas.openxmlformats.org/officeDocument/2006/relationships/customXml" Target="../ink/ink563.xml"/><Relationship Id="rId331" Type="http://schemas.openxmlformats.org/officeDocument/2006/relationships/image" Target="../media/image645.png"/><Relationship Id="rId373" Type="http://schemas.openxmlformats.org/officeDocument/2006/relationships/image" Target="../media/image666.png"/><Relationship Id="rId429" Type="http://schemas.openxmlformats.org/officeDocument/2006/relationships/customXml" Target="../ink/ink69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96.png"/><Relationship Id="rId440" Type="http://schemas.openxmlformats.org/officeDocument/2006/relationships/image" Target="../media/image699.png"/><Relationship Id="rId28" Type="http://schemas.openxmlformats.org/officeDocument/2006/relationships/customXml" Target="../ink/ink494.xml"/><Relationship Id="rId275" Type="http://schemas.openxmlformats.org/officeDocument/2006/relationships/image" Target="../media/image617.png"/><Relationship Id="rId300" Type="http://schemas.openxmlformats.org/officeDocument/2006/relationships/customXml" Target="../ink/ink630.xml"/><Relationship Id="rId482" Type="http://schemas.openxmlformats.org/officeDocument/2006/relationships/image" Target="../media/image720.png"/><Relationship Id="rId81" Type="http://schemas.openxmlformats.org/officeDocument/2006/relationships/image" Target="../media/image520.png"/><Relationship Id="rId135" Type="http://schemas.openxmlformats.org/officeDocument/2006/relationships/image" Target="../media/image547.png"/><Relationship Id="rId177" Type="http://schemas.openxmlformats.org/officeDocument/2006/relationships/image" Target="../media/image568.png"/><Relationship Id="rId342" Type="http://schemas.openxmlformats.org/officeDocument/2006/relationships/customXml" Target="../ink/ink651.xml"/><Relationship Id="rId384" Type="http://schemas.openxmlformats.org/officeDocument/2006/relationships/image" Target="../media/image671.png"/><Relationship Id="rId202" Type="http://schemas.openxmlformats.org/officeDocument/2006/relationships/customXml" Target="../ink/ink581.xml"/><Relationship Id="rId244" Type="http://schemas.openxmlformats.org/officeDocument/2006/relationships/customXml" Target="../ink/ink602.xml"/><Relationship Id="rId39" Type="http://schemas.openxmlformats.org/officeDocument/2006/relationships/image" Target="../media/image499.png"/><Relationship Id="rId286" Type="http://schemas.openxmlformats.org/officeDocument/2006/relationships/customXml" Target="../ink/ink623.xml"/><Relationship Id="rId451" Type="http://schemas.openxmlformats.org/officeDocument/2006/relationships/customXml" Target="../ink/ink706.xml"/><Relationship Id="rId493" Type="http://schemas.openxmlformats.org/officeDocument/2006/relationships/customXml" Target="../ink/ink727.xml"/><Relationship Id="rId50" Type="http://schemas.openxmlformats.org/officeDocument/2006/relationships/customXml" Target="../ink/ink505.xml"/><Relationship Id="rId104" Type="http://schemas.openxmlformats.org/officeDocument/2006/relationships/customXml" Target="../ink/ink532.xml"/><Relationship Id="rId146" Type="http://schemas.openxmlformats.org/officeDocument/2006/relationships/customXml" Target="../ink/ink553.xml"/><Relationship Id="rId188" Type="http://schemas.openxmlformats.org/officeDocument/2006/relationships/customXml" Target="../ink/ink574.xml"/><Relationship Id="rId311" Type="http://schemas.openxmlformats.org/officeDocument/2006/relationships/image" Target="../media/image635.png"/><Relationship Id="rId353" Type="http://schemas.openxmlformats.org/officeDocument/2006/relationships/image" Target="../media/image656.png"/><Relationship Id="rId395" Type="http://schemas.openxmlformats.org/officeDocument/2006/relationships/customXml" Target="../ink/ink678.xml"/><Relationship Id="rId409" Type="http://schemas.openxmlformats.org/officeDocument/2006/relationships/customXml" Target="../ink/ink685.xml"/><Relationship Id="rId92" Type="http://schemas.openxmlformats.org/officeDocument/2006/relationships/customXml" Target="../ink/ink526.xml"/><Relationship Id="rId213" Type="http://schemas.openxmlformats.org/officeDocument/2006/relationships/image" Target="../media/image586.png"/><Relationship Id="rId420" Type="http://schemas.openxmlformats.org/officeDocument/2006/relationships/image" Target="../media/image689.png"/><Relationship Id="rId255" Type="http://schemas.openxmlformats.org/officeDocument/2006/relationships/image" Target="../media/image607.png"/><Relationship Id="rId297" Type="http://schemas.openxmlformats.org/officeDocument/2006/relationships/image" Target="../media/image628.png"/><Relationship Id="rId462" Type="http://schemas.openxmlformats.org/officeDocument/2006/relationships/image" Target="../media/image710.png"/><Relationship Id="rId115" Type="http://schemas.openxmlformats.org/officeDocument/2006/relationships/image" Target="../media/image537.png"/><Relationship Id="rId157" Type="http://schemas.openxmlformats.org/officeDocument/2006/relationships/image" Target="../media/image558.png"/><Relationship Id="rId322" Type="http://schemas.openxmlformats.org/officeDocument/2006/relationships/customXml" Target="../ink/ink641.xml"/><Relationship Id="rId364" Type="http://schemas.openxmlformats.org/officeDocument/2006/relationships/customXml" Target="../ink/ink662.xml"/><Relationship Id="rId61" Type="http://schemas.openxmlformats.org/officeDocument/2006/relationships/image" Target="../media/image510.png"/><Relationship Id="rId199" Type="http://schemas.openxmlformats.org/officeDocument/2006/relationships/image" Target="../media/image579.png"/><Relationship Id="rId19" Type="http://schemas.openxmlformats.org/officeDocument/2006/relationships/image" Target="../media/image489.png"/><Relationship Id="rId224" Type="http://schemas.openxmlformats.org/officeDocument/2006/relationships/customXml" Target="../ink/ink592.xml"/><Relationship Id="rId266" Type="http://schemas.openxmlformats.org/officeDocument/2006/relationships/customXml" Target="../ink/ink613.xml"/><Relationship Id="rId431" Type="http://schemas.openxmlformats.org/officeDocument/2006/relationships/customXml" Target="../ink/ink696.xml"/><Relationship Id="rId473" Type="http://schemas.openxmlformats.org/officeDocument/2006/relationships/customXml" Target="../ink/ink717.xml"/><Relationship Id="rId30" Type="http://schemas.openxmlformats.org/officeDocument/2006/relationships/customXml" Target="../ink/ink495.xml"/><Relationship Id="rId126" Type="http://schemas.openxmlformats.org/officeDocument/2006/relationships/customXml" Target="../ink/ink543.xml"/><Relationship Id="rId168" Type="http://schemas.openxmlformats.org/officeDocument/2006/relationships/customXml" Target="../ink/ink564.xml"/><Relationship Id="rId333" Type="http://schemas.openxmlformats.org/officeDocument/2006/relationships/image" Target="../media/image646.png"/><Relationship Id="rId72" Type="http://schemas.openxmlformats.org/officeDocument/2006/relationships/customXml" Target="../ink/ink516.xml"/><Relationship Id="rId375" Type="http://schemas.openxmlformats.org/officeDocument/2006/relationships/image" Target="../media/image667.png"/><Relationship Id="rId3" Type="http://schemas.openxmlformats.org/officeDocument/2006/relationships/image" Target="../media/image481.png"/><Relationship Id="rId235" Type="http://schemas.openxmlformats.org/officeDocument/2006/relationships/image" Target="../media/image597.png"/><Relationship Id="rId277" Type="http://schemas.openxmlformats.org/officeDocument/2006/relationships/image" Target="../media/image618.png"/><Relationship Id="rId400" Type="http://schemas.openxmlformats.org/officeDocument/2006/relationships/image" Target="../media/image679.png"/><Relationship Id="rId442" Type="http://schemas.openxmlformats.org/officeDocument/2006/relationships/image" Target="../media/image700.png"/><Relationship Id="rId484" Type="http://schemas.openxmlformats.org/officeDocument/2006/relationships/image" Target="../media/image721.png"/><Relationship Id="rId137" Type="http://schemas.openxmlformats.org/officeDocument/2006/relationships/image" Target="../media/image548.png"/><Relationship Id="rId302" Type="http://schemas.openxmlformats.org/officeDocument/2006/relationships/customXml" Target="../ink/ink631.xml"/><Relationship Id="rId344" Type="http://schemas.openxmlformats.org/officeDocument/2006/relationships/customXml" Target="../ink/ink652.xml"/><Relationship Id="rId41" Type="http://schemas.openxmlformats.org/officeDocument/2006/relationships/image" Target="../media/image500.png"/><Relationship Id="rId83" Type="http://schemas.openxmlformats.org/officeDocument/2006/relationships/image" Target="../media/image521.png"/><Relationship Id="rId179" Type="http://schemas.openxmlformats.org/officeDocument/2006/relationships/image" Target="../media/image569.png"/><Relationship Id="rId386" Type="http://schemas.openxmlformats.org/officeDocument/2006/relationships/image" Target="../media/image672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4.png"/><Relationship Id="rId299" Type="http://schemas.openxmlformats.org/officeDocument/2006/relationships/image" Target="../media/image875.png"/><Relationship Id="rId21" Type="http://schemas.openxmlformats.org/officeDocument/2006/relationships/image" Target="../media/image736.png"/><Relationship Id="rId63" Type="http://schemas.openxmlformats.org/officeDocument/2006/relationships/image" Target="../media/image757.png"/><Relationship Id="rId159" Type="http://schemas.openxmlformats.org/officeDocument/2006/relationships/image" Target="../media/image805.png"/><Relationship Id="rId324" Type="http://schemas.openxmlformats.org/officeDocument/2006/relationships/customXml" Target="../ink/ink889.xml"/><Relationship Id="rId366" Type="http://schemas.openxmlformats.org/officeDocument/2006/relationships/customXml" Target="../ink/ink910.xml"/><Relationship Id="rId170" Type="http://schemas.openxmlformats.org/officeDocument/2006/relationships/customXml" Target="../ink/ink812.xml"/><Relationship Id="rId226" Type="http://schemas.openxmlformats.org/officeDocument/2006/relationships/customXml" Target="../ink/ink840.xml"/><Relationship Id="rId433" Type="http://schemas.openxmlformats.org/officeDocument/2006/relationships/image" Target="../media/image942.png"/><Relationship Id="rId268" Type="http://schemas.openxmlformats.org/officeDocument/2006/relationships/customXml" Target="../ink/ink861.xml"/><Relationship Id="rId475" Type="http://schemas.openxmlformats.org/officeDocument/2006/relationships/image" Target="../media/image963.png"/><Relationship Id="rId32" Type="http://schemas.openxmlformats.org/officeDocument/2006/relationships/customXml" Target="../ink/ink743.xml"/><Relationship Id="rId74" Type="http://schemas.openxmlformats.org/officeDocument/2006/relationships/customXml" Target="../ink/ink764.xml"/><Relationship Id="rId128" Type="http://schemas.openxmlformats.org/officeDocument/2006/relationships/customXml" Target="../ink/ink791.xml"/><Relationship Id="rId335" Type="http://schemas.openxmlformats.org/officeDocument/2006/relationships/image" Target="../media/image893.png"/><Relationship Id="rId377" Type="http://schemas.openxmlformats.org/officeDocument/2006/relationships/image" Target="../media/image914.png"/><Relationship Id="rId5" Type="http://schemas.openxmlformats.org/officeDocument/2006/relationships/image" Target="../media/image728.png"/><Relationship Id="rId181" Type="http://schemas.openxmlformats.org/officeDocument/2006/relationships/image" Target="../media/image816.png"/><Relationship Id="rId237" Type="http://schemas.openxmlformats.org/officeDocument/2006/relationships/image" Target="../media/image844.png"/><Relationship Id="rId402" Type="http://schemas.openxmlformats.org/officeDocument/2006/relationships/customXml" Target="../ink/ink928.xml"/><Relationship Id="rId279" Type="http://schemas.openxmlformats.org/officeDocument/2006/relationships/image" Target="../media/image865.png"/><Relationship Id="rId444" Type="http://schemas.openxmlformats.org/officeDocument/2006/relationships/customXml" Target="../ink/ink949.xml"/><Relationship Id="rId486" Type="http://schemas.openxmlformats.org/officeDocument/2006/relationships/customXml" Target="../ink/ink970.xml"/><Relationship Id="rId43" Type="http://schemas.openxmlformats.org/officeDocument/2006/relationships/image" Target="../media/image747.png"/><Relationship Id="rId139" Type="http://schemas.openxmlformats.org/officeDocument/2006/relationships/image" Target="../media/image795.png"/><Relationship Id="rId290" Type="http://schemas.openxmlformats.org/officeDocument/2006/relationships/customXml" Target="../ink/ink872.xml"/><Relationship Id="rId304" Type="http://schemas.openxmlformats.org/officeDocument/2006/relationships/customXml" Target="../ink/ink879.xml"/><Relationship Id="rId346" Type="http://schemas.openxmlformats.org/officeDocument/2006/relationships/customXml" Target="../ink/ink900.xml"/><Relationship Id="rId388" Type="http://schemas.openxmlformats.org/officeDocument/2006/relationships/customXml" Target="../ink/ink921.xml"/><Relationship Id="rId85" Type="http://schemas.openxmlformats.org/officeDocument/2006/relationships/image" Target="../media/image768.png"/><Relationship Id="rId150" Type="http://schemas.openxmlformats.org/officeDocument/2006/relationships/customXml" Target="../ink/ink802.xml"/><Relationship Id="rId192" Type="http://schemas.openxmlformats.org/officeDocument/2006/relationships/customXml" Target="../ink/ink823.xml"/><Relationship Id="rId206" Type="http://schemas.openxmlformats.org/officeDocument/2006/relationships/customXml" Target="../ink/ink830.xml"/><Relationship Id="rId413" Type="http://schemas.openxmlformats.org/officeDocument/2006/relationships/image" Target="../media/image932.png"/><Relationship Id="rId248" Type="http://schemas.openxmlformats.org/officeDocument/2006/relationships/customXml" Target="../ink/ink851.xml"/><Relationship Id="rId455" Type="http://schemas.openxmlformats.org/officeDocument/2006/relationships/image" Target="../media/image953.png"/><Relationship Id="rId12" Type="http://schemas.openxmlformats.org/officeDocument/2006/relationships/customXml" Target="../ink/ink733.xml"/><Relationship Id="rId108" Type="http://schemas.openxmlformats.org/officeDocument/2006/relationships/customXml" Target="../ink/ink781.xml"/><Relationship Id="rId315" Type="http://schemas.openxmlformats.org/officeDocument/2006/relationships/image" Target="../media/image883.png"/><Relationship Id="rId357" Type="http://schemas.openxmlformats.org/officeDocument/2006/relationships/image" Target="../media/image904.png"/><Relationship Id="rId54" Type="http://schemas.openxmlformats.org/officeDocument/2006/relationships/customXml" Target="../ink/ink754.xml"/><Relationship Id="rId96" Type="http://schemas.openxmlformats.org/officeDocument/2006/relationships/customXml" Target="../ink/ink775.xml"/><Relationship Id="rId161" Type="http://schemas.openxmlformats.org/officeDocument/2006/relationships/image" Target="../media/image806.png"/><Relationship Id="rId217" Type="http://schemas.openxmlformats.org/officeDocument/2006/relationships/image" Target="../media/image834.png"/><Relationship Id="rId399" Type="http://schemas.openxmlformats.org/officeDocument/2006/relationships/image" Target="../media/image925.png"/><Relationship Id="rId259" Type="http://schemas.openxmlformats.org/officeDocument/2006/relationships/image" Target="../media/image855.png"/><Relationship Id="rId424" Type="http://schemas.openxmlformats.org/officeDocument/2006/relationships/customXml" Target="../ink/ink939.xml"/><Relationship Id="rId466" Type="http://schemas.openxmlformats.org/officeDocument/2006/relationships/customXml" Target="../ink/ink960.xml"/><Relationship Id="rId23" Type="http://schemas.openxmlformats.org/officeDocument/2006/relationships/image" Target="../media/image737.png"/><Relationship Id="rId119" Type="http://schemas.openxmlformats.org/officeDocument/2006/relationships/image" Target="../media/image785.png"/><Relationship Id="rId270" Type="http://schemas.openxmlformats.org/officeDocument/2006/relationships/customXml" Target="../ink/ink862.xml"/><Relationship Id="rId326" Type="http://schemas.openxmlformats.org/officeDocument/2006/relationships/customXml" Target="../ink/ink890.xml"/><Relationship Id="rId65" Type="http://schemas.openxmlformats.org/officeDocument/2006/relationships/image" Target="../media/image758.png"/><Relationship Id="rId130" Type="http://schemas.openxmlformats.org/officeDocument/2006/relationships/customXml" Target="../ink/ink792.xml"/><Relationship Id="rId368" Type="http://schemas.openxmlformats.org/officeDocument/2006/relationships/customXml" Target="../ink/ink911.xml"/><Relationship Id="rId172" Type="http://schemas.openxmlformats.org/officeDocument/2006/relationships/customXml" Target="../ink/ink813.xml"/><Relationship Id="rId228" Type="http://schemas.openxmlformats.org/officeDocument/2006/relationships/customXml" Target="../ink/ink841.xml"/><Relationship Id="rId435" Type="http://schemas.openxmlformats.org/officeDocument/2006/relationships/image" Target="../media/image943.png"/><Relationship Id="rId477" Type="http://schemas.openxmlformats.org/officeDocument/2006/relationships/image" Target="../media/image964.png"/><Relationship Id="rId281" Type="http://schemas.openxmlformats.org/officeDocument/2006/relationships/image" Target="../media/image866.png"/><Relationship Id="rId337" Type="http://schemas.openxmlformats.org/officeDocument/2006/relationships/image" Target="../media/image894.png"/><Relationship Id="rId34" Type="http://schemas.openxmlformats.org/officeDocument/2006/relationships/customXml" Target="../ink/ink744.xml"/><Relationship Id="rId76" Type="http://schemas.openxmlformats.org/officeDocument/2006/relationships/customXml" Target="../ink/ink765.xml"/><Relationship Id="rId141" Type="http://schemas.openxmlformats.org/officeDocument/2006/relationships/image" Target="../media/image796.png"/><Relationship Id="rId379" Type="http://schemas.openxmlformats.org/officeDocument/2006/relationships/image" Target="../media/image915.png"/><Relationship Id="rId7" Type="http://schemas.openxmlformats.org/officeDocument/2006/relationships/image" Target="../media/image729.png"/><Relationship Id="rId183" Type="http://schemas.openxmlformats.org/officeDocument/2006/relationships/image" Target="../media/image817.png"/><Relationship Id="rId239" Type="http://schemas.openxmlformats.org/officeDocument/2006/relationships/image" Target="../media/image845.png"/><Relationship Id="rId390" Type="http://schemas.openxmlformats.org/officeDocument/2006/relationships/customXml" Target="../ink/ink922.xml"/><Relationship Id="rId404" Type="http://schemas.openxmlformats.org/officeDocument/2006/relationships/customXml" Target="../ink/ink929.xml"/><Relationship Id="rId446" Type="http://schemas.openxmlformats.org/officeDocument/2006/relationships/customXml" Target="../ink/ink950.xml"/><Relationship Id="rId250" Type="http://schemas.openxmlformats.org/officeDocument/2006/relationships/customXml" Target="../ink/ink852.xml"/><Relationship Id="rId292" Type="http://schemas.openxmlformats.org/officeDocument/2006/relationships/customXml" Target="../ink/ink873.xml"/><Relationship Id="rId306" Type="http://schemas.openxmlformats.org/officeDocument/2006/relationships/customXml" Target="../ink/ink880.xml"/><Relationship Id="rId488" Type="http://schemas.openxmlformats.org/officeDocument/2006/relationships/customXml" Target="../ink/ink971.xml"/><Relationship Id="rId45" Type="http://schemas.openxmlformats.org/officeDocument/2006/relationships/image" Target="../media/image748.png"/><Relationship Id="rId87" Type="http://schemas.openxmlformats.org/officeDocument/2006/relationships/image" Target="../media/image769.png"/><Relationship Id="rId110" Type="http://schemas.openxmlformats.org/officeDocument/2006/relationships/customXml" Target="../ink/ink782.xml"/><Relationship Id="rId348" Type="http://schemas.openxmlformats.org/officeDocument/2006/relationships/customXml" Target="../ink/ink901.xml"/><Relationship Id="rId152" Type="http://schemas.openxmlformats.org/officeDocument/2006/relationships/customXml" Target="../ink/ink803.xml"/><Relationship Id="rId194" Type="http://schemas.openxmlformats.org/officeDocument/2006/relationships/customXml" Target="../ink/ink824.xml"/><Relationship Id="rId208" Type="http://schemas.openxmlformats.org/officeDocument/2006/relationships/customXml" Target="../ink/ink831.xml"/><Relationship Id="rId415" Type="http://schemas.openxmlformats.org/officeDocument/2006/relationships/image" Target="../media/image933.png"/><Relationship Id="rId457" Type="http://schemas.openxmlformats.org/officeDocument/2006/relationships/image" Target="../media/image954.png"/><Relationship Id="rId261" Type="http://schemas.openxmlformats.org/officeDocument/2006/relationships/image" Target="../media/image856.png"/><Relationship Id="rId14" Type="http://schemas.openxmlformats.org/officeDocument/2006/relationships/customXml" Target="../ink/ink734.xml"/><Relationship Id="rId56" Type="http://schemas.openxmlformats.org/officeDocument/2006/relationships/customXml" Target="../ink/ink755.xml"/><Relationship Id="rId317" Type="http://schemas.openxmlformats.org/officeDocument/2006/relationships/image" Target="../media/image884.png"/><Relationship Id="rId359" Type="http://schemas.openxmlformats.org/officeDocument/2006/relationships/image" Target="../media/image905.png"/><Relationship Id="rId98" Type="http://schemas.openxmlformats.org/officeDocument/2006/relationships/customXml" Target="../ink/ink776.xml"/><Relationship Id="rId121" Type="http://schemas.openxmlformats.org/officeDocument/2006/relationships/image" Target="../media/image786.png"/><Relationship Id="rId163" Type="http://schemas.openxmlformats.org/officeDocument/2006/relationships/image" Target="../media/image807.png"/><Relationship Id="rId219" Type="http://schemas.openxmlformats.org/officeDocument/2006/relationships/image" Target="../media/image835.png"/><Relationship Id="rId370" Type="http://schemas.openxmlformats.org/officeDocument/2006/relationships/customXml" Target="../ink/ink912.xml"/><Relationship Id="rId426" Type="http://schemas.openxmlformats.org/officeDocument/2006/relationships/customXml" Target="../ink/ink940.xml"/><Relationship Id="rId230" Type="http://schemas.openxmlformats.org/officeDocument/2006/relationships/customXml" Target="../ink/ink842.xml"/><Relationship Id="rId468" Type="http://schemas.openxmlformats.org/officeDocument/2006/relationships/customXml" Target="../ink/ink961.xml"/><Relationship Id="rId25" Type="http://schemas.openxmlformats.org/officeDocument/2006/relationships/image" Target="../media/image738.png"/><Relationship Id="rId67" Type="http://schemas.openxmlformats.org/officeDocument/2006/relationships/image" Target="../media/image759.png"/><Relationship Id="rId272" Type="http://schemas.openxmlformats.org/officeDocument/2006/relationships/customXml" Target="../ink/ink863.xml"/><Relationship Id="rId328" Type="http://schemas.openxmlformats.org/officeDocument/2006/relationships/customXml" Target="../ink/ink891.xml"/><Relationship Id="rId132" Type="http://schemas.openxmlformats.org/officeDocument/2006/relationships/customXml" Target="../ink/ink793.xml"/><Relationship Id="rId174" Type="http://schemas.openxmlformats.org/officeDocument/2006/relationships/customXml" Target="../ink/ink814.xml"/><Relationship Id="rId381" Type="http://schemas.openxmlformats.org/officeDocument/2006/relationships/image" Target="../media/image916.png"/><Relationship Id="rId241" Type="http://schemas.openxmlformats.org/officeDocument/2006/relationships/image" Target="../media/image846.png"/><Relationship Id="rId437" Type="http://schemas.openxmlformats.org/officeDocument/2006/relationships/image" Target="../media/image944.png"/><Relationship Id="rId479" Type="http://schemas.openxmlformats.org/officeDocument/2006/relationships/image" Target="../media/image965.png"/><Relationship Id="rId36" Type="http://schemas.openxmlformats.org/officeDocument/2006/relationships/customXml" Target="../ink/ink745.xml"/><Relationship Id="rId283" Type="http://schemas.openxmlformats.org/officeDocument/2006/relationships/image" Target="../media/image867.png"/><Relationship Id="rId339" Type="http://schemas.openxmlformats.org/officeDocument/2006/relationships/image" Target="../media/image895.png"/><Relationship Id="rId490" Type="http://schemas.openxmlformats.org/officeDocument/2006/relationships/customXml" Target="../ink/ink972.xml"/><Relationship Id="rId78" Type="http://schemas.openxmlformats.org/officeDocument/2006/relationships/customXml" Target="../ink/ink766.xml"/><Relationship Id="rId101" Type="http://schemas.openxmlformats.org/officeDocument/2006/relationships/image" Target="../media/image776.png"/><Relationship Id="rId143" Type="http://schemas.openxmlformats.org/officeDocument/2006/relationships/image" Target="../media/image797.png"/><Relationship Id="rId185" Type="http://schemas.openxmlformats.org/officeDocument/2006/relationships/image" Target="../media/image818.png"/><Relationship Id="rId350" Type="http://schemas.openxmlformats.org/officeDocument/2006/relationships/customXml" Target="../ink/ink902.xml"/><Relationship Id="rId406" Type="http://schemas.openxmlformats.org/officeDocument/2006/relationships/customXml" Target="../ink/ink930.xml"/><Relationship Id="rId9" Type="http://schemas.openxmlformats.org/officeDocument/2006/relationships/image" Target="../media/image730.png"/><Relationship Id="rId210" Type="http://schemas.openxmlformats.org/officeDocument/2006/relationships/customXml" Target="../ink/ink832.xml"/><Relationship Id="rId392" Type="http://schemas.openxmlformats.org/officeDocument/2006/relationships/customXml" Target="../ink/ink923.xml"/><Relationship Id="rId448" Type="http://schemas.openxmlformats.org/officeDocument/2006/relationships/customXml" Target="../ink/ink951.xml"/><Relationship Id="rId252" Type="http://schemas.openxmlformats.org/officeDocument/2006/relationships/customXml" Target="../ink/ink853.xml"/><Relationship Id="rId294" Type="http://schemas.openxmlformats.org/officeDocument/2006/relationships/customXml" Target="../ink/ink874.xml"/><Relationship Id="rId308" Type="http://schemas.openxmlformats.org/officeDocument/2006/relationships/customXml" Target="../ink/ink881.xml"/><Relationship Id="rId47" Type="http://schemas.openxmlformats.org/officeDocument/2006/relationships/image" Target="../media/image749.png"/><Relationship Id="rId89" Type="http://schemas.openxmlformats.org/officeDocument/2006/relationships/image" Target="../media/image770.png"/><Relationship Id="rId112" Type="http://schemas.openxmlformats.org/officeDocument/2006/relationships/customXml" Target="../ink/ink783.xml"/><Relationship Id="rId154" Type="http://schemas.openxmlformats.org/officeDocument/2006/relationships/customXml" Target="../ink/ink804.xml"/><Relationship Id="rId361" Type="http://schemas.openxmlformats.org/officeDocument/2006/relationships/image" Target="../media/image906.png"/><Relationship Id="rId196" Type="http://schemas.openxmlformats.org/officeDocument/2006/relationships/customXml" Target="../ink/ink825.xml"/><Relationship Id="rId417" Type="http://schemas.openxmlformats.org/officeDocument/2006/relationships/image" Target="../media/image934.png"/><Relationship Id="rId459" Type="http://schemas.openxmlformats.org/officeDocument/2006/relationships/image" Target="../media/image955.png"/><Relationship Id="rId16" Type="http://schemas.openxmlformats.org/officeDocument/2006/relationships/customXml" Target="../ink/ink735.xml"/><Relationship Id="rId221" Type="http://schemas.openxmlformats.org/officeDocument/2006/relationships/image" Target="../media/image836.png"/><Relationship Id="rId263" Type="http://schemas.openxmlformats.org/officeDocument/2006/relationships/image" Target="../media/image857.png"/><Relationship Id="rId319" Type="http://schemas.openxmlformats.org/officeDocument/2006/relationships/image" Target="../media/image885.png"/><Relationship Id="rId470" Type="http://schemas.openxmlformats.org/officeDocument/2006/relationships/customXml" Target="../ink/ink962.xml"/><Relationship Id="rId58" Type="http://schemas.openxmlformats.org/officeDocument/2006/relationships/customXml" Target="../ink/ink756.xml"/><Relationship Id="rId123" Type="http://schemas.openxmlformats.org/officeDocument/2006/relationships/image" Target="../media/image787.png"/><Relationship Id="rId330" Type="http://schemas.openxmlformats.org/officeDocument/2006/relationships/customXml" Target="../ink/ink892.xml"/><Relationship Id="rId165" Type="http://schemas.openxmlformats.org/officeDocument/2006/relationships/image" Target="../media/image808.png"/><Relationship Id="rId372" Type="http://schemas.openxmlformats.org/officeDocument/2006/relationships/customXml" Target="../ink/ink913.xml"/><Relationship Id="rId428" Type="http://schemas.openxmlformats.org/officeDocument/2006/relationships/customXml" Target="../ink/ink941.xml"/><Relationship Id="rId232" Type="http://schemas.openxmlformats.org/officeDocument/2006/relationships/customXml" Target="../ink/ink843.xml"/><Relationship Id="rId274" Type="http://schemas.openxmlformats.org/officeDocument/2006/relationships/customXml" Target="../ink/ink864.xml"/><Relationship Id="rId481" Type="http://schemas.openxmlformats.org/officeDocument/2006/relationships/image" Target="../media/image966.png"/><Relationship Id="rId27" Type="http://schemas.openxmlformats.org/officeDocument/2006/relationships/image" Target="../media/image739.png"/><Relationship Id="rId69" Type="http://schemas.openxmlformats.org/officeDocument/2006/relationships/image" Target="../media/image760.png"/><Relationship Id="rId134" Type="http://schemas.openxmlformats.org/officeDocument/2006/relationships/customXml" Target="../ink/ink794.xml"/><Relationship Id="rId80" Type="http://schemas.openxmlformats.org/officeDocument/2006/relationships/customXml" Target="../ink/ink767.xml"/><Relationship Id="rId176" Type="http://schemas.openxmlformats.org/officeDocument/2006/relationships/customXml" Target="../ink/ink815.xml"/><Relationship Id="rId341" Type="http://schemas.openxmlformats.org/officeDocument/2006/relationships/image" Target="../media/image896.png"/><Relationship Id="rId383" Type="http://schemas.openxmlformats.org/officeDocument/2006/relationships/image" Target="../media/image917.png"/><Relationship Id="rId439" Type="http://schemas.openxmlformats.org/officeDocument/2006/relationships/image" Target="../media/image945.png"/><Relationship Id="rId201" Type="http://schemas.openxmlformats.org/officeDocument/2006/relationships/image" Target="../media/image826.png"/><Relationship Id="rId243" Type="http://schemas.openxmlformats.org/officeDocument/2006/relationships/image" Target="../media/image847.png"/><Relationship Id="rId285" Type="http://schemas.openxmlformats.org/officeDocument/2006/relationships/image" Target="../media/image868.png"/><Relationship Id="rId450" Type="http://schemas.openxmlformats.org/officeDocument/2006/relationships/customXml" Target="../ink/ink952.xml"/><Relationship Id="rId38" Type="http://schemas.openxmlformats.org/officeDocument/2006/relationships/customXml" Target="../ink/ink746.xml"/><Relationship Id="rId103" Type="http://schemas.openxmlformats.org/officeDocument/2006/relationships/image" Target="../media/image777.png"/><Relationship Id="rId310" Type="http://schemas.openxmlformats.org/officeDocument/2006/relationships/customXml" Target="../ink/ink882.xml"/><Relationship Id="rId91" Type="http://schemas.openxmlformats.org/officeDocument/2006/relationships/image" Target="../media/image771.png"/><Relationship Id="rId145" Type="http://schemas.openxmlformats.org/officeDocument/2006/relationships/image" Target="../media/image798.png"/><Relationship Id="rId187" Type="http://schemas.openxmlformats.org/officeDocument/2006/relationships/image" Target="../media/image819.png"/><Relationship Id="rId352" Type="http://schemas.openxmlformats.org/officeDocument/2006/relationships/customXml" Target="../ink/ink903.xml"/><Relationship Id="rId394" Type="http://schemas.openxmlformats.org/officeDocument/2006/relationships/customXml" Target="../ink/ink924.xml"/><Relationship Id="rId408" Type="http://schemas.openxmlformats.org/officeDocument/2006/relationships/customXml" Target="../ink/ink931.xml"/><Relationship Id="rId212" Type="http://schemas.openxmlformats.org/officeDocument/2006/relationships/customXml" Target="../ink/ink833.xml"/><Relationship Id="rId254" Type="http://schemas.openxmlformats.org/officeDocument/2006/relationships/customXml" Target="../ink/ink854.xml"/><Relationship Id="rId49" Type="http://schemas.openxmlformats.org/officeDocument/2006/relationships/image" Target="../media/image750.png"/><Relationship Id="rId114" Type="http://schemas.openxmlformats.org/officeDocument/2006/relationships/customXml" Target="../ink/ink784.xml"/><Relationship Id="rId296" Type="http://schemas.openxmlformats.org/officeDocument/2006/relationships/customXml" Target="../ink/ink875.xml"/><Relationship Id="rId461" Type="http://schemas.openxmlformats.org/officeDocument/2006/relationships/image" Target="../media/image956.png"/><Relationship Id="rId60" Type="http://schemas.openxmlformats.org/officeDocument/2006/relationships/customXml" Target="../ink/ink757.xml"/><Relationship Id="rId156" Type="http://schemas.openxmlformats.org/officeDocument/2006/relationships/customXml" Target="../ink/ink805.xml"/><Relationship Id="rId198" Type="http://schemas.openxmlformats.org/officeDocument/2006/relationships/customXml" Target="../ink/ink826.xml"/><Relationship Id="rId321" Type="http://schemas.openxmlformats.org/officeDocument/2006/relationships/image" Target="../media/image886.png"/><Relationship Id="rId363" Type="http://schemas.openxmlformats.org/officeDocument/2006/relationships/image" Target="../media/image907.png"/><Relationship Id="rId419" Type="http://schemas.openxmlformats.org/officeDocument/2006/relationships/image" Target="../media/image935.png"/><Relationship Id="rId223" Type="http://schemas.openxmlformats.org/officeDocument/2006/relationships/image" Target="../media/image837.png"/><Relationship Id="rId430" Type="http://schemas.openxmlformats.org/officeDocument/2006/relationships/customXml" Target="../ink/ink942.xml"/><Relationship Id="rId18" Type="http://schemas.openxmlformats.org/officeDocument/2006/relationships/customXml" Target="../ink/ink736.xml"/><Relationship Id="rId265" Type="http://schemas.openxmlformats.org/officeDocument/2006/relationships/image" Target="../media/image858.png"/><Relationship Id="rId472" Type="http://schemas.openxmlformats.org/officeDocument/2006/relationships/customXml" Target="../ink/ink963.xml"/><Relationship Id="rId125" Type="http://schemas.openxmlformats.org/officeDocument/2006/relationships/image" Target="../media/image788.png"/><Relationship Id="rId167" Type="http://schemas.openxmlformats.org/officeDocument/2006/relationships/image" Target="../media/image809.png"/><Relationship Id="rId332" Type="http://schemas.openxmlformats.org/officeDocument/2006/relationships/customXml" Target="../ink/ink893.xml"/><Relationship Id="rId374" Type="http://schemas.openxmlformats.org/officeDocument/2006/relationships/customXml" Target="../ink/ink914.xml"/><Relationship Id="rId71" Type="http://schemas.openxmlformats.org/officeDocument/2006/relationships/image" Target="../media/image761.png"/><Relationship Id="rId234" Type="http://schemas.openxmlformats.org/officeDocument/2006/relationships/customXml" Target="../ink/ink844.xml"/><Relationship Id="rId2" Type="http://schemas.openxmlformats.org/officeDocument/2006/relationships/customXml" Target="../ink/ink728.xml"/><Relationship Id="rId29" Type="http://schemas.openxmlformats.org/officeDocument/2006/relationships/image" Target="../media/image740.png"/><Relationship Id="rId276" Type="http://schemas.openxmlformats.org/officeDocument/2006/relationships/customXml" Target="../ink/ink865.xml"/><Relationship Id="rId441" Type="http://schemas.openxmlformats.org/officeDocument/2006/relationships/image" Target="../media/image946.png"/><Relationship Id="rId483" Type="http://schemas.openxmlformats.org/officeDocument/2006/relationships/image" Target="../media/image967.png"/><Relationship Id="rId40" Type="http://schemas.openxmlformats.org/officeDocument/2006/relationships/customXml" Target="../ink/ink747.xml"/><Relationship Id="rId136" Type="http://schemas.openxmlformats.org/officeDocument/2006/relationships/customXml" Target="../ink/ink795.xml"/><Relationship Id="rId178" Type="http://schemas.openxmlformats.org/officeDocument/2006/relationships/customXml" Target="../ink/ink816.xml"/><Relationship Id="rId301" Type="http://schemas.openxmlformats.org/officeDocument/2006/relationships/image" Target="../media/image876.png"/><Relationship Id="rId343" Type="http://schemas.openxmlformats.org/officeDocument/2006/relationships/image" Target="../media/image897.png"/><Relationship Id="rId82" Type="http://schemas.openxmlformats.org/officeDocument/2006/relationships/customXml" Target="../ink/ink768.xml"/><Relationship Id="rId203" Type="http://schemas.openxmlformats.org/officeDocument/2006/relationships/image" Target="../media/image827.png"/><Relationship Id="rId385" Type="http://schemas.openxmlformats.org/officeDocument/2006/relationships/image" Target="../media/image918.png"/><Relationship Id="rId245" Type="http://schemas.openxmlformats.org/officeDocument/2006/relationships/image" Target="../media/image848.png"/><Relationship Id="rId287" Type="http://schemas.openxmlformats.org/officeDocument/2006/relationships/image" Target="../media/image869.png"/><Relationship Id="rId410" Type="http://schemas.openxmlformats.org/officeDocument/2006/relationships/customXml" Target="../ink/ink932.xml"/><Relationship Id="rId452" Type="http://schemas.openxmlformats.org/officeDocument/2006/relationships/customXml" Target="../ink/ink953.xml"/><Relationship Id="rId105" Type="http://schemas.openxmlformats.org/officeDocument/2006/relationships/image" Target="../media/image778.png"/><Relationship Id="rId147" Type="http://schemas.openxmlformats.org/officeDocument/2006/relationships/image" Target="../media/image799.png"/><Relationship Id="rId312" Type="http://schemas.openxmlformats.org/officeDocument/2006/relationships/customXml" Target="../ink/ink883.xml"/><Relationship Id="rId354" Type="http://schemas.openxmlformats.org/officeDocument/2006/relationships/customXml" Target="../ink/ink904.xml"/><Relationship Id="rId51" Type="http://schemas.openxmlformats.org/officeDocument/2006/relationships/image" Target="../media/image751.png"/><Relationship Id="rId93" Type="http://schemas.openxmlformats.org/officeDocument/2006/relationships/image" Target="../media/image772.png"/><Relationship Id="rId189" Type="http://schemas.openxmlformats.org/officeDocument/2006/relationships/image" Target="../media/image820.png"/><Relationship Id="rId396" Type="http://schemas.openxmlformats.org/officeDocument/2006/relationships/customXml" Target="../ink/ink925.xml"/><Relationship Id="rId214" Type="http://schemas.openxmlformats.org/officeDocument/2006/relationships/customXml" Target="../ink/ink834.xml"/><Relationship Id="rId256" Type="http://schemas.openxmlformats.org/officeDocument/2006/relationships/customXml" Target="../ink/ink855.xml"/><Relationship Id="rId298" Type="http://schemas.openxmlformats.org/officeDocument/2006/relationships/customXml" Target="../ink/ink876.xml"/><Relationship Id="rId421" Type="http://schemas.openxmlformats.org/officeDocument/2006/relationships/image" Target="../media/image936.png"/><Relationship Id="rId463" Type="http://schemas.openxmlformats.org/officeDocument/2006/relationships/image" Target="../media/image957.png"/><Relationship Id="rId116" Type="http://schemas.openxmlformats.org/officeDocument/2006/relationships/customXml" Target="../ink/ink785.xml"/><Relationship Id="rId158" Type="http://schemas.openxmlformats.org/officeDocument/2006/relationships/customXml" Target="../ink/ink806.xml"/><Relationship Id="rId323" Type="http://schemas.openxmlformats.org/officeDocument/2006/relationships/image" Target="../media/image887.png"/><Relationship Id="rId20" Type="http://schemas.openxmlformats.org/officeDocument/2006/relationships/customXml" Target="../ink/ink737.xml"/><Relationship Id="rId41" Type="http://schemas.openxmlformats.org/officeDocument/2006/relationships/image" Target="../media/image746.png"/><Relationship Id="rId62" Type="http://schemas.openxmlformats.org/officeDocument/2006/relationships/customXml" Target="../ink/ink758.xml"/><Relationship Id="rId83" Type="http://schemas.openxmlformats.org/officeDocument/2006/relationships/image" Target="../media/image767.png"/><Relationship Id="rId179" Type="http://schemas.openxmlformats.org/officeDocument/2006/relationships/image" Target="../media/image815.png"/><Relationship Id="rId365" Type="http://schemas.openxmlformats.org/officeDocument/2006/relationships/image" Target="../media/image908.png"/><Relationship Id="rId386" Type="http://schemas.openxmlformats.org/officeDocument/2006/relationships/customXml" Target="../ink/ink920.xml"/><Relationship Id="rId190" Type="http://schemas.openxmlformats.org/officeDocument/2006/relationships/customXml" Target="../ink/ink822.xml"/><Relationship Id="rId204" Type="http://schemas.openxmlformats.org/officeDocument/2006/relationships/customXml" Target="../ink/ink829.xml"/><Relationship Id="rId225" Type="http://schemas.openxmlformats.org/officeDocument/2006/relationships/image" Target="../media/image838.png"/><Relationship Id="rId246" Type="http://schemas.openxmlformats.org/officeDocument/2006/relationships/customXml" Target="../ink/ink850.xml"/><Relationship Id="rId267" Type="http://schemas.openxmlformats.org/officeDocument/2006/relationships/image" Target="../media/image859.png"/><Relationship Id="rId288" Type="http://schemas.openxmlformats.org/officeDocument/2006/relationships/customXml" Target="../ink/ink871.xml"/><Relationship Id="rId411" Type="http://schemas.openxmlformats.org/officeDocument/2006/relationships/image" Target="../media/image931.png"/><Relationship Id="rId432" Type="http://schemas.openxmlformats.org/officeDocument/2006/relationships/customXml" Target="../ink/ink943.xml"/><Relationship Id="rId453" Type="http://schemas.openxmlformats.org/officeDocument/2006/relationships/image" Target="../media/image952.png"/><Relationship Id="rId474" Type="http://schemas.openxmlformats.org/officeDocument/2006/relationships/customXml" Target="../ink/ink964.xml"/><Relationship Id="rId106" Type="http://schemas.openxmlformats.org/officeDocument/2006/relationships/customXml" Target="../ink/ink780.xml"/><Relationship Id="rId127" Type="http://schemas.openxmlformats.org/officeDocument/2006/relationships/image" Target="../media/image789.png"/><Relationship Id="rId313" Type="http://schemas.openxmlformats.org/officeDocument/2006/relationships/image" Target="../media/image882.png"/><Relationship Id="rId10" Type="http://schemas.openxmlformats.org/officeDocument/2006/relationships/customXml" Target="../ink/ink732.xml"/><Relationship Id="rId31" Type="http://schemas.openxmlformats.org/officeDocument/2006/relationships/image" Target="../media/image741.png"/><Relationship Id="rId52" Type="http://schemas.openxmlformats.org/officeDocument/2006/relationships/customXml" Target="../ink/ink753.xml"/><Relationship Id="rId73" Type="http://schemas.openxmlformats.org/officeDocument/2006/relationships/image" Target="../media/image762.png"/><Relationship Id="rId94" Type="http://schemas.openxmlformats.org/officeDocument/2006/relationships/customXml" Target="../ink/ink774.xml"/><Relationship Id="rId148" Type="http://schemas.openxmlformats.org/officeDocument/2006/relationships/customXml" Target="../ink/ink801.xml"/><Relationship Id="rId169" Type="http://schemas.openxmlformats.org/officeDocument/2006/relationships/image" Target="../media/image810.png"/><Relationship Id="rId334" Type="http://schemas.openxmlformats.org/officeDocument/2006/relationships/customXml" Target="../ink/ink894.xml"/><Relationship Id="rId355" Type="http://schemas.openxmlformats.org/officeDocument/2006/relationships/image" Target="../media/image903.png"/><Relationship Id="rId376" Type="http://schemas.openxmlformats.org/officeDocument/2006/relationships/customXml" Target="../ink/ink915.xml"/><Relationship Id="rId397" Type="http://schemas.openxmlformats.org/officeDocument/2006/relationships/image" Target="../media/image924.png"/><Relationship Id="rId4" Type="http://schemas.openxmlformats.org/officeDocument/2006/relationships/customXml" Target="../ink/ink729.xml"/><Relationship Id="rId180" Type="http://schemas.openxmlformats.org/officeDocument/2006/relationships/customXml" Target="../ink/ink817.xml"/><Relationship Id="rId215" Type="http://schemas.openxmlformats.org/officeDocument/2006/relationships/image" Target="../media/image833.png"/><Relationship Id="rId236" Type="http://schemas.openxmlformats.org/officeDocument/2006/relationships/customXml" Target="../ink/ink845.xml"/><Relationship Id="rId257" Type="http://schemas.openxmlformats.org/officeDocument/2006/relationships/image" Target="../media/image854.png"/><Relationship Id="rId278" Type="http://schemas.openxmlformats.org/officeDocument/2006/relationships/customXml" Target="../ink/ink866.xml"/><Relationship Id="rId401" Type="http://schemas.openxmlformats.org/officeDocument/2006/relationships/image" Target="../media/image926.png"/><Relationship Id="rId422" Type="http://schemas.openxmlformats.org/officeDocument/2006/relationships/customXml" Target="../ink/ink938.xml"/><Relationship Id="rId443" Type="http://schemas.openxmlformats.org/officeDocument/2006/relationships/image" Target="../media/image947.png"/><Relationship Id="rId464" Type="http://schemas.openxmlformats.org/officeDocument/2006/relationships/customXml" Target="../ink/ink959.xml"/><Relationship Id="rId303" Type="http://schemas.openxmlformats.org/officeDocument/2006/relationships/image" Target="../media/image877.png"/><Relationship Id="rId485" Type="http://schemas.openxmlformats.org/officeDocument/2006/relationships/image" Target="../media/image968.png"/><Relationship Id="rId42" Type="http://schemas.openxmlformats.org/officeDocument/2006/relationships/customXml" Target="../ink/ink748.xml"/><Relationship Id="rId84" Type="http://schemas.openxmlformats.org/officeDocument/2006/relationships/customXml" Target="../ink/ink769.xml"/><Relationship Id="rId138" Type="http://schemas.openxmlformats.org/officeDocument/2006/relationships/customXml" Target="../ink/ink796.xml"/><Relationship Id="rId345" Type="http://schemas.openxmlformats.org/officeDocument/2006/relationships/image" Target="../media/image898.png"/><Relationship Id="rId387" Type="http://schemas.openxmlformats.org/officeDocument/2006/relationships/image" Target="../media/image919.png"/><Relationship Id="rId191" Type="http://schemas.openxmlformats.org/officeDocument/2006/relationships/image" Target="../media/image821.png"/><Relationship Id="rId205" Type="http://schemas.openxmlformats.org/officeDocument/2006/relationships/image" Target="../media/image828.png"/><Relationship Id="rId247" Type="http://schemas.openxmlformats.org/officeDocument/2006/relationships/image" Target="../media/image849.png"/><Relationship Id="rId412" Type="http://schemas.openxmlformats.org/officeDocument/2006/relationships/customXml" Target="../ink/ink933.xml"/><Relationship Id="rId107" Type="http://schemas.openxmlformats.org/officeDocument/2006/relationships/image" Target="../media/image779.png"/><Relationship Id="rId289" Type="http://schemas.openxmlformats.org/officeDocument/2006/relationships/image" Target="../media/image870.png"/><Relationship Id="rId454" Type="http://schemas.openxmlformats.org/officeDocument/2006/relationships/customXml" Target="../ink/ink954.xml"/><Relationship Id="rId11" Type="http://schemas.openxmlformats.org/officeDocument/2006/relationships/image" Target="../media/image731.png"/><Relationship Id="rId53" Type="http://schemas.openxmlformats.org/officeDocument/2006/relationships/image" Target="../media/image752.png"/><Relationship Id="rId149" Type="http://schemas.openxmlformats.org/officeDocument/2006/relationships/image" Target="../media/image800.png"/><Relationship Id="rId314" Type="http://schemas.openxmlformats.org/officeDocument/2006/relationships/customXml" Target="../ink/ink884.xml"/><Relationship Id="rId356" Type="http://schemas.openxmlformats.org/officeDocument/2006/relationships/customXml" Target="../ink/ink905.xml"/><Relationship Id="rId398" Type="http://schemas.openxmlformats.org/officeDocument/2006/relationships/customXml" Target="../ink/ink926.xml"/><Relationship Id="rId95" Type="http://schemas.openxmlformats.org/officeDocument/2006/relationships/image" Target="../media/image773.png"/><Relationship Id="rId160" Type="http://schemas.openxmlformats.org/officeDocument/2006/relationships/customXml" Target="../ink/ink807.xml"/><Relationship Id="rId216" Type="http://schemas.openxmlformats.org/officeDocument/2006/relationships/customXml" Target="../ink/ink835.xml"/><Relationship Id="rId423" Type="http://schemas.openxmlformats.org/officeDocument/2006/relationships/image" Target="../media/image937.png"/><Relationship Id="rId258" Type="http://schemas.openxmlformats.org/officeDocument/2006/relationships/customXml" Target="../ink/ink856.xml"/><Relationship Id="rId465" Type="http://schemas.openxmlformats.org/officeDocument/2006/relationships/image" Target="../media/image958.png"/><Relationship Id="rId22" Type="http://schemas.openxmlformats.org/officeDocument/2006/relationships/customXml" Target="../ink/ink738.xml"/><Relationship Id="rId64" Type="http://schemas.openxmlformats.org/officeDocument/2006/relationships/customXml" Target="../ink/ink759.xml"/><Relationship Id="rId118" Type="http://schemas.openxmlformats.org/officeDocument/2006/relationships/customXml" Target="../ink/ink786.xml"/><Relationship Id="rId325" Type="http://schemas.openxmlformats.org/officeDocument/2006/relationships/image" Target="../media/image888.png"/><Relationship Id="rId367" Type="http://schemas.openxmlformats.org/officeDocument/2006/relationships/image" Target="../media/image909.png"/><Relationship Id="rId171" Type="http://schemas.openxmlformats.org/officeDocument/2006/relationships/image" Target="../media/image811.png"/><Relationship Id="rId227" Type="http://schemas.openxmlformats.org/officeDocument/2006/relationships/image" Target="../media/image839.png"/><Relationship Id="rId269" Type="http://schemas.openxmlformats.org/officeDocument/2006/relationships/image" Target="../media/image860.png"/><Relationship Id="rId434" Type="http://schemas.openxmlformats.org/officeDocument/2006/relationships/customXml" Target="../ink/ink944.xml"/><Relationship Id="rId476" Type="http://schemas.openxmlformats.org/officeDocument/2006/relationships/customXml" Target="../ink/ink965.xml"/><Relationship Id="rId33" Type="http://schemas.openxmlformats.org/officeDocument/2006/relationships/image" Target="../media/image742.png"/><Relationship Id="rId129" Type="http://schemas.openxmlformats.org/officeDocument/2006/relationships/image" Target="../media/image790.png"/><Relationship Id="rId280" Type="http://schemas.openxmlformats.org/officeDocument/2006/relationships/customXml" Target="../ink/ink867.xml"/><Relationship Id="rId336" Type="http://schemas.openxmlformats.org/officeDocument/2006/relationships/customXml" Target="../ink/ink895.xml"/><Relationship Id="rId75" Type="http://schemas.openxmlformats.org/officeDocument/2006/relationships/image" Target="../media/image763.png"/><Relationship Id="rId140" Type="http://schemas.openxmlformats.org/officeDocument/2006/relationships/customXml" Target="../ink/ink797.xml"/><Relationship Id="rId182" Type="http://schemas.openxmlformats.org/officeDocument/2006/relationships/customXml" Target="../ink/ink818.xml"/><Relationship Id="rId378" Type="http://schemas.openxmlformats.org/officeDocument/2006/relationships/customXml" Target="../ink/ink916.xml"/><Relationship Id="rId403" Type="http://schemas.openxmlformats.org/officeDocument/2006/relationships/image" Target="../media/image927.png"/><Relationship Id="rId6" Type="http://schemas.openxmlformats.org/officeDocument/2006/relationships/customXml" Target="../ink/ink730.xml"/><Relationship Id="rId238" Type="http://schemas.openxmlformats.org/officeDocument/2006/relationships/customXml" Target="../ink/ink846.xml"/><Relationship Id="rId445" Type="http://schemas.openxmlformats.org/officeDocument/2006/relationships/image" Target="../media/image948.png"/><Relationship Id="rId487" Type="http://schemas.openxmlformats.org/officeDocument/2006/relationships/image" Target="../media/image969.png"/><Relationship Id="rId291" Type="http://schemas.openxmlformats.org/officeDocument/2006/relationships/image" Target="../media/image871.png"/><Relationship Id="rId305" Type="http://schemas.openxmlformats.org/officeDocument/2006/relationships/image" Target="../media/image878.png"/><Relationship Id="rId347" Type="http://schemas.openxmlformats.org/officeDocument/2006/relationships/image" Target="../media/image899.png"/><Relationship Id="rId44" Type="http://schemas.openxmlformats.org/officeDocument/2006/relationships/customXml" Target="../ink/ink749.xml"/><Relationship Id="rId86" Type="http://schemas.openxmlformats.org/officeDocument/2006/relationships/customXml" Target="../ink/ink770.xml"/><Relationship Id="rId151" Type="http://schemas.openxmlformats.org/officeDocument/2006/relationships/image" Target="../media/image801.png"/><Relationship Id="rId389" Type="http://schemas.openxmlformats.org/officeDocument/2006/relationships/image" Target="../media/image920.png"/><Relationship Id="rId193" Type="http://schemas.openxmlformats.org/officeDocument/2006/relationships/image" Target="../media/image822.png"/><Relationship Id="rId207" Type="http://schemas.openxmlformats.org/officeDocument/2006/relationships/image" Target="../media/image829.png"/><Relationship Id="rId249" Type="http://schemas.openxmlformats.org/officeDocument/2006/relationships/image" Target="../media/image850.png"/><Relationship Id="rId414" Type="http://schemas.openxmlformats.org/officeDocument/2006/relationships/customXml" Target="../ink/ink934.xml"/><Relationship Id="rId456" Type="http://schemas.openxmlformats.org/officeDocument/2006/relationships/customXml" Target="../ink/ink955.xml"/><Relationship Id="rId13" Type="http://schemas.openxmlformats.org/officeDocument/2006/relationships/image" Target="../media/image732.png"/><Relationship Id="rId109" Type="http://schemas.openxmlformats.org/officeDocument/2006/relationships/image" Target="../media/image780.png"/><Relationship Id="rId260" Type="http://schemas.openxmlformats.org/officeDocument/2006/relationships/customXml" Target="../ink/ink857.xml"/><Relationship Id="rId316" Type="http://schemas.openxmlformats.org/officeDocument/2006/relationships/customXml" Target="../ink/ink885.xml"/><Relationship Id="rId55" Type="http://schemas.openxmlformats.org/officeDocument/2006/relationships/image" Target="../media/image753.png"/><Relationship Id="rId97" Type="http://schemas.openxmlformats.org/officeDocument/2006/relationships/image" Target="../media/image774.png"/><Relationship Id="rId120" Type="http://schemas.openxmlformats.org/officeDocument/2006/relationships/customXml" Target="../ink/ink787.xml"/><Relationship Id="rId358" Type="http://schemas.openxmlformats.org/officeDocument/2006/relationships/customXml" Target="../ink/ink906.xml"/><Relationship Id="rId162" Type="http://schemas.openxmlformats.org/officeDocument/2006/relationships/customXml" Target="../ink/ink808.xml"/><Relationship Id="rId218" Type="http://schemas.openxmlformats.org/officeDocument/2006/relationships/customXml" Target="../ink/ink836.xml"/><Relationship Id="rId425" Type="http://schemas.openxmlformats.org/officeDocument/2006/relationships/image" Target="../media/image938.png"/><Relationship Id="rId467" Type="http://schemas.openxmlformats.org/officeDocument/2006/relationships/image" Target="../media/image959.png"/><Relationship Id="rId271" Type="http://schemas.openxmlformats.org/officeDocument/2006/relationships/image" Target="../media/image861.png"/><Relationship Id="rId24" Type="http://schemas.openxmlformats.org/officeDocument/2006/relationships/customXml" Target="../ink/ink739.xml"/><Relationship Id="rId66" Type="http://schemas.openxmlformats.org/officeDocument/2006/relationships/customXml" Target="../ink/ink760.xml"/><Relationship Id="rId131" Type="http://schemas.openxmlformats.org/officeDocument/2006/relationships/image" Target="../media/image791.png"/><Relationship Id="rId327" Type="http://schemas.openxmlformats.org/officeDocument/2006/relationships/image" Target="../media/image889.png"/><Relationship Id="rId369" Type="http://schemas.openxmlformats.org/officeDocument/2006/relationships/image" Target="../media/image910.png"/><Relationship Id="rId173" Type="http://schemas.openxmlformats.org/officeDocument/2006/relationships/image" Target="../media/image812.png"/><Relationship Id="rId229" Type="http://schemas.openxmlformats.org/officeDocument/2006/relationships/image" Target="../media/image840.png"/><Relationship Id="rId380" Type="http://schemas.openxmlformats.org/officeDocument/2006/relationships/customXml" Target="../ink/ink917.xml"/><Relationship Id="rId436" Type="http://schemas.openxmlformats.org/officeDocument/2006/relationships/customXml" Target="../ink/ink945.xml"/><Relationship Id="rId240" Type="http://schemas.openxmlformats.org/officeDocument/2006/relationships/customXml" Target="../ink/ink847.xml"/><Relationship Id="rId478" Type="http://schemas.openxmlformats.org/officeDocument/2006/relationships/customXml" Target="../ink/ink966.xml"/><Relationship Id="rId35" Type="http://schemas.openxmlformats.org/officeDocument/2006/relationships/image" Target="../media/image743.png"/><Relationship Id="rId77" Type="http://schemas.openxmlformats.org/officeDocument/2006/relationships/image" Target="../media/image764.png"/><Relationship Id="rId100" Type="http://schemas.openxmlformats.org/officeDocument/2006/relationships/customXml" Target="../ink/ink777.xml"/><Relationship Id="rId282" Type="http://schemas.openxmlformats.org/officeDocument/2006/relationships/customXml" Target="../ink/ink868.xml"/><Relationship Id="rId338" Type="http://schemas.openxmlformats.org/officeDocument/2006/relationships/customXml" Target="../ink/ink896.xml"/><Relationship Id="rId8" Type="http://schemas.openxmlformats.org/officeDocument/2006/relationships/customXml" Target="../ink/ink731.xml"/><Relationship Id="rId142" Type="http://schemas.openxmlformats.org/officeDocument/2006/relationships/customXml" Target="../ink/ink798.xml"/><Relationship Id="rId184" Type="http://schemas.openxmlformats.org/officeDocument/2006/relationships/customXml" Target="../ink/ink819.xml"/><Relationship Id="rId391" Type="http://schemas.openxmlformats.org/officeDocument/2006/relationships/image" Target="../media/image921.png"/><Relationship Id="rId405" Type="http://schemas.openxmlformats.org/officeDocument/2006/relationships/image" Target="../media/image928.png"/><Relationship Id="rId447" Type="http://schemas.openxmlformats.org/officeDocument/2006/relationships/image" Target="../media/image949.png"/><Relationship Id="rId251" Type="http://schemas.openxmlformats.org/officeDocument/2006/relationships/image" Target="../media/image851.png"/><Relationship Id="rId489" Type="http://schemas.openxmlformats.org/officeDocument/2006/relationships/image" Target="../media/image970.png"/><Relationship Id="rId46" Type="http://schemas.openxmlformats.org/officeDocument/2006/relationships/customXml" Target="../ink/ink750.xml"/><Relationship Id="rId293" Type="http://schemas.openxmlformats.org/officeDocument/2006/relationships/image" Target="../media/image872.png"/><Relationship Id="rId307" Type="http://schemas.openxmlformats.org/officeDocument/2006/relationships/image" Target="../media/image879.png"/><Relationship Id="rId349" Type="http://schemas.openxmlformats.org/officeDocument/2006/relationships/image" Target="../media/image900.png"/><Relationship Id="rId88" Type="http://schemas.openxmlformats.org/officeDocument/2006/relationships/customXml" Target="../ink/ink771.xml"/><Relationship Id="rId111" Type="http://schemas.openxmlformats.org/officeDocument/2006/relationships/image" Target="../media/image781.png"/><Relationship Id="rId153" Type="http://schemas.openxmlformats.org/officeDocument/2006/relationships/image" Target="../media/image802.png"/><Relationship Id="rId195" Type="http://schemas.openxmlformats.org/officeDocument/2006/relationships/image" Target="../media/image823.png"/><Relationship Id="rId209" Type="http://schemas.openxmlformats.org/officeDocument/2006/relationships/image" Target="../media/image830.png"/><Relationship Id="rId360" Type="http://schemas.openxmlformats.org/officeDocument/2006/relationships/customXml" Target="../ink/ink907.xml"/><Relationship Id="rId416" Type="http://schemas.openxmlformats.org/officeDocument/2006/relationships/customXml" Target="../ink/ink935.xml"/><Relationship Id="rId220" Type="http://schemas.openxmlformats.org/officeDocument/2006/relationships/customXml" Target="../ink/ink837.xml"/><Relationship Id="rId458" Type="http://schemas.openxmlformats.org/officeDocument/2006/relationships/customXml" Target="../ink/ink956.xml"/><Relationship Id="rId15" Type="http://schemas.openxmlformats.org/officeDocument/2006/relationships/image" Target="../media/image733.png"/><Relationship Id="rId57" Type="http://schemas.openxmlformats.org/officeDocument/2006/relationships/image" Target="../media/image754.png"/><Relationship Id="rId262" Type="http://schemas.openxmlformats.org/officeDocument/2006/relationships/customXml" Target="../ink/ink858.xml"/><Relationship Id="rId318" Type="http://schemas.openxmlformats.org/officeDocument/2006/relationships/customXml" Target="../ink/ink886.xml"/><Relationship Id="rId99" Type="http://schemas.openxmlformats.org/officeDocument/2006/relationships/image" Target="../media/image775.png"/><Relationship Id="rId122" Type="http://schemas.openxmlformats.org/officeDocument/2006/relationships/customXml" Target="../ink/ink788.xml"/><Relationship Id="rId164" Type="http://schemas.openxmlformats.org/officeDocument/2006/relationships/customXml" Target="../ink/ink809.xml"/><Relationship Id="rId371" Type="http://schemas.openxmlformats.org/officeDocument/2006/relationships/image" Target="../media/image911.png"/><Relationship Id="rId427" Type="http://schemas.openxmlformats.org/officeDocument/2006/relationships/image" Target="../media/image939.png"/><Relationship Id="rId469" Type="http://schemas.openxmlformats.org/officeDocument/2006/relationships/image" Target="../media/image960.png"/><Relationship Id="rId26" Type="http://schemas.openxmlformats.org/officeDocument/2006/relationships/customXml" Target="../ink/ink740.xml"/><Relationship Id="rId231" Type="http://schemas.openxmlformats.org/officeDocument/2006/relationships/image" Target="../media/image841.png"/><Relationship Id="rId273" Type="http://schemas.openxmlformats.org/officeDocument/2006/relationships/image" Target="../media/image862.png"/><Relationship Id="rId329" Type="http://schemas.openxmlformats.org/officeDocument/2006/relationships/image" Target="../media/image890.png"/><Relationship Id="rId480" Type="http://schemas.openxmlformats.org/officeDocument/2006/relationships/customXml" Target="../ink/ink967.xml"/><Relationship Id="rId68" Type="http://schemas.openxmlformats.org/officeDocument/2006/relationships/customXml" Target="../ink/ink761.xml"/><Relationship Id="rId133" Type="http://schemas.openxmlformats.org/officeDocument/2006/relationships/image" Target="../media/image792.png"/><Relationship Id="rId175" Type="http://schemas.openxmlformats.org/officeDocument/2006/relationships/image" Target="../media/image813.png"/><Relationship Id="rId340" Type="http://schemas.openxmlformats.org/officeDocument/2006/relationships/customXml" Target="../ink/ink897.xml"/><Relationship Id="rId200" Type="http://schemas.openxmlformats.org/officeDocument/2006/relationships/customXml" Target="../ink/ink827.xml"/><Relationship Id="rId382" Type="http://schemas.openxmlformats.org/officeDocument/2006/relationships/customXml" Target="../ink/ink918.xml"/><Relationship Id="rId438" Type="http://schemas.openxmlformats.org/officeDocument/2006/relationships/customXml" Target="../ink/ink946.xml"/><Relationship Id="rId242" Type="http://schemas.openxmlformats.org/officeDocument/2006/relationships/customXml" Target="../ink/ink848.xml"/><Relationship Id="rId284" Type="http://schemas.openxmlformats.org/officeDocument/2006/relationships/customXml" Target="../ink/ink869.xml"/><Relationship Id="rId491" Type="http://schemas.openxmlformats.org/officeDocument/2006/relationships/image" Target="../media/image971.png"/><Relationship Id="rId37" Type="http://schemas.openxmlformats.org/officeDocument/2006/relationships/image" Target="../media/image744.png"/><Relationship Id="rId79" Type="http://schemas.openxmlformats.org/officeDocument/2006/relationships/image" Target="../media/image765.png"/><Relationship Id="rId102" Type="http://schemas.openxmlformats.org/officeDocument/2006/relationships/customXml" Target="../ink/ink778.xml"/><Relationship Id="rId144" Type="http://schemas.openxmlformats.org/officeDocument/2006/relationships/customXml" Target="../ink/ink799.xml"/><Relationship Id="rId90" Type="http://schemas.openxmlformats.org/officeDocument/2006/relationships/customXml" Target="../ink/ink772.xml"/><Relationship Id="rId186" Type="http://schemas.openxmlformats.org/officeDocument/2006/relationships/customXml" Target="../ink/ink820.xml"/><Relationship Id="rId351" Type="http://schemas.openxmlformats.org/officeDocument/2006/relationships/image" Target="../media/image901.png"/><Relationship Id="rId393" Type="http://schemas.openxmlformats.org/officeDocument/2006/relationships/image" Target="../media/image922.png"/><Relationship Id="rId407" Type="http://schemas.openxmlformats.org/officeDocument/2006/relationships/image" Target="../media/image929.png"/><Relationship Id="rId449" Type="http://schemas.openxmlformats.org/officeDocument/2006/relationships/image" Target="../media/image950.png"/><Relationship Id="rId211" Type="http://schemas.openxmlformats.org/officeDocument/2006/relationships/image" Target="../media/image831.png"/><Relationship Id="rId253" Type="http://schemas.openxmlformats.org/officeDocument/2006/relationships/image" Target="../media/image852.png"/><Relationship Id="rId295" Type="http://schemas.openxmlformats.org/officeDocument/2006/relationships/image" Target="../media/image873.png"/><Relationship Id="rId309" Type="http://schemas.openxmlformats.org/officeDocument/2006/relationships/image" Target="../media/image880.png"/><Relationship Id="rId460" Type="http://schemas.openxmlformats.org/officeDocument/2006/relationships/customXml" Target="../ink/ink957.xml"/><Relationship Id="rId48" Type="http://schemas.openxmlformats.org/officeDocument/2006/relationships/customXml" Target="../ink/ink751.xml"/><Relationship Id="rId113" Type="http://schemas.openxmlformats.org/officeDocument/2006/relationships/image" Target="../media/image782.png"/><Relationship Id="rId320" Type="http://schemas.openxmlformats.org/officeDocument/2006/relationships/customXml" Target="../ink/ink887.xml"/><Relationship Id="rId155" Type="http://schemas.openxmlformats.org/officeDocument/2006/relationships/image" Target="../media/image803.png"/><Relationship Id="rId197" Type="http://schemas.openxmlformats.org/officeDocument/2006/relationships/image" Target="../media/image824.png"/><Relationship Id="rId362" Type="http://schemas.openxmlformats.org/officeDocument/2006/relationships/customXml" Target="../ink/ink908.xml"/><Relationship Id="rId418" Type="http://schemas.openxmlformats.org/officeDocument/2006/relationships/customXml" Target="../ink/ink936.xml"/><Relationship Id="rId222" Type="http://schemas.openxmlformats.org/officeDocument/2006/relationships/customXml" Target="../ink/ink838.xml"/><Relationship Id="rId264" Type="http://schemas.openxmlformats.org/officeDocument/2006/relationships/customXml" Target="../ink/ink859.xml"/><Relationship Id="rId471" Type="http://schemas.openxmlformats.org/officeDocument/2006/relationships/image" Target="../media/image961.png"/><Relationship Id="rId17" Type="http://schemas.openxmlformats.org/officeDocument/2006/relationships/image" Target="../media/image734.png"/><Relationship Id="rId59" Type="http://schemas.openxmlformats.org/officeDocument/2006/relationships/image" Target="../media/image755.png"/><Relationship Id="rId124" Type="http://schemas.openxmlformats.org/officeDocument/2006/relationships/customXml" Target="../ink/ink789.xml"/><Relationship Id="rId70" Type="http://schemas.openxmlformats.org/officeDocument/2006/relationships/customXml" Target="../ink/ink762.xml"/><Relationship Id="rId166" Type="http://schemas.openxmlformats.org/officeDocument/2006/relationships/customXml" Target="../ink/ink810.xml"/><Relationship Id="rId331" Type="http://schemas.openxmlformats.org/officeDocument/2006/relationships/image" Target="../media/image891.png"/><Relationship Id="rId373" Type="http://schemas.openxmlformats.org/officeDocument/2006/relationships/image" Target="../media/image912.png"/><Relationship Id="rId429" Type="http://schemas.openxmlformats.org/officeDocument/2006/relationships/image" Target="../media/image94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42.png"/><Relationship Id="rId440" Type="http://schemas.openxmlformats.org/officeDocument/2006/relationships/customXml" Target="../ink/ink947.xml"/><Relationship Id="rId28" Type="http://schemas.openxmlformats.org/officeDocument/2006/relationships/customXml" Target="../ink/ink741.xml"/><Relationship Id="rId275" Type="http://schemas.openxmlformats.org/officeDocument/2006/relationships/image" Target="../media/image863.png"/><Relationship Id="rId300" Type="http://schemas.openxmlformats.org/officeDocument/2006/relationships/customXml" Target="../ink/ink877.xml"/><Relationship Id="rId482" Type="http://schemas.openxmlformats.org/officeDocument/2006/relationships/customXml" Target="../ink/ink968.xml"/><Relationship Id="rId81" Type="http://schemas.openxmlformats.org/officeDocument/2006/relationships/image" Target="../media/image766.png"/><Relationship Id="rId135" Type="http://schemas.openxmlformats.org/officeDocument/2006/relationships/image" Target="../media/image793.png"/><Relationship Id="rId177" Type="http://schemas.openxmlformats.org/officeDocument/2006/relationships/image" Target="../media/image814.png"/><Relationship Id="rId342" Type="http://schemas.openxmlformats.org/officeDocument/2006/relationships/customXml" Target="../ink/ink898.xml"/><Relationship Id="rId384" Type="http://schemas.openxmlformats.org/officeDocument/2006/relationships/customXml" Target="../ink/ink919.xml"/><Relationship Id="rId202" Type="http://schemas.openxmlformats.org/officeDocument/2006/relationships/customXml" Target="../ink/ink828.xml"/><Relationship Id="rId244" Type="http://schemas.openxmlformats.org/officeDocument/2006/relationships/customXml" Target="../ink/ink849.xml"/><Relationship Id="rId39" Type="http://schemas.openxmlformats.org/officeDocument/2006/relationships/image" Target="../media/image745.png"/><Relationship Id="rId286" Type="http://schemas.openxmlformats.org/officeDocument/2006/relationships/customXml" Target="../ink/ink870.xml"/><Relationship Id="rId451" Type="http://schemas.openxmlformats.org/officeDocument/2006/relationships/image" Target="../media/image951.png"/><Relationship Id="rId50" Type="http://schemas.openxmlformats.org/officeDocument/2006/relationships/customXml" Target="../ink/ink752.xml"/><Relationship Id="rId104" Type="http://schemas.openxmlformats.org/officeDocument/2006/relationships/customXml" Target="../ink/ink779.xml"/><Relationship Id="rId146" Type="http://schemas.openxmlformats.org/officeDocument/2006/relationships/customXml" Target="../ink/ink800.xml"/><Relationship Id="rId188" Type="http://schemas.openxmlformats.org/officeDocument/2006/relationships/customXml" Target="../ink/ink821.xml"/><Relationship Id="rId311" Type="http://schemas.openxmlformats.org/officeDocument/2006/relationships/image" Target="../media/image881.png"/><Relationship Id="rId353" Type="http://schemas.openxmlformats.org/officeDocument/2006/relationships/image" Target="../media/image902.png"/><Relationship Id="rId395" Type="http://schemas.openxmlformats.org/officeDocument/2006/relationships/image" Target="../media/image923.png"/><Relationship Id="rId409" Type="http://schemas.openxmlformats.org/officeDocument/2006/relationships/image" Target="../media/image930.png"/><Relationship Id="rId92" Type="http://schemas.openxmlformats.org/officeDocument/2006/relationships/customXml" Target="../ink/ink773.xml"/><Relationship Id="rId213" Type="http://schemas.openxmlformats.org/officeDocument/2006/relationships/image" Target="../media/image832.png"/><Relationship Id="rId420" Type="http://schemas.openxmlformats.org/officeDocument/2006/relationships/customXml" Target="../ink/ink937.xml"/><Relationship Id="rId255" Type="http://schemas.openxmlformats.org/officeDocument/2006/relationships/image" Target="../media/image853.png"/><Relationship Id="rId297" Type="http://schemas.openxmlformats.org/officeDocument/2006/relationships/image" Target="../media/image874.png"/><Relationship Id="rId462" Type="http://schemas.openxmlformats.org/officeDocument/2006/relationships/customXml" Target="../ink/ink958.xml"/><Relationship Id="rId115" Type="http://schemas.openxmlformats.org/officeDocument/2006/relationships/image" Target="../media/image783.png"/><Relationship Id="rId157" Type="http://schemas.openxmlformats.org/officeDocument/2006/relationships/image" Target="../media/image804.png"/><Relationship Id="rId322" Type="http://schemas.openxmlformats.org/officeDocument/2006/relationships/customXml" Target="../ink/ink888.xml"/><Relationship Id="rId364" Type="http://schemas.openxmlformats.org/officeDocument/2006/relationships/customXml" Target="../ink/ink909.xml"/><Relationship Id="rId61" Type="http://schemas.openxmlformats.org/officeDocument/2006/relationships/image" Target="../media/image756.png"/><Relationship Id="rId199" Type="http://schemas.openxmlformats.org/officeDocument/2006/relationships/image" Target="../media/image825.png"/><Relationship Id="rId19" Type="http://schemas.openxmlformats.org/officeDocument/2006/relationships/image" Target="../media/image735.png"/><Relationship Id="rId224" Type="http://schemas.openxmlformats.org/officeDocument/2006/relationships/customXml" Target="../ink/ink839.xml"/><Relationship Id="rId266" Type="http://schemas.openxmlformats.org/officeDocument/2006/relationships/customXml" Target="../ink/ink860.xml"/><Relationship Id="rId431" Type="http://schemas.openxmlformats.org/officeDocument/2006/relationships/image" Target="../media/image941.png"/><Relationship Id="rId473" Type="http://schemas.openxmlformats.org/officeDocument/2006/relationships/image" Target="../media/image962.png"/><Relationship Id="rId30" Type="http://schemas.openxmlformats.org/officeDocument/2006/relationships/customXml" Target="../ink/ink742.xml"/><Relationship Id="rId126" Type="http://schemas.openxmlformats.org/officeDocument/2006/relationships/customXml" Target="../ink/ink790.xml"/><Relationship Id="rId168" Type="http://schemas.openxmlformats.org/officeDocument/2006/relationships/customXml" Target="../ink/ink811.xml"/><Relationship Id="rId333" Type="http://schemas.openxmlformats.org/officeDocument/2006/relationships/image" Target="../media/image892.png"/><Relationship Id="rId72" Type="http://schemas.openxmlformats.org/officeDocument/2006/relationships/customXml" Target="../ink/ink763.xml"/><Relationship Id="rId375" Type="http://schemas.openxmlformats.org/officeDocument/2006/relationships/image" Target="../media/image913.png"/><Relationship Id="rId3" Type="http://schemas.openxmlformats.org/officeDocument/2006/relationships/image" Target="../media/image727.png"/><Relationship Id="rId235" Type="http://schemas.openxmlformats.org/officeDocument/2006/relationships/image" Target="../media/image843.png"/><Relationship Id="rId277" Type="http://schemas.openxmlformats.org/officeDocument/2006/relationships/image" Target="../media/image864.png"/><Relationship Id="rId400" Type="http://schemas.openxmlformats.org/officeDocument/2006/relationships/customXml" Target="../ink/ink927.xml"/><Relationship Id="rId442" Type="http://schemas.openxmlformats.org/officeDocument/2006/relationships/customXml" Target="../ink/ink948.xml"/><Relationship Id="rId484" Type="http://schemas.openxmlformats.org/officeDocument/2006/relationships/customXml" Target="../ink/ink969.xml"/><Relationship Id="rId137" Type="http://schemas.openxmlformats.org/officeDocument/2006/relationships/image" Target="../media/image794.png"/><Relationship Id="rId302" Type="http://schemas.openxmlformats.org/officeDocument/2006/relationships/customXml" Target="../ink/ink878.xml"/><Relationship Id="rId344" Type="http://schemas.openxmlformats.org/officeDocument/2006/relationships/customXml" Target="../ink/ink899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9.png"/><Relationship Id="rId21" Type="http://schemas.openxmlformats.org/officeDocument/2006/relationships/image" Target="../media/image981.png"/><Relationship Id="rId63" Type="http://schemas.openxmlformats.org/officeDocument/2006/relationships/image" Target="../media/image1002.png"/><Relationship Id="rId159" Type="http://schemas.openxmlformats.org/officeDocument/2006/relationships/image" Target="../media/image1050.png"/><Relationship Id="rId170" Type="http://schemas.openxmlformats.org/officeDocument/2006/relationships/customXml" Target="../ink/ink1057.xml"/><Relationship Id="rId226" Type="http://schemas.openxmlformats.org/officeDocument/2006/relationships/customXml" Target="../ink/ink1085.xml"/><Relationship Id="rId268" Type="http://schemas.openxmlformats.org/officeDocument/2006/relationships/customXml" Target="../ink/ink1106.xml"/><Relationship Id="rId32" Type="http://schemas.openxmlformats.org/officeDocument/2006/relationships/customXml" Target="../ink/ink988.xml"/><Relationship Id="rId74" Type="http://schemas.openxmlformats.org/officeDocument/2006/relationships/customXml" Target="../ink/ink1009.xml"/><Relationship Id="rId128" Type="http://schemas.openxmlformats.org/officeDocument/2006/relationships/customXml" Target="../ink/ink1036.xml"/><Relationship Id="rId5" Type="http://schemas.openxmlformats.org/officeDocument/2006/relationships/image" Target="../media/image973.png"/><Relationship Id="rId181" Type="http://schemas.openxmlformats.org/officeDocument/2006/relationships/image" Target="../media/image1061.png"/><Relationship Id="rId237" Type="http://schemas.openxmlformats.org/officeDocument/2006/relationships/image" Target="../media/image1089.png"/><Relationship Id="rId258" Type="http://schemas.openxmlformats.org/officeDocument/2006/relationships/customXml" Target="../ink/ink1101.xml"/><Relationship Id="rId279" Type="http://schemas.openxmlformats.org/officeDocument/2006/relationships/image" Target="../media/image1110.png"/><Relationship Id="rId22" Type="http://schemas.openxmlformats.org/officeDocument/2006/relationships/customXml" Target="../ink/ink983.xml"/><Relationship Id="rId43" Type="http://schemas.openxmlformats.org/officeDocument/2006/relationships/image" Target="../media/image992.png"/><Relationship Id="rId64" Type="http://schemas.openxmlformats.org/officeDocument/2006/relationships/customXml" Target="../ink/ink1004.xml"/><Relationship Id="rId118" Type="http://schemas.openxmlformats.org/officeDocument/2006/relationships/customXml" Target="../ink/ink1031.xml"/><Relationship Id="rId139" Type="http://schemas.openxmlformats.org/officeDocument/2006/relationships/image" Target="../media/image1040.png"/><Relationship Id="rId85" Type="http://schemas.openxmlformats.org/officeDocument/2006/relationships/image" Target="../media/image1013.png"/><Relationship Id="rId150" Type="http://schemas.openxmlformats.org/officeDocument/2006/relationships/customXml" Target="../ink/ink1047.xml"/><Relationship Id="rId171" Type="http://schemas.openxmlformats.org/officeDocument/2006/relationships/image" Target="../media/image1056.png"/><Relationship Id="rId192" Type="http://schemas.openxmlformats.org/officeDocument/2006/relationships/customXml" Target="../ink/ink1068.xml"/><Relationship Id="rId206" Type="http://schemas.openxmlformats.org/officeDocument/2006/relationships/customXml" Target="../ink/ink1075.xml"/><Relationship Id="rId227" Type="http://schemas.openxmlformats.org/officeDocument/2006/relationships/image" Target="../media/image1084.png"/><Relationship Id="rId248" Type="http://schemas.openxmlformats.org/officeDocument/2006/relationships/customXml" Target="../ink/ink1096.xml"/><Relationship Id="rId269" Type="http://schemas.openxmlformats.org/officeDocument/2006/relationships/image" Target="../media/image1105.png"/><Relationship Id="rId12" Type="http://schemas.openxmlformats.org/officeDocument/2006/relationships/customXml" Target="../ink/ink978.xml"/><Relationship Id="rId33" Type="http://schemas.openxmlformats.org/officeDocument/2006/relationships/image" Target="../media/image987.png"/><Relationship Id="rId108" Type="http://schemas.openxmlformats.org/officeDocument/2006/relationships/customXml" Target="../ink/ink1026.xml"/><Relationship Id="rId129" Type="http://schemas.openxmlformats.org/officeDocument/2006/relationships/image" Target="../media/image1035.png"/><Relationship Id="rId54" Type="http://schemas.openxmlformats.org/officeDocument/2006/relationships/customXml" Target="../ink/ink999.xml"/><Relationship Id="rId75" Type="http://schemas.openxmlformats.org/officeDocument/2006/relationships/image" Target="../media/image1008.png"/><Relationship Id="rId96" Type="http://schemas.openxmlformats.org/officeDocument/2006/relationships/customXml" Target="../ink/ink1020.xml"/><Relationship Id="rId140" Type="http://schemas.openxmlformats.org/officeDocument/2006/relationships/customXml" Target="../ink/ink1042.xml"/><Relationship Id="rId161" Type="http://schemas.openxmlformats.org/officeDocument/2006/relationships/image" Target="../media/image1051.png"/><Relationship Id="rId182" Type="http://schemas.openxmlformats.org/officeDocument/2006/relationships/customXml" Target="../ink/ink1063.xml"/><Relationship Id="rId217" Type="http://schemas.openxmlformats.org/officeDocument/2006/relationships/image" Target="../media/image1079.png"/><Relationship Id="rId6" Type="http://schemas.openxmlformats.org/officeDocument/2006/relationships/customXml" Target="../ink/ink975.xml"/><Relationship Id="rId238" Type="http://schemas.openxmlformats.org/officeDocument/2006/relationships/customXml" Target="../ink/ink1091.xml"/><Relationship Id="rId259" Type="http://schemas.openxmlformats.org/officeDocument/2006/relationships/image" Target="../media/image1100.png"/><Relationship Id="rId23" Type="http://schemas.openxmlformats.org/officeDocument/2006/relationships/image" Target="../media/image982.png"/><Relationship Id="rId119" Type="http://schemas.openxmlformats.org/officeDocument/2006/relationships/image" Target="../media/image1030.png"/><Relationship Id="rId270" Type="http://schemas.openxmlformats.org/officeDocument/2006/relationships/customXml" Target="../ink/ink1107.xml"/><Relationship Id="rId44" Type="http://schemas.openxmlformats.org/officeDocument/2006/relationships/customXml" Target="../ink/ink994.xml"/><Relationship Id="rId65" Type="http://schemas.openxmlformats.org/officeDocument/2006/relationships/image" Target="../media/image1003.png"/><Relationship Id="rId86" Type="http://schemas.openxmlformats.org/officeDocument/2006/relationships/customXml" Target="../ink/ink1015.xml"/><Relationship Id="rId130" Type="http://schemas.openxmlformats.org/officeDocument/2006/relationships/customXml" Target="../ink/ink1037.xml"/><Relationship Id="rId151" Type="http://schemas.openxmlformats.org/officeDocument/2006/relationships/image" Target="../media/image1046.png"/><Relationship Id="rId172" Type="http://schemas.openxmlformats.org/officeDocument/2006/relationships/customXml" Target="../ink/ink1058.xml"/><Relationship Id="rId193" Type="http://schemas.openxmlformats.org/officeDocument/2006/relationships/image" Target="../media/image1067.png"/><Relationship Id="rId207" Type="http://schemas.openxmlformats.org/officeDocument/2006/relationships/image" Target="../media/image1074.png"/><Relationship Id="rId228" Type="http://schemas.openxmlformats.org/officeDocument/2006/relationships/customXml" Target="../ink/ink1086.xml"/><Relationship Id="rId249" Type="http://schemas.openxmlformats.org/officeDocument/2006/relationships/image" Target="../media/image1095.png"/><Relationship Id="rId13" Type="http://schemas.openxmlformats.org/officeDocument/2006/relationships/image" Target="../media/image977.png"/><Relationship Id="rId109" Type="http://schemas.openxmlformats.org/officeDocument/2006/relationships/image" Target="../media/image1025.png"/><Relationship Id="rId260" Type="http://schemas.openxmlformats.org/officeDocument/2006/relationships/customXml" Target="../ink/ink1102.xml"/><Relationship Id="rId34" Type="http://schemas.openxmlformats.org/officeDocument/2006/relationships/customXml" Target="../ink/ink989.xml"/><Relationship Id="rId55" Type="http://schemas.openxmlformats.org/officeDocument/2006/relationships/image" Target="../media/image998.png"/><Relationship Id="rId76" Type="http://schemas.openxmlformats.org/officeDocument/2006/relationships/customXml" Target="../ink/ink1010.xml"/><Relationship Id="rId97" Type="http://schemas.openxmlformats.org/officeDocument/2006/relationships/image" Target="../media/image1019.png"/><Relationship Id="rId120" Type="http://schemas.openxmlformats.org/officeDocument/2006/relationships/customXml" Target="../ink/ink1032.xml"/><Relationship Id="rId141" Type="http://schemas.openxmlformats.org/officeDocument/2006/relationships/image" Target="../media/image1041.png"/><Relationship Id="rId7" Type="http://schemas.openxmlformats.org/officeDocument/2006/relationships/image" Target="../media/image974.png"/><Relationship Id="rId162" Type="http://schemas.openxmlformats.org/officeDocument/2006/relationships/customXml" Target="../ink/ink1053.xml"/><Relationship Id="rId183" Type="http://schemas.openxmlformats.org/officeDocument/2006/relationships/image" Target="../media/image1062.png"/><Relationship Id="rId218" Type="http://schemas.openxmlformats.org/officeDocument/2006/relationships/customXml" Target="../ink/ink1081.xml"/><Relationship Id="rId239" Type="http://schemas.openxmlformats.org/officeDocument/2006/relationships/image" Target="../media/image1090.png"/><Relationship Id="rId250" Type="http://schemas.openxmlformats.org/officeDocument/2006/relationships/customXml" Target="../ink/ink1097.xml"/><Relationship Id="rId271" Type="http://schemas.openxmlformats.org/officeDocument/2006/relationships/image" Target="../media/image1106.png"/><Relationship Id="rId24" Type="http://schemas.openxmlformats.org/officeDocument/2006/relationships/customXml" Target="../ink/ink984.xml"/><Relationship Id="rId45" Type="http://schemas.openxmlformats.org/officeDocument/2006/relationships/image" Target="../media/image993.png"/><Relationship Id="rId66" Type="http://schemas.openxmlformats.org/officeDocument/2006/relationships/customXml" Target="../ink/ink1005.xml"/><Relationship Id="rId87" Type="http://schemas.openxmlformats.org/officeDocument/2006/relationships/image" Target="../media/image1014.png"/><Relationship Id="rId110" Type="http://schemas.openxmlformats.org/officeDocument/2006/relationships/customXml" Target="../ink/ink1027.xml"/><Relationship Id="rId131" Type="http://schemas.openxmlformats.org/officeDocument/2006/relationships/image" Target="../media/image1036.png"/><Relationship Id="rId152" Type="http://schemas.openxmlformats.org/officeDocument/2006/relationships/customXml" Target="../ink/ink1048.xml"/><Relationship Id="rId173" Type="http://schemas.openxmlformats.org/officeDocument/2006/relationships/image" Target="../media/image1057.png"/><Relationship Id="rId194" Type="http://schemas.openxmlformats.org/officeDocument/2006/relationships/customXml" Target="../ink/ink1069.xml"/><Relationship Id="rId208" Type="http://schemas.openxmlformats.org/officeDocument/2006/relationships/customXml" Target="../ink/ink1076.xml"/><Relationship Id="rId229" Type="http://schemas.openxmlformats.org/officeDocument/2006/relationships/image" Target="../media/image1085.png"/><Relationship Id="rId240" Type="http://schemas.openxmlformats.org/officeDocument/2006/relationships/customXml" Target="../ink/ink1092.xml"/><Relationship Id="rId261" Type="http://schemas.openxmlformats.org/officeDocument/2006/relationships/image" Target="../media/image1101.png"/><Relationship Id="rId14" Type="http://schemas.openxmlformats.org/officeDocument/2006/relationships/customXml" Target="../ink/ink979.xml"/><Relationship Id="rId35" Type="http://schemas.openxmlformats.org/officeDocument/2006/relationships/image" Target="../media/image988.png"/><Relationship Id="rId56" Type="http://schemas.openxmlformats.org/officeDocument/2006/relationships/customXml" Target="../ink/ink1000.xml"/><Relationship Id="rId77" Type="http://schemas.openxmlformats.org/officeDocument/2006/relationships/image" Target="../media/image1009.png"/><Relationship Id="rId100" Type="http://schemas.openxmlformats.org/officeDocument/2006/relationships/customXml" Target="../ink/ink1022.xml"/><Relationship Id="rId8" Type="http://schemas.openxmlformats.org/officeDocument/2006/relationships/customXml" Target="../ink/ink976.xml"/><Relationship Id="rId98" Type="http://schemas.openxmlformats.org/officeDocument/2006/relationships/customXml" Target="../ink/ink1021.xml"/><Relationship Id="rId121" Type="http://schemas.openxmlformats.org/officeDocument/2006/relationships/image" Target="../media/image1031.png"/><Relationship Id="rId142" Type="http://schemas.openxmlformats.org/officeDocument/2006/relationships/customXml" Target="../ink/ink1043.xml"/><Relationship Id="rId163" Type="http://schemas.openxmlformats.org/officeDocument/2006/relationships/image" Target="../media/image1052.png"/><Relationship Id="rId184" Type="http://schemas.openxmlformats.org/officeDocument/2006/relationships/customXml" Target="../ink/ink1064.xml"/><Relationship Id="rId219" Type="http://schemas.openxmlformats.org/officeDocument/2006/relationships/image" Target="../media/image1080.png"/><Relationship Id="rId230" Type="http://schemas.openxmlformats.org/officeDocument/2006/relationships/customXml" Target="../ink/ink1087.xml"/><Relationship Id="rId251" Type="http://schemas.openxmlformats.org/officeDocument/2006/relationships/image" Target="../media/image1096.png"/><Relationship Id="rId25" Type="http://schemas.openxmlformats.org/officeDocument/2006/relationships/image" Target="../media/image983.png"/><Relationship Id="rId46" Type="http://schemas.openxmlformats.org/officeDocument/2006/relationships/customXml" Target="../ink/ink995.xml"/><Relationship Id="rId67" Type="http://schemas.openxmlformats.org/officeDocument/2006/relationships/image" Target="../media/image1004.png"/><Relationship Id="rId272" Type="http://schemas.openxmlformats.org/officeDocument/2006/relationships/customXml" Target="../ink/ink1108.xml"/><Relationship Id="rId88" Type="http://schemas.openxmlformats.org/officeDocument/2006/relationships/customXml" Target="../ink/ink1016.xml"/><Relationship Id="rId111" Type="http://schemas.openxmlformats.org/officeDocument/2006/relationships/image" Target="../media/image1026.png"/><Relationship Id="rId132" Type="http://schemas.openxmlformats.org/officeDocument/2006/relationships/customXml" Target="../ink/ink1038.xml"/><Relationship Id="rId153" Type="http://schemas.openxmlformats.org/officeDocument/2006/relationships/image" Target="../media/image1047.png"/><Relationship Id="rId174" Type="http://schemas.openxmlformats.org/officeDocument/2006/relationships/customXml" Target="../ink/ink1059.xml"/><Relationship Id="rId195" Type="http://schemas.openxmlformats.org/officeDocument/2006/relationships/image" Target="../media/image1068.png"/><Relationship Id="rId209" Type="http://schemas.openxmlformats.org/officeDocument/2006/relationships/image" Target="../media/image1075.png"/><Relationship Id="rId220" Type="http://schemas.openxmlformats.org/officeDocument/2006/relationships/customXml" Target="../ink/ink1082.xml"/><Relationship Id="rId241" Type="http://schemas.openxmlformats.org/officeDocument/2006/relationships/image" Target="../media/image1091.png"/><Relationship Id="rId15" Type="http://schemas.openxmlformats.org/officeDocument/2006/relationships/image" Target="../media/image978.png"/><Relationship Id="rId36" Type="http://schemas.openxmlformats.org/officeDocument/2006/relationships/customXml" Target="../ink/ink990.xml"/><Relationship Id="rId57" Type="http://schemas.openxmlformats.org/officeDocument/2006/relationships/image" Target="../media/image999.png"/><Relationship Id="rId262" Type="http://schemas.openxmlformats.org/officeDocument/2006/relationships/customXml" Target="../ink/ink1103.xml"/><Relationship Id="rId78" Type="http://schemas.openxmlformats.org/officeDocument/2006/relationships/customXml" Target="../ink/ink1011.xml"/><Relationship Id="rId99" Type="http://schemas.openxmlformats.org/officeDocument/2006/relationships/image" Target="../media/image1020.png"/><Relationship Id="rId101" Type="http://schemas.openxmlformats.org/officeDocument/2006/relationships/image" Target="../media/image1021.png"/><Relationship Id="rId122" Type="http://schemas.openxmlformats.org/officeDocument/2006/relationships/customXml" Target="../ink/ink1033.xml"/><Relationship Id="rId143" Type="http://schemas.openxmlformats.org/officeDocument/2006/relationships/image" Target="../media/image1042.png"/><Relationship Id="rId164" Type="http://schemas.openxmlformats.org/officeDocument/2006/relationships/customXml" Target="../ink/ink1054.xml"/><Relationship Id="rId185" Type="http://schemas.openxmlformats.org/officeDocument/2006/relationships/image" Target="../media/image1063.png"/><Relationship Id="rId9" Type="http://schemas.openxmlformats.org/officeDocument/2006/relationships/image" Target="../media/image975.png"/><Relationship Id="rId210" Type="http://schemas.openxmlformats.org/officeDocument/2006/relationships/customXml" Target="../ink/ink1077.xml"/><Relationship Id="rId26" Type="http://schemas.openxmlformats.org/officeDocument/2006/relationships/customXml" Target="../ink/ink985.xml"/><Relationship Id="rId231" Type="http://schemas.openxmlformats.org/officeDocument/2006/relationships/image" Target="../media/image1086.png"/><Relationship Id="rId252" Type="http://schemas.openxmlformats.org/officeDocument/2006/relationships/customXml" Target="../ink/ink1098.xml"/><Relationship Id="rId273" Type="http://schemas.openxmlformats.org/officeDocument/2006/relationships/image" Target="../media/image1107.png"/><Relationship Id="rId47" Type="http://schemas.openxmlformats.org/officeDocument/2006/relationships/image" Target="../media/image994.png"/><Relationship Id="rId68" Type="http://schemas.openxmlformats.org/officeDocument/2006/relationships/customXml" Target="../ink/ink1006.xml"/><Relationship Id="rId89" Type="http://schemas.openxmlformats.org/officeDocument/2006/relationships/image" Target="../media/image1015.png"/><Relationship Id="rId112" Type="http://schemas.openxmlformats.org/officeDocument/2006/relationships/customXml" Target="../ink/ink1028.xml"/><Relationship Id="rId133" Type="http://schemas.openxmlformats.org/officeDocument/2006/relationships/image" Target="../media/image1037.png"/><Relationship Id="rId154" Type="http://schemas.openxmlformats.org/officeDocument/2006/relationships/customXml" Target="../ink/ink1049.xml"/><Relationship Id="rId175" Type="http://schemas.openxmlformats.org/officeDocument/2006/relationships/image" Target="../media/image1058.png"/><Relationship Id="rId196" Type="http://schemas.openxmlformats.org/officeDocument/2006/relationships/customXml" Target="../ink/ink1070.xml"/><Relationship Id="rId200" Type="http://schemas.openxmlformats.org/officeDocument/2006/relationships/customXml" Target="../ink/ink1072.xml"/><Relationship Id="rId16" Type="http://schemas.openxmlformats.org/officeDocument/2006/relationships/customXml" Target="../ink/ink980.xml"/><Relationship Id="rId221" Type="http://schemas.openxmlformats.org/officeDocument/2006/relationships/image" Target="../media/image1081.png"/><Relationship Id="rId242" Type="http://schemas.openxmlformats.org/officeDocument/2006/relationships/customXml" Target="../ink/ink1093.xml"/><Relationship Id="rId263" Type="http://schemas.openxmlformats.org/officeDocument/2006/relationships/image" Target="../media/image1102.png"/><Relationship Id="rId37" Type="http://schemas.openxmlformats.org/officeDocument/2006/relationships/image" Target="../media/image989.png"/><Relationship Id="rId58" Type="http://schemas.openxmlformats.org/officeDocument/2006/relationships/customXml" Target="../ink/ink1001.xml"/><Relationship Id="rId79" Type="http://schemas.openxmlformats.org/officeDocument/2006/relationships/image" Target="../media/image1010.png"/><Relationship Id="rId102" Type="http://schemas.openxmlformats.org/officeDocument/2006/relationships/customXml" Target="../ink/ink1023.xml"/><Relationship Id="rId123" Type="http://schemas.openxmlformats.org/officeDocument/2006/relationships/image" Target="../media/image1032.png"/><Relationship Id="rId144" Type="http://schemas.openxmlformats.org/officeDocument/2006/relationships/customXml" Target="../ink/ink1044.xml"/><Relationship Id="rId90" Type="http://schemas.openxmlformats.org/officeDocument/2006/relationships/customXml" Target="../ink/ink1017.xml"/><Relationship Id="rId165" Type="http://schemas.openxmlformats.org/officeDocument/2006/relationships/image" Target="../media/image1053.png"/><Relationship Id="rId186" Type="http://schemas.openxmlformats.org/officeDocument/2006/relationships/customXml" Target="../ink/ink1065.xml"/><Relationship Id="rId211" Type="http://schemas.openxmlformats.org/officeDocument/2006/relationships/image" Target="../media/image1076.png"/><Relationship Id="rId232" Type="http://schemas.openxmlformats.org/officeDocument/2006/relationships/customXml" Target="../ink/ink1088.xml"/><Relationship Id="rId253" Type="http://schemas.openxmlformats.org/officeDocument/2006/relationships/image" Target="../media/image1097.png"/><Relationship Id="rId274" Type="http://schemas.openxmlformats.org/officeDocument/2006/relationships/customXml" Target="../ink/ink1109.xml"/><Relationship Id="rId27" Type="http://schemas.openxmlformats.org/officeDocument/2006/relationships/image" Target="../media/image984.png"/><Relationship Id="rId48" Type="http://schemas.openxmlformats.org/officeDocument/2006/relationships/customXml" Target="../ink/ink996.xml"/><Relationship Id="rId69" Type="http://schemas.openxmlformats.org/officeDocument/2006/relationships/image" Target="../media/image1005.png"/><Relationship Id="rId113" Type="http://schemas.openxmlformats.org/officeDocument/2006/relationships/image" Target="../media/image1027.png"/><Relationship Id="rId134" Type="http://schemas.openxmlformats.org/officeDocument/2006/relationships/customXml" Target="../ink/ink1039.xml"/><Relationship Id="rId80" Type="http://schemas.openxmlformats.org/officeDocument/2006/relationships/customXml" Target="../ink/ink1012.xml"/><Relationship Id="rId155" Type="http://schemas.openxmlformats.org/officeDocument/2006/relationships/image" Target="../media/image1048.png"/><Relationship Id="rId176" Type="http://schemas.openxmlformats.org/officeDocument/2006/relationships/customXml" Target="../ink/ink1060.xml"/><Relationship Id="rId197" Type="http://schemas.openxmlformats.org/officeDocument/2006/relationships/image" Target="../media/image1069.png"/><Relationship Id="rId201" Type="http://schemas.openxmlformats.org/officeDocument/2006/relationships/image" Target="../media/image1071.png"/><Relationship Id="rId222" Type="http://schemas.openxmlformats.org/officeDocument/2006/relationships/customXml" Target="../ink/ink1083.xml"/><Relationship Id="rId243" Type="http://schemas.openxmlformats.org/officeDocument/2006/relationships/image" Target="../media/image1092.png"/><Relationship Id="rId264" Type="http://schemas.openxmlformats.org/officeDocument/2006/relationships/customXml" Target="../ink/ink1104.xml"/><Relationship Id="rId17" Type="http://schemas.openxmlformats.org/officeDocument/2006/relationships/image" Target="../media/image979.png"/><Relationship Id="rId38" Type="http://schemas.openxmlformats.org/officeDocument/2006/relationships/customXml" Target="../ink/ink991.xml"/><Relationship Id="rId59" Type="http://schemas.openxmlformats.org/officeDocument/2006/relationships/image" Target="../media/image1000.png"/><Relationship Id="rId103" Type="http://schemas.openxmlformats.org/officeDocument/2006/relationships/image" Target="../media/image1022.png"/><Relationship Id="rId124" Type="http://schemas.openxmlformats.org/officeDocument/2006/relationships/customXml" Target="../ink/ink1034.xml"/><Relationship Id="rId70" Type="http://schemas.openxmlformats.org/officeDocument/2006/relationships/customXml" Target="../ink/ink1007.xml"/><Relationship Id="rId91" Type="http://schemas.openxmlformats.org/officeDocument/2006/relationships/image" Target="../media/image1016.png"/><Relationship Id="rId145" Type="http://schemas.openxmlformats.org/officeDocument/2006/relationships/image" Target="../media/image1043.png"/><Relationship Id="rId166" Type="http://schemas.openxmlformats.org/officeDocument/2006/relationships/customXml" Target="../ink/ink1055.xml"/><Relationship Id="rId187" Type="http://schemas.openxmlformats.org/officeDocument/2006/relationships/image" Target="../media/image106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78.xml"/><Relationship Id="rId233" Type="http://schemas.openxmlformats.org/officeDocument/2006/relationships/image" Target="../media/image1087.png"/><Relationship Id="rId254" Type="http://schemas.openxmlformats.org/officeDocument/2006/relationships/customXml" Target="../ink/ink1099.xml"/><Relationship Id="rId28" Type="http://schemas.openxmlformats.org/officeDocument/2006/relationships/customXml" Target="../ink/ink986.xml"/><Relationship Id="rId49" Type="http://schemas.openxmlformats.org/officeDocument/2006/relationships/image" Target="../media/image995.png"/><Relationship Id="rId114" Type="http://schemas.openxmlformats.org/officeDocument/2006/relationships/customXml" Target="../ink/ink1029.xml"/><Relationship Id="rId275" Type="http://schemas.openxmlformats.org/officeDocument/2006/relationships/image" Target="../media/image1108.png"/><Relationship Id="rId60" Type="http://schemas.openxmlformats.org/officeDocument/2006/relationships/customXml" Target="../ink/ink1002.xml"/><Relationship Id="rId81" Type="http://schemas.openxmlformats.org/officeDocument/2006/relationships/image" Target="../media/image1011.png"/><Relationship Id="rId135" Type="http://schemas.openxmlformats.org/officeDocument/2006/relationships/image" Target="../media/image1038.png"/><Relationship Id="rId156" Type="http://schemas.openxmlformats.org/officeDocument/2006/relationships/customXml" Target="../ink/ink1050.xml"/><Relationship Id="rId177" Type="http://schemas.openxmlformats.org/officeDocument/2006/relationships/image" Target="../media/image1059.png"/><Relationship Id="rId198" Type="http://schemas.openxmlformats.org/officeDocument/2006/relationships/customXml" Target="../ink/ink1071.xml"/><Relationship Id="rId202" Type="http://schemas.openxmlformats.org/officeDocument/2006/relationships/customXml" Target="../ink/ink1073.xml"/><Relationship Id="rId223" Type="http://schemas.openxmlformats.org/officeDocument/2006/relationships/image" Target="../media/image1082.png"/><Relationship Id="rId244" Type="http://schemas.openxmlformats.org/officeDocument/2006/relationships/customXml" Target="../ink/ink1094.xml"/><Relationship Id="rId18" Type="http://schemas.openxmlformats.org/officeDocument/2006/relationships/customXml" Target="../ink/ink981.xml"/><Relationship Id="rId39" Type="http://schemas.openxmlformats.org/officeDocument/2006/relationships/image" Target="../media/image990.png"/><Relationship Id="rId265" Type="http://schemas.openxmlformats.org/officeDocument/2006/relationships/image" Target="../media/image1103.png"/><Relationship Id="rId50" Type="http://schemas.openxmlformats.org/officeDocument/2006/relationships/customXml" Target="../ink/ink997.xml"/><Relationship Id="rId104" Type="http://schemas.openxmlformats.org/officeDocument/2006/relationships/customXml" Target="../ink/ink1024.xml"/><Relationship Id="rId125" Type="http://schemas.openxmlformats.org/officeDocument/2006/relationships/image" Target="../media/image1033.png"/><Relationship Id="rId146" Type="http://schemas.openxmlformats.org/officeDocument/2006/relationships/customXml" Target="../ink/ink1045.xml"/><Relationship Id="rId167" Type="http://schemas.openxmlformats.org/officeDocument/2006/relationships/image" Target="../media/image1054.png"/><Relationship Id="rId188" Type="http://schemas.openxmlformats.org/officeDocument/2006/relationships/customXml" Target="../ink/ink1066.xml"/><Relationship Id="rId71" Type="http://schemas.openxmlformats.org/officeDocument/2006/relationships/image" Target="../media/image1006.png"/><Relationship Id="rId92" Type="http://schemas.openxmlformats.org/officeDocument/2006/relationships/customXml" Target="../ink/ink1018.xml"/><Relationship Id="rId213" Type="http://schemas.openxmlformats.org/officeDocument/2006/relationships/image" Target="../media/image1077.png"/><Relationship Id="rId234" Type="http://schemas.openxmlformats.org/officeDocument/2006/relationships/customXml" Target="../ink/ink1089.xml"/><Relationship Id="rId2" Type="http://schemas.openxmlformats.org/officeDocument/2006/relationships/customXml" Target="../ink/ink973.xml"/><Relationship Id="rId29" Type="http://schemas.openxmlformats.org/officeDocument/2006/relationships/image" Target="../media/image985.png"/><Relationship Id="rId255" Type="http://schemas.openxmlformats.org/officeDocument/2006/relationships/image" Target="../media/image1098.png"/><Relationship Id="rId276" Type="http://schemas.openxmlformats.org/officeDocument/2006/relationships/customXml" Target="../ink/ink1110.xml"/><Relationship Id="rId40" Type="http://schemas.openxmlformats.org/officeDocument/2006/relationships/customXml" Target="../ink/ink992.xml"/><Relationship Id="rId115" Type="http://schemas.openxmlformats.org/officeDocument/2006/relationships/image" Target="../media/image1028.png"/><Relationship Id="rId136" Type="http://schemas.openxmlformats.org/officeDocument/2006/relationships/customXml" Target="../ink/ink1040.xml"/><Relationship Id="rId157" Type="http://schemas.openxmlformats.org/officeDocument/2006/relationships/image" Target="../media/image1049.png"/><Relationship Id="rId178" Type="http://schemas.openxmlformats.org/officeDocument/2006/relationships/customXml" Target="../ink/ink1061.xml"/><Relationship Id="rId61" Type="http://schemas.openxmlformats.org/officeDocument/2006/relationships/image" Target="../media/image1001.png"/><Relationship Id="rId82" Type="http://schemas.openxmlformats.org/officeDocument/2006/relationships/customXml" Target="../ink/ink1013.xml"/><Relationship Id="rId199" Type="http://schemas.openxmlformats.org/officeDocument/2006/relationships/image" Target="../media/image1070.png"/><Relationship Id="rId203" Type="http://schemas.openxmlformats.org/officeDocument/2006/relationships/image" Target="../media/image1072.png"/><Relationship Id="rId19" Type="http://schemas.openxmlformats.org/officeDocument/2006/relationships/image" Target="../media/image980.png"/><Relationship Id="rId224" Type="http://schemas.openxmlformats.org/officeDocument/2006/relationships/customXml" Target="../ink/ink1084.xml"/><Relationship Id="rId245" Type="http://schemas.openxmlformats.org/officeDocument/2006/relationships/image" Target="../media/image1093.png"/><Relationship Id="rId266" Type="http://schemas.openxmlformats.org/officeDocument/2006/relationships/customXml" Target="../ink/ink1105.xml"/><Relationship Id="rId30" Type="http://schemas.openxmlformats.org/officeDocument/2006/relationships/customXml" Target="../ink/ink987.xml"/><Relationship Id="rId105" Type="http://schemas.openxmlformats.org/officeDocument/2006/relationships/image" Target="../media/image1023.png"/><Relationship Id="rId126" Type="http://schemas.openxmlformats.org/officeDocument/2006/relationships/customXml" Target="../ink/ink1035.xml"/><Relationship Id="rId147" Type="http://schemas.openxmlformats.org/officeDocument/2006/relationships/image" Target="../media/image1044.png"/><Relationship Id="rId168" Type="http://schemas.openxmlformats.org/officeDocument/2006/relationships/customXml" Target="../ink/ink1056.xml"/><Relationship Id="rId51" Type="http://schemas.openxmlformats.org/officeDocument/2006/relationships/image" Target="../media/image996.png"/><Relationship Id="rId72" Type="http://schemas.openxmlformats.org/officeDocument/2006/relationships/customXml" Target="../ink/ink1008.xml"/><Relationship Id="rId93" Type="http://schemas.openxmlformats.org/officeDocument/2006/relationships/image" Target="../media/image1017.png"/><Relationship Id="rId189" Type="http://schemas.openxmlformats.org/officeDocument/2006/relationships/image" Target="../media/image1065.png"/><Relationship Id="rId3" Type="http://schemas.openxmlformats.org/officeDocument/2006/relationships/image" Target="../media/image972.png"/><Relationship Id="rId214" Type="http://schemas.openxmlformats.org/officeDocument/2006/relationships/customXml" Target="../ink/ink1079.xml"/><Relationship Id="rId235" Type="http://schemas.openxmlformats.org/officeDocument/2006/relationships/image" Target="../media/image1088.png"/><Relationship Id="rId256" Type="http://schemas.openxmlformats.org/officeDocument/2006/relationships/customXml" Target="../ink/ink1100.xml"/><Relationship Id="rId277" Type="http://schemas.openxmlformats.org/officeDocument/2006/relationships/image" Target="../media/image1109.png"/><Relationship Id="rId116" Type="http://schemas.openxmlformats.org/officeDocument/2006/relationships/customXml" Target="../ink/ink1030.xml"/><Relationship Id="rId137" Type="http://schemas.openxmlformats.org/officeDocument/2006/relationships/image" Target="../media/image1039.png"/><Relationship Id="rId158" Type="http://schemas.openxmlformats.org/officeDocument/2006/relationships/customXml" Target="../ink/ink1051.xml"/><Relationship Id="rId20" Type="http://schemas.openxmlformats.org/officeDocument/2006/relationships/customXml" Target="../ink/ink982.xml"/><Relationship Id="rId41" Type="http://schemas.openxmlformats.org/officeDocument/2006/relationships/image" Target="../media/image991.png"/><Relationship Id="rId62" Type="http://schemas.openxmlformats.org/officeDocument/2006/relationships/customXml" Target="../ink/ink1003.xml"/><Relationship Id="rId83" Type="http://schemas.openxmlformats.org/officeDocument/2006/relationships/image" Target="../media/image1012.png"/><Relationship Id="rId179" Type="http://schemas.openxmlformats.org/officeDocument/2006/relationships/image" Target="../media/image1060.png"/><Relationship Id="rId190" Type="http://schemas.openxmlformats.org/officeDocument/2006/relationships/customXml" Target="../ink/ink1067.xml"/><Relationship Id="rId204" Type="http://schemas.openxmlformats.org/officeDocument/2006/relationships/customXml" Target="../ink/ink1074.xml"/><Relationship Id="rId225" Type="http://schemas.openxmlformats.org/officeDocument/2006/relationships/image" Target="../media/image1083.png"/><Relationship Id="rId246" Type="http://schemas.openxmlformats.org/officeDocument/2006/relationships/customXml" Target="../ink/ink1095.xml"/><Relationship Id="rId267" Type="http://schemas.openxmlformats.org/officeDocument/2006/relationships/image" Target="../media/image1104.png"/><Relationship Id="rId106" Type="http://schemas.openxmlformats.org/officeDocument/2006/relationships/customXml" Target="../ink/ink1025.xml"/><Relationship Id="rId127" Type="http://schemas.openxmlformats.org/officeDocument/2006/relationships/image" Target="../media/image1034.png"/><Relationship Id="rId10" Type="http://schemas.openxmlformats.org/officeDocument/2006/relationships/customXml" Target="../ink/ink977.xml"/><Relationship Id="rId31" Type="http://schemas.openxmlformats.org/officeDocument/2006/relationships/image" Target="../media/image986.png"/><Relationship Id="rId52" Type="http://schemas.openxmlformats.org/officeDocument/2006/relationships/customXml" Target="../ink/ink998.xml"/><Relationship Id="rId73" Type="http://schemas.openxmlformats.org/officeDocument/2006/relationships/image" Target="../media/image1007.png"/><Relationship Id="rId94" Type="http://schemas.openxmlformats.org/officeDocument/2006/relationships/customXml" Target="../ink/ink1019.xml"/><Relationship Id="rId148" Type="http://schemas.openxmlformats.org/officeDocument/2006/relationships/customXml" Target="../ink/ink1046.xml"/><Relationship Id="rId169" Type="http://schemas.openxmlformats.org/officeDocument/2006/relationships/image" Target="../media/image1055.png"/><Relationship Id="rId4" Type="http://schemas.openxmlformats.org/officeDocument/2006/relationships/customXml" Target="../ink/ink974.xml"/><Relationship Id="rId180" Type="http://schemas.openxmlformats.org/officeDocument/2006/relationships/customXml" Target="../ink/ink1062.xml"/><Relationship Id="rId215" Type="http://schemas.openxmlformats.org/officeDocument/2006/relationships/image" Target="../media/image1078.png"/><Relationship Id="rId236" Type="http://schemas.openxmlformats.org/officeDocument/2006/relationships/customXml" Target="../ink/ink1090.xml"/><Relationship Id="rId257" Type="http://schemas.openxmlformats.org/officeDocument/2006/relationships/image" Target="../media/image1099.png"/><Relationship Id="rId278" Type="http://schemas.openxmlformats.org/officeDocument/2006/relationships/customXml" Target="../ink/ink1111.xml"/><Relationship Id="rId42" Type="http://schemas.openxmlformats.org/officeDocument/2006/relationships/customXml" Target="../ink/ink993.xml"/><Relationship Id="rId84" Type="http://schemas.openxmlformats.org/officeDocument/2006/relationships/customXml" Target="../ink/ink1014.xml"/><Relationship Id="rId138" Type="http://schemas.openxmlformats.org/officeDocument/2006/relationships/customXml" Target="../ink/ink1041.xml"/><Relationship Id="rId191" Type="http://schemas.openxmlformats.org/officeDocument/2006/relationships/image" Target="../media/image1066.png"/><Relationship Id="rId205" Type="http://schemas.openxmlformats.org/officeDocument/2006/relationships/image" Target="../media/image1073.png"/><Relationship Id="rId247" Type="http://schemas.openxmlformats.org/officeDocument/2006/relationships/image" Target="../media/image1094.png"/><Relationship Id="rId107" Type="http://schemas.openxmlformats.org/officeDocument/2006/relationships/image" Target="../media/image1024.png"/><Relationship Id="rId11" Type="http://schemas.openxmlformats.org/officeDocument/2006/relationships/image" Target="../media/image976.png"/><Relationship Id="rId53" Type="http://schemas.openxmlformats.org/officeDocument/2006/relationships/image" Target="../media/image997.png"/><Relationship Id="rId149" Type="http://schemas.openxmlformats.org/officeDocument/2006/relationships/image" Target="../media/image1045.png"/><Relationship Id="rId95" Type="http://schemas.openxmlformats.org/officeDocument/2006/relationships/image" Target="../media/image1018.png"/><Relationship Id="rId160" Type="http://schemas.openxmlformats.org/officeDocument/2006/relationships/customXml" Target="../ink/ink1052.xml"/><Relationship Id="rId216" Type="http://schemas.openxmlformats.org/officeDocument/2006/relationships/customXml" Target="../ink/ink1080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24.xml"/><Relationship Id="rId21" Type="http://schemas.openxmlformats.org/officeDocument/2006/relationships/image" Target="../media/image1120.png"/><Relationship Id="rId42" Type="http://schemas.openxmlformats.org/officeDocument/2006/relationships/customXml" Target="../ink/ink1132.xml"/><Relationship Id="rId47" Type="http://schemas.openxmlformats.org/officeDocument/2006/relationships/image" Target="../media/image1133.png"/><Relationship Id="rId63" Type="http://schemas.openxmlformats.org/officeDocument/2006/relationships/image" Target="../media/image1141.png"/><Relationship Id="rId68" Type="http://schemas.openxmlformats.org/officeDocument/2006/relationships/customXml" Target="../ink/ink1145.xml"/><Relationship Id="rId2" Type="http://schemas.openxmlformats.org/officeDocument/2006/relationships/customXml" Target="../ink/ink1112.xml"/><Relationship Id="rId16" Type="http://schemas.openxmlformats.org/officeDocument/2006/relationships/customXml" Target="../ink/ink1119.xml"/><Relationship Id="rId29" Type="http://schemas.openxmlformats.org/officeDocument/2006/relationships/image" Target="../media/image1124.png"/><Relationship Id="rId11" Type="http://schemas.openxmlformats.org/officeDocument/2006/relationships/image" Target="../media/image1115.png"/><Relationship Id="rId24" Type="http://schemas.openxmlformats.org/officeDocument/2006/relationships/customXml" Target="../ink/ink1123.xml"/><Relationship Id="rId32" Type="http://schemas.openxmlformats.org/officeDocument/2006/relationships/customXml" Target="../ink/ink1127.xml"/><Relationship Id="rId37" Type="http://schemas.openxmlformats.org/officeDocument/2006/relationships/image" Target="../media/image1128.png"/><Relationship Id="rId40" Type="http://schemas.openxmlformats.org/officeDocument/2006/relationships/customXml" Target="../ink/ink1131.xml"/><Relationship Id="rId45" Type="http://schemas.openxmlformats.org/officeDocument/2006/relationships/image" Target="../media/image1132.png"/><Relationship Id="rId53" Type="http://schemas.openxmlformats.org/officeDocument/2006/relationships/image" Target="../media/image1136.png"/><Relationship Id="rId58" Type="http://schemas.openxmlformats.org/officeDocument/2006/relationships/customXml" Target="../ink/ink1140.xml"/><Relationship Id="rId66" Type="http://schemas.openxmlformats.org/officeDocument/2006/relationships/customXml" Target="../ink/ink1144.xml"/><Relationship Id="rId5" Type="http://schemas.openxmlformats.org/officeDocument/2006/relationships/image" Target="../media/image1112.png"/><Relationship Id="rId61" Type="http://schemas.openxmlformats.org/officeDocument/2006/relationships/image" Target="../media/image1140.png"/><Relationship Id="rId19" Type="http://schemas.openxmlformats.org/officeDocument/2006/relationships/image" Target="../media/image1119.png"/><Relationship Id="rId14" Type="http://schemas.openxmlformats.org/officeDocument/2006/relationships/customXml" Target="../ink/ink1118.xml"/><Relationship Id="rId22" Type="http://schemas.openxmlformats.org/officeDocument/2006/relationships/customXml" Target="../ink/ink1122.xml"/><Relationship Id="rId27" Type="http://schemas.openxmlformats.org/officeDocument/2006/relationships/image" Target="../media/image1123.png"/><Relationship Id="rId30" Type="http://schemas.openxmlformats.org/officeDocument/2006/relationships/customXml" Target="../ink/ink1126.xml"/><Relationship Id="rId35" Type="http://schemas.openxmlformats.org/officeDocument/2006/relationships/image" Target="../media/image1127.png"/><Relationship Id="rId43" Type="http://schemas.openxmlformats.org/officeDocument/2006/relationships/image" Target="../media/image1131.png"/><Relationship Id="rId48" Type="http://schemas.openxmlformats.org/officeDocument/2006/relationships/customXml" Target="../ink/ink1135.xml"/><Relationship Id="rId56" Type="http://schemas.openxmlformats.org/officeDocument/2006/relationships/customXml" Target="../ink/ink1139.xml"/><Relationship Id="rId64" Type="http://schemas.openxmlformats.org/officeDocument/2006/relationships/customXml" Target="../ink/ink1143.xml"/><Relationship Id="rId69" Type="http://schemas.openxmlformats.org/officeDocument/2006/relationships/image" Target="../media/image1144.png"/><Relationship Id="rId8" Type="http://schemas.openxmlformats.org/officeDocument/2006/relationships/customXml" Target="../ink/ink1115.xml"/><Relationship Id="rId51" Type="http://schemas.openxmlformats.org/officeDocument/2006/relationships/image" Target="../media/image1135.png"/><Relationship Id="rId72" Type="http://schemas.openxmlformats.org/officeDocument/2006/relationships/customXml" Target="../ink/ink1147.xml"/><Relationship Id="rId3" Type="http://schemas.openxmlformats.org/officeDocument/2006/relationships/image" Target="../media/image1111.png"/><Relationship Id="rId12" Type="http://schemas.openxmlformats.org/officeDocument/2006/relationships/customXml" Target="../ink/ink1117.xml"/><Relationship Id="rId17" Type="http://schemas.openxmlformats.org/officeDocument/2006/relationships/image" Target="../media/image1118.png"/><Relationship Id="rId25" Type="http://schemas.openxmlformats.org/officeDocument/2006/relationships/image" Target="../media/image1122.png"/><Relationship Id="rId33" Type="http://schemas.openxmlformats.org/officeDocument/2006/relationships/image" Target="../media/image1126.png"/><Relationship Id="rId38" Type="http://schemas.openxmlformats.org/officeDocument/2006/relationships/customXml" Target="../ink/ink1130.xml"/><Relationship Id="rId46" Type="http://schemas.openxmlformats.org/officeDocument/2006/relationships/customXml" Target="../ink/ink1134.xml"/><Relationship Id="rId59" Type="http://schemas.openxmlformats.org/officeDocument/2006/relationships/image" Target="../media/image1139.png"/><Relationship Id="rId67" Type="http://schemas.openxmlformats.org/officeDocument/2006/relationships/image" Target="../media/image1143.png"/><Relationship Id="rId20" Type="http://schemas.openxmlformats.org/officeDocument/2006/relationships/customXml" Target="../ink/ink1121.xml"/><Relationship Id="rId41" Type="http://schemas.openxmlformats.org/officeDocument/2006/relationships/image" Target="../media/image1130.png"/><Relationship Id="rId54" Type="http://schemas.openxmlformats.org/officeDocument/2006/relationships/customXml" Target="../ink/ink1138.xml"/><Relationship Id="rId62" Type="http://schemas.openxmlformats.org/officeDocument/2006/relationships/customXml" Target="../ink/ink1142.xml"/><Relationship Id="rId70" Type="http://schemas.openxmlformats.org/officeDocument/2006/relationships/customXml" Target="../ink/ink11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14.xml"/><Relationship Id="rId15" Type="http://schemas.openxmlformats.org/officeDocument/2006/relationships/image" Target="../media/image1117.png"/><Relationship Id="rId23" Type="http://schemas.openxmlformats.org/officeDocument/2006/relationships/image" Target="../media/image1121.png"/><Relationship Id="rId28" Type="http://schemas.openxmlformats.org/officeDocument/2006/relationships/customXml" Target="../ink/ink1125.xml"/><Relationship Id="rId36" Type="http://schemas.openxmlformats.org/officeDocument/2006/relationships/customXml" Target="../ink/ink1129.xml"/><Relationship Id="rId49" Type="http://schemas.openxmlformats.org/officeDocument/2006/relationships/image" Target="../media/image1134.png"/><Relationship Id="rId57" Type="http://schemas.openxmlformats.org/officeDocument/2006/relationships/image" Target="../media/image1138.png"/><Relationship Id="rId10" Type="http://schemas.openxmlformats.org/officeDocument/2006/relationships/customXml" Target="../ink/ink1116.xml"/><Relationship Id="rId31" Type="http://schemas.openxmlformats.org/officeDocument/2006/relationships/image" Target="../media/image1125.png"/><Relationship Id="rId44" Type="http://schemas.openxmlformats.org/officeDocument/2006/relationships/customXml" Target="../ink/ink1133.xml"/><Relationship Id="rId52" Type="http://schemas.openxmlformats.org/officeDocument/2006/relationships/customXml" Target="../ink/ink1137.xml"/><Relationship Id="rId60" Type="http://schemas.openxmlformats.org/officeDocument/2006/relationships/customXml" Target="../ink/ink1141.xml"/><Relationship Id="rId65" Type="http://schemas.openxmlformats.org/officeDocument/2006/relationships/image" Target="../media/image1142.png"/><Relationship Id="rId73" Type="http://schemas.openxmlformats.org/officeDocument/2006/relationships/image" Target="../media/image1146.png"/><Relationship Id="rId4" Type="http://schemas.openxmlformats.org/officeDocument/2006/relationships/customXml" Target="../ink/ink1113.xml"/><Relationship Id="rId9" Type="http://schemas.openxmlformats.org/officeDocument/2006/relationships/image" Target="../media/image1114.png"/><Relationship Id="rId13" Type="http://schemas.openxmlformats.org/officeDocument/2006/relationships/image" Target="../media/image1116.png"/><Relationship Id="rId18" Type="http://schemas.openxmlformats.org/officeDocument/2006/relationships/customXml" Target="../ink/ink1120.xml"/><Relationship Id="rId39" Type="http://schemas.openxmlformats.org/officeDocument/2006/relationships/image" Target="../media/image1129.png"/><Relationship Id="rId34" Type="http://schemas.openxmlformats.org/officeDocument/2006/relationships/customXml" Target="../ink/ink1128.xml"/><Relationship Id="rId50" Type="http://schemas.openxmlformats.org/officeDocument/2006/relationships/customXml" Target="../ink/ink1136.xml"/><Relationship Id="rId55" Type="http://schemas.openxmlformats.org/officeDocument/2006/relationships/image" Target="../media/image1137.png"/><Relationship Id="rId7" Type="http://schemas.openxmlformats.org/officeDocument/2006/relationships/image" Target="../media/image1113.png"/><Relationship Id="rId71" Type="http://schemas.openxmlformats.org/officeDocument/2006/relationships/image" Target="../media/image1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C8A2-66BB-3E61-C6BA-6E234E8D22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ME300 Office Hours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AC152-9078-EFAB-D8B5-BEA147B340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Wednesday, August 9, 2023</a:t>
            </a:r>
          </a:p>
        </p:txBody>
      </p:sp>
    </p:spTree>
    <p:extLst>
      <p:ext uri="{BB962C8B-B14F-4D97-AF65-F5344CB8AC3E}">
        <p14:creationId xmlns:p14="http://schemas.microsoft.com/office/powerpoint/2010/main" val="1484401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B2A77E-233C-708D-AA6E-409EE09CB852}"/>
                  </a:ext>
                </a:extLst>
              </p14:cNvPr>
              <p14:cNvContentPartPr/>
              <p14:nvPr/>
            </p14:nvContentPartPr>
            <p14:xfrm>
              <a:off x="282600" y="168120"/>
              <a:ext cx="8690400" cy="4091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B2A77E-233C-708D-AA6E-409EE09CB8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240" y="158760"/>
                <a:ext cx="8709120" cy="411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959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7EF91-4367-4C80-CA1C-A4A94D1052DA}"/>
                  </a:ext>
                </a:extLst>
              </p14:cNvPr>
              <p14:cNvContentPartPr/>
              <p14:nvPr/>
            </p14:nvContentPartPr>
            <p14:xfrm>
              <a:off x="246240" y="173880"/>
              <a:ext cx="11732040" cy="647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7EF91-4367-4C80-CA1C-A4A94D1052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6880" y="164520"/>
                <a:ext cx="11750760" cy="649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371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944BD4-9A5D-9C87-94C4-CC79C8DE527B}"/>
                  </a:ext>
                </a:extLst>
              </p14:cNvPr>
              <p14:cNvContentPartPr/>
              <p14:nvPr/>
            </p14:nvContentPartPr>
            <p14:xfrm>
              <a:off x="358560" y="119880"/>
              <a:ext cx="10397520" cy="228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944BD4-9A5D-9C87-94C4-CC79C8DE52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9200" y="110520"/>
                <a:ext cx="10416240" cy="230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452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40551AB-AFE5-5FC1-DD7E-64ECA0B70DF0}"/>
              </a:ext>
            </a:extLst>
          </p:cNvPr>
          <p:cNvGrpSpPr/>
          <p:nvPr/>
        </p:nvGrpSpPr>
        <p:grpSpPr>
          <a:xfrm>
            <a:off x="138851" y="281935"/>
            <a:ext cx="4517640" cy="5086800"/>
            <a:chOff x="138851" y="281935"/>
            <a:chExt cx="4517640" cy="508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5E5A07A-DF1B-7D7D-B6CA-DA517EE482F8}"/>
                    </a:ext>
                  </a:extLst>
                </p14:cNvPr>
                <p14:cNvContentPartPr/>
                <p14:nvPr/>
              </p14:nvContentPartPr>
              <p14:xfrm>
                <a:off x="3940091" y="3829375"/>
                <a:ext cx="101160" cy="97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5E5A07A-DF1B-7D7D-B6CA-DA517EE482F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31091" y="3820735"/>
                  <a:ext cx="118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6F0C17-9A74-17A5-AF74-D13D44E985CC}"/>
                    </a:ext>
                  </a:extLst>
                </p14:cNvPr>
                <p14:cNvContentPartPr/>
                <p14:nvPr/>
              </p14:nvContentPartPr>
              <p14:xfrm>
                <a:off x="4398731" y="3876175"/>
                <a:ext cx="29160" cy="151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6F0C17-9A74-17A5-AF74-D13D44E985C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89731" y="3867175"/>
                  <a:ext cx="46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AF8602E-2FA3-25D1-C216-AF641A74380C}"/>
                    </a:ext>
                  </a:extLst>
                </p14:cNvPr>
                <p14:cNvContentPartPr/>
                <p14:nvPr/>
              </p14:nvContentPartPr>
              <p14:xfrm>
                <a:off x="3966371" y="3238255"/>
                <a:ext cx="40320" cy="624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AF8602E-2FA3-25D1-C216-AF641A74380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57371" y="3229255"/>
                  <a:ext cx="5796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C4E704-2482-4790-A325-BE17C1565A60}"/>
                    </a:ext>
                  </a:extLst>
                </p14:cNvPr>
                <p14:cNvContentPartPr/>
                <p14:nvPr/>
              </p14:nvContentPartPr>
              <p14:xfrm>
                <a:off x="3866291" y="3227455"/>
                <a:ext cx="205200" cy="103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C4E704-2482-4790-A325-BE17C1565A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57651" y="3218815"/>
                  <a:ext cx="2228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561FE80-1A90-308F-BFE3-090F444C51C7}"/>
                    </a:ext>
                  </a:extLst>
                </p14:cNvPr>
                <p14:cNvContentPartPr/>
                <p14:nvPr/>
              </p14:nvContentPartPr>
              <p14:xfrm>
                <a:off x="3472811" y="2340415"/>
                <a:ext cx="836640" cy="934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561FE80-1A90-308F-BFE3-090F444C51C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63811" y="2331775"/>
                  <a:ext cx="854280" cy="9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24F789-D368-B936-6215-F660D12B88EA}"/>
                    </a:ext>
                  </a:extLst>
                </p14:cNvPr>
                <p14:cNvContentPartPr/>
                <p14:nvPr/>
              </p14:nvContentPartPr>
              <p14:xfrm>
                <a:off x="3540491" y="2738215"/>
                <a:ext cx="38880" cy="261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24F789-D368-B936-6215-F660D12B88E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31851" y="2729215"/>
                  <a:ext cx="565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033F782-6569-CD89-0E91-7399CF5E1D08}"/>
                    </a:ext>
                  </a:extLst>
                </p14:cNvPr>
                <p14:cNvContentPartPr/>
                <p14:nvPr/>
              </p14:nvContentPartPr>
              <p14:xfrm>
                <a:off x="3554531" y="2812735"/>
                <a:ext cx="19800" cy="5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033F782-6569-CD89-0E91-7399CF5E1D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45891" y="2804095"/>
                  <a:ext cx="37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D17B29-7477-2027-98D5-58FF44F33782}"/>
                    </a:ext>
                  </a:extLst>
                </p14:cNvPr>
                <p14:cNvContentPartPr/>
                <p14:nvPr/>
              </p14:nvContentPartPr>
              <p14:xfrm>
                <a:off x="3501611" y="2754415"/>
                <a:ext cx="117000" cy="256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D17B29-7477-2027-98D5-58FF44F337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92611" y="2745415"/>
                  <a:ext cx="1346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56F9F5-B6E8-A390-B27D-53D3BAA8327E}"/>
                    </a:ext>
                  </a:extLst>
                </p14:cNvPr>
                <p14:cNvContentPartPr/>
                <p14:nvPr/>
              </p14:nvContentPartPr>
              <p14:xfrm>
                <a:off x="3597011" y="2795815"/>
                <a:ext cx="259920" cy="180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56F9F5-B6E8-A390-B27D-53D3BAA832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88011" y="2786815"/>
                  <a:ext cx="277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75193F-87ED-4BF5-6B87-78A51BBA3B2E}"/>
                    </a:ext>
                  </a:extLst>
                </p14:cNvPr>
                <p14:cNvContentPartPr/>
                <p14:nvPr/>
              </p14:nvContentPartPr>
              <p14:xfrm>
                <a:off x="3880331" y="2772775"/>
                <a:ext cx="68040" cy="220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375193F-87ED-4BF5-6B87-78A51BBA3B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71331" y="2763775"/>
                  <a:ext cx="856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C1FB58-6626-E792-8C6B-04D18EA7B6C4}"/>
                    </a:ext>
                  </a:extLst>
                </p14:cNvPr>
                <p14:cNvContentPartPr/>
                <p14:nvPr/>
              </p14:nvContentPartPr>
              <p14:xfrm>
                <a:off x="3956291" y="2741815"/>
                <a:ext cx="89640" cy="129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C1FB58-6626-E792-8C6B-04D18EA7B6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47291" y="2733175"/>
                  <a:ext cx="107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D6AF9C-0C25-7BE1-FA8A-C842028651C0}"/>
                    </a:ext>
                  </a:extLst>
                </p14:cNvPr>
                <p14:cNvContentPartPr/>
                <p14:nvPr/>
              </p14:nvContentPartPr>
              <p14:xfrm>
                <a:off x="4053491" y="2759455"/>
                <a:ext cx="64080" cy="9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4D6AF9C-0C25-7BE1-FA8A-C842028651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44491" y="2750815"/>
                  <a:ext cx="81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8DD3514-40E1-4FBB-43B9-AFB67B34F834}"/>
                    </a:ext>
                  </a:extLst>
                </p14:cNvPr>
                <p14:cNvContentPartPr/>
                <p14:nvPr/>
              </p14:nvContentPartPr>
              <p14:xfrm>
                <a:off x="4097411" y="2734975"/>
                <a:ext cx="57240" cy="138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8DD3514-40E1-4FBB-43B9-AFB67B34F8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88771" y="2725975"/>
                  <a:ext cx="74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0673FB-0E3F-178D-E54C-C0CFB80F4746}"/>
                    </a:ext>
                  </a:extLst>
                </p14:cNvPr>
                <p14:cNvContentPartPr/>
                <p14:nvPr/>
              </p14:nvContentPartPr>
              <p14:xfrm>
                <a:off x="4157171" y="2711935"/>
                <a:ext cx="72720" cy="131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0673FB-0E3F-178D-E54C-C0CFB80F474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48171" y="2703295"/>
                  <a:ext cx="90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45F97C7-9740-856D-94F0-A12452D73AE8}"/>
                    </a:ext>
                  </a:extLst>
                </p14:cNvPr>
                <p14:cNvContentPartPr/>
                <p14:nvPr/>
              </p14:nvContentPartPr>
              <p14:xfrm>
                <a:off x="4241051" y="2601055"/>
                <a:ext cx="166680" cy="214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45F97C7-9740-856D-94F0-A12452D73A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32411" y="2592055"/>
                  <a:ext cx="184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4D520A7-5B90-87DE-C486-603363D58EF7}"/>
                    </a:ext>
                  </a:extLst>
                </p14:cNvPr>
                <p14:cNvContentPartPr/>
                <p14:nvPr/>
              </p14:nvContentPartPr>
              <p14:xfrm>
                <a:off x="353051" y="281935"/>
                <a:ext cx="159840" cy="300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4D520A7-5B90-87DE-C486-603363D58E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4411" y="273295"/>
                  <a:ext cx="177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4A7B095-E2D0-060C-68C0-66C48C01461C}"/>
                    </a:ext>
                  </a:extLst>
                </p14:cNvPr>
                <p14:cNvContentPartPr/>
                <p14:nvPr/>
              </p14:nvContentPartPr>
              <p14:xfrm>
                <a:off x="571931" y="406135"/>
                <a:ext cx="216720" cy="189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4A7B095-E2D0-060C-68C0-66C48C0146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3291" y="397135"/>
                  <a:ext cx="234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285E37C-48BF-2CC8-50F8-372F176B008C}"/>
                    </a:ext>
                  </a:extLst>
                </p14:cNvPr>
                <p14:cNvContentPartPr/>
                <p14:nvPr/>
              </p14:nvContentPartPr>
              <p14:xfrm>
                <a:off x="684611" y="503695"/>
                <a:ext cx="45720" cy="111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285E37C-48BF-2CC8-50F8-372F176B00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5971" y="495055"/>
                  <a:ext cx="63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B9E31E8-CED0-56F8-BEC3-22257CD6B874}"/>
                    </a:ext>
                  </a:extLst>
                </p14:cNvPr>
                <p14:cNvContentPartPr/>
                <p14:nvPr/>
              </p14:nvContentPartPr>
              <p14:xfrm>
                <a:off x="726731" y="474535"/>
                <a:ext cx="46440" cy="212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B9E31E8-CED0-56F8-BEC3-22257CD6B8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8091" y="465895"/>
                  <a:ext cx="640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B5D0B09-0082-FCCA-4D94-D36DF482751E}"/>
                    </a:ext>
                  </a:extLst>
                </p14:cNvPr>
                <p14:cNvContentPartPr/>
                <p14:nvPr/>
              </p14:nvContentPartPr>
              <p14:xfrm>
                <a:off x="724931" y="406135"/>
                <a:ext cx="171000" cy="170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B5D0B09-0082-FCCA-4D94-D36DF48275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6291" y="397135"/>
                  <a:ext cx="188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720F6F-FF8E-D520-4861-8D42C0387F05}"/>
                    </a:ext>
                  </a:extLst>
                </p14:cNvPr>
                <p14:cNvContentPartPr/>
                <p14:nvPr/>
              </p14:nvContentPartPr>
              <p14:xfrm>
                <a:off x="907091" y="450775"/>
                <a:ext cx="89640" cy="129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720F6F-FF8E-D520-4861-8D42C0387F0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8091" y="442135"/>
                  <a:ext cx="107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34D0DE-E40C-7586-8C86-7AE3B1244358}"/>
                    </a:ext>
                  </a:extLst>
                </p14:cNvPr>
                <p14:cNvContentPartPr/>
                <p14:nvPr/>
              </p14:nvContentPartPr>
              <p14:xfrm>
                <a:off x="1016891" y="317215"/>
                <a:ext cx="462600" cy="239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34D0DE-E40C-7586-8C86-7AE3B124435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7891" y="308575"/>
                  <a:ext cx="480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F5E7D0-E4AC-741D-2EAB-5A9745E32086}"/>
                    </a:ext>
                  </a:extLst>
                </p14:cNvPr>
                <p14:cNvContentPartPr/>
                <p14:nvPr/>
              </p14:nvContentPartPr>
              <p14:xfrm>
                <a:off x="1502531" y="387775"/>
                <a:ext cx="442080" cy="156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F5E7D0-E4AC-741D-2EAB-5A9745E3208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93531" y="378775"/>
                  <a:ext cx="459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7207B0-0A00-B6EF-CBBA-7E85E3E7A8F8}"/>
                    </a:ext>
                  </a:extLst>
                </p14:cNvPr>
                <p14:cNvContentPartPr/>
                <p14:nvPr/>
              </p14:nvContentPartPr>
              <p14:xfrm>
                <a:off x="2013011" y="414055"/>
                <a:ext cx="114120" cy="273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7207B0-0A00-B6EF-CBBA-7E85E3E7A8F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04371" y="405415"/>
                  <a:ext cx="1317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ECFD100-D147-1EE5-EC0A-BFE10F79AA85}"/>
                    </a:ext>
                  </a:extLst>
                </p14:cNvPr>
                <p14:cNvContentPartPr/>
                <p14:nvPr/>
              </p14:nvContentPartPr>
              <p14:xfrm>
                <a:off x="2159171" y="405775"/>
                <a:ext cx="146160" cy="113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ECFD100-D147-1EE5-EC0A-BFE10F79AA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50171" y="396775"/>
                  <a:ext cx="1638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2BB790-4F53-F37A-8049-AF7705AA256C}"/>
                    </a:ext>
                  </a:extLst>
                </p14:cNvPr>
                <p14:cNvContentPartPr/>
                <p14:nvPr/>
              </p14:nvContentPartPr>
              <p14:xfrm>
                <a:off x="2305691" y="407935"/>
                <a:ext cx="155160" cy="130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2BB790-4F53-F37A-8049-AF7705AA256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96691" y="399295"/>
                  <a:ext cx="172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DB12CF6-8E66-450A-2E08-0BB0F1245E3E}"/>
                    </a:ext>
                  </a:extLst>
                </p14:cNvPr>
                <p14:cNvContentPartPr/>
                <p14:nvPr/>
              </p14:nvContentPartPr>
              <p14:xfrm>
                <a:off x="2497211" y="384895"/>
                <a:ext cx="138600" cy="163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DB12CF6-8E66-450A-2E08-0BB0F1245E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88211" y="376255"/>
                  <a:ext cx="156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5058AB3-7123-47C8-FA13-9DA706DD41AD}"/>
                    </a:ext>
                  </a:extLst>
                </p14:cNvPr>
                <p14:cNvContentPartPr/>
                <p14:nvPr/>
              </p14:nvContentPartPr>
              <p14:xfrm>
                <a:off x="2686211" y="387415"/>
                <a:ext cx="229680" cy="154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5058AB3-7123-47C8-FA13-9DA706DD41A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7211" y="378415"/>
                  <a:ext cx="247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5A551AB-CB24-2A7F-797C-4B6D667EF07F}"/>
                    </a:ext>
                  </a:extLst>
                </p14:cNvPr>
                <p14:cNvContentPartPr/>
                <p14:nvPr/>
              </p14:nvContentPartPr>
              <p14:xfrm>
                <a:off x="2956931" y="345655"/>
                <a:ext cx="484920" cy="169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5A551AB-CB24-2A7F-797C-4B6D667EF0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48291" y="337015"/>
                  <a:ext cx="5025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BB8605F-D96A-0659-8585-8F8794CFD5DD}"/>
                    </a:ext>
                  </a:extLst>
                </p14:cNvPr>
                <p14:cNvContentPartPr/>
                <p14:nvPr/>
              </p14:nvContentPartPr>
              <p14:xfrm>
                <a:off x="138851" y="670735"/>
                <a:ext cx="3466080" cy="144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BB8605F-D96A-0659-8585-8F8794CFD5D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0211" y="662095"/>
                  <a:ext cx="3483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16156D-289D-6EE9-4612-24FD4D82984D}"/>
                    </a:ext>
                  </a:extLst>
                </p14:cNvPr>
                <p14:cNvContentPartPr/>
                <p14:nvPr/>
              </p14:nvContentPartPr>
              <p14:xfrm>
                <a:off x="3815531" y="1653895"/>
                <a:ext cx="22680" cy="711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16156D-289D-6EE9-4612-24FD4D8298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06891" y="1644895"/>
                  <a:ext cx="4032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B3DFCB-2550-6447-D583-D1560849CC75}"/>
                    </a:ext>
                  </a:extLst>
                </p14:cNvPr>
                <p14:cNvContentPartPr/>
                <p14:nvPr/>
              </p14:nvContentPartPr>
              <p14:xfrm>
                <a:off x="3738491" y="1624015"/>
                <a:ext cx="147240" cy="144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B3DFCB-2550-6447-D583-D1560849CC7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29851" y="1615375"/>
                  <a:ext cx="164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AD9844C-8436-3851-82AA-BAFFE335939D}"/>
                    </a:ext>
                  </a:extLst>
                </p14:cNvPr>
                <p14:cNvContentPartPr/>
                <p14:nvPr/>
              </p14:nvContentPartPr>
              <p14:xfrm>
                <a:off x="3752171" y="1641655"/>
                <a:ext cx="110520" cy="104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AD9844C-8436-3851-82AA-BAFFE33593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43171" y="1633015"/>
                  <a:ext cx="128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91C0D9E-97AC-C21F-565A-1CCD0D4F3130}"/>
                    </a:ext>
                  </a:extLst>
                </p14:cNvPr>
                <p14:cNvContentPartPr/>
                <p14:nvPr/>
              </p14:nvContentPartPr>
              <p14:xfrm>
                <a:off x="3993011" y="1516375"/>
                <a:ext cx="202320" cy="182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91C0D9E-97AC-C21F-565A-1CCD0D4F313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84011" y="1507735"/>
                  <a:ext cx="2199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B6EF607-D05F-DAA2-5FB6-5809E427A938}"/>
                    </a:ext>
                  </a:extLst>
                </p14:cNvPr>
                <p14:cNvContentPartPr/>
                <p14:nvPr/>
              </p14:nvContentPartPr>
              <p14:xfrm>
                <a:off x="3927131" y="1314055"/>
                <a:ext cx="422280" cy="506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B6EF607-D05F-DAA2-5FB6-5809E427A93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18491" y="1305415"/>
                  <a:ext cx="43992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0BAD054-C0AB-C8FC-48E3-BDE60106C8B5}"/>
                    </a:ext>
                  </a:extLst>
                </p14:cNvPr>
                <p14:cNvContentPartPr/>
                <p14:nvPr/>
              </p14:nvContentPartPr>
              <p14:xfrm>
                <a:off x="3775931" y="1677655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0BAD054-C0AB-C8FC-48E3-BDE60106C8B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66931" y="16686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0D31B4D-8826-A277-1A83-EF97AF6615E0}"/>
                    </a:ext>
                  </a:extLst>
                </p14:cNvPr>
                <p14:cNvContentPartPr/>
                <p14:nvPr/>
              </p14:nvContentPartPr>
              <p14:xfrm>
                <a:off x="3786371" y="1672255"/>
                <a:ext cx="5760" cy="7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0D31B4D-8826-A277-1A83-EF97AF6615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77371" y="1663615"/>
                  <a:ext cx="23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431FD7-0FC1-8A2C-F4A3-C643611468D7}"/>
                    </a:ext>
                  </a:extLst>
                </p14:cNvPr>
                <p14:cNvContentPartPr/>
                <p14:nvPr/>
              </p14:nvContentPartPr>
              <p14:xfrm>
                <a:off x="2645171" y="1597015"/>
                <a:ext cx="1135440" cy="9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431FD7-0FC1-8A2C-F4A3-C643611468D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36531" y="1588015"/>
                  <a:ext cx="11530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EDED7F-6DF5-6673-3A31-8B826EB16C8E}"/>
                    </a:ext>
                  </a:extLst>
                </p14:cNvPr>
                <p14:cNvContentPartPr/>
                <p14:nvPr/>
              </p14:nvContentPartPr>
              <p14:xfrm>
                <a:off x="1394171" y="1292815"/>
                <a:ext cx="43920" cy="593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EDED7F-6DF5-6673-3A31-8B826EB16C8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85531" y="1284175"/>
                  <a:ext cx="6156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473A0E5-BB69-5428-9013-C7775D4D77F3}"/>
                    </a:ext>
                  </a:extLst>
                </p14:cNvPr>
                <p14:cNvContentPartPr/>
                <p14:nvPr/>
              </p14:nvContentPartPr>
              <p14:xfrm>
                <a:off x="1278251" y="1180855"/>
                <a:ext cx="1467000" cy="772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473A0E5-BB69-5428-9013-C7775D4D77F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69611" y="1172215"/>
                  <a:ext cx="148464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F8AD84-E317-0A6C-8DBA-AC7BEB8FD295}"/>
                    </a:ext>
                  </a:extLst>
                </p14:cNvPr>
                <p14:cNvContentPartPr/>
                <p14:nvPr/>
              </p14:nvContentPartPr>
              <p14:xfrm>
                <a:off x="1572731" y="1640935"/>
                <a:ext cx="109440" cy="192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F8AD84-E317-0A6C-8DBA-AC7BEB8FD29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63731" y="1632295"/>
                  <a:ext cx="127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2CD108-C2F7-3051-EA1A-304331F323B5}"/>
                    </a:ext>
                  </a:extLst>
                </p14:cNvPr>
                <p14:cNvContentPartPr/>
                <p14:nvPr/>
              </p14:nvContentPartPr>
              <p14:xfrm>
                <a:off x="1674251" y="1654975"/>
                <a:ext cx="194400" cy="140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2CD108-C2F7-3051-EA1A-304331F323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65251" y="1646335"/>
                  <a:ext cx="212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5D7E309-AB4D-1D01-0E5E-1B7F5F615BE5}"/>
                    </a:ext>
                  </a:extLst>
                </p14:cNvPr>
                <p14:cNvContentPartPr/>
                <p14:nvPr/>
              </p14:nvContentPartPr>
              <p14:xfrm>
                <a:off x="1875851" y="1583335"/>
                <a:ext cx="188280" cy="174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5D7E309-AB4D-1D01-0E5E-1B7F5F615BE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67211" y="1574335"/>
                  <a:ext cx="205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DBA019-A26C-E993-0D79-E8B847676A9C}"/>
                    </a:ext>
                  </a:extLst>
                </p14:cNvPr>
                <p14:cNvContentPartPr/>
                <p14:nvPr/>
              </p14:nvContentPartPr>
              <p14:xfrm>
                <a:off x="2068091" y="1606015"/>
                <a:ext cx="128880" cy="122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DBA019-A26C-E993-0D79-E8B847676A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59091" y="1597375"/>
                  <a:ext cx="146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C71976A-D79E-9D2E-7D2A-BD736D48F7B6}"/>
                    </a:ext>
                  </a:extLst>
                </p14:cNvPr>
                <p14:cNvContentPartPr/>
                <p14:nvPr/>
              </p14:nvContentPartPr>
              <p14:xfrm>
                <a:off x="2219291" y="1545895"/>
                <a:ext cx="154080" cy="166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C71976A-D79E-9D2E-7D2A-BD736D48F7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10291" y="1536895"/>
                  <a:ext cx="171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F0BC6BD-6F23-817E-49D2-5A4D8509066D}"/>
                    </a:ext>
                  </a:extLst>
                </p14:cNvPr>
                <p14:cNvContentPartPr/>
                <p14:nvPr/>
              </p14:nvContentPartPr>
              <p14:xfrm>
                <a:off x="2413331" y="1540495"/>
                <a:ext cx="86760" cy="158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F0BC6BD-6F23-817E-49D2-5A4D8509066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04691" y="1531495"/>
                  <a:ext cx="104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C463F44-8451-064A-E04D-DAC2DF7EF4D1}"/>
                    </a:ext>
                  </a:extLst>
                </p14:cNvPr>
                <p14:cNvContentPartPr/>
                <p14:nvPr/>
              </p14:nvContentPartPr>
              <p14:xfrm>
                <a:off x="2163131" y="1082215"/>
                <a:ext cx="411480" cy="372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C463F44-8451-064A-E04D-DAC2DF7EF4D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54131" y="1073575"/>
                  <a:ext cx="4291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C32AD8B-2764-B4D5-63AF-A69F8F8D3AA9}"/>
                    </a:ext>
                  </a:extLst>
                </p14:cNvPr>
                <p14:cNvContentPartPr/>
                <p14:nvPr/>
              </p14:nvContentPartPr>
              <p14:xfrm>
                <a:off x="2503331" y="1033975"/>
                <a:ext cx="137160" cy="117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C32AD8B-2764-B4D5-63AF-A69F8F8D3AA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94691" y="1025335"/>
                  <a:ext cx="154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4DD974E-5A3F-2009-EE6B-2DD187885A7B}"/>
                    </a:ext>
                  </a:extLst>
                </p14:cNvPr>
                <p14:cNvContentPartPr/>
                <p14:nvPr/>
              </p14:nvContentPartPr>
              <p14:xfrm>
                <a:off x="2743451" y="926335"/>
                <a:ext cx="207000" cy="261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4DD974E-5A3F-2009-EE6B-2DD187885A7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34811" y="917695"/>
                  <a:ext cx="224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9565CA3-DB53-A219-8466-613CF0709998}"/>
                    </a:ext>
                  </a:extLst>
                </p14:cNvPr>
                <p14:cNvContentPartPr/>
                <p14:nvPr/>
              </p14:nvContentPartPr>
              <p14:xfrm>
                <a:off x="2814371" y="1079335"/>
                <a:ext cx="60120" cy="160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9565CA3-DB53-A219-8466-613CF070999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05371" y="1070335"/>
                  <a:ext cx="77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EE8348-E090-4452-9C95-33461A149E9C}"/>
                    </a:ext>
                  </a:extLst>
                </p14:cNvPr>
                <p14:cNvContentPartPr/>
                <p14:nvPr/>
              </p14:nvContentPartPr>
              <p14:xfrm>
                <a:off x="2848931" y="847135"/>
                <a:ext cx="45360" cy="56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EE8348-E090-4452-9C95-33461A149E9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40291" y="838135"/>
                  <a:ext cx="63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CAF5601-663E-6E30-DA56-A064B9110229}"/>
                    </a:ext>
                  </a:extLst>
                </p14:cNvPr>
                <p14:cNvContentPartPr/>
                <p14:nvPr/>
              </p14:nvContentPartPr>
              <p14:xfrm>
                <a:off x="2938211" y="1088695"/>
                <a:ext cx="10080" cy="116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CAF5601-663E-6E30-DA56-A064B91102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29211" y="1079695"/>
                  <a:ext cx="27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6840AEF-D125-90BD-C20B-065D33C1E993}"/>
                    </a:ext>
                  </a:extLst>
                </p14:cNvPr>
                <p14:cNvContentPartPr/>
                <p14:nvPr/>
              </p14:nvContentPartPr>
              <p14:xfrm>
                <a:off x="3005891" y="1073575"/>
                <a:ext cx="18720" cy="131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6840AEF-D125-90BD-C20B-065D33C1E99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97251" y="1064575"/>
                  <a:ext cx="36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53D5434-6CD3-840D-DA14-6F9024EA2246}"/>
                    </a:ext>
                  </a:extLst>
                </p14:cNvPr>
                <p14:cNvContentPartPr/>
                <p14:nvPr/>
              </p14:nvContentPartPr>
              <p14:xfrm>
                <a:off x="2954051" y="1124695"/>
                <a:ext cx="105840" cy="25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53D5434-6CD3-840D-DA14-6F9024EA224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45411" y="1116055"/>
                  <a:ext cx="1234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5292363-9D80-8C7C-4E8F-DADA3CC1FE4B}"/>
                    </a:ext>
                  </a:extLst>
                </p14:cNvPr>
                <p14:cNvContentPartPr/>
                <p14:nvPr/>
              </p14:nvContentPartPr>
              <p14:xfrm>
                <a:off x="3126851" y="1126495"/>
                <a:ext cx="28440" cy="104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5292363-9D80-8C7C-4E8F-DADA3CC1FE4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17851" y="1117855"/>
                  <a:ext cx="46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8BB236-2BBF-F628-212A-631095E3FBC7}"/>
                    </a:ext>
                  </a:extLst>
                </p14:cNvPr>
                <p14:cNvContentPartPr/>
                <p14:nvPr/>
              </p14:nvContentPartPr>
              <p14:xfrm>
                <a:off x="3253211" y="903295"/>
                <a:ext cx="158400" cy="244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8BB236-2BBF-F628-212A-631095E3FBC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44211" y="894655"/>
                  <a:ext cx="176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30A4ABE-6E97-C968-2813-83909A1E043A}"/>
                    </a:ext>
                  </a:extLst>
                </p14:cNvPr>
                <p14:cNvContentPartPr/>
                <p14:nvPr/>
              </p14:nvContentPartPr>
              <p14:xfrm>
                <a:off x="3357251" y="1082215"/>
                <a:ext cx="33480" cy="108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30A4ABE-6E97-C968-2813-83909A1E043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48611" y="1073575"/>
                  <a:ext cx="51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F3926F8-8677-D205-2966-1DF9DC8D451C}"/>
                    </a:ext>
                  </a:extLst>
                </p14:cNvPr>
                <p14:cNvContentPartPr/>
                <p14:nvPr/>
              </p14:nvContentPartPr>
              <p14:xfrm>
                <a:off x="3362651" y="799615"/>
                <a:ext cx="51480" cy="100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F3926F8-8677-D205-2966-1DF9DC8D451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54011" y="790615"/>
                  <a:ext cx="69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8293EC1-F0B7-C137-5447-AAF0D9072893}"/>
                    </a:ext>
                  </a:extLst>
                </p14:cNvPr>
                <p14:cNvContentPartPr/>
                <p14:nvPr/>
              </p14:nvContentPartPr>
              <p14:xfrm>
                <a:off x="3447971" y="1062415"/>
                <a:ext cx="217800" cy="108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8293EC1-F0B7-C137-5447-AAF0D907289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439331" y="1053415"/>
                  <a:ext cx="235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EFE212B-E01E-B87F-1B3A-A08028561079}"/>
                    </a:ext>
                  </a:extLst>
                </p14:cNvPr>
                <p14:cNvContentPartPr/>
                <p14:nvPr/>
              </p14:nvContentPartPr>
              <p14:xfrm>
                <a:off x="3657491" y="962695"/>
                <a:ext cx="125280" cy="187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EFE212B-E01E-B87F-1B3A-A0802856107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48491" y="953695"/>
                  <a:ext cx="1429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BB2A595-08FE-15E5-C39A-B5CB5C1E1141}"/>
                    </a:ext>
                  </a:extLst>
                </p14:cNvPr>
                <p14:cNvContentPartPr/>
                <p14:nvPr/>
              </p14:nvContentPartPr>
              <p14:xfrm>
                <a:off x="763091" y="1592335"/>
                <a:ext cx="577800" cy="12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BB2A595-08FE-15E5-C39A-B5CB5C1E114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54091" y="1583335"/>
                  <a:ext cx="595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AB0AF7-3638-79D9-808C-4B295B8D5931}"/>
                    </a:ext>
                  </a:extLst>
                </p14:cNvPr>
                <p14:cNvContentPartPr/>
                <p14:nvPr/>
              </p14:nvContentPartPr>
              <p14:xfrm>
                <a:off x="657611" y="1557055"/>
                <a:ext cx="121680" cy="78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AB0AF7-3638-79D9-808C-4B295B8D59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8611" y="1548415"/>
                  <a:ext cx="139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D423815-008C-DFB3-DC29-B35E13443F67}"/>
                    </a:ext>
                  </a:extLst>
                </p14:cNvPr>
                <p14:cNvContentPartPr/>
                <p14:nvPr/>
              </p14:nvContentPartPr>
              <p14:xfrm>
                <a:off x="590291" y="1278415"/>
                <a:ext cx="176040" cy="172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D423815-008C-DFB3-DC29-B35E13443F6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1651" y="1269415"/>
                  <a:ext cx="193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9D3C62-1D8D-2747-0390-570C59D22463}"/>
                    </a:ext>
                  </a:extLst>
                </p14:cNvPr>
                <p14:cNvContentPartPr/>
                <p14:nvPr/>
              </p14:nvContentPartPr>
              <p14:xfrm>
                <a:off x="448091" y="1156015"/>
                <a:ext cx="361800" cy="397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9D3C62-1D8D-2747-0390-570C59D2246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9451" y="1147375"/>
                  <a:ext cx="3794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E06F6FB-16CF-4E2D-9708-B1DBB1E04EE4}"/>
                    </a:ext>
                  </a:extLst>
                </p14:cNvPr>
                <p14:cNvContentPartPr/>
                <p14:nvPr/>
              </p14:nvContentPartPr>
              <p14:xfrm>
                <a:off x="1621691" y="3851695"/>
                <a:ext cx="33480" cy="572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E06F6FB-16CF-4E2D-9708-B1DBB1E04EE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12691" y="3842695"/>
                  <a:ext cx="511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05C023E-7B86-CA52-E19F-67852BDB2D33}"/>
                    </a:ext>
                  </a:extLst>
                </p14:cNvPr>
                <p14:cNvContentPartPr/>
                <p14:nvPr/>
              </p14:nvContentPartPr>
              <p14:xfrm>
                <a:off x="1624571" y="3840535"/>
                <a:ext cx="1335600" cy="714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05C023E-7B86-CA52-E19F-67852BDB2D3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615571" y="3831535"/>
                  <a:ext cx="135324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1C6DA27-64EE-FB80-6B57-6E0C1A0868C3}"/>
                    </a:ext>
                  </a:extLst>
                </p14:cNvPr>
                <p14:cNvContentPartPr/>
                <p14:nvPr/>
              </p14:nvContentPartPr>
              <p14:xfrm>
                <a:off x="1788371" y="4125295"/>
                <a:ext cx="244080" cy="155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1C6DA27-64EE-FB80-6B57-6E0C1A0868C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779371" y="4116295"/>
                  <a:ext cx="261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CB17634-E996-2432-CB15-3284069E015B}"/>
                    </a:ext>
                  </a:extLst>
                </p14:cNvPr>
                <p14:cNvContentPartPr/>
                <p14:nvPr/>
              </p14:nvContentPartPr>
              <p14:xfrm>
                <a:off x="2049731" y="4142215"/>
                <a:ext cx="276120" cy="264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CB17634-E996-2432-CB15-3284069E015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041091" y="4133575"/>
                  <a:ext cx="2937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DA96656-C02B-0F89-7C83-CF9DF8FC51CF}"/>
                    </a:ext>
                  </a:extLst>
                </p14:cNvPr>
                <p14:cNvContentPartPr/>
                <p14:nvPr/>
              </p14:nvContentPartPr>
              <p14:xfrm>
                <a:off x="2356451" y="4072735"/>
                <a:ext cx="324720" cy="227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DA96656-C02B-0F89-7C83-CF9DF8FC51C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47451" y="4064095"/>
                  <a:ext cx="3423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069A6C6-6C1F-08BB-4F45-FDA395BEC04C}"/>
                    </a:ext>
                  </a:extLst>
                </p14:cNvPr>
                <p14:cNvContentPartPr/>
                <p14:nvPr/>
              </p14:nvContentPartPr>
              <p14:xfrm>
                <a:off x="2622491" y="4159135"/>
                <a:ext cx="174960" cy="119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069A6C6-6C1F-08BB-4F45-FDA395BEC04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13851" y="4150495"/>
                  <a:ext cx="1926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793845A-72DD-0C8F-CD78-ECFC3155F284}"/>
                    </a:ext>
                  </a:extLst>
                </p14:cNvPr>
                <p14:cNvContentPartPr/>
                <p14:nvPr/>
              </p14:nvContentPartPr>
              <p14:xfrm>
                <a:off x="2780891" y="4091455"/>
                <a:ext cx="122040" cy="156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793845A-72DD-0C8F-CD78-ECFC3155F28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71891" y="4082815"/>
                  <a:ext cx="139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188B618-62E6-0BE7-193B-F730DDEE7AFD}"/>
                    </a:ext>
                  </a:extLst>
                </p14:cNvPr>
                <p14:cNvContentPartPr/>
                <p14:nvPr/>
              </p14:nvContentPartPr>
              <p14:xfrm>
                <a:off x="2324771" y="4322215"/>
                <a:ext cx="166320" cy="1046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188B618-62E6-0BE7-193B-F730DDEE7AF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16131" y="4313215"/>
                  <a:ext cx="183960" cy="10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2515B9A-483E-7C89-1CE9-A5EF9DE9E909}"/>
                    </a:ext>
                  </a:extLst>
                </p14:cNvPr>
                <p14:cNvContentPartPr/>
                <p14:nvPr/>
              </p14:nvContentPartPr>
              <p14:xfrm>
                <a:off x="2564891" y="4894615"/>
                <a:ext cx="201600" cy="343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2515B9A-483E-7C89-1CE9-A5EF9DE9E9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56251" y="4885975"/>
                  <a:ext cx="2192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A90656-35A4-8EF0-8981-081EC11E6DA3}"/>
                    </a:ext>
                  </a:extLst>
                </p14:cNvPr>
                <p14:cNvContentPartPr/>
                <p14:nvPr/>
              </p14:nvContentPartPr>
              <p14:xfrm>
                <a:off x="2665691" y="5103415"/>
                <a:ext cx="69120" cy="188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A90656-35A4-8EF0-8981-081EC11E6DA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57051" y="5094775"/>
                  <a:ext cx="867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3536E49-980A-AE45-6DA7-D97D42BC8296}"/>
                    </a:ext>
                  </a:extLst>
                </p14:cNvPr>
                <p14:cNvContentPartPr/>
                <p14:nvPr/>
              </p14:nvContentPartPr>
              <p14:xfrm>
                <a:off x="2657051" y="4730095"/>
                <a:ext cx="76680" cy="64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3536E49-980A-AE45-6DA7-D97D42BC829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48051" y="4721095"/>
                  <a:ext cx="94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F77FF36-4A31-0D12-45F3-0A458D251B9C}"/>
                    </a:ext>
                  </a:extLst>
                </p14:cNvPr>
                <p14:cNvContentPartPr/>
                <p14:nvPr/>
              </p14:nvContentPartPr>
              <p14:xfrm>
                <a:off x="2878811" y="5144455"/>
                <a:ext cx="137880" cy="119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F77FF36-4A31-0D12-45F3-0A458D251B9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69811" y="5135455"/>
                  <a:ext cx="155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D5C478-7FF6-BD0D-1BA5-A1A744265F7E}"/>
                    </a:ext>
                  </a:extLst>
                </p14:cNvPr>
                <p14:cNvContentPartPr/>
                <p14:nvPr/>
              </p14:nvContentPartPr>
              <p14:xfrm>
                <a:off x="2925251" y="3948175"/>
                <a:ext cx="1023120" cy="127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D5C478-7FF6-BD0D-1BA5-A1A744265F7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16251" y="3939175"/>
                  <a:ext cx="1040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D3A983A-6500-7767-9AB3-308E6A23BF6A}"/>
                    </a:ext>
                  </a:extLst>
                </p14:cNvPr>
                <p14:cNvContentPartPr/>
                <p14:nvPr/>
              </p14:nvContentPartPr>
              <p14:xfrm>
                <a:off x="3457691" y="3936295"/>
                <a:ext cx="144720" cy="110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D3A983A-6500-7767-9AB3-308E6A23BF6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49051" y="3927295"/>
                  <a:ext cx="1623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6526F10-A4C6-7E62-D81C-0D9F23B9C07F}"/>
                    </a:ext>
                  </a:extLst>
                </p14:cNvPr>
                <p14:cNvContentPartPr/>
                <p14:nvPr/>
              </p14:nvContentPartPr>
              <p14:xfrm>
                <a:off x="812411" y="4092535"/>
                <a:ext cx="801720" cy="47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6526F10-A4C6-7E62-D81C-0D9F23B9C0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3771" y="4083895"/>
                  <a:ext cx="819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CE8D17A-E11A-3D24-69DE-954EAFBCC82E}"/>
                    </a:ext>
                  </a:extLst>
                </p14:cNvPr>
                <p14:cNvContentPartPr/>
                <p14:nvPr/>
              </p14:nvContentPartPr>
              <p14:xfrm>
                <a:off x="686771" y="4091815"/>
                <a:ext cx="128520" cy="109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CE8D17A-E11A-3D24-69DE-954EAFBCC82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8131" y="4083175"/>
                  <a:ext cx="146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B330FB6-B365-FB5C-81B5-12EA0F21E87B}"/>
                    </a:ext>
                  </a:extLst>
                </p14:cNvPr>
                <p14:cNvContentPartPr/>
                <p14:nvPr/>
              </p14:nvContentPartPr>
              <p14:xfrm>
                <a:off x="1140371" y="4080655"/>
                <a:ext cx="105480" cy="156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B330FB6-B365-FB5C-81B5-12EA0F21E87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31371" y="4072015"/>
                  <a:ext cx="123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A66494F-75E6-4B99-473A-365A8DEB06C0}"/>
                    </a:ext>
                  </a:extLst>
                </p14:cNvPr>
                <p14:cNvContentPartPr/>
                <p14:nvPr/>
              </p14:nvContentPartPr>
              <p14:xfrm>
                <a:off x="548171" y="4497175"/>
                <a:ext cx="207720" cy="122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A66494F-75E6-4B99-473A-365A8DEB06C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9171" y="4488175"/>
                  <a:ext cx="2253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ED4F076-12D4-16FA-DC19-656B3073C093}"/>
                    </a:ext>
                  </a:extLst>
                </p14:cNvPr>
                <p14:cNvContentPartPr/>
                <p14:nvPr/>
              </p14:nvContentPartPr>
              <p14:xfrm>
                <a:off x="633491" y="4498975"/>
                <a:ext cx="74520" cy="186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ED4F076-12D4-16FA-DC19-656B3073C09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4491" y="4489975"/>
                  <a:ext cx="92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A913C0C-86FB-EAD3-BE64-FE627AB5B939}"/>
                    </a:ext>
                  </a:extLst>
                </p14:cNvPr>
                <p14:cNvContentPartPr/>
                <p14:nvPr/>
              </p14:nvContentPartPr>
              <p14:xfrm>
                <a:off x="400931" y="4400695"/>
                <a:ext cx="490680" cy="426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A913C0C-86FB-EAD3-BE64-FE627AB5B93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92291" y="4392055"/>
                  <a:ext cx="5083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0F75104-D993-83A8-1A2C-1CEC4BFB429B}"/>
                    </a:ext>
                  </a:extLst>
                </p14:cNvPr>
                <p14:cNvContentPartPr/>
                <p14:nvPr/>
              </p14:nvContentPartPr>
              <p14:xfrm>
                <a:off x="676331" y="1616095"/>
                <a:ext cx="32760" cy="627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0F75104-D993-83A8-1A2C-1CEC4BFB429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7691" y="1607455"/>
                  <a:ext cx="5040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3A4A40E-9A54-4417-D927-21ACA90DAC0F}"/>
                    </a:ext>
                  </a:extLst>
                </p14:cNvPr>
                <p14:cNvContentPartPr/>
                <p14:nvPr/>
              </p14:nvContentPartPr>
              <p14:xfrm>
                <a:off x="265931" y="2171935"/>
                <a:ext cx="812520" cy="1146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3A4A40E-9A54-4417-D927-21ACA90DAC0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6931" y="2162935"/>
                  <a:ext cx="830160" cy="11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D861FC2-04EF-EA90-95DF-11F0BBFF3B2F}"/>
                    </a:ext>
                  </a:extLst>
                </p14:cNvPr>
                <p14:cNvContentPartPr/>
                <p14:nvPr/>
              </p14:nvContentPartPr>
              <p14:xfrm>
                <a:off x="381131" y="2653975"/>
                <a:ext cx="23760" cy="300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D861FC2-04EF-EA90-95DF-11F0BBFF3B2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2491" y="2645335"/>
                  <a:ext cx="414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97EB4BD-6DAA-7ED3-F6FE-BE70CA91D87B}"/>
                    </a:ext>
                  </a:extLst>
                </p14:cNvPr>
                <p14:cNvContentPartPr/>
                <p14:nvPr/>
              </p14:nvContentPartPr>
              <p14:xfrm>
                <a:off x="271691" y="2707615"/>
                <a:ext cx="218880" cy="194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97EB4BD-6DAA-7ED3-F6FE-BE70CA91D8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3051" y="2698615"/>
                  <a:ext cx="2365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CC49D44-7C62-84C1-0D50-A9810A2D521C}"/>
                    </a:ext>
                  </a:extLst>
                </p14:cNvPr>
                <p14:cNvContentPartPr/>
                <p14:nvPr/>
              </p14:nvContentPartPr>
              <p14:xfrm>
                <a:off x="451331" y="2688535"/>
                <a:ext cx="124200" cy="240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CC49D44-7C62-84C1-0D50-A9810A2D521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2691" y="2679895"/>
                  <a:ext cx="141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766DE2-12BA-9738-3407-3DC5B269CACC}"/>
                    </a:ext>
                  </a:extLst>
                </p14:cNvPr>
                <p14:cNvContentPartPr/>
                <p14:nvPr/>
              </p14:nvContentPartPr>
              <p14:xfrm>
                <a:off x="565091" y="2725615"/>
                <a:ext cx="131760" cy="142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766DE2-12BA-9738-3407-3DC5B269CAC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6451" y="2716975"/>
                  <a:ext cx="1494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DAA3DCB-0768-A08B-6577-EB0E1953C2E3}"/>
                    </a:ext>
                  </a:extLst>
                </p14:cNvPr>
                <p14:cNvContentPartPr/>
                <p14:nvPr/>
              </p14:nvContentPartPr>
              <p14:xfrm>
                <a:off x="720971" y="2623735"/>
                <a:ext cx="19800" cy="218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DAA3DCB-0768-A08B-6577-EB0E1953C2E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1971" y="2614735"/>
                  <a:ext cx="37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B6DCDB-A6ED-2603-9360-8B3B89391BAC}"/>
                    </a:ext>
                  </a:extLst>
                </p14:cNvPr>
                <p14:cNvContentPartPr/>
                <p14:nvPr/>
              </p14:nvContentPartPr>
              <p14:xfrm>
                <a:off x="786851" y="2570095"/>
                <a:ext cx="16560" cy="249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B6DCDB-A6ED-2603-9360-8B3B89391BA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78211" y="2561095"/>
                  <a:ext cx="342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55C26C-32A1-29F0-5A0E-546EEF7F4CFB}"/>
                    </a:ext>
                  </a:extLst>
                </p14:cNvPr>
                <p14:cNvContentPartPr/>
                <p14:nvPr/>
              </p14:nvContentPartPr>
              <p14:xfrm>
                <a:off x="691451" y="2577655"/>
                <a:ext cx="326880" cy="186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55C26C-32A1-29F0-5A0E-546EEF7F4CF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2811" y="2569015"/>
                  <a:ext cx="3445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B69A9DD-50A6-8E1E-718A-573DF9887AE8}"/>
                    </a:ext>
                  </a:extLst>
                </p14:cNvPr>
                <p14:cNvContentPartPr/>
                <p14:nvPr/>
              </p14:nvContentPartPr>
              <p14:xfrm>
                <a:off x="635651" y="3247975"/>
                <a:ext cx="39960" cy="908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B69A9DD-50A6-8E1E-718A-573DF9887AE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27011" y="3239335"/>
                  <a:ext cx="5760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E1B08F2-1A39-3D0F-471D-FEC7811D785B}"/>
                    </a:ext>
                  </a:extLst>
                </p14:cNvPr>
                <p14:cNvContentPartPr/>
                <p14:nvPr/>
              </p14:nvContentPartPr>
              <p14:xfrm>
                <a:off x="532331" y="3622735"/>
                <a:ext cx="170280" cy="192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E1B08F2-1A39-3D0F-471D-FEC7811D785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3691" y="3614095"/>
                  <a:ext cx="187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1DBD1CC-8BE1-405A-66B9-440DCCBB7307}"/>
                    </a:ext>
                  </a:extLst>
                </p14:cNvPr>
                <p14:cNvContentPartPr/>
                <p14:nvPr/>
              </p14:nvContentPartPr>
              <p14:xfrm>
                <a:off x="664451" y="1802575"/>
                <a:ext cx="104040" cy="160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1DBD1CC-8BE1-405A-66B9-440DCCBB730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5451" y="1793575"/>
                  <a:ext cx="121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101A07D-725A-54FA-CC80-80E481415CA4}"/>
                    </a:ext>
                  </a:extLst>
                </p14:cNvPr>
                <p14:cNvContentPartPr/>
                <p14:nvPr/>
              </p14:nvContentPartPr>
              <p14:xfrm>
                <a:off x="3922811" y="4082815"/>
                <a:ext cx="9720" cy="66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101A07D-725A-54FA-CC80-80E481415CA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14171" y="4073815"/>
                  <a:ext cx="27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100B818-DBE6-C465-FD71-9D5226FAACE1}"/>
                    </a:ext>
                  </a:extLst>
                </p14:cNvPr>
                <p14:cNvContentPartPr/>
                <p14:nvPr/>
              </p14:nvContentPartPr>
              <p14:xfrm>
                <a:off x="4107851" y="3706255"/>
                <a:ext cx="548640" cy="538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100B818-DBE6-C465-FD71-9D5226FAACE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099211" y="3697255"/>
                  <a:ext cx="566280" cy="55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7A12205-5E26-E2BE-3196-C6356F5777F2}"/>
                  </a:ext>
                </a:extLst>
              </p14:cNvPr>
              <p14:cNvContentPartPr/>
              <p14:nvPr/>
            </p14:nvContentPartPr>
            <p14:xfrm>
              <a:off x="5626691" y="1004095"/>
              <a:ext cx="972720" cy="396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7A12205-5E26-E2BE-3196-C6356F5777F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617691" y="995095"/>
                <a:ext cx="99036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2294312-1220-FB5F-9BB7-DE5FC2CB6F6A}"/>
              </a:ext>
            </a:extLst>
          </p:cNvPr>
          <p:cNvGrpSpPr/>
          <p:nvPr/>
        </p:nvGrpSpPr>
        <p:grpSpPr>
          <a:xfrm>
            <a:off x="5344091" y="453655"/>
            <a:ext cx="1605960" cy="421920"/>
            <a:chOff x="5344091" y="453655"/>
            <a:chExt cx="1605960" cy="42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F97EAC-5301-36C2-7C32-07A5AEED4ACE}"/>
                    </a:ext>
                  </a:extLst>
                </p14:cNvPr>
                <p14:cNvContentPartPr/>
                <p14:nvPr/>
              </p14:nvContentPartPr>
              <p14:xfrm>
                <a:off x="5565491" y="524935"/>
                <a:ext cx="33120" cy="350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F97EAC-5301-36C2-7C32-07A5AEED4AC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556491" y="515935"/>
                  <a:ext cx="507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9CAE319-16A4-17E9-A1BE-212A7599778A}"/>
                    </a:ext>
                  </a:extLst>
                </p14:cNvPr>
                <p14:cNvContentPartPr/>
                <p14:nvPr/>
              </p14:nvContentPartPr>
              <p14:xfrm>
                <a:off x="5344091" y="453655"/>
                <a:ext cx="528120" cy="349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9CAE319-16A4-17E9-A1BE-212A7599778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335451" y="444655"/>
                  <a:ext cx="5457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D8FC4E5-06A5-90CD-6B29-8A69B6D210A7}"/>
                    </a:ext>
                  </a:extLst>
                </p14:cNvPr>
                <p14:cNvContentPartPr/>
                <p14:nvPr/>
              </p14:nvContentPartPr>
              <p14:xfrm>
                <a:off x="5922611" y="626455"/>
                <a:ext cx="243360" cy="172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D8FC4E5-06A5-90CD-6B29-8A69B6D210A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13611" y="617455"/>
                  <a:ext cx="261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10DF728-D9BC-9DC3-015E-1E15727F7108}"/>
                    </a:ext>
                  </a:extLst>
                </p14:cNvPr>
                <p14:cNvContentPartPr/>
                <p14:nvPr/>
              </p14:nvContentPartPr>
              <p14:xfrm>
                <a:off x="6277571" y="587215"/>
                <a:ext cx="15480" cy="187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10DF728-D9BC-9DC3-015E-1E15727F710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68571" y="578575"/>
                  <a:ext cx="331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268A174-5724-CEF2-1B75-1998BB30E919}"/>
                    </a:ext>
                  </a:extLst>
                </p14:cNvPr>
                <p14:cNvContentPartPr/>
                <p14:nvPr/>
              </p14:nvContentPartPr>
              <p14:xfrm>
                <a:off x="6349571" y="538615"/>
                <a:ext cx="24120" cy="271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268A174-5724-CEF2-1B75-1998BB30E91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40571" y="529975"/>
                  <a:ext cx="417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70EC8A6-D6D3-A379-D767-3580B3B2A8CB}"/>
                    </a:ext>
                  </a:extLst>
                </p14:cNvPr>
                <p14:cNvContentPartPr/>
                <p14:nvPr/>
              </p14:nvContentPartPr>
              <p14:xfrm>
                <a:off x="6211691" y="560575"/>
                <a:ext cx="510840" cy="270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70EC8A6-D6D3-A379-D767-3580B3B2A8C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202691" y="551575"/>
                  <a:ext cx="5284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56C1660-AC55-B587-EE23-A66012FD61CE}"/>
                    </a:ext>
                  </a:extLst>
                </p14:cNvPr>
                <p14:cNvContentPartPr/>
                <p14:nvPr/>
              </p14:nvContentPartPr>
              <p14:xfrm>
                <a:off x="6901451" y="573175"/>
                <a:ext cx="13320" cy="5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56C1660-AC55-B587-EE23-A66012FD61C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892451" y="564535"/>
                  <a:ext cx="30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D8B0003-1CC2-5714-8294-D7F73F2D8AC6}"/>
                    </a:ext>
                  </a:extLst>
                </p14:cNvPr>
                <p14:cNvContentPartPr/>
                <p14:nvPr/>
              </p14:nvContentPartPr>
              <p14:xfrm>
                <a:off x="6932771" y="681895"/>
                <a:ext cx="17280" cy="51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D8B0003-1CC2-5714-8294-D7F73F2D8AC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923771" y="672895"/>
                  <a:ext cx="3492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F6C5FB3-E520-05A7-EE38-648FA6562B6D}"/>
              </a:ext>
            </a:extLst>
          </p:cNvPr>
          <p:cNvGrpSpPr/>
          <p:nvPr/>
        </p:nvGrpSpPr>
        <p:grpSpPr>
          <a:xfrm>
            <a:off x="7373051" y="270775"/>
            <a:ext cx="4216680" cy="988920"/>
            <a:chOff x="7373051" y="270775"/>
            <a:chExt cx="4216680" cy="9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A54B9E6-C714-C58C-C1B2-CD1BFD00D96A}"/>
                    </a:ext>
                  </a:extLst>
                </p14:cNvPr>
                <p14:cNvContentPartPr/>
                <p14:nvPr/>
              </p14:nvContentPartPr>
              <p14:xfrm>
                <a:off x="7373051" y="622495"/>
                <a:ext cx="298800" cy="189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A54B9E6-C714-C58C-C1B2-CD1BFD00D96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364051" y="613855"/>
                  <a:ext cx="316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5F63ADC-63CF-3262-4999-377DD816B4CF}"/>
                    </a:ext>
                  </a:extLst>
                </p14:cNvPr>
                <p14:cNvContentPartPr/>
                <p14:nvPr/>
              </p14:nvContentPartPr>
              <p14:xfrm>
                <a:off x="7565291" y="490375"/>
                <a:ext cx="70560" cy="62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5F63ADC-63CF-3262-4999-377DD816B4C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56291" y="481735"/>
                  <a:ext cx="88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90DD899-4BE7-657F-8AE7-E78DDA22F873}"/>
                    </a:ext>
                  </a:extLst>
                </p14:cNvPr>
                <p14:cNvContentPartPr/>
                <p14:nvPr/>
              </p14:nvContentPartPr>
              <p14:xfrm>
                <a:off x="7801091" y="478135"/>
                <a:ext cx="159120" cy="389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90DD899-4BE7-657F-8AE7-E78DDA22F87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792451" y="469495"/>
                  <a:ext cx="1767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89FBF84-CA5C-FCF9-DCCB-BC4B1EC2B443}"/>
                    </a:ext>
                  </a:extLst>
                </p14:cNvPr>
                <p14:cNvContentPartPr/>
                <p14:nvPr/>
              </p14:nvContentPartPr>
              <p14:xfrm>
                <a:off x="8005211" y="632215"/>
                <a:ext cx="167760" cy="153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89FBF84-CA5C-FCF9-DCCB-BC4B1EC2B44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96211" y="623575"/>
                  <a:ext cx="185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AE71479-4D45-5B88-7673-9DE250425022}"/>
                    </a:ext>
                  </a:extLst>
                </p14:cNvPr>
                <p14:cNvContentPartPr/>
                <p14:nvPr/>
              </p14:nvContentPartPr>
              <p14:xfrm>
                <a:off x="8223731" y="603775"/>
                <a:ext cx="161640" cy="196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AE71479-4D45-5B88-7673-9DE25042502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215091" y="594775"/>
                  <a:ext cx="179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FEAA1DB-16DA-0140-C097-819966C1FD9C}"/>
                    </a:ext>
                  </a:extLst>
                </p14:cNvPr>
                <p14:cNvContentPartPr/>
                <p14:nvPr/>
              </p14:nvContentPartPr>
              <p14:xfrm>
                <a:off x="8409131" y="622135"/>
                <a:ext cx="193680" cy="132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FEAA1DB-16DA-0140-C097-819966C1FD9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400131" y="613495"/>
                  <a:ext cx="211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7B6FCAE-7843-DC1D-A42B-28D756C1E2B9}"/>
                    </a:ext>
                  </a:extLst>
                </p14:cNvPr>
                <p14:cNvContentPartPr/>
                <p14:nvPr/>
              </p14:nvContentPartPr>
              <p14:xfrm>
                <a:off x="8679851" y="616375"/>
                <a:ext cx="198000" cy="147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7B6FCAE-7843-DC1D-A42B-28D756C1E2B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71211" y="607735"/>
                  <a:ext cx="215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687AA06-4CC1-EDB9-FD00-66014A96B57E}"/>
                    </a:ext>
                  </a:extLst>
                </p14:cNvPr>
                <p14:cNvContentPartPr/>
                <p14:nvPr/>
              </p14:nvContentPartPr>
              <p14:xfrm>
                <a:off x="8929331" y="554455"/>
                <a:ext cx="17280" cy="237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687AA06-4CC1-EDB9-FD00-66014A96B57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920331" y="545815"/>
                  <a:ext cx="349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63B3CC0-2618-121E-5CEE-CE954F5AEE9E}"/>
                    </a:ext>
                  </a:extLst>
                </p14:cNvPr>
                <p14:cNvContentPartPr/>
                <p14:nvPr/>
              </p14:nvContentPartPr>
              <p14:xfrm>
                <a:off x="8984771" y="630415"/>
                <a:ext cx="230400" cy="180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63B3CC0-2618-121E-5CEE-CE954F5AEE9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76131" y="621775"/>
                  <a:ext cx="248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64351B5-E238-9606-4250-DE7CDDE76395}"/>
                    </a:ext>
                  </a:extLst>
                </p14:cNvPr>
                <p14:cNvContentPartPr/>
                <p14:nvPr/>
              </p14:nvContentPartPr>
              <p14:xfrm>
                <a:off x="9426851" y="572815"/>
                <a:ext cx="22680" cy="201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64351B5-E238-9606-4250-DE7CDDE7639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418211" y="563815"/>
                  <a:ext cx="40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1907309-B7C5-791C-3B0E-EFE58F09EC9F}"/>
                    </a:ext>
                  </a:extLst>
                </p14:cNvPr>
                <p14:cNvContentPartPr/>
                <p14:nvPr/>
              </p14:nvContentPartPr>
              <p14:xfrm>
                <a:off x="9369251" y="636895"/>
                <a:ext cx="326880" cy="145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1907309-B7C5-791C-3B0E-EFE58F09EC9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60251" y="627895"/>
                  <a:ext cx="344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7FE868A-F2E6-6139-88DC-DBA7DA0AD4BB}"/>
                    </a:ext>
                  </a:extLst>
                </p14:cNvPr>
                <p14:cNvContentPartPr/>
                <p14:nvPr/>
              </p14:nvContentPartPr>
              <p14:xfrm>
                <a:off x="9771731" y="633295"/>
                <a:ext cx="321480" cy="185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7FE868A-F2E6-6139-88DC-DBA7DA0AD4B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762731" y="624295"/>
                  <a:ext cx="339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6BC5767-18C2-EBD7-305A-464E7DFCF6CD}"/>
                    </a:ext>
                  </a:extLst>
                </p14:cNvPr>
                <p14:cNvContentPartPr/>
                <p14:nvPr/>
              </p14:nvContentPartPr>
              <p14:xfrm>
                <a:off x="10042451" y="428455"/>
                <a:ext cx="149760" cy="430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6BC5767-18C2-EBD7-305A-464E7DFCF6C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33811" y="419815"/>
                  <a:ext cx="16740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E84A40E-097C-3733-F2FE-B90E857548F7}"/>
                    </a:ext>
                  </a:extLst>
                </p14:cNvPr>
                <p14:cNvContentPartPr/>
                <p14:nvPr/>
              </p14:nvContentPartPr>
              <p14:xfrm>
                <a:off x="10352051" y="599455"/>
                <a:ext cx="216360" cy="128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E84A40E-097C-3733-F2FE-B90E857548F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343051" y="590815"/>
                  <a:ext cx="234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BFC98B1-F202-627C-4CC5-38E012550B59}"/>
                    </a:ext>
                  </a:extLst>
                </p14:cNvPr>
                <p14:cNvContentPartPr/>
                <p14:nvPr/>
              </p14:nvContentPartPr>
              <p14:xfrm>
                <a:off x="10578851" y="519535"/>
                <a:ext cx="234360" cy="297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BFC98B1-F202-627C-4CC5-38E012550B5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69851" y="510895"/>
                  <a:ext cx="2520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9DD8C26-D281-4C6D-C5FF-B09DEFF701B6}"/>
                    </a:ext>
                  </a:extLst>
                </p14:cNvPr>
                <p14:cNvContentPartPr/>
                <p14:nvPr/>
              </p14:nvContentPartPr>
              <p14:xfrm>
                <a:off x="10769291" y="416215"/>
                <a:ext cx="83520" cy="63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9DD8C26-D281-4C6D-C5FF-B09DEFF701B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760651" y="407575"/>
                  <a:ext cx="101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23C9FE4-D1F6-2DE9-C193-E8C803DD9A0E}"/>
                    </a:ext>
                  </a:extLst>
                </p14:cNvPr>
                <p14:cNvContentPartPr/>
                <p14:nvPr/>
              </p14:nvContentPartPr>
              <p14:xfrm>
                <a:off x="10957211" y="654535"/>
                <a:ext cx="173160" cy="23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23C9FE4-D1F6-2DE9-C193-E8C803DD9A0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948571" y="645535"/>
                  <a:ext cx="190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14DCEA0-7803-ADCD-256E-B286F4EE9E73}"/>
                    </a:ext>
                  </a:extLst>
                </p14:cNvPr>
                <p14:cNvContentPartPr/>
                <p14:nvPr/>
              </p14:nvContentPartPr>
              <p14:xfrm>
                <a:off x="11235491" y="526015"/>
                <a:ext cx="268920" cy="198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14DCEA0-7803-ADCD-256E-B286F4EE9E7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226851" y="517015"/>
                  <a:ext cx="286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BA62C4C-3AC0-3E83-4C10-A18930318C25}"/>
                    </a:ext>
                  </a:extLst>
                </p14:cNvPr>
                <p14:cNvContentPartPr/>
                <p14:nvPr/>
              </p14:nvContentPartPr>
              <p14:xfrm>
                <a:off x="11134331" y="469495"/>
                <a:ext cx="455400" cy="49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BA62C4C-3AC0-3E83-4C10-A18930318C2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125691" y="460495"/>
                  <a:ext cx="473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29EB9B2-2836-F3D9-DB12-2EFF807CAF76}"/>
                    </a:ext>
                  </a:extLst>
                </p14:cNvPr>
                <p14:cNvContentPartPr/>
                <p14:nvPr/>
              </p14:nvContentPartPr>
              <p14:xfrm>
                <a:off x="11396051" y="339895"/>
                <a:ext cx="119160" cy="64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29EB9B2-2836-F3D9-DB12-2EFF807CAF7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387051" y="330895"/>
                  <a:ext cx="136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853CCDD-752F-A8FD-B06E-667D1FB30871}"/>
                    </a:ext>
                  </a:extLst>
                </p14:cNvPr>
                <p14:cNvContentPartPr/>
                <p14:nvPr/>
              </p14:nvContentPartPr>
              <p14:xfrm>
                <a:off x="8714771" y="555175"/>
                <a:ext cx="354240" cy="654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853CCDD-752F-A8FD-B06E-667D1FB3087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705771" y="546535"/>
                  <a:ext cx="37188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7007585-ED3C-7B9F-909C-5C7C6DC9D9C7}"/>
                    </a:ext>
                  </a:extLst>
                </p14:cNvPr>
                <p14:cNvContentPartPr/>
                <p14:nvPr/>
              </p14:nvContentPartPr>
              <p14:xfrm>
                <a:off x="8930771" y="1152775"/>
                <a:ext cx="72000" cy="106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7007585-ED3C-7B9F-909C-5C7C6DC9D9C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921771" y="1144135"/>
                  <a:ext cx="89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A89878E-45A3-BC2D-A68C-211AB8D3582A}"/>
                    </a:ext>
                  </a:extLst>
                </p14:cNvPr>
                <p14:cNvContentPartPr/>
                <p14:nvPr/>
              </p14:nvContentPartPr>
              <p14:xfrm>
                <a:off x="9057131" y="1130815"/>
                <a:ext cx="111960" cy="109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A89878E-45A3-BC2D-A68C-211AB8D3582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048131" y="1121815"/>
                  <a:ext cx="129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1BF504C-E96A-41D1-38A8-3E3615788386}"/>
                    </a:ext>
                  </a:extLst>
                </p14:cNvPr>
                <p14:cNvContentPartPr/>
                <p14:nvPr/>
              </p14:nvContentPartPr>
              <p14:xfrm>
                <a:off x="9579131" y="456535"/>
                <a:ext cx="321480" cy="754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1BF504C-E96A-41D1-38A8-3E361578838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570491" y="447895"/>
                  <a:ext cx="33912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3E7AEF1-B1B2-8856-897C-12B4543F1177}"/>
                    </a:ext>
                  </a:extLst>
                </p14:cNvPr>
                <p14:cNvContentPartPr/>
                <p14:nvPr/>
              </p14:nvContentPartPr>
              <p14:xfrm>
                <a:off x="9690731" y="1104895"/>
                <a:ext cx="212760" cy="134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3E7AEF1-B1B2-8856-897C-12B4543F117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681731" y="1096255"/>
                  <a:ext cx="230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A28463-0245-B51E-34BD-27F8BDC8F4AF}"/>
                    </a:ext>
                  </a:extLst>
                </p14:cNvPr>
                <p14:cNvContentPartPr/>
                <p14:nvPr/>
              </p14:nvContentPartPr>
              <p14:xfrm>
                <a:off x="11136491" y="270775"/>
                <a:ext cx="389880" cy="853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A28463-0245-B51E-34BD-27F8BDC8F4A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127491" y="262135"/>
                  <a:ext cx="4075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38041FB-0D08-57D2-4923-5490EACB4493}"/>
                    </a:ext>
                  </a:extLst>
                </p14:cNvPr>
                <p14:cNvContentPartPr/>
                <p14:nvPr/>
              </p14:nvContentPartPr>
              <p14:xfrm>
                <a:off x="11354651" y="1035415"/>
                <a:ext cx="98280" cy="118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38041FB-0D08-57D2-4923-5490EACB449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346011" y="1026775"/>
                  <a:ext cx="115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D938067-DD1F-DA54-29F2-3911E5AFC253}"/>
                    </a:ext>
                  </a:extLst>
                </p14:cNvPr>
                <p14:cNvContentPartPr/>
                <p14:nvPr/>
              </p14:nvContentPartPr>
              <p14:xfrm>
                <a:off x="11491811" y="1069975"/>
                <a:ext cx="82080" cy="89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D938067-DD1F-DA54-29F2-3911E5AFC25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483171" y="1060975"/>
                  <a:ext cx="99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196E7A0-4DA3-6421-7B65-242D65A76A4C}"/>
                    </a:ext>
                  </a:extLst>
                </p14:cNvPr>
                <p14:cNvContentPartPr/>
                <p14:nvPr/>
              </p14:nvContentPartPr>
              <p14:xfrm>
                <a:off x="10430891" y="317575"/>
                <a:ext cx="441000" cy="845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196E7A0-4DA3-6421-7B65-242D65A76A4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422251" y="308575"/>
                  <a:ext cx="458640" cy="86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CF382BE-0287-2D58-DBC3-6D6B9F91E8B6}"/>
                    </a:ext>
                  </a:extLst>
                </p14:cNvPr>
                <p14:cNvContentPartPr/>
                <p14:nvPr/>
              </p14:nvContentPartPr>
              <p14:xfrm>
                <a:off x="10605851" y="1076455"/>
                <a:ext cx="78120" cy="147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CF382BE-0287-2D58-DBC3-6D6B9F91E8B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597211" y="1067455"/>
                  <a:ext cx="95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36E682D-83AC-87F2-6ACF-6BD139226EDE}"/>
                    </a:ext>
                  </a:extLst>
                </p14:cNvPr>
                <p14:cNvContentPartPr/>
                <p14:nvPr/>
              </p14:nvContentPartPr>
              <p14:xfrm>
                <a:off x="10719971" y="1115695"/>
                <a:ext cx="91080" cy="86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36E682D-83AC-87F2-6ACF-6BD139226ED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710971" y="1107055"/>
                  <a:ext cx="1087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258EDB4-0066-A438-C8EB-3E82651292D8}"/>
              </a:ext>
            </a:extLst>
          </p:cNvPr>
          <p:cNvGrpSpPr/>
          <p:nvPr/>
        </p:nvGrpSpPr>
        <p:grpSpPr>
          <a:xfrm>
            <a:off x="7130771" y="1950535"/>
            <a:ext cx="498240" cy="127440"/>
            <a:chOff x="7130771" y="1950535"/>
            <a:chExt cx="49824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44D1876-8EA2-8172-F972-9F6214E99F9F}"/>
                    </a:ext>
                  </a:extLst>
                </p14:cNvPr>
                <p14:cNvContentPartPr/>
                <p14:nvPr/>
              </p14:nvContentPartPr>
              <p14:xfrm>
                <a:off x="7130771" y="1960975"/>
                <a:ext cx="250920" cy="15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44D1876-8EA2-8172-F972-9F6214E99F9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121771" y="1951975"/>
                  <a:ext cx="268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11F86D5-041C-C4D8-0023-1C3F9E7B3383}"/>
                    </a:ext>
                  </a:extLst>
                </p14:cNvPr>
                <p14:cNvContentPartPr/>
                <p14:nvPr/>
              </p14:nvContentPartPr>
              <p14:xfrm>
                <a:off x="7240571" y="1950535"/>
                <a:ext cx="388440" cy="127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11F86D5-041C-C4D8-0023-1C3F9E7B338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231571" y="1941895"/>
                  <a:ext cx="4060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9BC02EB-4B82-0E11-9478-BFE8C24820EA}"/>
              </a:ext>
            </a:extLst>
          </p:cNvPr>
          <p:cNvGrpSpPr/>
          <p:nvPr/>
        </p:nvGrpSpPr>
        <p:grpSpPr>
          <a:xfrm>
            <a:off x="7928531" y="1818775"/>
            <a:ext cx="1227240" cy="395640"/>
            <a:chOff x="7928531" y="1818775"/>
            <a:chExt cx="122724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F2A9D7C-42DA-30A2-A63F-5CBBE42F2D8C}"/>
                    </a:ext>
                  </a:extLst>
                </p14:cNvPr>
                <p14:cNvContentPartPr/>
                <p14:nvPr/>
              </p14:nvContentPartPr>
              <p14:xfrm>
                <a:off x="7928531" y="1841815"/>
                <a:ext cx="153720" cy="305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F2A9D7C-42DA-30A2-A63F-5CBBE42F2D8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919891" y="1832815"/>
                  <a:ext cx="1713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067D341-5234-B216-455C-BB17237B149D}"/>
                    </a:ext>
                  </a:extLst>
                </p14:cNvPr>
                <p14:cNvContentPartPr/>
                <p14:nvPr/>
              </p14:nvContentPartPr>
              <p14:xfrm>
                <a:off x="8181251" y="2023615"/>
                <a:ext cx="182520" cy="110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067D341-5234-B216-455C-BB17237B149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72251" y="2014975"/>
                  <a:ext cx="200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D037501-CCDD-28C1-7780-5251FF7E8FAC}"/>
                    </a:ext>
                  </a:extLst>
                </p14:cNvPr>
                <p14:cNvContentPartPr/>
                <p14:nvPr/>
              </p14:nvContentPartPr>
              <p14:xfrm>
                <a:off x="8229131" y="1910575"/>
                <a:ext cx="410040" cy="303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D037501-CCDD-28C1-7780-5251FF7E8FA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220491" y="1901575"/>
                  <a:ext cx="4276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9220251-A4E7-C521-E158-324580D486D7}"/>
                    </a:ext>
                  </a:extLst>
                </p14:cNvPr>
                <p14:cNvContentPartPr/>
                <p14:nvPr/>
              </p14:nvContentPartPr>
              <p14:xfrm>
                <a:off x="8509211" y="1969975"/>
                <a:ext cx="127080" cy="248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9220251-A4E7-C521-E158-324580D486D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00571" y="1960975"/>
                  <a:ext cx="144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DCDA390-9ECE-4F3E-2074-C0695B4C2805}"/>
                    </a:ext>
                  </a:extLst>
                </p14:cNvPr>
                <p14:cNvContentPartPr/>
                <p14:nvPr/>
              </p14:nvContentPartPr>
              <p14:xfrm>
                <a:off x="8752931" y="1818775"/>
                <a:ext cx="193320" cy="258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DCDA390-9ECE-4F3E-2074-C0695B4C280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744291" y="1810135"/>
                  <a:ext cx="210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93D77BC-E7C9-5902-00BC-5E8B8ED65B2E}"/>
                    </a:ext>
                  </a:extLst>
                </p14:cNvPr>
                <p14:cNvContentPartPr/>
                <p14:nvPr/>
              </p14:nvContentPartPr>
              <p14:xfrm>
                <a:off x="9021851" y="1964575"/>
                <a:ext cx="133920" cy="1850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93D77BC-E7C9-5902-00BC-5E8B8ED65B2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12851" y="1955575"/>
                  <a:ext cx="151560" cy="20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6282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18512DE-2716-E537-ACB8-75BEB1DFC7FA}"/>
              </a:ext>
            </a:extLst>
          </p:cNvPr>
          <p:cNvGrpSpPr/>
          <p:nvPr/>
        </p:nvGrpSpPr>
        <p:grpSpPr>
          <a:xfrm>
            <a:off x="238931" y="321535"/>
            <a:ext cx="3497040" cy="653760"/>
            <a:chOff x="238931" y="321535"/>
            <a:chExt cx="3497040" cy="65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5E6028F-FD4B-109D-9956-E6A97D3733EB}"/>
                    </a:ext>
                  </a:extLst>
                </p14:cNvPr>
                <p14:cNvContentPartPr/>
                <p14:nvPr/>
              </p14:nvContentPartPr>
              <p14:xfrm>
                <a:off x="280691" y="321535"/>
                <a:ext cx="41760" cy="340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5E6028F-FD4B-109D-9956-E6A97D3733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2051" y="312535"/>
                  <a:ext cx="594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D553604-61DB-A40D-33EB-CFFCAE9C436B}"/>
                    </a:ext>
                  </a:extLst>
                </p14:cNvPr>
                <p14:cNvContentPartPr/>
                <p14:nvPr/>
              </p14:nvContentPartPr>
              <p14:xfrm>
                <a:off x="238931" y="345655"/>
                <a:ext cx="260640" cy="165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D553604-61DB-A40D-33EB-CFFCAE9C43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9931" y="337015"/>
                  <a:ext cx="278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522A476-BE41-84C1-7376-809B03E83E2A}"/>
                    </a:ext>
                  </a:extLst>
                </p14:cNvPr>
                <p14:cNvContentPartPr/>
                <p14:nvPr/>
              </p14:nvContentPartPr>
              <p14:xfrm>
                <a:off x="506771" y="473455"/>
                <a:ext cx="28440" cy="206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522A476-BE41-84C1-7376-809B03E83E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8131" y="464815"/>
                  <a:ext cx="46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678B1B-9A51-0892-9C61-78E6D79E4FAF}"/>
                    </a:ext>
                  </a:extLst>
                </p14:cNvPr>
                <p14:cNvContentPartPr/>
                <p14:nvPr/>
              </p14:nvContentPartPr>
              <p14:xfrm>
                <a:off x="521891" y="418735"/>
                <a:ext cx="291600" cy="251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678B1B-9A51-0892-9C61-78E6D79E4F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3251" y="409735"/>
                  <a:ext cx="309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F8B5FCB-EDCE-6CAA-4EC8-B06F9A7728FE}"/>
                    </a:ext>
                  </a:extLst>
                </p14:cNvPr>
                <p14:cNvContentPartPr/>
                <p14:nvPr/>
              </p14:nvContentPartPr>
              <p14:xfrm>
                <a:off x="745451" y="520615"/>
                <a:ext cx="218160" cy="47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F8B5FCB-EDCE-6CAA-4EC8-B06F9A7728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6451" y="511975"/>
                  <a:ext cx="235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70D06DF-F837-E795-33C0-DA9BE8F7B46D}"/>
                    </a:ext>
                  </a:extLst>
                </p14:cNvPr>
                <p14:cNvContentPartPr/>
                <p14:nvPr/>
              </p14:nvContentPartPr>
              <p14:xfrm>
                <a:off x="990251" y="525295"/>
                <a:ext cx="432000" cy="150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70D06DF-F837-E795-33C0-DA9BE8F7B4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1611" y="516295"/>
                  <a:ext cx="449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A498C00-1BF2-4A44-BFA6-6A0C664B3D4C}"/>
                    </a:ext>
                  </a:extLst>
                </p14:cNvPr>
                <p14:cNvContentPartPr/>
                <p14:nvPr/>
              </p14:nvContentPartPr>
              <p14:xfrm>
                <a:off x="1528811" y="569935"/>
                <a:ext cx="158400" cy="7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A498C00-1BF2-4A44-BFA6-6A0C664B3D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19811" y="560935"/>
                  <a:ext cx="176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B35B6A-F7E4-8111-C2FB-335E8BBCE6B8}"/>
                    </a:ext>
                  </a:extLst>
                </p14:cNvPr>
                <p14:cNvContentPartPr/>
                <p14:nvPr/>
              </p14:nvContentPartPr>
              <p14:xfrm>
                <a:off x="1857851" y="511255"/>
                <a:ext cx="400680" cy="464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B35B6A-F7E4-8111-C2FB-335E8BBCE6B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8851" y="502255"/>
                  <a:ext cx="4183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AA0AB4F-3E37-8B1E-2F23-86750A5FEB62}"/>
                    </a:ext>
                  </a:extLst>
                </p14:cNvPr>
                <p14:cNvContentPartPr/>
                <p14:nvPr/>
              </p14:nvContentPartPr>
              <p14:xfrm>
                <a:off x="2388131" y="416935"/>
                <a:ext cx="240120" cy="291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AA0AB4F-3E37-8B1E-2F23-86750A5FEB6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79131" y="408295"/>
                  <a:ext cx="257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FE57F6-55E2-09FA-BDEA-A2D852308851}"/>
                    </a:ext>
                  </a:extLst>
                </p14:cNvPr>
                <p14:cNvContentPartPr/>
                <p14:nvPr/>
              </p14:nvContentPartPr>
              <p14:xfrm>
                <a:off x="2634011" y="479215"/>
                <a:ext cx="14400" cy="3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FE57F6-55E2-09FA-BDEA-A2D85230885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25371" y="470575"/>
                  <a:ext cx="320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1AA121-1BF3-64FA-AF2A-13F948D8FEA7}"/>
                    </a:ext>
                  </a:extLst>
                </p14:cNvPr>
                <p14:cNvContentPartPr/>
                <p14:nvPr/>
              </p14:nvContentPartPr>
              <p14:xfrm>
                <a:off x="2686211" y="415855"/>
                <a:ext cx="465480" cy="240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1AA121-1BF3-64FA-AF2A-13F948D8FE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77211" y="407215"/>
                  <a:ext cx="4831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570AFCA-E48B-E6F1-C712-B867B0E693D0}"/>
                    </a:ext>
                  </a:extLst>
                </p14:cNvPr>
                <p14:cNvContentPartPr/>
                <p14:nvPr/>
              </p14:nvContentPartPr>
              <p14:xfrm>
                <a:off x="3190571" y="518095"/>
                <a:ext cx="141120" cy="114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570AFCA-E48B-E6F1-C712-B867B0E693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81931" y="509095"/>
                  <a:ext cx="1587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407C4E9-096F-5DD7-31AD-F4D0A92EF2ED}"/>
                    </a:ext>
                  </a:extLst>
                </p14:cNvPr>
                <p14:cNvContentPartPr/>
                <p14:nvPr/>
              </p14:nvContentPartPr>
              <p14:xfrm>
                <a:off x="3386771" y="482815"/>
                <a:ext cx="127800" cy="145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407C4E9-096F-5DD7-31AD-F4D0A92EF2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77771" y="473815"/>
                  <a:ext cx="145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16F50E5-13D6-A01C-073E-0D93010F7F3C}"/>
                    </a:ext>
                  </a:extLst>
                </p14:cNvPr>
                <p14:cNvContentPartPr/>
                <p14:nvPr/>
              </p14:nvContentPartPr>
              <p14:xfrm>
                <a:off x="3683051" y="421615"/>
                <a:ext cx="52920" cy="171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16F50E5-13D6-A01C-073E-0D93010F7F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74051" y="412615"/>
                  <a:ext cx="705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0088EF-2A31-FEC5-78FE-DF0EA923E195}"/>
              </a:ext>
            </a:extLst>
          </p:cNvPr>
          <p:cNvGrpSpPr/>
          <p:nvPr/>
        </p:nvGrpSpPr>
        <p:grpSpPr>
          <a:xfrm>
            <a:off x="4606451" y="287695"/>
            <a:ext cx="836640" cy="599760"/>
            <a:chOff x="4606451" y="287695"/>
            <a:chExt cx="836640" cy="59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BA4EF4D-B918-F1D2-731B-62EE8BCE4960}"/>
                    </a:ext>
                  </a:extLst>
                </p14:cNvPr>
                <p14:cNvContentPartPr/>
                <p14:nvPr/>
              </p14:nvContentPartPr>
              <p14:xfrm>
                <a:off x="4673051" y="287695"/>
                <a:ext cx="237600" cy="43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BA4EF4D-B918-F1D2-731B-62EE8BCE496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64051" y="278695"/>
                  <a:ext cx="25524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79F52A-4990-6EFA-9827-DDA1DEB4F4D4}"/>
                    </a:ext>
                  </a:extLst>
                </p14:cNvPr>
                <p14:cNvContentPartPr/>
                <p14:nvPr/>
              </p14:nvContentPartPr>
              <p14:xfrm>
                <a:off x="4910291" y="572095"/>
                <a:ext cx="261000" cy="219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79F52A-4990-6EFA-9827-DDA1DEB4F4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01291" y="563455"/>
                  <a:ext cx="278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638671A-D2D7-FB00-4DE3-15E3D3D627C9}"/>
                    </a:ext>
                  </a:extLst>
                </p14:cNvPr>
                <p14:cNvContentPartPr/>
                <p14:nvPr/>
              </p14:nvContentPartPr>
              <p14:xfrm>
                <a:off x="5169491" y="599095"/>
                <a:ext cx="23760" cy="19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638671A-D2D7-FB00-4DE3-15E3D3D627C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60851" y="590095"/>
                  <a:ext cx="41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6B0246C-79EA-B381-35D1-4C2461D489C5}"/>
                    </a:ext>
                  </a:extLst>
                </p14:cNvPr>
                <p14:cNvContentPartPr/>
                <p14:nvPr/>
              </p14:nvContentPartPr>
              <p14:xfrm>
                <a:off x="5188931" y="628615"/>
                <a:ext cx="156240" cy="258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6B0246C-79EA-B381-35D1-4C2461D489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79931" y="619975"/>
                  <a:ext cx="173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DCBE0D-BE96-FF2F-E8A4-CDDF6C1D0632}"/>
                    </a:ext>
                  </a:extLst>
                </p14:cNvPr>
                <p14:cNvContentPartPr/>
                <p14:nvPr/>
              </p14:nvContentPartPr>
              <p14:xfrm>
                <a:off x="5327891" y="675415"/>
                <a:ext cx="115200" cy="85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DCBE0D-BE96-FF2F-E8A4-CDDF6C1D063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18891" y="666415"/>
                  <a:ext cx="132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7E5D2AF-D117-0DAE-17C7-EC470964CC69}"/>
                    </a:ext>
                  </a:extLst>
                </p14:cNvPr>
                <p14:cNvContentPartPr/>
                <p14:nvPr/>
              </p14:nvContentPartPr>
              <p14:xfrm>
                <a:off x="4606451" y="399295"/>
                <a:ext cx="558360" cy="80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7E5D2AF-D117-0DAE-17C7-EC470964CC6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97451" y="390655"/>
                  <a:ext cx="57600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5CBDF0E-CA8B-34D4-90A2-7715A0072770}"/>
              </a:ext>
            </a:extLst>
          </p:cNvPr>
          <p:cNvGrpSpPr/>
          <p:nvPr/>
        </p:nvGrpSpPr>
        <p:grpSpPr>
          <a:xfrm>
            <a:off x="5710571" y="255655"/>
            <a:ext cx="1479960" cy="486720"/>
            <a:chOff x="5710571" y="255655"/>
            <a:chExt cx="147996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F4121D-EB29-17FC-B442-774B25E07361}"/>
                    </a:ext>
                  </a:extLst>
                </p14:cNvPr>
                <p14:cNvContentPartPr/>
                <p14:nvPr/>
              </p14:nvContentPartPr>
              <p14:xfrm>
                <a:off x="5710571" y="460135"/>
                <a:ext cx="133200" cy="15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F4121D-EB29-17FC-B442-774B25E073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01571" y="451135"/>
                  <a:ext cx="150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4F22226-0498-3276-02CF-931820289467}"/>
                    </a:ext>
                  </a:extLst>
                </p14:cNvPr>
                <p14:cNvContentPartPr/>
                <p14:nvPr/>
              </p14:nvContentPartPr>
              <p14:xfrm>
                <a:off x="5741891" y="522055"/>
                <a:ext cx="121680" cy="15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4F22226-0498-3276-02CF-9318202894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32891" y="513055"/>
                  <a:ext cx="139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C0F0BAF-06EA-71D9-2E2E-A43C661CCEF6}"/>
                    </a:ext>
                  </a:extLst>
                </p14:cNvPr>
                <p14:cNvContentPartPr/>
                <p14:nvPr/>
              </p14:nvContentPartPr>
              <p14:xfrm>
                <a:off x="6029171" y="255655"/>
                <a:ext cx="264960" cy="415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C0F0BAF-06EA-71D9-2E2E-A43C661CCEF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20531" y="247015"/>
                  <a:ext cx="2826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8158EC-F06B-001A-7695-E92445B6A828}"/>
                    </a:ext>
                  </a:extLst>
                </p14:cNvPr>
                <p14:cNvContentPartPr/>
                <p14:nvPr/>
              </p14:nvContentPartPr>
              <p14:xfrm>
                <a:off x="6328331" y="495775"/>
                <a:ext cx="379080" cy="246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8158EC-F06B-001A-7695-E92445B6A8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19331" y="486775"/>
                  <a:ext cx="3967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5202E7-A005-6AAC-3E13-AD4795267CC6}"/>
                    </a:ext>
                  </a:extLst>
                </p14:cNvPr>
                <p14:cNvContentPartPr/>
                <p14:nvPr/>
              </p14:nvContentPartPr>
              <p14:xfrm>
                <a:off x="6834131" y="283375"/>
                <a:ext cx="190440" cy="356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5202E7-A005-6AAC-3E13-AD4795267CC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25491" y="274375"/>
                  <a:ext cx="2080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81CF886-3DE5-CBF7-0BCF-E5FEF3D148E1}"/>
                    </a:ext>
                  </a:extLst>
                </p14:cNvPr>
                <p14:cNvContentPartPr/>
                <p14:nvPr/>
              </p14:nvContentPartPr>
              <p14:xfrm>
                <a:off x="6765371" y="444655"/>
                <a:ext cx="213840" cy="34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81CF886-3DE5-CBF7-0BCF-E5FEF3D148E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56371" y="435655"/>
                  <a:ext cx="231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4E1BCC-91D6-9897-FDB9-76CDA470D5D8}"/>
                    </a:ext>
                  </a:extLst>
                </p14:cNvPr>
                <p14:cNvContentPartPr/>
                <p14:nvPr/>
              </p14:nvContentPartPr>
              <p14:xfrm>
                <a:off x="7029251" y="528175"/>
                <a:ext cx="161280" cy="144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4E1BCC-91D6-9897-FDB9-76CDA470D5D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20611" y="519175"/>
                  <a:ext cx="17892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166C9F-8789-C59E-8603-BE66C0EC8971}"/>
              </a:ext>
            </a:extLst>
          </p:cNvPr>
          <p:cNvGrpSpPr/>
          <p:nvPr/>
        </p:nvGrpSpPr>
        <p:grpSpPr>
          <a:xfrm>
            <a:off x="4888691" y="1366615"/>
            <a:ext cx="621720" cy="221400"/>
            <a:chOff x="4888691" y="1366615"/>
            <a:chExt cx="621720" cy="22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203F177-A8EB-258A-DB9E-4C0659FDD804}"/>
                    </a:ext>
                  </a:extLst>
                </p14:cNvPr>
                <p14:cNvContentPartPr/>
                <p14:nvPr/>
              </p14:nvContentPartPr>
              <p14:xfrm>
                <a:off x="4888691" y="1366615"/>
                <a:ext cx="317160" cy="221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203F177-A8EB-258A-DB9E-4C0659FDD80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79691" y="1357615"/>
                  <a:ext cx="3348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C955720-A789-917C-D318-A39FA5C141A1}"/>
                    </a:ext>
                  </a:extLst>
                </p14:cNvPr>
                <p14:cNvContentPartPr/>
                <p14:nvPr/>
              </p14:nvContentPartPr>
              <p14:xfrm>
                <a:off x="5313491" y="1417375"/>
                <a:ext cx="168120" cy="10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C955720-A789-917C-D318-A39FA5C141A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04851" y="1408375"/>
                  <a:ext cx="1857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302692D-8D6F-9E21-764B-BF424D851C87}"/>
                    </a:ext>
                  </a:extLst>
                </p14:cNvPr>
                <p14:cNvContentPartPr/>
                <p14:nvPr/>
              </p14:nvContentPartPr>
              <p14:xfrm>
                <a:off x="5326091" y="1507735"/>
                <a:ext cx="184320" cy="12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302692D-8D6F-9E21-764B-BF424D851C8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17091" y="1498735"/>
                  <a:ext cx="2019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4953356-CAAE-80CE-2D83-4EFE8809701C}"/>
              </a:ext>
            </a:extLst>
          </p:cNvPr>
          <p:cNvGrpSpPr/>
          <p:nvPr/>
        </p:nvGrpSpPr>
        <p:grpSpPr>
          <a:xfrm>
            <a:off x="5832251" y="1034695"/>
            <a:ext cx="1086120" cy="874440"/>
            <a:chOff x="5832251" y="1034695"/>
            <a:chExt cx="1086120" cy="87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6663433-FB68-8C14-30D6-388DC74FA06F}"/>
                    </a:ext>
                  </a:extLst>
                </p14:cNvPr>
                <p14:cNvContentPartPr/>
                <p14:nvPr/>
              </p14:nvContentPartPr>
              <p14:xfrm>
                <a:off x="5862851" y="1034695"/>
                <a:ext cx="275400" cy="359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6663433-FB68-8C14-30D6-388DC74FA06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4211" y="1025695"/>
                  <a:ext cx="2930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28C7F8-E029-1E48-578A-9A11F9F374C3}"/>
                    </a:ext>
                  </a:extLst>
                </p14:cNvPr>
                <p14:cNvContentPartPr/>
                <p14:nvPr/>
              </p14:nvContentPartPr>
              <p14:xfrm>
                <a:off x="5832251" y="1203895"/>
                <a:ext cx="307440" cy="36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28C7F8-E029-1E48-578A-9A11F9F374C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23251" y="1194895"/>
                  <a:ext cx="325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A15B3B8-8839-F08F-30CF-AC1B1C488C46}"/>
                    </a:ext>
                  </a:extLst>
                </p14:cNvPr>
                <p14:cNvContentPartPr/>
                <p14:nvPr/>
              </p14:nvContentPartPr>
              <p14:xfrm>
                <a:off x="6156611" y="1323415"/>
                <a:ext cx="47160" cy="120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A15B3B8-8839-F08F-30CF-AC1B1C488C4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47611" y="1314415"/>
                  <a:ext cx="64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3F7C437-C2B1-4CBC-E0C7-2714B5B781DD}"/>
                    </a:ext>
                  </a:extLst>
                </p14:cNvPr>
                <p14:cNvContentPartPr/>
                <p14:nvPr/>
              </p14:nvContentPartPr>
              <p14:xfrm>
                <a:off x="6201611" y="1148095"/>
                <a:ext cx="511920" cy="617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3F7C437-C2B1-4CBC-E0C7-2714B5B781D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92611" y="1139455"/>
                  <a:ext cx="52956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421FEEF-8A13-98D6-2026-FC5C5B38FF40}"/>
                    </a:ext>
                  </a:extLst>
                </p14:cNvPr>
                <p14:cNvContentPartPr/>
                <p14:nvPr/>
              </p14:nvContentPartPr>
              <p14:xfrm>
                <a:off x="6399251" y="1582975"/>
                <a:ext cx="258840" cy="47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421FEEF-8A13-98D6-2026-FC5C5B38FF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90611" y="1574335"/>
                  <a:ext cx="276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581A06-341F-203F-8E18-F9BA4C34C68E}"/>
                    </a:ext>
                  </a:extLst>
                </p14:cNvPr>
                <p14:cNvContentPartPr/>
                <p14:nvPr/>
              </p14:nvContentPartPr>
              <p14:xfrm>
                <a:off x="6658811" y="1776655"/>
                <a:ext cx="259560" cy="132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581A06-341F-203F-8E18-F9BA4C34C6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50171" y="1768015"/>
                  <a:ext cx="27720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B76152-D056-FDF5-C48F-B339EEE5114A}"/>
              </a:ext>
            </a:extLst>
          </p:cNvPr>
          <p:cNvGrpSpPr/>
          <p:nvPr/>
        </p:nvGrpSpPr>
        <p:grpSpPr>
          <a:xfrm>
            <a:off x="7919171" y="318295"/>
            <a:ext cx="1921680" cy="386640"/>
            <a:chOff x="7919171" y="318295"/>
            <a:chExt cx="192168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9E39538-DD23-1DAD-1636-165FB10C6299}"/>
                    </a:ext>
                  </a:extLst>
                </p14:cNvPr>
                <p14:cNvContentPartPr/>
                <p14:nvPr/>
              </p14:nvContentPartPr>
              <p14:xfrm>
                <a:off x="7919171" y="394255"/>
                <a:ext cx="318600" cy="213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E39538-DD23-1DAD-1636-165FB10C629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10171" y="385255"/>
                  <a:ext cx="336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36A08E8-F04C-D7A6-0004-644AA87520B6}"/>
                    </a:ext>
                  </a:extLst>
                </p14:cNvPr>
                <p14:cNvContentPartPr/>
                <p14:nvPr/>
              </p14:nvContentPartPr>
              <p14:xfrm>
                <a:off x="8250731" y="402895"/>
                <a:ext cx="12600" cy="5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36A08E8-F04C-D7A6-0004-644AA87520B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42091" y="393895"/>
                  <a:ext cx="30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F23CBD8-7877-6607-21D8-7E6F57C0A08C}"/>
                    </a:ext>
                  </a:extLst>
                </p14:cNvPr>
                <p14:cNvContentPartPr/>
                <p14:nvPr/>
              </p14:nvContentPartPr>
              <p14:xfrm>
                <a:off x="8271971" y="410455"/>
                <a:ext cx="139680" cy="180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F23CBD8-7877-6607-21D8-7E6F57C0A0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63331" y="401455"/>
                  <a:ext cx="1573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ADC9491-7FE2-44D3-68ED-EA44E3C95F1E}"/>
                    </a:ext>
                  </a:extLst>
                </p14:cNvPr>
                <p14:cNvContentPartPr/>
                <p14:nvPr/>
              </p14:nvContentPartPr>
              <p14:xfrm>
                <a:off x="8455571" y="378775"/>
                <a:ext cx="225720" cy="326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ADC9491-7FE2-44D3-68ED-EA44E3C95F1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6931" y="370135"/>
                  <a:ext cx="2433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4F3E155-D1F7-4160-95B5-A1CE3A107605}"/>
                    </a:ext>
                  </a:extLst>
                </p14:cNvPr>
                <p14:cNvContentPartPr/>
                <p14:nvPr/>
              </p14:nvContentPartPr>
              <p14:xfrm>
                <a:off x="8696051" y="413335"/>
                <a:ext cx="139320" cy="141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4F3E155-D1F7-4160-95B5-A1CE3A10760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87051" y="404695"/>
                  <a:ext cx="156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466838B-66C9-95AC-1617-2733043292DD}"/>
                    </a:ext>
                  </a:extLst>
                </p14:cNvPr>
                <p14:cNvContentPartPr/>
                <p14:nvPr/>
              </p14:nvContentPartPr>
              <p14:xfrm>
                <a:off x="8890811" y="407935"/>
                <a:ext cx="157680" cy="142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466838B-66C9-95AC-1617-2733043292D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81811" y="399295"/>
                  <a:ext cx="175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4D525FE-E765-A93D-E129-6A21AFC2A08C}"/>
                    </a:ext>
                  </a:extLst>
                </p14:cNvPr>
                <p14:cNvContentPartPr/>
                <p14:nvPr/>
              </p14:nvContentPartPr>
              <p14:xfrm>
                <a:off x="9120491" y="407935"/>
                <a:ext cx="300960" cy="150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4D525FE-E765-A93D-E129-6A21AFC2A08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11491" y="398935"/>
                  <a:ext cx="318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717455-DC49-1FD1-9F44-6E693A7927E6}"/>
                    </a:ext>
                  </a:extLst>
                </p14:cNvPr>
                <p14:cNvContentPartPr/>
                <p14:nvPr/>
              </p14:nvContentPartPr>
              <p14:xfrm>
                <a:off x="9488771" y="318295"/>
                <a:ext cx="325440" cy="268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717455-DC49-1FD1-9F44-6E693A7927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480131" y="309295"/>
                  <a:ext cx="343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290D36-F1B9-122A-1B85-F9E3E55A02C1}"/>
                    </a:ext>
                  </a:extLst>
                </p14:cNvPr>
                <p14:cNvContentPartPr/>
                <p14:nvPr/>
              </p14:nvContentPartPr>
              <p14:xfrm>
                <a:off x="9695771" y="429535"/>
                <a:ext cx="145080" cy="10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290D36-F1B9-122A-1B85-F9E3E55A02C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87131" y="420895"/>
                  <a:ext cx="1627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29D46C7-37A9-D576-4C7C-539664CF0CCF}"/>
              </a:ext>
            </a:extLst>
          </p:cNvPr>
          <p:cNvGrpSpPr/>
          <p:nvPr/>
        </p:nvGrpSpPr>
        <p:grpSpPr>
          <a:xfrm>
            <a:off x="10140731" y="364735"/>
            <a:ext cx="1002960" cy="221400"/>
            <a:chOff x="10140731" y="364735"/>
            <a:chExt cx="1002960" cy="22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3D7C448-103E-6778-F232-92FD7FB2C6A1}"/>
                    </a:ext>
                  </a:extLst>
                </p14:cNvPr>
                <p14:cNvContentPartPr/>
                <p14:nvPr/>
              </p14:nvContentPartPr>
              <p14:xfrm>
                <a:off x="10140731" y="412615"/>
                <a:ext cx="228960" cy="160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3D7C448-103E-6778-F232-92FD7FB2C6A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31731" y="403975"/>
                  <a:ext cx="246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0E9DB03-9C4A-9C3F-15FD-E3593D3FB70F}"/>
                    </a:ext>
                  </a:extLst>
                </p14:cNvPr>
                <p14:cNvContentPartPr/>
                <p14:nvPr/>
              </p14:nvContentPartPr>
              <p14:xfrm>
                <a:off x="10421891" y="364735"/>
                <a:ext cx="252000" cy="192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0E9DB03-9C4A-9C3F-15FD-E3593D3FB70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413251" y="356095"/>
                  <a:ext cx="2696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2E48DA-1AD9-50B1-F063-1B40B6FAD4CE}"/>
                    </a:ext>
                  </a:extLst>
                </p14:cNvPr>
                <p14:cNvContentPartPr/>
                <p14:nvPr/>
              </p14:nvContentPartPr>
              <p14:xfrm>
                <a:off x="10714931" y="404695"/>
                <a:ext cx="428760" cy="181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2E48DA-1AD9-50B1-F063-1B40B6FAD4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706291" y="395695"/>
                  <a:ext cx="44640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980627C-6A16-63A7-DDDB-5EBD66743A23}"/>
              </a:ext>
            </a:extLst>
          </p:cNvPr>
          <p:cNvGrpSpPr/>
          <p:nvPr/>
        </p:nvGrpSpPr>
        <p:grpSpPr>
          <a:xfrm>
            <a:off x="7776251" y="1378855"/>
            <a:ext cx="1770120" cy="358920"/>
            <a:chOff x="7776251" y="1378855"/>
            <a:chExt cx="177012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C72CCA-3384-4FA7-ADBC-F809894F2E99}"/>
                    </a:ext>
                  </a:extLst>
                </p14:cNvPr>
                <p14:cNvContentPartPr/>
                <p14:nvPr/>
              </p14:nvContentPartPr>
              <p14:xfrm>
                <a:off x="7776251" y="1463455"/>
                <a:ext cx="507600" cy="181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C72CCA-3384-4FA7-ADBC-F809894F2E9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67611" y="1454815"/>
                  <a:ext cx="525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38B7D5-C00F-B973-EC5A-A07056AA8F02}"/>
                    </a:ext>
                  </a:extLst>
                </p14:cNvPr>
                <p14:cNvContentPartPr/>
                <p14:nvPr/>
              </p14:nvContentPartPr>
              <p14:xfrm>
                <a:off x="8366291" y="1483615"/>
                <a:ext cx="117360" cy="254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38B7D5-C00F-B973-EC5A-A07056AA8F0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57651" y="1474975"/>
                  <a:ext cx="135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EC8A779-01E2-0358-83E5-7BC210867B07}"/>
                    </a:ext>
                  </a:extLst>
                </p14:cNvPr>
                <p14:cNvContentPartPr/>
                <p14:nvPr/>
              </p14:nvContentPartPr>
              <p14:xfrm>
                <a:off x="8476091" y="1454095"/>
                <a:ext cx="164520" cy="146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EC8A779-01E2-0358-83E5-7BC210867B0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67091" y="1445095"/>
                  <a:ext cx="182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5EA94F5-FE1A-3277-9E65-6CC09833EC04}"/>
                    </a:ext>
                  </a:extLst>
                </p14:cNvPr>
                <p14:cNvContentPartPr/>
                <p14:nvPr/>
              </p14:nvContentPartPr>
              <p14:xfrm>
                <a:off x="8644571" y="1481455"/>
                <a:ext cx="76680" cy="111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5EA94F5-FE1A-3277-9E65-6CC09833EC0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35931" y="1472455"/>
                  <a:ext cx="943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FCE25EF-4BE7-72EB-CAFD-FF195E34B9FD}"/>
                    </a:ext>
                  </a:extLst>
                </p14:cNvPr>
                <p14:cNvContentPartPr/>
                <p14:nvPr/>
              </p14:nvContentPartPr>
              <p14:xfrm>
                <a:off x="8760131" y="1418455"/>
                <a:ext cx="313200" cy="176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FCE25EF-4BE7-72EB-CAFD-FF195E34B9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51491" y="1409455"/>
                  <a:ext cx="330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09CB7A8-1F2C-6787-A781-63F30F6D47BA}"/>
                    </a:ext>
                  </a:extLst>
                </p14:cNvPr>
                <p14:cNvContentPartPr/>
                <p14:nvPr/>
              </p14:nvContentPartPr>
              <p14:xfrm>
                <a:off x="9127331" y="1420255"/>
                <a:ext cx="9720" cy="145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09CB7A8-1F2C-6787-A781-63F30F6D47B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18331" y="1411255"/>
                  <a:ext cx="27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16B60C5-DDA4-8D95-72CC-F5F409A56E44}"/>
                    </a:ext>
                  </a:extLst>
                </p14:cNvPr>
                <p14:cNvContentPartPr/>
                <p14:nvPr/>
              </p14:nvContentPartPr>
              <p14:xfrm>
                <a:off x="9175931" y="1378855"/>
                <a:ext cx="370440" cy="208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16B60C5-DDA4-8D95-72CC-F5F409A56E4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66931" y="1369855"/>
                  <a:ext cx="38808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0CD3D5D-A14F-2797-9361-19AF84EE6179}"/>
              </a:ext>
            </a:extLst>
          </p:cNvPr>
          <p:cNvGrpSpPr/>
          <p:nvPr/>
        </p:nvGrpSpPr>
        <p:grpSpPr>
          <a:xfrm>
            <a:off x="9842291" y="1352935"/>
            <a:ext cx="859680" cy="296280"/>
            <a:chOff x="9842291" y="1352935"/>
            <a:chExt cx="85968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5C77E1E-8BFC-40C3-7473-0679E8AA7CE6}"/>
                    </a:ext>
                  </a:extLst>
                </p14:cNvPr>
                <p14:cNvContentPartPr/>
                <p14:nvPr/>
              </p14:nvContentPartPr>
              <p14:xfrm>
                <a:off x="9842291" y="1366615"/>
                <a:ext cx="478800" cy="282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5C77E1E-8BFC-40C3-7473-0679E8AA7CE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33291" y="1357615"/>
                  <a:ext cx="4964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B3158CB-7515-DC44-9032-BB4280186FAF}"/>
                    </a:ext>
                  </a:extLst>
                </p14:cNvPr>
                <p14:cNvContentPartPr/>
                <p14:nvPr/>
              </p14:nvContentPartPr>
              <p14:xfrm>
                <a:off x="10209131" y="1484335"/>
                <a:ext cx="213120" cy="73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B3158CB-7515-DC44-9032-BB4280186FA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00131" y="1475695"/>
                  <a:ext cx="230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3DDA2D-5273-EA3E-40DD-0083A6C5A71A}"/>
                    </a:ext>
                  </a:extLst>
                </p14:cNvPr>
                <p14:cNvContentPartPr/>
                <p14:nvPr/>
              </p14:nvContentPartPr>
              <p14:xfrm>
                <a:off x="10450691" y="1352935"/>
                <a:ext cx="251280" cy="239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3DDA2D-5273-EA3E-40DD-0083A6C5A71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41691" y="1344295"/>
                  <a:ext cx="26892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1E81D6A-13CC-F4CD-5A5B-5AE538056E24}"/>
              </a:ext>
            </a:extLst>
          </p:cNvPr>
          <p:cNvGrpSpPr/>
          <p:nvPr/>
        </p:nvGrpSpPr>
        <p:grpSpPr>
          <a:xfrm>
            <a:off x="358091" y="2737495"/>
            <a:ext cx="3195000" cy="435600"/>
            <a:chOff x="358091" y="2737495"/>
            <a:chExt cx="319500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E4FF835-A737-DD93-A96D-A74EF21CFD2A}"/>
                    </a:ext>
                  </a:extLst>
                </p14:cNvPr>
                <p14:cNvContentPartPr/>
                <p14:nvPr/>
              </p14:nvContentPartPr>
              <p14:xfrm>
                <a:off x="366011" y="2833255"/>
                <a:ext cx="182880" cy="339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E4FF835-A737-DD93-A96D-A74EF21CFD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7371" y="2824615"/>
                  <a:ext cx="2005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93788BC-8B65-B145-7FBC-53E041738802}"/>
                    </a:ext>
                  </a:extLst>
                </p14:cNvPr>
                <p14:cNvContentPartPr/>
                <p14:nvPr/>
              </p14:nvContentPartPr>
              <p14:xfrm>
                <a:off x="358091" y="2920735"/>
                <a:ext cx="282240" cy="213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93788BC-8B65-B145-7FBC-53E04173880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9091" y="2911735"/>
                  <a:ext cx="299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C625EC-1B82-187F-05EE-BC6DAEA63A7B}"/>
                    </a:ext>
                  </a:extLst>
                </p14:cNvPr>
                <p14:cNvContentPartPr/>
                <p14:nvPr/>
              </p14:nvContentPartPr>
              <p14:xfrm>
                <a:off x="708371" y="2940535"/>
                <a:ext cx="80640" cy="191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9C625EC-1B82-187F-05EE-BC6DAEA63A7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9371" y="2931895"/>
                  <a:ext cx="982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055F997-E3A9-7721-4CED-633E5544CBB3}"/>
                    </a:ext>
                  </a:extLst>
                </p14:cNvPr>
                <p14:cNvContentPartPr/>
                <p14:nvPr/>
              </p14:nvContentPartPr>
              <p14:xfrm>
                <a:off x="898811" y="2912455"/>
                <a:ext cx="400320" cy="218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055F997-E3A9-7721-4CED-633E5544CBB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0171" y="2903815"/>
                  <a:ext cx="417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245BEE0-0F37-808C-D90C-AA43643205EB}"/>
                    </a:ext>
                  </a:extLst>
                </p14:cNvPr>
                <p14:cNvContentPartPr/>
                <p14:nvPr/>
              </p14:nvContentPartPr>
              <p14:xfrm>
                <a:off x="1344851" y="2859895"/>
                <a:ext cx="54720" cy="279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245BEE0-0F37-808C-D90C-AA43643205E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36211" y="2851255"/>
                  <a:ext cx="723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03EC8E-0A1F-48FD-0127-01913D101E71}"/>
                    </a:ext>
                  </a:extLst>
                </p14:cNvPr>
                <p14:cNvContentPartPr/>
                <p14:nvPr/>
              </p14:nvContentPartPr>
              <p14:xfrm>
                <a:off x="1289411" y="2990215"/>
                <a:ext cx="351720" cy="145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03EC8E-0A1F-48FD-0127-01913D101E7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80771" y="2981575"/>
                  <a:ext cx="369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6BA9EBA-E0B8-7E22-5865-74361244EE62}"/>
                    </a:ext>
                  </a:extLst>
                </p14:cNvPr>
                <p14:cNvContentPartPr/>
                <p14:nvPr/>
              </p14:nvContentPartPr>
              <p14:xfrm>
                <a:off x="1656611" y="2825695"/>
                <a:ext cx="491760" cy="292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6BA9EBA-E0B8-7E22-5865-74361244EE6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47971" y="2816695"/>
                  <a:ext cx="5094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60D49D7-FDB8-4347-2B49-60BAD5158FB8}"/>
                    </a:ext>
                  </a:extLst>
                </p14:cNvPr>
                <p14:cNvContentPartPr/>
                <p14:nvPr/>
              </p14:nvContentPartPr>
              <p14:xfrm>
                <a:off x="2193371" y="2955655"/>
                <a:ext cx="204120" cy="149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60D49D7-FDB8-4347-2B49-60BAD5158FB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84731" y="2946655"/>
                  <a:ext cx="221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67EA7C8-2FF7-D76E-E7C5-F083479F1A2E}"/>
                    </a:ext>
                  </a:extLst>
                </p14:cNvPr>
                <p14:cNvContentPartPr/>
                <p14:nvPr/>
              </p14:nvContentPartPr>
              <p14:xfrm>
                <a:off x="2442131" y="2949535"/>
                <a:ext cx="132840" cy="122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67EA7C8-2FF7-D76E-E7C5-F083479F1A2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33491" y="2940535"/>
                  <a:ext cx="150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82A4AD4-987A-0B57-46F2-51C2A4C57550}"/>
                    </a:ext>
                  </a:extLst>
                </p14:cNvPr>
                <p14:cNvContentPartPr/>
                <p14:nvPr/>
              </p14:nvContentPartPr>
              <p14:xfrm>
                <a:off x="2628251" y="2737495"/>
                <a:ext cx="209160" cy="345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82A4AD4-987A-0B57-46F2-51C2A4C5755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19611" y="2728495"/>
                  <a:ext cx="2268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B6F507B-D90B-3DBD-8278-FD7E9A3F1345}"/>
                    </a:ext>
                  </a:extLst>
                </p14:cNvPr>
                <p14:cNvContentPartPr/>
                <p14:nvPr/>
              </p14:nvContentPartPr>
              <p14:xfrm>
                <a:off x="3015971" y="2852695"/>
                <a:ext cx="537120" cy="147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B6F507B-D90B-3DBD-8278-FD7E9A3F134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06971" y="2844055"/>
                  <a:ext cx="55476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31E4A81-231A-B289-1AC7-AD5D01E3F8A9}"/>
              </a:ext>
            </a:extLst>
          </p:cNvPr>
          <p:cNvGrpSpPr/>
          <p:nvPr/>
        </p:nvGrpSpPr>
        <p:grpSpPr>
          <a:xfrm>
            <a:off x="3883211" y="2652535"/>
            <a:ext cx="1418040" cy="483840"/>
            <a:chOff x="3883211" y="2652535"/>
            <a:chExt cx="1418040" cy="48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1A6C02-4981-F105-2820-4F7A58FB400C}"/>
                    </a:ext>
                  </a:extLst>
                </p14:cNvPr>
                <p14:cNvContentPartPr/>
                <p14:nvPr/>
              </p14:nvContentPartPr>
              <p14:xfrm>
                <a:off x="3908771" y="2697175"/>
                <a:ext cx="19080" cy="279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1A6C02-4981-F105-2820-4F7A58FB400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00131" y="2688535"/>
                  <a:ext cx="367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6A013F-B3BD-B2B9-67E6-AD64B6035703}"/>
                    </a:ext>
                  </a:extLst>
                </p14:cNvPr>
                <p14:cNvContentPartPr/>
                <p14:nvPr/>
              </p14:nvContentPartPr>
              <p14:xfrm>
                <a:off x="3883211" y="2698615"/>
                <a:ext cx="202320" cy="309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A013F-B3BD-B2B9-67E6-AD64B603570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74571" y="2689975"/>
                  <a:ext cx="2199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D95A76A-2FB1-C23C-DDBC-C6C29460F35E}"/>
                    </a:ext>
                  </a:extLst>
                </p14:cNvPr>
                <p14:cNvContentPartPr/>
                <p14:nvPr/>
              </p14:nvContentPartPr>
              <p14:xfrm>
                <a:off x="4069331" y="2833615"/>
                <a:ext cx="566640" cy="302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D95A76A-2FB1-C23C-DDBC-C6C29460F35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60691" y="2824615"/>
                  <a:ext cx="5842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EFA92CA-1AB3-9ECA-DDE9-7FDA551495A4}"/>
                    </a:ext>
                  </a:extLst>
                </p14:cNvPr>
                <p14:cNvContentPartPr/>
                <p14:nvPr/>
              </p14:nvContentPartPr>
              <p14:xfrm>
                <a:off x="4811291" y="2652535"/>
                <a:ext cx="26640" cy="318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EFA92CA-1AB3-9ECA-DDE9-7FDA551495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02651" y="2643535"/>
                  <a:ext cx="442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CC0E1E4-D996-FB77-1672-6623EFD57FFD}"/>
                    </a:ext>
                  </a:extLst>
                </p14:cNvPr>
                <p14:cNvContentPartPr/>
                <p14:nvPr/>
              </p14:nvContentPartPr>
              <p14:xfrm>
                <a:off x="4768091" y="2812735"/>
                <a:ext cx="533160" cy="131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CC0E1E4-D996-FB77-1672-6623EFD57FF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59091" y="2804095"/>
                  <a:ext cx="55080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2F15AB2-DCE6-4AD5-2842-1BF88760F37D}"/>
              </a:ext>
            </a:extLst>
          </p:cNvPr>
          <p:cNvGrpSpPr/>
          <p:nvPr/>
        </p:nvGrpSpPr>
        <p:grpSpPr>
          <a:xfrm>
            <a:off x="5705171" y="2493415"/>
            <a:ext cx="870480" cy="533160"/>
            <a:chOff x="5705171" y="2493415"/>
            <a:chExt cx="870480" cy="53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C21BC81-0DD4-2ED3-80BA-DC33851A78D1}"/>
                    </a:ext>
                  </a:extLst>
                </p14:cNvPr>
                <p14:cNvContentPartPr/>
                <p14:nvPr/>
              </p14:nvContentPartPr>
              <p14:xfrm>
                <a:off x="5705171" y="2596015"/>
                <a:ext cx="115200" cy="344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C21BC81-0DD4-2ED3-80BA-DC33851A78D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96171" y="2587375"/>
                  <a:ext cx="1328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6CDF29F-1174-E3C1-A3A5-078B2EF67F6D}"/>
                    </a:ext>
                  </a:extLst>
                </p14:cNvPr>
                <p14:cNvContentPartPr/>
                <p14:nvPr/>
              </p14:nvContentPartPr>
              <p14:xfrm>
                <a:off x="5959331" y="2644255"/>
                <a:ext cx="105480" cy="226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6CDF29F-1174-E3C1-A3A5-078B2EF67F6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50331" y="2635255"/>
                  <a:ext cx="123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992F7D3-033D-BB63-435C-E6BD514AA8DD}"/>
                    </a:ext>
                  </a:extLst>
                </p14:cNvPr>
                <p14:cNvContentPartPr/>
                <p14:nvPr/>
              </p14:nvContentPartPr>
              <p14:xfrm>
                <a:off x="5942051" y="2785015"/>
                <a:ext cx="216720" cy="106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992F7D3-033D-BB63-435C-E6BD514AA8D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33411" y="2776015"/>
                  <a:ext cx="234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22535E-F670-D963-7B46-955D9259C7E1}"/>
                    </a:ext>
                  </a:extLst>
                </p14:cNvPr>
                <p14:cNvContentPartPr/>
                <p14:nvPr/>
              </p14:nvContentPartPr>
              <p14:xfrm>
                <a:off x="6136451" y="2638135"/>
                <a:ext cx="257760" cy="232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22535E-F670-D963-7B46-955D9259C7E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127811" y="2629495"/>
                  <a:ext cx="2754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8C6B202-0B3C-812B-CABD-9C3EB23C0A6C}"/>
                    </a:ext>
                  </a:extLst>
                </p14:cNvPr>
                <p14:cNvContentPartPr/>
                <p14:nvPr/>
              </p14:nvContentPartPr>
              <p14:xfrm>
                <a:off x="6302051" y="2493415"/>
                <a:ext cx="273600" cy="533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8C6B202-0B3C-812B-CABD-9C3EB23C0A6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93051" y="2484775"/>
                  <a:ext cx="291240" cy="55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18BB00E-7BE7-EAFD-C388-81082479DDDA}"/>
              </a:ext>
            </a:extLst>
          </p:cNvPr>
          <p:cNvGrpSpPr/>
          <p:nvPr/>
        </p:nvGrpSpPr>
        <p:grpSpPr>
          <a:xfrm>
            <a:off x="3876731" y="3417535"/>
            <a:ext cx="715320" cy="339840"/>
            <a:chOff x="3876731" y="3417535"/>
            <a:chExt cx="71532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B5024E7-CD78-E8C8-0F27-F89000B4421F}"/>
                    </a:ext>
                  </a:extLst>
                </p14:cNvPr>
                <p14:cNvContentPartPr/>
                <p14:nvPr/>
              </p14:nvContentPartPr>
              <p14:xfrm>
                <a:off x="3876731" y="3430135"/>
                <a:ext cx="286200" cy="327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B5024E7-CD78-E8C8-0F27-F89000B4421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67731" y="3421495"/>
                  <a:ext cx="3038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4C8978E-F7B9-E5E1-D62A-4B07A29A76DD}"/>
                    </a:ext>
                  </a:extLst>
                </p14:cNvPr>
                <p14:cNvContentPartPr/>
                <p14:nvPr/>
              </p14:nvContentPartPr>
              <p14:xfrm>
                <a:off x="4255811" y="3417535"/>
                <a:ext cx="137160" cy="276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4C8978E-F7B9-E5E1-D62A-4B07A29A76D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246811" y="3408895"/>
                  <a:ext cx="154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7B460D6-A59F-552C-D1DF-C109F00DC243}"/>
                    </a:ext>
                  </a:extLst>
                </p14:cNvPr>
                <p14:cNvContentPartPr/>
                <p14:nvPr/>
              </p14:nvContentPartPr>
              <p14:xfrm>
                <a:off x="4241051" y="3559375"/>
                <a:ext cx="351000" cy="152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7B460D6-A59F-552C-D1DF-C109F00DC24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32051" y="3550735"/>
                  <a:ext cx="3686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449F698-E496-4708-BE54-6EE61D73D1F9}"/>
              </a:ext>
            </a:extLst>
          </p:cNvPr>
          <p:cNvGrpSpPr/>
          <p:nvPr/>
        </p:nvGrpSpPr>
        <p:grpSpPr>
          <a:xfrm>
            <a:off x="3716171" y="4039975"/>
            <a:ext cx="1133640" cy="382320"/>
            <a:chOff x="3716171" y="4039975"/>
            <a:chExt cx="113364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A4CEE8F-F33C-3355-F42B-BD5B464852EE}"/>
                    </a:ext>
                  </a:extLst>
                </p14:cNvPr>
                <p14:cNvContentPartPr/>
                <p14:nvPr/>
              </p14:nvContentPartPr>
              <p14:xfrm>
                <a:off x="3921011" y="4056535"/>
                <a:ext cx="15480" cy="313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A4CEE8F-F33C-3355-F42B-BD5B464852E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912371" y="4047535"/>
                  <a:ext cx="331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8CCD917-AD18-161A-3982-61F73FC9188E}"/>
                    </a:ext>
                  </a:extLst>
                </p14:cNvPr>
                <p14:cNvContentPartPr/>
                <p14:nvPr/>
              </p14:nvContentPartPr>
              <p14:xfrm>
                <a:off x="3716171" y="4039975"/>
                <a:ext cx="510840" cy="363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8CCD917-AD18-161A-3982-61F73FC9188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707171" y="4030975"/>
                  <a:ext cx="5284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6432653-DC62-8539-BC57-CBA62451578C}"/>
                    </a:ext>
                  </a:extLst>
                </p14:cNvPr>
                <p14:cNvContentPartPr/>
                <p14:nvPr/>
              </p14:nvContentPartPr>
              <p14:xfrm>
                <a:off x="4167611" y="4221055"/>
                <a:ext cx="15120" cy="132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6432653-DC62-8539-BC57-CBA62451578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58611" y="4212415"/>
                  <a:ext cx="32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884D60D-E212-DAF7-1381-247F1EADA0A6}"/>
                    </a:ext>
                  </a:extLst>
                </p14:cNvPr>
                <p14:cNvContentPartPr/>
                <p14:nvPr/>
              </p14:nvContentPartPr>
              <p14:xfrm>
                <a:off x="4273091" y="4191895"/>
                <a:ext cx="155520" cy="211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884D60D-E212-DAF7-1381-247F1EADA0A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64451" y="4183255"/>
                  <a:ext cx="173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6CE740B-035E-ECFA-976D-4B5BD91BCF47}"/>
                    </a:ext>
                  </a:extLst>
                </p14:cNvPr>
                <p14:cNvContentPartPr/>
                <p14:nvPr/>
              </p14:nvContentPartPr>
              <p14:xfrm>
                <a:off x="4504931" y="4200175"/>
                <a:ext cx="288000" cy="210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6CE740B-035E-ECFA-976D-4B5BD91BCF4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496291" y="4191535"/>
                  <a:ext cx="305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2A2D44D-6A85-3AB3-E2A6-F4BCACCB406E}"/>
                    </a:ext>
                  </a:extLst>
                </p14:cNvPr>
                <p14:cNvContentPartPr/>
                <p14:nvPr/>
              </p14:nvContentPartPr>
              <p14:xfrm>
                <a:off x="4827851" y="4078135"/>
                <a:ext cx="21960" cy="344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2A2D44D-6A85-3AB3-E2A6-F4BCACCB406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18851" y="4069135"/>
                  <a:ext cx="3960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75AC082-0F95-D3A8-7FE7-CD91358C2A2B}"/>
              </a:ext>
            </a:extLst>
          </p:cNvPr>
          <p:cNvGrpSpPr/>
          <p:nvPr/>
        </p:nvGrpSpPr>
        <p:grpSpPr>
          <a:xfrm>
            <a:off x="5106491" y="3343375"/>
            <a:ext cx="3011760" cy="1085400"/>
            <a:chOff x="5106491" y="3343375"/>
            <a:chExt cx="3011760" cy="10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1882C82-2C8F-E3BB-587F-FA0989E04A36}"/>
                    </a:ext>
                  </a:extLst>
                </p14:cNvPr>
                <p14:cNvContentPartPr/>
                <p14:nvPr/>
              </p14:nvContentPartPr>
              <p14:xfrm>
                <a:off x="5106491" y="3343375"/>
                <a:ext cx="245160" cy="1085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1882C82-2C8F-E3BB-587F-FA0989E04A3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97851" y="3334735"/>
                  <a:ext cx="262800" cy="11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5BA5633-1CCD-586E-055D-BA786ADCB938}"/>
                    </a:ext>
                  </a:extLst>
                </p14:cNvPr>
                <p14:cNvContentPartPr/>
                <p14:nvPr/>
              </p14:nvContentPartPr>
              <p14:xfrm>
                <a:off x="5502851" y="3771775"/>
                <a:ext cx="204120" cy="345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5BA5633-1CCD-586E-055D-BA786ADCB93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93851" y="3762775"/>
                  <a:ext cx="2217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EEDDD28-B92A-0A42-86DC-2BAFB891C14B}"/>
                    </a:ext>
                  </a:extLst>
                </p14:cNvPr>
                <p14:cNvContentPartPr/>
                <p14:nvPr/>
              </p14:nvContentPartPr>
              <p14:xfrm>
                <a:off x="5726411" y="3766015"/>
                <a:ext cx="124560" cy="180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EEDDD28-B92A-0A42-86DC-2BAFB891C1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17411" y="3757375"/>
                  <a:ext cx="142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94178CD-8333-CEBD-A1FA-DB82A0D57C11}"/>
                    </a:ext>
                  </a:extLst>
                </p14:cNvPr>
                <p14:cNvContentPartPr/>
                <p14:nvPr/>
              </p14:nvContentPartPr>
              <p14:xfrm>
                <a:off x="5938451" y="3661975"/>
                <a:ext cx="20160" cy="271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94178CD-8333-CEBD-A1FA-DB82A0D57C1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29451" y="3653335"/>
                  <a:ext cx="378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1E9F82C-D46D-4D26-07AE-66F20471CFAD}"/>
                    </a:ext>
                  </a:extLst>
                </p14:cNvPr>
                <p14:cNvContentPartPr/>
                <p14:nvPr/>
              </p14:nvContentPartPr>
              <p14:xfrm>
                <a:off x="5878331" y="3774295"/>
                <a:ext cx="392400" cy="164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1E9F82C-D46D-4D26-07AE-66F20471CFA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69331" y="3765295"/>
                  <a:ext cx="410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A2F1EF4-6E3A-A4BE-083B-E7F8B6F834B9}"/>
                    </a:ext>
                  </a:extLst>
                </p14:cNvPr>
                <p14:cNvContentPartPr/>
                <p14:nvPr/>
              </p14:nvContentPartPr>
              <p14:xfrm>
                <a:off x="6386651" y="3790855"/>
                <a:ext cx="144360" cy="68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A2F1EF4-6E3A-A4BE-083B-E7F8B6F834B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77651" y="3782215"/>
                  <a:ext cx="162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1092333-1CCD-732B-5D3E-984001BB21C7}"/>
                    </a:ext>
                  </a:extLst>
                </p14:cNvPr>
                <p14:cNvContentPartPr/>
                <p14:nvPr/>
              </p14:nvContentPartPr>
              <p14:xfrm>
                <a:off x="6547931" y="3735055"/>
                <a:ext cx="326520" cy="345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1092333-1CCD-732B-5D3E-984001BB21C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39291" y="3726055"/>
                  <a:ext cx="3441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B42EB14-97C7-286E-FF60-3B247A32BF89}"/>
                    </a:ext>
                  </a:extLst>
                </p14:cNvPr>
                <p14:cNvContentPartPr/>
                <p14:nvPr/>
              </p14:nvContentPartPr>
              <p14:xfrm>
                <a:off x="7018451" y="3756295"/>
                <a:ext cx="11520" cy="44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B42EB14-97C7-286E-FF60-3B247A32BF8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009811" y="3747655"/>
                  <a:ext cx="29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81331D9-954E-C456-B801-660777C5E73C}"/>
                    </a:ext>
                  </a:extLst>
                </p14:cNvPr>
                <p14:cNvContentPartPr/>
                <p14:nvPr/>
              </p14:nvContentPartPr>
              <p14:xfrm>
                <a:off x="7000811" y="3725695"/>
                <a:ext cx="145080" cy="223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81331D9-954E-C456-B801-660777C5E73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91811" y="3716695"/>
                  <a:ext cx="162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9C265AC-DA4E-F6D9-DC21-25BF998FA383}"/>
                    </a:ext>
                  </a:extLst>
                </p14:cNvPr>
                <p14:cNvContentPartPr/>
                <p14:nvPr/>
              </p14:nvContentPartPr>
              <p14:xfrm>
                <a:off x="7195571" y="3728935"/>
                <a:ext cx="15120" cy="9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9C265AC-DA4E-F6D9-DC21-25BF998FA38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86571" y="3720295"/>
                  <a:ext cx="32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8A95FE0-5CFE-A21F-BFDD-84F510200E9F}"/>
                    </a:ext>
                  </a:extLst>
                </p14:cNvPr>
                <p14:cNvContentPartPr/>
                <p14:nvPr/>
              </p14:nvContentPartPr>
              <p14:xfrm>
                <a:off x="7220771" y="3723895"/>
                <a:ext cx="897480" cy="243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8A95FE0-5CFE-A21F-BFDD-84F510200E9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211771" y="3714895"/>
                  <a:ext cx="91512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760155F-4291-6B92-3D68-E9A23FD7C5BF}"/>
              </a:ext>
            </a:extLst>
          </p:cNvPr>
          <p:cNvGrpSpPr/>
          <p:nvPr/>
        </p:nvGrpSpPr>
        <p:grpSpPr>
          <a:xfrm>
            <a:off x="6931691" y="2702935"/>
            <a:ext cx="686880" cy="153720"/>
            <a:chOff x="6931691" y="2702935"/>
            <a:chExt cx="68688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55E0A31-0F88-B7BA-EB66-411D90532743}"/>
                    </a:ext>
                  </a:extLst>
                </p14:cNvPr>
                <p14:cNvContentPartPr/>
                <p14:nvPr/>
              </p14:nvContentPartPr>
              <p14:xfrm>
                <a:off x="6931691" y="2739295"/>
                <a:ext cx="574200" cy="24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55E0A31-0F88-B7BA-EB66-411D9053274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23051" y="2730295"/>
                  <a:ext cx="591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FB4EC48-B6F9-D9A4-6EAE-326D73080090}"/>
                    </a:ext>
                  </a:extLst>
                </p14:cNvPr>
                <p14:cNvContentPartPr/>
                <p14:nvPr/>
              </p14:nvContentPartPr>
              <p14:xfrm>
                <a:off x="7418411" y="2702935"/>
                <a:ext cx="200160" cy="153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FB4EC48-B6F9-D9A4-6EAE-326D7308009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409771" y="2694295"/>
                  <a:ext cx="21780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84CE375-D055-4D5C-93D8-847069268C9B}"/>
              </a:ext>
            </a:extLst>
          </p:cNvPr>
          <p:cNvGrpSpPr/>
          <p:nvPr/>
        </p:nvGrpSpPr>
        <p:grpSpPr>
          <a:xfrm>
            <a:off x="8112851" y="2433655"/>
            <a:ext cx="818280" cy="611280"/>
            <a:chOff x="8112851" y="2433655"/>
            <a:chExt cx="818280" cy="61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DBD6BFE-4F50-85FC-93C4-BAAA34DA5281}"/>
                    </a:ext>
                  </a:extLst>
                </p14:cNvPr>
                <p14:cNvContentPartPr/>
                <p14:nvPr/>
              </p14:nvContentPartPr>
              <p14:xfrm>
                <a:off x="8186651" y="2477575"/>
                <a:ext cx="14760" cy="224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DBD6BFE-4F50-85FC-93C4-BAAA34DA528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178011" y="2468935"/>
                  <a:ext cx="324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7F99709-6085-0D4C-9641-BA441E81B261}"/>
                    </a:ext>
                  </a:extLst>
                </p14:cNvPr>
                <p14:cNvContentPartPr/>
                <p14:nvPr/>
              </p14:nvContentPartPr>
              <p14:xfrm>
                <a:off x="8112851" y="2433655"/>
                <a:ext cx="253080" cy="159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7F99709-6085-0D4C-9641-BA441E81B26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104211" y="2424655"/>
                  <a:ext cx="270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90CF000-DFC8-9628-879D-336FE3ABACF3}"/>
                    </a:ext>
                  </a:extLst>
                </p14:cNvPr>
                <p14:cNvContentPartPr/>
                <p14:nvPr/>
              </p14:nvContentPartPr>
              <p14:xfrm>
                <a:off x="8295011" y="2651095"/>
                <a:ext cx="176040" cy="110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90CF000-DFC8-9628-879D-336FE3ABACF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286371" y="2642095"/>
                  <a:ext cx="193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CEEFC51-711F-EB2E-31B3-4C8A9CADC329}"/>
                    </a:ext>
                  </a:extLst>
                </p14:cNvPr>
                <p14:cNvContentPartPr/>
                <p14:nvPr/>
              </p14:nvContentPartPr>
              <p14:xfrm>
                <a:off x="8424251" y="2549575"/>
                <a:ext cx="313200" cy="392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CEEFC51-711F-EB2E-31B3-4C8A9CADC32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15251" y="2540575"/>
                  <a:ext cx="3308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8671745-F2D5-4D9E-DBD2-2B608F5D41D7}"/>
                    </a:ext>
                  </a:extLst>
                </p14:cNvPr>
                <p14:cNvContentPartPr/>
                <p14:nvPr/>
              </p14:nvContentPartPr>
              <p14:xfrm>
                <a:off x="8649971" y="2714815"/>
                <a:ext cx="281160" cy="330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8671745-F2D5-4D9E-DBD2-2B608F5D41D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640971" y="2705815"/>
                  <a:ext cx="298800" cy="347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6459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DD189DA-7DD8-0F13-A6D9-B85FBC1F5246}"/>
              </a:ext>
            </a:extLst>
          </p:cNvPr>
          <p:cNvGrpSpPr/>
          <p:nvPr/>
        </p:nvGrpSpPr>
        <p:grpSpPr>
          <a:xfrm>
            <a:off x="277811" y="290935"/>
            <a:ext cx="2787480" cy="542880"/>
            <a:chOff x="277811" y="290935"/>
            <a:chExt cx="278748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D67ECC4-8F4D-6903-6C29-5378CFB29A28}"/>
                    </a:ext>
                  </a:extLst>
                </p14:cNvPr>
                <p14:cNvContentPartPr/>
                <p14:nvPr/>
              </p14:nvContentPartPr>
              <p14:xfrm>
                <a:off x="277811" y="301375"/>
                <a:ext cx="24120" cy="256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D67ECC4-8F4D-6903-6C29-5378CFB29A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9171" y="292375"/>
                  <a:ext cx="417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E662A88-E98B-E06C-4710-1407980E342A}"/>
                    </a:ext>
                  </a:extLst>
                </p14:cNvPr>
                <p14:cNvContentPartPr/>
                <p14:nvPr/>
              </p14:nvContentPartPr>
              <p14:xfrm>
                <a:off x="433331" y="300295"/>
                <a:ext cx="34920" cy="252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E662A88-E98B-E06C-4710-1407980E34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4331" y="291295"/>
                  <a:ext cx="525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73D9F21-D937-A16A-1808-263AAB1744DC}"/>
                    </a:ext>
                  </a:extLst>
                </p14:cNvPr>
                <p14:cNvContentPartPr/>
                <p14:nvPr/>
              </p14:nvContentPartPr>
              <p14:xfrm>
                <a:off x="298691" y="415855"/>
                <a:ext cx="279360" cy="160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73D9F21-D937-A16A-1808-263AAB1744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9691" y="406855"/>
                  <a:ext cx="297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EE741F9-D968-1D85-273B-9EC20EC38F47}"/>
                    </a:ext>
                  </a:extLst>
                </p14:cNvPr>
                <p14:cNvContentPartPr/>
                <p14:nvPr/>
              </p14:nvContentPartPr>
              <p14:xfrm>
                <a:off x="653291" y="353215"/>
                <a:ext cx="251640" cy="23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EE741F9-D968-1D85-273B-9EC20EC38F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4651" y="344575"/>
                  <a:ext cx="269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A962ED-D42D-42DC-F10C-8DC19CAA6CCA}"/>
                    </a:ext>
                  </a:extLst>
                </p14:cNvPr>
                <p14:cNvContentPartPr/>
                <p14:nvPr/>
              </p14:nvContentPartPr>
              <p14:xfrm>
                <a:off x="824291" y="387055"/>
                <a:ext cx="204840" cy="70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A962ED-D42D-42DC-F10C-8DC19CAA6C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5291" y="378415"/>
                  <a:ext cx="222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73734F-6F89-FABD-C8E2-FC25F80B3C06}"/>
                    </a:ext>
                  </a:extLst>
                </p14:cNvPr>
                <p14:cNvContentPartPr/>
                <p14:nvPr/>
              </p14:nvContentPartPr>
              <p14:xfrm>
                <a:off x="1176371" y="393535"/>
                <a:ext cx="297720" cy="160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73734F-6F89-FABD-C8E2-FC25F80B3C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67731" y="384535"/>
                  <a:ext cx="315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2F93958-20A1-C7B9-21D8-7B871E0DD38D}"/>
                    </a:ext>
                  </a:extLst>
                </p14:cNvPr>
                <p14:cNvContentPartPr/>
                <p14:nvPr/>
              </p14:nvContentPartPr>
              <p14:xfrm>
                <a:off x="1384811" y="370135"/>
                <a:ext cx="264600" cy="178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2F93958-20A1-C7B9-21D8-7B871E0DD38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75811" y="361495"/>
                  <a:ext cx="282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66347E-A342-183C-5AD1-FB7677708559}"/>
                    </a:ext>
                  </a:extLst>
                </p14:cNvPr>
                <p14:cNvContentPartPr/>
                <p14:nvPr/>
              </p14:nvContentPartPr>
              <p14:xfrm>
                <a:off x="1695491" y="316495"/>
                <a:ext cx="415440" cy="223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66347E-A342-183C-5AD1-FB76777085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86851" y="307495"/>
                  <a:ext cx="433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603470C-D31B-5DDE-F5CB-546D70DFE777}"/>
                    </a:ext>
                  </a:extLst>
                </p14:cNvPr>
                <p14:cNvContentPartPr/>
                <p14:nvPr/>
              </p14:nvContentPartPr>
              <p14:xfrm>
                <a:off x="2158091" y="380575"/>
                <a:ext cx="499320" cy="412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603470C-D31B-5DDE-F5CB-546D70DFE7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49091" y="371935"/>
                  <a:ext cx="5169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211A699-FC43-29F3-580E-4A85DCCD7929}"/>
                    </a:ext>
                  </a:extLst>
                </p14:cNvPr>
                <p14:cNvContentPartPr/>
                <p14:nvPr/>
              </p14:nvContentPartPr>
              <p14:xfrm>
                <a:off x="2747051" y="290935"/>
                <a:ext cx="318240" cy="199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11A699-FC43-29F3-580E-4A85DCCD79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38411" y="281935"/>
                  <a:ext cx="335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687D74-6C2B-E7D6-EE25-D04F1C5E48BB}"/>
                    </a:ext>
                  </a:extLst>
                </p14:cNvPr>
                <p14:cNvContentPartPr/>
                <p14:nvPr/>
              </p14:nvContentPartPr>
              <p14:xfrm>
                <a:off x="279611" y="742015"/>
                <a:ext cx="2511360" cy="91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1687D74-6C2B-E7D6-EE25-D04F1C5E48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0971" y="733375"/>
                  <a:ext cx="25290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B919F9-ACC5-C754-207D-7D8BF15BAE87}"/>
              </a:ext>
            </a:extLst>
          </p:cNvPr>
          <p:cNvGrpSpPr/>
          <p:nvPr/>
        </p:nvGrpSpPr>
        <p:grpSpPr>
          <a:xfrm>
            <a:off x="1106891" y="1138735"/>
            <a:ext cx="1988280" cy="312480"/>
            <a:chOff x="1106891" y="1138735"/>
            <a:chExt cx="198828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C4139D2-AE91-1317-E1D0-033CB097E4D0}"/>
                    </a:ext>
                  </a:extLst>
                </p14:cNvPr>
                <p14:cNvContentPartPr/>
                <p14:nvPr/>
              </p14:nvContentPartPr>
              <p14:xfrm>
                <a:off x="1106891" y="1194895"/>
                <a:ext cx="63000" cy="117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C4139D2-AE91-1317-E1D0-033CB097E4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98251" y="1186255"/>
                  <a:ext cx="80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82E9F87-FBFF-A785-C245-65EBC4FDCF13}"/>
                    </a:ext>
                  </a:extLst>
                </p14:cNvPr>
                <p14:cNvContentPartPr/>
                <p14:nvPr/>
              </p14:nvContentPartPr>
              <p14:xfrm>
                <a:off x="1259891" y="1221175"/>
                <a:ext cx="127080" cy="14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82E9F87-FBFF-A785-C245-65EBC4FDCF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50891" y="1212175"/>
                  <a:ext cx="144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15C1C8-DA4C-09F3-5CD2-89D8E832541D}"/>
                    </a:ext>
                  </a:extLst>
                </p14:cNvPr>
                <p14:cNvContentPartPr/>
                <p14:nvPr/>
              </p14:nvContentPartPr>
              <p14:xfrm>
                <a:off x="1507931" y="1177255"/>
                <a:ext cx="275760" cy="273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15C1C8-DA4C-09F3-5CD2-89D8E83254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98931" y="1168615"/>
                  <a:ext cx="293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E956934-75C0-A3D8-96BD-B2A74363216D}"/>
                    </a:ext>
                  </a:extLst>
                </p14:cNvPr>
                <p14:cNvContentPartPr/>
                <p14:nvPr/>
              </p14:nvContentPartPr>
              <p14:xfrm>
                <a:off x="1802051" y="1260055"/>
                <a:ext cx="150120" cy="143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E956934-75C0-A3D8-96BD-B2A7436321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93051" y="1251415"/>
                  <a:ext cx="167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D46F3A-D15A-1C29-AFC4-3D88B6C8941E}"/>
                    </a:ext>
                  </a:extLst>
                </p14:cNvPr>
                <p14:cNvContentPartPr/>
                <p14:nvPr/>
              </p14:nvContentPartPr>
              <p14:xfrm>
                <a:off x="2011571" y="1283455"/>
                <a:ext cx="130680" cy="132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D46F3A-D15A-1C29-AFC4-3D88B6C894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02571" y="1274815"/>
                  <a:ext cx="148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79B81A-CFD5-E6BE-7985-8F9721617F03}"/>
                    </a:ext>
                  </a:extLst>
                </p14:cNvPr>
                <p14:cNvContentPartPr/>
                <p14:nvPr/>
              </p14:nvContentPartPr>
              <p14:xfrm>
                <a:off x="2177171" y="1206055"/>
                <a:ext cx="56520" cy="191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79B81A-CFD5-E6BE-7985-8F9721617F0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68171" y="1197055"/>
                  <a:ext cx="74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2D9B44-1AA8-D229-E248-BD8EB0BD9F13}"/>
                    </a:ext>
                  </a:extLst>
                </p14:cNvPr>
                <p14:cNvContentPartPr/>
                <p14:nvPr/>
              </p14:nvContentPartPr>
              <p14:xfrm>
                <a:off x="2223611" y="1204615"/>
                <a:ext cx="221760" cy="192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2D9B44-1AA8-D229-E248-BD8EB0BD9F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14611" y="1195975"/>
                  <a:ext cx="2394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3126ADA-B584-CF71-27DD-93D386FFE60F}"/>
                    </a:ext>
                  </a:extLst>
                </p14:cNvPr>
                <p14:cNvContentPartPr/>
                <p14:nvPr/>
              </p14:nvContentPartPr>
              <p14:xfrm>
                <a:off x="2482451" y="1250695"/>
                <a:ext cx="407160" cy="147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3126ADA-B584-CF71-27DD-93D386FFE6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73451" y="1242055"/>
                  <a:ext cx="424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E3F7F00-9FD7-247C-F4CA-6FD83A3C35CC}"/>
                    </a:ext>
                  </a:extLst>
                </p14:cNvPr>
                <p14:cNvContentPartPr/>
                <p14:nvPr/>
              </p14:nvContentPartPr>
              <p14:xfrm>
                <a:off x="3035771" y="1138735"/>
                <a:ext cx="59400" cy="167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E3F7F00-9FD7-247C-F4CA-6FD83A3C35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26771" y="1130095"/>
                  <a:ext cx="77040" cy="18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0ABD29B-FE0F-1714-1C6C-3F437D782E6B}"/>
                  </a:ext>
                </a:extLst>
              </p14:cNvPr>
              <p14:cNvContentPartPr/>
              <p14:nvPr/>
            </p14:nvContentPartPr>
            <p14:xfrm>
              <a:off x="5312411" y="758575"/>
              <a:ext cx="56520" cy="55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0ABD29B-FE0F-1714-1C6C-3F437D782E6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03771" y="749935"/>
                <a:ext cx="74160" cy="7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64455A7D-C00B-E52C-2650-AF08F8E3FB1F}"/>
              </a:ext>
            </a:extLst>
          </p:cNvPr>
          <p:cNvGrpSpPr/>
          <p:nvPr/>
        </p:nvGrpSpPr>
        <p:grpSpPr>
          <a:xfrm>
            <a:off x="3651731" y="957655"/>
            <a:ext cx="2173680" cy="335880"/>
            <a:chOff x="3651731" y="957655"/>
            <a:chExt cx="217368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2AE818-FE54-A529-4CB2-B1FC7FA9DABA}"/>
                    </a:ext>
                  </a:extLst>
                </p14:cNvPr>
                <p14:cNvContentPartPr/>
                <p14:nvPr/>
              </p14:nvContentPartPr>
              <p14:xfrm>
                <a:off x="3651731" y="990415"/>
                <a:ext cx="214920" cy="255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2AE818-FE54-A529-4CB2-B1FC7FA9DA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42731" y="981775"/>
                  <a:ext cx="232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674E055-1747-C475-8BE4-082A8D49CB63}"/>
                    </a:ext>
                  </a:extLst>
                </p14:cNvPr>
                <p14:cNvContentPartPr/>
                <p14:nvPr/>
              </p14:nvContentPartPr>
              <p14:xfrm>
                <a:off x="3898691" y="1137655"/>
                <a:ext cx="106920" cy="114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674E055-1747-C475-8BE4-082A8D49CB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89691" y="1129015"/>
                  <a:ext cx="124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799699-7EB5-1F3D-A4D6-7ECCEBA7CA29}"/>
                    </a:ext>
                  </a:extLst>
                </p14:cNvPr>
                <p14:cNvContentPartPr/>
                <p14:nvPr/>
              </p14:nvContentPartPr>
              <p14:xfrm>
                <a:off x="4050611" y="1031455"/>
                <a:ext cx="30240" cy="215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799699-7EB5-1F3D-A4D6-7ECCEBA7CA2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1611" y="1022455"/>
                  <a:ext cx="47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1264FE0-4975-A222-2355-EA1836FC251B}"/>
                    </a:ext>
                  </a:extLst>
                </p14:cNvPr>
                <p14:cNvContentPartPr/>
                <p14:nvPr/>
              </p14:nvContentPartPr>
              <p14:xfrm>
                <a:off x="4148171" y="1043695"/>
                <a:ext cx="177840" cy="20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1264FE0-4975-A222-2355-EA1836FC25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39171" y="1035055"/>
                  <a:ext cx="195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25F7D7-9D82-C9DA-15D6-7572A4A72B05}"/>
                    </a:ext>
                  </a:extLst>
                </p14:cNvPr>
                <p14:cNvContentPartPr/>
                <p14:nvPr/>
              </p14:nvContentPartPr>
              <p14:xfrm>
                <a:off x="4417091" y="1081135"/>
                <a:ext cx="559800" cy="151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25F7D7-9D82-C9DA-15D6-7572A4A72B0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08451" y="1072135"/>
                  <a:ext cx="577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A6220E9-DF5E-825E-11C6-BB135F2A26C3}"/>
                    </a:ext>
                  </a:extLst>
                </p14:cNvPr>
                <p14:cNvContentPartPr/>
                <p14:nvPr/>
              </p14:nvContentPartPr>
              <p14:xfrm>
                <a:off x="5163371" y="957655"/>
                <a:ext cx="236880" cy="262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A6220E9-DF5E-825E-11C6-BB135F2A26C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54731" y="949015"/>
                  <a:ext cx="254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21C608-0848-C971-F54D-DA5B7F2D14A2}"/>
                    </a:ext>
                  </a:extLst>
                </p14:cNvPr>
                <p14:cNvContentPartPr/>
                <p14:nvPr/>
              </p14:nvContentPartPr>
              <p14:xfrm>
                <a:off x="5264171" y="1124335"/>
                <a:ext cx="78840" cy="133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21C608-0848-C971-F54D-DA5B7F2D14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55171" y="1115335"/>
                  <a:ext cx="96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A3306D-E208-D976-03F8-8242563E1691}"/>
                    </a:ext>
                  </a:extLst>
                </p14:cNvPr>
                <p14:cNvContentPartPr/>
                <p14:nvPr/>
              </p14:nvContentPartPr>
              <p14:xfrm>
                <a:off x="5534171" y="1198855"/>
                <a:ext cx="6840" cy="76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8A3306D-E208-D976-03F8-8242563E16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25531" y="1190215"/>
                  <a:ext cx="24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175400-DA44-21A1-0024-06886B2504BF}"/>
                    </a:ext>
                  </a:extLst>
                </p14:cNvPr>
                <p14:cNvContentPartPr/>
                <p14:nvPr/>
              </p14:nvContentPartPr>
              <p14:xfrm>
                <a:off x="5571611" y="1055215"/>
                <a:ext cx="253800" cy="238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175400-DA44-21A1-0024-06886B2504B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62971" y="1046575"/>
                  <a:ext cx="27144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C1C6138-1277-9C1B-FD11-5B194E253788}"/>
                  </a:ext>
                </a:extLst>
              </p14:cNvPr>
              <p14:cNvContentPartPr/>
              <p14:nvPr/>
            </p14:nvContentPartPr>
            <p14:xfrm>
              <a:off x="9074051" y="736255"/>
              <a:ext cx="80640" cy="58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C1C6138-1277-9C1B-FD11-5B194E25378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065411" y="727615"/>
                <a:ext cx="98280" cy="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4C95B759-B42B-7BE5-FEEF-DA2599A63D0C}"/>
              </a:ext>
            </a:extLst>
          </p:cNvPr>
          <p:cNvGrpSpPr/>
          <p:nvPr/>
        </p:nvGrpSpPr>
        <p:grpSpPr>
          <a:xfrm>
            <a:off x="6680771" y="877015"/>
            <a:ext cx="3002760" cy="322200"/>
            <a:chOff x="6680771" y="877015"/>
            <a:chExt cx="300276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8A2530-7D3D-C27A-AB92-2FD889E0A89C}"/>
                    </a:ext>
                  </a:extLst>
                </p14:cNvPr>
                <p14:cNvContentPartPr/>
                <p14:nvPr/>
              </p14:nvContentPartPr>
              <p14:xfrm>
                <a:off x="6680771" y="990055"/>
                <a:ext cx="84240" cy="16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8A2530-7D3D-C27A-AB92-2FD889E0A89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72131" y="981055"/>
                  <a:ext cx="101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F4DA4A-E1C9-E5AF-C2A9-AD42724545B2}"/>
                    </a:ext>
                  </a:extLst>
                </p14:cNvPr>
                <p14:cNvContentPartPr/>
                <p14:nvPr/>
              </p14:nvContentPartPr>
              <p14:xfrm>
                <a:off x="6813611" y="893935"/>
                <a:ext cx="736920" cy="259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F4DA4A-E1C9-E5AF-C2A9-AD42724545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04971" y="884935"/>
                  <a:ext cx="7545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8389A97-8158-6B73-19DD-19506977741D}"/>
                    </a:ext>
                  </a:extLst>
                </p14:cNvPr>
                <p14:cNvContentPartPr/>
                <p14:nvPr/>
              </p14:nvContentPartPr>
              <p14:xfrm>
                <a:off x="7653131" y="1016695"/>
                <a:ext cx="150840" cy="114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8389A97-8158-6B73-19DD-19506977741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44491" y="1008055"/>
                  <a:ext cx="168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5AF0D7-C5E3-66B0-D376-1BB1110E990C}"/>
                    </a:ext>
                  </a:extLst>
                </p14:cNvPr>
                <p14:cNvContentPartPr/>
                <p14:nvPr/>
              </p14:nvContentPartPr>
              <p14:xfrm>
                <a:off x="7870571" y="995095"/>
                <a:ext cx="415800" cy="154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5AF0D7-C5E3-66B0-D376-1BB1110E990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61571" y="986095"/>
                  <a:ext cx="433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F434A6-CC05-D22C-3192-DE6411C4EBD2}"/>
                    </a:ext>
                  </a:extLst>
                </p14:cNvPr>
                <p14:cNvContentPartPr/>
                <p14:nvPr/>
              </p14:nvContentPartPr>
              <p14:xfrm>
                <a:off x="8517491" y="1059535"/>
                <a:ext cx="152280" cy="18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F434A6-CC05-D22C-3192-DE6411C4EBD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08851" y="1050535"/>
                  <a:ext cx="169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E4BCC30-4C9C-C5E0-FCC4-628A488D78AD}"/>
                    </a:ext>
                  </a:extLst>
                </p14:cNvPr>
                <p14:cNvContentPartPr/>
                <p14:nvPr/>
              </p14:nvContentPartPr>
              <p14:xfrm>
                <a:off x="8893691" y="877015"/>
                <a:ext cx="287280" cy="265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E4BCC30-4C9C-C5E0-FCC4-628A488D78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85051" y="868015"/>
                  <a:ext cx="304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8A0A04-1066-9E71-F10C-CB0718EDA0A3}"/>
                    </a:ext>
                  </a:extLst>
                </p14:cNvPr>
                <p14:cNvContentPartPr/>
                <p14:nvPr/>
              </p14:nvContentPartPr>
              <p14:xfrm>
                <a:off x="9033011" y="1061335"/>
                <a:ext cx="72000" cy="127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8A0A04-1066-9E71-F10C-CB0718EDA0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24371" y="1052335"/>
                  <a:ext cx="89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7D03D74-AC5B-63D3-7820-4E740921D005}"/>
                    </a:ext>
                  </a:extLst>
                </p14:cNvPr>
                <p14:cNvContentPartPr/>
                <p14:nvPr/>
              </p14:nvContentPartPr>
              <p14:xfrm>
                <a:off x="9228131" y="1092655"/>
                <a:ext cx="265680" cy="106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7D03D74-AC5B-63D3-7820-4E740921D00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19131" y="1084015"/>
                  <a:ext cx="283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04A2A9-4EC9-E0AF-7610-CB0B26D10A75}"/>
                    </a:ext>
                  </a:extLst>
                </p14:cNvPr>
                <p14:cNvContentPartPr/>
                <p14:nvPr/>
              </p14:nvContentPartPr>
              <p14:xfrm>
                <a:off x="9511811" y="956575"/>
                <a:ext cx="171720" cy="160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04A2A9-4EC9-E0AF-7610-CB0B26D10A7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02811" y="947935"/>
                  <a:ext cx="18936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52C454-D64A-1C30-0FC9-F9136472F065}"/>
              </a:ext>
            </a:extLst>
          </p:cNvPr>
          <p:cNvGrpSpPr/>
          <p:nvPr/>
        </p:nvGrpSpPr>
        <p:grpSpPr>
          <a:xfrm>
            <a:off x="1441331" y="1922815"/>
            <a:ext cx="1410840" cy="433080"/>
            <a:chOff x="1441331" y="1922815"/>
            <a:chExt cx="141084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405EA13-7C35-B92E-63E9-AA1F0E453A16}"/>
                    </a:ext>
                  </a:extLst>
                </p14:cNvPr>
                <p14:cNvContentPartPr/>
                <p14:nvPr/>
              </p14:nvContentPartPr>
              <p14:xfrm>
                <a:off x="1492451" y="1942615"/>
                <a:ext cx="40320" cy="277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405EA13-7C35-B92E-63E9-AA1F0E453A1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83811" y="1933615"/>
                  <a:ext cx="579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12CB071-7C2F-6343-707F-67E898729041}"/>
                    </a:ext>
                  </a:extLst>
                </p14:cNvPr>
                <p14:cNvContentPartPr/>
                <p14:nvPr/>
              </p14:nvContentPartPr>
              <p14:xfrm>
                <a:off x="1441331" y="1922815"/>
                <a:ext cx="264240" cy="307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12CB071-7C2F-6343-707F-67E89872904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32331" y="1914175"/>
                  <a:ext cx="2818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68313D-29F2-3904-C9BA-88DC3C6B541E}"/>
                    </a:ext>
                  </a:extLst>
                </p14:cNvPr>
                <p14:cNvContentPartPr/>
                <p14:nvPr/>
              </p14:nvContentPartPr>
              <p14:xfrm>
                <a:off x="1699091" y="2050975"/>
                <a:ext cx="138600" cy="156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68313D-29F2-3904-C9BA-88DC3C6B541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90451" y="2042335"/>
                  <a:ext cx="156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49F1438-EFDE-478E-B3AC-F42A43A8EF63}"/>
                    </a:ext>
                  </a:extLst>
                </p14:cNvPr>
                <p14:cNvContentPartPr/>
                <p14:nvPr/>
              </p14:nvContentPartPr>
              <p14:xfrm>
                <a:off x="1877291" y="2072215"/>
                <a:ext cx="334440" cy="283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49F1438-EFDE-478E-B3AC-F42A43A8EF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68651" y="2063575"/>
                  <a:ext cx="3520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117726-EC72-1CCE-DC5A-AD9C1FE7105D}"/>
                    </a:ext>
                  </a:extLst>
                </p14:cNvPr>
                <p14:cNvContentPartPr/>
                <p14:nvPr/>
              </p14:nvContentPartPr>
              <p14:xfrm>
                <a:off x="2331971" y="1925335"/>
                <a:ext cx="13680" cy="282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117726-EC72-1CCE-DC5A-AD9C1FE7105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22971" y="1916695"/>
                  <a:ext cx="313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33865BE-559F-59A3-771E-DD84895AD596}"/>
                    </a:ext>
                  </a:extLst>
                </p14:cNvPr>
                <p14:cNvContentPartPr/>
                <p14:nvPr/>
              </p14:nvContentPartPr>
              <p14:xfrm>
                <a:off x="2225771" y="2070775"/>
                <a:ext cx="231480" cy="32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33865BE-559F-59A3-771E-DD84895AD59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16771" y="2062135"/>
                  <a:ext cx="249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4AB672D-38E6-1D1D-93C2-F4641B861C6D}"/>
                    </a:ext>
                  </a:extLst>
                </p14:cNvPr>
                <p14:cNvContentPartPr/>
                <p14:nvPr/>
              </p14:nvContentPartPr>
              <p14:xfrm>
                <a:off x="2474891" y="2051335"/>
                <a:ext cx="377280" cy="131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4AB672D-38E6-1D1D-93C2-F4641B861C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65891" y="2042335"/>
                  <a:ext cx="3949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54C33B4-A595-44DE-4A49-519E7CC28AE0}"/>
              </a:ext>
            </a:extLst>
          </p:cNvPr>
          <p:cNvGrpSpPr/>
          <p:nvPr/>
        </p:nvGrpSpPr>
        <p:grpSpPr>
          <a:xfrm>
            <a:off x="3183371" y="1924255"/>
            <a:ext cx="24840" cy="146880"/>
            <a:chOff x="3183371" y="1924255"/>
            <a:chExt cx="2484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5EB82E0-2542-69A5-F8E2-3A5A4317A90C}"/>
                    </a:ext>
                  </a:extLst>
                </p14:cNvPr>
                <p14:cNvContentPartPr/>
                <p14:nvPr/>
              </p14:nvContentPartPr>
              <p14:xfrm>
                <a:off x="3186971" y="1924255"/>
                <a:ext cx="21240" cy="23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5EB82E0-2542-69A5-F8E2-3A5A4317A90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77971" y="1915615"/>
                  <a:ext cx="38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9996438-E3ED-84DF-D8B3-23D22A487A25}"/>
                    </a:ext>
                  </a:extLst>
                </p14:cNvPr>
                <p14:cNvContentPartPr/>
                <p14:nvPr/>
              </p14:nvContentPartPr>
              <p14:xfrm>
                <a:off x="3183371" y="2035855"/>
                <a:ext cx="3960" cy="35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9996438-E3ED-84DF-D8B3-23D22A487A2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74371" y="2027215"/>
                  <a:ext cx="216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DF2A12D-35EF-0947-13F2-1174B1C45AC9}"/>
              </a:ext>
            </a:extLst>
          </p:cNvPr>
          <p:cNvGrpSpPr/>
          <p:nvPr/>
        </p:nvGrpSpPr>
        <p:grpSpPr>
          <a:xfrm>
            <a:off x="3738851" y="1580815"/>
            <a:ext cx="2600280" cy="487080"/>
            <a:chOff x="3738851" y="1580815"/>
            <a:chExt cx="2600280" cy="48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8121C45-9516-74EE-F9D2-E21E11C5953C}"/>
                    </a:ext>
                  </a:extLst>
                </p14:cNvPr>
                <p14:cNvContentPartPr/>
                <p14:nvPr/>
              </p14:nvContentPartPr>
              <p14:xfrm>
                <a:off x="3738851" y="1866655"/>
                <a:ext cx="132480" cy="179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8121C45-9516-74EE-F9D2-E21E11C5953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30211" y="1857655"/>
                  <a:ext cx="1501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66D822-D2B8-B212-C348-0EECB679B65F}"/>
                    </a:ext>
                  </a:extLst>
                </p14:cNvPr>
                <p14:cNvContentPartPr/>
                <p14:nvPr/>
              </p14:nvContentPartPr>
              <p14:xfrm>
                <a:off x="3892211" y="1905895"/>
                <a:ext cx="362520" cy="145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66D822-D2B8-B212-C348-0EECB679B6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83211" y="1896895"/>
                  <a:ext cx="380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CA42018-A8F4-B771-435B-0D40798AA763}"/>
                    </a:ext>
                  </a:extLst>
                </p14:cNvPr>
                <p14:cNvContentPartPr/>
                <p14:nvPr/>
              </p14:nvContentPartPr>
              <p14:xfrm>
                <a:off x="4312331" y="1845055"/>
                <a:ext cx="171000" cy="222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CA42018-A8F4-B771-435B-0D40798AA76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03331" y="1836055"/>
                  <a:ext cx="188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103A7F-9D60-D6E1-009E-CE70988039BF}"/>
                    </a:ext>
                  </a:extLst>
                </p14:cNvPr>
                <p14:cNvContentPartPr/>
                <p14:nvPr/>
              </p14:nvContentPartPr>
              <p14:xfrm>
                <a:off x="4512491" y="1909135"/>
                <a:ext cx="249480" cy="136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103A7F-9D60-D6E1-009E-CE70988039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03491" y="1900495"/>
                  <a:ext cx="2671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C0DCF3A-B879-61F1-D6B6-CF8918F65813}"/>
                    </a:ext>
                  </a:extLst>
                </p14:cNvPr>
                <p14:cNvContentPartPr/>
                <p14:nvPr/>
              </p14:nvContentPartPr>
              <p14:xfrm>
                <a:off x="4762331" y="1829215"/>
                <a:ext cx="176760" cy="209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C0DCF3A-B879-61F1-D6B6-CF8918F6581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53691" y="1820575"/>
                  <a:ext cx="1944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78132C-0090-2937-DF16-80152131D631}"/>
                    </a:ext>
                  </a:extLst>
                </p14:cNvPr>
                <p14:cNvContentPartPr/>
                <p14:nvPr/>
              </p14:nvContentPartPr>
              <p14:xfrm>
                <a:off x="4885451" y="1927495"/>
                <a:ext cx="201240" cy="106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78132C-0090-2937-DF16-80152131D6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76451" y="1918495"/>
                  <a:ext cx="218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B8EF527-9191-281E-37D7-D45F32E28C35}"/>
                    </a:ext>
                  </a:extLst>
                </p14:cNvPr>
                <p14:cNvContentPartPr/>
                <p14:nvPr/>
              </p14:nvContentPartPr>
              <p14:xfrm>
                <a:off x="5100011" y="1832095"/>
                <a:ext cx="149040" cy="204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B8EF527-9191-281E-37D7-D45F32E28C3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91371" y="1823455"/>
                  <a:ext cx="166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92BD580-C431-76FA-5B94-D68F9CC01BE3}"/>
                    </a:ext>
                  </a:extLst>
                </p14:cNvPr>
                <p14:cNvContentPartPr/>
                <p14:nvPr/>
              </p14:nvContentPartPr>
              <p14:xfrm>
                <a:off x="5430491" y="1890055"/>
                <a:ext cx="230760" cy="47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92BD580-C431-76FA-5B94-D68F9CC01BE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21851" y="1881055"/>
                  <a:ext cx="248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D172D47-E34F-9412-5C0F-403A47F032B4}"/>
                    </a:ext>
                  </a:extLst>
                </p14:cNvPr>
                <p14:cNvContentPartPr/>
                <p14:nvPr/>
              </p14:nvContentPartPr>
              <p14:xfrm>
                <a:off x="5703371" y="1733455"/>
                <a:ext cx="270360" cy="261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D172D47-E34F-9412-5C0F-403A47F032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94371" y="1724455"/>
                  <a:ext cx="2880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BEF2161-6CB9-D6EA-4441-F557BBEC735C}"/>
                    </a:ext>
                  </a:extLst>
                </p14:cNvPr>
                <p14:cNvContentPartPr/>
                <p14:nvPr/>
              </p14:nvContentPartPr>
              <p14:xfrm>
                <a:off x="5923331" y="1580815"/>
                <a:ext cx="138960" cy="459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BEF2161-6CB9-D6EA-4441-F557BBEC735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14691" y="1571815"/>
                  <a:ext cx="15660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4F5C8E-2A02-AD36-E692-7D388F2C5DB1}"/>
                    </a:ext>
                  </a:extLst>
                </p14:cNvPr>
                <p14:cNvContentPartPr/>
                <p14:nvPr/>
              </p14:nvContentPartPr>
              <p14:xfrm>
                <a:off x="6093611" y="1850455"/>
                <a:ext cx="9000" cy="23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4F5C8E-2A02-AD36-E692-7D388F2C5DB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84611" y="1841455"/>
                  <a:ext cx="26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E8DA72E-04E9-85CE-91EA-13BA1610F118}"/>
                    </a:ext>
                  </a:extLst>
                </p14:cNvPr>
                <p14:cNvContentPartPr/>
                <p14:nvPr/>
              </p14:nvContentPartPr>
              <p14:xfrm>
                <a:off x="6175331" y="1918495"/>
                <a:ext cx="163800" cy="118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E8DA72E-04E9-85CE-91EA-13BA1610F11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66331" y="1909855"/>
                  <a:ext cx="1814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2DD3C95-F4D4-1FF8-E2C2-708D3EFD6880}"/>
              </a:ext>
            </a:extLst>
          </p:cNvPr>
          <p:cNvGrpSpPr/>
          <p:nvPr/>
        </p:nvGrpSpPr>
        <p:grpSpPr>
          <a:xfrm>
            <a:off x="1469411" y="2749015"/>
            <a:ext cx="858960" cy="440640"/>
            <a:chOff x="1469411" y="2749015"/>
            <a:chExt cx="858960" cy="44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FB36102-537A-1A36-03A2-AC3D30EDA5DA}"/>
                    </a:ext>
                  </a:extLst>
                </p14:cNvPr>
                <p14:cNvContentPartPr/>
                <p14:nvPr/>
              </p14:nvContentPartPr>
              <p14:xfrm>
                <a:off x="1469411" y="2749015"/>
                <a:ext cx="206280" cy="307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FB36102-537A-1A36-03A2-AC3D30EDA5D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60411" y="2740375"/>
                  <a:ext cx="2239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9888915-E4EE-618A-FDB0-4AB48D8A37D3}"/>
                    </a:ext>
                  </a:extLst>
                </p14:cNvPr>
                <p14:cNvContentPartPr/>
                <p14:nvPr/>
              </p14:nvContentPartPr>
              <p14:xfrm>
                <a:off x="1720691" y="2898775"/>
                <a:ext cx="330120" cy="290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9888915-E4EE-618A-FDB0-4AB48D8A37D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12051" y="2890135"/>
                  <a:ext cx="3477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EBDD755-AEFB-3673-30DC-36956B910B9E}"/>
                    </a:ext>
                  </a:extLst>
                </p14:cNvPr>
                <p14:cNvContentPartPr/>
                <p14:nvPr/>
              </p14:nvContentPartPr>
              <p14:xfrm>
                <a:off x="2093651" y="2911735"/>
                <a:ext cx="99360" cy="103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EBDD755-AEFB-3673-30DC-36956B910B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085011" y="2902735"/>
                  <a:ext cx="117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B14FE77-6A65-2820-65E7-CAFD8BF3E8C4}"/>
                    </a:ext>
                  </a:extLst>
                </p14:cNvPr>
                <p14:cNvContentPartPr/>
                <p14:nvPr/>
              </p14:nvContentPartPr>
              <p14:xfrm>
                <a:off x="2185451" y="2888695"/>
                <a:ext cx="142920" cy="158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14FE77-6A65-2820-65E7-CAFD8BF3E8C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76451" y="2879695"/>
                  <a:ext cx="1605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04E52AE-9975-6E87-63B7-F3E7EF95CAE8}"/>
              </a:ext>
            </a:extLst>
          </p:cNvPr>
          <p:cNvGrpSpPr/>
          <p:nvPr/>
        </p:nvGrpSpPr>
        <p:grpSpPr>
          <a:xfrm>
            <a:off x="2565611" y="2770255"/>
            <a:ext cx="2111760" cy="330840"/>
            <a:chOff x="2565611" y="2770255"/>
            <a:chExt cx="211176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07A1B00-EC54-2D34-2A8F-0159DFE089D9}"/>
                    </a:ext>
                  </a:extLst>
                </p14:cNvPr>
                <p14:cNvContentPartPr/>
                <p14:nvPr/>
              </p14:nvContentPartPr>
              <p14:xfrm>
                <a:off x="2565611" y="2891575"/>
                <a:ext cx="75240" cy="154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07A1B00-EC54-2D34-2A8F-0159DFE089D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56971" y="2882575"/>
                  <a:ext cx="92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3B5C283-066F-9487-0899-BDDF2743C9FC}"/>
                    </a:ext>
                  </a:extLst>
                </p14:cNvPr>
                <p14:cNvContentPartPr/>
                <p14:nvPr/>
              </p14:nvContentPartPr>
              <p14:xfrm>
                <a:off x="2735531" y="2882215"/>
                <a:ext cx="455040" cy="129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3B5C283-066F-9487-0899-BDDF2743C9F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26891" y="2873575"/>
                  <a:ext cx="4726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F09968A-5B7B-DBB8-1AC4-943026C0C84B}"/>
                    </a:ext>
                  </a:extLst>
                </p14:cNvPr>
                <p14:cNvContentPartPr/>
                <p14:nvPr/>
              </p14:nvContentPartPr>
              <p14:xfrm>
                <a:off x="3243491" y="2867095"/>
                <a:ext cx="19080" cy="234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F09968A-5B7B-DBB8-1AC4-943026C0C84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34851" y="2858095"/>
                  <a:ext cx="36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B9B861B-7B54-F260-B8C9-CAAA1E42D9A4}"/>
                    </a:ext>
                  </a:extLst>
                </p14:cNvPr>
                <p14:cNvContentPartPr/>
                <p14:nvPr/>
              </p14:nvContentPartPr>
              <p14:xfrm>
                <a:off x="3247811" y="2853415"/>
                <a:ext cx="140400" cy="141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B9B861B-7B54-F260-B8C9-CAAA1E42D9A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238811" y="2844415"/>
                  <a:ext cx="158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E00F205-CADF-D1C7-CBEA-7C15DAD7BC41}"/>
                    </a:ext>
                  </a:extLst>
                </p14:cNvPr>
                <p14:cNvContentPartPr/>
                <p14:nvPr/>
              </p14:nvContentPartPr>
              <p14:xfrm>
                <a:off x="3406571" y="2856655"/>
                <a:ext cx="91080" cy="142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E00F205-CADF-D1C7-CBEA-7C15DAD7BC4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97931" y="2847655"/>
                  <a:ext cx="1087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E5223F3-EB72-D160-761E-84A967202B4F}"/>
                    </a:ext>
                  </a:extLst>
                </p14:cNvPr>
                <p14:cNvContentPartPr/>
                <p14:nvPr/>
              </p14:nvContentPartPr>
              <p14:xfrm>
                <a:off x="3558131" y="2870695"/>
                <a:ext cx="99720" cy="121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E5223F3-EB72-D160-761E-84A967202B4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49131" y="2862055"/>
                  <a:ext cx="1173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D469EB-C428-2075-4F27-60B69C50F599}"/>
                    </a:ext>
                  </a:extLst>
                </p14:cNvPr>
                <p14:cNvContentPartPr/>
                <p14:nvPr/>
              </p14:nvContentPartPr>
              <p14:xfrm>
                <a:off x="3713651" y="2823175"/>
                <a:ext cx="119520" cy="144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D469EB-C428-2075-4F27-60B69C50F59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04651" y="2814175"/>
                  <a:ext cx="137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E23125B-3D58-BFCC-B638-46A1478E3828}"/>
                    </a:ext>
                  </a:extLst>
                </p14:cNvPr>
                <p14:cNvContentPartPr/>
                <p14:nvPr/>
              </p14:nvContentPartPr>
              <p14:xfrm>
                <a:off x="3852251" y="2842615"/>
                <a:ext cx="218880" cy="138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E23125B-3D58-BFCC-B638-46A1478E38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43611" y="2833615"/>
                  <a:ext cx="236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97ED2A5-BFB1-372C-4996-7C8D6B27A979}"/>
                    </a:ext>
                  </a:extLst>
                </p14:cNvPr>
                <p14:cNvContentPartPr/>
                <p14:nvPr/>
              </p14:nvContentPartPr>
              <p14:xfrm>
                <a:off x="4015691" y="2808775"/>
                <a:ext cx="489600" cy="146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97ED2A5-BFB1-372C-4996-7C8D6B27A97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07051" y="2799775"/>
                  <a:ext cx="507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AA513C7-1201-280C-BDDE-55861D84CF86}"/>
                    </a:ext>
                  </a:extLst>
                </p14:cNvPr>
                <p14:cNvContentPartPr/>
                <p14:nvPr/>
              </p14:nvContentPartPr>
              <p14:xfrm>
                <a:off x="4632731" y="2770255"/>
                <a:ext cx="44640" cy="156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AA513C7-1201-280C-BDDE-55861D84CF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23731" y="2761255"/>
                  <a:ext cx="6228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6E67BD5-20B0-F236-99D7-02AAA68430A1}"/>
              </a:ext>
            </a:extLst>
          </p:cNvPr>
          <p:cNvGrpSpPr/>
          <p:nvPr/>
        </p:nvGrpSpPr>
        <p:grpSpPr>
          <a:xfrm>
            <a:off x="5116571" y="2680615"/>
            <a:ext cx="1983600" cy="240480"/>
            <a:chOff x="5116571" y="2680615"/>
            <a:chExt cx="198360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058AF70-C03D-1E11-773F-F3F064155280}"/>
                    </a:ext>
                  </a:extLst>
                </p14:cNvPr>
                <p14:cNvContentPartPr/>
                <p14:nvPr/>
              </p14:nvContentPartPr>
              <p14:xfrm>
                <a:off x="5116571" y="2697535"/>
                <a:ext cx="122760" cy="223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058AF70-C03D-1E11-773F-F3F06415528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07931" y="2688535"/>
                  <a:ext cx="140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D1EE19E-12D0-70E6-82DD-2EB3B368CBBD}"/>
                    </a:ext>
                  </a:extLst>
                </p14:cNvPr>
                <p14:cNvContentPartPr/>
                <p14:nvPr/>
              </p14:nvContentPartPr>
              <p14:xfrm>
                <a:off x="5276771" y="2744695"/>
                <a:ext cx="288000" cy="155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D1EE19E-12D0-70E6-82DD-2EB3B368CB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267771" y="2736055"/>
                  <a:ext cx="3056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317A71A-21AB-8481-1ADF-865055077A80}"/>
                    </a:ext>
                  </a:extLst>
                </p14:cNvPr>
                <p14:cNvContentPartPr/>
                <p14:nvPr/>
              </p14:nvContentPartPr>
              <p14:xfrm>
                <a:off x="5637131" y="2680615"/>
                <a:ext cx="323640" cy="218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317A71A-21AB-8481-1ADF-865055077A8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28491" y="2671975"/>
                  <a:ext cx="341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F6A1F14-2DCD-777C-DA01-AC48EDD185C1}"/>
                    </a:ext>
                  </a:extLst>
                </p14:cNvPr>
                <p14:cNvContentPartPr/>
                <p14:nvPr/>
              </p14:nvContentPartPr>
              <p14:xfrm>
                <a:off x="6008291" y="2754415"/>
                <a:ext cx="174960" cy="147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F6A1F14-2DCD-777C-DA01-AC48EDD185C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99291" y="2745415"/>
                  <a:ext cx="1926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308FF88-08A8-78B5-FB7D-045E59FDBCF5}"/>
                    </a:ext>
                  </a:extLst>
                </p14:cNvPr>
                <p14:cNvContentPartPr/>
                <p14:nvPr/>
              </p14:nvContentPartPr>
              <p14:xfrm>
                <a:off x="6259211" y="2733895"/>
                <a:ext cx="264600" cy="172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308FF88-08A8-78B5-FB7D-045E59FDBCF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50211" y="2725255"/>
                  <a:ext cx="282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D6EA9DA-7E1C-BA8F-B4E3-03EB6A689204}"/>
                    </a:ext>
                  </a:extLst>
                </p14:cNvPr>
                <p14:cNvContentPartPr/>
                <p14:nvPr/>
              </p14:nvContentPartPr>
              <p14:xfrm>
                <a:off x="6594731" y="2727055"/>
                <a:ext cx="154080" cy="153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D6EA9DA-7E1C-BA8F-B4E3-03EB6A68920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85731" y="2718055"/>
                  <a:ext cx="171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D99747C-3867-B617-168A-720552ED6E6A}"/>
                    </a:ext>
                  </a:extLst>
                </p14:cNvPr>
                <p14:cNvContentPartPr/>
                <p14:nvPr/>
              </p14:nvContentPartPr>
              <p14:xfrm>
                <a:off x="6949331" y="2767375"/>
                <a:ext cx="150840" cy="14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D99747C-3867-B617-168A-720552ED6E6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940331" y="2758375"/>
                  <a:ext cx="16848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5A59A84-7894-7878-C1C3-E9B46712D809}"/>
              </a:ext>
            </a:extLst>
          </p:cNvPr>
          <p:cNvGrpSpPr/>
          <p:nvPr/>
        </p:nvGrpSpPr>
        <p:grpSpPr>
          <a:xfrm>
            <a:off x="7386731" y="2473615"/>
            <a:ext cx="892080" cy="454320"/>
            <a:chOff x="7386731" y="2473615"/>
            <a:chExt cx="89208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32988DF-7F96-69B3-B88F-449B112CDE39}"/>
                    </a:ext>
                  </a:extLst>
                </p14:cNvPr>
                <p14:cNvContentPartPr/>
                <p14:nvPr/>
              </p14:nvContentPartPr>
              <p14:xfrm>
                <a:off x="7386731" y="2638495"/>
                <a:ext cx="336960" cy="283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32988DF-7F96-69B3-B88F-449B112CDE3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378091" y="2629855"/>
                  <a:ext cx="3546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05077D9-9C44-05A2-22ED-FF863D9D3436}"/>
                    </a:ext>
                  </a:extLst>
                </p14:cNvPr>
                <p14:cNvContentPartPr/>
                <p14:nvPr/>
              </p14:nvContentPartPr>
              <p14:xfrm>
                <a:off x="7545851" y="2473615"/>
                <a:ext cx="169560" cy="454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05077D9-9C44-05A2-22ED-FF863D9D343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36851" y="2464615"/>
                  <a:ext cx="18720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90AC624-8B68-DCB0-C4DE-3AEB6AC0D4E1}"/>
                    </a:ext>
                  </a:extLst>
                </p14:cNvPr>
                <p14:cNvContentPartPr/>
                <p14:nvPr/>
              </p14:nvContentPartPr>
              <p14:xfrm>
                <a:off x="7821971" y="2777815"/>
                <a:ext cx="230760" cy="111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90AC624-8B68-DCB0-C4DE-3AEB6AC0D4E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812971" y="2768815"/>
                  <a:ext cx="248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162A64A-CADC-31A3-6B7C-D9A93309C70C}"/>
                    </a:ext>
                  </a:extLst>
                </p14:cNvPr>
                <p14:cNvContentPartPr/>
                <p14:nvPr/>
              </p14:nvContentPartPr>
              <p14:xfrm>
                <a:off x="8086931" y="2663335"/>
                <a:ext cx="191880" cy="200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162A64A-CADC-31A3-6B7C-D9A93309C70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077931" y="2654335"/>
                  <a:ext cx="20952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2E24CB4-37C5-77C1-F3C4-883871BE2C59}"/>
              </a:ext>
            </a:extLst>
          </p:cNvPr>
          <p:cNvGrpSpPr/>
          <p:nvPr/>
        </p:nvGrpSpPr>
        <p:grpSpPr>
          <a:xfrm>
            <a:off x="8794691" y="2361655"/>
            <a:ext cx="2802600" cy="556560"/>
            <a:chOff x="8794691" y="2361655"/>
            <a:chExt cx="2802600" cy="55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2B5A75A-2B02-7E00-35F6-977264EFB2BC}"/>
                    </a:ext>
                  </a:extLst>
                </p14:cNvPr>
                <p14:cNvContentPartPr/>
                <p14:nvPr/>
              </p14:nvContentPartPr>
              <p14:xfrm>
                <a:off x="8794691" y="2633095"/>
                <a:ext cx="293400" cy="161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2B5A75A-2B02-7E00-35F6-977264EFB2B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85691" y="2624095"/>
                  <a:ext cx="3110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B6ADBB0-D147-E4F9-A7EE-DA3F35817420}"/>
                    </a:ext>
                  </a:extLst>
                </p14:cNvPr>
                <p14:cNvContentPartPr/>
                <p14:nvPr/>
              </p14:nvContentPartPr>
              <p14:xfrm>
                <a:off x="9114011" y="2649655"/>
                <a:ext cx="375120" cy="268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B6ADBB0-D147-E4F9-A7EE-DA3F3581742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05371" y="2640655"/>
                  <a:ext cx="3927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18D5D7F-D1E6-2E32-EA50-25743535E4F3}"/>
                    </a:ext>
                  </a:extLst>
                </p14:cNvPr>
                <p14:cNvContentPartPr/>
                <p14:nvPr/>
              </p14:nvContentPartPr>
              <p14:xfrm>
                <a:off x="9560051" y="2506375"/>
                <a:ext cx="633960" cy="252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18D5D7F-D1E6-2E32-EA50-25743535E4F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551051" y="2497375"/>
                  <a:ext cx="6516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E74274F-C26F-C990-6B72-9993C7B3A73F}"/>
                    </a:ext>
                  </a:extLst>
                </p14:cNvPr>
                <p14:cNvContentPartPr/>
                <p14:nvPr/>
              </p14:nvContentPartPr>
              <p14:xfrm>
                <a:off x="10080611" y="2635615"/>
                <a:ext cx="215280" cy="94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E74274F-C26F-C990-6B72-9993C7B3A73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071611" y="2626615"/>
                  <a:ext cx="232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FA5D884-B910-660B-9C12-1D124893417F}"/>
                    </a:ext>
                  </a:extLst>
                </p14:cNvPr>
                <p14:cNvContentPartPr/>
                <p14:nvPr/>
              </p14:nvContentPartPr>
              <p14:xfrm>
                <a:off x="10364651" y="2585215"/>
                <a:ext cx="161640" cy="143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FA5D884-B910-660B-9C12-1D124893417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56011" y="2576215"/>
                  <a:ext cx="1792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BECEE0D-3A6D-79FA-4DD5-7D69F0239FAD}"/>
                    </a:ext>
                  </a:extLst>
                </p14:cNvPr>
                <p14:cNvContentPartPr/>
                <p14:nvPr/>
              </p14:nvContentPartPr>
              <p14:xfrm>
                <a:off x="10659851" y="2684215"/>
                <a:ext cx="156240" cy="26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BECEE0D-3A6D-79FA-4DD5-7D69F0239F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651211" y="2675575"/>
                  <a:ext cx="173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178F2EB-4F50-3E75-6067-A0B961D9C5B5}"/>
                    </a:ext>
                  </a:extLst>
                </p14:cNvPr>
                <p14:cNvContentPartPr/>
                <p14:nvPr/>
              </p14:nvContentPartPr>
              <p14:xfrm>
                <a:off x="10983851" y="2500255"/>
                <a:ext cx="309960" cy="295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178F2EB-4F50-3E75-6067-A0B961D9C5B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74851" y="2491615"/>
                  <a:ext cx="327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ECF764D-66D6-5647-A1AE-43D0E16902AD}"/>
                    </a:ext>
                  </a:extLst>
                </p14:cNvPr>
                <p14:cNvContentPartPr/>
                <p14:nvPr/>
              </p14:nvContentPartPr>
              <p14:xfrm>
                <a:off x="11153771" y="2674855"/>
                <a:ext cx="58320" cy="142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ECF764D-66D6-5647-A1AE-43D0E16902A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145131" y="2666215"/>
                  <a:ext cx="75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4E1B91E-9B82-80C0-B639-D1AFB17F8E5D}"/>
                    </a:ext>
                  </a:extLst>
                </p14:cNvPr>
                <p14:cNvContentPartPr/>
                <p14:nvPr/>
              </p14:nvContentPartPr>
              <p14:xfrm>
                <a:off x="11193731" y="2361655"/>
                <a:ext cx="167040" cy="496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4E1B91E-9B82-80C0-B639-D1AFB17F8E5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185091" y="2352655"/>
                  <a:ext cx="18468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34BC1C9-7CBF-92F8-0051-78393A9068EB}"/>
                    </a:ext>
                  </a:extLst>
                </p14:cNvPr>
                <p14:cNvContentPartPr/>
                <p14:nvPr/>
              </p14:nvContentPartPr>
              <p14:xfrm>
                <a:off x="11382011" y="2653255"/>
                <a:ext cx="19080" cy="17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34BC1C9-7CBF-92F8-0051-78393A9068E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373371" y="2644615"/>
                  <a:ext cx="36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8F4983E-D690-3690-EF4A-A5753F2DB297}"/>
                    </a:ext>
                  </a:extLst>
                </p14:cNvPr>
                <p14:cNvContentPartPr/>
                <p14:nvPr/>
              </p14:nvContentPartPr>
              <p14:xfrm>
                <a:off x="11443931" y="2750815"/>
                <a:ext cx="153360" cy="148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8F4983E-D690-3690-EF4A-A5753F2DB29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435291" y="2742175"/>
                  <a:ext cx="171000" cy="16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73711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495E98B-102F-4E14-134A-1D8E10853C42}"/>
              </a:ext>
            </a:extLst>
          </p:cNvPr>
          <p:cNvGrpSpPr/>
          <p:nvPr/>
        </p:nvGrpSpPr>
        <p:grpSpPr>
          <a:xfrm>
            <a:off x="240011" y="204535"/>
            <a:ext cx="1807200" cy="552960"/>
            <a:chOff x="240011" y="204535"/>
            <a:chExt cx="1807200" cy="55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C08B49E-7EC7-9A8E-124C-4D9EC9E53CA4}"/>
                    </a:ext>
                  </a:extLst>
                </p14:cNvPr>
                <p14:cNvContentPartPr/>
                <p14:nvPr/>
              </p14:nvContentPartPr>
              <p14:xfrm>
                <a:off x="276731" y="249895"/>
                <a:ext cx="173880" cy="324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C08B49E-7EC7-9A8E-124C-4D9EC9E53C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7731" y="241255"/>
                  <a:ext cx="1915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9B5DB1A-7577-870C-808F-85F5E9812202}"/>
                    </a:ext>
                  </a:extLst>
                </p14:cNvPr>
                <p14:cNvContentPartPr/>
                <p14:nvPr/>
              </p14:nvContentPartPr>
              <p14:xfrm>
                <a:off x="240011" y="204535"/>
                <a:ext cx="243000" cy="88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9B5DB1A-7577-870C-808F-85F5E981220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1011" y="195535"/>
                  <a:ext cx="260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4C73125-C1BC-BB1E-E62F-B7884BA40EFA}"/>
                    </a:ext>
                  </a:extLst>
                </p14:cNvPr>
                <p14:cNvContentPartPr/>
                <p14:nvPr/>
              </p14:nvContentPartPr>
              <p14:xfrm>
                <a:off x="279611" y="343855"/>
                <a:ext cx="327240" cy="239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4C73125-C1BC-BB1E-E62F-B7884BA40E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971" y="335215"/>
                  <a:ext cx="344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195C5A8-D11C-6196-EA25-DDD550FD81C9}"/>
                    </a:ext>
                  </a:extLst>
                </p14:cNvPr>
                <p14:cNvContentPartPr/>
                <p14:nvPr/>
              </p14:nvContentPartPr>
              <p14:xfrm>
                <a:off x="647531" y="401815"/>
                <a:ext cx="118800" cy="147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195C5A8-D11C-6196-EA25-DDD550FD81C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8531" y="392815"/>
                  <a:ext cx="1364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61211B-C0A8-F178-7B48-8678642BEC90}"/>
                    </a:ext>
                  </a:extLst>
                </p14:cNvPr>
                <p14:cNvContentPartPr/>
                <p14:nvPr/>
              </p14:nvContentPartPr>
              <p14:xfrm>
                <a:off x="822491" y="375895"/>
                <a:ext cx="247320" cy="187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61211B-C0A8-F178-7B48-8678642BEC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3491" y="367255"/>
                  <a:ext cx="264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A90041-8B11-6133-2399-859D55DD15DF}"/>
                    </a:ext>
                  </a:extLst>
                </p14:cNvPr>
                <p14:cNvContentPartPr/>
                <p14:nvPr/>
              </p14:nvContentPartPr>
              <p14:xfrm>
                <a:off x="1226051" y="289495"/>
                <a:ext cx="359640" cy="232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A90041-8B11-6133-2399-859D55DD15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17051" y="280855"/>
                  <a:ext cx="377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567B0C5-DEC3-792A-0396-F4CAF02B858D}"/>
                    </a:ext>
                  </a:extLst>
                </p14:cNvPr>
                <p14:cNvContentPartPr/>
                <p14:nvPr/>
              </p14:nvContentPartPr>
              <p14:xfrm>
                <a:off x="1652291" y="298855"/>
                <a:ext cx="135000" cy="212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567B0C5-DEC3-792A-0396-F4CAF02B858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43291" y="290215"/>
                  <a:ext cx="1526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BF7A87-4905-37A2-015C-2EC3E8A25D6F}"/>
                    </a:ext>
                  </a:extLst>
                </p14:cNvPr>
                <p14:cNvContentPartPr/>
                <p14:nvPr/>
              </p14:nvContentPartPr>
              <p14:xfrm>
                <a:off x="1922651" y="214255"/>
                <a:ext cx="50040" cy="306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BF7A87-4905-37A2-015C-2EC3E8A25D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3651" y="205615"/>
                  <a:ext cx="676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34A527-5C16-7667-2C3B-F940D47C53CA}"/>
                    </a:ext>
                  </a:extLst>
                </p14:cNvPr>
                <p14:cNvContentPartPr/>
                <p14:nvPr/>
              </p14:nvContentPartPr>
              <p14:xfrm>
                <a:off x="517571" y="643735"/>
                <a:ext cx="1529640" cy="113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34A527-5C16-7667-2C3B-F940D47C53C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8931" y="635095"/>
                  <a:ext cx="154728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599F0E-63D4-0F0E-2CAE-3BB29B65CAD5}"/>
              </a:ext>
            </a:extLst>
          </p:cNvPr>
          <p:cNvGrpSpPr/>
          <p:nvPr/>
        </p:nvGrpSpPr>
        <p:grpSpPr>
          <a:xfrm>
            <a:off x="769211" y="1004455"/>
            <a:ext cx="1012320" cy="438480"/>
            <a:chOff x="769211" y="1004455"/>
            <a:chExt cx="101232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3408B6-BEC6-E7B1-0750-CD8126FA1F61}"/>
                    </a:ext>
                  </a:extLst>
                </p14:cNvPr>
                <p14:cNvContentPartPr/>
                <p14:nvPr/>
              </p14:nvContentPartPr>
              <p14:xfrm>
                <a:off x="769211" y="1004455"/>
                <a:ext cx="91080" cy="215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3408B6-BEC6-E7B1-0750-CD8126FA1F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0211" y="995815"/>
                  <a:ext cx="108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6EFC41-9628-4E15-1BD9-2AC47D1CC667}"/>
                    </a:ext>
                  </a:extLst>
                </p14:cNvPr>
                <p14:cNvContentPartPr/>
                <p14:nvPr/>
              </p14:nvContentPartPr>
              <p14:xfrm>
                <a:off x="892331" y="1133695"/>
                <a:ext cx="78480" cy="155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6EFC41-9628-4E15-1BD9-2AC47D1CC6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3331" y="1124695"/>
                  <a:ext cx="96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6596963-4409-6F3F-EA9D-EAF245A121AE}"/>
                    </a:ext>
                  </a:extLst>
                </p14:cNvPr>
                <p14:cNvContentPartPr/>
                <p14:nvPr/>
              </p14:nvContentPartPr>
              <p14:xfrm>
                <a:off x="1200131" y="1130815"/>
                <a:ext cx="34920" cy="247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6596963-4409-6F3F-EA9D-EAF245A121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91131" y="1121815"/>
                  <a:ext cx="525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32E0BAB-53C8-49F8-CAD6-6293D448E0E1}"/>
                    </a:ext>
                  </a:extLst>
                </p14:cNvPr>
                <p14:cNvContentPartPr/>
                <p14:nvPr/>
              </p14:nvContentPartPr>
              <p14:xfrm>
                <a:off x="1130651" y="1105975"/>
                <a:ext cx="241560" cy="58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32E0BAB-53C8-49F8-CAD6-6293D448E0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22011" y="1097335"/>
                  <a:ext cx="259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F25E970-7EFD-278D-84AB-3A358196A0B8}"/>
                    </a:ext>
                  </a:extLst>
                </p14:cNvPr>
                <p14:cNvContentPartPr/>
                <p14:nvPr/>
              </p14:nvContentPartPr>
              <p14:xfrm>
                <a:off x="1137491" y="1356535"/>
                <a:ext cx="315360" cy="70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F25E970-7EFD-278D-84AB-3A358196A0B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28491" y="1347895"/>
                  <a:ext cx="333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DCDFD9-0D38-F168-BE4E-65487D881CC5}"/>
                    </a:ext>
                  </a:extLst>
                </p14:cNvPr>
                <p14:cNvContentPartPr/>
                <p14:nvPr/>
              </p14:nvContentPartPr>
              <p14:xfrm>
                <a:off x="1574171" y="1132615"/>
                <a:ext cx="207360" cy="310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DCDFD9-0D38-F168-BE4E-65487D881CC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65531" y="1123975"/>
                  <a:ext cx="22500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9D0E81-BCE8-EAA9-9C6B-74F4E68AC1C9}"/>
              </a:ext>
            </a:extLst>
          </p:cNvPr>
          <p:cNvGrpSpPr/>
          <p:nvPr/>
        </p:nvGrpSpPr>
        <p:grpSpPr>
          <a:xfrm>
            <a:off x="2123171" y="1214335"/>
            <a:ext cx="486720" cy="147960"/>
            <a:chOff x="2123171" y="1214335"/>
            <a:chExt cx="486720" cy="14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9AF880-7027-F7F0-8497-4F9EBEF5AE82}"/>
                    </a:ext>
                  </a:extLst>
                </p14:cNvPr>
                <p14:cNvContentPartPr/>
                <p14:nvPr/>
              </p14:nvContentPartPr>
              <p14:xfrm>
                <a:off x="2123171" y="1255735"/>
                <a:ext cx="404640" cy="15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9AF880-7027-F7F0-8497-4F9EBEF5AE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14171" y="1246735"/>
                  <a:ext cx="422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109420-A878-E939-B419-79CD4C2E9C89}"/>
                    </a:ext>
                  </a:extLst>
                </p14:cNvPr>
                <p14:cNvContentPartPr/>
                <p14:nvPr/>
              </p14:nvContentPartPr>
              <p14:xfrm>
                <a:off x="2484611" y="1214335"/>
                <a:ext cx="125280" cy="147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109420-A878-E939-B419-79CD4C2E9C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75971" y="1205335"/>
                  <a:ext cx="14292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C3A9C00-0D6A-8AD8-1B7A-E66224BA5F19}"/>
                  </a:ext>
                </a:extLst>
              </p14:cNvPr>
              <p14:cNvContentPartPr/>
              <p14:nvPr/>
            </p14:nvContentPartPr>
            <p14:xfrm>
              <a:off x="3106691" y="1080415"/>
              <a:ext cx="274320" cy="289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C3A9C00-0D6A-8AD8-1B7A-E66224BA5F1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097691" y="1071775"/>
                <a:ext cx="2919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11287A7-F370-44BC-4AEE-9FDA71D15BF0}"/>
                  </a:ext>
                </a:extLst>
              </p14:cNvPr>
              <p14:cNvContentPartPr/>
              <p14:nvPr/>
            </p14:nvContentPartPr>
            <p14:xfrm>
              <a:off x="3023531" y="1007335"/>
              <a:ext cx="141120" cy="21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11287A7-F370-44BC-4AEE-9FDA71D15BF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14531" y="998695"/>
                <a:ext cx="1587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3756C8A-7D01-8075-5030-B510A63FDA45}"/>
                  </a:ext>
                </a:extLst>
              </p14:cNvPr>
              <p14:cNvContentPartPr/>
              <p14:nvPr/>
            </p14:nvContentPartPr>
            <p14:xfrm>
              <a:off x="3290291" y="985375"/>
              <a:ext cx="208080" cy="20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3756C8A-7D01-8075-5030-B510A63FDA4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81291" y="976375"/>
                <a:ext cx="2257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5EDC671-B22A-C192-B8EC-E13504126E6B}"/>
                  </a:ext>
                </a:extLst>
              </p14:cNvPr>
              <p14:cNvContentPartPr/>
              <p14:nvPr/>
            </p14:nvContentPartPr>
            <p14:xfrm>
              <a:off x="3478571" y="1281655"/>
              <a:ext cx="190800" cy="213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5EDC671-B22A-C192-B8EC-E13504126E6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69571" y="1273015"/>
                <a:ext cx="208440" cy="23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A91B9B15-5D9E-0686-B6E9-7E70012F354C}"/>
              </a:ext>
            </a:extLst>
          </p:cNvPr>
          <p:cNvGrpSpPr/>
          <p:nvPr/>
        </p:nvGrpSpPr>
        <p:grpSpPr>
          <a:xfrm>
            <a:off x="3893291" y="982495"/>
            <a:ext cx="975600" cy="428400"/>
            <a:chOff x="3893291" y="982495"/>
            <a:chExt cx="97560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318F840-02E6-609F-2ACD-56FD6C56EE28}"/>
                    </a:ext>
                  </a:extLst>
                </p14:cNvPr>
                <p14:cNvContentPartPr/>
                <p14:nvPr/>
              </p14:nvContentPartPr>
              <p14:xfrm>
                <a:off x="3893291" y="1146295"/>
                <a:ext cx="110160" cy="138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318F840-02E6-609F-2ACD-56FD6C56EE2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84291" y="1137655"/>
                  <a:ext cx="127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B42AB54-1937-E11E-46BD-6165BEC36A66}"/>
                    </a:ext>
                  </a:extLst>
                </p14:cNvPr>
                <p14:cNvContentPartPr/>
                <p14:nvPr/>
              </p14:nvContentPartPr>
              <p14:xfrm>
                <a:off x="4195331" y="1065295"/>
                <a:ext cx="354960" cy="281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B42AB54-1937-E11E-46BD-6165BEC36A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86691" y="1056295"/>
                  <a:ext cx="3726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907B7C-241F-B3B5-3544-D0D08016D913}"/>
                    </a:ext>
                  </a:extLst>
                </p14:cNvPr>
                <p14:cNvContentPartPr/>
                <p14:nvPr/>
              </p14:nvContentPartPr>
              <p14:xfrm>
                <a:off x="4140971" y="982495"/>
                <a:ext cx="508320" cy="21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907B7C-241F-B3B5-3544-D0D08016D91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31971" y="973495"/>
                  <a:ext cx="525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ECBB2EE-43FE-263D-EA93-46D337C806F3}"/>
                    </a:ext>
                  </a:extLst>
                </p14:cNvPr>
                <p14:cNvContentPartPr/>
                <p14:nvPr/>
              </p14:nvContentPartPr>
              <p14:xfrm>
                <a:off x="4685291" y="1263295"/>
                <a:ext cx="164880" cy="147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ECBB2EE-43FE-263D-EA93-46D337C806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76291" y="1254655"/>
                  <a:ext cx="1825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A28EE51-4CA7-FA6F-96F1-28D58CF2241C}"/>
                    </a:ext>
                  </a:extLst>
                </p14:cNvPr>
                <p14:cNvContentPartPr/>
                <p14:nvPr/>
              </p14:nvContentPartPr>
              <p14:xfrm>
                <a:off x="4672331" y="1378855"/>
                <a:ext cx="196560" cy="16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A28EE51-4CA7-FA6F-96F1-28D58CF2241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63691" y="1369855"/>
                  <a:ext cx="2142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3C1A69A-71E3-DC3D-507F-2B5AFB646292}"/>
              </a:ext>
            </a:extLst>
          </p:cNvPr>
          <p:cNvGrpSpPr/>
          <p:nvPr/>
        </p:nvGrpSpPr>
        <p:grpSpPr>
          <a:xfrm>
            <a:off x="5474771" y="653095"/>
            <a:ext cx="2580840" cy="781200"/>
            <a:chOff x="5474771" y="653095"/>
            <a:chExt cx="2580840" cy="78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13640BE-21FA-B45E-1768-569B9922FE8A}"/>
                    </a:ext>
                  </a:extLst>
                </p14:cNvPr>
                <p14:cNvContentPartPr/>
                <p14:nvPr/>
              </p14:nvContentPartPr>
              <p14:xfrm>
                <a:off x="5474771" y="1104895"/>
                <a:ext cx="364680" cy="9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13640BE-21FA-B45E-1768-569B9922FE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66131" y="1095895"/>
                  <a:ext cx="382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06EECAD-D6DF-69D4-1665-269DD543CAD7}"/>
                    </a:ext>
                  </a:extLst>
                </p14:cNvPr>
                <p14:cNvContentPartPr/>
                <p14:nvPr/>
              </p14:nvContentPartPr>
              <p14:xfrm>
                <a:off x="5920091" y="1039735"/>
                <a:ext cx="144720" cy="115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06EECAD-D6DF-69D4-1665-269DD543CAD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11451" y="1030735"/>
                  <a:ext cx="162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91A4B54-9E88-A467-E4EF-17E0B7774886}"/>
                    </a:ext>
                  </a:extLst>
                </p14:cNvPr>
                <p14:cNvContentPartPr/>
                <p14:nvPr/>
              </p14:nvContentPartPr>
              <p14:xfrm>
                <a:off x="6455411" y="926695"/>
                <a:ext cx="303840" cy="288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91A4B54-9E88-A467-E4EF-17E0B77748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46771" y="917695"/>
                  <a:ext cx="3214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6BC02D4-BFF9-03CF-3CE7-164B5BA367B1}"/>
                    </a:ext>
                  </a:extLst>
                </p14:cNvPr>
                <p14:cNvContentPartPr/>
                <p14:nvPr/>
              </p14:nvContentPartPr>
              <p14:xfrm>
                <a:off x="6849971" y="1011295"/>
                <a:ext cx="136800" cy="101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6BC02D4-BFF9-03CF-3CE7-164B5BA367B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41331" y="1002295"/>
                  <a:ext cx="154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ECB807-5B07-207D-65C5-8D894F34BC9B}"/>
                    </a:ext>
                  </a:extLst>
                </p14:cNvPr>
                <p14:cNvContentPartPr/>
                <p14:nvPr/>
              </p14:nvContentPartPr>
              <p14:xfrm>
                <a:off x="6248051" y="882055"/>
                <a:ext cx="595080" cy="56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ECB807-5B07-207D-65C5-8D894F34BC9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39411" y="873415"/>
                  <a:ext cx="6127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1792C95-B63E-847C-75D7-7680C40A3398}"/>
                    </a:ext>
                  </a:extLst>
                </p14:cNvPr>
                <p14:cNvContentPartPr/>
                <p14:nvPr/>
              </p14:nvContentPartPr>
              <p14:xfrm>
                <a:off x="7179371" y="653095"/>
                <a:ext cx="237240" cy="78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1792C95-B63E-847C-75D7-7680C40A33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70731" y="644095"/>
                  <a:ext cx="25488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5BABB5-3140-A577-96C1-3054CE39E888}"/>
                    </a:ext>
                  </a:extLst>
                </p14:cNvPr>
                <p14:cNvContentPartPr/>
                <p14:nvPr/>
              </p14:nvContentPartPr>
              <p14:xfrm>
                <a:off x="7381691" y="940015"/>
                <a:ext cx="171000" cy="312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5BABB5-3140-A577-96C1-3054CE39E8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72691" y="931015"/>
                  <a:ext cx="1886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C9791C0-E456-9A40-2CB8-FD26C02F70CB}"/>
                    </a:ext>
                  </a:extLst>
                </p14:cNvPr>
                <p14:cNvContentPartPr/>
                <p14:nvPr/>
              </p14:nvContentPartPr>
              <p14:xfrm>
                <a:off x="7553411" y="984655"/>
                <a:ext cx="182880" cy="233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C9791C0-E456-9A40-2CB8-FD26C02F70C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44771" y="975655"/>
                  <a:ext cx="200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4ACCC8A-6DA2-3753-21C0-86B4CC4486E0}"/>
                    </a:ext>
                  </a:extLst>
                </p14:cNvPr>
                <p14:cNvContentPartPr/>
                <p14:nvPr/>
              </p14:nvContentPartPr>
              <p14:xfrm>
                <a:off x="7838531" y="871975"/>
                <a:ext cx="168120" cy="343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4ACCC8A-6DA2-3753-21C0-86B4CC4486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29891" y="863335"/>
                  <a:ext cx="1857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9D237F3-3697-6A68-899E-DC53BBC2BF9E}"/>
                    </a:ext>
                  </a:extLst>
                </p14:cNvPr>
                <p14:cNvContentPartPr/>
                <p14:nvPr/>
              </p14:nvContentPartPr>
              <p14:xfrm>
                <a:off x="7768691" y="990415"/>
                <a:ext cx="286920" cy="33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9D237F3-3697-6A68-899E-DC53BBC2BF9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59691" y="981775"/>
                  <a:ext cx="30456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A02C58A-64BC-1717-9FD4-D34931C8A472}"/>
              </a:ext>
            </a:extLst>
          </p:cNvPr>
          <p:cNvGrpSpPr/>
          <p:nvPr/>
        </p:nvGrpSpPr>
        <p:grpSpPr>
          <a:xfrm>
            <a:off x="7256051" y="379495"/>
            <a:ext cx="292320" cy="250560"/>
            <a:chOff x="7256051" y="379495"/>
            <a:chExt cx="29232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CDB6044-4D8D-2AE6-06C3-52214238F0F7}"/>
                    </a:ext>
                  </a:extLst>
                </p14:cNvPr>
                <p14:cNvContentPartPr/>
                <p14:nvPr/>
              </p14:nvContentPartPr>
              <p14:xfrm>
                <a:off x="7308611" y="379495"/>
                <a:ext cx="161280" cy="203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CDB6044-4D8D-2AE6-06C3-52214238F0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99971" y="370855"/>
                  <a:ext cx="178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0570E2-49E7-AE55-EBCF-1E779B6B39BC}"/>
                    </a:ext>
                  </a:extLst>
                </p14:cNvPr>
                <p14:cNvContentPartPr/>
                <p14:nvPr/>
              </p14:nvContentPartPr>
              <p14:xfrm>
                <a:off x="7256051" y="466615"/>
                <a:ext cx="192240" cy="48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0570E2-49E7-AE55-EBCF-1E779B6B39B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47411" y="457975"/>
                  <a:ext cx="209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DC12E6-2E24-BA8A-3099-8BD2F75F96FE}"/>
                    </a:ext>
                  </a:extLst>
                </p14:cNvPr>
                <p14:cNvContentPartPr/>
                <p14:nvPr/>
              </p14:nvContentPartPr>
              <p14:xfrm>
                <a:off x="7408331" y="545815"/>
                <a:ext cx="140040" cy="84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DC12E6-2E24-BA8A-3099-8BD2F75F96F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99691" y="537175"/>
                  <a:ext cx="15768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AA2877D-FE40-2A7C-EF17-01A60A459D72}"/>
              </a:ext>
            </a:extLst>
          </p:cNvPr>
          <p:cNvGrpSpPr/>
          <p:nvPr/>
        </p:nvGrpSpPr>
        <p:grpSpPr>
          <a:xfrm>
            <a:off x="6441011" y="1486135"/>
            <a:ext cx="1533960" cy="386280"/>
            <a:chOff x="6441011" y="1486135"/>
            <a:chExt cx="1533960" cy="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96FAA70-F861-76AE-872E-EA606CB5FD43}"/>
                    </a:ext>
                  </a:extLst>
                </p14:cNvPr>
                <p14:cNvContentPartPr/>
                <p14:nvPr/>
              </p14:nvContentPartPr>
              <p14:xfrm>
                <a:off x="7099091" y="1486135"/>
                <a:ext cx="152280" cy="225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96FAA70-F861-76AE-872E-EA606CB5FD4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90451" y="1477135"/>
                  <a:ext cx="169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E8B2D9-FD73-7B27-D364-535F8AEB6852}"/>
                    </a:ext>
                  </a:extLst>
                </p14:cNvPr>
                <p14:cNvContentPartPr/>
                <p14:nvPr/>
              </p14:nvContentPartPr>
              <p14:xfrm>
                <a:off x="7089371" y="1602775"/>
                <a:ext cx="208800" cy="129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E8B2D9-FD73-7B27-D364-535F8AEB685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80371" y="1594135"/>
                  <a:ext cx="2264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A03F159-114B-B986-74A8-6B79C1459CFA}"/>
                    </a:ext>
                  </a:extLst>
                </p14:cNvPr>
                <p14:cNvContentPartPr/>
                <p14:nvPr/>
              </p14:nvContentPartPr>
              <p14:xfrm>
                <a:off x="6441011" y="1801855"/>
                <a:ext cx="1533960" cy="70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A03F159-114B-B986-74A8-6B79C1459C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32011" y="1792855"/>
                  <a:ext cx="155160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3A86769-1492-D01B-B788-B1E891C482D0}"/>
              </a:ext>
            </a:extLst>
          </p:cNvPr>
          <p:cNvGrpSpPr/>
          <p:nvPr/>
        </p:nvGrpSpPr>
        <p:grpSpPr>
          <a:xfrm>
            <a:off x="841571" y="2643535"/>
            <a:ext cx="271800" cy="149760"/>
            <a:chOff x="841571" y="2643535"/>
            <a:chExt cx="27180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F334EBE-A6D0-FDD6-B88D-74B7A4682E54}"/>
                    </a:ext>
                  </a:extLst>
                </p14:cNvPr>
                <p14:cNvContentPartPr/>
                <p14:nvPr/>
              </p14:nvContentPartPr>
              <p14:xfrm>
                <a:off x="841571" y="2658655"/>
                <a:ext cx="167040" cy="105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F334EBE-A6D0-FDD6-B88D-74B7A4682E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2571" y="2650015"/>
                  <a:ext cx="1846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9A6E526-CC44-5404-B023-4C6BE2C0C12C}"/>
                    </a:ext>
                  </a:extLst>
                </p14:cNvPr>
                <p14:cNvContentPartPr/>
                <p14:nvPr/>
              </p14:nvContentPartPr>
              <p14:xfrm>
                <a:off x="989531" y="2643535"/>
                <a:ext cx="123840" cy="149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9A6E526-CC44-5404-B023-4C6BE2C0C12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0531" y="2634535"/>
                  <a:ext cx="141480" cy="16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51770E4-0547-2012-924C-12EAEE0325BD}"/>
                  </a:ext>
                </a:extLst>
              </p14:cNvPr>
              <p14:cNvContentPartPr/>
              <p14:nvPr/>
            </p14:nvContentPartPr>
            <p14:xfrm>
              <a:off x="3176531" y="1672615"/>
              <a:ext cx="1581120" cy="637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51770E4-0547-2012-924C-12EAEE0325B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167531" y="1663615"/>
                <a:ext cx="159876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EA48AC4D-9FF3-C29D-ADB8-917F21884851}"/>
              </a:ext>
            </a:extLst>
          </p:cNvPr>
          <p:cNvGrpSpPr/>
          <p:nvPr/>
        </p:nvGrpSpPr>
        <p:grpSpPr>
          <a:xfrm>
            <a:off x="1499651" y="2404855"/>
            <a:ext cx="2481480" cy="580320"/>
            <a:chOff x="1499651" y="2404855"/>
            <a:chExt cx="248148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3FFD802-7A6E-8CC5-6571-B6E1B635DAF6}"/>
                    </a:ext>
                  </a:extLst>
                </p14:cNvPr>
                <p14:cNvContentPartPr/>
                <p14:nvPr/>
              </p14:nvContentPartPr>
              <p14:xfrm>
                <a:off x="1499651" y="2666575"/>
                <a:ext cx="287280" cy="226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3FFD802-7A6E-8CC5-6571-B6E1B635DA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90651" y="2657935"/>
                  <a:ext cx="304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82D8BC-5E22-2D71-899B-0B33982EA309}"/>
                    </a:ext>
                  </a:extLst>
                </p14:cNvPr>
                <p14:cNvContentPartPr/>
                <p14:nvPr/>
              </p14:nvContentPartPr>
              <p14:xfrm>
                <a:off x="1985291" y="2555335"/>
                <a:ext cx="242640" cy="354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82D8BC-5E22-2D71-899B-0B33982EA30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76291" y="2546695"/>
                  <a:ext cx="2602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257CA4-4E16-75F4-B151-562601BD1358}"/>
                    </a:ext>
                  </a:extLst>
                </p14:cNvPr>
                <p14:cNvContentPartPr/>
                <p14:nvPr/>
              </p14:nvContentPartPr>
              <p14:xfrm>
                <a:off x="1888451" y="2502415"/>
                <a:ext cx="144360" cy="27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257CA4-4E16-75F4-B151-562601BD135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79811" y="2493415"/>
                  <a:ext cx="162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AEF1C3F-A300-4181-708C-62EA1C1C94F8}"/>
                    </a:ext>
                  </a:extLst>
                </p14:cNvPr>
                <p14:cNvContentPartPr/>
                <p14:nvPr/>
              </p14:nvContentPartPr>
              <p14:xfrm>
                <a:off x="2184731" y="2467855"/>
                <a:ext cx="181800" cy="36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AEF1C3F-A300-4181-708C-62EA1C1C94F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76091" y="2458855"/>
                  <a:ext cx="199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596CFB6-927B-11CC-F738-786FE1151151}"/>
                    </a:ext>
                  </a:extLst>
                </p14:cNvPr>
                <p14:cNvContentPartPr/>
                <p14:nvPr/>
              </p14:nvContentPartPr>
              <p14:xfrm>
                <a:off x="2333051" y="2812015"/>
                <a:ext cx="31320" cy="132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596CFB6-927B-11CC-F738-786FE11511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24411" y="2803375"/>
                  <a:ext cx="48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90125E6-787F-E2AD-B9B9-4173B754E4B6}"/>
                    </a:ext>
                  </a:extLst>
                </p14:cNvPr>
                <p14:cNvContentPartPr/>
                <p14:nvPr/>
              </p14:nvContentPartPr>
              <p14:xfrm>
                <a:off x="2361131" y="2762695"/>
                <a:ext cx="153720" cy="222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90125E6-787F-E2AD-B9B9-4173B754E4B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52491" y="2754055"/>
                  <a:ext cx="1713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1DE9F6B-22D8-1C99-4436-158E2F7E36F4}"/>
                    </a:ext>
                  </a:extLst>
                </p14:cNvPr>
                <p14:cNvContentPartPr/>
                <p14:nvPr/>
              </p14:nvContentPartPr>
              <p14:xfrm>
                <a:off x="2645171" y="2683855"/>
                <a:ext cx="201240" cy="101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1DE9F6B-22D8-1C99-4436-158E2F7E36F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36531" y="2674855"/>
                  <a:ext cx="218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D93EE35-4B87-A155-7001-648A35DE6621}"/>
                    </a:ext>
                  </a:extLst>
                </p14:cNvPr>
                <p14:cNvContentPartPr/>
                <p14:nvPr/>
              </p14:nvContentPartPr>
              <p14:xfrm>
                <a:off x="3070331" y="2629495"/>
                <a:ext cx="227160" cy="192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D93EE35-4B87-A155-7001-648A35DE662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61331" y="2620495"/>
                  <a:ext cx="244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C67B291-032C-3E6F-A303-4F3EB467CCC2}"/>
                    </a:ext>
                  </a:extLst>
                </p14:cNvPr>
                <p14:cNvContentPartPr/>
                <p14:nvPr/>
              </p14:nvContentPartPr>
              <p14:xfrm>
                <a:off x="3390011" y="2511415"/>
                <a:ext cx="285120" cy="267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C67B291-032C-3E6F-A303-4F3EB467CCC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81371" y="2502775"/>
                  <a:ext cx="302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E22BB61-4FE8-084B-3F2D-F11C2AD399BF}"/>
                    </a:ext>
                  </a:extLst>
                </p14:cNvPr>
                <p14:cNvContentPartPr/>
                <p14:nvPr/>
              </p14:nvContentPartPr>
              <p14:xfrm>
                <a:off x="3292451" y="2404855"/>
                <a:ext cx="460800" cy="69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E22BB61-4FE8-084B-3F2D-F11C2AD399B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83811" y="2395855"/>
                  <a:ext cx="478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2C02EC1-DA10-77E1-E6AD-6495DA8B538A}"/>
                    </a:ext>
                  </a:extLst>
                </p14:cNvPr>
                <p14:cNvContentPartPr/>
                <p14:nvPr/>
              </p14:nvContentPartPr>
              <p14:xfrm>
                <a:off x="3811931" y="2624095"/>
                <a:ext cx="141480" cy="166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2C02EC1-DA10-77E1-E6AD-6495DA8B538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03291" y="2615455"/>
                  <a:ext cx="1591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CE95313-0D15-25C5-F28C-B4AE416EADBE}"/>
                    </a:ext>
                  </a:extLst>
                </p14:cNvPr>
                <p14:cNvContentPartPr/>
                <p14:nvPr/>
              </p14:nvContentPartPr>
              <p14:xfrm>
                <a:off x="3804011" y="2721655"/>
                <a:ext cx="177120" cy="7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CE95313-0D15-25C5-F28C-B4AE416EADB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95011" y="2713015"/>
                  <a:ext cx="19476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82646EB-1965-1CD5-BE5A-3F88283A4EE2}"/>
              </a:ext>
            </a:extLst>
          </p:cNvPr>
          <p:cNvGrpSpPr/>
          <p:nvPr/>
        </p:nvGrpSpPr>
        <p:grpSpPr>
          <a:xfrm>
            <a:off x="4251491" y="2327815"/>
            <a:ext cx="1688400" cy="396720"/>
            <a:chOff x="4251491" y="2327815"/>
            <a:chExt cx="168840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6A6B0B4-A0D4-4223-01D6-C1B4E7A0C5D5}"/>
                    </a:ext>
                  </a:extLst>
                </p14:cNvPr>
                <p14:cNvContentPartPr/>
                <p14:nvPr/>
              </p14:nvContentPartPr>
              <p14:xfrm>
                <a:off x="4251491" y="2562535"/>
                <a:ext cx="479520" cy="9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6A6B0B4-A0D4-4223-01D6-C1B4E7A0C5D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42851" y="2553535"/>
                  <a:ext cx="497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64E6F1F-7986-F204-C875-361FB982ED3D}"/>
                    </a:ext>
                  </a:extLst>
                </p14:cNvPr>
                <p14:cNvContentPartPr/>
                <p14:nvPr/>
              </p14:nvContentPartPr>
              <p14:xfrm>
                <a:off x="4670171" y="2527975"/>
                <a:ext cx="181800" cy="135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64E6F1F-7986-F204-C875-361FB982ED3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61171" y="2518975"/>
                  <a:ext cx="1994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630068-444C-1390-F424-C0A890C0B63E}"/>
                    </a:ext>
                  </a:extLst>
                </p14:cNvPr>
                <p14:cNvContentPartPr/>
                <p14:nvPr/>
              </p14:nvContentPartPr>
              <p14:xfrm>
                <a:off x="5184971" y="2387935"/>
                <a:ext cx="232920" cy="336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630068-444C-1390-F424-C0A890C0B63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75971" y="2379295"/>
                  <a:ext cx="2505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4DA7005-2E5D-FDD9-E319-587DB5369027}"/>
                    </a:ext>
                  </a:extLst>
                </p14:cNvPr>
                <p14:cNvContentPartPr/>
                <p14:nvPr/>
              </p14:nvContentPartPr>
              <p14:xfrm>
                <a:off x="5103251" y="2327815"/>
                <a:ext cx="452520" cy="3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4DA7005-2E5D-FDD9-E319-587DB536902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94251" y="2319175"/>
                  <a:ext cx="470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BD1F1C1-3AFD-F3F8-985A-82D8A3F020EB}"/>
                    </a:ext>
                  </a:extLst>
                </p14:cNvPr>
                <p14:cNvContentPartPr/>
                <p14:nvPr/>
              </p14:nvContentPartPr>
              <p14:xfrm>
                <a:off x="5682491" y="2422855"/>
                <a:ext cx="100800" cy="268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BD1F1C1-3AFD-F3F8-985A-82D8A3F020E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73851" y="2414215"/>
                  <a:ext cx="1184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9F55153-7F09-B29C-784F-DEF94DE99288}"/>
                    </a:ext>
                  </a:extLst>
                </p14:cNvPr>
                <p14:cNvContentPartPr/>
                <p14:nvPr/>
              </p14:nvContentPartPr>
              <p14:xfrm>
                <a:off x="5801651" y="2513935"/>
                <a:ext cx="138240" cy="203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9F55153-7F09-B29C-784F-DEF94DE992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92651" y="2504935"/>
                  <a:ext cx="15588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F4D4DDA-C77B-2524-8965-EB705D2AEB1A}"/>
              </a:ext>
            </a:extLst>
          </p:cNvPr>
          <p:cNvGrpSpPr/>
          <p:nvPr/>
        </p:nvGrpSpPr>
        <p:grpSpPr>
          <a:xfrm>
            <a:off x="6247691" y="2366335"/>
            <a:ext cx="1359360" cy="618480"/>
            <a:chOff x="6247691" y="2366335"/>
            <a:chExt cx="1359360" cy="61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ED434F-2CC1-A154-E978-993CE621A23D}"/>
                    </a:ext>
                  </a:extLst>
                </p14:cNvPr>
                <p14:cNvContentPartPr/>
                <p14:nvPr/>
              </p14:nvContentPartPr>
              <p14:xfrm>
                <a:off x="6247691" y="2499535"/>
                <a:ext cx="119160" cy="296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ED434F-2CC1-A154-E978-993CE621A23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38691" y="2490535"/>
                  <a:ext cx="1368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113461B-53F2-622B-6B84-2E07F5BB5940}"/>
                    </a:ext>
                  </a:extLst>
                </p14:cNvPr>
                <p14:cNvContentPartPr/>
                <p14:nvPr/>
              </p14:nvContentPartPr>
              <p14:xfrm>
                <a:off x="6385931" y="2512135"/>
                <a:ext cx="250920" cy="144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113461B-53F2-622B-6B84-2E07F5BB594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77291" y="2503495"/>
                  <a:ext cx="268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A52B7F2-D06C-7703-7DDA-6E25D521748D}"/>
                    </a:ext>
                  </a:extLst>
                </p14:cNvPr>
                <p14:cNvContentPartPr/>
                <p14:nvPr/>
              </p14:nvContentPartPr>
              <p14:xfrm>
                <a:off x="6651971" y="2511055"/>
                <a:ext cx="294120" cy="276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A52B7F2-D06C-7703-7DDA-6E25D521748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43331" y="2502055"/>
                  <a:ext cx="3117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F9385A0-24DF-8453-0D5B-AE88B91A06DB}"/>
                    </a:ext>
                  </a:extLst>
                </p14:cNvPr>
                <p14:cNvContentPartPr/>
                <p14:nvPr/>
              </p14:nvContentPartPr>
              <p14:xfrm>
                <a:off x="7017011" y="2366335"/>
                <a:ext cx="239040" cy="286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F9385A0-24DF-8453-0D5B-AE88B91A06D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08011" y="2357335"/>
                  <a:ext cx="2566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87D38C8-95C3-1594-C967-2B1937B3B61B}"/>
                    </a:ext>
                  </a:extLst>
                </p14:cNvPr>
                <p14:cNvContentPartPr/>
                <p14:nvPr/>
              </p14:nvContentPartPr>
              <p14:xfrm>
                <a:off x="7175411" y="2515375"/>
                <a:ext cx="431640" cy="469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87D38C8-95C3-1594-C967-2B1937B3B61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66771" y="2506735"/>
                  <a:ext cx="449280" cy="48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1EC9BB6-8FA6-B7FE-2933-CD353F289834}"/>
              </a:ext>
            </a:extLst>
          </p:cNvPr>
          <p:cNvGrpSpPr/>
          <p:nvPr/>
        </p:nvGrpSpPr>
        <p:grpSpPr>
          <a:xfrm>
            <a:off x="1408571" y="3409255"/>
            <a:ext cx="2633760" cy="313920"/>
            <a:chOff x="1408571" y="3409255"/>
            <a:chExt cx="263376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DE91212-BD60-D048-7B9A-47125F7AC2D5}"/>
                    </a:ext>
                  </a:extLst>
                </p14:cNvPr>
                <p14:cNvContentPartPr/>
                <p14:nvPr/>
              </p14:nvContentPartPr>
              <p14:xfrm>
                <a:off x="1408571" y="3534535"/>
                <a:ext cx="239760" cy="11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DE91212-BD60-D048-7B9A-47125F7AC2D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399571" y="3525535"/>
                  <a:ext cx="257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D8EB9A-81F0-E0D7-3A59-C40A8104AF3D}"/>
                    </a:ext>
                  </a:extLst>
                </p14:cNvPr>
                <p14:cNvContentPartPr/>
                <p14:nvPr/>
              </p14:nvContentPartPr>
              <p14:xfrm>
                <a:off x="1444571" y="3530215"/>
                <a:ext cx="404280" cy="87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D8EB9A-81F0-E0D7-3A59-C40A8104AF3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435931" y="3521215"/>
                  <a:ext cx="421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703418D-6FAC-BD19-1B4A-84E70FE46ADC}"/>
                    </a:ext>
                  </a:extLst>
                </p14:cNvPr>
                <p14:cNvContentPartPr/>
                <p14:nvPr/>
              </p14:nvContentPartPr>
              <p14:xfrm>
                <a:off x="2073851" y="3438415"/>
                <a:ext cx="34200" cy="256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703418D-6FAC-BD19-1B4A-84E70FE46AD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65211" y="3429775"/>
                  <a:ext cx="518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FF88E68-97CB-B7BD-6671-D3E52A6B54A7}"/>
                    </a:ext>
                  </a:extLst>
                </p14:cNvPr>
                <p14:cNvContentPartPr/>
                <p14:nvPr/>
              </p14:nvContentPartPr>
              <p14:xfrm>
                <a:off x="2029931" y="3409255"/>
                <a:ext cx="240120" cy="28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FF88E68-97CB-B7BD-6671-D3E52A6B54A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021291" y="3400255"/>
                  <a:ext cx="257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0E5E23E-855E-AE5C-2C69-6A1107B9C09C}"/>
                    </a:ext>
                  </a:extLst>
                </p14:cNvPr>
                <p14:cNvContentPartPr/>
                <p14:nvPr/>
              </p14:nvContentPartPr>
              <p14:xfrm>
                <a:off x="2088251" y="3520135"/>
                <a:ext cx="199800" cy="196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0E5E23E-855E-AE5C-2C69-6A1107B9C09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79251" y="3511495"/>
                  <a:ext cx="217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BBB912A-C29C-74AE-F8EA-610F80FF0780}"/>
                    </a:ext>
                  </a:extLst>
                </p14:cNvPr>
                <p14:cNvContentPartPr/>
                <p14:nvPr/>
              </p14:nvContentPartPr>
              <p14:xfrm>
                <a:off x="2352131" y="3574495"/>
                <a:ext cx="135360" cy="141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BBB912A-C29C-74AE-F8EA-610F80FF078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343491" y="3565495"/>
                  <a:ext cx="153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62DE10C-A3F0-7110-4782-751D54D15AC3}"/>
                    </a:ext>
                  </a:extLst>
                </p14:cNvPr>
                <p14:cNvContentPartPr/>
                <p14:nvPr/>
              </p14:nvContentPartPr>
              <p14:xfrm>
                <a:off x="2481731" y="3482695"/>
                <a:ext cx="251640" cy="240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62DE10C-A3F0-7110-4782-751D54D15AC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73091" y="3474055"/>
                  <a:ext cx="269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8F9A137-70E4-5494-F14D-3EB1CD6F6C69}"/>
                    </a:ext>
                  </a:extLst>
                </p14:cNvPr>
                <p14:cNvContentPartPr/>
                <p14:nvPr/>
              </p14:nvContentPartPr>
              <p14:xfrm>
                <a:off x="2677211" y="3428335"/>
                <a:ext cx="581760" cy="264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8F9A137-70E4-5494-F14D-3EB1CD6F6C6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68571" y="3419695"/>
                  <a:ext cx="5994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A06F758-9546-637B-24A3-45ABC1B8D5F2}"/>
                    </a:ext>
                  </a:extLst>
                </p14:cNvPr>
                <p14:cNvContentPartPr/>
                <p14:nvPr/>
              </p14:nvContentPartPr>
              <p14:xfrm>
                <a:off x="3274811" y="3519415"/>
                <a:ext cx="572040" cy="164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A06F758-9546-637B-24A3-45ABC1B8D5F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266171" y="3510775"/>
                  <a:ext cx="589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CFAD771-198A-95C3-A281-034BE74F09A1}"/>
                    </a:ext>
                  </a:extLst>
                </p14:cNvPr>
                <p14:cNvContentPartPr/>
                <p14:nvPr/>
              </p14:nvContentPartPr>
              <p14:xfrm>
                <a:off x="4021091" y="3463615"/>
                <a:ext cx="21240" cy="161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CFAD771-198A-95C3-A281-034BE74F09A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12091" y="3454615"/>
                  <a:ext cx="3888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4B16A2A-91F5-6E2F-F11B-225A2BD0ED9E}"/>
              </a:ext>
            </a:extLst>
          </p:cNvPr>
          <p:cNvGrpSpPr/>
          <p:nvPr/>
        </p:nvGrpSpPr>
        <p:grpSpPr>
          <a:xfrm>
            <a:off x="4556051" y="3264535"/>
            <a:ext cx="1164240" cy="394920"/>
            <a:chOff x="4556051" y="3264535"/>
            <a:chExt cx="116424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A6E9D70-CD8C-2D20-3D3C-DCC91304A901}"/>
                    </a:ext>
                  </a:extLst>
                </p14:cNvPr>
                <p14:cNvContentPartPr/>
                <p14:nvPr/>
              </p14:nvContentPartPr>
              <p14:xfrm>
                <a:off x="4556051" y="3433015"/>
                <a:ext cx="219960" cy="211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A6E9D70-CD8C-2D20-3D3C-DCC91304A9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47411" y="3424375"/>
                  <a:ext cx="237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1055C99-89D5-42D7-A91F-718B392C36E8}"/>
                    </a:ext>
                  </a:extLst>
                </p14:cNvPr>
                <p14:cNvContentPartPr/>
                <p14:nvPr/>
              </p14:nvContentPartPr>
              <p14:xfrm>
                <a:off x="4954931" y="3327535"/>
                <a:ext cx="264600" cy="331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1055C99-89D5-42D7-A91F-718B392C36E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45931" y="3318535"/>
                  <a:ext cx="2822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A7FB21E-4F53-8E08-A212-F474B85799F6}"/>
                    </a:ext>
                  </a:extLst>
                </p14:cNvPr>
                <p14:cNvContentPartPr/>
                <p14:nvPr/>
              </p14:nvContentPartPr>
              <p14:xfrm>
                <a:off x="4880051" y="3264535"/>
                <a:ext cx="487080" cy="20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A7FB21E-4F53-8E08-A212-F474B85799F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71411" y="3255535"/>
                  <a:ext cx="504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859856D-2285-83E8-0F9F-68358F34D314}"/>
                    </a:ext>
                  </a:extLst>
                </p14:cNvPr>
                <p14:cNvContentPartPr/>
                <p14:nvPr/>
              </p14:nvContentPartPr>
              <p14:xfrm>
                <a:off x="5526251" y="3460375"/>
                <a:ext cx="194040" cy="32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859856D-2285-83E8-0F9F-68358F34D31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17251" y="3451375"/>
                  <a:ext cx="211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28531D7-7726-52D5-C421-A357A9C7FADF}"/>
                    </a:ext>
                  </a:extLst>
                </p14:cNvPr>
                <p14:cNvContentPartPr/>
                <p14:nvPr/>
              </p14:nvContentPartPr>
              <p14:xfrm>
                <a:off x="5536691" y="3524095"/>
                <a:ext cx="178920" cy="13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28531D7-7726-52D5-C421-A357A9C7FAD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28051" y="3515455"/>
                  <a:ext cx="1965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F0D6074-8BAB-FC61-1B32-CCCF84FB23F3}"/>
              </a:ext>
            </a:extLst>
          </p:cNvPr>
          <p:cNvGrpSpPr/>
          <p:nvPr/>
        </p:nvGrpSpPr>
        <p:grpSpPr>
          <a:xfrm>
            <a:off x="6066971" y="3240415"/>
            <a:ext cx="1388160" cy="388800"/>
            <a:chOff x="6066971" y="3240415"/>
            <a:chExt cx="138816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3BC2E1-6994-A7FA-7364-1ECB16EE6A64}"/>
                    </a:ext>
                  </a:extLst>
                </p14:cNvPr>
                <p14:cNvContentPartPr/>
                <p14:nvPr/>
              </p14:nvContentPartPr>
              <p14:xfrm>
                <a:off x="6066971" y="3323575"/>
                <a:ext cx="371880" cy="275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3BC2E1-6994-A7FA-7364-1ECB16EE6A6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58331" y="3314575"/>
                  <a:ext cx="389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95D8E76-3A01-7BED-1B20-31926946E431}"/>
                    </a:ext>
                  </a:extLst>
                </p14:cNvPr>
                <p14:cNvContentPartPr/>
                <p14:nvPr/>
              </p14:nvContentPartPr>
              <p14:xfrm>
                <a:off x="6267491" y="3496375"/>
                <a:ext cx="460080" cy="132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95D8E76-3A01-7BED-1B20-31926946E43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58851" y="3487375"/>
                  <a:ext cx="477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A8C6A94-BC01-9ED1-BB18-BBCB6CA12D92}"/>
                    </a:ext>
                  </a:extLst>
                </p14:cNvPr>
                <p14:cNvContentPartPr/>
                <p14:nvPr/>
              </p14:nvContentPartPr>
              <p14:xfrm>
                <a:off x="6887411" y="3317095"/>
                <a:ext cx="329400" cy="258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A8C6A94-BC01-9ED1-BB18-BBCB6CA12D9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78411" y="3308095"/>
                  <a:ext cx="347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8E4C945-A6C8-CAE4-11C2-07BDC583FEDF}"/>
                    </a:ext>
                  </a:extLst>
                </p14:cNvPr>
                <p14:cNvContentPartPr/>
                <p14:nvPr/>
              </p14:nvContentPartPr>
              <p14:xfrm>
                <a:off x="6760691" y="3240415"/>
                <a:ext cx="694440" cy="41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8E4C945-A6C8-CAE4-11C2-07BDC583FED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51691" y="3231775"/>
                  <a:ext cx="7120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BAB5A64-20D3-60BE-D1EB-006EBDE570D6}"/>
              </a:ext>
            </a:extLst>
          </p:cNvPr>
          <p:cNvGrpSpPr/>
          <p:nvPr/>
        </p:nvGrpSpPr>
        <p:grpSpPr>
          <a:xfrm>
            <a:off x="4456331" y="4060855"/>
            <a:ext cx="1252440" cy="451800"/>
            <a:chOff x="4456331" y="4060855"/>
            <a:chExt cx="1252440" cy="4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53106AB-162F-8C1C-2E32-190D4A79D208}"/>
                    </a:ext>
                  </a:extLst>
                </p14:cNvPr>
                <p14:cNvContentPartPr/>
                <p14:nvPr/>
              </p14:nvContentPartPr>
              <p14:xfrm>
                <a:off x="4456331" y="4208095"/>
                <a:ext cx="231480" cy="186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53106AB-162F-8C1C-2E32-190D4A79D20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47331" y="4199455"/>
                  <a:ext cx="249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7F7830A-8BC8-E655-2888-6F0F438C2309}"/>
                    </a:ext>
                  </a:extLst>
                </p14:cNvPr>
                <p14:cNvContentPartPr/>
                <p14:nvPr/>
              </p14:nvContentPartPr>
              <p14:xfrm>
                <a:off x="4857011" y="4119895"/>
                <a:ext cx="236520" cy="258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7F7830A-8BC8-E655-2888-6F0F438C230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48011" y="4111255"/>
                  <a:ext cx="2541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E375FB8-5E31-19B5-1EE5-0D5FFFE2E0E2}"/>
                    </a:ext>
                  </a:extLst>
                </p14:cNvPr>
                <p14:cNvContentPartPr/>
                <p14:nvPr/>
              </p14:nvContentPartPr>
              <p14:xfrm>
                <a:off x="4797971" y="4060855"/>
                <a:ext cx="398520" cy="12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E375FB8-5E31-19B5-1EE5-0D5FFFE2E0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788971" y="4051855"/>
                  <a:ext cx="416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AA87173-204B-AC04-B924-17EA4012CFD1}"/>
                    </a:ext>
                  </a:extLst>
                </p14:cNvPr>
                <p14:cNvContentPartPr/>
                <p14:nvPr/>
              </p14:nvContentPartPr>
              <p14:xfrm>
                <a:off x="5256611" y="4307815"/>
                <a:ext cx="165600" cy="204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AA87173-204B-AC04-B924-17EA4012CF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47611" y="4298815"/>
                  <a:ext cx="183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0062E2A-F2BE-4489-1F77-143AB58B8721}"/>
                    </a:ext>
                  </a:extLst>
                </p14:cNvPr>
                <p14:cNvContentPartPr/>
                <p14:nvPr/>
              </p14:nvContentPartPr>
              <p14:xfrm>
                <a:off x="5514011" y="4261375"/>
                <a:ext cx="194760" cy="86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0062E2A-F2BE-4489-1F77-143AB58B872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05011" y="4252735"/>
                  <a:ext cx="21240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7EBD49E-DB94-D191-0A9E-7C957717375E}"/>
              </a:ext>
            </a:extLst>
          </p:cNvPr>
          <p:cNvGrpSpPr/>
          <p:nvPr/>
        </p:nvGrpSpPr>
        <p:grpSpPr>
          <a:xfrm>
            <a:off x="6011171" y="3999295"/>
            <a:ext cx="1741320" cy="441000"/>
            <a:chOff x="6011171" y="3999295"/>
            <a:chExt cx="1741320" cy="44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F077DB6-C990-4361-7918-EF4D1C467E14}"/>
                    </a:ext>
                  </a:extLst>
                </p14:cNvPr>
                <p14:cNvContentPartPr/>
                <p14:nvPr/>
              </p14:nvContentPartPr>
              <p14:xfrm>
                <a:off x="6011171" y="4182175"/>
                <a:ext cx="228600" cy="219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F077DB6-C990-4361-7918-EF4D1C467E1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02531" y="4173175"/>
                  <a:ext cx="246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E7DAF87-5261-BD96-0019-9B43355DDF58}"/>
                    </a:ext>
                  </a:extLst>
                </p14:cNvPr>
                <p14:cNvContentPartPr/>
                <p14:nvPr/>
              </p14:nvContentPartPr>
              <p14:xfrm>
                <a:off x="6329771" y="4086415"/>
                <a:ext cx="255960" cy="289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E7DAF87-5261-BD96-0019-9B43355DDF5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21131" y="4077415"/>
                  <a:ext cx="2736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F712BCF-5BDB-9219-0D9F-A19D62F4E2E5}"/>
                    </a:ext>
                  </a:extLst>
                </p14:cNvPr>
                <p14:cNvContentPartPr/>
                <p14:nvPr/>
              </p14:nvContentPartPr>
              <p14:xfrm>
                <a:off x="6279731" y="3999295"/>
                <a:ext cx="439200" cy="43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F712BCF-5BDB-9219-0D9F-A19D62F4E2E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71091" y="3990655"/>
                  <a:ext cx="456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F902F7E-1551-F1B2-BF7E-B0C539E671C2}"/>
                    </a:ext>
                  </a:extLst>
                </p14:cNvPr>
                <p14:cNvContentPartPr/>
                <p14:nvPr/>
              </p14:nvContentPartPr>
              <p14:xfrm>
                <a:off x="6714611" y="4304215"/>
                <a:ext cx="127080" cy="136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F902F7E-1551-F1B2-BF7E-B0C539E671C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05611" y="4295215"/>
                  <a:ext cx="144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522C35A-E01B-65DF-BF48-164CE5AA6128}"/>
                    </a:ext>
                  </a:extLst>
                </p14:cNvPr>
                <p14:cNvContentPartPr/>
                <p14:nvPr/>
              </p14:nvContentPartPr>
              <p14:xfrm>
                <a:off x="6689411" y="4388095"/>
                <a:ext cx="210960" cy="43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522C35A-E01B-65DF-BF48-164CE5AA612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80771" y="4379095"/>
                  <a:ext cx="228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90552E7-7F62-59F5-71A9-5A392DBE17B3}"/>
                    </a:ext>
                  </a:extLst>
                </p14:cNvPr>
                <p14:cNvContentPartPr/>
                <p14:nvPr/>
              </p14:nvContentPartPr>
              <p14:xfrm>
                <a:off x="7055531" y="4183255"/>
                <a:ext cx="442800" cy="91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90552E7-7F62-59F5-71A9-5A392DBE17B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46531" y="4174255"/>
                  <a:ext cx="460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957A44C-E957-5B78-6E0F-63E71FD9682D}"/>
                    </a:ext>
                  </a:extLst>
                </p14:cNvPr>
                <p14:cNvContentPartPr/>
                <p14:nvPr/>
              </p14:nvContentPartPr>
              <p14:xfrm>
                <a:off x="7614611" y="4145095"/>
                <a:ext cx="137880" cy="187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957A44C-E957-5B78-6E0F-63E71FD9682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605611" y="4136455"/>
                  <a:ext cx="15552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AFBB6A3-5397-5B85-A8A9-5C97121AF49F}"/>
              </a:ext>
            </a:extLst>
          </p:cNvPr>
          <p:cNvGrpSpPr/>
          <p:nvPr/>
        </p:nvGrpSpPr>
        <p:grpSpPr>
          <a:xfrm>
            <a:off x="8134451" y="3846295"/>
            <a:ext cx="2068920" cy="617400"/>
            <a:chOff x="8134451" y="3846295"/>
            <a:chExt cx="2068920" cy="61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0841D44-9ED2-F48F-8B4A-F5BD2A8559F0}"/>
                    </a:ext>
                  </a:extLst>
                </p14:cNvPr>
                <p14:cNvContentPartPr/>
                <p14:nvPr/>
              </p14:nvContentPartPr>
              <p14:xfrm>
                <a:off x="8134451" y="3915055"/>
                <a:ext cx="366480" cy="377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0841D44-9ED2-F48F-8B4A-F5BD2A8559F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25451" y="3906055"/>
                  <a:ext cx="3841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70AA645-27E5-244B-B6C3-194A4CA4FE1B}"/>
                    </a:ext>
                  </a:extLst>
                </p14:cNvPr>
                <p14:cNvContentPartPr/>
                <p14:nvPr/>
              </p14:nvContentPartPr>
              <p14:xfrm>
                <a:off x="8304011" y="4124935"/>
                <a:ext cx="104760" cy="214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70AA645-27E5-244B-B6C3-194A4CA4FE1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295011" y="4115935"/>
                  <a:ext cx="122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9010D2F-0E67-E9BD-82FE-ABC40C95DCD1}"/>
                    </a:ext>
                  </a:extLst>
                </p14:cNvPr>
                <p14:cNvContentPartPr/>
                <p14:nvPr/>
              </p14:nvContentPartPr>
              <p14:xfrm>
                <a:off x="8523251" y="4229335"/>
                <a:ext cx="188640" cy="136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9010D2F-0E67-E9BD-82FE-ABC40C95DCD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514611" y="4220335"/>
                  <a:ext cx="206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DE27D21-E18F-522B-0B84-D8AE065EDFCE}"/>
                    </a:ext>
                  </a:extLst>
                </p14:cNvPr>
                <p14:cNvContentPartPr/>
                <p14:nvPr/>
              </p14:nvContentPartPr>
              <p14:xfrm>
                <a:off x="8556371" y="4365415"/>
                <a:ext cx="173160" cy="98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DE27D21-E18F-522B-0B84-D8AE065EDFC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547371" y="4356415"/>
                  <a:ext cx="190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D7DA2CD-FBCC-7955-7534-9A33CB7F74F7}"/>
                    </a:ext>
                  </a:extLst>
                </p14:cNvPr>
                <p14:cNvContentPartPr/>
                <p14:nvPr/>
              </p14:nvContentPartPr>
              <p14:xfrm>
                <a:off x="8852651" y="4141855"/>
                <a:ext cx="178920" cy="21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D7DA2CD-FBCC-7955-7534-9A33CB7F74F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843651" y="4132855"/>
                  <a:ext cx="196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15807E5-B08D-167F-D2D3-A1BA3D2442EB}"/>
                    </a:ext>
                  </a:extLst>
                </p14:cNvPr>
                <p14:cNvContentPartPr/>
                <p14:nvPr/>
              </p14:nvContentPartPr>
              <p14:xfrm>
                <a:off x="9164051" y="3956815"/>
                <a:ext cx="336960" cy="281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15807E5-B08D-167F-D2D3-A1BA3D2442E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155411" y="3947815"/>
                  <a:ext cx="3546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278F051-1BEE-D4AE-C5E2-9361F889D029}"/>
                    </a:ext>
                  </a:extLst>
                </p14:cNvPr>
                <p14:cNvContentPartPr/>
                <p14:nvPr/>
              </p14:nvContentPartPr>
              <p14:xfrm>
                <a:off x="9026531" y="3846295"/>
                <a:ext cx="596880" cy="86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278F051-1BEE-D4AE-C5E2-9361F889D02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17531" y="3837655"/>
                  <a:ext cx="614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818A8AC-A81B-EBAF-C0FB-0CA823CEA233}"/>
                    </a:ext>
                  </a:extLst>
                </p14:cNvPr>
                <p14:cNvContentPartPr/>
                <p14:nvPr/>
              </p14:nvContentPartPr>
              <p14:xfrm>
                <a:off x="9592091" y="4144375"/>
                <a:ext cx="212040" cy="227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818A8AC-A81B-EBAF-C0FB-0CA823CEA23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583091" y="4135375"/>
                  <a:ext cx="2296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77E7F1C-892F-FDDD-3093-58485BE433ED}"/>
                    </a:ext>
                  </a:extLst>
                </p14:cNvPr>
                <p14:cNvContentPartPr/>
                <p14:nvPr/>
              </p14:nvContentPartPr>
              <p14:xfrm>
                <a:off x="10012211" y="4060495"/>
                <a:ext cx="191160" cy="24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77E7F1C-892F-FDDD-3093-58485BE433E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003571" y="4051495"/>
                  <a:ext cx="208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2799A5C-E6B1-DEF2-A137-CA354EE7F255}"/>
                    </a:ext>
                  </a:extLst>
                </p14:cNvPr>
                <p14:cNvContentPartPr/>
                <p14:nvPr/>
              </p14:nvContentPartPr>
              <p14:xfrm>
                <a:off x="10075931" y="4137175"/>
                <a:ext cx="114120" cy="12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2799A5C-E6B1-DEF2-A137-CA354EE7F25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066931" y="4128175"/>
                  <a:ext cx="1317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5453E14-75C3-8695-EBA4-BEF496A02D53}"/>
              </a:ext>
            </a:extLst>
          </p:cNvPr>
          <p:cNvGrpSpPr/>
          <p:nvPr/>
        </p:nvGrpSpPr>
        <p:grpSpPr>
          <a:xfrm>
            <a:off x="10446011" y="3825775"/>
            <a:ext cx="1569240" cy="548280"/>
            <a:chOff x="10446011" y="3825775"/>
            <a:chExt cx="1569240" cy="54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1632E89-8566-FB21-035E-5A80D06E8E2D}"/>
                    </a:ext>
                  </a:extLst>
                </p14:cNvPr>
                <p14:cNvContentPartPr/>
                <p14:nvPr/>
              </p14:nvContentPartPr>
              <p14:xfrm>
                <a:off x="10446011" y="3930895"/>
                <a:ext cx="353520" cy="324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1632E89-8566-FB21-035E-5A80D06E8E2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37011" y="3921895"/>
                  <a:ext cx="371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E1571D1-3CDD-91A9-3AB7-E66236A76E6C}"/>
                    </a:ext>
                  </a:extLst>
                </p14:cNvPr>
                <p14:cNvContentPartPr/>
                <p14:nvPr/>
              </p14:nvContentPartPr>
              <p14:xfrm>
                <a:off x="10633211" y="4156255"/>
                <a:ext cx="126000" cy="174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E1571D1-3CDD-91A9-3AB7-E66236A76E6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24571" y="4147615"/>
                  <a:ext cx="143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74E17C2-B355-D610-40CD-3DB6082D2C3A}"/>
                    </a:ext>
                  </a:extLst>
                </p14:cNvPr>
                <p14:cNvContentPartPr/>
                <p14:nvPr/>
              </p14:nvContentPartPr>
              <p14:xfrm>
                <a:off x="10859651" y="4209535"/>
                <a:ext cx="158040" cy="151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74E17C2-B355-D610-40CD-3DB6082D2C3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851011" y="4200535"/>
                  <a:ext cx="175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CB9E309-FC69-B608-C6FF-ECDF66B7D35C}"/>
                    </a:ext>
                  </a:extLst>
                </p14:cNvPr>
                <p14:cNvContentPartPr/>
                <p14:nvPr/>
              </p14:nvContentPartPr>
              <p14:xfrm>
                <a:off x="10896371" y="4119535"/>
                <a:ext cx="379800" cy="217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CB9E309-FC69-B608-C6FF-ECDF66B7D3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87731" y="4110895"/>
                  <a:ext cx="397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291786F-F883-BBEF-39AF-20F96D9E9FFA}"/>
                    </a:ext>
                  </a:extLst>
                </p14:cNvPr>
                <p14:cNvContentPartPr/>
                <p14:nvPr/>
              </p14:nvContentPartPr>
              <p14:xfrm>
                <a:off x="11342411" y="3914695"/>
                <a:ext cx="365760" cy="272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291786F-F883-BBEF-39AF-20F96D9E9FF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333771" y="3905695"/>
                  <a:ext cx="383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EB9DD24-20F5-F973-1A1B-2E35D8F0EA3E}"/>
                    </a:ext>
                  </a:extLst>
                </p14:cNvPr>
                <p14:cNvContentPartPr/>
                <p14:nvPr/>
              </p14:nvContentPartPr>
              <p14:xfrm>
                <a:off x="11213171" y="3825775"/>
                <a:ext cx="611280" cy="57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EB9DD24-20F5-F973-1A1B-2E35D8F0EA3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204171" y="3817135"/>
                  <a:ext cx="628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D962297-D7FA-B8EF-DCD8-2346F1C7E94C}"/>
                    </a:ext>
                  </a:extLst>
                </p14:cNvPr>
                <p14:cNvContentPartPr/>
                <p14:nvPr/>
              </p14:nvContentPartPr>
              <p14:xfrm>
                <a:off x="11789531" y="4187575"/>
                <a:ext cx="187920" cy="186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D962297-D7FA-B8EF-DCD8-2346F1C7E94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780531" y="4178575"/>
                  <a:ext cx="205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F8E33AF-840A-26AD-652B-46849CB14FF1}"/>
                    </a:ext>
                  </a:extLst>
                </p14:cNvPr>
                <p14:cNvContentPartPr/>
                <p14:nvPr/>
              </p14:nvContentPartPr>
              <p14:xfrm>
                <a:off x="11865491" y="4299175"/>
                <a:ext cx="149760" cy="8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F8E33AF-840A-26AD-652B-46849CB14FF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856491" y="4290535"/>
                  <a:ext cx="1674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9FD8401-516A-1734-E811-44EFBA0E3751}"/>
              </a:ext>
            </a:extLst>
          </p:cNvPr>
          <p:cNvGrpSpPr/>
          <p:nvPr/>
        </p:nvGrpSpPr>
        <p:grpSpPr>
          <a:xfrm>
            <a:off x="8994491" y="4559455"/>
            <a:ext cx="798120" cy="91440"/>
            <a:chOff x="8994491" y="4559455"/>
            <a:chExt cx="79812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700D2B4-3F92-B2E9-8FB2-668AA18BE50A}"/>
                    </a:ext>
                  </a:extLst>
                </p14:cNvPr>
                <p14:cNvContentPartPr/>
                <p14:nvPr/>
              </p14:nvContentPartPr>
              <p14:xfrm>
                <a:off x="8994491" y="4560175"/>
                <a:ext cx="105840" cy="28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700D2B4-3F92-B2E9-8FB2-668AA18BE50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985491" y="4551535"/>
                  <a:ext cx="123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C424AF3-ADC4-8EF8-DFB3-685B969FC173}"/>
                    </a:ext>
                  </a:extLst>
                </p14:cNvPr>
                <p14:cNvContentPartPr/>
                <p14:nvPr/>
              </p14:nvContentPartPr>
              <p14:xfrm>
                <a:off x="9126611" y="4559455"/>
                <a:ext cx="666000" cy="91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C424AF3-ADC4-8EF8-DFB3-685B969FC17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117611" y="4550815"/>
                  <a:ext cx="68364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A9B5599-A1B3-96BE-0257-96C6DE81D3CD}"/>
                  </a:ext>
                </a:extLst>
              </p14:cNvPr>
              <p14:cNvContentPartPr/>
              <p14:nvPr/>
            </p14:nvContentPartPr>
            <p14:xfrm>
              <a:off x="11319011" y="4519855"/>
              <a:ext cx="598680" cy="673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A9B5599-A1B3-96BE-0257-96C6DE81D3CD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1310371" y="4511215"/>
                <a:ext cx="616320" cy="8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E222C9C6-4896-8B85-2266-C5D3506C8794}"/>
              </a:ext>
            </a:extLst>
          </p:cNvPr>
          <p:cNvGrpSpPr/>
          <p:nvPr/>
        </p:nvGrpSpPr>
        <p:grpSpPr>
          <a:xfrm>
            <a:off x="9006371" y="4985335"/>
            <a:ext cx="1763640" cy="471240"/>
            <a:chOff x="9006371" y="4985335"/>
            <a:chExt cx="176364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1F15C49-CE43-62B4-47E8-94456F3AA737}"/>
                    </a:ext>
                  </a:extLst>
                </p14:cNvPr>
                <p14:cNvContentPartPr/>
                <p14:nvPr/>
              </p14:nvContentPartPr>
              <p14:xfrm>
                <a:off x="9006371" y="4996495"/>
                <a:ext cx="379800" cy="414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1F15C49-CE43-62B4-47E8-94456F3AA73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997371" y="4987855"/>
                  <a:ext cx="3974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2BCB490-A511-3A33-32C1-7153FCFDEE6F}"/>
                    </a:ext>
                  </a:extLst>
                </p14:cNvPr>
                <p14:cNvContentPartPr/>
                <p14:nvPr/>
              </p14:nvContentPartPr>
              <p14:xfrm>
                <a:off x="9184571" y="5174695"/>
                <a:ext cx="148680" cy="218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2BCB490-A511-3A33-32C1-7153FCFDEE6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175931" y="5166055"/>
                  <a:ext cx="166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6ED3C7F-9334-BF75-B2C5-96838E5EB31C}"/>
                    </a:ext>
                  </a:extLst>
                </p14:cNvPr>
                <p14:cNvContentPartPr/>
                <p14:nvPr/>
              </p14:nvContentPartPr>
              <p14:xfrm>
                <a:off x="9421091" y="5276935"/>
                <a:ext cx="36720" cy="154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6ED3C7F-9334-BF75-B2C5-96838E5EB31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412091" y="5267935"/>
                  <a:ext cx="54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B7089D8-6C9F-BC84-1111-CC643A87B66C}"/>
                    </a:ext>
                  </a:extLst>
                </p14:cNvPr>
                <p14:cNvContentPartPr/>
                <p14:nvPr/>
              </p14:nvContentPartPr>
              <p14:xfrm>
                <a:off x="9423251" y="5245255"/>
                <a:ext cx="177480" cy="211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B7089D8-6C9F-BC84-1111-CC643A87B66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414251" y="5236255"/>
                  <a:ext cx="195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63BF545-F7F3-C47D-5E88-7789BC5C48AB}"/>
                    </a:ext>
                  </a:extLst>
                </p14:cNvPr>
                <p14:cNvContentPartPr/>
                <p14:nvPr/>
              </p14:nvContentPartPr>
              <p14:xfrm>
                <a:off x="9799811" y="5085415"/>
                <a:ext cx="137880" cy="118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63BF545-F7F3-C47D-5E88-7789BC5C48A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791171" y="5076775"/>
                  <a:ext cx="1555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EE8044D-0FA8-0AE3-0354-435BFC7ADDFB}"/>
                    </a:ext>
                  </a:extLst>
                </p14:cNvPr>
                <p14:cNvContentPartPr/>
                <p14:nvPr/>
              </p14:nvContentPartPr>
              <p14:xfrm>
                <a:off x="10113011" y="4985335"/>
                <a:ext cx="407160" cy="369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EE8044D-0FA8-0AE3-0354-435BFC7ADDF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104371" y="4976695"/>
                  <a:ext cx="4248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FF7A1A3-2BE2-4225-12ED-BB4CC994A284}"/>
                    </a:ext>
                  </a:extLst>
                </p14:cNvPr>
                <p14:cNvContentPartPr/>
                <p14:nvPr/>
              </p14:nvContentPartPr>
              <p14:xfrm>
                <a:off x="10277891" y="5163535"/>
                <a:ext cx="150840" cy="195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FF7A1A3-2BE2-4225-12ED-BB4CC994A28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268891" y="5154895"/>
                  <a:ext cx="1684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E68A1D7-EADA-D169-6792-8FDA331EEBFB}"/>
                    </a:ext>
                  </a:extLst>
                </p14:cNvPr>
                <p14:cNvContentPartPr/>
                <p14:nvPr/>
              </p14:nvContentPartPr>
              <p14:xfrm>
                <a:off x="10528091" y="5237335"/>
                <a:ext cx="241920" cy="145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E68A1D7-EADA-D169-6792-8FDA331EEBF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519451" y="5228335"/>
                  <a:ext cx="259560" cy="16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6001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506F764-0492-261D-7DDA-347CBD68D026}"/>
              </a:ext>
            </a:extLst>
          </p:cNvPr>
          <p:cNvGrpSpPr/>
          <p:nvPr/>
        </p:nvGrpSpPr>
        <p:grpSpPr>
          <a:xfrm>
            <a:off x="3970691" y="186175"/>
            <a:ext cx="2761200" cy="601560"/>
            <a:chOff x="3970691" y="186175"/>
            <a:chExt cx="2761200" cy="60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B8F0B2-6877-44F4-2442-50E8650DF72A}"/>
                    </a:ext>
                  </a:extLst>
                </p14:cNvPr>
                <p14:cNvContentPartPr/>
                <p14:nvPr/>
              </p14:nvContentPartPr>
              <p14:xfrm>
                <a:off x="3970691" y="351775"/>
                <a:ext cx="328320" cy="435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B8F0B2-6877-44F4-2442-50E8650DF7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2051" y="342775"/>
                  <a:ext cx="3459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2DC827-A75E-2550-ADD8-727EAF9ED246}"/>
                    </a:ext>
                  </a:extLst>
                </p14:cNvPr>
                <p14:cNvContentPartPr/>
                <p14:nvPr/>
              </p14:nvContentPartPr>
              <p14:xfrm>
                <a:off x="4344731" y="221815"/>
                <a:ext cx="311760" cy="289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2DC827-A75E-2550-ADD8-727EAF9ED24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35731" y="213175"/>
                  <a:ext cx="3294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F9E399-41E3-AA50-ACCD-F9B8952A11DD}"/>
                    </a:ext>
                  </a:extLst>
                </p14:cNvPr>
                <p14:cNvContentPartPr/>
                <p14:nvPr/>
              </p14:nvContentPartPr>
              <p14:xfrm>
                <a:off x="4772051" y="376615"/>
                <a:ext cx="138240" cy="2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F9E399-41E3-AA50-ACCD-F9B8952A11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63411" y="367615"/>
                  <a:ext cx="155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E4F3474-E2A8-29F3-9F7B-41C87B624E02}"/>
                    </a:ext>
                  </a:extLst>
                </p14:cNvPr>
                <p14:cNvContentPartPr/>
                <p14:nvPr/>
              </p14:nvContentPartPr>
              <p14:xfrm>
                <a:off x="5075531" y="313255"/>
                <a:ext cx="215280" cy="154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E4F3474-E2A8-29F3-9F7B-41C87B624E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66531" y="304255"/>
                  <a:ext cx="232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E3317A4-38A0-190F-9BAC-D3288F245356}"/>
                    </a:ext>
                  </a:extLst>
                </p14:cNvPr>
                <p14:cNvContentPartPr/>
                <p14:nvPr/>
              </p14:nvContentPartPr>
              <p14:xfrm>
                <a:off x="5327171" y="300295"/>
                <a:ext cx="231840" cy="158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E3317A4-38A0-190F-9BAC-D3288F2453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18531" y="291295"/>
                  <a:ext cx="2494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8C756F-5D9F-4C09-20F1-AC6460D4C497}"/>
                    </a:ext>
                  </a:extLst>
                </p14:cNvPr>
                <p14:cNvContentPartPr/>
                <p14:nvPr/>
              </p14:nvContentPartPr>
              <p14:xfrm>
                <a:off x="5614811" y="288415"/>
                <a:ext cx="165960" cy="155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8C756F-5D9F-4C09-20F1-AC6460D4C4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06171" y="279775"/>
                  <a:ext cx="183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61B9EF-C89B-4810-63B8-97C1A7BC87C0}"/>
                    </a:ext>
                  </a:extLst>
                </p14:cNvPr>
                <p14:cNvContentPartPr/>
                <p14:nvPr/>
              </p14:nvContentPartPr>
              <p14:xfrm>
                <a:off x="5991731" y="186175"/>
                <a:ext cx="609120" cy="231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61B9EF-C89B-4810-63B8-97C1A7BC87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82731" y="177175"/>
                  <a:ext cx="626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E5FC5D1-AE04-40FA-5D5B-78B4B6D28465}"/>
                    </a:ext>
                  </a:extLst>
                </p14:cNvPr>
                <p14:cNvContentPartPr/>
                <p14:nvPr/>
              </p14:nvContentPartPr>
              <p14:xfrm>
                <a:off x="6507971" y="270415"/>
                <a:ext cx="223920" cy="29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E5FC5D1-AE04-40FA-5D5B-78B4B6D284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98971" y="261415"/>
                  <a:ext cx="24156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63DE088-D4CC-D800-D6A8-90C95F877BD6}"/>
              </a:ext>
            </a:extLst>
          </p:cNvPr>
          <p:cNvGrpSpPr/>
          <p:nvPr/>
        </p:nvGrpSpPr>
        <p:grpSpPr>
          <a:xfrm>
            <a:off x="368891" y="229375"/>
            <a:ext cx="3131280" cy="594720"/>
            <a:chOff x="368891" y="229375"/>
            <a:chExt cx="3131280" cy="59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11525B1-2C57-9DA1-6417-1897A2F0B2F6}"/>
                    </a:ext>
                  </a:extLst>
                </p14:cNvPr>
                <p14:cNvContentPartPr/>
                <p14:nvPr/>
              </p14:nvContentPartPr>
              <p14:xfrm>
                <a:off x="368891" y="229375"/>
                <a:ext cx="204480" cy="355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11525B1-2C57-9DA1-6417-1897A2F0B2F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0251" y="220735"/>
                  <a:ext cx="2221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70B566E-D4D1-8A53-52C4-857C8ECFC3B7}"/>
                    </a:ext>
                  </a:extLst>
                </p14:cNvPr>
                <p14:cNvContentPartPr/>
                <p14:nvPr/>
              </p14:nvContentPartPr>
              <p14:xfrm>
                <a:off x="598211" y="413335"/>
                <a:ext cx="559080" cy="303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70B566E-D4D1-8A53-52C4-857C8ECFC3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9211" y="404695"/>
                  <a:ext cx="5767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7B99F3-114D-72F9-4897-8CA99C9362AA}"/>
                    </a:ext>
                  </a:extLst>
                </p14:cNvPr>
                <p14:cNvContentPartPr/>
                <p14:nvPr/>
              </p14:nvContentPartPr>
              <p14:xfrm>
                <a:off x="1367891" y="393535"/>
                <a:ext cx="84960" cy="197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7B99F3-114D-72F9-4897-8CA99C9362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58891" y="384895"/>
                  <a:ext cx="102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1C2F6F3-865F-7FCD-8277-83CE0F0097D7}"/>
                    </a:ext>
                  </a:extLst>
                </p14:cNvPr>
                <p14:cNvContentPartPr/>
                <p14:nvPr/>
              </p14:nvContentPartPr>
              <p14:xfrm>
                <a:off x="1496771" y="400015"/>
                <a:ext cx="379440" cy="176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1C2F6F3-865F-7FCD-8277-83CE0F0097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87771" y="391015"/>
                  <a:ext cx="397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C3303A6-EF98-79CE-1808-C0DEF0553690}"/>
                    </a:ext>
                  </a:extLst>
                </p14:cNvPr>
                <p14:cNvContentPartPr/>
                <p14:nvPr/>
              </p14:nvContentPartPr>
              <p14:xfrm>
                <a:off x="1941011" y="412615"/>
                <a:ext cx="13680" cy="300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C3303A6-EF98-79CE-1808-C0DEF055369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2371" y="403975"/>
                  <a:ext cx="313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F1A78E7-9CA6-1824-4D73-174AD52E352E}"/>
                    </a:ext>
                  </a:extLst>
                </p14:cNvPr>
                <p14:cNvContentPartPr/>
                <p14:nvPr/>
              </p14:nvContentPartPr>
              <p14:xfrm>
                <a:off x="1955771" y="429175"/>
                <a:ext cx="108360" cy="179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F1A78E7-9CA6-1824-4D73-174AD52E35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46771" y="420535"/>
                  <a:ext cx="126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21AABC-43B1-7FF1-8E29-145D05E1E33F}"/>
                    </a:ext>
                  </a:extLst>
                </p14:cNvPr>
                <p14:cNvContentPartPr/>
                <p14:nvPr/>
              </p14:nvContentPartPr>
              <p14:xfrm>
                <a:off x="2093651" y="398575"/>
                <a:ext cx="291600" cy="188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21AABC-43B1-7FF1-8E29-145D05E1E33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85011" y="389935"/>
                  <a:ext cx="309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10C85A-3244-3C23-B087-A7FC367ED47F}"/>
                    </a:ext>
                  </a:extLst>
                </p14:cNvPr>
                <p14:cNvContentPartPr/>
                <p14:nvPr/>
              </p14:nvContentPartPr>
              <p14:xfrm>
                <a:off x="2429171" y="375895"/>
                <a:ext cx="125280" cy="195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10C85A-3244-3C23-B087-A7FC367ED47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20531" y="367255"/>
                  <a:ext cx="142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029570D-8C06-0E6F-1CF1-6D7ABEE6D965}"/>
                    </a:ext>
                  </a:extLst>
                </p14:cNvPr>
                <p14:cNvContentPartPr/>
                <p14:nvPr/>
              </p14:nvContentPartPr>
              <p14:xfrm>
                <a:off x="2600891" y="387055"/>
                <a:ext cx="100080" cy="200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029570D-8C06-0E6F-1CF1-6D7ABEE6D96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92251" y="378415"/>
                  <a:ext cx="117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1F57453-3BC2-05EB-BB77-0A828DD5C39B}"/>
                    </a:ext>
                  </a:extLst>
                </p14:cNvPr>
                <p14:cNvContentPartPr/>
                <p14:nvPr/>
              </p14:nvContentPartPr>
              <p14:xfrm>
                <a:off x="2712491" y="358615"/>
                <a:ext cx="110160" cy="220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1F57453-3BC2-05EB-BB77-0A828DD5C3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03491" y="349615"/>
                  <a:ext cx="1278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CAB0227-FA21-68CB-B81F-1A3AEA5FB8C5}"/>
                    </a:ext>
                  </a:extLst>
                </p14:cNvPr>
                <p14:cNvContentPartPr/>
                <p14:nvPr/>
              </p14:nvContentPartPr>
              <p14:xfrm>
                <a:off x="2873771" y="384535"/>
                <a:ext cx="340560" cy="206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CAB0227-FA21-68CB-B81F-1A3AEA5FB8C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64771" y="375895"/>
                  <a:ext cx="3582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DAC6B98-300D-E700-1952-82DA5F858028}"/>
                    </a:ext>
                  </a:extLst>
                </p14:cNvPr>
                <p14:cNvContentPartPr/>
                <p14:nvPr/>
              </p14:nvContentPartPr>
              <p14:xfrm>
                <a:off x="3460571" y="344935"/>
                <a:ext cx="39600" cy="141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DAC6B98-300D-E700-1952-82DA5F8580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51931" y="336295"/>
                  <a:ext cx="57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167F099-735E-EF72-5FA8-8554E0A81DB6}"/>
                    </a:ext>
                  </a:extLst>
                </p14:cNvPr>
                <p14:cNvContentPartPr/>
                <p14:nvPr/>
              </p14:nvContentPartPr>
              <p14:xfrm>
                <a:off x="426131" y="772975"/>
                <a:ext cx="2837880" cy="51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167F099-735E-EF72-5FA8-8554E0A81D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7491" y="763975"/>
                  <a:ext cx="285552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76C6ED9-05D7-B996-2B17-63B72602910B}"/>
              </a:ext>
            </a:extLst>
          </p:cNvPr>
          <p:cNvGrpSpPr/>
          <p:nvPr/>
        </p:nvGrpSpPr>
        <p:grpSpPr>
          <a:xfrm>
            <a:off x="571571" y="1050895"/>
            <a:ext cx="2067840" cy="302040"/>
            <a:chOff x="571571" y="1050895"/>
            <a:chExt cx="206784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1529058-3306-9D58-B726-A7E3BED048A4}"/>
                    </a:ext>
                  </a:extLst>
                </p14:cNvPr>
                <p14:cNvContentPartPr/>
                <p14:nvPr/>
              </p14:nvContentPartPr>
              <p14:xfrm>
                <a:off x="571571" y="1139815"/>
                <a:ext cx="46080" cy="213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1529058-3306-9D58-B726-A7E3BED048A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2571" y="1131175"/>
                  <a:ext cx="637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6D57EB1-4649-41AA-10DD-532BAA4AC538}"/>
                    </a:ext>
                  </a:extLst>
                </p14:cNvPr>
                <p14:cNvContentPartPr/>
                <p14:nvPr/>
              </p14:nvContentPartPr>
              <p14:xfrm>
                <a:off x="692171" y="1205335"/>
                <a:ext cx="114840" cy="23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6D57EB1-4649-41AA-10DD-532BAA4AC5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3531" y="1196695"/>
                  <a:ext cx="132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9934478-A4F0-7936-D61E-76B605C48568}"/>
                    </a:ext>
                  </a:extLst>
                </p14:cNvPr>
                <p14:cNvContentPartPr/>
                <p14:nvPr/>
              </p14:nvContentPartPr>
              <p14:xfrm>
                <a:off x="867851" y="1135855"/>
                <a:ext cx="282600" cy="214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9934478-A4F0-7936-D61E-76B605C4856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8851" y="1127215"/>
                  <a:ext cx="300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A800E9-22E3-FD76-11FD-1030ED3FAA57}"/>
                    </a:ext>
                  </a:extLst>
                </p14:cNvPr>
                <p14:cNvContentPartPr/>
                <p14:nvPr/>
              </p14:nvContentPartPr>
              <p14:xfrm>
                <a:off x="1139651" y="1274095"/>
                <a:ext cx="25920" cy="29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A800E9-22E3-FD76-11FD-1030ED3FAA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31011" y="1265455"/>
                  <a:ext cx="43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26A4B52-889F-5DB6-E5C7-E313F9964BAD}"/>
                    </a:ext>
                  </a:extLst>
                </p14:cNvPr>
                <p14:cNvContentPartPr/>
                <p14:nvPr/>
              </p14:nvContentPartPr>
              <p14:xfrm>
                <a:off x="1352411" y="1120735"/>
                <a:ext cx="402480" cy="191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26A4B52-889F-5DB6-E5C7-E313F9964BA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43411" y="1111735"/>
                  <a:ext cx="420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A8F592-CFE5-737A-3B69-9DC5A88A2A1E}"/>
                    </a:ext>
                  </a:extLst>
                </p14:cNvPr>
                <p14:cNvContentPartPr/>
                <p14:nvPr/>
              </p14:nvContentPartPr>
              <p14:xfrm>
                <a:off x="1773971" y="1110655"/>
                <a:ext cx="19800" cy="27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0A8F592-CFE5-737A-3B69-9DC5A88A2A1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64971" y="1102015"/>
                  <a:ext cx="37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FB9AEB6-5514-0CE7-2C8A-C2B688100151}"/>
                    </a:ext>
                  </a:extLst>
                </p14:cNvPr>
                <p14:cNvContentPartPr/>
                <p14:nvPr/>
              </p14:nvContentPartPr>
              <p14:xfrm>
                <a:off x="1811771" y="1090855"/>
                <a:ext cx="347400" cy="247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FB9AEB6-5514-0CE7-2C8A-C2B68810015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03131" y="1082215"/>
                  <a:ext cx="365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68232DF-8C09-3CD8-815D-4C9C6F091579}"/>
                    </a:ext>
                  </a:extLst>
                </p14:cNvPr>
                <p14:cNvContentPartPr/>
                <p14:nvPr/>
              </p14:nvContentPartPr>
              <p14:xfrm>
                <a:off x="2184731" y="1185535"/>
                <a:ext cx="23760" cy="100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68232DF-8C09-3CD8-815D-4C9C6F0915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76091" y="1176895"/>
                  <a:ext cx="41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CC61B7-E7DA-B21E-4E2E-B5A01FBAC9B1}"/>
                    </a:ext>
                  </a:extLst>
                </p14:cNvPr>
                <p14:cNvContentPartPr/>
                <p14:nvPr/>
              </p14:nvContentPartPr>
              <p14:xfrm>
                <a:off x="2171051" y="1175455"/>
                <a:ext cx="152640" cy="132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CC61B7-E7DA-B21E-4E2E-B5A01FBAC9B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62051" y="1166455"/>
                  <a:ext cx="170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F77D6E-76DC-EDE4-A930-A0FE595C9442}"/>
                    </a:ext>
                  </a:extLst>
                </p14:cNvPr>
                <p14:cNvContentPartPr/>
                <p14:nvPr/>
              </p14:nvContentPartPr>
              <p14:xfrm>
                <a:off x="2379851" y="1050895"/>
                <a:ext cx="28440" cy="24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F77D6E-76DC-EDE4-A930-A0FE595C94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70851" y="1042255"/>
                  <a:ext cx="46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7B2B8B-3FD7-8F21-E9FC-3ADEC54A3946}"/>
                    </a:ext>
                  </a:extLst>
                </p14:cNvPr>
                <p14:cNvContentPartPr/>
                <p14:nvPr/>
              </p14:nvContentPartPr>
              <p14:xfrm>
                <a:off x="2327291" y="1153855"/>
                <a:ext cx="312120" cy="149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7B2B8B-3FD7-8F21-E9FC-3ADEC54A39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18291" y="1145215"/>
                  <a:ext cx="3297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7005019-D8A4-132B-5D3D-14207A93B309}"/>
              </a:ext>
            </a:extLst>
          </p:cNvPr>
          <p:cNvGrpSpPr/>
          <p:nvPr/>
        </p:nvGrpSpPr>
        <p:grpSpPr>
          <a:xfrm>
            <a:off x="2905091" y="1110295"/>
            <a:ext cx="1656000" cy="317880"/>
            <a:chOff x="2905091" y="1110295"/>
            <a:chExt cx="165600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0F43CF-2DF6-82C7-10AF-0C49ACDAF4F7}"/>
                    </a:ext>
                  </a:extLst>
                </p14:cNvPr>
                <p14:cNvContentPartPr/>
                <p14:nvPr/>
              </p14:nvContentPartPr>
              <p14:xfrm>
                <a:off x="2905091" y="1128295"/>
                <a:ext cx="125640" cy="175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0F43CF-2DF6-82C7-10AF-0C49ACDAF4F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96451" y="1119655"/>
                  <a:ext cx="1432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6FDF235-201A-8FAD-4A19-86D558B81AE1}"/>
                    </a:ext>
                  </a:extLst>
                </p14:cNvPr>
                <p14:cNvContentPartPr/>
                <p14:nvPr/>
              </p14:nvContentPartPr>
              <p14:xfrm>
                <a:off x="3052691" y="1174015"/>
                <a:ext cx="340560" cy="136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6FDF235-201A-8FAD-4A19-86D558B81AE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43691" y="1165015"/>
                  <a:ext cx="358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3C5564C-99C9-CCD0-A2AB-6854BE823EC0}"/>
                    </a:ext>
                  </a:extLst>
                </p14:cNvPr>
                <p14:cNvContentPartPr/>
                <p14:nvPr/>
              </p14:nvContentPartPr>
              <p14:xfrm>
                <a:off x="3442931" y="1168975"/>
                <a:ext cx="103680" cy="259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3C5564C-99C9-CCD0-A2AB-6854BE823EC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34291" y="1160335"/>
                  <a:ext cx="1213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196932C-B633-30A5-AB5D-B1537E17D85A}"/>
                    </a:ext>
                  </a:extLst>
                </p14:cNvPr>
                <p14:cNvContentPartPr/>
                <p14:nvPr/>
              </p14:nvContentPartPr>
              <p14:xfrm>
                <a:off x="3600251" y="1161055"/>
                <a:ext cx="89640" cy="109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196932C-B633-30A5-AB5D-B1537E17D8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91251" y="1152415"/>
                  <a:ext cx="107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93A6F1-A152-FAAF-0989-AFEEA15E36DF}"/>
                    </a:ext>
                  </a:extLst>
                </p14:cNvPr>
                <p14:cNvContentPartPr/>
                <p14:nvPr/>
              </p14:nvContentPartPr>
              <p14:xfrm>
                <a:off x="3689531" y="1163575"/>
                <a:ext cx="120240" cy="119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93A6F1-A152-FAAF-0989-AFEEA15E36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80531" y="1154575"/>
                  <a:ext cx="137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27E72A6-AC13-3D2A-8C8F-40F14A7846E9}"/>
                    </a:ext>
                  </a:extLst>
                </p14:cNvPr>
                <p14:cNvContentPartPr/>
                <p14:nvPr/>
              </p14:nvContentPartPr>
              <p14:xfrm>
                <a:off x="3825611" y="1135495"/>
                <a:ext cx="258840" cy="159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27E72A6-AC13-3D2A-8C8F-40F14A7846E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16611" y="1126495"/>
                  <a:ext cx="276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B133257-F633-9721-2202-1F4C1592A10E}"/>
                    </a:ext>
                  </a:extLst>
                </p14:cNvPr>
                <p14:cNvContentPartPr/>
                <p14:nvPr/>
              </p14:nvContentPartPr>
              <p14:xfrm>
                <a:off x="4116851" y="1140175"/>
                <a:ext cx="32400" cy="109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B133257-F633-9721-2202-1F4C1592A10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07851" y="1131175"/>
                  <a:ext cx="50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943E7F8-34B5-CDD6-E19C-FE6115162ED7}"/>
                    </a:ext>
                  </a:extLst>
                </p14:cNvPr>
                <p14:cNvContentPartPr/>
                <p14:nvPr/>
              </p14:nvContentPartPr>
              <p14:xfrm>
                <a:off x="4162931" y="1110295"/>
                <a:ext cx="398160" cy="159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943E7F8-34B5-CDD6-E19C-FE6115162ED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53931" y="1101295"/>
                  <a:ext cx="41580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530FAA8-27EB-3CCE-C223-EE1A8C11C14A}"/>
              </a:ext>
            </a:extLst>
          </p:cNvPr>
          <p:cNvGrpSpPr/>
          <p:nvPr/>
        </p:nvGrpSpPr>
        <p:grpSpPr>
          <a:xfrm>
            <a:off x="526211" y="1811935"/>
            <a:ext cx="746640" cy="234000"/>
            <a:chOff x="526211" y="1811935"/>
            <a:chExt cx="746640" cy="23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C19110-0E50-F4A2-8C3E-43E5209EFAAE}"/>
                    </a:ext>
                  </a:extLst>
                </p14:cNvPr>
                <p14:cNvContentPartPr/>
                <p14:nvPr/>
              </p14:nvContentPartPr>
              <p14:xfrm>
                <a:off x="526211" y="1838935"/>
                <a:ext cx="133560" cy="203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BC19110-0E50-F4A2-8C3E-43E5209EFAA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7571" y="1830295"/>
                  <a:ext cx="151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5EF482-A928-004C-010F-028A7F3183F6}"/>
                    </a:ext>
                  </a:extLst>
                </p14:cNvPr>
                <p14:cNvContentPartPr/>
                <p14:nvPr/>
              </p14:nvContentPartPr>
              <p14:xfrm>
                <a:off x="787571" y="1865935"/>
                <a:ext cx="47160" cy="34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5EF482-A928-004C-010F-028A7F3183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8571" y="1857295"/>
                  <a:ext cx="648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D1CBDCF-A098-4707-9A94-E5F87E0FE91B}"/>
                    </a:ext>
                  </a:extLst>
                </p14:cNvPr>
                <p14:cNvContentPartPr/>
                <p14:nvPr/>
              </p14:nvContentPartPr>
              <p14:xfrm>
                <a:off x="911051" y="1811935"/>
                <a:ext cx="306360" cy="234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D1CBDCF-A098-4707-9A94-E5F87E0FE91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2411" y="1803295"/>
                  <a:ext cx="3240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9C9D7F9-2505-ABDA-0F04-FD46A22537E8}"/>
                    </a:ext>
                  </a:extLst>
                </p14:cNvPr>
                <p14:cNvContentPartPr/>
                <p14:nvPr/>
              </p14:nvContentPartPr>
              <p14:xfrm>
                <a:off x="1266731" y="1950535"/>
                <a:ext cx="6120" cy="19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9C9D7F9-2505-ABDA-0F04-FD46A22537E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57731" y="1941895"/>
                  <a:ext cx="237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FF671E7-27A2-1AD2-A2EF-D03EEBB2CB21}"/>
              </a:ext>
            </a:extLst>
          </p:cNvPr>
          <p:cNvGrpSpPr/>
          <p:nvPr/>
        </p:nvGrpSpPr>
        <p:grpSpPr>
          <a:xfrm>
            <a:off x="1537091" y="1735975"/>
            <a:ext cx="1144800" cy="266760"/>
            <a:chOff x="1537091" y="1735975"/>
            <a:chExt cx="114480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669855C-B86E-6B6E-46FA-08F8CD17EB72}"/>
                    </a:ext>
                  </a:extLst>
                </p14:cNvPr>
                <p14:cNvContentPartPr/>
                <p14:nvPr/>
              </p14:nvContentPartPr>
              <p14:xfrm>
                <a:off x="1537091" y="1845775"/>
                <a:ext cx="8280" cy="150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669855C-B86E-6B6E-46FA-08F8CD17EB7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28091" y="1836775"/>
                  <a:ext cx="259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634C7DE-6161-1D77-661E-36245BB894A4}"/>
                    </a:ext>
                  </a:extLst>
                </p14:cNvPr>
                <p14:cNvContentPartPr/>
                <p14:nvPr/>
              </p14:nvContentPartPr>
              <p14:xfrm>
                <a:off x="1573811" y="1785655"/>
                <a:ext cx="35280" cy="8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634C7DE-6161-1D77-661E-36245BB894A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64811" y="1776655"/>
                  <a:ext cx="52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88DF09-8CCC-BDAF-90DC-8A055FAEF25D}"/>
                    </a:ext>
                  </a:extLst>
                </p14:cNvPr>
                <p14:cNvContentPartPr/>
                <p14:nvPr/>
              </p14:nvContentPartPr>
              <p14:xfrm>
                <a:off x="1646531" y="1808695"/>
                <a:ext cx="225360" cy="191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88DF09-8CCC-BDAF-90DC-8A055FAEF25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37531" y="1800055"/>
                  <a:ext cx="2430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01C6882-AD31-615C-8B30-07ED03E78EFE}"/>
                    </a:ext>
                  </a:extLst>
                </p14:cNvPr>
                <p14:cNvContentPartPr/>
                <p14:nvPr/>
              </p14:nvContentPartPr>
              <p14:xfrm>
                <a:off x="1952891" y="1735975"/>
                <a:ext cx="119520" cy="266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01C6882-AD31-615C-8B30-07ED03E78EF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44251" y="1726975"/>
                  <a:ext cx="1371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B9C16E-6535-776E-F0CF-2D49C9A0A5AC}"/>
                    </a:ext>
                  </a:extLst>
                </p14:cNvPr>
                <p14:cNvContentPartPr/>
                <p14:nvPr/>
              </p14:nvContentPartPr>
              <p14:xfrm>
                <a:off x="2110571" y="1842895"/>
                <a:ext cx="356400" cy="140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B9C16E-6535-776E-F0CF-2D49C9A0A5A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01931" y="1833895"/>
                  <a:ext cx="374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A9EB62D-2864-B3AC-BAF2-E63BECBAABB5}"/>
                    </a:ext>
                  </a:extLst>
                </p14:cNvPr>
                <p14:cNvContentPartPr/>
                <p14:nvPr/>
              </p14:nvContentPartPr>
              <p14:xfrm>
                <a:off x="2456171" y="1749295"/>
                <a:ext cx="18000" cy="15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A9EB62D-2864-B3AC-BAF2-E63BECBAABB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47171" y="1740655"/>
                  <a:ext cx="356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8D6354F-4A6D-21AF-2A4A-40F3EA75AFC5}"/>
                    </a:ext>
                  </a:extLst>
                </p14:cNvPr>
                <p14:cNvContentPartPr/>
                <p14:nvPr/>
              </p14:nvContentPartPr>
              <p14:xfrm>
                <a:off x="2554091" y="1832095"/>
                <a:ext cx="127800" cy="135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8D6354F-4A6D-21AF-2A4A-40F3EA75AFC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45451" y="1823455"/>
                  <a:ext cx="14544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E795B66-98B5-A8AB-472C-93573B0619B6}"/>
              </a:ext>
            </a:extLst>
          </p:cNvPr>
          <p:cNvGrpSpPr/>
          <p:nvPr/>
        </p:nvGrpSpPr>
        <p:grpSpPr>
          <a:xfrm>
            <a:off x="2938211" y="1682695"/>
            <a:ext cx="1843560" cy="453240"/>
            <a:chOff x="2938211" y="1682695"/>
            <a:chExt cx="184356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138DB8-96F7-BD76-B460-6D9E35F6618F}"/>
                    </a:ext>
                  </a:extLst>
                </p14:cNvPr>
                <p14:cNvContentPartPr/>
                <p14:nvPr/>
              </p14:nvContentPartPr>
              <p14:xfrm>
                <a:off x="2938211" y="1698895"/>
                <a:ext cx="533520" cy="261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138DB8-96F7-BD76-B460-6D9E35F6618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29571" y="1689895"/>
                  <a:ext cx="551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53DB73B-2DF2-22BB-BC98-4F1E2090DBDD}"/>
                    </a:ext>
                  </a:extLst>
                </p14:cNvPr>
                <p14:cNvContentPartPr/>
                <p14:nvPr/>
              </p14:nvContentPartPr>
              <p14:xfrm>
                <a:off x="3398291" y="1834975"/>
                <a:ext cx="184680" cy="19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53DB73B-2DF2-22BB-BC98-4F1E2090DBD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89291" y="1826335"/>
                  <a:ext cx="202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EE04FD6-F013-3679-476D-D12378A39E13}"/>
                    </a:ext>
                  </a:extLst>
                </p14:cNvPr>
                <p14:cNvContentPartPr/>
                <p14:nvPr/>
              </p14:nvContentPartPr>
              <p14:xfrm>
                <a:off x="3711851" y="1797175"/>
                <a:ext cx="110160" cy="122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EE04FD6-F013-3679-476D-D12378A39E1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02851" y="1788535"/>
                  <a:ext cx="127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667B23C-A6AB-C175-67CB-3A82D637C3E6}"/>
                    </a:ext>
                  </a:extLst>
                </p14:cNvPr>
                <p14:cNvContentPartPr/>
                <p14:nvPr/>
              </p14:nvContentPartPr>
              <p14:xfrm>
                <a:off x="3822011" y="1702495"/>
                <a:ext cx="157320" cy="433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667B23C-A6AB-C175-67CB-3A82D637C3E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13011" y="1693495"/>
                  <a:ext cx="1749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B21A887-9DAF-A0ED-F5D4-76AF2F8FB786}"/>
                    </a:ext>
                  </a:extLst>
                </p14:cNvPr>
                <p14:cNvContentPartPr/>
                <p14:nvPr/>
              </p14:nvContentPartPr>
              <p14:xfrm>
                <a:off x="4038011" y="1767295"/>
                <a:ext cx="92520" cy="150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B21A887-9DAF-A0ED-F5D4-76AF2F8FB78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29011" y="1758655"/>
                  <a:ext cx="11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24E0C5-127E-3782-DA10-C00D0A12E0D5}"/>
                    </a:ext>
                  </a:extLst>
                </p14:cNvPr>
                <p14:cNvContentPartPr/>
                <p14:nvPr/>
              </p14:nvContentPartPr>
              <p14:xfrm>
                <a:off x="4147091" y="1682695"/>
                <a:ext cx="207000" cy="223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24E0C5-127E-3782-DA10-C00D0A12E0D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38091" y="1674055"/>
                  <a:ext cx="2246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05B09EA-60DE-4526-34A6-B2C6CC994153}"/>
                    </a:ext>
                  </a:extLst>
                </p14:cNvPr>
                <p14:cNvContentPartPr/>
                <p14:nvPr/>
              </p14:nvContentPartPr>
              <p14:xfrm>
                <a:off x="4270211" y="1756495"/>
                <a:ext cx="181800" cy="153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05B09EA-60DE-4526-34A6-B2C6CC99415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61571" y="1747495"/>
                  <a:ext cx="199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95D1E47-586D-4A34-E115-191F174C105A}"/>
                    </a:ext>
                  </a:extLst>
                </p14:cNvPr>
                <p14:cNvContentPartPr/>
                <p14:nvPr/>
              </p14:nvContentPartPr>
              <p14:xfrm>
                <a:off x="4481171" y="1811215"/>
                <a:ext cx="300600" cy="120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95D1E47-586D-4A34-E115-191F174C105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72531" y="1802215"/>
                  <a:ext cx="31824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02CA2CD-AA42-1EA1-D3A6-DDA8783C878D}"/>
              </a:ext>
            </a:extLst>
          </p:cNvPr>
          <p:cNvGrpSpPr/>
          <p:nvPr/>
        </p:nvGrpSpPr>
        <p:grpSpPr>
          <a:xfrm>
            <a:off x="571571" y="2376415"/>
            <a:ext cx="2089080" cy="347040"/>
            <a:chOff x="571571" y="2376415"/>
            <a:chExt cx="208908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2D7097F-ACCC-FBA8-5D70-CFA483F901CE}"/>
                    </a:ext>
                  </a:extLst>
                </p14:cNvPr>
                <p14:cNvContentPartPr/>
                <p14:nvPr/>
              </p14:nvContentPartPr>
              <p14:xfrm>
                <a:off x="571571" y="2466775"/>
                <a:ext cx="133200" cy="239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2D7097F-ACCC-FBA8-5D70-CFA483F901C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2931" y="2457775"/>
                  <a:ext cx="150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13CF169-2200-65ED-0B03-F9401DFF9573}"/>
                    </a:ext>
                  </a:extLst>
                </p14:cNvPr>
                <p14:cNvContentPartPr/>
                <p14:nvPr/>
              </p14:nvContentPartPr>
              <p14:xfrm>
                <a:off x="795131" y="2568655"/>
                <a:ext cx="137520" cy="34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13CF169-2200-65ED-0B03-F9401DFF957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6131" y="2560015"/>
                  <a:ext cx="155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51EBA4-6237-105B-2CC5-13EBED167A9D}"/>
                    </a:ext>
                  </a:extLst>
                </p14:cNvPr>
                <p14:cNvContentPartPr/>
                <p14:nvPr/>
              </p14:nvContentPartPr>
              <p14:xfrm>
                <a:off x="942731" y="2464975"/>
                <a:ext cx="195840" cy="132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51EBA4-6237-105B-2CC5-13EBED167A9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33731" y="2455975"/>
                  <a:ext cx="213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EDCA0CA-30D5-C6F6-B591-56181D535A75}"/>
                    </a:ext>
                  </a:extLst>
                </p14:cNvPr>
                <p14:cNvContentPartPr/>
                <p14:nvPr/>
              </p14:nvContentPartPr>
              <p14:xfrm>
                <a:off x="1074131" y="2459215"/>
                <a:ext cx="222120" cy="264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EDCA0CA-30D5-C6F6-B591-56181D535A7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5131" y="2450215"/>
                  <a:ext cx="239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C31CA96-90C8-8222-0F1F-9444397973A4}"/>
                    </a:ext>
                  </a:extLst>
                </p14:cNvPr>
                <p14:cNvContentPartPr/>
                <p14:nvPr/>
              </p14:nvContentPartPr>
              <p14:xfrm>
                <a:off x="1576691" y="2418175"/>
                <a:ext cx="13680" cy="238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C31CA96-90C8-8222-0F1F-9444397973A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67691" y="2409535"/>
                  <a:ext cx="313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7CBF5C6-6C77-9B5A-8DBB-9CB15134CF2C}"/>
                    </a:ext>
                  </a:extLst>
                </p14:cNvPr>
                <p14:cNvContentPartPr/>
                <p14:nvPr/>
              </p14:nvContentPartPr>
              <p14:xfrm>
                <a:off x="1488491" y="2483695"/>
                <a:ext cx="293400" cy="166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7CBF5C6-6C77-9B5A-8DBB-9CB15134CF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79491" y="2474695"/>
                  <a:ext cx="311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8F799E6-8FCD-793F-6A33-7BDBC8370C9E}"/>
                    </a:ext>
                  </a:extLst>
                </p14:cNvPr>
                <p14:cNvContentPartPr/>
                <p14:nvPr/>
              </p14:nvContentPartPr>
              <p14:xfrm>
                <a:off x="1823291" y="2531935"/>
                <a:ext cx="221040" cy="149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8F799E6-8FCD-793F-6A33-7BDBC8370C9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814651" y="2523295"/>
                  <a:ext cx="238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93277CE-EBB5-52EA-9F00-A617C1D77CD0}"/>
                    </a:ext>
                  </a:extLst>
                </p14:cNvPr>
                <p14:cNvContentPartPr/>
                <p14:nvPr/>
              </p14:nvContentPartPr>
              <p14:xfrm>
                <a:off x="2120291" y="2384335"/>
                <a:ext cx="28080" cy="244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93277CE-EBB5-52EA-9F00-A617C1D77CD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111291" y="2375695"/>
                  <a:ext cx="45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C756EF9-B328-78A2-A3AE-063B0751607B}"/>
                    </a:ext>
                  </a:extLst>
                </p14:cNvPr>
                <p14:cNvContentPartPr/>
                <p14:nvPr/>
              </p14:nvContentPartPr>
              <p14:xfrm>
                <a:off x="2206331" y="2376415"/>
                <a:ext cx="39600" cy="269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C756EF9-B328-78A2-A3AE-063B0751607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97691" y="2367415"/>
                  <a:ext cx="572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BB607D9-5779-BC5F-F5FC-52A8BEAE1BEC}"/>
                    </a:ext>
                  </a:extLst>
                </p14:cNvPr>
                <p14:cNvContentPartPr/>
                <p14:nvPr/>
              </p14:nvContentPartPr>
              <p14:xfrm>
                <a:off x="2065211" y="2422135"/>
                <a:ext cx="595440" cy="227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BB607D9-5779-BC5F-F5FC-52A8BEAE1BE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056211" y="2413495"/>
                  <a:ext cx="6130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E13165E-F78A-F863-9D86-E9C16639E400}"/>
              </a:ext>
            </a:extLst>
          </p:cNvPr>
          <p:cNvGrpSpPr/>
          <p:nvPr/>
        </p:nvGrpSpPr>
        <p:grpSpPr>
          <a:xfrm>
            <a:off x="2896811" y="2427535"/>
            <a:ext cx="1358280" cy="233280"/>
            <a:chOff x="2896811" y="2427535"/>
            <a:chExt cx="135828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291EC2D-7444-6583-F572-E9A23B25ED3F}"/>
                    </a:ext>
                  </a:extLst>
                </p14:cNvPr>
                <p14:cNvContentPartPr/>
                <p14:nvPr/>
              </p14:nvContentPartPr>
              <p14:xfrm>
                <a:off x="2896811" y="2427535"/>
                <a:ext cx="312120" cy="184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291EC2D-7444-6583-F572-E9A23B25ED3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88171" y="2418895"/>
                  <a:ext cx="329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6CF74B2-ED48-CEF2-7FC0-EDF0E7BAD659}"/>
                    </a:ext>
                  </a:extLst>
                </p14:cNvPr>
                <p14:cNvContentPartPr/>
                <p14:nvPr/>
              </p14:nvContentPartPr>
              <p14:xfrm>
                <a:off x="3091931" y="2467855"/>
                <a:ext cx="215640" cy="192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6CF74B2-ED48-CEF2-7FC0-EDF0E7BAD65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82931" y="2458855"/>
                  <a:ext cx="233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15D949-2AA2-A3F6-33DB-84CE24DDBAD1}"/>
                    </a:ext>
                  </a:extLst>
                </p14:cNvPr>
                <p14:cNvContentPartPr/>
                <p14:nvPr/>
              </p14:nvContentPartPr>
              <p14:xfrm>
                <a:off x="3272291" y="2463895"/>
                <a:ext cx="89640" cy="141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15D949-2AA2-A3F6-33DB-84CE24DDBA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63291" y="2455255"/>
                  <a:ext cx="107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9F5726F-761D-05AF-FBEF-A8205992683F}"/>
                    </a:ext>
                  </a:extLst>
                </p14:cNvPr>
                <p14:cNvContentPartPr/>
                <p14:nvPr/>
              </p14:nvContentPartPr>
              <p14:xfrm>
                <a:off x="3418811" y="2463175"/>
                <a:ext cx="143280" cy="106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9F5726F-761D-05AF-FBEF-A8205992683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09811" y="2454175"/>
                  <a:ext cx="160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2A65F1D-0E93-DD87-CC8C-3A2433C955C5}"/>
                    </a:ext>
                  </a:extLst>
                </p14:cNvPr>
                <p14:cNvContentPartPr/>
                <p14:nvPr/>
              </p14:nvContentPartPr>
              <p14:xfrm>
                <a:off x="3591611" y="2453815"/>
                <a:ext cx="251640" cy="142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2A65F1D-0E93-DD87-CC8C-3A2433C955C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82611" y="2444815"/>
                  <a:ext cx="269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7DC41CF-BEB7-AB50-7690-ED117E203D05}"/>
                    </a:ext>
                  </a:extLst>
                </p14:cNvPr>
                <p14:cNvContentPartPr/>
                <p14:nvPr/>
              </p14:nvContentPartPr>
              <p14:xfrm>
                <a:off x="3865211" y="2445175"/>
                <a:ext cx="27000" cy="109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7DC41CF-BEB7-AB50-7690-ED117E203D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856211" y="2436175"/>
                  <a:ext cx="44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8DFEE5-B963-86E8-BBAC-BDB4A8B53739}"/>
                    </a:ext>
                  </a:extLst>
                </p14:cNvPr>
                <p14:cNvContentPartPr/>
                <p14:nvPr/>
              </p14:nvContentPartPr>
              <p14:xfrm>
                <a:off x="3964931" y="2440855"/>
                <a:ext cx="290160" cy="133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8DFEE5-B963-86E8-BBAC-BDB4A8B537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55931" y="2432215"/>
                  <a:ext cx="30780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16E27C4-8D9B-95AB-0476-91900CA42846}"/>
              </a:ext>
            </a:extLst>
          </p:cNvPr>
          <p:cNvGrpSpPr/>
          <p:nvPr/>
        </p:nvGrpSpPr>
        <p:grpSpPr>
          <a:xfrm>
            <a:off x="555011" y="3205495"/>
            <a:ext cx="838080" cy="394560"/>
            <a:chOff x="555011" y="3205495"/>
            <a:chExt cx="83808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9B89109-3E20-2020-5C40-353D2822A35C}"/>
                    </a:ext>
                  </a:extLst>
                </p14:cNvPr>
                <p14:cNvContentPartPr/>
                <p14:nvPr/>
              </p14:nvContentPartPr>
              <p14:xfrm>
                <a:off x="555011" y="3240415"/>
                <a:ext cx="189000" cy="119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9B89109-3E20-2020-5C40-353D2822A35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46371" y="3231415"/>
                  <a:ext cx="206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B0B0E00-EA22-8116-DC88-40897B72FF00}"/>
                    </a:ext>
                  </a:extLst>
                </p14:cNvPr>
                <p14:cNvContentPartPr/>
                <p14:nvPr/>
              </p14:nvContentPartPr>
              <p14:xfrm>
                <a:off x="647171" y="3266695"/>
                <a:ext cx="43200" cy="333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B0B0E00-EA22-8116-DC88-40897B72FF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8171" y="3258055"/>
                  <a:ext cx="608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561252C-64F1-571E-09FA-E463C62DCB26}"/>
                    </a:ext>
                  </a:extLst>
                </p14:cNvPr>
                <p14:cNvContentPartPr/>
                <p14:nvPr/>
              </p14:nvContentPartPr>
              <p14:xfrm>
                <a:off x="849491" y="3337615"/>
                <a:ext cx="133920" cy="25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561252C-64F1-571E-09FA-E463C62DCB2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0491" y="3328615"/>
                  <a:ext cx="151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15578F8-B6C3-0940-13F3-43F56E3CE847}"/>
                    </a:ext>
                  </a:extLst>
                </p14:cNvPr>
                <p14:cNvContentPartPr/>
                <p14:nvPr/>
              </p14:nvContentPartPr>
              <p14:xfrm>
                <a:off x="1122371" y="3205495"/>
                <a:ext cx="270720" cy="224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15578F8-B6C3-0940-13F3-43F56E3CE84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13371" y="3196855"/>
                  <a:ext cx="28836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4564BB7-2CA7-1DC5-7269-6BC7D729B6C5}"/>
              </a:ext>
            </a:extLst>
          </p:cNvPr>
          <p:cNvGrpSpPr/>
          <p:nvPr/>
        </p:nvGrpSpPr>
        <p:grpSpPr>
          <a:xfrm>
            <a:off x="1645091" y="3071215"/>
            <a:ext cx="998280" cy="354240"/>
            <a:chOff x="1645091" y="3071215"/>
            <a:chExt cx="99828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784A4AA-3707-5093-11FA-FCE29D8A8C8E}"/>
                    </a:ext>
                  </a:extLst>
                </p14:cNvPr>
                <p14:cNvContentPartPr/>
                <p14:nvPr/>
              </p14:nvContentPartPr>
              <p14:xfrm>
                <a:off x="1645091" y="3275335"/>
                <a:ext cx="29160" cy="147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784A4AA-3707-5093-11FA-FCE29D8A8C8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36451" y="3266335"/>
                  <a:ext cx="46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6CBD1F2-81FE-9B40-36FE-C29557140605}"/>
                    </a:ext>
                  </a:extLst>
                </p14:cNvPr>
                <p14:cNvContentPartPr/>
                <p14:nvPr/>
              </p14:nvContentPartPr>
              <p14:xfrm>
                <a:off x="1688651" y="3224215"/>
                <a:ext cx="8640" cy="23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6CBD1F2-81FE-9B40-36FE-C2955714060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79651" y="3215575"/>
                  <a:ext cx="26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D076326-7700-FDE1-D6B0-9DBBF035F532}"/>
                    </a:ext>
                  </a:extLst>
                </p14:cNvPr>
                <p14:cNvContentPartPr/>
                <p14:nvPr/>
              </p14:nvContentPartPr>
              <p14:xfrm>
                <a:off x="1730771" y="3238255"/>
                <a:ext cx="89280" cy="187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D076326-7700-FDE1-D6B0-9DBBF035F53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22131" y="3229255"/>
                  <a:ext cx="106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0A05B4A-DD83-5CB0-9288-3B37611C382D}"/>
                    </a:ext>
                  </a:extLst>
                </p14:cNvPr>
                <p14:cNvContentPartPr/>
                <p14:nvPr/>
              </p14:nvContentPartPr>
              <p14:xfrm>
                <a:off x="1871891" y="3071215"/>
                <a:ext cx="231480" cy="329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0A05B4A-DD83-5CB0-9288-3B37611C382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863251" y="3062575"/>
                  <a:ext cx="2491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B4DB48-4215-5F09-C0F5-2EC98FCD5CB8}"/>
                    </a:ext>
                  </a:extLst>
                </p14:cNvPr>
                <p14:cNvContentPartPr/>
                <p14:nvPr/>
              </p14:nvContentPartPr>
              <p14:xfrm>
                <a:off x="2132171" y="3258055"/>
                <a:ext cx="118800" cy="138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B4DB48-4215-5F09-C0F5-2EC98FCD5CB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23531" y="3249415"/>
                  <a:ext cx="136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71F29D8-7EE5-2EFE-6D65-7692D86BE03E}"/>
                    </a:ext>
                  </a:extLst>
                </p14:cNvPr>
                <p14:cNvContentPartPr/>
                <p14:nvPr/>
              </p14:nvContentPartPr>
              <p14:xfrm>
                <a:off x="2269331" y="3239695"/>
                <a:ext cx="189360" cy="147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71F29D8-7EE5-2EFE-6D65-7692D86BE03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260691" y="3230695"/>
                  <a:ext cx="207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F41DAB-C92F-1DEC-BDDC-325AB5B86295}"/>
                    </a:ext>
                  </a:extLst>
                </p14:cNvPr>
                <p14:cNvContentPartPr/>
                <p14:nvPr/>
              </p14:nvContentPartPr>
              <p14:xfrm>
                <a:off x="2472011" y="3152575"/>
                <a:ext cx="171360" cy="229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F41DAB-C92F-1DEC-BDDC-325AB5B8629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63011" y="3143575"/>
                  <a:ext cx="18900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3333BBB-FA0C-42E2-9616-313977434578}"/>
              </a:ext>
            </a:extLst>
          </p:cNvPr>
          <p:cNvGrpSpPr/>
          <p:nvPr/>
        </p:nvGrpSpPr>
        <p:grpSpPr>
          <a:xfrm>
            <a:off x="2864411" y="3015775"/>
            <a:ext cx="1968480" cy="318960"/>
            <a:chOff x="2864411" y="3015775"/>
            <a:chExt cx="196848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409CCF0-1EC7-C5AC-9079-1236BF1677C7}"/>
                    </a:ext>
                  </a:extLst>
                </p14:cNvPr>
                <p14:cNvContentPartPr/>
                <p14:nvPr/>
              </p14:nvContentPartPr>
              <p14:xfrm>
                <a:off x="2864411" y="3047815"/>
                <a:ext cx="588960" cy="286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409CCF0-1EC7-C5AC-9079-1236BF1677C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855771" y="3039175"/>
                  <a:ext cx="6066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5BEC7C5-90D4-2162-DC37-3066A9880768}"/>
                    </a:ext>
                  </a:extLst>
                </p14:cNvPr>
                <p14:cNvContentPartPr/>
                <p14:nvPr/>
              </p14:nvContentPartPr>
              <p14:xfrm>
                <a:off x="3399371" y="3184615"/>
                <a:ext cx="138240" cy="23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5BEC7C5-90D4-2162-DC37-3066A988076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90371" y="3175615"/>
                  <a:ext cx="155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F8E266C-C3D4-9EFA-9068-BB6225187072}"/>
                    </a:ext>
                  </a:extLst>
                </p14:cNvPr>
                <p14:cNvContentPartPr/>
                <p14:nvPr/>
              </p14:nvContentPartPr>
              <p14:xfrm>
                <a:off x="3620771" y="3066535"/>
                <a:ext cx="581760" cy="234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F8E266C-C3D4-9EFA-9068-BB622518707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11771" y="3057895"/>
                  <a:ext cx="599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6990D2E-F7C6-6D7A-6977-D93013AB98A6}"/>
                    </a:ext>
                  </a:extLst>
                </p14:cNvPr>
                <p14:cNvContentPartPr/>
                <p14:nvPr/>
              </p14:nvContentPartPr>
              <p14:xfrm>
                <a:off x="4218731" y="3015775"/>
                <a:ext cx="96840" cy="222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6990D2E-F7C6-6D7A-6977-D93013AB98A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10091" y="3007135"/>
                  <a:ext cx="1144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CF4623B-FC34-FB69-E071-D39BB22F996B}"/>
                    </a:ext>
                  </a:extLst>
                </p14:cNvPr>
                <p14:cNvContentPartPr/>
                <p14:nvPr/>
              </p14:nvContentPartPr>
              <p14:xfrm>
                <a:off x="4214051" y="3140335"/>
                <a:ext cx="134640" cy="101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CF4623B-FC34-FB69-E071-D39BB22F996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205411" y="3131335"/>
                  <a:ext cx="152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2E18149-1FC8-8E7B-D044-7296A51326A7}"/>
                    </a:ext>
                  </a:extLst>
                </p14:cNvPr>
                <p14:cNvContentPartPr/>
                <p14:nvPr/>
              </p14:nvContentPartPr>
              <p14:xfrm>
                <a:off x="4358411" y="3091735"/>
                <a:ext cx="474480" cy="144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2E18149-1FC8-8E7B-D044-7296A51326A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349771" y="3083095"/>
                  <a:ext cx="49212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468D642-A7C6-F294-0066-4B3F45D25E73}"/>
              </a:ext>
            </a:extLst>
          </p:cNvPr>
          <p:cNvGrpSpPr/>
          <p:nvPr/>
        </p:nvGrpSpPr>
        <p:grpSpPr>
          <a:xfrm>
            <a:off x="4964651" y="1040095"/>
            <a:ext cx="1798920" cy="331920"/>
            <a:chOff x="4964651" y="1040095"/>
            <a:chExt cx="179892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068A441-878A-8864-8935-E3BCC4ED1483}"/>
                    </a:ext>
                  </a:extLst>
                </p14:cNvPr>
                <p14:cNvContentPartPr/>
                <p14:nvPr/>
              </p14:nvContentPartPr>
              <p14:xfrm>
                <a:off x="4964651" y="1150615"/>
                <a:ext cx="129240" cy="28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068A441-878A-8864-8935-E3BCC4ED148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56011" y="1141615"/>
                  <a:ext cx="146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917C3A6-04A5-6959-2502-E289CDD25D33}"/>
                    </a:ext>
                  </a:extLst>
                </p14:cNvPr>
                <p14:cNvContentPartPr/>
                <p14:nvPr/>
              </p14:nvContentPartPr>
              <p14:xfrm>
                <a:off x="5231051" y="1074655"/>
                <a:ext cx="77040" cy="168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917C3A6-04A5-6959-2502-E289CDD25D3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22411" y="1066015"/>
                  <a:ext cx="94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9A60CCE-7D99-C3C4-0EBE-E2715D7359C0}"/>
                    </a:ext>
                  </a:extLst>
                </p14:cNvPr>
                <p14:cNvContentPartPr/>
                <p14:nvPr/>
              </p14:nvContentPartPr>
              <p14:xfrm>
                <a:off x="5321771" y="1110655"/>
                <a:ext cx="387000" cy="188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9A60CCE-7D99-C3C4-0EBE-E2715D7359C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12771" y="1102015"/>
                  <a:ext cx="4046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EE57EB1-D0EB-8186-250F-16DB21502069}"/>
                    </a:ext>
                  </a:extLst>
                </p14:cNvPr>
                <p14:cNvContentPartPr/>
                <p14:nvPr/>
              </p14:nvContentPartPr>
              <p14:xfrm>
                <a:off x="5755211" y="1092655"/>
                <a:ext cx="100440" cy="279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EE57EB1-D0EB-8186-250F-16DB2150206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46211" y="1084015"/>
                  <a:ext cx="1180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BCA327B-99F3-5021-9DE1-F8CD249F875A}"/>
                    </a:ext>
                  </a:extLst>
                </p14:cNvPr>
                <p14:cNvContentPartPr/>
                <p14:nvPr/>
              </p14:nvContentPartPr>
              <p14:xfrm>
                <a:off x="5907851" y="1086895"/>
                <a:ext cx="95040" cy="156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BCA327B-99F3-5021-9DE1-F8CD249F875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899211" y="1077895"/>
                  <a:ext cx="112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BC9776A-797F-F153-148A-210756B33923}"/>
                    </a:ext>
                  </a:extLst>
                </p14:cNvPr>
                <p14:cNvContentPartPr/>
                <p14:nvPr/>
              </p14:nvContentPartPr>
              <p14:xfrm>
                <a:off x="6009371" y="1094455"/>
                <a:ext cx="126360" cy="150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BC9776A-797F-F153-148A-210756B3392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000731" y="1085815"/>
                  <a:ext cx="144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F4E5DF8-101B-C6FD-ADD6-EC0375598FFB}"/>
                    </a:ext>
                  </a:extLst>
                </p14:cNvPr>
                <p14:cNvContentPartPr/>
                <p14:nvPr/>
              </p14:nvContentPartPr>
              <p14:xfrm>
                <a:off x="6208091" y="1080055"/>
                <a:ext cx="89280" cy="170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F4E5DF8-101B-C6FD-ADD6-EC0375598FF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99091" y="1071055"/>
                  <a:ext cx="106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F97D5CE-FEB5-81B2-661B-45C124339EF7}"/>
                    </a:ext>
                  </a:extLst>
                </p14:cNvPr>
                <p14:cNvContentPartPr/>
                <p14:nvPr/>
              </p14:nvContentPartPr>
              <p14:xfrm>
                <a:off x="6319331" y="1084375"/>
                <a:ext cx="98640" cy="168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F97D5CE-FEB5-81B2-661B-45C124339EF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10691" y="1075735"/>
                  <a:ext cx="116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FE90767-1207-3709-16B9-15A56A55F587}"/>
                    </a:ext>
                  </a:extLst>
                </p14:cNvPr>
                <p14:cNvContentPartPr/>
                <p14:nvPr/>
              </p14:nvContentPartPr>
              <p14:xfrm>
                <a:off x="6457211" y="1040095"/>
                <a:ext cx="306360" cy="207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FE90767-1207-3709-16B9-15A56A55F58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448211" y="1031455"/>
                  <a:ext cx="324000" cy="2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8F02A4C-FF5D-27DF-7D0E-D23147501BB8}"/>
                  </a:ext>
                </a:extLst>
              </p14:cNvPr>
              <p14:cNvContentPartPr/>
              <p14:nvPr/>
            </p14:nvContentPartPr>
            <p14:xfrm>
              <a:off x="5056451" y="1816615"/>
              <a:ext cx="142200" cy="338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8F02A4C-FF5D-27DF-7D0E-D23147501BB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047451" y="1807615"/>
                <a:ext cx="15984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67C0285-2016-307F-7D1C-5984B36B2CDC}"/>
              </a:ext>
            </a:extLst>
          </p:cNvPr>
          <p:cNvGrpSpPr/>
          <p:nvPr/>
        </p:nvGrpSpPr>
        <p:grpSpPr>
          <a:xfrm>
            <a:off x="5431571" y="1710055"/>
            <a:ext cx="1418400" cy="230400"/>
            <a:chOff x="5431571" y="1710055"/>
            <a:chExt cx="141840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AFED9BB-966D-15AD-0334-BEAB93E527DB}"/>
                    </a:ext>
                  </a:extLst>
                </p14:cNvPr>
                <p14:cNvContentPartPr/>
                <p14:nvPr/>
              </p14:nvContentPartPr>
              <p14:xfrm>
                <a:off x="5431571" y="1774135"/>
                <a:ext cx="126360" cy="157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AFED9BB-966D-15AD-0334-BEAB93E527D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22931" y="1765495"/>
                  <a:ext cx="144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A498A78-DC06-543D-C11E-8E81145C284A}"/>
                    </a:ext>
                  </a:extLst>
                </p14:cNvPr>
                <p14:cNvContentPartPr/>
                <p14:nvPr/>
              </p14:nvContentPartPr>
              <p14:xfrm>
                <a:off x="5560811" y="1710055"/>
                <a:ext cx="1289160" cy="230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A498A78-DC06-543D-C11E-8E81145C284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51811" y="1701415"/>
                  <a:ext cx="130680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C935BB4-FFF1-7CA5-5C3A-A779F9EA97A9}"/>
              </a:ext>
            </a:extLst>
          </p:cNvPr>
          <p:cNvGrpSpPr/>
          <p:nvPr/>
        </p:nvGrpSpPr>
        <p:grpSpPr>
          <a:xfrm>
            <a:off x="4650371" y="2359855"/>
            <a:ext cx="1413000" cy="308520"/>
            <a:chOff x="4650371" y="2359855"/>
            <a:chExt cx="141300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46E9E4B-B851-BB19-B6B9-D36AEDDE3D03}"/>
                    </a:ext>
                  </a:extLst>
                </p14:cNvPr>
                <p14:cNvContentPartPr/>
                <p14:nvPr/>
              </p14:nvContentPartPr>
              <p14:xfrm>
                <a:off x="4650371" y="2540935"/>
                <a:ext cx="155160" cy="19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46E9E4B-B851-BB19-B6B9-D36AEDDE3D0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41731" y="2531935"/>
                  <a:ext cx="172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E517FE5-7AFE-938A-A6C0-E00E59B56994}"/>
                    </a:ext>
                  </a:extLst>
                </p14:cNvPr>
                <p14:cNvContentPartPr/>
                <p14:nvPr/>
              </p14:nvContentPartPr>
              <p14:xfrm>
                <a:off x="5104331" y="2393695"/>
                <a:ext cx="15480" cy="239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E517FE5-7AFE-938A-A6C0-E00E59B5699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95331" y="2384695"/>
                  <a:ext cx="33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C02D179-656A-3F07-635C-AECA082EE4F0}"/>
                    </a:ext>
                  </a:extLst>
                </p14:cNvPr>
                <p14:cNvContentPartPr/>
                <p14:nvPr/>
              </p14:nvContentPartPr>
              <p14:xfrm>
                <a:off x="5002811" y="2451655"/>
                <a:ext cx="298440" cy="177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C02D179-656A-3F07-635C-AECA082EE4F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993811" y="2443015"/>
                  <a:ext cx="316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D23F8F3-7264-E372-9DAB-BE2F76B1DF22}"/>
                    </a:ext>
                  </a:extLst>
                </p14:cNvPr>
                <p14:cNvContentPartPr/>
                <p14:nvPr/>
              </p14:nvContentPartPr>
              <p14:xfrm>
                <a:off x="5337251" y="2486935"/>
                <a:ext cx="223200" cy="140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D23F8F3-7264-E372-9DAB-BE2F76B1DF2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28251" y="2478295"/>
                  <a:ext cx="240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500D511-4527-CBC5-67DF-386303FE257F}"/>
                    </a:ext>
                  </a:extLst>
                </p14:cNvPr>
                <p14:cNvContentPartPr/>
                <p14:nvPr/>
              </p14:nvContentPartPr>
              <p14:xfrm>
                <a:off x="5635691" y="2409895"/>
                <a:ext cx="46800" cy="196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500D511-4527-CBC5-67DF-386303FE257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627051" y="2401255"/>
                  <a:ext cx="64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063BDFE-08AE-4FD6-73DB-D851A60B7B47}"/>
                    </a:ext>
                  </a:extLst>
                </p14:cNvPr>
                <p14:cNvContentPartPr/>
                <p14:nvPr/>
              </p14:nvContentPartPr>
              <p14:xfrm>
                <a:off x="5736851" y="2359855"/>
                <a:ext cx="61560" cy="246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063BDFE-08AE-4FD6-73DB-D851A60B7B4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28211" y="2350855"/>
                  <a:ext cx="792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3D1A79F-A439-B7C4-A9DB-A5BAF2FE9BD6}"/>
                    </a:ext>
                  </a:extLst>
                </p14:cNvPr>
                <p14:cNvContentPartPr/>
                <p14:nvPr/>
              </p14:nvContentPartPr>
              <p14:xfrm>
                <a:off x="5617691" y="2464975"/>
                <a:ext cx="445680" cy="203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3D1A79F-A439-B7C4-A9DB-A5BAF2FE9BD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609051" y="2456335"/>
                  <a:ext cx="46332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544E398-4138-24DD-681A-AD004CD923DC}"/>
              </a:ext>
            </a:extLst>
          </p:cNvPr>
          <p:cNvGrpSpPr/>
          <p:nvPr/>
        </p:nvGrpSpPr>
        <p:grpSpPr>
          <a:xfrm>
            <a:off x="5076251" y="2914255"/>
            <a:ext cx="1934280" cy="414360"/>
            <a:chOff x="5076251" y="2914255"/>
            <a:chExt cx="193428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FB6987D-14C8-1937-04C7-4301DA6BEABD}"/>
                    </a:ext>
                  </a:extLst>
                </p14:cNvPr>
                <p14:cNvContentPartPr/>
                <p14:nvPr/>
              </p14:nvContentPartPr>
              <p14:xfrm>
                <a:off x="5076251" y="3160135"/>
                <a:ext cx="155160" cy="12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FB6987D-14C8-1937-04C7-4301DA6BEAB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67251" y="3151135"/>
                  <a:ext cx="172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9ED401E-B449-9B85-0745-1891C9F4D12D}"/>
                    </a:ext>
                  </a:extLst>
                </p14:cNvPr>
                <p14:cNvContentPartPr/>
                <p14:nvPr/>
              </p14:nvContentPartPr>
              <p14:xfrm>
                <a:off x="5321411" y="3046735"/>
                <a:ext cx="375120" cy="180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9ED401E-B449-9B85-0745-1891C9F4D12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312411" y="3037735"/>
                  <a:ext cx="392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B64149B-98FA-FBDE-2CEB-EA427F62905C}"/>
                    </a:ext>
                  </a:extLst>
                </p14:cNvPr>
                <p14:cNvContentPartPr/>
                <p14:nvPr/>
              </p14:nvContentPartPr>
              <p14:xfrm>
                <a:off x="5663411" y="3061495"/>
                <a:ext cx="70920" cy="207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B64149B-98FA-FBDE-2CEB-EA427F62905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54771" y="3052495"/>
                  <a:ext cx="88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95F1FDE-3E60-E792-69A3-4ABC4151EA28}"/>
                    </a:ext>
                  </a:extLst>
                </p14:cNvPr>
                <p14:cNvContentPartPr/>
                <p14:nvPr/>
              </p14:nvContentPartPr>
              <p14:xfrm>
                <a:off x="5764571" y="3066535"/>
                <a:ext cx="296280" cy="262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95F1FDE-3E60-E792-69A3-4ABC4151EA2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755571" y="3057535"/>
                  <a:ext cx="3139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FDA945F-E955-C2A7-39AA-2F8682F6756B}"/>
                    </a:ext>
                  </a:extLst>
                </p14:cNvPr>
                <p14:cNvContentPartPr/>
                <p14:nvPr/>
              </p14:nvContentPartPr>
              <p14:xfrm>
                <a:off x="6126371" y="3003535"/>
                <a:ext cx="289080" cy="166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FDA945F-E955-C2A7-39AA-2F8682F6756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117371" y="2994895"/>
                  <a:ext cx="306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C3EBA6A-636C-CB76-330D-9F94902ECADE}"/>
                    </a:ext>
                  </a:extLst>
                </p14:cNvPr>
                <p14:cNvContentPartPr/>
                <p14:nvPr/>
              </p14:nvContentPartPr>
              <p14:xfrm>
                <a:off x="6367571" y="2914255"/>
                <a:ext cx="295560" cy="250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C3EBA6A-636C-CB76-330D-9F94902ECAD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58571" y="2905255"/>
                  <a:ext cx="313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3D318E4-0783-3A76-FD60-EFCE4D0D264B}"/>
                    </a:ext>
                  </a:extLst>
                </p14:cNvPr>
                <p14:cNvContentPartPr/>
                <p14:nvPr/>
              </p14:nvContentPartPr>
              <p14:xfrm>
                <a:off x="6559811" y="3013615"/>
                <a:ext cx="192240" cy="115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3D318E4-0783-3A76-FD60-EFCE4D0D264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551171" y="3004615"/>
                  <a:ext cx="209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C5B580C-9387-8F60-C394-C831E502D6DF}"/>
                    </a:ext>
                  </a:extLst>
                </p14:cNvPr>
                <p14:cNvContentPartPr/>
                <p14:nvPr/>
              </p14:nvContentPartPr>
              <p14:xfrm>
                <a:off x="6829451" y="2952415"/>
                <a:ext cx="181080" cy="1710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C5B580C-9387-8F60-C394-C831E502D6D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820451" y="2943415"/>
                  <a:ext cx="198720" cy="1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F6D67F00-24D7-7544-B46E-180DBFDA9276}"/>
                  </a:ext>
                </a:extLst>
              </p14:cNvPr>
              <p14:cNvContentPartPr/>
              <p14:nvPr/>
            </p14:nvContentPartPr>
            <p14:xfrm>
              <a:off x="7760771" y="722215"/>
              <a:ext cx="538920" cy="493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F6D67F00-24D7-7544-B46E-180DBFDA927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752131" y="713215"/>
                <a:ext cx="55656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93A842B-3DC3-8E9B-50B4-D46792B4C5D8}"/>
              </a:ext>
            </a:extLst>
          </p:cNvPr>
          <p:cNvGrpSpPr/>
          <p:nvPr/>
        </p:nvGrpSpPr>
        <p:grpSpPr>
          <a:xfrm>
            <a:off x="7721531" y="247735"/>
            <a:ext cx="750960" cy="369360"/>
            <a:chOff x="7721531" y="247735"/>
            <a:chExt cx="75096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5ABD67F-6DF4-2169-F1A5-45E6D214EB9A}"/>
                    </a:ext>
                  </a:extLst>
                </p14:cNvPr>
                <p14:cNvContentPartPr/>
                <p14:nvPr/>
              </p14:nvContentPartPr>
              <p14:xfrm>
                <a:off x="7721531" y="304975"/>
                <a:ext cx="64080" cy="312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5ABD67F-6DF4-2169-F1A5-45E6D214EB9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12531" y="295975"/>
                  <a:ext cx="817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60BA898-73A5-D875-15F7-3229D3CDE5FF}"/>
                    </a:ext>
                  </a:extLst>
                </p14:cNvPr>
                <p14:cNvContentPartPr/>
                <p14:nvPr/>
              </p14:nvContentPartPr>
              <p14:xfrm>
                <a:off x="7738091" y="247735"/>
                <a:ext cx="203760" cy="101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60BA898-73A5-D875-15F7-3229D3CDE5F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729451" y="238735"/>
                  <a:ext cx="221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69FBEA3-6ACE-2973-E4F3-072F7A680643}"/>
                    </a:ext>
                  </a:extLst>
                </p14:cNvPr>
                <p14:cNvContentPartPr/>
                <p14:nvPr/>
              </p14:nvContentPartPr>
              <p14:xfrm>
                <a:off x="7737731" y="447535"/>
                <a:ext cx="141840" cy="168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69FBEA3-6ACE-2973-E4F3-072F7A68064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29091" y="438535"/>
                  <a:ext cx="1594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C6C4B7D-4994-CBBD-C2C9-44BE8020B53A}"/>
                    </a:ext>
                  </a:extLst>
                </p14:cNvPr>
                <p14:cNvContentPartPr/>
                <p14:nvPr/>
              </p14:nvContentPartPr>
              <p14:xfrm>
                <a:off x="7941491" y="323335"/>
                <a:ext cx="362880" cy="283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C6C4B7D-4994-CBBD-C2C9-44BE8020B53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932491" y="314335"/>
                  <a:ext cx="3805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4272B94-7115-3F44-951F-3ADD0AF4648F}"/>
                    </a:ext>
                  </a:extLst>
                </p14:cNvPr>
                <p14:cNvContentPartPr/>
                <p14:nvPr/>
              </p14:nvContentPartPr>
              <p14:xfrm>
                <a:off x="8454491" y="444295"/>
                <a:ext cx="18000" cy="145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4272B94-7115-3F44-951F-3ADD0AF4648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45491" y="435295"/>
                  <a:ext cx="3564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A08BD4F-8BF1-9735-16E4-F7F0BDD1FCA1}"/>
              </a:ext>
            </a:extLst>
          </p:cNvPr>
          <p:cNvGrpSpPr/>
          <p:nvPr/>
        </p:nvGrpSpPr>
        <p:grpSpPr>
          <a:xfrm>
            <a:off x="8724131" y="79615"/>
            <a:ext cx="3133080" cy="634680"/>
            <a:chOff x="8724131" y="79615"/>
            <a:chExt cx="3133080" cy="63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D2C23A6-B388-0B8C-CEF9-70972A52EC99}"/>
                    </a:ext>
                  </a:extLst>
                </p14:cNvPr>
                <p14:cNvContentPartPr/>
                <p14:nvPr/>
              </p14:nvContentPartPr>
              <p14:xfrm>
                <a:off x="8724131" y="448975"/>
                <a:ext cx="155880" cy="181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D2C23A6-B388-0B8C-CEF9-70972A52EC9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15131" y="440335"/>
                  <a:ext cx="173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1BED45E-AD15-8EFB-315E-08A41FD7C8DA}"/>
                    </a:ext>
                  </a:extLst>
                </p14:cNvPr>
                <p14:cNvContentPartPr/>
                <p14:nvPr/>
              </p14:nvContentPartPr>
              <p14:xfrm>
                <a:off x="8946611" y="340975"/>
                <a:ext cx="24840" cy="233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1BED45E-AD15-8EFB-315E-08A41FD7C8D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937611" y="332335"/>
                  <a:ext cx="42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4818B3-56E0-52F1-0C5F-00AD17FC7851}"/>
                    </a:ext>
                  </a:extLst>
                </p14:cNvPr>
                <p14:cNvContentPartPr/>
                <p14:nvPr/>
              </p14:nvContentPartPr>
              <p14:xfrm>
                <a:off x="8876411" y="493975"/>
                <a:ext cx="287280" cy="114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4818B3-56E0-52F1-0C5F-00AD17FC785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867411" y="485335"/>
                  <a:ext cx="304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FB7B5F4-809C-B929-A1A6-0B9EBDDBB7D5}"/>
                    </a:ext>
                  </a:extLst>
                </p14:cNvPr>
                <p14:cNvContentPartPr/>
                <p14:nvPr/>
              </p14:nvContentPartPr>
              <p14:xfrm>
                <a:off x="9213731" y="359695"/>
                <a:ext cx="292320" cy="224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FB7B5F4-809C-B929-A1A6-0B9EBDDBB7D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205091" y="351055"/>
                  <a:ext cx="309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99806A4-C93C-82B9-6C43-16756D528E52}"/>
                    </a:ext>
                  </a:extLst>
                </p14:cNvPr>
                <p14:cNvContentPartPr/>
                <p14:nvPr/>
              </p14:nvContentPartPr>
              <p14:xfrm>
                <a:off x="9660131" y="424855"/>
                <a:ext cx="156600" cy="289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99806A4-C93C-82B9-6C43-16756D528E5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651131" y="416215"/>
                  <a:ext cx="174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5A86722-51C9-9BC6-8CDB-A41F1DD2544C}"/>
                    </a:ext>
                  </a:extLst>
                </p14:cNvPr>
                <p14:cNvContentPartPr/>
                <p14:nvPr/>
              </p14:nvContentPartPr>
              <p14:xfrm>
                <a:off x="9830411" y="450415"/>
                <a:ext cx="78480" cy="96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5A86722-51C9-9BC6-8CDB-A41F1DD2544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821771" y="441775"/>
                  <a:ext cx="961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8ECFFAC-D6F3-76D3-22E9-E1315A9AE19A}"/>
                    </a:ext>
                  </a:extLst>
                </p14:cNvPr>
                <p14:cNvContentPartPr/>
                <p14:nvPr/>
              </p14:nvContentPartPr>
              <p14:xfrm>
                <a:off x="9963971" y="349255"/>
                <a:ext cx="44280" cy="199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8ECFFAC-D6F3-76D3-22E9-E1315A9AE19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954971" y="340255"/>
                  <a:ext cx="619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0815960-6180-624F-DD89-B5C2BA0A4CF8}"/>
                    </a:ext>
                  </a:extLst>
                </p14:cNvPr>
                <p14:cNvContentPartPr/>
                <p14:nvPr/>
              </p14:nvContentPartPr>
              <p14:xfrm>
                <a:off x="10042091" y="445015"/>
                <a:ext cx="147600" cy="105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0815960-6180-624F-DD89-B5C2BA0A4CF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033091" y="436375"/>
                  <a:ext cx="165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63F820B-9A43-F4E3-3D88-AFAE82A55ADC}"/>
                    </a:ext>
                  </a:extLst>
                </p14:cNvPr>
                <p14:cNvContentPartPr/>
                <p14:nvPr/>
              </p14:nvContentPartPr>
              <p14:xfrm>
                <a:off x="10168811" y="344575"/>
                <a:ext cx="180000" cy="2134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63F820B-9A43-F4E3-3D88-AFAE82A55AD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159811" y="335575"/>
                  <a:ext cx="197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C76C342-4DAD-97CB-20D2-E45B5CAEFEF2}"/>
                    </a:ext>
                  </a:extLst>
                </p14:cNvPr>
                <p14:cNvContentPartPr/>
                <p14:nvPr/>
              </p14:nvContentPartPr>
              <p14:xfrm>
                <a:off x="10513331" y="224335"/>
                <a:ext cx="86040" cy="317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C76C342-4DAD-97CB-20D2-E45B5CAEFEF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504331" y="215335"/>
                  <a:ext cx="1036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34E754F-C567-3A48-47B3-4F56582E84CA}"/>
                    </a:ext>
                  </a:extLst>
                </p14:cNvPr>
                <p14:cNvContentPartPr/>
                <p14:nvPr/>
              </p14:nvContentPartPr>
              <p14:xfrm>
                <a:off x="10635011" y="270415"/>
                <a:ext cx="108000" cy="249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34E754F-C567-3A48-47B3-4F56582E84C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626011" y="261415"/>
                  <a:ext cx="125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C8051FE-BA87-1EFF-25B4-4341E08F8E89}"/>
                    </a:ext>
                  </a:extLst>
                </p14:cNvPr>
                <p14:cNvContentPartPr/>
                <p14:nvPr/>
              </p14:nvContentPartPr>
              <p14:xfrm>
                <a:off x="10804931" y="512695"/>
                <a:ext cx="49680" cy="66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C8051FE-BA87-1EFF-25B4-4341E08F8E8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796291" y="503695"/>
                  <a:ext cx="67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AEE2FD0-963C-17DD-6A4E-B2BE9EE7F528}"/>
                    </a:ext>
                  </a:extLst>
                </p14:cNvPr>
                <p14:cNvContentPartPr/>
                <p14:nvPr/>
              </p14:nvContentPartPr>
              <p14:xfrm>
                <a:off x="10934531" y="353935"/>
                <a:ext cx="101160" cy="167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AEE2FD0-963C-17DD-6A4E-B2BE9EE7F52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925891" y="345295"/>
                  <a:ext cx="118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B5DE866-E740-7EB7-C5B9-8579FDB3D202}"/>
                    </a:ext>
                  </a:extLst>
                </p14:cNvPr>
                <p14:cNvContentPartPr/>
                <p14:nvPr/>
              </p14:nvContentPartPr>
              <p14:xfrm>
                <a:off x="11096891" y="233335"/>
                <a:ext cx="274680" cy="328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B5DE866-E740-7EB7-C5B9-8579FDB3D20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087891" y="224695"/>
                  <a:ext cx="292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3A830F7-A61D-98C9-B39A-1C04C5A2FA10}"/>
                    </a:ext>
                  </a:extLst>
                </p14:cNvPr>
                <p14:cNvContentPartPr/>
                <p14:nvPr/>
              </p14:nvContentPartPr>
              <p14:xfrm>
                <a:off x="11164931" y="223615"/>
                <a:ext cx="294480" cy="421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3A830F7-A61D-98C9-B39A-1C04C5A2FA1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156291" y="214975"/>
                  <a:ext cx="312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BCEE8E0-FA9F-E90F-E028-10550AAB7C29}"/>
                    </a:ext>
                  </a:extLst>
                </p14:cNvPr>
                <p14:cNvContentPartPr/>
                <p14:nvPr/>
              </p14:nvContentPartPr>
              <p14:xfrm>
                <a:off x="11379851" y="508375"/>
                <a:ext cx="38160" cy="79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BCEE8E0-FA9F-E90F-E028-10550AAB7C2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371211" y="499735"/>
                  <a:ext cx="55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B949D40-8A64-7354-2766-3A54CD749960}"/>
                    </a:ext>
                  </a:extLst>
                </p14:cNvPr>
                <p14:cNvContentPartPr/>
                <p14:nvPr/>
              </p14:nvContentPartPr>
              <p14:xfrm>
                <a:off x="11576771" y="273295"/>
                <a:ext cx="64800" cy="228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B949D40-8A64-7354-2766-3A54CD74996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567771" y="264655"/>
                  <a:ext cx="824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E62410C-2E61-507E-9A7D-5C7E9EA54EE1}"/>
                    </a:ext>
                  </a:extLst>
                </p14:cNvPr>
                <p14:cNvContentPartPr/>
                <p14:nvPr/>
              </p14:nvContentPartPr>
              <p14:xfrm>
                <a:off x="11567051" y="79615"/>
                <a:ext cx="290160" cy="5126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E62410C-2E61-507E-9A7D-5C7E9EA54EE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558411" y="70615"/>
                  <a:ext cx="307800" cy="53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4B41BB3-C97A-5EA4-ACE4-0CE13CA77320}"/>
              </a:ext>
            </a:extLst>
          </p:cNvPr>
          <p:cNvGrpSpPr/>
          <p:nvPr/>
        </p:nvGrpSpPr>
        <p:grpSpPr>
          <a:xfrm>
            <a:off x="8439731" y="1211815"/>
            <a:ext cx="21240" cy="113400"/>
            <a:chOff x="8439731" y="1211815"/>
            <a:chExt cx="21240" cy="1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FF48F21-9373-BBE8-D951-9D68923317E6}"/>
                    </a:ext>
                  </a:extLst>
                </p14:cNvPr>
                <p14:cNvContentPartPr/>
                <p14:nvPr/>
              </p14:nvContentPartPr>
              <p14:xfrm>
                <a:off x="8449091" y="1211815"/>
                <a:ext cx="11880" cy="18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FF48F21-9373-BBE8-D951-9D68923317E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440451" y="1202815"/>
                  <a:ext cx="29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196EE40-FD35-92E5-D482-4B38430EEACC}"/>
                    </a:ext>
                  </a:extLst>
                </p14:cNvPr>
                <p14:cNvContentPartPr/>
                <p14:nvPr/>
              </p14:nvContentPartPr>
              <p14:xfrm>
                <a:off x="8439731" y="1289575"/>
                <a:ext cx="14400" cy="35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196EE40-FD35-92E5-D482-4B38430EEAC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431091" y="1280575"/>
                  <a:ext cx="320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BB10E488-D909-5906-B916-90E8967D69FF}"/>
              </a:ext>
            </a:extLst>
          </p:cNvPr>
          <p:cNvGrpSpPr/>
          <p:nvPr/>
        </p:nvGrpSpPr>
        <p:grpSpPr>
          <a:xfrm>
            <a:off x="8793611" y="945415"/>
            <a:ext cx="554400" cy="433080"/>
            <a:chOff x="8793611" y="945415"/>
            <a:chExt cx="55440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0E06C4-5A9B-C04F-1771-44E6704D7C2C}"/>
                    </a:ext>
                  </a:extLst>
                </p14:cNvPr>
                <p14:cNvContentPartPr/>
                <p14:nvPr/>
              </p14:nvContentPartPr>
              <p14:xfrm>
                <a:off x="8849771" y="1109575"/>
                <a:ext cx="251640" cy="250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0E06C4-5A9B-C04F-1771-44E6704D7C2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840771" y="1100935"/>
                  <a:ext cx="2692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DB5911F-D6A1-9CAC-1F77-8EFD1CB7B8A1}"/>
                    </a:ext>
                  </a:extLst>
                </p14:cNvPr>
                <p14:cNvContentPartPr/>
                <p14:nvPr/>
              </p14:nvContentPartPr>
              <p14:xfrm>
                <a:off x="8793611" y="1057735"/>
                <a:ext cx="382680" cy="70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DB5911F-D6A1-9CAC-1F77-8EFD1CB7B8A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784611" y="1048735"/>
                  <a:ext cx="400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284FD51-BEBF-5F79-D336-613074770D53}"/>
                    </a:ext>
                  </a:extLst>
                </p14:cNvPr>
                <p14:cNvContentPartPr/>
                <p14:nvPr/>
              </p14:nvContentPartPr>
              <p14:xfrm>
                <a:off x="9045251" y="945415"/>
                <a:ext cx="85680" cy="60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284FD51-BEBF-5F79-D336-613074770D5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036611" y="936415"/>
                  <a:ext cx="103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7091A21-B8EE-D8DB-6E15-EE2CD4A3D8D6}"/>
                    </a:ext>
                  </a:extLst>
                </p14:cNvPr>
                <p14:cNvContentPartPr/>
                <p14:nvPr/>
              </p14:nvContentPartPr>
              <p14:xfrm>
                <a:off x="9156851" y="1203175"/>
                <a:ext cx="45360" cy="1753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7091A21-B8EE-D8DB-6E15-EE2CD4A3D8D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47851" y="1194175"/>
                  <a:ext cx="63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03E70AF-6A26-0605-6EC2-AF2A8BC66C9D}"/>
                    </a:ext>
                  </a:extLst>
                </p14:cNvPr>
                <p14:cNvContentPartPr/>
                <p14:nvPr/>
              </p14:nvContentPartPr>
              <p14:xfrm>
                <a:off x="9244691" y="1268695"/>
                <a:ext cx="103320" cy="96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03E70AF-6A26-0605-6EC2-AF2A8BC66C9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236051" y="1259695"/>
                  <a:ext cx="12096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D2037AF1-1F01-BBE6-3DCD-55C0E950F541}"/>
                  </a:ext>
                </a:extLst>
              </p14:cNvPr>
              <p14:cNvContentPartPr/>
              <p14:nvPr/>
            </p14:nvContentPartPr>
            <p14:xfrm>
              <a:off x="8475011" y="1711855"/>
              <a:ext cx="17640" cy="1836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D2037AF1-1F01-BBE6-3DCD-55C0E950F541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466371" y="1703215"/>
                <a:ext cx="35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2880C32E-9437-B077-C09E-F42807877879}"/>
                  </a:ext>
                </a:extLst>
              </p14:cNvPr>
              <p14:cNvContentPartPr/>
              <p14:nvPr/>
            </p14:nvContentPartPr>
            <p14:xfrm>
              <a:off x="8487611" y="1834975"/>
              <a:ext cx="36720" cy="136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2880C32E-9437-B077-C09E-F42807877879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8478971" y="1826335"/>
                <a:ext cx="5436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527BC88-B9F3-875E-2021-33409689445C}"/>
              </a:ext>
            </a:extLst>
          </p:cNvPr>
          <p:cNvGrpSpPr/>
          <p:nvPr/>
        </p:nvGrpSpPr>
        <p:grpSpPr>
          <a:xfrm>
            <a:off x="8768771" y="1601695"/>
            <a:ext cx="684720" cy="446760"/>
            <a:chOff x="8768771" y="1601695"/>
            <a:chExt cx="68472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E384F42-B58D-7AAA-C7A7-395995448CDB}"/>
                    </a:ext>
                  </a:extLst>
                </p14:cNvPr>
                <p14:cNvContentPartPr/>
                <p14:nvPr/>
              </p14:nvContentPartPr>
              <p14:xfrm>
                <a:off x="8768771" y="1682695"/>
                <a:ext cx="217800" cy="315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E384F42-B58D-7AAA-C7A7-395995448CD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760131" y="1674055"/>
                  <a:ext cx="2354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2EB787B-0BD5-C8DF-D7CE-A67A0C8B109A}"/>
                    </a:ext>
                  </a:extLst>
                </p14:cNvPr>
                <p14:cNvContentPartPr/>
                <p14:nvPr/>
              </p14:nvContentPartPr>
              <p14:xfrm>
                <a:off x="8896931" y="1601695"/>
                <a:ext cx="58680" cy="51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2EB787B-0BD5-C8DF-D7CE-A67A0C8B109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887931" y="1593055"/>
                  <a:ext cx="76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CE0E55C-86D4-6E4C-B76C-90A6DCDCE893}"/>
                    </a:ext>
                  </a:extLst>
                </p14:cNvPr>
                <p14:cNvContentPartPr/>
                <p14:nvPr/>
              </p14:nvContentPartPr>
              <p14:xfrm>
                <a:off x="9090251" y="1927495"/>
                <a:ext cx="10440" cy="730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CE0E55C-86D4-6E4C-B76C-90A6DCDCE89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081611" y="1918495"/>
                  <a:ext cx="28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4D1BF12-5656-EA9D-40E9-9503E2C1A003}"/>
                    </a:ext>
                  </a:extLst>
                </p14:cNvPr>
                <p14:cNvContentPartPr/>
                <p14:nvPr/>
              </p14:nvContentPartPr>
              <p14:xfrm>
                <a:off x="9146771" y="1879615"/>
                <a:ext cx="118800" cy="129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4D1BF12-5656-EA9D-40E9-9503E2C1A00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137771" y="1870615"/>
                  <a:ext cx="136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C5B68D7-E569-C68C-855C-BFDD3595FEFD}"/>
                    </a:ext>
                  </a:extLst>
                </p14:cNvPr>
                <p14:cNvContentPartPr/>
                <p14:nvPr/>
              </p14:nvContentPartPr>
              <p14:xfrm>
                <a:off x="9437291" y="1951255"/>
                <a:ext cx="16200" cy="97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C5B68D7-E569-C68C-855C-BFDD3595FEF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428651" y="1942615"/>
                  <a:ext cx="338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5E84D2D-ECB8-DB59-7D27-C1A8554CDE70}"/>
              </a:ext>
            </a:extLst>
          </p:cNvPr>
          <p:cNvGrpSpPr/>
          <p:nvPr/>
        </p:nvGrpSpPr>
        <p:grpSpPr>
          <a:xfrm>
            <a:off x="9667691" y="1549855"/>
            <a:ext cx="638640" cy="385920"/>
            <a:chOff x="9667691" y="1549855"/>
            <a:chExt cx="63864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3379450-D9DA-5264-1E90-5E816F1C3F50}"/>
                    </a:ext>
                  </a:extLst>
                </p14:cNvPr>
                <p14:cNvContentPartPr/>
                <p14:nvPr/>
              </p14:nvContentPartPr>
              <p14:xfrm>
                <a:off x="9667691" y="1649935"/>
                <a:ext cx="222480" cy="2739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3379450-D9DA-5264-1E90-5E816F1C3F5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658691" y="1640935"/>
                  <a:ext cx="2401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96B7DC7-C5FF-47D8-F381-F7CA9131ED6B}"/>
                    </a:ext>
                  </a:extLst>
                </p14:cNvPr>
                <p14:cNvContentPartPr/>
                <p14:nvPr/>
              </p14:nvContentPartPr>
              <p14:xfrm>
                <a:off x="9863531" y="1549855"/>
                <a:ext cx="63720" cy="493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96B7DC7-C5FF-47D8-F381-F7CA9131ED6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854891" y="1541215"/>
                  <a:ext cx="81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9A59ECF-4C7A-F6FB-E393-ADF26A2E3F76}"/>
                    </a:ext>
                  </a:extLst>
                </p14:cNvPr>
                <p14:cNvContentPartPr/>
                <p14:nvPr/>
              </p14:nvContentPartPr>
              <p14:xfrm>
                <a:off x="9881171" y="1853695"/>
                <a:ext cx="86400" cy="82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9A59ECF-4C7A-F6FB-E393-ADF26A2E3F7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872531" y="1844695"/>
                  <a:ext cx="104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FF40D99-833A-0167-82AF-4629D2CB3627}"/>
                    </a:ext>
                  </a:extLst>
                </p14:cNvPr>
                <p14:cNvContentPartPr/>
                <p14:nvPr/>
              </p14:nvContentPartPr>
              <p14:xfrm>
                <a:off x="10025171" y="1735975"/>
                <a:ext cx="212400" cy="1969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FF40D99-833A-0167-82AF-4629D2CB362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016171" y="1726975"/>
                  <a:ext cx="230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BE59A52-B327-4947-AE7F-EA741BB8251F}"/>
                    </a:ext>
                  </a:extLst>
                </p14:cNvPr>
                <p14:cNvContentPartPr/>
                <p14:nvPr/>
              </p14:nvContentPartPr>
              <p14:xfrm>
                <a:off x="10117331" y="1820575"/>
                <a:ext cx="189000" cy="226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BE59A52-B327-4947-AE7F-EA741BB8251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108331" y="1811575"/>
                  <a:ext cx="2066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DBE1805-5DC9-CD3A-E17A-CC76B0C878BF}"/>
              </a:ext>
            </a:extLst>
          </p:cNvPr>
          <p:cNvGrpSpPr/>
          <p:nvPr/>
        </p:nvGrpSpPr>
        <p:grpSpPr>
          <a:xfrm>
            <a:off x="8548811" y="2310535"/>
            <a:ext cx="343440" cy="636120"/>
            <a:chOff x="8548811" y="2310535"/>
            <a:chExt cx="343440" cy="63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C15994B-FD8F-E38F-7C40-86251D81BC0B}"/>
                    </a:ext>
                  </a:extLst>
                </p14:cNvPr>
                <p14:cNvContentPartPr/>
                <p14:nvPr/>
              </p14:nvContentPartPr>
              <p14:xfrm>
                <a:off x="8548811" y="2316655"/>
                <a:ext cx="15480" cy="141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C15994B-FD8F-E38F-7C40-86251D81BC0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540171" y="2307655"/>
                  <a:ext cx="33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192AB60-E725-9A77-E9B4-5599C6F1DCB3}"/>
                    </a:ext>
                  </a:extLst>
                </p14:cNvPr>
                <p14:cNvContentPartPr/>
                <p14:nvPr/>
              </p14:nvContentPartPr>
              <p14:xfrm>
                <a:off x="8635931" y="2310535"/>
                <a:ext cx="256320" cy="6361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192AB60-E725-9A77-E9B4-5599C6F1DCB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627291" y="2301535"/>
                  <a:ext cx="273960" cy="65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71C9BC6A-633E-50CD-1654-ED4EFF2241EC}"/>
              </a:ext>
            </a:extLst>
          </p:cNvPr>
          <p:cNvGrpSpPr/>
          <p:nvPr/>
        </p:nvGrpSpPr>
        <p:grpSpPr>
          <a:xfrm>
            <a:off x="8847251" y="2531575"/>
            <a:ext cx="986760" cy="332280"/>
            <a:chOff x="8847251" y="2531575"/>
            <a:chExt cx="98676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7BD501A-C3BB-A891-BCF5-750FF1D3FE69}"/>
                    </a:ext>
                  </a:extLst>
                </p14:cNvPr>
                <p14:cNvContentPartPr/>
                <p14:nvPr/>
              </p14:nvContentPartPr>
              <p14:xfrm>
                <a:off x="8847251" y="2612575"/>
                <a:ext cx="87840" cy="1029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7BD501A-C3BB-A891-BCF5-750FF1D3FE6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838251" y="2603935"/>
                  <a:ext cx="105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4F4A8C1-22F2-8713-87F3-691890E58A2B}"/>
                    </a:ext>
                  </a:extLst>
                </p14:cNvPr>
                <p14:cNvContentPartPr/>
                <p14:nvPr/>
              </p14:nvContentPartPr>
              <p14:xfrm>
                <a:off x="8947691" y="2625535"/>
                <a:ext cx="88920" cy="61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4F4A8C1-22F2-8713-87F3-691890E58A2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938691" y="2616895"/>
                  <a:ext cx="106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1537861-8363-D518-CA02-4393C284CA97}"/>
                    </a:ext>
                  </a:extLst>
                </p14:cNvPr>
                <p14:cNvContentPartPr/>
                <p14:nvPr/>
              </p14:nvContentPartPr>
              <p14:xfrm>
                <a:off x="9043451" y="2632735"/>
                <a:ext cx="107640" cy="75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1537861-8363-D518-CA02-4393C284CA9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34451" y="2624095"/>
                  <a:ext cx="1252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89E07AF-5D2C-2D38-8C34-EC12EE5AB355}"/>
                    </a:ext>
                  </a:extLst>
                </p14:cNvPr>
                <p14:cNvContentPartPr/>
                <p14:nvPr/>
              </p14:nvContentPartPr>
              <p14:xfrm>
                <a:off x="9182051" y="2576935"/>
                <a:ext cx="120240" cy="1447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89E07AF-5D2C-2D38-8C34-EC12EE5AB35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173411" y="2568295"/>
                  <a:ext cx="137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39B82D8-CD0F-F20B-EC63-3DC9411BD77C}"/>
                    </a:ext>
                  </a:extLst>
                </p14:cNvPr>
                <p14:cNvContentPartPr/>
                <p14:nvPr/>
              </p14:nvContentPartPr>
              <p14:xfrm>
                <a:off x="9359891" y="2552455"/>
                <a:ext cx="172440" cy="311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39B82D8-CD0F-F20B-EC63-3DC9411BD77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350891" y="2543455"/>
                  <a:ext cx="1900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062FABC-E3B6-5D7E-5B51-D8B96E1B68FA}"/>
                    </a:ext>
                  </a:extLst>
                </p14:cNvPr>
                <p14:cNvContentPartPr/>
                <p14:nvPr/>
              </p14:nvContentPartPr>
              <p14:xfrm>
                <a:off x="9680651" y="2531575"/>
                <a:ext cx="99360" cy="82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062FABC-E3B6-5D7E-5B51-D8B96E1B68F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672011" y="2522935"/>
                  <a:ext cx="117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C19418B-E381-FEB8-75FF-983A697DCE50}"/>
                    </a:ext>
                  </a:extLst>
                </p14:cNvPr>
                <p14:cNvContentPartPr/>
                <p14:nvPr/>
              </p14:nvContentPartPr>
              <p14:xfrm>
                <a:off x="9668771" y="2594935"/>
                <a:ext cx="165240" cy="12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C19418B-E381-FEB8-75FF-983A697DCE5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660131" y="2586295"/>
                  <a:ext cx="18288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A8A556D1-A829-DDBC-6F68-105BBFFF21C6}"/>
                  </a:ext>
                </a:extLst>
              </p14:cNvPr>
              <p14:cNvContentPartPr/>
              <p14:nvPr/>
            </p14:nvContentPartPr>
            <p14:xfrm>
              <a:off x="10410011" y="2051335"/>
              <a:ext cx="57960" cy="597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A8A556D1-A829-DDBC-6F68-105BBFFF21C6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0401371" y="2042335"/>
                <a:ext cx="7560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7976F19-57E6-FE0B-E75A-C2290CE12F5D}"/>
              </a:ext>
            </a:extLst>
          </p:cNvPr>
          <p:cNvGrpSpPr/>
          <p:nvPr/>
        </p:nvGrpSpPr>
        <p:grpSpPr>
          <a:xfrm>
            <a:off x="10194371" y="2209015"/>
            <a:ext cx="453960" cy="275040"/>
            <a:chOff x="10194371" y="2209015"/>
            <a:chExt cx="45396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C134E90-098F-981B-566F-C062A1B2363B}"/>
                    </a:ext>
                  </a:extLst>
                </p14:cNvPr>
                <p14:cNvContentPartPr/>
                <p14:nvPr/>
              </p14:nvContentPartPr>
              <p14:xfrm>
                <a:off x="10194371" y="2209015"/>
                <a:ext cx="271800" cy="257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C134E90-098F-981B-566F-C062A1B2363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185371" y="2200375"/>
                  <a:ext cx="289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A9E6AAC-C23A-8E0D-8291-EE8146735FA5}"/>
                    </a:ext>
                  </a:extLst>
                </p14:cNvPr>
                <p14:cNvContentPartPr/>
                <p14:nvPr/>
              </p14:nvContentPartPr>
              <p14:xfrm>
                <a:off x="10273931" y="2314495"/>
                <a:ext cx="83520" cy="138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A9E6AAC-C23A-8E0D-8291-EE8146735FA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65291" y="2305495"/>
                  <a:ext cx="101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AB95308-CDEC-3E51-F780-44FA16E8B706}"/>
                    </a:ext>
                  </a:extLst>
                </p14:cNvPr>
                <p14:cNvContentPartPr/>
                <p14:nvPr/>
              </p14:nvContentPartPr>
              <p14:xfrm>
                <a:off x="10467971" y="2409535"/>
                <a:ext cx="16200" cy="662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AB95308-CDEC-3E51-F780-44FA16E8B70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459331" y="2400895"/>
                  <a:ext cx="33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02C5D74-9E8A-8BFC-39F4-4B4080FAB2A3}"/>
                    </a:ext>
                  </a:extLst>
                </p14:cNvPr>
                <p14:cNvContentPartPr/>
                <p14:nvPr/>
              </p14:nvContentPartPr>
              <p14:xfrm>
                <a:off x="10521971" y="2334655"/>
                <a:ext cx="6120" cy="19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02C5D74-9E8A-8BFC-39F4-4B4080FAB2A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512971" y="2326015"/>
                  <a:ext cx="23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890F22E-080B-1A50-BA2B-AF95823E8DE8}"/>
                    </a:ext>
                  </a:extLst>
                </p14:cNvPr>
                <p14:cNvContentPartPr/>
                <p14:nvPr/>
              </p14:nvContentPartPr>
              <p14:xfrm>
                <a:off x="10551491" y="2396215"/>
                <a:ext cx="96840" cy="878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890F22E-080B-1A50-BA2B-AF95823E8DE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42851" y="2387215"/>
                  <a:ext cx="11448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D9AEC21-39C2-D28C-FD25-2DD77CE184D0}"/>
              </a:ext>
            </a:extLst>
          </p:cNvPr>
          <p:cNvGrpSpPr/>
          <p:nvPr/>
        </p:nvGrpSpPr>
        <p:grpSpPr>
          <a:xfrm>
            <a:off x="10056131" y="2584495"/>
            <a:ext cx="911160" cy="501840"/>
            <a:chOff x="10056131" y="2584495"/>
            <a:chExt cx="91116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41C147B-86B8-5EB9-551E-95FAC964A12C}"/>
                    </a:ext>
                  </a:extLst>
                </p14:cNvPr>
                <p14:cNvContentPartPr/>
                <p14:nvPr/>
              </p14:nvContentPartPr>
              <p14:xfrm>
                <a:off x="10056131" y="2584495"/>
                <a:ext cx="911160" cy="72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41C147B-86B8-5EB9-551E-95FAC964A12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047131" y="2575495"/>
                  <a:ext cx="928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86C19F6-FB0A-7764-0E89-6C7DA13F8924}"/>
                    </a:ext>
                  </a:extLst>
                </p14:cNvPr>
                <p14:cNvContentPartPr/>
                <p14:nvPr/>
              </p14:nvContentPartPr>
              <p14:xfrm>
                <a:off x="10165931" y="2873215"/>
                <a:ext cx="277560" cy="2131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86C19F6-FB0A-7764-0E89-6C7DA13F892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156931" y="2864575"/>
                  <a:ext cx="295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9B02059-BF13-DD75-67CF-494E954CCD6B}"/>
                    </a:ext>
                  </a:extLst>
                </p14:cNvPr>
                <p14:cNvContentPartPr/>
                <p14:nvPr/>
              </p14:nvContentPartPr>
              <p14:xfrm>
                <a:off x="10075931" y="2786455"/>
                <a:ext cx="414720" cy="71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9B02059-BF13-DD75-67CF-494E954CCD6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066931" y="2777815"/>
                  <a:ext cx="432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290FE6A-3515-AE9E-B46D-3F27B2F6F105}"/>
                    </a:ext>
                  </a:extLst>
                </p14:cNvPr>
                <p14:cNvContentPartPr/>
                <p14:nvPr/>
              </p14:nvContentPartPr>
              <p14:xfrm>
                <a:off x="10353131" y="2700055"/>
                <a:ext cx="75600" cy="604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290FE6A-3515-AE9E-B46D-3F27B2F6F10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344491" y="2691415"/>
                  <a:ext cx="932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AD2F5A9-DCC8-52AD-313E-9AE946270AF2}"/>
                    </a:ext>
                  </a:extLst>
                </p14:cNvPr>
                <p14:cNvContentPartPr/>
                <p14:nvPr/>
              </p14:nvContentPartPr>
              <p14:xfrm>
                <a:off x="10497851" y="2890495"/>
                <a:ext cx="68040" cy="173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AD2F5A9-DCC8-52AD-313E-9AE946270AF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489211" y="2881495"/>
                  <a:ext cx="85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7983E3E-E877-610A-317D-08810A94A564}"/>
                    </a:ext>
                  </a:extLst>
                </p14:cNvPr>
                <p14:cNvContentPartPr/>
                <p14:nvPr/>
              </p14:nvContentPartPr>
              <p14:xfrm>
                <a:off x="10587131" y="2970415"/>
                <a:ext cx="93960" cy="85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7983E3E-E877-610A-317D-08810A94A56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578491" y="2961415"/>
                  <a:ext cx="1116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599424B-5307-AE5E-542E-79D742B78490}"/>
              </a:ext>
            </a:extLst>
          </p:cNvPr>
          <p:cNvGrpSpPr/>
          <p:nvPr/>
        </p:nvGrpSpPr>
        <p:grpSpPr>
          <a:xfrm>
            <a:off x="316691" y="4061575"/>
            <a:ext cx="894240" cy="245160"/>
            <a:chOff x="316691" y="4061575"/>
            <a:chExt cx="89424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B38324D-CE55-53C6-ABD8-DCD3CB0FE735}"/>
                    </a:ext>
                  </a:extLst>
                </p14:cNvPr>
                <p14:cNvContentPartPr/>
                <p14:nvPr/>
              </p14:nvContentPartPr>
              <p14:xfrm>
                <a:off x="316691" y="4061575"/>
                <a:ext cx="175680" cy="214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B38324D-CE55-53C6-ABD8-DCD3CB0FE73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08051" y="4052935"/>
                  <a:ext cx="193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CC29D7D-999D-2103-CB85-5E67FBB21D44}"/>
                    </a:ext>
                  </a:extLst>
                </p14:cNvPr>
                <p14:cNvContentPartPr/>
                <p14:nvPr/>
              </p14:nvContentPartPr>
              <p14:xfrm>
                <a:off x="362771" y="4181455"/>
                <a:ext cx="190440" cy="106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CC29D7D-999D-2103-CB85-5E67FBB21D4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54131" y="4172815"/>
                  <a:ext cx="2080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9E20D0E-4E30-330E-35A8-59F0E1A013DD}"/>
                    </a:ext>
                  </a:extLst>
                </p14:cNvPr>
                <p14:cNvContentPartPr/>
                <p14:nvPr/>
              </p14:nvContentPartPr>
              <p14:xfrm>
                <a:off x="639611" y="4090735"/>
                <a:ext cx="37440" cy="214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9E20D0E-4E30-330E-35A8-59F0E1A013D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30611" y="4081735"/>
                  <a:ext cx="55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E7518C2-9E55-75B9-BE1C-5FE0AF3C070E}"/>
                    </a:ext>
                  </a:extLst>
                </p14:cNvPr>
                <p14:cNvContentPartPr/>
                <p14:nvPr/>
              </p14:nvContentPartPr>
              <p14:xfrm>
                <a:off x="727811" y="4155895"/>
                <a:ext cx="84960" cy="1357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E7518C2-9E55-75B9-BE1C-5FE0AF3C070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19171" y="4146895"/>
                  <a:ext cx="102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27CCA77-A37B-86C7-2F43-5A00D57AA2D8}"/>
                    </a:ext>
                  </a:extLst>
                </p14:cNvPr>
                <p14:cNvContentPartPr/>
                <p14:nvPr/>
              </p14:nvContentPartPr>
              <p14:xfrm>
                <a:off x="870371" y="4124215"/>
                <a:ext cx="340560" cy="1825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27CCA77-A37B-86C7-2F43-5A00D57AA2D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61371" y="4115215"/>
                  <a:ext cx="35820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EF9289E-438F-B7A5-42E1-BF044862E6A2}"/>
                  </a:ext>
                </a:extLst>
              </p14:cNvPr>
              <p14:cNvContentPartPr/>
              <p14:nvPr/>
            </p14:nvContentPartPr>
            <p14:xfrm>
              <a:off x="378251" y="4442095"/>
              <a:ext cx="736200" cy="3420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EF9289E-438F-B7A5-42E1-BF044862E6A2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369611" y="4433095"/>
                <a:ext cx="75384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79AFF6B-2D1B-04B8-8CA9-CA6F90E4DAFB}"/>
              </a:ext>
            </a:extLst>
          </p:cNvPr>
          <p:cNvGrpSpPr/>
          <p:nvPr/>
        </p:nvGrpSpPr>
        <p:grpSpPr>
          <a:xfrm>
            <a:off x="8519291" y="3313855"/>
            <a:ext cx="51840" cy="149040"/>
            <a:chOff x="8519291" y="3313855"/>
            <a:chExt cx="5184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314904F-D01F-8CAB-B787-71845D361138}"/>
                    </a:ext>
                  </a:extLst>
                </p14:cNvPr>
                <p14:cNvContentPartPr/>
                <p14:nvPr/>
              </p14:nvContentPartPr>
              <p14:xfrm>
                <a:off x="8555291" y="3313855"/>
                <a:ext cx="3600" cy="216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314904F-D01F-8CAB-B787-71845D36113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546651" y="3305215"/>
                  <a:ext cx="21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9628447-D957-54DE-936B-B03835D51A3D}"/>
                    </a:ext>
                  </a:extLst>
                </p14:cNvPr>
                <p14:cNvContentPartPr/>
                <p14:nvPr/>
              </p14:nvContentPartPr>
              <p14:xfrm>
                <a:off x="8519291" y="3417895"/>
                <a:ext cx="51840" cy="45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9628447-D957-54DE-936B-B03835D51A3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510291" y="3409255"/>
                  <a:ext cx="6948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3623FFD-F676-D6A4-6A7F-61BA5F4CF4DB}"/>
              </a:ext>
            </a:extLst>
          </p:cNvPr>
          <p:cNvGrpSpPr/>
          <p:nvPr/>
        </p:nvGrpSpPr>
        <p:grpSpPr>
          <a:xfrm>
            <a:off x="8773091" y="3175255"/>
            <a:ext cx="240480" cy="244080"/>
            <a:chOff x="8773091" y="3175255"/>
            <a:chExt cx="24048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8B90679-C2CE-3E68-8F43-5165F1647803}"/>
                    </a:ext>
                  </a:extLst>
                </p14:cNvPr>
                <p14:cNvContentPartPr/>
                <p14:nvPr/>
              </p14:nvContentPartPr>
              <p14:xfrm>
                <a:off x="8773091" y="3299815"/>
                <a:ext cx="237240" cy="119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8B90679-C2CE-3E68-8F43-5165F1647803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764451" y="3290815"/>
                  <a:ext cx="254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DE556BA-A5BC-8CD3-06C6-E6094F8B59B1}"/>
                    </a:ext>
                  </a:extLst>
                </p14:cNvPr>
                <p14:cNvContentPartPr/>
                <p14:nvPr/>
              </p14:nvContentPartPr>
              <p14:xfrm>
                <a:off x="8954531" y="3175255"/>
                <a:ext cx="59040" cy="41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DE556BA-A5BC-8CD3-06C6-E6094F8B59B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945891" y="3166255"/>
                  <a:ext cx="7668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763EC63-8322-16C2-42D9-DFEA3CEA562D}"/>
              </a:ext>
            </a:extLst>
          </p:cNvPr>
          <p:cNvGrpSpPr/>
          <p:nvPr/>
        </p:nvGrpSpPr>
        <p:grpSpPr>
          <a:xfrm>
            <a:off x="780371" y="4601935"/>
            <a:ext cx="2014920" cy="375840"/>
            <a:chOff x="780371" y="4601935"/>
            <a:chExt cx="2014920" cy="3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571C8D9-5515-E869-FBE3-5A15593176BA}"/>
                    </a:ext>
                  </a:extLst>
                </p14:cNvPr>
                <p14:cNvContentPartPr/>
                <p14:nvPr/>
              </p14:nvContentPartPr>
              <p14:xfrm>
                <a:off x="824651" y="4770775"/>
                <a:ext cx="39240" cy="1994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571C8D9-5515-E869-FBE3-5A15593176B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16011" y="4762135"/>
                  <a:ext cx="56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B8B2E5B-760F-3250-1096-42D6383A9368}"/>
                    </a:ext>
                  </a:extLst>
                </p14:cNvPr>
                <p14:cNvContentPartPr/>
                <p14:nvPr/>
              </p14:nvContentPartPr>
              <p14:xfrm>
                <a:off x="780371" y="4680415"/>
                <a:ext cx="216360" cy="1551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B8B2E5B-760F-3250-1096-42D6383A936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71371" y="4671415"/>
                  <a:ext cx="234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F18D927-82A5-2698-A3FA-16AAB42670AC}"/>
                    </a:ext>
                  </a:extLst>
                </p14:cNvPr>
                <p14:cNvContentPartPr/>
                <p14:nvPr/>
              </p14:nvContentPartPr>
              <p14:xfrm>
                <a:off x="1019051" y="4777975"/>
                <a:ext cx="227880" cy="199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F18D927-82A5-2698-A3FA-16AAB42670AC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10411" y="4769335"/>
                  <a:ext cx="245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E9CF5C3-EFE7-E664-F077-937E7490DE00}"/>
                    </a:ext>
                  </a:extLst>
                </p14:cNvPr>
                <p14:cNvContentPartPr/>
                <p14:nvPr/>
              </p14:nvContentPartPr>
              <p14:xfrm>
                <a:off x="1160891" y="4724335"/>
                <a:ext cx="388440" cy="1782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E9CF5C3-EFE7-E664-F077-937E7490DE00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52251" y="4715695"/>
                  <a:ext cx="406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7302C59-2CC1-F34D-B5A5-A77BF351246F}"/>
                    </a:ext>
                  </a:extLst>
                </p14:cNvPr>
                <p14:cNvContentPartPr/>
                <p14:nvPr/>
              </p14:nvContentPartPr>
              <p14:xfrm>
                <a:off x="1639691" y="4826935"/>
                <a:ext cx="3240" cy="33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7302C59-2CC1-F34D-B5A5-A77BF351246F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630691" y="4817935"/>
                  <a:ext cx="20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5FDF080-4999-10C4-A3E2-3A35929B4BB1}"/>
                    </a:ext>
                  </a:extLst>
                </p14:cNvPr>
                <p14:cNvContentPartPr/>
                <p14:nvPr/>
              </p14:nvContentPartPr>
              <p14:xfrm>
                <a:off x="1707371" y="4718575"/>
                <a:ext cx="216720" cy="172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5FDF080-4999-10C4-A3E2-3A35929B4BB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698371" y="4709935"/>
                  <a:ext cx="2343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8F0A0FD-D3AA-0935-1BC9-5EA6950E1DC6}"/>
                    </a:ext>
                  </a:extLst>
                </p14:cNvPr>
                <p14:cNvContentPartPr/>
                <p14:nvPr/>
              </p14:nvContentPartPr>
              <p14:xfrm>
                <a:off x="1923731" y="4698055"/>
                <a:ext cx="143280" cy="939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8F0A0FD-D3AA-0935-1BC9-5EA6950E1DC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914731" y="4689055"/>
                  <a:ext cx="160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0CA135F-073B-82D5-FA1D-7CC0DC83EFB8}"/>
                    </a:ext>
                  </a:extLst>
                </p14:cNvPr>
                <p14:cNvContentPartPr/>
                <p14:nvPr/>
              </p14:nvContentPartPr>
              <p14:xfrm>
                <a:off x="1948931" y="4776175"/>
                <a:ext cx="118440" cy="1076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0CA135F-073B-82D5-FA1D-7CC0DC83EFB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940291" y="4767175"/>
                  <a:ext cx="136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81EE755-A116-A2BD-3A9C-5394990D9C3C}"/>
                    </a:ext>
                  </a:extLst>
                </p14:cNvPr>
                <p14:cNvContentPartPr/>
                <p14:nvPr/>
              </p14:nvContentPartPr>
              <p14:xfrm>
                <a:off x="2203451" y="4648015"/>
                <a:ext cx="224640" cy="2113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81EE755-A116-A2BD-3A9C-5394990D9C3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194451" y="4639015"/>
                  <a:ext cx="242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093DC34-87B0-5557-0A6D-1837650FC2A0}"/>
                    </a:ext>
                  </a:extLst>
                </p14:cNvPr>
                <p14:cNvContentPartPr/>
                <p14:nvPr/>
              </p14:nvContentPartPr>
              <p14:xfrm>
                <a:off x="2499371" y="4601935"/>
                <a:ext cx="113760" cy="2005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093DC34-87B0-5557-0A6D-1837650FC2A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490371" y="4592935"/>
                  <a:ext cx="1314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FD793C8-5FDB-85D4-FB2D-21063AC536B7}"/>
                    </a:ext>
                  </a:extLst>
                </p14:cNvPr>
                <p14:cNvContentPartPr/>
                <p14:nvPr/>
              </p14:nvContentPartPr>
              <p14:xfrm>
                <a:off x="2616011" y="4734055"/>
                <a:ext cx="179280" cy="1537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FD793C8-5FDB-85D4-FB2D-21063AC536B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607371" y="4725415"/>
                  <a:ext cx="1969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EF047CF8-855D-9191-3395-226D523EC653}"/>
              </a:ext>
            </a:extLst>
          </p:cNvPr>
          <p:cNvGrpSpPr/>
          <p:nvPr/>
        </p:nvGrpSpPr>
        <p:grpSpPr>
          <a:xfrm>
            <a:off x="796211" y="5220415"/>
            <a:ext cx="793080" cy="255240"/>
            <a:chOff x="796211" y="5220415"/>
            <a:chExt cx="79308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E4D6329-00BA-AAB4-50E6-C550B0D81F93}"/>
                    </a:ext>
                  </a:extLst>
                </p14:cNvPr>
                <p14:cNvContentPartPr/>
                <p14:nvPr/>
              </p14:nvContentPartPr>
              <p14:xfrm>
                <a:off x="808451" y="5290255"/>
                <a:ext cx="167400" cy="1591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E4D6329-00BA-AAB4-50E6-C550B0D81F9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99811" y="5281615"/>
                  <a:ext cx="185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2CED67C-F3C9-4C92-853C-4FEFDBF62C2C}"/>
                    </a:ext>
                  </a:extLst>
                </p14:cNvPr>
                <p14:cNvContentPartPr/>
                <p14:nvPr/>
              </p14:nvContentPartPr>
              <p14:xfrm>
                <a:off x="796211" y="5272255"/>
                <a:ext cx="177120" cy="1861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2CED67C-F3C9-4C92-853C-4FEFDBF62C2C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87571" y="5263255"/>
                  <a:ext cx="194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B281950-33F8-9C69-73F2-16570347F9D8}"/>
                    </a:ext>
                  </a:extLst>
                </p14:cNvPr>
                <p14:cNvContentPartPr/>
                <p14:nvPr/>
              </p14:nvContentPartPr>
              <p14:xfrm>
                <a:off x="1051451" y="5255695"/>
                <a:ext cx="330840" cy="2116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B281950-33F8-9C69-73F2-16570347F9D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42451" y="5247055"/>
                  <a:ext cx="3484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729E53A-1A8B-8E64-C127-079568B467DC}"/>
                    </a:ext>
                  </a:extLst>
                </p14:cNvPr>
                <p14:cNvContentPartPr/>
                <p14:nvPr/>
              </p14:nvContentPartPr>
              <p14:xfrm>
                <a:off x="1278971" y="5220415"/>
                <a:ext cx="310320" cy="2552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729E53A-1A8B-8E64-C127-079568B467D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269971" y="5211415"/>
                  <a:ext cx="32796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45FD0C23-22D0-78DB-56E7-1207C251CF11}"/>
              </a:ext>
            </a:extLst>
          </p:cNvPr>
          <p:cNvGrpSpPr/>
          <p:nvPr/>
        </p:nvGrpSpPr>
        <p:grpSpPr>
          <a:xfrm>
            <a:off x="3381371" y="4514095"/>
            <a:ext cx="1946520" cy="294480"/>
            <a:chOff x="3381371" y="4514095"/>
            <a:chExt cx="194652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3061332-B76F-F91E-2B64-5CD6FAF50955}"/>
                    </a:ext>
                  </a:extLst>
                </p14:cNvPr>
                <p14:cNvContentPartPr/>
                <p14:nvPr/>
              </p14:nvContentPartPr>
              <p14:xfrm>
                <a:off x="3394691" y="4549015"/>
                <a:ext cx="38160" cy="2448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3061332-B76F-F91E-2B64-5CD6FAF5095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3386051" y="4540375"/>
                  <a:ext cx="558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6C35B64-9830-73B6-9D66-241A7B4C310D}"/>
                    </a:ext>
                  </a:extLst>
                </p14:cNvPr>
                <p14:cNvContentPartPr/>
                <p14:nvPr/>
              </p14:nvContentPartPr>
              <p14:xfrm>
                <a:off x="3381371" y="4519855"/>
                <a:ext cx="182160" cy="1458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6C35B64-9830-73B6-9D66-241A7B4C310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372731" y="4510855"/>
                  <a:ext cx="1998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A7B9A96-549B-1E2B-5172-FE357F06DBBA}"/>
                    </a:ext>
                  </a:extLst>
                </p14:cNvPr>
                <p14:cNvContentPartPr/>
                <p14:nvPr/>
              </p14:nvContentPartPr>
              <p14:xfrm>
                <a:off x="3554171" y="4617415"/>
                <a:ext cx="383040" cy="1911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A7B9A96-549B-1E2B-5172-FE357F06DBBA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545171" y="4608415"/>
                  <a:ext cx="4006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AFE6564-E833-7F95-4378-4FBA1CE0F707}"/>
                    </a:ext>
                  </a:extLst>
                </p14:cNvPr>
                <p14:cNvContentPartPr/>
                <p14:nvPr/>
              </p14:nvContentPartPr>
              <p14:xfrm>
                <a:off x="3851171" y="4686175"/>
                <a:ext cx="119880" cy="133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AFE6564-E833-7F95-4378-4FBA1CE0F707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842171" y="4677535"/>
                  <a:ext cx="137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E4853C5-1F16-4124-D4A3-A480B5B6A1E2}"/>
                    </a:ext>
                  </a:extLst>
                </p14:cNvPr>
                <p14:cNvContentPartPr/>
                <p14:nvPr/>
              </p14:nvContentPartPr>
              <p14:xfrm>
                <a:off x="4061771" y="4573855"/>
                <a:ext cx="172440" cy="1720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E4853C5-1F16-4124-D4A3-A480B5B6A1E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053131" y="4564855"/>
                  <a:ext cx="190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C5C2B75-29B6-7C9A-88F6-EC697E72B78D}"/>
                    </a:ext>
                  </a:extLst>
                </p14:cNvPr>
                <p14:cNvContentPartPr/>
                <p14:nvPr/>
              </p14:nvContentPartPr>
              <p14:xfrm>
                <a:off x="4320611" y="4557295"/>
                <a:ext cx="146520" cy="1944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C5C2B75-29B6-7C9A-88F6-EC697E72B78D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311971" y="4548655"/>
                  <a:ext cx="1641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A54BAF4-9379-D6D8-DC81-584C40CC98BA}"/>
                    </a:ext>
                  </a:extLst>
                </p14:cNvPr>
                <p14:cNvContentPartPr/>
                <p14:nvPr/>
              </p14:nvContentPartPr>
              <p14:xfrm>
                <a:off x="4614371" y="4514815"/>
                <a:ext cx="271800" cy="2174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A54BAF4-9379-D6D8-DC81-584C40CC98BA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605731" y="4505815"/>
                  <a:ext cx="289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57967C2-D02D-97FA-FF7B-F9971E7B057B}"/>
                    </a:ext>
                  </a:extLst>
                </p14:cNvPr>
                <p14:cNvContentPartPr/>
                <p14:nvPr/>
              </p14:nvContentPartPr>
              <p14:xfrm>
                <a:off x="4927211" y="4514095"/>
                <a:ext cx="155520" cy="1695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57967C2-D02D-97FA-FF7B-F9971E7B057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918571" y="4505095"/>
                  <a:ext cx="173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07F5D53-D53D-6F55-7BAA-A2D68CA2DF53}"/>
                    </a:ext>
                  </a:extLst>
                </p14:cNvPr>
                <p14:cNvContentPartPr/>
                <p14:nvPr/>
              </p14:nvContentPartPr>
              <p14:xfrm>
                <a:off x="5076971" y="4602295"/>
                <a:ext cx="250920" cy="1238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07F5D53-D53D-6F55-7BAA-A2D68CA2DF53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068331" y="4593655"/>
                  <a:ext cx="268560" cy="14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F3B405DB-757B-A076-359D-7FC7DA417538}"/>
                  </a:ext>
                </a:extLst>
              </p14:cNvPr>
              <p14:cNvContentPartPr/>
              <p14:nvPr/>
            </p14:nvContentPartPr>
            <p14:xfrm>
              <a:off x="3379931" y="5171455"/>
              <a:ext cx="204120" cy="36216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F3B405DB-757B-A076-359D-7FC7DA417538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3371291" y="5162455"/>
                <a:ext cx="22176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03FD02CA-D710-2A35-152D-2B16793D786E}"/>
                  </a:ext>
                </a:extLst>
              </p14:cNvPr>
              <p14:cNvContentPartPr/>
              <p14:nvPr/>
            </p14:nvContentPartPr>
            <p14:xfrm>
              <a:off x="3633731" y="5383855"/>
              <a:ext cx="92880" cy="10440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03FD02CA-D710-2A35-152D-2B16793D786E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3625091" y="5375215"/>
                <a:ext cx="1105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4A7FEC57-85F9-DF69-ABE3-69B98CA666CC}"/>
                  </a:ext>
                </a:extLst>
              </p14:cNvPr>
              <p14:cNvContentPartPr/>
              <p14:nvPr/>
            </p14:nvContentPartPr>
            <p14:xfrm>
              <a:off x="3860891" y="5236615"/>
              <a:ext cx="160920" cy="6696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4A7FEC57-85F9-DF69-ABE3-69B98CA666CC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3852251" y="5227615"/>
                <a:ext cx="17856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6CCAF54E-3767-24C5-8EB5-B17BA8B61C80}"/>
              </a:ext>
            </a:extLst>
          </p:cNvPr>
          <p:cNvGrpSpPr/>
          <p:nvPr/>
        </p:nvGrpSpPr>
        <p:grpSpPr>
          <a:xfrm>
            <a:off x="4207571" y="5158495"/>
            <a:ext cx="254160" cy="322560"/>
            <a:chOff x="4207571" y="5158495"/>
            <a:chExt cx="25416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CA2B723-5081-E341-1BE1-B69FD3A81756}"/>
                    </a:ext>
                  </a:extLst>
                </p14:cNvPr>
                <p14:cNvContentPartPr/>
                <p14:nvPr/>
              </p14:nvContentPartPr>
              <p14:xfrm>
                <a:off x="4207571" y="5158495"/>
                <a:ext cx="54000" cy="2566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CA2B723-5081-E341-1BE1-B69FD3A81756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198931" y="5149495"/>
                  <a:ext cx="716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3C83787-55A4-EF2F-D6C8-78F23AC5284E}"/>
                    </a:ext>
                  </a:extLst>
                </p14:cNvPr>
                <p14:cNvContentPartPr/>
                <p14:nvPr/>
              </p14:nvContentPartPr>
              <p14:xfrm>
                <a:off x="4436531" y="5402215"/>
                <a:ext cx="25200" cy="788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3C83787-55A4-EF2F-D6C8-78F23AC5284E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4427891" y="5393215"/>
                  <a:ext cx="4284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C32FB00F-E02B-09D1-3176-8CBCFCED1644}"/>
              </a:ext>
            </a:extLst>
          </p:cNvPr>
          <p:cNvGrpSpPr/>
          <p:nvPr/>
        </p:nvGrpSpPr>
        <p:grpSpPr>
          <a:xfrm>
            <a:off x="4678811" y="5113855"/>
            <a:ext cx="885960" cy="298440"/>
            <a:chOff x="4678811" y="5113855"/>
            <a:chExt cx="88596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E5E3AC4-D9C7-3EDA-4384-75995B5898DC}"/>
                    </a:ext>
                  </a:extLst>
                </p14:cNvPr>
                <p14:cNvContentPartPr/>
                <p14:nvPr/>
              </p14:nvContentPartPr>
              <p14:xfrm>
                <a:off x="4678811" y="5144095"/>
                <a:ext cx="161280" cy="2196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E5E3AC4-D9C7-3EDA-4384-75995B5898DC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4669811" y="5135455"/>
                  <a:ext cx="178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E842697-2883-8545-A4DC-27D155498ADE}"/>
                    </a:ext>
                  </a:extLst>
                </p14:cNvPr>
                <p14:cNvContentPartPr/>
                <p14:nvPr/>
              </p14:nvContentPartPr>
              <p14:xfrm>
                <a:off x="4884371" y="5297815"/>
                <a:ext cx="123480" cy="1144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E842697-2883-8545-A4DC-27D155498ADE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875371" y="5288815"/>
                  <a:ext cx="141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8E143F4-3449-9AB6-45AF-C82A7E48F75F}"/>
                    </a:ext>
                  </a:extLst>
                </p14:cNvPr>
                <p14:cNvContentPartPr/>
                <p14:nvPr/>
              </p14:nvContentPartPr>
              <p14:xfrm>
                <a:off x="5098931" y="5211775"/>
                <a:ext cx="139680" cy="72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8E143F4-3449-9AB6-45AF-C82A7E48F75F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090291" y="5203135"/>
                  <a:ext cx="1573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7D247B8-97BB-7F0C-98C1-30F984EA39FC}"/>
                    </a:ext>
                  </a:extLst>
                </p14:cNvPr>
                <p14:cNvContentPartPr/>
                <p14:nvPr/>
              </p14:nvContentPartPr>
              <p14:xfrm>
                <a:off x="5306651" y="5113855"/>
                <a:ext cx="173520" cy="1947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7D247B8-97BB-7F0C-98C1-30F984EA39F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298011" y="5105215"/>
                  <a:ext cx="1911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F8556B6-2669-CDC3-20F5-FD5CB34CB6DE}"/>
                    </a:ext>
                  </a:extLst>
                </p14:cNvPr>
                <p14:cNvContentPartPr/>
                <p14:nvPr/>
              </p14:nvContentPartPr>
              <p14:xfrm>
                <a:off x="5501051" y="5274775"/>
                <a:ext cx="63720" cy="1040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F8556B6-2669-CDC3-20F5-FD5CB34CB6D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492411" y="5265775"/>
                  <a:ext cx="8136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EC0A70DE-5D7C-7E27-3D49-B1AE099993B2}"/>
              </a:ext>
            </a:extLst>
          </p:cNvPr>
          <p:cNvGrpSpPr/>
          <p:nvPr/>
        </p:nvGrpSpPr>
        <p:grpSpPr>
          <a:xfrm>
            <a:off x="6209171" y="4537495"/>
            <a:ext cx="879480" cy="230040"/>
            <a:chOff x="6209171" y="4537495"/>
            <a:chExt cx="87948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A74F7B2-9886-5232-CEBF-5A06356397A3}"/>
                    </a:ext>
                  </a:extLst>
                </p14:cNvPr>
                <p14:cNvContentPartPr/>
                <p14:nvPr/>
              </p14:nvContentPartPr>
              <p14:xfrm>
                <a:off x="6273971" y="4561975"/>
                <a:ext cx="206280" cy="1695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A74F7B2-9886-5232-CEBF-5A06356397A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265331" y="4553335"/>
                  <a:ext cx="2239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F29BD70-DA66-AB55-6544-6763A575D654}"/>
                    </a:ext>
                  </a:extLst>
                </p14:cNvPr>
                <p14:cNvContentPartPr/>
                <p14:nvPr/>
              </p14:nvContentPartPr>
              <p14:xfrm>
                <a:off x="6209171" y="4537495"/>
                <a:ext cx="203400" cy="1774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F29BD70-DA66-AB55-6544-6763A575D654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200171" y="4528495"/>
                  <a:ext cx="221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7F2D5CF-22AC-CD3D-029D-20AB7A38ECD7}"/>
                    </a:ext>
                  </a:extLst>
                </p14:cNvPr>
                <p14:cNvContentPartPr/>
                <p14:nvPr/>
              </p14:nvContentPartPr>
              <p14:xfrm>
                <a:off x="6509771" y="4616335"/>
                <a:ext cx="122400" cy="1512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7F2D5CF-22AC-CD3D-029D-20AB7A38ECD7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500771" y="4607695"/>
                  <a:ext cx="140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C1817C1-7487-1ED8-D4BD-0FCDD7869719}"/>
                    </a:ext>
                  </a:extLst>
                </p14:cNvPr>
                <p14:cNvContentPartPr/>
                <p14:nvPr/>
              </p14:nvContentPartPr>
              <p14:xfrm>
                <a:off x="6715691" y="4589335"/>
                <a:ext cx="134640" cy="666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C1817C1-7487-1ED8-D4BD-0FCDD7869719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707051" y="4580695"/>
                  <a:ext cx="152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113F13A-81F7-CAEB-2709-A4F8BC4BC1BF}"/>
                    </a:ext>
                  </a:extLst>
                </p14:cNvPr>
                <p14:cNvContentPartPr/>
                <p14:nvPr/>
              </p14:nvContentPartPr>
              <p14:xfrm>
                <a:off x="6926651" y="4549735"/>
                <a:ext cx="162000" cy="1490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113F13A-81F7-CAEB-2709-A4F8BC4BC1B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918011" y="4541095"/>
                  <a:ext cx="17964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7C202872-D183-4F5A-A8C9-5AC23C3B5A58}"/>
              </a:ext>
            </a:extLst>
          </p:cNvPr>
          <p:cNvGrpSpPr/>
          <p:nvPr/>
        </p:nvGrpSpPr>
        <p:grpSpPr>
          <a:xfrm>
            <a:off x="6219611" y="5053015"/>
            <a:ext cx="1022400" cy="339480"/>
            <a:chOff x="6219611" y="5053015"/>
            <a:chExt cx="102240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58CA268-A48A-8565-DB06-A97114403A38}"/>
                    </a:ext>
                  </a:extLst>
                </p14:cNvPr>
                <p14:cNvContentPartPr/>
                <p14:nvPr/>
              </p14:nvContentPartPr>
              <p14:xfrm>
                <a:off x="6259931" y="5116015"/>
                <a:ext cx="30240" cy="2174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58CA268-A48A-8565-DB06-A97114403A38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250931" y="5107015"/>
                  <a:ext cx="478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BC647D5-2399-5C25-8431-8B08E59E9256}"/>
                    </a:ext>
                  </a:extLst>
                </p14:cNvPr>
                <p14:cNvContentPartPr/>
                <p14:nvPr/>
              </p14:nvContentPartPr>
              <p14:xfrm>
                <a:off x="6219611" y="5067415"/>
                <a:ext cx="196920" cy="1314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BC647D5-2399-5C25-8431-8B08E59E9256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6210971" y="5058775"/>
                  <a:ext cx="214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939486C-3D64-69A7-8E1B-86ECA983DAC1}"/>
                    </a:ext>
                  </a:extLst>
                </p14:cNvPr>
                <p14:cNvContentPartPr/>
                <p14:nvPr/>
              </p14:nvContentPartPr>
              <p14:xfrm>
                <a:off x="6412211" y="5230495"/>
                <a:ext cx="126360" cy="1620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939486C-3D64-69A7-8E1B-86ECA983DAC1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6403571" y="5221495"/>
                  <a:ext cx="144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A9A1B15-8177-DB68-CD68-AF540EF8FCBF}"/>
                    </a:ext>
                  </a:extLst>
                </p14:cNvPr>
                <p14:cNvContentPartPr/>
                <p14:nvPr/>
              </p14:nvContentPartPr>
              <p14:xfrm>
                <a:off x="6601211" y="5200975"/>
                <a:ext cx="213480" cy="637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A9A1B15-8177-DB68-CD68-AF540EF8FCB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6592571" y="5191975"/>
                  <a:ext cx="2311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533CF48-3381-2C18-6555-911CA6764E92}"/>
                    </a:ext>
                  </a:extLst>
                </p14:cNvPr>
                <p14:cNvContentPartPr/>
                <p14:nvPr/>
              </p14:nvContentPartPr>
              <p14:xfrm>
                <a:off x="6897491" y="5053015"/>
                <a:ext cx="197280" cy="2210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533CF48-3381-2C18-6555-911CA6764E92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6888491" y="5044015"/>
                  <a:ext cx="214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5285F94-3C2E-8C6C-E05E-2AC5DADD17C9}"/>
                    </a:ext>
                  </a:extLst>
                </p14:cNvPr>
                <p14:cNvContentPartPr/>
                <p14:nvPr/>
              </p14:nvContentPartPr>
              <p14:xfrm>
                <a:off x="7083611" y="5218615"/>
                <a:ext cx="158400" cy="1173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5285F94-3C2E-8C6C-E05E-2AC5DADD17C9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074611" y="5209615"/>
                  <a:ext cx="1760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D5A86AEB-79AD-181A-3AAC-42F3E310607B}"/>
              </a:ext>
            </a:extLst>
          </p:cNvPr>
          <p:cNvGrpSpPr/>
          <p:nvPr/>
        </p:nvGrpSpPr>
        <p:grpSpPr>
          <a:xfrm>
            <a:off x="6171731" y="5607055"/>
            <a:ext cx="947520" cy="379440"/>
            <a:chOff x="6171731" y="5607055"/>
            <a:chExt cx="94752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F7D559CE-736D-21BA-2EA4-1F7A5C812DC2}"/>
                    </a:ext>
                  </a:extLst>
                </p14:cNvPr>
                <p14:cNvContentPartPr/>
                <p14:nvPr/>
              </p14:nvContentPartPr>
              <p14:xfrm>
                <a:off x="6225011" y="5640535"/>
                <a:ext cx="19080" cy="2354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F7D559CE-736D-21BA-2EA4-1F7A5C812DC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6216011" y="5631895"/>
                  <a:ext cx="367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0C315EE-E057-1CF2-9C26-F8B749073632}"/>
                    </a:ext>
                  </a:extLst>
                </p14:cNvPr>
                <p14:cNvContentPartPr/>
                <p14:nvPr/>
              </p14:nvContentPartPr>
              <p14:xfrm>
                <a:off x="6171731" y="5647735"/>
                <a:ext cx="140400" cy="1350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0C315EE-E057-1CF2-9C26-F8B749073632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6163091" y="5639095"/>
                  <a:ext cx="1580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18892A2-D70D-A9C2-1B97-0DE1D9D01BF9}"/>
                    </a:ext>
                  </a:extLst>
                </p14:cNvPr>
                <p14:cNvContentPartPr/>
                <p14:nvPr/>
              </p14:nvContentPartPr>
              <p14:xfrm>
                <a:off x="6345611" y="5821975"/>
                <a:ext cx="120600" cy="874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18892A2-D70D-A9C2-1B97-0DE1D9D01BF9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6336611" y="5813335"/>
                  <a:ext cx="1382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80D4F03-BAD5-3553-1103-905B65F5F2C9}"/>
                    </a:ext>
                  </a:extLst>
                </p14:cNvPr>
                <p14:cNvContentPartPr/>
                <p14:nvPr/>
              </p14:nvContentPartPr>
              <p14:xfrm>
                <a:off x="6411131" y="5840335"/>
                <a:ext cx="56880" cy="1461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80D4F03-BAD5-3553-1103-905B65F5F2C9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402131" y="5831335"/>
                  <a:ext cx="74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7A631D4-8185-8601-D531-9899993DAE6B}"/>
                    </a:ext>
                  </a:extLst>
                </p14:cNvPr>
                <p14:cNvContentPartPr/>
                <p14:nvPr/>
              </p14:nvContentPartPr>
              <p14:xfrm>
                <a:off x="6568091" y="5725855"/>
                <a:ext cx="209880" cy="882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7A631D4-8185-8601-D531-9899993DAE6B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559091" y="5717215"/>
                  <a:ext cx="227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FAD568D-4BA9-9651-3DB4-2D215F20DB5F}"/>
                    </a:ext>
                  </a:extLst>
                </p14:cNvPr>
                <p14:cNvContentPartPr/>
                <p14:nvPr/>
              </p14:nvContentPartPr>
              <p14:xfrm>
                <a:off x="6838811" y="5607055"/>
                <a:ext cx="218880" cy="2592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FAD568D-4BA9-9651-3DB4-2D215F20DB5F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829811" y="5598415"/>
                  <a:ext cx="2365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18E214E-1961-71BA-CA92-6E3DA2776FEB}"/>
                    </a:ext>
                  </a:extLst>
                </p14:cNvPr>
                <p14:cNvContentPartPr/>
                <p14:nvPr/>
              </p14:nvContentPartPr>
              <p14:xfrm>
                <a:off x="7068851" y="5818735"/>
                <a:ext cx="50400" cy="1476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18E214E-1961-71BA-CA92-6E3DA2776FE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7060211" y="5809735"/>
                  <a:ext cx="6804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9A062A41-15B2-7EC3-942B-64DB1553B2CE}"/>
                  </a:ext>
                </a:extLst>
              </p14:cNvPr>
              <p14:cNvContentPartPr/>
              <p14:nvPr/>
            </p14:nvContentPartPr>
            <p14:xfrm>
              <a:off x="1996091" y="3494935"/>
              <a:ext cx="2208960" cy="11880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9A062A41-15B2-7EC3-942B-64DB1553B2CE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1987451" y="3486295"/>
                <a:ext cx="2226600" cy="1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431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07901E1-4DC7-33A4-94CD-18C87168982F}"/>
              </a:ext>
            </a:extLst>
          </p:cNvPr>
          <p:cNvGrpSpPr/>
          <p:nvPr/>
        </p:nvGrpSpPr>
        <p:grpSpPr>
          <a:xfrm>
            <a:off x="368891" y="233695"/>
            <a:ext cx="299520" cy="520200"/>
            <a:chOff x="368891" y="233695"/>
            <a:chExt cx="29952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433E984-3F09-CBF1-9D66-14E7430F582B}"/>
                    </a:ext>
                  </a:extLst>
                </p14:cNvPr>
                <p14:cNvContentPartPr/>
                <p14:nvPr/>
              </p14:nvContentPartPr>
              <p14:xfrm>
                <a:off x="394811" y="415855"/>
                <a:ext cx="131760" cy="128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433E984-3F09-CBF1-9D66-14E7430F582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5811" y="407215"/>
                  <a:ext cx="149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05D31FB-E55B-DF23-AB64-5E23DEB28750}"/>
                    </a:ext>
                  </a:extLst>
                </p14:cNvPr>
                <p14:cNvContentPartPr/>
                <p14:nvPr/>
              </p14:nvContentPartPr>
              <p14:xfrm>
                <a:off x="501011" y="233695"/>
                <a:ext cx="167400" cy="419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05D31FB-E55B-DF23-AB64-5E23DEB2875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2011" y="224695"/>
                  <a:ext cx="1850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697BE3-47C5-DD33-7244-DBC8A715EDF0}"/>
                    </a:ext>
                  </a:extLst>
                </p14:cNvPr>
                <p14:cNvContentPartPr/>
                <p14:nvPr/>
              </p14:nvContentPartPr>
              <p14:xfrm>
                <a:off x="368891" y="452575"/>
                <a:ext cx="170640" cy="301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697BE3-47C5-DD33-7244-DBC8A715ED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0251" y="443575"/>
                  <a:ext cx="18828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4A4BCB-048A-1A39-743F-6F7967FBFD2D}"/>
              </a:ext>
            </a:extLst>
          </p:cNvPr>
          <p:cNvGrpSpPr/>
          <p:nvPr/>
        </p:nvGrpSpPr>
        <p:grpSpPr>
          <a:xfrm>
            <a:off x="960371" y="165655"/>
            <a:ext cx="1357200" cy="569880"/>
            <a:chOff x="960371" y="165655"/>
            <a:chExt cx="1357200" cy="56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125BBC-68C3-9BED-3B91-9A75C75F85B1}"/>
                    </a:ext>
                  </a:extLst>
                </p14:cNvPr>
                <p14:cNvContentPartPr/>
                <p14:nvPr/>
              </p14:nvContentPartPr>
              <p14:xfrm>
                <a:off x="1105451" y="362935"/>
                <a:ext cx="313560" cy="320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125BBC-68C3-9BED-3B91-9A75C75F85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6811" y="354295"/>
                  <a:ext cx="3312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61C320-06FC-F2B4-C7DE-56FADF2F681F}"/>
                    </a:ext>
                  </a:extLst>
                </p14:cNvPr>
                <p14:cNvContentPartPr/>
                <p14:nvPr/>
              </p14:nvContentPartPr>
              <p14:xfrm>
                <a:off x="960371" y="302455"/>
                <a:ext cx="257400" cy="36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061C320-06FC-F2B4-C7DE-56FADF2F681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1731" y="293815"/>
                  <a:ext cx="275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773105-30DE-8905-3F03-AE390E644436}"/>
                    </a:ext>
                  </a:extLst>
                </p14:cNvPr>
                <p14:cNvContentPartPr/>
                <p14:nvPr/>
              </p14:nvContentPartPr>
              <p14:xfrm>
                <a:off x="1283651" y="165655"/>
                <a:ext cx="220680" cy="158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773105-30DE-8905-3F03-AE390E64443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74651" y="157015"/>
                  <a:ext cx="238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4703310-DB11-AC26-0549-0CE895A1D27E}"/>
                    </a:ext>
                  </a:extLst>
                </p14:cNvPr>
                <p14:cNvContentPartPr/>
                <p14:nvPr/>
              </p14:nvContentPartPr>
              <p14:xfrm>
                <a:off x="1507571" y="512695"/>
                <a:ext cx="307440" cy="177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4703310-DB11-AC26-0549-0CE895A1D2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98931" y="503695"/>
                  <a:ext cx="325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9B838D5-998F-C692-7302-6D076CBB2D3F}"/>
                    </a:ext>
                  </a:extLst>
                </p14:cNvPr>
                <p14:cNvContentPartPr/>
                <p14:nvPr/>
              </p14:nvContentPartPr>
              <p14:xfrm>
                <a:off x="1740491" y="587575"/>
                <a:ext cx="185400" cy="147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9B838D5-998F-C692-7302-6D076CBB2D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31851" y="578575"/>
                  <a:ext cx="203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71206D-0C0D-7E25-E0FB-773D4CFBAA3D}"/>
                    </a:ext>
                  </a:extLst>
                </p14:cNvPr>
                <p14:cNvContentPartPr/>
                <p14:nvPr/>
              </p14:nvContentPartPr>
              <p14:xfrm>
                <a:off x="2016251" y="535015"/>
                <a:ext cx="62640" cy="141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71206D-0C0D-7E25-E0FB-773D4CFBAA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07251" y="526375"/>
                  <a:ext cx="80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429006A-99E6-7896-2D30-D6A627E4F0DE}"/>
                    </a:ext>
                  </a:extLst>
                </p14:cNvPr>
                <p14:cNvContentPartPr/>
                <p14:nvPr/>
              </p14:nvContentPartPr>
              <p14:xfrm>
                <a:off x="2023811" y="514855"/>
                <a:ext cx="192240" cy="176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429006A-99E6-7896-2D30-D6A627E4F0D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14811" y="506215"/>
                  <a:ext cx="209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A5C154D-2815-665A-DF7D-B5CF0ECDCF84}"/>
                    </a:ext>
                  </a:extLst>
                </p14:cNvPr>
                <p14:cNvContentPartPr/>
                <p14:nvPr/>
              </p14:nvContentPartPr>
              <p14:xfrm>
                <a:off x="2117051" y="495775"/>
                <a:ext cx="200520" cy="30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5C154D-2815-665A-DF7D-B5CF0ECDCF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08411" y="486775"/>
                  <a:ext cx="2181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900C37-83F7-C406-C58C-0BACCEDF0A6D}"/>
              </a:ext>
            </a:extLst>
          </p:cNvPr>
          <p:cNvGrpSpPr/>
          <p:nvPr/>
        </p:nvGrpSpPr>
        <p:grpSpPr>
          <a:xfrm>
            <a:off x="2541851" y="418735"/>
            <a:ext cx="244440" cy="92160"/>
            <a:chOff x="2541851" y="418735"/>
            <a:chExt cx="244440" cy="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1788399-9295-8BBC-A6D1-73021FEBC0E3}"/>
                    </a:ext>
                  </a:extLst>
                </p14:cNvPr>
                <p14:cNvContentPartPr/>
                <p14:nvPr/>
              </p14:nvContentPartPr>
              <p14:xfrm>
                <a:off x="2541851" y="418735"/>
                <a:ext cx="244440" cy="12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1788399-9295-8BBC-A6D1-73021FEBC0E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33211" y="409735"/>
                  <a:ext cx="262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420FB7-8CFA-E86E-39CF-65D6E7163830}"/>
                    </a:ext>
                  </a:extLst>
                </p14:cNvPr>
                <p14:cNvContentPartPr/>
                <p14:nvPr/>
              </p14:nvContentPartPr>
              <p14:xfrm>
                <a:off x="2542571" y="492895"/>
                <a:ext cx="221400" cy="18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420FB7-8CFA-E86E-39CF-65D6E716383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3571" y="483895"/>
                  <a:ext cx="23904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194CFF-5924-9471-6231-4DA37BA687C5}"/>
              </a:ext>
            </a:extLst>
          </p:cNvPr>
          <p:cNvGrpSpPr/>
          <p:nvPr/>
        </p:nvGrpSpPr>
        <p:grpSpPr>
          <a:xfrm>
            <a:off x="3024611" y="208135"/>
            <a:ext cx="1737720" cy="559800"/>
            <a:chOff x="3024611" y="208135"/>
            <a:chExt cx="1737720" cy="55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3B76C1-AACE-DDEA-674F-5B5288FD16C2}"/>
                    </a:ext>
                  </a:extLst>
                </p14:cNvPr>
                <p14:cNvContentPartPr/>
                <p14:nvPr/>
              </p14:nvContentPartPr>
              <p14:xfrm>
                <a:off x="3024611" y="463015"/>
                <a:ext cx="152280" cy="23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3B76C1-AACE-DDEA-674F-5B5288FD16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15971" y="454015"/>
                  <a:ext cx="169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983D7A-EF49-E9CD-8895-06BE1F8B21A3}"/>
                    </a:ext>
                  </a:extLst>
                </p14:cNvPr>
                <p14:cNvContentPartPr/>
                <p14:nvPr/>
              </p14:nvContentPartPr>
              <p14:xfrm>
                <a:off x="3424571" y="373015"/>
                <a:ext cx="327960" cy="241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983D7A-EF49-E9CD-8895-06BE1F8B21A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15931" y="364375"/>
                  <a:ext cx="3456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8278AE9-55C1-E185-0FF9-2E1D3A8B77AD}"/>
                    </a:ext>
                  </a:extLst>
                </p14:cNvPr>
                <p14:cNvContentPartPr/>
                <p14:nvPr/>
              </p14:nvContentPartPr>
              <p14:xfrm>
                <a:off x="3302531" y="317215"/>
                <a:ext cx="519480" cy="37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8278AE9-55C1-E185-0FF9-2E1D3A8B77A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93531" y="308215"/>
                  <a:ext cx="537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3B695C-AD3F-B949-DDFF-66D21ADA55E3}"/>
                    </a:ext>
                  </a:extLst>
                </p14:cNvPr>
                <p14:cNvContentPartPr/>
                <p14:nvPr/>
              </p14:nvContentPartPr>
              <p14:xfrm>
                <a:off x="3582251" y="208135"/>
                <a:ext cx="78480" cy="64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3B695C-AD3F-B949-DDFF-66D21ADA55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73251" y="199135"/>
                  <a:ext cx="96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7C219D-5723-C347-D6FA-5245479927FA}"/>
                    </a:ext>
                  </a:extLst>
                </p14:cNvPr>
                <p14:cNvContentPartPr/>
                <p14:nvPr/>
              </p14:nvContentPartPr>
              <p14:xfrm>
                <a:off x="3804371" y="539335"/>
                <a:ext cx="389160" cy="125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7C219D-5723-C347-D6FA-5245479927F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95731" y="530695"/>
                  <a:ext cx="406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FE15ED-8D51-0A9A-91E8-B717CB2E2CA1}"/>
                    </a:ext>
                  </a:extLst>
                </p14:cNvPr>
                <p14:cNvContentPartPr/>
                <p14:nvPr/>
              </p14:nvContentPartPr>
              <p14:xfrm>
                <a:off x="4259771" y="551935"/>
                <a:ext cx="132840" cy="216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0FE15ED-8D51-0A9A-91E8-B717CB2E2CA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51131" y="543295"/>
                  <a:ext cx="150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6BBE9CD-1752-0C57-C41F-2F9C2F240C84}"/>
                    </a:ext>
                  </a:extLst>
                </p14:cNvPr>
                <p14:cNvContentPartPr/>
                <p14:nvPr/>
              </p14:nvContentPartPr>
              <p14:xfrm>
                <a:off x="4414931" y="685495"/>
                <a:ext cx="9000" cy="65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6BBE9CD-1752-0C57-C41F-2F9C2F240C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06291" y="676495"/>
                  <a:ext cx="266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9431D78-D789-BA64-63DA-23FA04C6EAE1}"/>
                    </a:ext>
                  </a:extLst>
                </p14:cNvPr>
                <p14:cNvContentPartPr/>
                <p14:nvPr/>
              </p14:nvContentPartPr>
              <p14:xfrm>
                <a:off x="4512851" y="575335"/>
                <a:ext cx="86400" cy="127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9431D78-D789-BA64-63DA-23FA04C6EAE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04211" y="566335"/>
                  <a:ext cx="104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5A96D1-D23F-9515-CD41-BC9E9D76CB3F}"/>
                    </a:ext>
                  </a:extLst>
                </p14:cNvPr>
                <p14:cNvContentPartPr/>
                <p14:nvPr/>
              </p14:nvContentPartPr>
              <p14:xfrm>
                <a:off x="4630571" y="620695"/>
                <a:ext cx="131760" cy="77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5A96D1-D23F-9515-CD41-BC9E9D76CB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21571" y="611695"/>
                  <a:ext cx="14940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ACEC20C-F064-7FB8-1930-F1AC87891BC0}"/>
                  </a:ext>
                </a:extLst>
              </p14:cNvPr>
              <p14:cNvContentPartPr/>
              <p14:nvPr/>
            </p14:nvContentPartPr>
            <p14:xfrm>
              <a:off x="1274651" y="894295"/>
              <a:ext cx="781920" cy="889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ACEC20C-F064-7FB8-1930-F1AC87891BC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266011" y="885295"/>
                <a:ext cx="799560" cy="1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62F50643-2DFE-0D03-D381-075761D68971}"/>
              </a:ext>
            </a:extLst>
          </p:cNvPr>
          <p:cNvGrpSpPr/>
          <p:nvPr/>
        </p:nvGrpSpPr>
        <p:grpSpPr>
          <a:xfrm>
            <a:off x="619451" y="1535095"/>
            <a:ext cx="2652840" cy="322200"/>
            <a:chOff x="619451" y="1535095"/>
            <a:chExt cx="265284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D5994E-C75D-9C5A-ACC6-4755B93E661B}"/>
                    </a:ext>
                  </a:extLst>
                </p14:cNvPr>
                <p14:cNvContentPartPr/>
                <p14:nvPr/>
              </p14:nvContentPartPr>
              <p14:xfrm>
                <a:off x="619451" y="1636975"/>
                <a:ext cx="594000" cy="19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D5994E-C75D-9C5A-ACC6-4755B93E661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0811" y="1627975"/>
                  <a:ext cx="611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94705CB-19E6-164E-A424-0BF99DB72CD6}"/>
                    </a:ext>
                  </a:extLst>
                </p14:cNvPr>
                <p14:cNvContentPartPr/>
                <p14:nvPr/>
              </p14:nvContentPartPr>
              <p14:xfrm>
                <a:off x="1191491" y="1621135"/>
                <a:ext cx="66240" cy="69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94705CB-19E6-164E-A424-0BF99DB72CD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82491" y="1612135"/>
                  <a:ext cx="83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67C1346-3500-CB97-EEBB-C6CB59888A9B}"/>
                    </a:ext>
                  </a:extLst>
                </p14:cNvPr>
                <p14:cNvContentPartPr/>
                <p14:nvPr/>
              </p14:nvContentPartPr>
              <p14:xfrm>
                <a:off x="1446371" y="1614295"/>
                <a:ext cx="89280" cy="171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67C1346-3500-CB97-EEBB-C6CB59888A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37371" y="1605655"/>
                  <a:ext cx="106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B7D2653-EEF8-85F1-A03E-7DC2D40E4F5C}"/>
                    </a:ext>
                  </a:extLst>
                </p14:cNvPr>
                <p14:cNvContentPartPr/>
                <p14:nvPr/>
              </p14:nvContentPartPr>
              <p14:xfrm>
                <a:off x="1610891" y="1640215"/>
                <a:ext cx="382320" cy="119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B7D2653-EEF8-85F1-A03E-7DC2D40E4F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01891" y="1631575"/>
                  <a:ext cx="399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265049-51E5-688C-6A90-A7A66724327C}"/>
                    </a:ext>
                  </a:extLst>
                </p14:cNvPr>
                <p14:cNvContentPartPr/>
                <p14:nvPr/>
              </p14:nvContentPartPr>
              <p14:xfrm>
                <a:off x="2104451" y="1635895"/>
                <a:ext cx="104400" cy="221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265049-51E5-688C-6A90-A7A66724327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95451" y="1627255"/>
                  <a:ext cx="122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3FD46B8-6705-DAE0-C9D3-A2AD9F6D5043}"/>
                    </a:ext>
                  </a:extLst>
                </p14:cNvPr>
                <p14:cNvContentPartPr/>
                <p14:nvPr/>
              </p14:nvContentPartPr>
              <p14:xfrm>
                <a:off x="2217851" y="1608895"/>
                <a:ext cx="146880" cy="112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3FD46B8-6705-DAE0-C9D3-A2AD9F6D504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09211" y="1599895"/>
                  <a:ext cx="164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A87702A-4641-CD4F-846D-539E5F30D78C}"/>
                    </a:ext>
                  </a:extLst>
                </p14:cNvPr>
                <p14:cNvContentPartPr/>
                <p14:nvPr/>
              </p14:nvContentPartPr>
              <p14:xfrm>
                <a:off x="2391371" y="1602415"/>
                <a:ext cx="96120" cy="109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A87702A-4641-CD4F-846D-539E5F30D7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82731" y="1593775"/>
                  <a:ext cx="1137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EABDE24-3328-7681-4868-845E5A110247}"/>
                    </a:ext>
                  </a:extLst>
                </p14:cNvPr>
                <p14:cNvContentPartPr/>
                <p14:nvPr/>
              </p14:nvContentPartPr>
              <p14:xfrm>
                <a:off x="2558411" y="1584775"/>
                <a:ext cx="227880" cy="135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EABDE24-3328-7681-4868-845E5A11024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49411" y="1575775"/>
                  <a:ext cx="245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FBA17DE-A761-B9F5-A7D7-47B7A70101C3}"/>
                    </a:ext>
                  </a:extLst>
                </p14:cNvPr>
                <p14:cNvContentPartPr/>
                <p14:nvPr/>
              </p14:nvContentPartPr>
              <p14:xfrm>
                <a:off x="2838491" y="1553095"/>
                <a:ext cx="232920" cy="138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FBA17DE-A761-B9F5-A7D7-47B7A70101C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29851" y="1544455"/>
                  <a:ext cx="250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207ACE7-25E8-882E-1CE1-1BE79957645E}"/>
                    </a:ext>
                  </a:extLst>
                </p14:cNvPr>
                <p14:cNvContentPartPr/>
                <p14:nvPr/>
              </p14:nvContentPartPr>
              <p14:xfrm>
                <a:off x="3238811" y="1535095"/>
                <a:ext cx="33480" cy="153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207ACE7-25E8-882E-1CE1-1BE7995764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30171" y="1526455"/>
                  <a:ext cx="511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CFB3085-44C3-5605-3ACF-741F9161F64B}"/>
              </a:ext>
            </a:extLst>
          </p:cNvPr>
          <p:cNvGrpSpPr/>
          <p:nvPr/>
        </p:nvGrpSpPr>
        <p:grpSpPr>
          <a:xfrm>
            <a:off x="3725891" y="1171495"/>
            <a:ext cx="4062240" cy="854280"/>
            <a:chOff x="3725891" y="1171495"/>
            <a:chExt cx="4062240" cy="85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EF137BD-EF45-1F74-8DA8-C258C8B47688}"/>
                    </a:ext>
                  </a:extLst>
                </p14:cNvPr>
                <p14:cNvContentPartPr/>
                <p14:nvPr/>
              </p14:nvContentPartPr>
              <p14:xfrm>
                <a:off x="3725891" y="1536535"/>
                <a:ext cx="267480" cy="142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EF137BD-EF45-1F74-8DA8-C258C8B4768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16891" y="1527895"/>
                  <a:ext cx="2851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EB579D-2060-5C4C-D2F1-143886096854}"/>
                    </a:ext>
                  </a:extLst>
                </p14:cNvPr>
                <p14:cNvContentPartPr/>
                <p14:nvPr/>
              </p14:nvContentPartPr>
              <p14:xfrm>
                <a:off x="3929651" y="1389655"/>
                <a:ext cx="48960" cy="61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EB579D-2060-5C4C-D2F1-14388609685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20651" y="1381015"/>
                  <a:ext cx="66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D7B6584-BDE4-9C10-5187-C188576A8B6E}"/>
                    </a:ext>
                  </a:extLst>
                </p14:cNvPr>
                <p14:cNvContentPartPr/>
                <p14:nvPr/>
              </p14:nvContentPartPr>
              <p14:xfrm>
                <a:off x="4168331" y="1364095"/>
                <a:ext cx="127440" cy="394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D7B6584-BDE4-9C10-5187-C188576A8B6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59691" y="1355455"/>
                  <a:ext cx="1450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6B65DE-F323-002B-6F3C-373ADC7FE1B6}"/>
                    </a:ext>
                  </a:extLst>
                </p14:cNvPr>
                <p14:cNvContentPartPr/>
                <p14:nvPr/>
              </p14:nvContentPartPr>
              <p14:xfrm>
                <a:off x="4369571" y="1498375"/>
                <a:ext cx="152280" cy="165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6B65DE-F323-002B-6F3C-373ADC7FE1B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60931" y="1489375"/>
                  <a:ext cx="169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4596966-5F04-0C12-EAB0-682EFA5A095B}"/>
                    </a:ext>
                  </a:extLst>
                </p14:cNvPr>
                <p14:cNvContentPartPr/>
                <p14:nvPr/>
              </p14:nvContentPartPr>
              <p14:xfrm>
                <a:off x="4566491" y="1482175"/>
                <a:ext cx="178920" cy="165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4596966-5F04-0C12-EAB0-682EFA5A095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57851" y="1473175"/>
                  <a:ext cx="196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1E6D076-256C-9921-0291-0ACDC7A3296A}"/>
                    </a:ext>
                  </a:extLst>
                </p14:cNvPr>
                <p14:cNvContentPartPr/>
                <p14:nvPr/>
              </p14:nvContentPartPr>
              <p14:xfrm>
                <a:off x="4788971" y="1472815"/>
                <a:ext cx="126000" cy="121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1E6D076-256C-9921-0291-0ACDC7A3296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80331" y="1463815"/>
                  <a:ext cx="143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B2D9182-D05F-D878-51C9-8F79CB8D4D72}"/>
                    </a:ext>
                  </a:extLst>
                </p14:cNvPr>
                <p14:cNvContentPartPr/>
                <p14:nvPr/>
              </p14:nvContentPartPr>
              <p14:xfrm>
                <a:off x="5062571" y="1461655"/>
                <a:ext cx="186480" cy="137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B2D9182-D05F-D878-51C9-8F79CB8D4D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53931" y="1452655"/>
                  <a:ext cx="204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108B338-76E1-A541-4301-1CD346B74573}"/>
                    </a:ext>
                  </a:extLst>
                </p14:cNvPr>
                <p14:cNvContentPartPr/>
                <p14:nvPr/>
              </p14:nvContentPartPr>
              <p14:xfrm>
                <a:off x="5255891" y="1441135"/>
                <a:ext cx="21240" cy="160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108B338-76E1-A541-4301-1CD346B745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47251" y="1432495"/>
                  <a:ext cx="388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8855AF-8492-1398-FD15-38E3093F5B8C}"/>
                    </a:ext>
                  </a:extLst>
                </p14:cNvPr>
                <p14:cNvContentPartPr/>
                <p14:nvPr/>
              </p14:nvContentPartPr>
              <p14:xfrm>
                <a:off x="5320331" y="1489735"/>
                <a:ext cx="186480" cy="117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8855AF-8492-1398-FD15-38E3093F5B8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11691" y="1480735"/>
                  <a:ext cx="204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7AB5EE-36D7-1805-466D-969B3F3F969D}"/>
                    </a:ext>
                  </a:extLst>
                </p14:cNvPr>
                <p14:cNvContentPartPr/>
                <p14:nvPr/>
              </p14:nvContentPartPr>
              <p14:xfrm>
                <a:off x="5583491" y="1476775"/>
                <a:ext cx="170640" cy="100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7AB5EE-36D7-1805-466D-969B3F3F969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74491" y="1467775"/>
                  <a:ext cx="188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9104F54-A71B-EDC0-B751-581EC62733B5}"/>
                    </a:ext>
                  </a:extLst>
                </p14:cNvPr>
                <p14:cNvContentPartPr/>
                <p14:nvPr/>
              </p14:nvContentPartPr>
              <p14:xfrm>
                <a:off x="5807411" y="1484335"/>
                <a:ext cx="152640" cy="114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9104F54-A71B-EDC0-B751-581EC62733B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98411" y="1475695"/>
                  <a:ext cx="170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D9B8DF-1D60-E0CB-89D4-08DBBCFAAB0C}"/>
                    </a:ext>
                  </a:extLst>
                </p14:cNvPr>
                <p14:cNvContentPartPr/>
                <p14:nvPr/>
              </p14:nvContentPartPr>
              <p14:xfrm>
                <a:off x="5967611" y="1479655"/>
                <a:ext cx="296640" cy="211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D9B8DF-1D60-E0CB-89D4-08DBBCFAAB0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58971" y="1470655"/>
                  <a:ext cx="314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21ECA7A-D2B9-DF41-9182-86FA71E8D24C}"/>
                    </a:ext>
                  </a:extLst>
                </p14:cNvPr>
                <p14:cNvContentPartPr/>
                <p14:nvPr/>
              </p14:nvContentPartPr>
              <p14:xfrm>
                <a:off x="6258851" y="1273735"/>
                <a:ext cx="172440" cy="386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21ECA7A-D2B9-DF41-9182-86FA71E8D2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49851" y="1264735"/>
                  <a:ext cx="19008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2E0215-1DC3-E13F-6F1D-06125A36AC67}"/>
                    </a:ext>
                  </a:extLst>
                </p14:cNvPr>
                <p14:cNvContentPartPr/>
                <p14:nvPr/>
              </p14:nvContentPartPr>
              <p14:xfrm>
                <a:off x="6536411" y="1446895"/>
                <a:ext cx="164880" cy="19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2E0215-1DC3-E13F-6F1D-06125A36AC6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27771" y="1438255"/>
                  <a:ext cx="182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3EBEBE-8998-E242-731B-6DEE7DF2E552}"/>
                    </a:ext>
                  </a:extLst>
                </p14:cNvPr>
                <p14:cNvContentPartPr/>
                <p14:nvPr/>
              </p14:nvContentPartPr>
              <p14:xfrm>
                <a:off x="6622451" y="1505215"/>
                <a:ext cx="110160" cy="7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3EBEBE-8998-E242-731B-6DEE7DF2E5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13451" y="1496575"/>
                  <a:ext cx="127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748086-326B-937D-DE8C-8ED8266C499F}"/>
                    </a:ext>
                  </a:extLst>
                </p14:cNvPr>
                <p14:cNvContentPartPr/>
                <p14:nvPr/>
              </p14:nvContentPartPr>
              <p14:xfrm>
                <a:off x="6844571" y="1347175"/>
                <a:ext cx="287280" cy="255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748086-326B-937D-DE8C-8ED8266C499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35931" y="1338535"/>
                  <a:ext cx="304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F2795C-FB23-321A-8AD1-8BB41148E76F}"/>
                    </a:ext>
                  </a:extLst>
                </p14:cNvPr>
                <p14:cNvContentPartPr/>
                <p14:nvPr/>
              </p14:nvContentPartPr>
              <p14:xfrm>
                <a:off x="7032131" y="1240975"/>
                <a:ext cx="71280" cy="35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F2795C-FB23-321A-8AD1-8BB41148E76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23491" y="1231975"/>
                  <a:ext cx="88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28FFEC9-EE8C-7329-0C9C-8A4E7A4D5C31}"/>
                    </a:ext>
                  </a:extLst>
                </p14:cNvPr>
                <p14:cNvContentPartPr/>
                <p14:nvPr/>
              </p14:nvContentPartPr>
              <p14:xfrm>
                <a:off x="7283051" y="1461655"/>
                <a:ext cx="99720" cy="30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28FFEC9-EE8C-7329-0C9C-8A4E7A4D5C3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74411" y="1452655"/>
                  <a:ext cx="1173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CC1233A-4D95-C198-49E3-6CD32EB0A973}"/>
                    </a:ext>
                  </a:extLst>
                </p14:cNvPr>
                <p14:cNvContentPartPr/>
                <p14:nvPr/>
              </p14:nvContentPartPr>
              <p14:xfrm>
                <a:off x="7392131" y="1329535"/>
                <a:ext cx="352440" cy="231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CC1233A-4D95-C198-49E3-6CD32EB0A9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83491" y="1320895"/>
                  <a:ext cx="370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0A546DE-73E0-09D2-069C-84DA2E4B21E0}"/>
                    </a:ext>
                  </a:extLst>
                </p14:cNvPr>
                <p14:cNvContentPartPr/>
                <p14:nvPr/>
              </p14:nvContentPartPr>
              <p14:xfrm>
                <a:off x="7629371" y="1171495"/>
                <a:ext cx="158760" cy="157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0A546DE-73E0-09D2-069C-84DA2E4B21E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20731" y="1162495"/>
                  <a:ext cx="176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C84844-0CAE-3617-5D37-51F66DE343FF}"/>
                    </a:ext>
                  </a:extLst>
                </p14:cNvPr>
                <p14:cNvContentPartPr/>
                <p14:nvPr/>
              </p14:nvContentPartPr>
              <p14:xfrm>
                <a:off x="5090291" y="1335655"/>
                <a:ext cx="319680" cy="592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C84844-0CAE-3617-5D37-51F66DE343F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81651" y="1326655"/>
                  <a:ext cx="337320" cy="6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C832DB5-C19F-C830-7EA6-BF8D110B1174}"/>
                    </a:ext>
                  </a:extLst>
                </p14:cNvPr>
                <p14:cNvContentPartPr/>
                <p14:nvPr/>
              </p14:nvContentPartPr>
              <p14:xfrm>
                <a:off x="5309531" y="1890415"/>
                <a:ext cx="94680" cy="135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C832DB5-C19F-C830-7EA6-BF8D110B11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00891" y="1881775"/>
                  <a:ext cx="112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A3640DD-89BB-1F46-EAB9-1CB674B1125D}"/>
                    </a:ext>
                  </a:extLst>
                </p14:cNvPr>
                <p14:cNvContentPartPr/>
                <p14:nvPr/>
              </p14:nvContentPartPr>
              <p14:xfrm>
                <a:off x="5469731" y="1930735"/>
                <a:ext cx="104400" cy="75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A3640DD-89BB-1F46-EAB9-1CB674B112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60731" y="1922095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3317BDC-73B4-C87A-CF01-CE3A34072CD8}"/>
                    </a:ext>
                  </a:extLst>
                </p14:cNvPr>
                <p14:cNvContentPartPr/>
                <p14:nvPr/>
              </p14:nvContentPartPr>
              <p14:xfrm>
                <a:off x="5816051" y="1402615"/>
                <a:ext cx="332280" cy="542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3317BDC-73B4-C87A-CF01-CE3A34072CD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07051" y="1393975"/>
                  <a:ext cx="34992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16E8AA0-D253-4A95-F306-B4C2061AEB06}"/>
                    </a:ext>
                  </a:extLst>
                </p14:cNvPr>
                <p14:cNvContentPartPr/>
                <p14:nvPr/>
              </p14:nvContentPartPr>
              <p14:xfrm>
                <a:off x="5987411" y="1867735"/>
                <a:ext cx="45720" cy="122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16E8AA0-D253-4A95-F306-B4C2061AEB0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78411" y="1859095"/>
                  <a:ext cx="633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5048CB8-B59B-A829-4ED1-55C7A548F067}"/>
                    </a:ext>
                  </a:extLst>
                </p14:cNvPr>
                <p14:cNvContentPartPr/>
                <p14:nvPr/>
              </p14:nvContentPartPr>
              <p14:xfrm>
                <a:off x="6106571" y="1897615"/>
                <a:ext cx="100800" cy="84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5048CB8-B59B-A829-4ED1-55C7A548F0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97571" y="1888615"/>
                  <a:ext cx="118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460AB84-358C-E90B-F94B-488C0171239D}"/>
                    </a:ext>
                  </a:extLst>
                </p14:cNvPr>
                <p14:cNvContentPartPr/>
                <p14:nvPr/>
              </p14:nvContentPartPr>
              <p14:xfrm>
                <a:off x="6729731" y="1244935"/>
                <a:ext cx="406440" cy="669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60AB84-358C-E90B-F94B-488C0171239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21091" y="1236295"/>
                  <a:ext cx="42408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AD3E9FE-6763-0409-C1C3-742088C626BF}"/>
                    </a:ext>
                  </a:extLst>
                </p14:cNvPr>
                <p14:cNvContentPartPr/>
                <p14:nvPr/>
              </p14:nvContentPartPr>
              <p14:xfrm>
                <a:off x="6928091" y="1831015"/>
                <a:ext cx="59400" cy="121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AD3E9FE-6763-0409-C1C3-742088C626B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19451" y="1822375"/>
                  <a:ext cx="77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0B6492-D191-4EA2-492E-CA359A345729}"/>
                    </a:ext>
                  </a:extLst>
                </p14:cNvPr>
                <p14:cNvContentPartPr/>
                <p14:nvPr/>
              </p14:nvContentPartPr>
              <p14:xfrm>
                <a:off x="7056251" y="1871335"/>
                <a:ext cx="87480" cy="59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0B6492-D191-4EA2-492E-CA359A34572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47611" y="1862695"/>
                  <a:ext cx="10512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B1857BE-75D1-4E8F-54F4-C2686CCF37CF}"/>
              </a:ext>
            </a:extLst>
          </p:cNvPr>
          <p:cNvGrpSpPr/>
          <p:nvPr/>
        </p:nvGrpSpPr>
        <p:grpSpPr>
          <a:xfrm>
            <a:off x="3731291" y="2194615"/>
            <a:ext cx="4582800" cy="2111400"/>
            <a:chOff x="3731291" y="2194615"/>
            <a:chExt cx="4582800" cy="21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9393F65-0B41-3969-E0A4-006EB211F1BB}"/>
                    </a:ext>
                  </a:extLst>
                </p14:cNvPr>
                <p14:cNvContentPartPr/>
                <p14:nvPr/>
              </p14:nvContentPartPr>
              <p14:xfrm>
                <a:off x="3731291" y="2582695"/>
                <a:ext cx="335520" cy="147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9393F65-0B41-3969-E0A4-006EB211F1B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22291" y="2573695"/>
                  <a:ext cx="353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1D02F7B-347C-C4D4-16EF-7F1E431878DC}"/>
                    </a:ext>
                  </a:extLst>
                </p14:cNvPr>
                <p14:cNvContentPartPr/>
                <p14:nvPr/>
              </p14:nvContentPartPr>
              <p14:xfrm>
                <a:off x="3973571" y="2464975"/>
                <a:ext cx="83160" cy="64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1D02F7B-347C-C4D4-16EF-7F1E431878D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64931" y="2455975"/>
                  <a:ext cx="100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22E01A6-5D6B-3B09-0052-2A90E45FCB05}"/>
                    </a:ext>
                  </a:extLst>
                </p14:cNvPr>
                <p14:cNvContentPartPr/>
                <p14:nvPr/>
              </p14:nvContentPartPr>
              <p14:xfrm>
                <a:off x="4190651" y="2429335"/>
                <a:ext cx="157320" cy="344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22E01A6-5D6B-3B09-0052-2A90E45FCB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82011" y="2420695"/>
                  <a:ext cx="1749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D51483D-0E0A-443E-C0C2-54524EE63DDC}"/>
                    </a:ext>
                  </a:extLst>
                </p14:cNvPr>
                <p14:cNvContentPartPr/>
                <p14:nvPr/>
              </p14:nvContentPartPr>
              <p14:xfrm>
                <a:off x="4399451" y="2486575"/>
                <a:ext cx="132480" cy="214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D51483D-0E0A-443E-C0C2-54524EE63DD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90811" y="2477935"/>
                  <a:ext cx="150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2B3423B-A1DD-9D1A-7C07-34F8D4505349}"/>
                    </a:ext>
                  </a:extLst>
                </p14:cNvPr>
                <p14:cNvContentPartPr/>
                <p14:nvPr/>
              </p14:nvContentPartPr>
              <p14:xfrm>
                <a:off x="4552091" y="2607175"/>
                <a:ext cx="314280" cy="157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2B3423B-A1DD-9D1A-7C07-34F8D450534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43451" y="2598535"/>
                  <a:ext cx="3319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D34B8FC-A50C-7805-4E6D-2DB7184B2EB1}"/>
                    </a:ext>
                  </a:extLst>
                </p14:cNvPr>
                <p14:cNvContentPartPr/>
                <p14:nvPr/>
              </p14:nvContentPartPr>
              <p14:xfrm>
                <a:off x="4945571" y="2413495"/>
                <a:ext cx="242640" cy="326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D34B8FC-A50C-7805-4E6D-2DB7184B2EB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36571" y="2404855"/>
                  <a:ext cx="2602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D6A5B28-DCC1-378F-CEEA-EADB14F4C5A0}"/>
                    </a:ext>
                  </a:extLst>
                </p14:cNvPr>
                <p14:cNvContentPartPr/>
                <p14:nvPr/>
              </p14:nvContentPartPr>
              <p14:xfrm>
                <a:off x="5173811" y="2300815"/>
                <a:ext cx="224280" cy="498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D6A5B28-DCC1-378F-CEEA-EADB14F4C5A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64811" y="2292175"/>
                  <a:ext cx="24192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0359A7-A815-97E8-6665-75CC5985D779}"/>
                    </a:ext>
                  </a:extLst>
                </p14:cNvPr>
                <p14:cNvContentPartPr/>
                <p14:nvPr/>
              </p14:nvContentPartPr>
              <p14:xfrm>
                <a:off x="5606891" y="2500975"/>
                <a:ext cx="128160" cy="15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0359A7-A815-97E8-6665-75CC5985D77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97891" y="2492335"/>
                  <a:ext cx="145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4365C3D-A23F-DF58-4F02-1662D4D7C555}"/>
                    </a:ext>
                  </a:extLst>
                </p14:cNvPr>
                <p14:cNvContentPartPr/>
                <p14:nvPr/>
              </p14:nvContentPartPr>
              <p14:xfrm>
                <a:off x="5592131" y="2554255"/>
                <a:ext cx="488880" cy="20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4365C3D-A23F-DF58-4F02-1662D4D7C55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83491" y="2545255"/>
                  <a:ext cx="5065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A6B85D9-074B-EFF4-C1E0-8CF216E950A5}"/>
                    </a:ext>
                  </a:extLst>
                </p14:cNvPr>
                <p14:cNvContentPartPr/>
                <p14:nvPr/>
              </p14:nvContentPartPr>
              <p14:xfrm>
                <a:off x="6239051" y="2386855"/>
                <a:ext cx="255960" cy="240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A6B85D9-074B-EFF4-C1E0-8CF216E950A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30051" y="2377855"/>
                  <a:ext cx="2736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29F8C37-3816-0789-A0E3-EA46F6326CA4}"/>
                    </a:ext>
                  </a:extLst>
                </p14:cNvPr>
                <p14:cNvContentPartPr/>
                <p14:nvPr/>
              </p14:nvContentPartPr>
              <p14:xfrm>
                <a:off x="6177491" y="2349415"/>
                <a:ext cx="389160" cy="29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29F8C37-3816-0789-A0E3-EA46F6326C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68851" y="2340415"/>
                  <a:ext cx="406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94FE380-4398-8467-979D-1F63741DC73C}"/>
                    </a:ext>
                  </a:extLst>
                </p14:cNvPr>
                <p14:cNvContentPartPr/>
                <p14:nvPr/>
              </p14:nvContentPartPr>
              <p14:xfrm>
                <a:off x="6389891" y="2251855"/>
                <a:ext cx="90720" cy="61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94FE380-4398-8467-979D-1F63741DC73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80891" y="2242855"/>
                  <a:ext cx="108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A1E7779-BCAC-F30A-5517-3A208A88CEDD}"/>
                    </a:ext>
                  </a:extLst>
                </p14:cNvPr>
                <p14:cNvContentPartPr/>
                <p14:nvPr/>
              </p14:nvContentPartPr>
              <p14:xfrm>
                <a:off x="6754211" y="2468215"/>
                <a:ext cx="132120" cy="20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A1E7779-BCAC-F30A-5517-3A208A88CED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45571" y="2459215"/>
                  <a:ext cx="149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EFB046-1BD8-E26F-3B8D-F64A9A732523}"/>
                    </a:ext>
                  </a:extLst>
                </p14:cNvPr>
                <p14:cNvContentPartPr/>
                <p14:nvPr/>
              </p14:nvContentPartPr>
              <p14:xfrm>
                <a:off x="6794531" y="2524015"/>
                <a:ext cx="103680" cy="13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EFB046-1BD8-E26F-3B8D-F64A9A73252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85891" y="2515015"/>
                  <a:ext cx="121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01FEA1C-BFC3-68E4-B4A3-B606E1374E94}"/>
                    </a:ext>
                  </a:extLst>
                </p14:cNvPr>
                <p14:cNvContentPartPr/>
                <p14:nvPr/>
              </p14:nvContentPartPr>
              <p14:xfrm>
                <a:off x="7100531" y="2387215"/>
                <a:ext cx="308520" cy="240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01FEA1C-BFC3-68E4-B4A3-B606E1374E9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91531" y="2378575"/>
                  <a:ext cx="326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BA0FFE-5B2D-B7AD-D4F5-71B938192422}"/>
                    </a:ext>
                  </a:extLst>
                </p14:cNvPr>
                <p14:cNvContentPartPr/>
                <p14:nvPr/>
              </p14:nvContentPartPr>
              <p14:xfrm>
                <a:off x="7001171" y="2329975"/>
                <a:ext cx="448200" cy="24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BA0FFE-5B2D-B7AD-D4F5-71B93819242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992171" y="2321335"/>
                  <a:ext cx="465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F7A0910-1B87-CE34-B157-64D856E40EFA}"/>
                    </a:ext>
                  </a:extLst>
                </p14:cNvPr>
                <p14:cNvContentPartPr/>
                <p14:nvPr/>
              </p14:nvContentPartPr>
              <p14:xfrm>
                <a:off x="7266491" y="2194615"/>
                <a:ext cx="104760" cy="42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F7A0910-1B87-CE34-B157-64D856E40EF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257491" y="2185975"/>
                  <a:ext cx="122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DEF1F64-CEC9-777E-260E-75C11923310D}"/>
                    </a:ext>
                  </a:extLst>
                </p14:cNvPr>
                <p14:cNvContentPartPr/>
                <p14:nvPr/>
              </p14:nvContentPartPr>
              <p14:xfrm>
                <a:off x="7441811" y="2534455"/>
                <a:ext cx="340200" cy="137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DEF1F64-CEC9-777E-260E-75C11923310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33171" y="2525455"/>
                  <a:ext cx="357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8059450-31C5-2BEF-9833-4DA786DDF37D}"/>
                    </a:ext>
                  </a:extLst>
                </p14:cNvPr>
                <p14:cNvContentPartPr/>
                <p14:nvPr/>
              </p14:nvContentPartPr>
              <p14:xfrm>
                <a:off x="7699931" y="2606455"/>
                <a:ext cx="184320" cy="127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8059450-31C5-2BEF-9833-4DA786DDF37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90931" y="2597815"/>
                  <a:ext cx="201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5BA37FE-D39B-376B-5B5F-C2922870696E}"/>
                    </a:ext>
                  </a:extLst>
                </p14:cNvPr>
                <p14:cNvContentPartPr/>
                <p14:nvPr/>
              </p14:nvContentPartPr>
              <p14:xfrm>
                <a:off x="7944371" y="2539495"/>
                <a:ext cx="83160" cy="152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5BA37FE-D39B-376B-5B5F-C2922870696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35371" y="2530495"/>
                  <a:ext cx="100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341D712-A268-5490-9604-19D82F37A242}"/>
                    </a:ext>
                  </a:extLst>
                </p14:cNvPr>
                <p14:cNvContentPartPr/>
                <p14:nvPr/>
              </p14:nvContentPartPr>
              <p14:xfrm>
                <a:off x="7974611" y="2538415"/>
                <a:ext cx="214560" cy="161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341D712-A268-5490-9604-19D82F37A2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65971" y="2529775"/>
                  <a:ext cx="232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87E7FD4-11A3-6192-9221-2070154D9D64}"/>
                    </a:ext>
                  </a:extLst>
                </p14:cNvPr>
                <p14:cNvContentPartPr/>
                <p14:nvPr/>
              </p14:nvContentPartPr>
              <p14:xfrm>
                <a:off x="8097731" y="2541295"/>
                <a:ext cx="216360" cy="8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87E7FD4-11A3-6192-9221-2070154D9D6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89091" y="2532655"/>
                  <a:ext cx="234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3D3FBAF-0DBE-1737-7407-F1F20CD845F4}"/>
                    </a:ext>
                  </a:extLst>
                </p14:cNvPr>
                <p14:cNvContentPartPr/>
                <p14:nvPr/>
              </p14:nvContentPartPr>
              <p14:xfrm>
                <a:off x="4464611" y="3386935"/>
                <a:ext cx="299160" cy="147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3D3FBAF-0DBE-1737-7407-F1F20CD845F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455611" y="3377935"/>
                  <a:ext cx="3168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6EFCC3C-C286-9130-AEF0-EDE641BF28E1}"/>
                    </a:ext>
                  </a:extLst>
                </p14:cNvPr>
                <p14:cNvContentPartPr/>
                <p14:nvPr/>
              </p14:nvContentPartPr>
              <p14:xfrm>
                <a:off x="4673411" y="3272815"/>
                <a:ext cx="74160" cy="59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6EFCC3C-C286-9130-AEF0-EDE641BF28E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664411" y="3263815"/>
                  <a:ext cx="918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BEA6E39-E89A-7C04-D10D-36D3FC91C419}"/>
                    </a:ext>
                  </a:extLst>
                </p14:cNvPr>
                <p14:cNvContentPartPr/>
                <p14:nvPr/>
              </p14:nvContentPartPr>
              <p14:xfrm>
                <a:off x="5030171" y="3375055"/>
                <a:ext cx="100080" cy="22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BEA6E39-E89A-7C04-D10D-36D3FC91C41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21171" y="3366415"/>
                  <a:ext cx="117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884DA4D-B3B3-793E-116B-ADF7F0A5FE6B}"/>
                    </a:ext>
                  </a:extLst>
                </p14:cNvPr>
                <p14:cNvContentPartPr/>
                <p14:nvPr/>
              </p14:nvContentPartPr>
              <p14:xfrm>
                <a:off x="5039531" y="3456415"/>
                <a:ext cx="144000" cy="19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884DA4D-B3B3-793E-116B-ADF7F0A5FE6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030531" y="3447775"/>
                  <a:ext cx="161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979AABB-CF0F-8F7F-5C85-0083861EB585}"/>
                    </a:ext>
                  </a:extLst>
                </p14:cNvPr>
                <p14:cNvContentPartPr/>
                <p14:nvPr/>
              </p14:nvContentPartPr>
              <p14:xfrm>
                <a:off x="5721011" y="3218095"/>
                <a:ext cx="254880" cy="224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979AABB-CF0F-8F7F-5C85-0083861EB58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12371" y="3209095"/>
                  <a:ext cx="272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F702FB6-9806-5155-E1FF-D5ECBD610C04}"/>
                    </a:ext>
                  </a:extLst>
                </p14:cNvPr>
                <p14:cNvContentPartPr/>
                <p14:nvPr/>
              </p14:nvContentPartPr>
              <p14:xfrm>
                <a:off x="5619491" y="3164095"/>
                <a:ext cx="430560" cy="12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F702FB6-9806-5155-E1FF-D5ECBD610C0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10851" y="3155455"/>
                  <a:ext cx="448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9613D5F-10BA-AF45-7EE8-528E7350A059}"/>
                    </a:ext>
                  </a:extLst>
                </p14:cNvPr>
                <p14:cNvContentPartPr/>
                <p14:nvPr/>
              </p14:nvContentPartPr>
              <p14:xfrm>
                <a:off x="5902091" y="3038455"/>
                <a:ext cx="73440" cy="48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9613D5F-10BA-AF45-7EE8-528E7350A05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93091" y="3029815"/>
                  <a:ext cx="91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5BAEB5A-499B-F4B3-3826-143216A2F64A}"/>
                    </a:ext>
                  </a:extLst>
                </p14:cNvPr>
                <p14:cNvContentPartPr/>
                <p14:nvPr/>
              </p14:nvContentPartPr>
              <p14:xfrm>
                <a:off x="6089291" y="3352735"/>
                <a:ext cx="315360" cy="101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5BAEB5A-499B-F4B3-3826-143216A2F6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080651" y="3343735"/>
                  <a:ext cx="3330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FD3BEF8-AEEB-87BA-7FAB-BEFD0A0FB11E}"/>
                    </a:ext>
                  </a:extLst>
                </p14:cNvPr>
                <p14:cNvContentPartPr/>
                <p14:nvPr/>
              </p14:nvContentPartPr>
              <p14:xfrm>
                <a:off x="6400691" y="3325735"/>
                <a:ext cx="115200" cy="125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FD3BEF8-AEEB-87BA-7FAB-BEFD0A0FB11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391691" y="3317095"/>
                  <a:ext cx="132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AFDD7C-B55E-0B3D-7BB0-60B78E6006EB}"/>
                    </a:ext>
                  </a:extLst>
                </p14:cNvPr>
                <p14:cNvContentPartPr/>
                <p14:nvPr/>
              </p14:nvContentPartPr>
              <p14:xfrm>
                <a:off x="6373691" y="3370735"/>
                <a:ext cx="209880" cy="86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AFDD7C-B55E-0B3D-7BB0-60B78E6006E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65051" y="3361735"/>
                  <a:ext cx="22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6E4BC0B-97B4-C805-9B59-590DFE398B23}"/>
                    </a:ext>
                  </a:extLst>
                </p14:cNvPr>
                <p14:cNvContentPartPr/>
                <p14:nvPr/>
              </p14:nvContentPartPr>
              <p14:xfrm>
                <a:off x="6646211" y="3267775"/>
                <a:ext cx="120600" cy="177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6E4BC0B-97B4-C805-9B59-590DFE398B2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37571" y="3258775"/>
                  <a:ext cx="138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EE92487-BA7E-7B57-61AD-3454537EBF33}"/>
                    </a:ext>
                  </a:extLst>
                </p14:cNvPr>
                <p14:cNvContentPartPr/>
                <p14:nvPr/>
              </p14:nvContentPartPr>
              <p14:xfrm>
                <a:off x="6698771" y="3316375"/>
                <a:ext cx="188640" cy="150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EE92487-BA7E-7B57-61AD-3454537EBF3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89771" y="3307735"/>
                  <a:ext cx="206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35DE727-4116-E372-1577-C1612A3267E1}"/>
                    </a:ext>
                  </a:extLst>
                </p14:cNvPr>
                <p14:cNvContentPartPr/>
                <p14:nvPr/>
              </p14:nvContentPartPr>
              <p14:xfrm>
                <a:off x="6779771" y="3279655"/>
                <a:ext cx="229320" cy="42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35DE727-4116-E372-1577-C1612A3267E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771131" y="3271015"/>
                  <a:ext cx="246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F243483-74D9-D583-C8F7-9FD2AB222712}"/>
                    </a:ext>
                  </a:extLst>
                </p14:cNvPr>
                <p14:cNvContentPartPr/>
                <p14:nvPr/>
              </p14:nvContentPartPr>
              <p14:xfrm>
                <a:off x="5676371" y="3573775"/>
                <a:ext cx="1206360" cy="40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F243483-74D9-D583-C8F7-9FD2AB22271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67371" y="3565135"/>
                  <a:ext cx="1224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C2B3B38-6AFF-279A-F2F3-652D466C37D2}"/>
                    </a:ext>
                  </a:extLst>
                </p14:cNvPr>
                <p14:cNvContentPartPr/>
                <p14:nvPr/>
              </p14:nvContentPartPr>
              <p14:xfrm>
                <a:off x="5848811" y="3775735"/>
                <a:ext cx="200880" cy="275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C2B3B38-6AFF-279A-F2F3-652D466C37D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39811" y="3767095"/>
                  <a:ext cx="218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D604E5C-DAC4-60EA-393D-98F48ECBAA5D}"/>
                    </a:ext>
                  </a:extLst>
                </p14:cNvPr>
                <p14:cNvContentPartPr/>
                <p14:nvPr/>
              </p14:nvContentPartPr>
              <p14:xfrm>
                <a:off x="6121691" y="4003615"/>
                <a:ext cx="150480" cy="94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D604E5C-DAC4-60EA-393D-98F48ECBAA5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12691" y="3994615"/>
                  <a:ext cx="168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7EF41B9-5993-81BE-1A0D-E2B33462B17D}"/>
                    </a:ext>
                  </a:extLst>
                </p14:cNvPr>
                <p14:cNvContentPartPr/>
                <p14:nvPr/>
              </p14:nvContentPartPr>
              <p14:xfrm>
                <a:off x="6370091" y="3925135"/>
                <a:ext cx="102960" cy="11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7EF41B9-5993-81BE-1A0D-E2B33462B17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61451" y="3916495"/>
                  <a:ext cx="120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5F70C32-8DDA-5E2F-873F-690F339CC435}"/>
                    </a:ext>
                  </a:extLst>
                </p14:cNvPr>
                <p14:cNvContentPartPr/>
                <p14:nvPr/>
              </p14:nvContentPartPr>
              <p14:xfrm>
                <a:off x="6527051" y="3762415"/>
                <a:ext cx="288360" cy="333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5F70C32-8DDA-5E2F-873F-690F339CC43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18411" y="3753415"/>
                  <a:ext cx="3060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812C35F-D508-9D53-9951-0147280E40C7}"/>
                    </a:ext>
                  </a:extLst>
                </p14:cNvPr>
                <p14:cNvContentPartPr/>
                <p14:nvPr/>
              </p14:nvContentPartPr>
              <p14:xfrm>
                <a:off x="4153211" y="2854135"/>
                <a:ext cx="125280" cy="1105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812C35F-D508-9D53-9951-0147280E40C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44211" y="2845495"/>
                  <a:ext cx="142920" cy="11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087F675-DA9D-5E81-F26D-B2FDB26F22EB}"/>
                    </a:ext>
                  </a:extLst>
                </p14:cNvPr>
                <p14:cNvContentPartPr/>
                <p14:nvPr/>
              </p14:nvContentPartPr>
              <p14:xfrm>
                <a:off x="4080491" y="2776015"/>
                <a:ext cx="3405240" cy="1530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087F675-DA9D-5E81-F26D-B2FDB26F22E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71851" y="2767015"/>
                  <a:ext cx="3422880" cy="154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25CE34C-B014-B84C-D27A-DF67B4EAE33C}"/>
              </a:ext>
            </a:extLst>
          </p:cNvPr>
          <p:cNvGrpSpPr/>
          <p:nvPr/>
        </p:nvGrpSpPr>
        <p:grpSpPr>
          <a:xfrm>
            <a:off x="378251" y="4867615"/>
            <a:ext cx="575280" cy="100080"/>
            <a:chOff x="378251" y="4867615"/>
            <a:chExt cx="57528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1152576-EC80-9692-D1FE-2568E5D533AE}"/>
                    </a:ext>
                  </a:extLst>
                </p14:cNvPr>
                <p14:cNvContentPartPr/>
                <p14:nvPr/>
              </p14:nvContentPartPr>
              <p14:xfrm>
                <a:off x="378251" y="4887055"/>
                <a:ext cx="494640" cy="60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1152576-EC80-9692-D1FE-2568E5D533A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69611" y="4878055"/>
                  <a:ext cx="512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E3C8825-7D68-E606-920C-D5D41BDFB557}"/>
                    </a:ext>
                  </a:extLst>
                </p14:cNvPr>
                <p14:cNvContentPartPr/>
                <p14:nvPr/>
              </p14:nvContentPartPr>
              <p14:xfrm>
                <a:off x="814211" y="4867615"/>
                <a:ext cx="139320" cy="100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E3C8825-7D68-E606-920C-D5D41BDFB55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05571" y="4858615"/>
                  <a:ext cx="15696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3C38EA2-0E41-B7B1-CDCF-9383BD5293D6}"/>
              </a:ext>
            </a:extLst>
          </p:cNvPr>
          <p:cNvGrpSpPr/>
          <p:nvPr/>
        </p:nvGrpSpPr>
        <p:grpSpPr>
          <a:xfrm>
            <a:off x="1154411" y="4668895"/>
            <a:ext cx="1050480" cy="341640"/>
            <a:chOff x="1154411" y="4668895"/>
            <a:chExt cx="105048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3A08C4C-40B9-5D4C-9489-02FCDAD0FDDD}"/>
                    </a:ext>
                  </a:extLst>
                </p14:cNvPr>
                <p14:cNvContentPartPr/>
                <p14:nvPr/>
              </p14:nvContentPartPr>
              <p14:xfrm>
                <a:off x="1154411" y="4763575"/>
                <a:ext cx="210600" cy="195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3A08C4C-40B9-5D4C-9489-02FCDAD0FDD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45771" y="4754935"/>
                  <a:ext cx="228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941E3D8-E8DE-2D6D-59C0-3847ABF4BB93}"/>
                    </a:ext>
                  </a:extLst>
                </p14:cNvPr>
                <p14:cNvContentPartPr/>
                <p14:nvPr/>
              </p14:nvContentPartPr>
              <p14:xfrm>
                <a:off x="1417931" y="4720015"/>
                <a:ext cx="15120" cy="204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941E3D8-E8DE-2D6D-59C0-3847ABF4BB9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408931" y="4711015"/>
                  <a:ext cx="327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2F4ED0B-6D09-879F-CFDE-21B4922F3882}"/>
                    </a:ext>
                  </a:extLst>
                </p14:cNvPr>
                <p14:cNvContentPartPr/>
                <p14:nvPr/>
              </p14:nvContentPartPr>
              <p14:xfrm>
                <a:off x="1380491" y="4833415"/>
                <a:ext cx="320760" cy="86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2F4ED0B-6D09-879F-CFDE-21B4922F388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371491" y="4824775"/>
                  <a:ext cx="338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EB5884C-60B5-3435-A16C-38143E23E0EC}"/>
                    </a:ext>
                  </a:extLst>
                </p14:cNvPr>
                <p14:cNvContentPartPr/>
                <p14:nvPr/>
              </p14:nvContentPartPr>
              <p14:xfrm>
                <a:off x="1704491" y="4730095"/>
                <a:ext cx="272520" cy="181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EB5884C-60B5-3435-A16C-38143E23E0E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695491" y="4721455"/>
                  <a:ext cx="290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3C0CB6F-1CAB-3586-3930-F24211634C80}"/>
                    </a:ext>
                  </a:extLst>
                </p14:cNvPr>
                <p14:cNvContentPartPr/>
                <p14:nvPr/>
              </p14:nvContentPartPr>
              <p14:xfrm>
                <a:off x="2172131" y="4668895"/>
                <a:ext cx="32760" cy="341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3C0CB6F-1CAB-3586-3930-F24211634C8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63131" y="4659895"/>
                  <a:ext cx="50400" cy="35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7A9B298-46DA-8607-9CAA-DA5EFAA1C1A6}"/>
                  </a:ext>
                </a:extLst>
              </p14:cNvPr>
              <p14:cNvContentPartPr/>
              <p14:nvPr/>
            </p14:nvContentPartPr>
            <p14:xfrm>
              <a:off x="1254491" y="5144455"/>
              <a:ext cx="917640" cy="331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7A9B298-46DA-8607-9CAA-DA5EFAA1C1A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245851" y="5135815"/>
                <a:ext cx="9352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B8C7A8D-1AE6-C66D-AD9D-7BD752F21DA7}"/>
                  </a:ext>
                </a:extLst>
              </p14:cNvPr>
              <p14:cNvContentPartPr/>
              <p14:nvPr/>
            </p14:nvContentPartPr>
            <p14:xfrm>
              <a:off x="2446811" y="4822255"/>
              <a:ext cx="11880" cy="1285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B8C7A8D-1AE6-C66D-AD9D-7BD752F21DA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438171" y="4813615"/>
                <a:ext cx="2952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4714559-8A18-67CA-2AA5-8E67820F8313}"/>
              </a:ext>
            </a:extLst>
          </p:cNvPr>
          <p:cNvGrpSpPr/>
          <p:nvPr/>
        </p:nvGrpSpPr>
        <p:grpSpPr>
          <a:xfrm>
            <a:off x="2749571" y="4672495"/>
            <a:ext cx="552600" cy="281160"/>
            <a:chOff x="2749571" y="4672495"/>
            <a:chExt cx="55260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3FD46CE-728D-4ACF-B26D-55D30EB87455}"/>
                    </a:ext>
                  </a:extLst>
                </p14:cNvPr>
                <p14:cNvContentPartPr/>
                <p14:nvPr/>
              </p14:nvContentPartPr>
              <p14:xfrm>
                <a:off x="2847851" y="4680415"/>
                <a:ext cx="15480" cy="243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3FD46CE-728D-4ACF-B26D-55D30EB8745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838851" y="4671775"/>
                  <a:ext cx="331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A6D4AB6-50D5-A52C-730C-3FC629ADD4BA}"/>
                    </a:ext>
                  </a:extLst>
                </p14:cNvPr>
                <p14:cNvContentPartPr/>
                <p14:nvPr/>
              </p14:nvContentPartPr>
              <p14:xfrm>
                <a:off x="2749571" y="4672495"/>
                <a:ext cx="260640" cy="281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A6D4AB6-50D5-A52C-730C-3FC629ADD4B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40931" y="4663855"/>
                  <a:ext cx="2782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A8FE9C7-969C-68DB-F23B-19D0E61A611E}"/>
                    </a:ext>
                  </a:extLst>
                </p14:cNvPr>
                <p14:cNvContentPartPr/>
                <p14:nvPr/>
              </p14:nvContentPartPr>
              <p14:xfrm>
                <a:off x="3126851" y="4759615"/>
                <a:ext cx="175320" cy="89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A8FE9C7-969C-68DB-F23B-19D0E61A611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17851" y="4750615"/>
                  <a:ext cx="1929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101DD46-F0B4-D1D0-F21F-45795FD7A4A6}"/>
              </a:ext>
            </a:extLst>
          </p:cNvPr>
          <p:cNvGrpSpPr/>
          <p:nvPr/>
        </p:nvGrpSpPr>
        <p:grpSpPr>
          <a:xfrm>
            <a:off x="3524291" y="4681855"/>
            <a:ext cx="1528200" cy="249480"/>
            <a:chOff x="3524291" y="4681855"/>
            <a:chExt cx="152820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2119428-C089-CCF5-58A4-828F256A320F}"/>
                    </a:ext>
                  </a:extLst>
                </p14:cNvPr>
                <p14:cNvContentPartPr/>
                <p14:nvPr/>
              </p14:nvContentPartPr>
              <p14:xfrm>
                <a:off x="3524291" y="4765735"/>
                <a:ext cx="169560" cy="128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2119428-C089-CCF5-58A4-828F256A320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15291" y="4756735"/>
                  <a:ext cx="187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077EED3-0CC1-FD75-F764-100F71B59C9A}"/>
                    </a:ext>
                  </a:extLst>
                </p14:cNvPr>
                <p14:cNvContentPartPr/>
                <p14:nvPr/>
              </p14:nvContentPartPr>
              <p14:xfrm>
                <a:off x="3722291" y="4845655"/>
                <a:ext cx="6120" cy="20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077EED3-0CC1-FD75-F764-100F71B59C9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13291" y="4836655"/>
                  <a:ext cx="23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A15B126-7551-DF1F-07C9-50715E7DE3EB}"/>
                    </a:ext>
                  </a:extLst>
                </p14:cNvPr>
                <p14:cNvContentPartPr/>
                <p14:nvPr/>
              </p14:nvContentPartPr>
              <p14:xfrm>
                <a:off x="3878171" y="4757815"/>
                <a:ext cx="174600" cy="137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A15B126-7551-DF1F-07C9-50715E7DE3E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869171" y="4749175"/>
                  <a:ext cx="1922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CC65926-1861-264D-66F7-785A46836F44}"/>
                    </a:ext>
                  </a:extLst>
                </p14:cNvPr>
                <p14:cNvContentPartPr/>
                <p14:nvPr/>
              </p14:nvContentPartPr>
              <p14:xfrm>
                <a:off x="4113251" y="4716775"/>
                <a:ext cx="148680" cy="187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CC65926-1861-264D-66F7-785A46836F4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04611" y="4707775"/>
                  <a:ext cx="166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D1EB600-A8A8-290E-4FCC-1744ACE7EDC0}"/>
                    </a:ext>
                  </a:extLst>
                </p14:cNvPr>
                <p14:cNvContentPartPr/>
                <p14:nvPr/>
              </p14:nvContentPartPr>
              <p14:xfrm>
                <a:off x="4439411" y="4690135"/>
                <a:ext cx="262440" cy="204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D1EB600-A8A8-290E-4FCC-1744ACE7EDC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30771" y="4681495"/>
                  <a:ext cx="280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17EC432-844D-8C78-BE13-AFEDBC2D70B5}"/>
                    </a:ext>
                  </a:extLst>
                </p14:cNvPr>
                <p14:cNvContentPartPr/>
                <p14:nvPr/>
              </p14:nvContentPartPr>
              <p14:xfrm>
                <a:off x="4751531" y="4694455"/>
                <a:ext cx="19080" cy="147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17EC432-844D-8C78-BE13-AFEDBC2D70B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742531" y="4685455"/>
                  <a:ext cx="367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FB0F50D-CC25-F2B9-DA6D-D8300EB9B45A}"/>
                    </a:ext>
                  </a:extLst>
                </p14:cNvPr>
                <p14:cNvContentPartPr/>
                <p14:nvPr/>
              </p14:nvContentPartPr>
              <p14:xfrm>
                <a:off x="4741091" y="4681855"/>
                <a:ext cx="155520" cy="95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FB0F50D-CC25-F2B9-DA6D-D8300EB9B45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732451" y="4672855"/>
                  <a:ext cx="173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0E7212E-8518-5DC5-CDBC-B442D67E9ABF}"/>
                    </a:ext>
                  </a:extLst>
                </p14:cNvPr>
                <p14:cNvContentPartPr/>
                <p14:nvPr/>
              </p14:nvContentPartPr>
              <p14:xfrm>
                <a:off x="4895531" y="4775095"/>
                <a:ext cx="156960" cy="156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0E7212E-8518-5DC5-CDBC-B442D67E9AB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886891" y="4766095"/>
                  <a:ext cx="17460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76DE1FD-A9D7-9EB3-58A9-5E9103D5E969}"/>
              </a:ext>
            </a:extLst>
          </p:cNvPr>
          <p:cNvGrpSpPr/>
          <p:nvPr/>
        </p:nvGrpSpPr>
        <p:grpSpPr>
          <a:xfrm>
            <a:off x="2787731" y="5279095"/>
            <a:ext cx="943920" cy="264240"/>
            <a:chOff x="2787731" y="5279095"/>
            <a:chExt cx="94392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AC2F347-68E6-9BB5-0FD4-8871FB4D2C3A}"/>
                    </a:ext>
                  </a:extLst>
                </p14:cNvPr>
                <p14:cNvContentPartPr/>
                <p14:nvPr/>
              </p14:nvContentPartPr>
              <p14:xfrm>
                <a:off x="2787731" y="5318335"/>
                <a:ext cx="213840" cy="142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AC2F347-68E6-9BB5-0FD4-8871FB4D2C3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778731" y="5309695"/>
                  <a:ext cx="231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2145AE3-1020-611A-409A-47B114C85DB9}"/>
                    </a:ext>
                  </a:extLst>
                </p14:cNvPr>
                <p14:cNvContentPartPr/>
                <p14:nvPr/>
              </p14:nvContentPartPr>
              <p14:xfrm>
                <a:off x="2797091" y="5302495"/>
                <a:ext cx="279360" cy="2408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2145AE3-1020-611A-409A-47B114C85DB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788451" y="5293855"/>
                  <a:ext cx="2970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405EF29-2561-5677-868C-4F0F87C71884}"/>
                    </a:ext>
                  </a:extLst>
                </p14:cNvPr>
                <p14:cNvContentPartPr/>
                <p14:nvPr/>
              </p14:nvContentPartPr>
              <p14:xfrm>
                <a:off x="3240611" y="5370175"/>
                <a:ext cx="221040" cy="70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405EF29-2561-5677-868C-4F0F87C7188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231611" y="5361535"/>
                  <a:ext cx="238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D7C7A6F-1980-EAD6-BDE5-70C1E70648A5}"/>
                    </a:ext>
                  </a:extLst>
                </p14:cNvPr>
                <p14:cNvContentPartPr/>
                <p14:nvPr/>
              </p14:nvContentPartPr>
              <p14:xfrm>
                <a:off x="3660731" y="5279095"/>
                <a:ext cx="70920" cy="252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D7C7A6F-1980-EAD6-BDE5-70C1E70648A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652091" y="5270455"/>
                  <a:ext cx="88560" cy="27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7C5E09A-DC60-FADC-A95E-E99B513D6413}"/>
                  </a:ext>
                </a:extLst>
              </p14:cNvPr>
              <p14:cNvContentPartPr/>
              <p14:nvPr/>
            </p14:nvContentPartPr>
            <p14:xfrm>
              <a:off x="5374331" y="5094415"/>
              <a:ext cx="397080" cy="288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7C5E09A-DC60-FADC-A95E-E99B513D6413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365691" y="5085415"/>
                <a:ext cx="4147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65C5C78-4EB8-0CDD-D442-E8094FEA8C4B}"/>
                  </a:ext>
                </a:extLst>
              </p14:cNvPr>
              <p14:cNvContentPartPr/>
              <p14:nvPr/>
            </p14:nvContentPartPr>
            <p14:xfrm>
              <a:off x="5742611" y="5071375"/>
              <a:ext cx="102960" cy="950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65C5C78-4EB8-0CDD-D442-E8094FEA8C4B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733971" y="5062375"/>
                <a:ext cx="12060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6214B53-E76D-C3DF-E45D-A583244C7D71}"/>
              </a:ext>
            </a:extLst>
          </p:cNvPr>
          <p:cNvGrpSpPr/>
          <p:nvPr/>
        </p:nvGrpSpPr>
        <p:grpSpPr>
          <a:xfrm>
            <a:off x="6069131" y="4744135"/>
            <a:ext cx="2683800" cy="369360"/>
            <a:chOff x="6069131" y="4744135"/>
            <a:chExt cx="268380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A7C6180-4CE8-C6AC-6E34-B3F2556CEC57}"/>
                    </a:ext>
                  </a:extLst>
                </p14:cNvPr>
                <p14:cNvContentPartPr/>
                <p14:nvPr/>
              </p14:nvContentPartPr>
              <p14:xfrm>
                <a:off x="6069131" y="4766815"/>
                <a:ext cx="221040" cy="215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A7C6180-4CE8-C6AC-6E34-B3F2556CEC5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060131" y="4758175"/>
                  <a:ext cx="2386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05D5F22-45AF-7DA4-FFC8-6B6809000101}"/>
                    </a:ext>
                  </a:extLst>
                </p14:cNvPr>
                <p14:cNvContentPartPr/>
                <p14:nvPr/>
              </p14:nvContentPartPr>
              <p14:xfrm>
                <a:off x="6338411" y="4830175"/>
                <a:ext cx="286200" cy="153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05D5F22-45AF-7DA4-FFC8-6B680900010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329411" y="4821175"/>
                  <a:ext cx="303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F6762CF-C66F-7CEA-C40B-C2B1362140B7}"/>
                    </a:ext>
                  </a:extLst>
                </p14:cNvPr>
                <p14:cNvContentPartPr/>
                <p14:nvPr/>
              </p14:nvContentPartPr>
              <p14:xfrm>
                <a:off x="6500411" y="4872295"/>
                <a:ext cx="145080" cy="13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F6762CF-C66F-7CEA-C40B-C2B1362140B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91411" y="4863655"/>
                  <a:ext cx="162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C5D2080-7C82-B0DC-EA4B-FDFB6045F795}"/>
                    </a:ext>
                  </a:extLst>
                </p14:cNvPr>
                <p14:cNvContentPartPr/>
                <p14:nvPr/>
              </p14:nvContentPartPr>
              <p14:xfrm>
                <a:off x="6777611" y="4744135"/>
                <a:ext cx="422640" cy="369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C5D2080-7C82-B0DC-EA4B-FDFB6045F7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768611" y="4735135"/>
                  <a:ext cx="4402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BDA0932-59E1-2C37-6709-4F1FD91CACF3}"/>
                    </a:ext>
                  </a:extLst>
                </p14:cNvPr>
                <p14:cNvContentPartPr/>
                <p14:nvPr/>
              </p14:nvContentPartPr>
              <p14:xfrm>
                <a:off x="7302131" y="4815775"/>
                <a:ext cx="157320" cy="10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BDA0932-59E1-2C37-6709-4F1FD91CACF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293131" y="4806775"/>
                  <a:ext cx="174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B040267-9A63-1498-6A19-672215FA861F}"/>
                    </a:ext>
                  </a:extLst>
                </p14:cNvPr>
                <p14:cNvContentPartPr/>
                <p14:nvPr/>
              </p14:nvContentPartPr>
              <p14:xfrm>
                <a:off x="7297091" y="4856815"/>
                <a:ext cx="152640" cy="298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B040267-9A63-1498-6A19-672215FA861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288091" y="4847815"/>
                  <a:ext cx="170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346DF0E-28F0-6A8E-63C3-A43C5EDBEF86}"/>
                    </a:ext>
                  </a:extLst>
                </p14:cNvPr>
                <p14:cNvContentPartPr/>
                <p14:nvPr/>
              </p14:nvContentPartPr>
              <p14:xfrm>
                <a:off x="7581491" y="4789135"/>
                <a:ext cx="168840" cy="214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346DF0E-28F0-6A8E-63C3-A43C5EDBEF8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572491" y="4780495"/>
                  <a:ext cx="1864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C3F4D01-849C-1EE7-D984-4C7ACA8F098E}"/>
                    </a:ext>
                  </a:extLst>
                </p14:cNvPr>
                <p14:cNvContentPartPr/>
                <p14:nvPr/>
              </p14:nvContentPartPr>
              <p14:xfrm>
                <a:off x="7805771" y="4815415"/>
                <a:ext cx="176400" cy="166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C3F4D01-849C-1EE7-D984-4C7ACA8F098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796771" y="4806775"/>
                  <a:ext cx="194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B561563-EB0A-80B1-2D90-08C85CEFFEB0}"/>
                    </a:ext>
                  </a:extLst>
                </p14:cNvPr>
                <p14:cNvContentPartPr/>
                <p14:nvPr/>
              </p14:nvContentPartPr>
              <p14:xfrm>
                <a:off x="8051291" y="4753495"/>
                <a:ext cx="144360" cy="226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B561563-EB0A-80B1-2D90-08C85CEFFEB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42291" y="4744495"/>
                  <a:ext cx="162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2F2AB4A-99DB-284B-11FC-ED2E52A49588}"/>
                    </a:ext>
                  </a:extLst>
                </p14:cNvPr>
                <p14:cNvContentPartPr/>
                <p14:nvPr/>
              </p14:nvContentPartPr>
              <p14:xfrm>
                <a:off x="8077931" y="4878775"/>
                <a:ext cx="299160" cy="1047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2F2AB4A-99DB-284B-11FC-ED2E52A4958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069291" y="4870135"/>
                  <a:ext cx="316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AD02BCC-0F12-DF98-C12B-C0B6E9D746A1}"/>
                    </a:ext>
                  </a:extLst>
                </p14:cNvPr>
                <p14:cNvContentPartPr/>
                <p14:nvPr/>
              </p14:nvContentPartPr>
              <p14:xfrm>
                <a:off x="8486891" y="4762135"/>
                <a:ext cx="114840" cy="90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AD02BCC-0F12-DF98-C12B-C0B6E9D746A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78251" y="4753495"/>
                  <a:ext cx="132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5C52576-6051-8A14-7EB2-FD5CBB13C1BA}"/>
                    </a:ext>
                  </a:extLst>
                </p14:cNvPr>
                <p14:cNvContentPartPr/>
                <p14:nvPr/>
              </p14:nvContentPartPr>
              <p14:xfrm>
                <a:off x="8499851" y="4878775"/>
                <a:ext cx="113760" cy="1227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5C52576-6051-8A14-7EB2-FD5CBB13C1B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490851" y="4870135"/>
                  <a:ext cx="131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47CF977-9764-4B67-6425-1035C496464C}"/>
                    </a:ext>
                  </a:extLst>
                </p14:cNvPr>
                <p14:cNvContentPartPr/>
                <p14:nvPr/>
              </p14:nvContentPartPr>
              <p14:xfrm>
                <a:off x="8651411" y="4793815"/>
                <a:ext cx="101520" cy="1994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47CF977-9764-4B67-6425-1035C496464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642771" y="4784815"/>
                  <a:ext cx="11916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E7A0D59-02C8-C427-46B2-475BD43DF62C}"/>
              </a:ext>
            </a:extLst>
          </p:cNvPr>
          <p:cNvGrpSpPr/>
          <p:nvPr/>
        </p:nvGrpSpPr>
        <p:grpSpPr>
          <a:xfrm>
            <a:off x="8970371" y="4578895"/>
            <a:ext cx="444600" cy="657360"/>
            <a:chOff x="8970371" y="4578895"/>
            <a:chExt cx="444600" cy="65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7BC7E40-8AB3-9743-E93D-7B84F18EB392}"/>
                    </a:ext>
                  </a:extLst>
                </p14:cNvPr>
                <p14:cNvContentPartPr/>
                <p14:nvPr/>
              </p14:nvContentPartPr>
              <p14:xfrm>
                <a:off x="9059651" y="4578895"/>
                <a:ext cx="34200" cy="230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7BC7E40-8AB3-9743-E93D-7B84F18EB39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051011" y="4569895"/>
                  <a:ext cx="518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7F112EA-8FB3-1553-4217-EB2A970DD8C2}"/>
                    </a:ext>
                  </a:extLst>
                </p14:cNvPr>
                <p14:cNvContentPartPr/>
                <p14:nvPr/>
              </p14:nvContentPartPr>
              <p14:xfrm>
                <a:off x="9080891" y="4673935"/>
                <a:ext cx="154440" cy="107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7F112EA-8FB3-1553-4217-EB2A970DD8C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071891" y="4665295"/>
                  <a:ext cx="172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FDDD5A3-B97A-90F6-1671-102C9B4E0D77}"/>
                    </a:ext>
                  </a:extLst>
                </p14:cNvPr>
                <p14:cNvContentPartPr/>
                <p14:nvPr/>
              </p14:nvContentPartPr>
              <p14:xfrm>
                <a:off x="9233171" y="4643695"/>
                <a:ext cx="142200" cy="162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FDDD5A3-B97A-90F6-1671-102C9B4E0D7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224171" y="4634695"/>
                  <a:ext cx="159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6342040-BEEE-255A-7ED2-D7582C8356BF}"/>
                    </a:ext>
                  </a:extLst>
                </p14:cNvPr>
                <p14:cNvContentPartPr/>
                <p14:nvPr/>
              </p14:nvContentPartPr>
              <p14:xfrm>
                <a:off x="8970371" y="4853935"/>
                <a:ext cx="444600" cy="264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6342040-BEEE-255A-7ED2-D7582C8356B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961731" y="4845295"/>
                  <a:ext cx="462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DA2FEEC-3407-D9F4-D416-5B394BBB69D7}"/>
                    </a:ext>
                  </a:extLst>
                </p14:cNvPr>
                <p14:cNvContentPartPr/>
                <p14:nvPr/>
              </p14:nvContentPartPr>
              <p14:xfrm>
                <a:off x="9088091" y="5010895"/>
                <a:ext cx="306720" cy="225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DA2FEEC-3407-D9F4-D416-5B394BBB69D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79091" y="5001895"/>
                  <a:ext cx="32436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1CFC914C-1AB6-14AC-D286-FBB65065FC98}"/>
              </a:ext>
            </a:extLst>
          </p:cNvPr>
          <p:cNvGrpSpPr/>
          <p:nvPr/>
        </p:nvGrpSpPr>
        <p:grpSpPr>
          <a:xfrm>
            <a:off x="6103331" y="5339215"/>
            <a:ext cx="2451600" cy="369000"/>
            <a:chOff x="6103331" y="5339215"/>
            <a:chExt cx="245160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12B8311-9316-882B-28D1-088FDAFFB3FB}"/>
                    </a:ext>
                  </a:extLst>
                </p14:cNvPr>
                <p14:cNvContentPartPr/>
                <p14:nvPr/>
              </p14:nvContentPartPr>
              <p14:xfrm>
                <a:off x="6177131" y="5497615"/>
                <a:ext cx="9720" cy="13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12B8311-9316-882B-28D1-088FDAFFB3F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168131" y="5488615"/>
                  <a:ext cx="27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4306C56-A919-243F-65D8-9AE5D48E14E2}"/>
                    </a:ext>
                  </a:extLst>
                </p14:cNvPr>
                <p14:cNvContentPartPr/>
                <p14:nvPr/>
              </p14:nvContentPartPr>
              <p14:xfrm>
                <a:off x="6103331" y="5421295"/>
                <a:ext cx="142920" cy="1760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4306C56-A919-243F-65D8-9AE5D48E14E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094691" y="5412295"/>
                  <a:ext cx="160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43C4807-3913-F768-BB5A-DB2E719EEBA6}"/>
                    </a:ext>
                  </a:extLst>
                </p14:cNvPr>
                <p14:cNvContentPartPr/>
                <p14:nvPr/>
              </p14:nvContentPartPr>
              <p14:xfrm>
                <a:off x="6287291" y="5447215"/>
                <a:ext cx="292680" cy="196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43C4807-3913-F768-BB5A-DB2E719EEBA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278651" y="5438575"/>
                  <a:ext cx="310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C043E49-9621-EE6A-ABC4-CE0070DA456D}"/>
                    </a:ext>
                  </a:extLst>
                </p14:cNvPr>
                <p14:cNvContentPartPr/>
                <p14:nvPr/>
              </p14:nvContentPartPr>
              <p14:xfrm>
                <a:off x="6494651" y="5496895"/>
                <a:ext cx="186120" cy="198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C043E49-9621-EE6A-ABC4-CE0070DA456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485651" y="5488255"/>
                  <a:ext cx="203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F01C162-B433-4D40-5E7B-A093B3994EE9}"/>
                    </a:ext>
                  </a:extLst>
                </p14:cNvPr>
                <p14:cNvContentPartPr/>
                <p14:nvPr/>
              </p14:nvContentPartPr>
              <p14:xfrm>
                <a:off x="6755291" y="5339215"/>
                <a:ext cx="133920" cy="182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F01C162-B433-4D40-5E7B-A093B3994EE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746291" y="5330575"/>
                  <a:ext cx="151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263B2C5-0665-97FC-5716-6E89FD6CB069}"/>
                    </a:ext>
                  </a:extLst>
                </p14:cNvPr>
                <p14:cNvContentPartPr/>
                <p14:nvPr/>
              </p14:nvContentPartPr>
              <p14:xfrm>
                <a:off x="6920531" y="5502295"/>
                <a:ext cx="131760" cy="2059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263B2C5-0665-97FC-5716-6E89FD6CB06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911891" y="5493655"/>
                  <a:ext cx="1494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41FE781-AF4E-E9E8-CBF2-2EBAEBC52A18}"/>
                    </a:ext>
                  </a:extLst>
                </p14:cNvPr>
                <p14:cNvContentPartPr/>
                <p14:nvPr/>
              </p14:nvContentPartPr>
              <p14:xfrm>
                <a:off x="7154171" y="5385655"/>
                <a:ext cx="127440" cy="21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41FE781-AF4E-E9E8-CBF2-2EBAEBC52A1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145171" y="5377015"/>
                  <a:ext cx="145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F8D1809-B5C9-E3F4-6CB8-E2DC9EFDC450}"/>
                    </a:ext>
                  </a:extLst>
                </p14:cNvPr>
                <p14:cNvContentPartPr/>
                <p14:nvPr/>
              </p14:nvContentPartPr>
              <p14:xfrm>
                <a:off x="7155971" y="5489695"/>
                <a:ext cx="107280" cy="6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F8D1809-B5C9-E3F4-6CB8-E2DC9EFDC45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146971" y="5480695"/>
                  <a:ext cx="124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9564737-4BFE-FCE9-6077-41360718EADD}"/>
                    </a:ext>
                  </a:extLst>
                </p14:cNvPr>
                <p14:cNvContentPartPr/>
                <p14:nvPr/>
              </p14:nvContentPartPr>
              <p14:xfrm>
                <a:off x="7467371" y="5366935"/>
                <a:ext cx="34920" cy="2502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9564737-4BFE-FCE9-6077-41360718EAD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458371" y="5357935"/>
                  <a:ext cx="525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15875AF-BA01-7E64-C5A7-B3447A403AC1}"/>
                    </a:ext>
                  </a:extLst>
                </p14:cNvPr>
                <p14:cNvContentPartPr/>
                <p14:nvPr/>
              </p14:nvContentPartPr>
              <p14:xfrm>
                <a:off x="7555211" y="5571055"/>
                <a:ext cx="32400" cy="32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15875AF-BA01-7E64-C5A7-B3447A403AC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546211" y="5562415"/>
                  <a:ext cx="50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824551D-4515-0F32-7FDB-257EC9C2F6C8}"/>
                    </a:ext>
                  </a:extLst>
                </p14:cNvPr>
                <p14:cNvContentPartPr/>
                <p14:nvPr/>
              </p14:nvContentPartPr>
              <p14:xfrm>
                <a:off x="7702091" y="5392495"/>
                <a:ext cx="165600" cy="222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824551D-4515-0F32-7FDB-257EC9C2F6C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93451" y="5383855"/>
                  <a:ext cx="183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5DDECE5-C5D4-7085-3F0B-67D20DF0ADF4}"/>
                    </a:ext>
                  </a:extLst>
                </p14:cNvPr>
                <p14:cNvContentPartPr/>
                <p14:nvPr/>
              </p14:nvContentPartPr>
              <p14:xfrm>
                <a:off x="7953731" y="5461615"/>
                <a:ext cx="165600" cy="1890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5DDECE5-C5D4-7085-3F0B-67D20DF0ADF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944731" y="5452975"/>
                  <a:ext cx="183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5BF5006-7CCA-39F6-6F20-6C72E6C07A3D}"/>
                    </a:ext>
                  </a:extLst>
                </p14:cNvPr>
                <p14:cNvContentPartPr/>
                <p14:nvPr/>
              </p14:nvContentPartPr>
              <p14:xfrm>
                <a:off x="8162171" y="5426335"/>
                <a:ext cx="121680" cy="183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5BF5006-7CCA-39F6-6F20-6C72E6C07A3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153171" y="5417695"/>
                  <a:ext cx="139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4500433-EB4D-E464-2F63-328E9BBB8C0F}"/>
                    </a:ext>
                  </a:extLst>
                </p14:cNvPr>
                <p14:cNvContentPartPr/>
                <p14:nvPr/>
              </p14:nvContentPartPr>
              <p14:xfrm>
                <a:off x="8177291" y="5415895"/>
                <a:ext cx="377640" cy="144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4500433-EB4D-E464-2F63-328E9BBB8C0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168291" y="5407255"/>
                  <a:ext cx="395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0C07577-F1B6-BD6B-6DFD-96A12C282D32}"/>
                    </a:ext>
                  </a:extLst>
                </p14:cNvPr>
                <p14:cNvContentPartPr/>
                <p14:nvPr/>
              </p14:nvContentPartPr>
              <p14:xfrm>
                <a:off x="8363051" y="5537935"/>
                <a:ext cx="176400" cy="115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0C07577-F1B6-BD6B-6DFD-96A12C282D3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54411" y="5528935"/>
                  <a:ext cx="1940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557B929-CFA2-1A0A-F828-AACE0A98363A}"/>
              </a:ext>
            </a:extLst>
          </p:cNvPr>
          <p:cNvGrpSpPr/>
          <p:nvPr/>
        </p:nvGrpSpPr>
        <p:grpSpPr>
          <a:xfrm>
            <a:off x="8838971" y="5300335"/>
            <a:ext cx="624600" cy="458640"/>
            <a:chOff x="8838971" y="5300335"/>
            <a:chExt cx="624600" cy="45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577ACED-8B60-323A-3AD1-19CA045689AD}"/>
                    </a:ext>
                  </a:extLst>
                </p14:cNvPr>
                <p14:cNvContentPartPr/>
                <p14:nvPr/>
              </p14:nvContentPartPr>
              <p14:xfrm>
                <a:off x="8856611" y="5300335"/>
                <a:ext cx="26640" cy="1778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577ACED-8B60-323A-3AD1-19CA045689A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847971" y="5291335"/>
                  <a:ext cx="44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8B1DF0C-30C7-7D9B-D802-6995B42D4C2A}"/>
                    </a:ext>
                  </a:extLst>
                </p14:cNvPr>
                <p14:cNvContentPartPr/>
                <p14:nvPr/>
              </p14:nvContentPartPr>
              <p14:xfrm>
                <a:off x="8838971" y="5326615"/>
                <a:ext cx="273240" cy="1544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8B1DF0C-30C7-7D9B-D802-6995B42D4C2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830331" y="5317615"/>
                  <a:ext cx="290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989830F-54F2-C260-A64E-E75849642919}"/>
                    </a:ext>
                  </a:extLst>
                </p14:cNvPr>
                <p14:cNvContentPartPr/>
                <p14:nvPr/>
              </p14:nvContentPartPr>
              <p14:xfrm>
                <a:off x="9062171" y="5411215"/>
                <a:ext cx="161280" cy="2322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989830F-54F2-C260-A64E-E7584964291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053171" y="5402215"/>
                  <a:ext cx="1789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6B7C417-A871-5E3B-7300-7AA86D787C99}"/>
                    </a:ext>
                  </a:extLst>
                </p14:cNvPr>
                <p14:cNvContentPartPr/>
                <p14:nvPr/>
              </p14:nvContentPartPr>
              <p14:xfrm>
                <a:off x="9166571" y="5519575"/>
                <a:ext cx="48240" cy="134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6B7C417-A871-5E3B-7300-7AA86D787C9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157931" y="5510935"/>
                  <a:ext cx="65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79AB5CF-D35B-7DD5-2FB8-7BB1465A6588}"/>
                    </a:ext>
                  </a:extLst>
                </p14:cNvPr>
                <p14:cNvContentPartPr/>
                <p14:nvPr/>
              </p14:nvContentPartPr>
              <p14:xfrm>
                <a:off x="9195371" y="5536855"/>
                <a:ext cx="268200" cy="222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79AB5CF-D35B-7DD5-2FB8-7BB1465A658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186371" y="5527855"/>
                  <a:ext cx="28584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A8B0B9A-941C-D71C-319D-9FBF8EDB4784}"/>
              </a:ext>
            </a:extLst>
          </p:cNvPr>
          <p:cNvGrpSpPr/>
          <p:nvPr/>
        </p:nvGrpSpPr>
        <p:grpSpPr>
          <a:xfrm>
            <a:off x="305531" y="6325615"/>
            <a:ext cx="506160" cy="106200"/>
            <a:chOff x="305531" y="6325615"/>
            <a:chExt cx="506160" cy="1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4064834-8FBA-5AFC-FFB5-23FC64A49E6F}"/>
                    </a:ext>
                  </a:extLst>
                </p14:cNvPr>
                <p14:cNvContentPartPr/>
                <p14:nvPr/>
              </p14:nvContentPartPr>
              <p14:xfrm>
                <a:off x="305531" y="6356935"/>
                <a:ext cx="442440" cy="19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4064834-8FBA-5AFC-FFB5-23FC64A49E6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96891" y="6347935"/>
                  <a:ext cx="460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269694E-9190-10C6-FFB3-6FFF5C70F394}"/>
                    </a:ext>
                  </a:extLst>
                </p14:cNvPr>
                <p14:cNvContentPartPr/>
                <p14:nvPr/>
              </p14:nvContentPartPr>
              <p14:xfrm>
                <a:off x="765251" y="6325615"/>
                <a:ext cx="46440" cy="1062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269694E-9190-10C6-FFB3-6FFF5C70F39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56611" y="6316975"/>
                  <a:ext cx="6408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045CC57-0493-548E-0739-D3156B0DE364}"/>
              </a:ext>
            </a:extLst>
          </p:cNvPr>
          <p:cNvGrpSpPr/>
          <p:nvPr/>
        </p:nvGrpSpPr>
        <p:grpSpPr>
          <a:xfrm>
            <a:off x="1011851" y="6060295"/>
            <a:ext cx="1001520" cy="262440"/>
            <a:chOff x="1011851" y="6060295"/>
            <a:chExt cx="100152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F4A94B1-BA8A-AEBE-3EDC-667F4D4CB082}"/>
                    </a:ext>
                  </a:extLst>
                </p14:cNvPr>
                <p14:cNvContentPartPr/>
                <p14:nvPr/>
              </p14:nvContentPartPr>
              <p14:xfrm>
                <a:off x="1011851" y="6132655"/>
                <a:ext cx="161280" cy="1900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F4A94B1-BA8A-AEBE-3EDC-667F4D4CB08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02851" y="6124015"/>
                  <a:ext cx="178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5C0248F-EC22-48F2-DC4F-9BD2D3320C6A}"/>
                    </a:ext>
                  </a:extLst>
                </p14:cNvPr>
                <p14:cNvContentPartPr/>
                <p14:nvPr/>
              </p14:nvContentPartPr>
              <p14:xfrm>
                <a:off x="1214531" y="6100975"/>
                <a:ext cx="32400" cy="1890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5C0248F-EC22-48F2-DC4F-9BD2D3320C6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205891" y="6092335"/>
                  <a:ext cx="50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B3E8615-2A44-FF12-5C7D-554B226EDDDA}"/>
                    </a:ext>
                  </a:extLst>
                </p14:cNvPr>
                <p14:cNvContentPartPr/>
                <p14:nvPr/>
              </p14:nvContentPartPr>
              <p14:xfrm>
                <a:off x="1205891" y="6177655"/>
                <a:ext cx="239400" cy="1177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B3E8615-2A44-FF12-5C7D-554B226EDDD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96891" y="6168655"/>
                  <a:ext cx="257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B8DCFE2-C6E8-3049-677B-40771B27AEA1}"/>
                    </a:ext>
                  </a:extLst>
                </p14:cNvPr>
                <p14:cNvContentPartPr/>
                <p14:nvPr/>
              </p14:nvContentPartPr>
              <p14:xfrm>
                <a:off x="1473371" y="6060295"/>
                <a:ext cx="201960" cy="2019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B8DCFE2-C6E8-3049-677B-40771B27AEA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464731" y="6051295"/>
                  <a:ext cx="219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5383C5F-E172-C530-CCED-71F591BDD841}"/>
                    </a:ext>
                  </a:extLst>
                </p14:cNvPr>
                <p14:cNvContentPartPr/>
                <p14:nvPr/>
              </p14:nvContentPartPr>
              <p14:xfrm>
                <a:off x="1843811" y="6061375"/>
                <a:ext cx="169560" cy="182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5383C5F-E172-C530-CCED-71F591BDD84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835171" y="6052735"/>
                  <a:ext cx="18720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E1A01B20-1E23-C6EA-4B28-6DC51A8504EF}"/>
                  </a:ext>
                </a:extLst>
              </p14:cNvPr>
              <p14:cNvContentPartPr/>
              <p14:nvPr/>
            </p14:nvContentPartPr>
            <p14:xfrm>
              <a:off x="1057571" y="6421735"/>
              <a:ext cx="860040" cy="2124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E1A01B20-1E23-C6EA-4B28-6DC51A8504EF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048931" y="6412735"/>
                <a:ext cx="8776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DE7177A2-B1E1-6A09-1B5A-54E078356403}"/>
              </a:ext>
            </a:extLst>
          </p:cNvPr>
          <p:cNvGrpSpPr/>
          <p:nvPr/>
        </p:nvGrpSpPr>
        <p:grpSpPr>
          <a:xfrm>
            <a:off x="2256731" y="5898655"/>
            <a:ext cx="2147040" cy="348120"/>
            <a:chOff x="2256731" y="5898655"/>
            <a:chExt cx="214704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E283D88-983D-C385-448D-59D98DF1BB24}"/>
                    </a:ext>
                  </a:extLst>
                </p14:cNvPr>
                <p14:cNvContentPartPr/>
                <p14:nvPr/>
              </p14:nvContentPartPr>
              <p14:xfrm>
                <a:off x="2256731" y="6080455"/>
                <a:ext cx="23040" cy="118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E283D88-983D-C385-448D-59D98DF1BB2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247731" y="6071455"/>
                  <a:ext cx="40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820B3BB-32E4-3311-02DF-112ACE7B313C}"/>
                    </a:ext>
                  </a:extLst>
                </p14:cNvPr>
                <p14:cNvContentPartPr/>
                <p14:nvPr/>
              </p14:nvContentPartPr>
              <p14:xfrm>
                <a:off x="2530691" y="5898655"/>
                <a:ext cx="23040" cy="2566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820B3BB-32E4-3311-02DF-112ACE7B313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522051" y="5889655"/>
                  <a:ext cx="406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EDDBDE3-7EDD-2951-C8C3-C301158627C9}"/>
                    </a:ext>
                  </a:extLst>
                </p14:cNvPr>
                <p14:cNvContentPartPr/>
                <p14:nvPr/>
              </p14:nvContentPartPr>
              <p14:xfrm>
                <a:off x="2481731" y="5926015"/>
                <a:ext cx="183600" cy="1674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EDDBDE3-7EDD-2951-C8C3-C301158627C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473091" y="5917015"/>
                  <a:ext cx="201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F4D78B9-D6FF-7246-EA95-E860EEE0AA7C}"/>
                    </a:ext>
                  </a:extLst>
                </p14:cNvPr>
                <p14:cNvContentPartPr/>
                <p14:nvPr/>
              </p14:nvContentPartPr>
              <p14:xfrm>
                <a:off x="2689091" y="6045175"/>
                <a:ext cx="371520" cy="2016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F4D78B9-D6FF-7246-EA95-E860EEE0AA7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680091" y="6036175"/>
                  <a:ext cx="389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D81CBB7-2AA0-5F8D-B78E-2B5656F8B487}"/>
                    </a:ext>
                  </a:extLst>
                </p14:cNvPr>
                <p14:cNvContentPartPr/>
                <p14:nvPr/>
              </p14:nvContentPartPr>
              <p14:xfrm>
                <a:off x="2972051" y="6129775"/>
                <a:ext cx="116640" cy="14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D81CBB7-2AA0-5F8D-B78E-2B5656F8B48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963411" y="6120775"/>
                  <a:ext cx="134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77A81A6-0A76-3B89-68AB-1FAECB971DC5}"/>
                    </a:ext>
                  </a:extLst>
                </p14:cNvPr>
                <p14:cNvContentPartPr/>
                <p14:nvPr/>
              </p14:nvContentPartPr>
              <p14:xfrm>
                <a:off x="3240251" y="5983975"/>
                <a:ext cx="126720" cy="166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77A81A6-0A76-3B89-68AB-1FAECB971DC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231251" y="5975335"/>
                  <a:ext cx="144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6B52716-3B4C-DF4D-203E-9AEF873A98C4}"/>
                    </a:ext>
                  </a:extLst>
                </p14:cNvPr>
                <p14:cNvContentPartPr/>
                <p14:nvPr/>
              </p14:nvContentPartPr>
              <p14:xfrm>
                <a:off x="3405851" y="6080095"/>
                <a:ext cx="56520" cy="41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6B52716-3B4C-DF4D-203E-9AEF873A98C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396851" y="6071095"/>
                  <a:ext cx="741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E86E1EB-61E6-870F-9894-4653C4CFB9BC}"/>
                    </a:ext>
                  </a:extLst>
                </p14:cNvPr>
                <p14:cNvContentPartPr/>
                <p14:nvPr/>
              </p14:nvContentPartPr>
              <p14:xfrm>
                <a:off x="3536531" y="5970655"/>
                <a:ext cx="150840" cy="1987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E86E1EB-61E6-870F-9894-4653C4CFB9B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527891" y="5961655"/>
                  <a:ext cx="168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06A8C4E-FE0B-F1DD-BEC7-917C025E8F46}"/>
                    </a:ext>
                  </a:extLst>
                </p14:cNvPr>
                <p14:cNvContentPartPr/>
                <p14:nvPr/>
              </p14:nvContentPartPr>
              <p14:xfrm>
                <a:off x="3827051" y="5947975"/>
                <a:ext cx="241200" cy="196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06A8C4E-FE0B-F1DD-BEC7-917C025E8F4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818051" y="5938975"/>
                  <a:ext cx="258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FCE87A3-B126-40B7-CD26-5B96DA109398}"/>
                    </a:ext>
                  </a:extLst>
                </p14:cNvPr>
                <p14:cNvContentPartPr/>
                <p14:nvPr/>
              </p14:nvContentPartPr>
              <p14:xfrm>
                <a:off x="4113251" y="5933575"/>
                <a:ext cx="128520" cy="1850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FCE87A3-B126-40B7-CD26-5B96DA10939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104251" y="5924575"/>
                  <a:ext cx="146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12DE848-DF7F-A66D-64EA-AE470E0DFA60}"/>
                    </a:ext>
                  </a:extLst>
                </p14:cNvPr>
                <p14:cNvContentPartPr/>
                <p14:nvPr/>
              </p14:nvContentPartPr>
              <p14:xfrm>
                <a:off x="4238171" y="6043015"/>
                <a:ext cx="165600" cy="1328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12DE848-DF7F-A66D-64EA-AE470E0DFA6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229171" y="6034375"/>
                  <a:ext cx="18324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4EBEFEB-03C0-5173-1556-7DDA022EF61B}"/>
              </a:ext>
            </a:extLst>
          </p:cNvPr>
          <p:cNvGrpSpPr/>
          <p:nvPr/>
        </p:nvGrpSpPr>
        <p:grpSpPr>
          <a:xfrm>
            <a:off x="2592251" y="6506695"/>
            <a:ext cx="1004760" cy="268920"/>
            <a:chOff x="2592251" y="6506695"/>
            <a:chExt cx="100476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D4F7066-F9C0-8CD2-9DB9-A876408FF3A2}"/>
                    </a:ext>
                  </a:extLst>
                </p14:cNvPr>
                <p14:cNvContentPartPr/>
                <p14:nvPr/>
              </p14:nvContentPartPr>
              <p14:xfrm>
                <a:off x="2592251" y="6506695"/>
                <a:ext cx="106920" cy="2116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D4F7066-F9C0-8CD2-9DB9-A876408FF3A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583251" y="6498055"/>
                  <a:ext cx="124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90556DC-51EC-2BA7-6DF1-C0584503562E}"/>
                    </a:ext>
                  </a:extLst>
                </p14:cNvPr>
                <p14:cNvContentPartPr/>
                <p14:nvPr/>
              </p14:nvContentPartPr>
              <p14:xfrm>
                <a:off x="2745611" y="6640975"/>
                <a:ext cx="196560" cy="134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90556DC-51EC-2BA7-6DF1-C0584503562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736971" y="6632335"/>
                  <a:ext cx="214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C9C8DEE-A6A5-296A-A8C1-E1317A327297}"/>
                    </a:ext>
                  </a:extLst>
                </p14:cNvPr>
                <p14:cNvContentPartPr/>
                <p14:nvPr/>
              </p14:nvContentPartPr>
              <p14:xfrm>
                <a:off x="3100571" y="6593095"/>
                <a:ext cx="185400" cy="91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C9C8DEE-A6A5-296A-A8C1-E1317A32729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091571" y="6584095"/>
                  <a:ext cx="203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8FCAEE2-3AA0-5542-22BC-11C3A59470E8}"/>
                    </a:ext>
                  </a:extLst>
                </p14:cNvPr>
                <p14:cNvContentPartPr/>
                <p14:nvPr/>
              </p14:nvContentPartPr>
              <p14:xfrm>
                <a:off x="3342131" y="6512815"/>
                <a:ext cx="254880" cy="2300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8FCAEE2-3AA0-5542-22BC-11C3A59470E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333491" y="6504175"/>
                  <a:ext cx="27252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1B11D532-8FA8-A0B8-AA0D-F2F33FC056C8}"/>
              </a:ext>
            </a:extLst>
          </p:cNvPr>
          <p:cNvGrpSpPr/>
          <p:nvPr/>
        </p:nvGrpSpPr>
        <p:grpSpPr>
          <a:xfrm>
            <a:off x="3800771" y="6265135"/>
            <a:ext cx="2045880" cy="549720"/>
            <a:chOff x="3800771" y="6265135"/>
            <a:chExt cx="2045880" cy="54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3F1C93E-3A6F-29B7-91E0-B8848EDCB1DF}"/>
                    </a:ext>
                  </a:extLst>
                </p14:cNvPr>
                <p14:cNvContentPartPr/>
                <p14:nvPr/>
              </p14:nvContentPartPr>
              <p14:xfrm>
                <a:off x="3800771" y="6579775"/>
                <a:ext cx="110520" cy="165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3F1C93E-3A6F-29B7-91E0-B8848EDCB1D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792131" y="6570775"/>
                  <a:ext cx="128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79DAB05-3B0E-1066-F28A-3BDCB2D8E2EF}"/>
                    </a:ext>
                  </a:extLst>
                </p14:cNvPr>
                <p14:cNvContentPartPr/>
                <p14:nvPr/>
              </p14:nvContentPartPr>
              <p14:xfrm>
                <a:off x="3839291" y="6455935"/>
                <a:ext cx="286200" cy="227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79DAB05-3B0E-1066-F28A-3BDCB2D8E2E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830651" y="6446935"/>
                  <a:ext cx="303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894664A-34FC-F1A0-BDBB-93B980050807}"/>
                    </a:ext>
                  </a:extLst>
                </p14:cNvPr>
                <p14:cNvContentPartPr/>
                <p14:nvPr/>
              </p14:nvContentPartPr>
              <p14:xfrm>
                <a:off x="4159331" y="6613975"/>
                <a:ext cx="29520" cy="55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894664A-34FC-F1A0-BDBB-93B98005080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150331" y="6605335"/>
                  <a:ext cx="471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ADC1EE4-19DA-5019-9BB7-FA1F39040AE3}"/>
                    </a:ext>
                  </a:extLst>
                </p14:cNvPr>
                <p14:cNvContentPartPr/>
                <p14:nvPr/>
              </p14:nvContentPartPr>
              <p14:xfrm>
                <a:off x="4261571" y="6427495"/>
                <a:ext cx="169920" cy="2415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ADC1EE4-19DA-5019-9BB7-FA1F39040AE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252931" y="6418855"/>
                  <a:ext cx="187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CE5494B-BD55-0EC7-EFCF-00986BA495B2}"/>
                    </a:ext>
                  </a:extLst>
                </p14:cNvPr>
                <p14:cNvContentPartPr/>
                <p14:nvPr/>
              </p14:nvContentPartPr>
              <p14:xfrm>
                <a:off x="4533011" y="6432175"/>
                <a:ext cx="161280" cy="2383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CE5494B-BD55-0EC7-EFCF-00986BA495B2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524011" y="6423175"/>
                  <a:ext cx="178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BD01540-A882-D0BA-CDD5-F7E65ACAD2FF}"/>
                    </a:ext>
                  </a:extLst>
                </p14:cNvPr>
                <p14:cNvContentPartPr/>
                <p14:nvPr/>
              </p14:nvContentPartPr>
              <p14:xfrm>
                <a:off x="4719131" y="6442975"/>
                <a:ext cx="154800" cy="2257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BD01540-A882-D0BA-CDD5-F7E65ACAD2F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710131" y="6434335"/>
                  <a:ext cx="1724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7A225B1-58FE-67A7-234C-5A23C50ADA56}"/>
                    </a:ext>
                  </a:extLst>
                </p14:cNvPr>
                <p14:cNvContentPartPr/>
                <p14:nvPr/>
              </p14:nvContentPartPr>
              <p14:xfrm>
                <a:off x="4756931" y="6441535"/>
                <a:ext cx="308880" cy="1684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7A225B1-58FE-67A7-234C-5A23C50ADA5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748291" y="6432535"/>
                  <a:ext cx="326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23D7656-DDA8-536A-3CD8-BF79EA091CA6}"/>
                    </a:ext>
                  </a:extLst>
                </p14:cNvPr>
                <p14:cNvContentPartPr/>
                <p14:nvPr/>
              </p14:nvContentPartPr>
              <p14:xfrm>
                <a:off x="4934411" y="6533335"/>
                <a:ext cx="144360" cy="1062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23D7656-DDA8-536A-3CD8-BF79EA091CA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925411" y="6524695"/>
                  <a:ext cx="162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AFD0AD6-67C4-5AB5-3669-D9BF8108E724}"/>
                    </a:ext>
                  </a:extLst>
                </p14:cNvPr>
                <p14:cNvContentPartPr/>
                <p14:nvPr/>
              </p14:nvContentPartPr>
              <p14:xfrm>
                <a:off x="5291531" y="6265135"/>
                <a:ext cx="128880" cy="1508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AFD0AD6-67C4-5AB5-3669-D9BF8108E72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282891" y="6256135"/>
                  <a:ext cx="146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C50CFDF-0A52-AAF9-15CF-BCDC70FE35EA}"/>
                    </a:ext>
                  </a:extLst>
                </p14:cNvPr>
                <p14:cNvContentPartPr/>
                <p14:nvPr/>
              </p14:nvContentPartPr>
              <p14:xfrm>
                <a:off x="5197211" y="6298975"/>
                <a:ext cx="415800" cy="199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C50CFDF-0A52-AAF9-15CF-BCDC70FE35E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188211" y="6289975"/>
                  <a:ext cx="433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1FAB6C7-CE59-FD84-AAE6-6252798CCB46}"/>
                    </a:ext>
                  </a:extLst>
                </p14:cNvPr>
                <p14:cNvContentPartPr/>
                <p14:nvPr/>
              </p14:nvContentPartPr>
              <p14:xfrm>
                <a:off x="5243291" y="6563935"/>
                <a:ext cx="182880" cy="250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1FAB6C7-CE59-FD84-AAE6-6252798CCB4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234651" y="6554935"/>
                  <a:ext cx="200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7AC4032-9254-7F21-D5FD-FDD8E8A1A974}"/>
                    </a:ext>
                  </a:extLst>
                </p14:cNvPr>
                <p14:cNvContentPartPr/>
                <p14:nvPr/>
              </p14:nvContentPartPr>
              <p14:xfrm>
                <a:off x="5434451" y="6574375"/>
                <a:ext cx="202680" cy="1375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7AC4032-9254-7F21-D5FD-FDD8E8A1A97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425811" y="6565735"/>
                  <a:ext cx="220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53456B7-A946-8E2C-D05C-69DE07E4DD75}"/>
                    </a:ext>
                  </a:extLst>
                </p14:cNvPr>
                <p14:cNvContentPartPr/>
                <p14:nvPr/>
              </p14:nvContentPartPr>
              <p14:xfrm>
                <a:off x="5653691" y="6617215"/>
                <a:ext cx="192960" cy="1126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53456B7-A946-8E2C-D05C-69DE07E4DD7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644691" y="6608575"/>
                  <a:ext cx="21060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DC35B623-DB2E-C991-5EEB-BAB255CD2028}"/>
              </a:ext>
            </a:extLst>
          </p:cNvPr>
          <p:cNvGrpSpPr/>
          <p:nvPr/>
        </p:nvGrpSpPr>
        <p:grpSpPr>
          <a:xfrm>
            <a:off x="9499211" y="5507335"/>
            <a:ext cx="310320" cy="177480"/>
            <a:chOff x="9499211" y="5507335"/>
            <a:chExt cx="310320" cy="1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574AE3E-48E1-19BF-FD8F-593E446DD5DA}"/>
                    </a:ext>
                  </a:extLst>
                </p14:cNvPr>
                <p14:cNvContentPartPr/>
                <p14:nvPr/>
              </p14:nvContentPartPr>
              <p14:xfrm>
                <a:off x="9499211" y="5564215"/>
                <a:ext cx="122400" cy="324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574AE3E-48E1-19BF-FD8F-593E446DD5D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490211" y="5555215"/>
                  <a:ext cx="140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33DF82E-A373-A7E9-386A-996EC5178AC1}"/>
                    </a:ext>
                  </a:extLst>
                </p14:cNvPr>
                <p14:cNvContentPartPr/>
                <p14:nvPr/>
              </p14:nvContentPartPr>
              <p14:xfrm>
                <a:off x="9656531" y="5507335"/>
                <a:ext cx="19800" cy="1465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33DF82E-A373-A7E9-386A-996EC5178AC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647891" y="5498695"/>
                  <a:ext cx="37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3083D2E-2C56-1ECE-8545-6E4F4E9A2A78}"/>
                    </a:ext>
                  </a:extLst>
                </p14:cNvPr>
                <p14:cNvContentPartPr/>
                <p14:nvPr/>
              </p14:nvContentPartPr>
              <p14:xfrm>
                <a:off x="9659051" y="5559535"/>
                <a:ext cx="150480" cy="1252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3083D2E-2C56-1ECE-8545-6E4F4E9A2A7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650411" y="5550535"/>
                  <a:ext cx="1681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B1B56622-B9FF-972C-8E9B-FDED93087A9D}"/>
              </a:ext>
            </a:extLst>
          </p:cNvPr>
          <p:cNvGrpSpPr/>
          <p:nvPr/>
        </p:nvGrpSpPr>
        <p:grpSpPr>
          <a:xfrm>
            <a:off x="5930171" y="6303655"/>
            <a:ext cx="425880" cy="143280"/>
            <a:chOff x="5930171" y="6303655"/>
            <a:chExt cx="425880" cy="1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12C5824-7BFB-714E-8E9B-892E8D84527B}"/>
                    </a:ext>
                  </a:extLst>
                </p14:cNvPr>
                <p14:cNvContentPartPr/>
                <p14:nvPr/>
              </p14:nvContentPartPr>
              <p14:xfrm>
                <a:off x="5930171" y="6383575"/>
                <a:ext cx="346320" cy="27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12C5824-7BFB-714E-8E9B-892E8D84527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921531" y="6374575"/>
                  <a:ext cx="363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E6D4C94-254B-94AD-E1D4-CFC20F5CF675}"/>
                    </a:ext>
                  </a:extLst>
                </p14:cNvPr>
                <p14:cNvContentPartPr/>
                <p14:nvPr/>
              </p14:nvContentPartPr>
              <p14:xfrm>
                <a:off x="6263531" y="6303655"/>
                <a:ext cx="92520" cy="1432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E6D4C94-254B-94AD-E1D4-CFC20F5CF67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254531" y="6294655"/>
                  <a:ext cx="11016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FDE6F91F-F1B9-397F-34EC-AE40B82B64F0}"/>
              </a:ext>
            </a:extLst>
          </p:cNvPr>
          <p:cNvGrpSpPr/>
          <p:nvPr/>
        </p:nvGrpSpPr>
        <p:grpSpPr>
          <a:xfrm>
            <a:off x="6665651" y="5950495"/>
            <a:ext cx="4160520" cy="458280"/>
            <a:chOff x="6665651" y="5950495"/>
            <a:chExt cx="4160520" cy="45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F56C8FD-F185-169C-6061-8743C6022F59}"/>
                    </a:ext>
                  </a:extLst>
                </p14:cNvPr>
                <p14:cNvContentPartPr/>
                <p14:nvPr/>
              </p14:nvContentPartPr>
              <p14:xfrm>
                <a:off x="6665651" y="6103855"/>
                <a:ext cx="114480" cy="1832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F56C8FD-F185-169C-6061-8743C6022F5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656651" y="6095215"/>
                  <a:ext cx="132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E87B447-CAD7-D54D-86AA-8FF6D109A15E}"/>
                    </a:ext>
                  </a:extLst>
                </p14:cNvPr>
                <p14:cNvContentPartPr/>
                <p14:nvPr/>
              </p14:nvContentPartPr>
              <p14:xfrm>
                <a:off x="6789131" y="6262615"/>
                <a:ext cx="155520" cy="824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E87B447-CAD7-D54D-86AA-8FF6D109A15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780491" y="6253615"/>
                  <a:ext cx="173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40A4FC8-55C5-516E-2F30-66730E744088}"/>
                    </a:ext>
                  </a:extLst>
                </p14:cNvPr>
                <p14:cNvContentPartPr/>
                <p14:nvPr/>
              </p14:nvContentPartPr>
              <p14:xfrm>
                <a:off x="7011611" y="6147055"/>
                <a:ext cx="152640" cy="1072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40A4FC8-55C5-516E-2F30-66730E74408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002971" y="6138415"/>
                  <a:ext cx="170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1FABDC6-A30C-BB25-785A-25AF24459A33}"/>
                    </a:ext>
                  </a:extLst>
                </p14:cNvPr>
                <p14:cNvContentPartPr/>
                <p14:nvPr/>
              </p14:nvContentPartPr>
              <p14:xfrm>
                <a:off x="7245971" y="6048415"/>
                <a:ext cx="163080" cy="2095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1FABDC6-A30C-BB25-785A-25AF24459A3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237331" y="6039775"/>
                  <a:ext cx="180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640C073-0132-5682-0851-6860D689E58B}"/>
                    </a:ext>
                  </a:extLst>
                </p14:cNvPr>
                <p14:cNvContentPartPr/>
                <p14:nvPr/>
              </p14:nvContentPartPr>
              <p14:xfrm>
                <a:off x="7390331" y="6199255"/>
                <a:ext cx="183240" cy="209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640C073-0132-5682-0851-6860D689E58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381691" y="6190255"/>
                  <a:ext cx="200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5E798F1-3449-AA5D-2A98-242ED6276858}"/>
                    </a:ext>
                  </a:extLst>
                </p14:cNvPr>
                <p14:cNvContentPartPr/>
                <p14:nvPr/>
              </p14:nvContentPartPr>
              <p14:xfrm>
                <a:off x="7721891" y="5985055"/>
                <a:ext cx="251280" cy="2977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5E798F1-3449-AA5D-2A98-242ED627685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712891" y="5976415"/>
                  <a:ext cx="2689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46F918D-A6DD-1C4C-1795-4DFF5FB3BBB4}"/>
                    </a:ext>
                  </a:extLst>
                </p14:cNvPr>
                <p14:cNvContentPartPr/>
                <p14:nvPr/>
              </p14:nvContentPartPr>
              <p14:xfrm>
                <a:off x="8128691" y="6066415"/>
                <a:ext cx="127080" cy="1245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46F918D-A6DD-1C4C-1795-4DFF5FB3BBB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119691" y="6057775"/>
                  <a:ext cx="144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6D71063-BB6E-C7D6-B9D5-C35C6E732FD5}"/>
                    </a:ext>
                  </a:extLst>
                </p14:cNvPr>
                <p14:cNvContentPartPr/>
                <p14:nvPr/>
              </p14:nvContentPartPr>
              <p14:xfrm>
                <a:off x="8291051" y="6170095"/>
                <a:ext cx="41040" cy="349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6D71063-BB6E-C7D6-B9D5-C35C6E732FD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282051" y="6161095"/>
                  <a:ext cx="58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042242A-0997-0BEA-EA3D-6BA07D07B916}"/>
                    </a:ext>
                  </a:extLst>
                </p14:cNvPr>
                <p14:cNvContentPartPr/>
                <p14:nvPr/>
              </p14:nvContentPartPr>
              <p14:xfrm>
                <a:off x="8416691" y="6025015"/>
                <a:ext cx="155880" cy="1731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042242A-0997-0BEA-EA3D-6BA07D07B91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408051" y="6016375"/>
                  <a:ext cx="1735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4AE89DB-0E99-CCC9-2206-4AACACA63451}"/>
                    </a:ext>
                  </a:extLst>
                </p14:cNvPr>
                <p14:cNvContentPartPr/>
                <p14:nvPr/>
              </p14:nvContentPartPr>
              <p14:xfrm>
                <a:off x="8696411" y="5997295"/>
                <a:ext cx="264600" cy="2016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4AE89DB-0E99-CCC9-2206-4AACACA6345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687771" y="5988295"/>
                  <a:ext cx="282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5A80453-88DD-95E8-D91A-B0C50E99A937}"/>
                    </a:ext>
                  </a:extLst>
                </p14:cNvPr>
                <p14:cNvContentPartPr/>
                <p14:nvPr/>
              </p14:nvContentPartPr>
              <p14:xfrm>
                <a:off x="8982251" y="5950495"/>
                <a:ext cx="136080" cy="1713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5A80453-88DD-95E8-D91A-B0C50E99A937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973251" y="5941855"/>
                  <a:ext cx="1537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7B1A13F-6EB6-AACB-0594-C703EE1FFF97}"/>
                    </a:ext>
                  </a:extLst>
                </p14:cNvPr>
                <p14:cNvContentPartPr/>
                <p14:nvPr/>
              </p14:nvContentPartPr>
              <p14:xfrm>
                <a:off x="9119411" y="6046255"/>
                <a:ext cx="177120" cy="1386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7B1A13F-6EB6-AACB-0594-C703EE1FFF9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110411" y="6037255"/>
                  <a:ext cx="194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560853E-97CC-7CBB-797C-BF49A16C5405}"/>
                    </a:ext>
                  </a:extLst>
                </p14:cNvPr>
                <p14:cNvContentPartPr/>
                <p14:nvPr/>
              </p14:nvContentPartPr>
              <p14:xfrm>
                <a:off x="9419651" y="6068215"/>
                <a:ext cx="349920" cy="34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560853E-97CC-7CBB-797C-BF49A16C540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411011" y="6059575"/>
                  <a:ext cx="367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B136CCF-F584-1CFC-A79D-241CF3A94864}"/>
                    </a:ext>
                  </a:extLst>
                </p14:cNvPr>
                <p14:cNvContentPartPr/>
                <p14:nvPr/>
              </p14:nvContentPartPr>
              <p14:xfrm>
                <a:off x="9718811" y="6016375"/>
                <a:ext cx="114840" cy="1101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B136CCF-F584-1CFC-A79D-241CF3A9486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709811" y="6007735"/>
                  <a:ext cx="132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5A71C54-EDF5-0CC2-0C7D-E217C1B6BD19}"/>
                    </a:ext>
                  </a:extLst>
                </p14:cNvPr>
                <p14:cNvContentPartPr/>
                <p14:nvPr/>
              </p14:nvContentPartPr>
              <p14:xfrm>
                <a:off x="9903131" y="6042655"/>
                <a:ext cx="157320" cy="1108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5A71C54-EDF5-0CC2-0C7D-E217C1B6BD1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894131" y="6034015"/>
                  <a:ext cx="174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2B83506-D3CC-12D4-774C-3FA75B12A83C}"/>
                    </a:ext>
                  </a:extLst>
                </p14:cNvPr>
                <p14:cNvContentPartPr/>
                <p14:nvPr/>
              </p14:nvContentPartPr>
              <p14:xfrm>
                <a:off x="10101851" y="6058135"/>
                <a:ext cx="360360" cy="1882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2B83506-D3CC-12D4-774C-3FA75B12A83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092851" y="6049135"/>
                  <a:ext cx="378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F5AFF58-8F31-52B8-E44D-8F25F4A00E1F}"/>
                    </a:ext>
                  </a:extLst>
                </p14:cNvPr>
                <p14:cNvContentPartPr/>
                <p14:nvPr/>
              </p14:nvContentPartPr>
              <p14:xfrm>
                <a:off x="10514051" y="6006655"/>
                <a:ext cx="312120" cy="127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F5AFF58-8F31-52B8-E44D-8F25F4A00E1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505411" y="5998015"/>
                  <a:ext cx="3297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4F0FC265-CB34-60FE-682C-D2998FCFE356}"/>
              </a:ext>
            </a:extLst>
          </p:cNvPr>
          <p:cNvGrpSpPr/>
          <p:nvPr/>
        </p:nvGrpSpPr>
        <p:grpSpPr>
          <a:xfrm>
            <a:off x="9057131" y="6308335"/>
            <a:ext cx="651960" cy="445320"/>
            <a:chOff x="9057131" y="6308335"/>
            <a:chExt cx="65196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D745CD2-6829-80FC-33EF-D3E5C3FE09AE}"/>
                    </a:ext>
                  </a:extLst>
                </p14:cNvPr>
                <p14:cNvContentPartPr/>
                <p14:nvPr/>
              </p14:nvContentPartPr>
              <p14:xfrm>
                <a:off x="9057131" y="6308335"/>
                <a:ext cx="80280" cy="1990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D745CD2-6829-80FC-33EF-D3E5C3FE09A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048491" y="6299335"/>
                  <a:ext cx="979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28BBA1B-7070-D590-DADE-447E8B4B2563}"/>
                    </a:ext>
                  </a:extLst>
                </p14:cNvPr>
                <p14:cNvContentPartPr/>
                <p14:nvPr/>
              </p14:nvContentPartPr>
              <p14:xfrm>
                <a:off x="9083771" y="6396895"/>
                <a:ext cx="131760" cy="853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28BBA1B-7070-D590-DADE-447E8B4B256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074771" y="6387895"/>
                  <a:ext cx="149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10B8295-53DB-5B92-DCE6-67ACC889D0C6}"/>
                    </a:ext>
                  </a:extLst>
                </p14:cNvPr>
                <p14:cNvContentPartPr/>
                <p14:nvPr/>
              </p14:nvContentPartPr>
              <p14:xfrm>
                <a:off x="9208331" y="6353335"/>
                <a:ext cx="215280" cy="3106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10B8295-53DB-5B92-DCE6-67ACC889D0C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199691" y="6344335"/>
                  <a:ext cx="232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D01A582-4E12-37F5-CFD2-340AF0A3721A}"/>
                    </a:ext>
                  </a:extLst>
                </p14:cNvPr>
                <p14:cNvContentPartPr/>
                <p14:nvPr/>
              </p14:nvContentPartPr>
              <p14:xfrm>
                <a:off x="9385811" y="6536935"/>
                <a:ext cx="33120" cy="1468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D01A582-4E12-37F5-CFD2-340AF0A3721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377171" y="6528295"/>
                  <a:ext cx="50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F96CE23-5908-078E-DF75-EB5EB7608F61}"/>
                    </a:ext>
                  </a:extLst>
                </p14:cNvPr>
                <p14:cNvContentPartPr/>
                <p14:nvPr/>
              </p14:nvContentPartPr>
              <p14:xfrm>
                <a:off x="9400931" y="6567895"/>
                <a:ext cx="308160" cy="1857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F96CE23-5908-078E-DF75-EB5EB7608F6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392291" y="6558895"/>
                  <a:ext cx="32580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E6740102-822F-8491-DFDA-E84279B81B41}"/>
                  </a:ext>
                </a:extLst>
              </p14:cNvPr>
              <p14:cNvContentPartPr/>
              <p14:nvPr/>
            </p14:nvContentPartPr>
            <p14:xfrm>
              <a:off x="6282611" y="5145535"/>
              <a:ext cx="2106720" cy="8424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E6740102-822F-8491-DFDA-E84279B81B41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6273971" y="5136895"/>
                <a:ext cx="212436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4893B88C-EA90-2D93-FB4B-0C792F0893A1}"/>
              </a:ext>
            </a:extLst>
          </p:cNvPr>
          <p:cNvGrpSpPr/>
          <p:nvPr/>
        </p:nvGrpSpPr>
        <p:grpSpPr>
          <a:xfrm>
            <a:off x="6732611" y="6476815"/>
            <a:ext cx="2057040" cy="440280"/>
            <a:chOff x="6732611" y="6476815"/>
            <a:chExt cx="205704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70FCBAB-760B-1A59-E6F7-C30A095D361A}"/>
                    </a:ext>
                  </a:extLst>
                </p14:cNvPr>
                <p14:cNvContentPartPr/>
                <p14:nvPr/>
              </p14:nvContentPartPr>
              <p14:xfrm>
                <a:off x="6732611" y="6566095"/>
                <a:ext cx="154440" cy="1551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70FCBAB-760B-1A59-E6F7-C30A095D361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723971" y="6557455"/>
                  <a:ext cx="172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E3B5F5E-115B-2E32-37D9-65AB3889F91D}"/>
                    </a:ext>
                  </a:extLst>
                </p14:cNvPr>
                <p14:cNvContentPartPr/>
                <p14:nvPr/>
              </p14:nvContentPartPr>
              <p14:xfrm>
                <a:off x="6949331" y="6660775"/>
                <a:ext cx="139320" cy="92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E3B5F5E-115B-2E32-37D9-65AB3889F91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940331" y="6651775"/>
                  <a:ext cx="156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3AB20CF-527E-F9AA-D328-4CB3790C320C}"/>
                    </a:ext>
                  </a:extLst>
                </p14:cNvPr>
                <p14:cNvContentPartPr/>
                <p14:nvPr/>
              </p14:nvContentPartPr>
              <p14:xfrm>
                <a:off x="7209971" y="6589495"/>
                <a:ext cx="168120" cy="554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3AB20CF-527E-F9AA-D328-4CB3790C320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201331" y="6580855"/>
                  <a:ext cx="185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3147787-ABB4-6BD2-8AFD-FF57E37BA51A}"/>
                    </a:ext>
                  </a:extLst>
                </p14:cNvPr>
                <p14:cNvContentPartPr/>
                <p14:nvPr/>
              </p14:nvContentPartPr>
              <p14:xfrm>
                <a:off x="7438931" y="6560695"/>
                <a:ext cx="232560" cy="1191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3147787-ABB4-6BD2-8AFD-FF57E37BA51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429931" y="6552055"/>
                  <a:ext cx="250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9FAC422-4D21-8915-ADA3-D39422FAB90C}"/>
                    </a:ext>
                  </a:extLst>
                </p14:cNvPr>
                <p14:cNvContentPartPr/>
                <p14:nvPr/>
              </p14:nvContentPartPr>
              <p14:xfrm>
                <a:off x="7557371" y="6577975"/>
                <a:ext cx="68760" cy="1702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9FAC422-4D21-8915-ADA3-D39422FAB90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548731" y="6568975"/>
                  <a:ext cx="86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E29B02F-1811-80CE-8563-34FE914B3BD6}"/>
                    </a:ext>
                  </a:extLst>
                </p14:cNvPr>
                <p14:cNvContentPartPr/>
                <p14:nvPr/>
              </p14:nvContentPartPr>
              <p14:xfrm>
                <a:off x="7703171" y="6567535"/>
                <a:ext cx="227520" cy="1540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E29B02F-1811-80CE-8563-34FE914B3BD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694531" y="6558535"/>
                  <a:ext cx="245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75EDB45-8299-1BEA-2EFF-F126A40C1632}"/>
                    </a:ext>
                  </a:extLst>
                </p14:cNvPr>
                <p14:cNvContentPartPr/>
                <p14:nvPr/>
              </p14:nvContentPartPr>
              <p14:xfrm>
                <a:off x="7938611" y="6538735"/>
                <a:ext cx="191880" cy="1468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75EDB45-8299-1BEA-2EFF-F126A40C163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929611" y="6530095"/>
                  <a:ext cx="209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F43EB08-47E9-0AE3-1358-B4125202C273}"/>
                    </a:ext>
                  </a:extLst>
                </p14:cNvPr>
                <p14:cNvContentPartPr/>
                <p14:nvPr/>
              </p14:nvContentPartPr>
              <p14:xfrm>
                <a:off x="8258651" y="6687775"/>
                <a:ext cx="41040" cy="262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F43EB08-47E9-0AE3-1358-B4125202C273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250011" y="6678775"/>
                  <a:ext cx="58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AD9FEDB-EB33-D4F3-B623-4C0144F5B5D1}"/>
                    </a:ext>
                  </a:extLst>
                </p14:cNvPr>
                <p14:cNvContentPartPr/>
                <p14:nvPr/>
              </p14:nvContentPartPr>
              <p14:xfrm>
                <a:off x="8358731" y="6505975"/>
                <a:ext cx="177840" cy="191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AD9FEDB-EB33-D4F3-B623-4C0144F5B5D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349731" y="6497335"/>
                  <a:ext cx="195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2AD54A7-FFFE-3419-224A-72AE50535FF7}"/>
                    </a:ext>
                  </a:extLst>
                </p14:cNvPr>
                <p14:cNvContentPartPr/>
                <p14:nvPr/>
              </p14:nvContentPartPr>
              <p14:xfrm>
                <a:off x="8336411" y="6476815"/>
                <a:ext cx="138960" cy="734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2AD54A7-FFFE-3419-224A-72AE50535FF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327771" y="6468175"/>
                  <a:ext cx="156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A027D1B-CD77-5026-8E38-64E2FEFFD5BE}"/>
                    </a:ext>
                  </a:extLst>
                </p14:cNvPr>
                <p14:cNvContentPartPr/>
                <p14:nvPr/>
              </p14:nvContentPartPr>
              <p14:xfrm>
                <a:off x="8566451" y="6520735"/>
                <a:ext cx="223200" cy="1738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A027D1B-CD77-5026-8E38-64E2FEFFD5B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557811" y="6512095"/>
                  <a:ext cx="240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D0AC1C3-D8F8-4E6F-40B8-8DC4E1E82D37}"/>
                    </a:ext>
                  </a:extLst>
                </p14:cNvPr>
                <p14:cNvContentPartPr/>
                <p14:nvPr/>
              </p14:nvContentPartPr>
              <p14:xfrm>
                <a:off x="6767171" y="6822775"/>
                <a:ext cx="1782000" cy="943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D0AC1C3-D8F8-4E6F-40B8-8DC4E1E82D3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758531" y="6814135"/>
                  <a:ext cx="179964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0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14823C8C-B38E-58FD-CAF1-BCB32823075B}"/>
                  </a:ext>
                </a:extLst>
              </p14:cNvPr>
              <p14:cNvContentPartPr/>
              <p14:nvPr/>
            </p14:nvContentPartPr>
            <p14:xfrm>
              <a:off x="4414211" y="4240342"/>
              <a:ext cx="2662200" cy="19584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14823C8C-B38E-58FD-CAF1-BCB32823075B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4405571" y="4231702"/>
                <a:ext cx="2679840" cy="21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0651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7CE8169-9D43-A01E-3C0E-AE87BD7E47DE}"/>
              </a:ext>
            </a:extLst>
          </p:cNvPr>
          <p:cNvGrpSpPr/>
          <p:nvPr/>
        </p:nvGrpSpPr>
        <p:grpSpPr>
          <a:xfrm>
            <a:off x="526211" y="185815"/>
            <a:ext cx="468720" cy="461880"/>
            <a:chOff x="526211" y="185815"/>
            <a:chExt cx="46872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A3979CB-E75C-2E9C-9A68-E6D6E29D7E4D}"/>
                    </a:ext>
                  </a:extLst>
                </p14:cNvPr>
                <p14:cNvContentPartPr/>
                <p14:nvPr/>
              </p14:nvContentPartPr>
              <p14:xfrm>
                <a:off x="526211" y="292735"/>
                <a:ext cx="250920" cy="277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A3979CB-E75C-2E9C-9A68-E6D6E29D7E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7211" y="284095"/>
                  <a:ext cx="2685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1EA3D6B-B6E6-AD40-750B-5899CB47CA95}"/>
                    </a:ext>
                  </a:extLst>
                </p14:cNvPr>
                <p14:cNvContentPartPr/>
                <p14:nvPr/>
              </p14:nvContentPartPr>
              <p14:xfrm>
                <a:off x="635291" y="448255"/>
                <a:ext cx="84240" cy="157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1EA3D6B-B6E6-AD40-750B-5899CB47CA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6291" y="439615"/>
                  <a:ext cx="101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116EFA-6459-4618-1D67-0AF901498B6D}"/>
                    </a:ext>
                  </a:extLst>
                </p14:cNvPr>
                <p14:cNvContentPartPr/>
                <p14:nvPr/>
              </p14:nvContentPartPr>
              <p14:xfrm>
                <a:off x="647171" y="185815"/>
                <a:ext cx="67320" cy="55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116EFA-6459-4618-1D67-0AF901498B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8171" y="176815"/>
                  <a:ext cx="849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24BCFD-732E-9197-ACEB-B9C6CC23404D}"/>
                    </a:ext>
                  </a:extLst>
                </p14:cNvPr>
                <p14:cNvContentPartPr/>
                <p14:nvPr/>
              </p14:nvContentPartPr>
              <p14:xfrm>
                <a:off x="830051" y="491455"/>
                <a:ext cx="22680" cy="156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24BCFD-732E-9197-ACEB-B9C6CC2340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1411" y="482815"/>
                  <a:ext cx="40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21E1EE-BDB0-8030-ACF1-46B2D0E431B9}"/>
                    </a:ext>
                  </a:extLst>
                </p14:cNvPr>
                <p14:cNvContentPartPr/>
                <p14:nvPr/>
              </p14:nvContentPartPr>
              <p14:xfrm>
                <a:off x="912851" y="532855"/>
                <a:ext cx="82080" cy="113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21E1EE-BDB0-8030-ACF1-46B2D0E431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3851" y="524215"/>
                  <a:ext cx="997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B783F3-6884-EA75-25B0-8D331D45519F}"/>
              </a:ext>
            </a:extLst>
          </p:cNvPr>
          <p:cNvGrpSpPr/>
          <p:nvPr/>
        </p:nvGrpSpPr>
        <p:grpSpPr>
          <a:xfrm>
            <a:off x="1238651" y="393175"/>
            <a:ext cx="149400" cy="97200"/>
            <a:chOff x="1238651" y="393175"/>
            <a:chExt cx="149400" cy="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D9DCB0-B3CC-007C-641E-3AC4ACF104D9}"/>
                    </a:ext>
                  </a:extLst>
                </p14:cNvPr>
                <p14:cNvContentPartPr/>
                <p14:nvPr/>
              </p14:nvContentPartPr>
              <p14:xfrm>
                <a:off x="1238651" y="393175"/>
                <a:ext cx="142200" cy="31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D9DCB0-B3CC-007C-641E-3AC4ACF104D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29651" y="384535"/>
                  <a:ext cx="159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FEA6FAB-856D-ADEC-5541-BAEDF24094B6}"/>
                    </a:ext>
                  </a:extLst>
                </p14:cNvPr>
                <p14:cNvContentPartPr/>
                <p14:nvPr/>
              </p14:nvContentPartPr>
              <p14:xfrm>
                <a:off x="1246931" y="474535"/>
                <a:ext cx="141120" cy="15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FEA6FAB-856D-ADEC-5541-BAEDF24094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37931" y="465895"/>
                  <a:ext cx="15876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24DAAD-1C95-5A98-BDC4-583B64B20C4C}"/>
              </a:ext>
            </a:extLst>
          </p:cNvPr>
          <p:cNvGrpSpPr/>
          <p:nvPr/>
        </p:nvGrpSpPr>
        <p:grpSpPr>
          <a:xfrm>
            <a:off x="1708451" y="47935"/>
            <a:ext cx="1793880" cy="612360"/>
            <a:chOff x="1708451" y="47935"/>
            <a:chExt cx="1793880" cy="61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0D22A49-260C-8D8C-F663-25515B231F83}"/>
                    </a:ext>
                  </a:extLst>
                </p14:cNvPr>
                <p14:cNvContentPartPr/>
                <p14:nvPr/>
              </p14:nvContentPartPr>
              <p14:xfrm>
                <a:off x="1708451" y="429175"/>
                <a:ext cx="228960" cy="123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0D22A49-260C-8D8C-F663-25515B231F8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99811" y="420535"/>
                  <a:ext cx="246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7962D1B-AFF3-97A9-61C6-437A1D724692}"/>
                    </a:ext>
                  </a:extLst>
                </p14:cNvPr>
                <p14:cNvContentPartPr/>
                <p14:nvPr/>
              </p14:nvContentPartPr>
              <p14:xfrm>
                <a:off x="1866851" y="287335"/>
                <a:ext cx="56160" cy="48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7962D1B-AFF3-97A9-61C6-437A1D72469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7851" y="278695"/>
                  <a:ext cx="73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04823A-471A-C491-7BAD-5B0162DA0E2D}"/>
                    </a:ext>
                  </a:extLst>
                </p14:cNvPr>
                <p14:cNvContentPartPr/>
                <p14:nvPr/>
              </p14:nvContentPartPr>
              <p14:xfrm>
                <a:off x="2088611" y="203095"/>
                <a:ext cx="141840" cy="457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04823A-471A-C491-7BAD-5B0162DA0E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79971" y="194455"/>
                  <a:ext cx="15948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F40BB91-F657-E808-1137-A4C1FE9F2519}"/>
                    </a:ext>
                  </a:extLst>
                </p14:cNvPr>
                <p14:cNvContentPartPr/>
                <p14:nvPr/>
              </p14:nvContentPartPr>
              <p14:xfrm>
                <a:off x="2322971" y="312175"/>
                <a:ext cx="133560" cy="205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40BB91-F657-E808-1137-A4C1FE9F25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14331" y="303535"/>
                  <a:ext cx="151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80A7411-9457-1377-855C-F8B5CD900051}"/>
                    </a:ext>
                  </a:extLst>
                </p14:cNvPr>
                <p14:cNvContentPartPr/>
                <p14:nvPr/>
              </p14:nvContentPartPr>
              <p14:xfrm>
                <a:off x="2526731" y="448975"/>
                <a:ext cx="15480" cy="127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80A7411-9457-1377-855C-F8B5CD90005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18091" y="439975"/>
                  <a:ext cx="33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9AA75E6-C6DF-31D6-3C9F-2AF3F0F48A8E}"/>
                    </a:ext>
                  </a:extLst>
                </p14:cNvPr>
                <p14:cNvContentPartPr/>
                <p14:nvPr/>
              </p14:nvContentPartPr>
              <p14:xfrm>
                <a:off x="2662091" y="398935"/>
                <a:ext cx="91440" cy="17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9AA75E6-C6DF-31D6-3C9F-2AF3F0F48A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53451" y="389935"/>
                  <a:ext cx="109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C7FC999-66C2-F34B-6BC9-16B686335659}"/>
                    </a:ext>
                  </a:extLst>
                </p14:cNvPr>
                <p14:cNvContentPartPr/>
                <p14:nvPr/>
              </p14:nvContentPartPr>
              <p14:xfrm>
                <a:off x="2886731" y="277975"/>
                <a:ext cx="184680" cy="214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C7FC999-66C2-F34B-6BC9-16B68633565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78091" y="268975"/>
                  <a:ext cx="202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693AE4A-AA20-6DAD-D1FD-AA0C901321B7}"/>
                    </a:ext>
                  </a:extLst>
                </p14:cNvPr>
                <p14:cNvContentPartPr/>
                <p14:nvPr/>
              </p14:nvContentPartPr>
              <p14:xfrm>
                <a:off x="3098411" y="392455"/>
                <a:ext cx="153720" cy="77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693AE4A-AA20-6DAD-D1FD-AA0C901321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89771" y="383455"/>
                  <a:ext cx="171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856BA6-F1B0-DFD5-1546-A546D495FDCB}"/>
                    </a:ext>
                  </a:extLst>
                </p14:cNvPr>
                <p14:cNvContentPartPr/>
                <p14:nvPr/>
              </p14:nvContentPartPr>
              <p14:xfrm>
                <a:off x="3161771" y="416935"/>
                <a:ext cx="15480" cy="131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856BA6-F1B0-DFD5-1546-A546D495FDC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53131" y="407935"/>
                  <a:ext cx="33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BB9847-32B3-5D3D-053F-02E049CC438B}"/>
                    </a:ext>
                  </a:extLst>
                </p14:cNvPr>
                <p14:cNvContentPartPr/>
                <p14:nvPr/>
              </p14:nvContentPartPr>
              <p14:xfrm>
                <a:off x="3246371" y="47935"/>
                <a:ext cx="255960" cy="564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BB9847-32B3-5D3D-053F-02E049CC438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37731" y="39295"/>
                  <a:ext cx="273600" cy="58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5AE0823-48C5-727E-D2A8-EF74C9AB8984}"/>
                  </a:ext>
                </a:extLst>
              </p14:cNvPr>
              <p14:cNvContentPartPr/>
              <p14:nvPr/>
            </p14:nvContentPartPr>
            <p14:xfrm>
              <a:off x="1712051" y="720415"/>
              <a:ext cx="202320" cy="2512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5AE0823-48C5-727E-D2A8-EF74C9AB898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03051" y="711415"/>
                <a:ext cx="2199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FCE42E0-148E-BE84-4088-75399B8C82E0}"/>
                  </a:ext>
                </a:extLst>
              </p14:cNvPr>
              <p14:cNvContentPartPr/>
              <p14:nvPr/>
            </p14:nvContentPartPr>
            <p14:xfrm>
              <a:off x="2295971" y="760015"/>
              <a:ext cx="168120" cy="209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FCE42E0-148E-BE84-4088-75399B8C82E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87331" y="751375"/>
                <a:ext cx="185760" cy="22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AD7B81D7-6821-F6A5-8EE7-519C6E0E451B}"/>
              </a:ext>
            </a:extLst>
          </p:cNvPr>
          <p:cNvGrpSpPr/>
          <p:nvPr/>
        </p:nvGrpSpPr>
        <p:grpSpPr>
          <a:xfrm>
            <a:off x="3814811" y="370135"/>
            <a:ext cx="610560" cy="117720"/>
            <a:chOff x="3814811" y="370135"/>
            <a:chExt cx="61056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0122137-2CFB-6444-A48D-FE7718CA5127}"/>
                    </a:ext>
                  </a:extLst>
                </p14:cNvPr>
                <p14:cNvContentPartPr/>
                <p14:nvPr/>
              </p14:nvContentPartPr>
              <p14:xfrm>
                <a:off x="3814811" y="383455"/>
                <a:ext cx="588240" cy="25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0122137-2CFB-6444-A48D-FE7718CA512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06171" y="374815"/>
                  <a:ext cx="605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CE2242-6EB4-024E-0862-EF6CFF5DFA6C}"/>
                    </a:ext>
                  </a:extLst>
                </p14:cNvPr>
                <p14:cNvContentPartPr/>
                <p14:nvPr/>
              </p14:nvContentPartPr>
              <p14:xfrm>
                <a:off x="4297211" y="370135"/>
                <a:ext cx="128160" cy="117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CE2242-6EB4-024E-0862-EF6CFF5DFA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88571" y="361135"/>
                  <a:ext cx="14580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F88D264-3639-1495-46CF-361ACAD30F72}"/>
              </a:ext>
            </a:extLst>
          </p:cNvPr>
          <p:cNvGrpSpPr/>
          <p:nvPr/>
        </p:nvGrpSpPr>
        <p:grpSpPr>
          <a:xfrm>
            <a:off x="4927571" y="234055"/>
            <a:ext cx="1168920" cy="390960"/>
            <a:chOff x="4927571" y="234055"/>
            <a:chExt cx="116892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DF1EC3B-5BAA-6F8B-43AB-35E6DE031A10}"/>
                    </a:ext>
                  </a:extLst>
                </p14:cNvPr>
                <p14:cNvContentPartPr/>
                <p14:nvPr/>
              </p14:nvContentPartPr>
              <p14:xfrm>
                <a:off x="4927571" y="283735"/>
                <a:ext cx="191160" cy="244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DF1EC3B-5BAA-6F8B-43AB-35E6DE031A1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18571" y="275095"/>
                  <a:ext cx="2088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1792FA2-151B-F3A0-086C-D7E416AD3CE5}"/>
                    </a:ext>
                  </a:extLst>
                </p14:cNvPr>
                <p14:cNvContentPartPr/>
                <p14:nvPr/>
              </p14:nvContentPartPr>
              <p14:xfrm>
                <a:off x="5196491" y="447175"/>
                <a:ext cx="146880" cy="59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1792FA2-151B-F3A0-086C-D7E416AD3CE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87491" y="438535"/>
                  <a:ext cx="164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4A690FB-BED2-2AD5-8CBD-61AB1DC08D4F}"/>
                    </a:ext>
                  </a:extLst>
                </p14:cNvPr>
                <p14:cNvContentPartPr/>
                <p14:nvPr/>
              </p14:nvContentPartPr>
              <p14:xfrm>
                <a:off x="5276411" y="381295"/>
                <a:ext cx="321480" cy="243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4A690FB-BED2-2AD5-8CBD-61AB1DC08D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67771" y="372295"/>
                  <a:ext cx="3391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3946AA-C7DF-1B7F-C6B2-F697DDFD2D42}"/>
                    </a:ext>
                  </a:extLst>
                </p14:cNvPr>
                <p14:cNvContentPartPr/>
                <p14:nvPr/>
              </p14:nvContentPartPr>
              <p14:xfrm>
                <a:off x="5530211" y="406495"/>
                <a:ext cx="108360" cy="36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03946AA-C7DF-1B7F-C6B2-F697DDFD2D4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21571" y="397495"/>
                  <a:ext cx="126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EA31BE6-5460-D05B-067E-E589EBD1C3DB}"/>
                    </a:ext>
                  </a:extLst>
                </p14:cNvPr>
                <p14:cNvContentPartPr/>
                <p14:nvPr/>
              </p14:nvContentPartPr>
              <p14:xfrm>
                <a:off x="5757011" y="234055"/>
                <a:ext cx="153000" cy="305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EA31BE6-5460-D05B-067E-E589EBD1C3D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48011" y="225415"/>
                  <a:ext cx="1706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B4047D-22F1-7DAD-5D05-8CD59D223F1D}"/>
                    </a:ext>
                  </a:extLst>
                </p14:cNvPr>
                <p14:cNvContentPartPr/>
                <p14:nvPr/>
              </p14:nvContentPartPr>
              <p14:xfrm>
                <a:off x="5955731" y="443575"/>
                <a:ext cx="140760" cy="164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B4047D-22F1-7DAD-5D05-8CD59D223F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47091" y="434935"/>
                  <a:ext cx="15840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532494C-F491-CEDB-AE4F-AD529B5F5E34}"/>
              </a:ext>
            </a:extLst>
          </p:cNvPr>
          <p:cNvGrpSpPr/>
          <p:nvPr/>
        </p:nvGrpSpPr>
        <p:grpSpPr>
          <a:xfrm>
            <a:off x="6382331" y="227575"/>
            <a:ext cx="1565640" cy="311760"/>
            <a:chOff x="6382331" y="227575"/>
            <a:chExt cx="156564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560E9BB-C59E-1C10-AC60-7C5B005D464E}"/>
                    </a:ext>
                  </a:extLst>
                </p14:cNvPr>
                <p14:cNvContentPartPr/>
                <p14:nvPr/>
              </p14:nvContentPartPr>
              <p14:xfrm>
                <a:off x="6382331" y="390295"/>
                <a:ext cx="198360" cy="5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560E9BB-C59E-1C10-AC60-7C5B005D464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73691" y="381655"/>
                  <a:ext cx="216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A3F6F7-B164-E35C-7D14-B8C64936592B}"/>
                    </a:ext>
                  </a:extLst>
                </p14:cNvPr>
                <p14:cNvContentPartPr/>
                <p14:nvPr/>
              </p14:nvContentPartPr>
              <p14:xfrm>
                <a:off x="6850691" y="227575"/>
                <a:ext cx="24840" cy="239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A3F6F7-B164-E35C-7D14-B8C6493659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41691" y="218935"/>
                  <a:ext cx="42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7A3597A-BB15-3CD4-0421-7AFFC7C535A5}"/>
                    </a:ext>
                  </a:extLst>
                </p14:cNvPr>
                <p14:cNvContentPartPr/>
                <p14:nvPr/>
              </p14:nvContentPartPr>
              <p14:xfrm>
                <a:off x="6713531" y="293815"/>
                <a:ext cx="413640" cy="194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7A3597A-BB15-3CD4-0421-7AFFC7C535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04531" y="285175"/>
                  <a:ext cx="4312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1F469C-BF40-D636-C830-EEBBF2158EC0}"/>
                    </a:ext>
                  </a:extLst>
                </p14:cNvPr>
                <p14:cNvContentPartPr/>
                <p14:nvPr/>
              </p14:nvContentPartPr>
              <p14:xfrm>
                <a:off x="7149491" y="371935"/>
                <a:ext cx="133560" cy="121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1F469C-BF40-D636-C830-EEBBF2158EC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40491" y="362935"/>
                  <a:ext cx="151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A533AAB-D2A3-BA90-3D45-3B525C022E59}"/>
                    </a:ext>
                  </a:extLst>
                </p14:cNvPr>
                <p14:cNvContentPartPr/>
                <p14:nvPr/>
              </p14:nvContentPartPr>
              <p14:xfrm>
                <a:off x="7282691" y="391735"/>
                <a:ext cx="111600" cy="86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A533AAB-D2A3-BA90-3D45-3B525C022E5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73691" y="382735"/>
                  <a:ext cx="129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3CEE132-C2EA-10AE-B144-D3A741D01E25}"/>
                    </a:ext>
                  </a:extLst>
                </p14:cNvPr>
                <p14:cNvContentPartPr/>
                <p14:nvPr/>
              </p14:nvContentPartPr>
              <p14:xfrm>
                <a:off x="7464851" y="312895"/>
                <a:ext cx="29160" cy="137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3CEE132-C2EA-10AE-B144-D3A741D01E2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56211" y="303895"/>
                  <a:ext cx="468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C1AF831-BF24-6572-DEAA-1652F5676AE7}"/>
                    </a:ext>
                  </a:extLst>
                </p14:cNvPr>
                <p14:cNvContentPartPr/>
                <p14:nvPr/>
              </p14:nvContentPartPr>
              <p14:xfrm>
                <a:off x="7568531" y="228295"/>
                <a:ext cx="38160" cy="281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C1AF831-BF24-6572-DEAA-1652F5676A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59891" y="219655"/>
                  <a:ext cx="558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185BE9-DC68-9709-D064-3DBA49B08222}"/>
                    </a:ext>
                  </a:extLst>
                </p14:cNvPr>
                <p14:cNvContentPartPr/>
                <p14:nvPr/>
              </p14:nvContentPartPr>
              <p14:xfrm>
                <a:off x="7422731" y="300295"/>
                <a:ext cx="525240" cy="239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185BE9-DC68-9709-D064-3DBA49B082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13731" y="291295"/>
                  <a:ext cx="54288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136F7C7-7E72-0F6B-76E2-876DD65AAC29}"/>
              </a:ext>
            </a:extLst>
          </p:cNvPr>
          <p:cNvGrpSpPr/>
          <p:nvPr/>
        </p:nvGrpSpPr>
        <p:grpSpPr>
          <a:xfrm>
            <a:off x="4846211" y="1071055"/>
            <a:ext cx="930600" cy="281880"/>
            <a:chOff x="4846211" y="1071055"/>
            <a:chExt cx="93060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AAA44F-C317-B2FF-A87E-BF3100378AA7}"/>
                    </a:ext>
                  </a:extLst>
                </p14:cNvPr>
                <p14:cNvContentPartPr/>
                <p14:nvPr/>
              </p14:nvContentPartPr>
              <p14:xfrm>
                <a:off x="4846211" y="1098415"/>
                <a:ext cx="246600" cy="236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AAA44F-C317-B2FF-A87E-BF3100378A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37571" y="1089775"/>
                  <a:ext cx="264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95136BE-C9B5-F2CF-5821-9111B76923A8}"/>
                    </a:ext>
                  </a:extLst>
                </p14:cNvPr>
                <p14:cNvContentPartPr/>
                <p14:nvPr/>
              </p14:nvContentPartPr>
              <p14:xfrm>
                <a:off x="5237891" y="1071055"/>
                <a:ext cx="5760" cy="28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95136BE-C9B5-F2CF-5821-9111B76923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28891" y="1062415"/>
                  <a:ext cx="23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0760CAC-B263-4FE3-7D59-724409EDEA12}"/>
                    </a:ext>
                  </a:extLst>
                </p14:cNvPr>
                <p14:cNvContentPartPr/>
                <p14:nvPr/>
              </p14:nvContentPartPr>
              <p14:xfrm>
                <a:off x="5085971" y="1175095"/>
                <a:ext cx="338400" cy="177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0760CAC-B263-4FE3-7D59-724409EDEA1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77331" y="1166095"/>
                  <a:ext cx="356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9798968-F905-3A06-8238-9A2D23321A88}"/>
                    </a:ext>
                  </a:extLst>
                </p14:cNvPr>
                <p14:cNvContentPartPr/>
                <p14:nvPr/>
              </p14:nvContentPartPr>
              <p14:xfrm>
                <a:off x="5316731" y="1217935"/>
                <a:ext cx="167760" cy="124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9798968-F905-3A06-8238-9A2D23321A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08091" y="1209295"/>
                  <a:ext cx="185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ECA324-71D8-E07A-07E9-A38B0D8E4139}"/>
                    </a:ext>
                  </a:extLst>
                </p14:cNvPr>
                <p14:cNvContentPartPr/>
                <p14:nvPr/>
              </p14:nvContentPartPr>
              <p14:xfrm>
                <a:off x="5569091" y="1085815"/>
                <a:ext cx="207720" cy="236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ECA324-71D8-E07A-07E9-A38B0D8E41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60451" y="1076815"/>
                  <a:ext cx="2253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B1D74C6-2387-2C4D-0EC8-604C0B1DE68B}"/>
                    </a:ext>
                  </a:extLst>
                </p14:cNvPr>
                <p14:cNvContentPartPr/>
                <p14:nvPr/>
              </p14:nvContentPartPr>
              <p14:xfrm>
                <a:off x="5496371" y="1163215"/>
                <a:ext cx="201600" cy="33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B1D74C6-2387-2C4D-0EC8-604C0B1DE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87731" y="1154575"/>
                  <a:ext cx="2192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359AC1C-9AC9-B4A5-501A-83223A4F050C}"/>
                  </a:ext>
                </a:extLst>
              </p14:cNvPr>
              <p14:cNvContentPartPr/>
              <p14:nvPr/>
            </p14:nvContentPartPr>
            <p14:xfrm>
              <a:off x="5160851" y="1498015"/>
              <a:ext cx="1092240" cy="846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359AC1C-9AC9-B4A5-501A-83223A4F050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152211" y="1489015"/>
                <a:ext cx="110988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9E5D08E6-A5F5-159F-DB11-A9E315F2D06D}"/>
              </a:ext>
            </a:extLst>
          </p:cNvPr>
          <p:cNvGrpSpPr/>
          <p:nvPr/>
        </p:nvGrpSpPr>
        <p:grpSpPr>
          <a:xfrm>
            <a:off x="6025211" y="1053415"/>
            <a:ext cx="482040" cy="245880"/>
            <a:chOff x="6025211" y="1053415"/>
            <a:chExt cx="48204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33E8904-48BF-703F-9A1E-E52301C01CE5}"/>
                    </a:ext>
                  </a:extLst>
                </p14:cNvPr>
                <p14:cNvContentPartPr/>
                <p14:nvPr/>
              </p14:nvContentPartPr>
              <p14:xfrm>
                <a:off x="6025211" y="1053415"/>
                <a:ext cx="233280" cy="245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33E8904-48BF-703F-9A1E-E52301C01CE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16571" y="1044415"/>
                  <a:ext cx="250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AA5386B-865F-9BB0-D4A2-78F6AAD8A332}"/>
                    </a:ext>
                  </a:extLst>
                </p14:cNvPr>
                <p14:cNvContentPartPr/>
                <p14:nvPr/>
              </p14:nvContentPartPr>
              <p14:xfrm>
                <a:off x="6483491" y="1172215"/>
                <a:ext cx="23760" cy="99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AA5386B-865F-9BB0-D4A2-78F6AAD8A33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74491" y="1163215"/>
                  <a:ext cx="414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556CB97-A549-E5A8-A352-0AE7268188E9}"/>
              </a:ext>
            </a:extLst>
          </p:cNvPr>
          <p:cNvGrpSpPr/>
          <p:nvPr/>
        </p:nvGrpSpPr>
        <p:grpSpPr>
          <a:xfrm>
            <a:off x="6815051" y="989695"/>
            <a:ext cx="2050560" cy="459000"/>
            <a:chOff x="6815051" y="989695"/>
            <a:chExt cx="2050560" cy="45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89B9E11-372C-C4D8-D1D2-1DDB46927E7A}"/>
                    </a:ext>
                  </a:extLst>
                </p14:cNvPr>
                <p14:cNvContentPartPr/>
                <p14:nvPr/>
              </p14:nvContentPartPr>
              <p14:xfrm>
                <a:off x="6916571" y="1047655"/>
                <a:ext cx="45000" cy="239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89B9E11-372C-C4D8-D1D2-1DDB46927E7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07571" y="1038655"/>
                  <a:ext cx="62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FFB55AB-E0D7-0D71-6ACB-0B48BB9FCB55}"/>
                    </a:ext>
                  </a:extLst>
                </p14:cNvPr>
                <p14:cNvContentPartPr/>
                <p14:nvPr/>
              </p14:nvContentPartPr>
              <p14:xfrm>
                <a:off x="6815051" y="989695"/>
                <a:ext cx="301320" cy="144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FFB55AB-E0D7-0D71-6ACB-0B48BB9FCB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06051" y="981055"/>
                  <a:ext cx="318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DD21491-6847-D58D-261E-D4B192DA1D23}"/>
                    </a:ext>
                  </a:extLst>
                </p14:cNvPr>
                <p14:cNvContentPartPr/>
                <p14:nvPr/>
              </p14:nvContentPartPr>
              <p14:xfrm>
                <a:off x="7161731" y="1093375"/>
                <a:ext cx="137520" cy="89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DD21491-6847-D58D-261E-D4B192DA1D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52731" y="1084735"/>
                  <a:ext cx="155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F866162-B5E4-4751-3489-B13A11A89128}"/>
                    </a:ext>
                  </a:extLst>
                </p14:cNvPr>
                <p14:cNvContentPartPr/>
                <p14:nvPr/>
              </p14:nvContentPartPr>
              <p14:xfrm>
                <a:off x="7011971" y="1313695"/>
                <a:ext cx="125640" cy="135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F866162-B5E4-4751-3489-B13A11A8912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03331" y="1305055"/>
                  <a:ext cx="143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622617D-0489-5A53-6211-D3AF29AED06B}"/>
                    </a:ext>
                  </a:extLst>
                </p14:cNvPr>
                <p14:cNvContentPartPr/>
                <p14:nvPr/>
              </p14:nvContentPartPr>
              <p14:xfrm>
                <a:off x="7481051" y="1087615"/>
                <a:ext cx="172440" cy="125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622617D-0489-5A53-6211-D3AF29AED06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72411" y="1078615"/>
                  <a:ext cx="1900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6B23FDC-4B39-5115-3A41-9BC04DC4D2EB}"/>
                    </a:ext>
                  </a:extLst>
                </p14:cNvPr>
                <p14:cNvContentPartPr/>
                <p14:nvPr/>
              </p14:nvContentPartPr>
              <p14:xfrm>
                <a:off x="7749251" y="1200295"/>
                <a:ext cx="69480" cy="20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6B23FDC-4B39-5115-3A41-9BC04DC4D2E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40251" y="1191295"/>
                  <a:ext cx="87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5A5076-AA8E-F4CC-BAF0-7F8D7236F48C}"/>
                    </a:ext>
                  </a:extLst>
                </p14:cNvPr>
                <p14:cNvContentPartPr/>
                <p14:nvPr/>
              </p14:nvContentPartPr>
              <p14:xfrm>
                <a:off x="7885331" y="1033255"/>
                <a:ext cx="168480" cy="176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5A5076-AA8E-F4CC-BAF0-7F8D7236F48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76331" y="1024615"/>
                  <a:ext cx="186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C3A0C86-4795-16D1-FDB2-7A42597120DE}"/>
                    </a:ext>
                  </a:extLst>
                </p14:cNvPr>
                <p14:cNvContentPartPr/>
                <p14:nvPr/>
              </p14:nvContentPartPr>
              <p14:xfrm>
                <a:off x="8206811" y="1024615"/>
                <a:ext cx="255240" cy="216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C3A0C86-4795-16D1-FDB2-7A42597120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97811" y="1015975"/>
                  <a:ext cx="272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014459D-115F-82E8-D596-CFDD5D41E609}"/>
                    </a:ext>
                  </a:extLst>
                </p14:cNvPr>
                <p14:cNvContentPartPr/>
                <p14:nvPr/>
              </p14:nvContentPartPr>
              <p14:xfrm>
                <a:off x="8486531" y="1068895"/>
                <a:ext cx="33120" cy="136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014459D-115F-82E8-D596-CFDD5D41E60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77891" y="1059895"/>
                  <a:ext cx="50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1388740-80E4-EEA5-5271-0CFDF014F101}"/>
                    </a:ext>
                  </a:extLst>
                </p14:cNvPr>
                <p14:cNvContentPartPr/>
                <p14:nvPr/>
              </p14:nvContentPartPr>
              <p14:xfrm>
                <a:off x="8502371" y="994735"/>
                <a:ext cx="164520" cy="124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1388740-80E4-EEA5-5271-0CFDF014F10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93371" y="986095"/>
                  <a:ext cx="182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EA0EEF2-484E-C5DD-C8C1-927AAC3FAE0D}"/>
                    </a:ext>
                  </a:extLst>
                </p14:cNvPr>
                <p14:cNvContentPartPr/>
                <p14:nvPr/>
              </p14:nvContentPartPr>
              <p14:xfrm>
                <a:off x="8669411" y="1094095"/>
                <a:ext cx="196200" cy="98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EA0EEF2-484E-C5DD-C8C1-927AAC3FAE0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60411" y="1085095"/>
                  <a:ext cx="21384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810C01-FE9C-91F5-561E-7DBBDAAEBDC4}"/>
              </a:ext>
            </a:extLst>
          </p:cNvPr>
          <p:cNvGrpSpPr/>
          <p:nvPr/>
        </p:nvGrpSpPr>
        <p:grpSpPr>
          <a:xfrm>
            <a:off x="6943571" y="1728415"/>
            <a:ext cx="1025640" cy="353520"/>
            <a:chOff x="6943571" y="1728415"/>
            <a:chExt cx="102564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D128738-0D53-9A29-0065-CCB570AD6D21}"/>
                    </a:ext>
                  </a:extLst>
                </p14:cNvPr>
                <p14:cNvContentPartPr/>
                <p14:nvPr/>
              </p14:nvContentPartPr>
              <p14:xfrm>
                <a:off x="6945011" y="1795375"/>
                <a:ext cx="214560" cy="186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D128738-0D53-9A29-0065-CCB570AD6D2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36371" y="1786735"/>
                  <a:ext cx="232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7BE6DE-BB5C-D0B7-8A8B-0B98BAB7C039}"/>
                    </a:ext>
                  </a:extLst>
                </p14:cNvPr>
                <p14:cNvContentPartPr/>
                <p14:nvPr/>
              </p14:nvContentPartPr>
              <p14:xfrm>
                <a:off x="6943571" y="1831015"/>
                <a:ext cx="155880" cy="177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E7BE6DE-BB5C-D0B7-8A8B-0B98BAB7C03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34571" y="1822375"/>
                  <a:ext cx="1735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911DEDF-2151-A8C4-47FB-740D53655612}"/>
                    </a:ext>
                  </a:extLst>
                </p14:cNvPr>
                <p14:cNvContentPartPr/>
                <p14:nvPr/>
              </p14:nvContentPartPr>
              <p14:xfrm>
                <a:off x="7161011" y="1816615"/>
                <a:ext cx="482400" cy="265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911DEDF-2151-A8C4-47FB-740D5365561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52371" y="1807615"/>
                  <a:ext cx="5000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3CF45AB-EC72-9355-D346-13B8931D52CB}"/>
                    </a:ext>
                  </a:extLst>
                </p14:cNvPr>
                <p14:cNvContentPartPr/>
                <p14:nvPr/>
              </p14:nvContentPartPr>
              <p14:xfrm>
                <a:off x="7751051" y="1728415"/>
                <a:ext cx="218160" cy="171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3CF45AB-EC72-9355-D346-13B8931D52C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42411" y="1719415"/>
                  <a:ext cx="23580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9A3C0E6-6B75-449C-D9F7-19738B8DDFDD}"/>
              </a:ext>
            </a:extLst>
          </p:cNvPr>
          <p:cNvGrpSpPr/>
          <p:nvPr/>
        </p:nvGrpSpPr>
        <p:grpSpPr>
          <a:xfrm>
            <a:off x="8708651" y="1464535"/>
            <a:ext cx="562320" cy="127080"/>
            <a:chOff x="8708651" y="1464535"/>
            <a:chExt cx="56232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043B31B-C183-7A09-8D22-705674E81EC0}"/>
                    </a:ext>
                  </a:extLst>
                </p14:cNvPr>
                <p14:cNvContentPartPr/>
                <p14:nvPr/>
              </p14:nvContentPartPr>
              <p14:xfrm>
                <a:off x="8708651" y="1495495"/>
                <a:ext cx="497520" cy="43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043B31B-C183-7A09-8D22-705674E81EC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99651" y="1486495"/>
                  <a:ext cx="515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E795384-F2EC-B1CA-52D5-9FE75860E1B0}"/>
                    </a:ext>
                  </a:extLst>
                </p14:cNvPr>
                <p14:cNvContentPartPr/>
                <p14:nvPr/>
              </p14:nvContentPartPr>
              <p14:xfrm>
                <a:off x="9154691" y="1464535"/>
                <a:ext cx="116280" cy="127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E795384-F2EC-B1CA-52D5-9FE75860E1B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45691" y="1455535"/>
                  <a:ext cx="13392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49DCB72-A70D-AD04-7359-5E61D7AF3273}"/>
              </a:ext>
            </a:extLst>
          </p:cNvPr>
          <p:cNvGrpSpPr/>
          <p:nvPr/>
        </p:nvGrpSpPr>
        <p:grpSpPr>
          <a:xfrm>
            <a:off x="9490571" y="1010575"/>
            <a:ext cx="1358280" cy="377280"/>
            <a:chOff x="9490571" y="1010575"/>
            <a:chExt cx="135828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6BC2BEF-DFE8-124F-D696-1B099BBDD8A7}"/>
                    </a:ext>
                  </a:extLst>
                </p14:cNvPr>
                <p14:cNvContentPartPr/>
                <p14:nvPr/>
              </p14:nvContentPartPr>
              <p14:xfrm>
                <a:off x="9490571" y="1054855"/>
                <a:ext cx="209160" cy="266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6BC2BEF-DFE8-124F-D696-1B099BBDD8A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81571" y="1045855"/>
                  <a:ext cx="2268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9770395-0A29-EEB0-B415-6B29B093ADA7}"/>
                    </a:ext>
                  </a:extLst>
                </p14:cNvPr>
                <p14:cNvContentPartPr/>
                <p14:nvPr/>
              </p14:nvContentPartPr>
              <p14:xfrm>
                <a:off x="9759131" y="1253215"/>
                <a:ext cx="134640" cy="117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9770395-0A29-EEB0-B415-6B29B093ADA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50131" y="1244575"/>
                  <a:ext cx="1522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3A3A8D5-DCE6-BD6B-65B8-7ED90D2E4C15}"/>
                    </a:ext>
                  </a:extLst>
                </p14:cNvPr>
                <p14:cNvContentPartPr/>
                <p14:nvPr/>
              </p14:nvContentPartPr>
              <p14:xfrm>
                <a:off x="9914651" y="1166815"/>
                <a:ext cx="179640" cy="20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3A3A8D5-DCE6-BD6B-65B8-7ED90D2E4C1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06011" y="1157815"/>
                  <a:ext cx="1972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6FC960A-7093-C374-3E68-BF60DD053A35}"/>
                    </a:ext>
                  </a:extLst>
                </p14:cNvPr>
                <p14:cNvContentPartPr/>
                <p14:nvPr/>
              </p14:nvContentPartPr>
              <p14:xfrm>
                <a:off x="9948131" y="1220095"/>
                <a:ext cx="145080" cy="27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6FC960A-7093-C374-3E68-BF60DD053A3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39491" y="1211095"/>
                  <a:ext cx="162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90DF036-819F-C7B8-3D7A-77CF4CBA6D27}"/>
                    </a:ext>
                  </a:extLst>
                </p14:cNvPr>
                <p14:cNvContentPartPr/>
                <p14:nvPr/>
              </p14:nvContentPartPr>
              <p14:xfrm>
                <a:off x="10204091" y="1010575"/>
                <a:ext cx="234720" cy="244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90DF036-819F-C7B8-3D7A-77CF4CBA6D2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95091" y="1001575"/>
                  <a:ext cx="2523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4257FBD-D486-36AB-5D07-957E12B891FE}"/>
                    </a:ext>
                  </a:extLst>
                </p14:cNvPr>
                <p14:cNvContentPartPr/>
                <p14:nvPr/>
              </p14:nvContentPartPr>
              <p14:xfrm>
                <a:off x="10397051" y="1165015"/>
                <a:ext cx="141480" cy="222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4257FBD-D486-36AB-5D07-957E12B891F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388051" y="1156015"/>
                  <a:ext cx="159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CC005DE-9E04-26CA-2C4A-5960DD69B4F7}"/>
                    </a:ext>
                  </a:extLst>
                </p14:cNvPr>
                <p14:cNvContentPartPr/>
                <p14:nvPr/>
              </p14:nvContentPartPr>
              <p14:xfrm>
                <a:off x="10609811" y="1070695"/>
                <a:ext cx="239040" cy="70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CC005DE-9E04-26CA-2C4A-5960DD69B4F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01171" y="1062055"/>
                  <a:ext cx="25668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B2E0D53-EE50-739D-4F13-0E64F2334FD7}"/>
              </a:ext>
            </a:extLst>
          </p:cNvPr>
          <p:cNvGrpSpPr/>
          <p:nvPr/>
        </p:nvGrpSpPr>
        <p:grpSpPr>
          <a:xfrm>
            <a:off x="10896011" y="880255"/>
            <a:ext cx="1229040" cy="612360"/>
            <a:chOff x="10896011" y="880255"/>
            <a:chExt cx="1229040" cy="61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5BB27C8-47D5-AC88-EF15-DCF7A52F3D6D}"/>
                    </a:ext>
                  </a:extLst>
                </p14:cNvPr>
                <p14:cNvContentPartPr/>
                <p14:nvPr/>
              </p14:nvContentPartPr>
              <p14:xfrm>
                <a:off x="10896011" y="964135"/>
                <a:ext cx="162720" cy="303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5BB27C8-47D5-AC88-EF15-DCF7A52F3D6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87011" y="955495"/>
                  <a:ext cx="1803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A4478D-E3AF-1F47-4FA0-98CC593CDFC2}"/>
                    </a:ext>
                  </a:extLst>
                </p14:cNvPr>
                <p14:cNvContentPartPr/>
                <p14:nvPr/>
              </p14:nvContentPartPr>
              <p14:xfrm>
                <a:off x="11076011" y="1031455"/>
                <a:ext cx="161280" cy="134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A4478D-E3AF-1F47-4FA0-98CC593CDFC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067371" y="1022455"/>
                  <a:ext cx="178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59C5F38-DE82-E114-4FC4-B5CB3941BEE6}"/>
                    </a:ext>
                  </a:extLst>
                </p14:cNvPr>
                <p14:cNvContentPartPr/>
                <p14:nvPr/>
              </p14:nvContentPartPr>
              <p14:xfrm>
                <a:off x="11138291" y="1064575"/>
                <a:ext cx="58680" cy="186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59C5F38-DE82-E114-4FC4-B5CB3941BEE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29291" y="1055575"/>
                  <a:ext cx="76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08EE06C-27FD-8081-411B-8BF5EB475091}"/>
                    </a:ext>
                  </a:extLst>
                </p14:cNvPr>
                <p14:cNvContentPartPr/>
                <p14:nvPr/>
              </p14:nvContentPartPr>
              <p14:xfrm>
                <a:off x="11247731" y="1024255"/>
                <a:ext cx="177120" cy="204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08EE06C-27FD-8081-411B-8BF5EB47509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39091" y="1015615"/>
                  <a:ext cx="1947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CF11666-42F5-F7D9-3EB5-CBDB4666C699}"/>
                    </a:ext>
                  </a:extLst>
                </p14:cNvPr>
                <p14:cNvContentPartPr/>
                <p14:nvPr/>
              </p14:nvContentPartPr>
              <p14:xfrm>
                <a:off x="11484971" y="1001935"/>
                <a:ext cx="137160" cy="187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CF11666-42F5-F7D9-3EB5-CBDB4666C69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475971" y="992935"/>
                  <a:ext cx="1548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F60F7D9-E7E4-E564-0C42-937FB63745F7}"/>
                    </a:ext>
                  </a:extLst>
                </p14:cNvPr>
                <p14:cNvContentPartPr/>
                <p14:nvPr/>
              </p14:nvContentPartPr>
              <p14:xfrm>
                <a:off x="11520971" y="1022095"/>
                <a:ext cx="234360" cy="86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F60F7D9-E7E4-E564-0C42-937FB63745F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512331" y="1013095"/>
                  <a:ext cx="2520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7C62E5C-AC92-8B1B-3D71-675302EA96C3}"/>
                    </a:ext>
                  </a:extLst>
                </p14:cNvPr>
                <p14:cNvContentPartPr/>
                <p14:nvPr/>
              </p14:nvContentPartPr>
              <p14:xfrm>
                <a:off x="11658131" y="1138735"/>
                <a:ext cx="136080" cy="86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7C62E5C-AC92-8B1B-3D71-675302EA96C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649131" y="1130095"/>
                  <a:ext cx="153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B78F1E9-A7FD-F5B8-47A4-27A8D22F346B}"/>
                    </a:ext>
                  </a:extLst>
                </p14:cNvPr>
                <p14:cNvContentPartPr/>
                <p14:nvPr/>
              </p14:nvContentPartPr>
              <p14:xfrm>
                <a:off x="11944691" y="880255"/>
                <a:ext cx="69120" cy="173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B78F1E9-A7FD-F5B8-47A4-27A8D22F346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936051" y="871615"/>
                  <a:ext cx="86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3DC1FB0-A749-93BF-4AB7-57C261A20F80}"/>
                    </a:ext>
                  </a:extLst>
                </p14:cNvPr>
                <p14:cNvContentPartPr/>
                <p14:nvPr/>
              </p14:nvContentPartPr>
              <p14:xfrm>
                <a:off x="11974571" y="935695"/>
                <a:ext cx="150480" cy="128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3DC1FB0-A749-93BF-4AB7-57C261A20F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965931" y="927055"/>
                  <a:ext cx="168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E0A383D-A04F-57C5-1D75-B2C2C6737C2C}"/>
                    </a:ext>
                  </a:extLst>
                </p14:cNvPr>
                <p14:cNvContentPartPr/>
                <p14:nvPr/>
              </p14:nvContentPartPr>
              <p14:xfrm>
                <a:off x="11891051" y="1134775"/>
                <a:ext cx="217440" cy="20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E0A383D-A04F-57C5-1D75-B2C2C6737C2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882411" y="1125775"/>
                  <a:ext cx="235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B689C3F-6569-2798-D799-64E1B4058290}"/>
                    </a:ext>
                  </a:extLst>
                </p14:cNvPr>
                <p14:cNvContentPartPr/>
                <p14:nvPr/>
              </p14:nvContentPartPr>
              <p14:xfrm>
                <a:off x="11856491" y="1249255"/>
                <a:ext cx="38520" cy="117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B689C3F-6569-2798-D799-64E1B405829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847851" y="1240255"/>
                  <a:ext cx="561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297AA76-7910-750B-CAA6-E5A936D7E51B}"/>
                    </a:ext>
                  </a:extLst>
                </p14:cNvPr>
                <p14:cNvContentPartPr/>
                <p14:nvPr/>
              </p14:nvContentPartPr>
              <p14:xfrm>
                <a:off x="11877371" y="1304695"/>
                <a:ext cx="185760" cy="187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297AA76-7910-750B-CAA6-E5A936D7E5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868371" y="1295695"/>
                  <a:ext cx="203400" cy="20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4FC5A24-E3C3-0C2A-A6D9-2A1D779D87E1}"/>
                  </a:ext>
                </a:extLst>
              </p14:cNvPr>
              <p14:cNvContentPartPr/>
              <p14:nvPr/>
            </p14:nvContentPartPr>
            <p14:xfrm>
              <a:off x="10844531" y="1694575"/>
              <a:ext cx="74520" cy="104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4FC5A24-E3C3-0C2A-A6D9-2A1D779D87E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835891" y="1685575"/>
                <a:ext cx="9216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4B338F5-DC29-9CB8-D142-698ED51FB59F}"/>
              </a:ext>
            </a:extLst>
          </p:cNvPr>
          <p:cNvGrpSpPr/>
          <p:nvPr/>
        </p:nvGrpSpPr>
        <p:grpSpPr>
          <a:xfrm>
            <a:off x="4976891" y="2580535"/>
            <a:ext cx="1378080" cy="325440"/>
            <a:chOff x="4976891" y="2580535"/>
            <a:chExt cx="137808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ED67D76-983D-1AA8-BCEC-B5FB34B202C6}"/>
                    </a:ext>
                  </a:extLst>
                </p14:cNvPr>
                <p14:cNvContentPartPr/>
                <p14:nvPr/>
              </p14:nvContentPartPr>
              <p14:xfrm>
                <a:off x="4976891" y="2617255"/>
                <a:ext cx="252360" cy="246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ED67D76-983D-1AA8-BCEC-B5FB34B202C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68251" y="2608255"/>
                  <a:ext cx="2700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D5F22A4-C37A-51D9-C8E5-D081EDE590D7}"/>
                    </a:ext>
                  </a:extLst>
                </p14:cNvPr>
                <p14:cNvContentPartPr/>
                <p14:nvPr/>
              </p14:nvContentPartPr>
              <p14:xfrm>
                <a:off x="5310251" y="2617975"/>
                <a:ext cx="15480" cy="233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D5F22A4-C37A-51D9-C8E5-D081EDE590D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01611" y="2608975"/>
                  <a:ext cx="33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ECA2DB5-445B-9CE1-3283-D29204A74641}"/>
                    </a:ext>
                  </a:extLst>
                </p14:cNvPr>
                <p14:cNvContentPartPr/>
                <p14:nvPr/>
              </p14:nvContentPartPr>
              <p14:xfrm>
                <a:off x="5299811" y="2691775"/>
                <a:ext cx="509400" cy="213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ECA2DB5-445B-9CE1-3283-D29204A7464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90811" y="2683135"/>
                  <a:ext cx="5270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CF1D68B-1E0D-690F-5997-597D612B831B}"/>
                    </a:ext>
                  </a:extLst>
                </p14:cNvPr>
                <p14:cNvContentPartPr/>
                <p14:nvPr/>
              </p14:nvContentPartPr>
              <p14:xfrm>
                <a:off x="5544971" y="2676295"/>
                <a:ext cx="299880" cy="75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CF1D68B-1E0D-690F-5997-597D612B831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35971" y="2667295"/>
                  <a:ext cx="3175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93D2B54-174B-3751-B71D-E4E87EF2552A}"/>
                    </a:ext>
                  </a:extLst>
                </p14:cNvPr>
                <p14:cNvContentPartPr/>
                <p14:nvPr/>
              </p14:nvContentPartPr>
              <p14:xfrm>
                <a:off x="5949971" y="2580535"/>
                <a:ext cx="177480" cy="325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93D2B54-174B-3751-B71D-E4E87EF2552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41331" y="2571535"/>
                  <a:ext cx="195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2E6E865-E7D4-97BF-806F-92A384BF2A6F}"/>
                    </a:ext>
                  </a:extLst>
                </p14:cNvPr>
                <p14:cNvContentPartPr/>
                <p14:nvPr/>
              </p14:nvContentPartPr>
              <p14:xfrm>
                <a:off x="6317171" y="2639575"/>
                <a:ext cx="37800" cy="191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2E6E865-E7D4-97BF-806F-92A384BF2A6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308171" y="2630575"/>
                  <a:ext cx="5544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62B144E-8FE1-CE27-7A74-1C0B208C464E}"/>
                  </a:ext>
                </a:extLst>
              </p14:cNvPr>
              <p14:cNvContentPartPr/>
              <p14:nvPr/>
            </p14:nvContentPartPr>
            <p14:xfrm>
              <a:off x="5289371" y="3127375"/>
              <a:ext cx="896760" cy="439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62B144E-8FE1-CE27-7A74-1C0B208C464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280731" y="3118375"/>
                <a:ext cx="91440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EDB644E-7851-B3A1-E63C-924FB1407C14}"/>
              </a:ext>
            </a:extLst>
          </p:cNvPr>
          <p:cNvGrpSpPr/>
          <p:nvPr/>
        </p:nvGrpSpPr>
        <p:grpSpPr>
          <a:xfrm>
            <a:off x="6792731" y="2497735"/>
            <a:ext cx="1694160" cy="542520"/>
            <a:chOff x="6792731" y="2497735"/>
            <a:chExt cx="1694160" cy="54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5FEDA16-3DAA-F8AB-19F6-8939B93551FB}"/>
                    </a:ext>
                  </a:extLst>
                </p14:cNvPr>
                <p14:cNvContentPartPr/>
                <p14:nvPr/>
              </p14:nvContentPartPr>
              <p14:xfrm>
                <a:off x="6792731" y="2594935"/>
                <a:ext cx="195480" cy="325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5FEDA16-3DAA-F8AB-19F6-8939B93551F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84091" y="2586295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CC37290-A8D6-F9C6-5FAB-70FFDC3EBC57}"/>
                    </a:ext>
                  </a:extLst>
                </p14:cNvPr>
                <p14:cNvContentPartPr/>
                <p14:nvPr/>
              </p14:nvContentPartPr>
              <p14:xfrm>
                <a:off x="7010891" y="2846575"/>
                <a:ext cx="177120" cy="71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CC37290-A8D6-F9C6-5FAB-70FFDC3EBC5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02251" y="2837935"/>
                  <a:ext cx="194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28974AB-E886-0CAC-38BB-0C4BDC159EA3}"/>
                    </a:ext>
                  </a:extLst>
                </p14:cNvPr>
                <p14:cNvContentPartPr/>
                <p14:nvPr/>
              </p14:nvContentPartPr>
              <p14:xfrm>
                <a:off x="7084691" y="2669095"/>
                <a:ext cx="423360" cy="371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28974AB-E886-0CAC-38BB-0C4BDC159EA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75691" y="2660095"/>
                  <a:ext cx="4410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5FC7906-E298-5948-3A34-DBD15F23DA5A}"/>
                    </a:ext>
                  </a:extLst>
                </p14:cNvPr>
                <p14:cNvContentPartPr/>
                <p14:nvPr/>
              </p14:nvContentPartPr>
              <p14:xfrm>
                <a:off x="7396811" y="2746135"/>
                <a:ext cx="141120" cy="21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5FC7906-E298-5948-3A34-DBD15F23DA5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88171" y="2737495"/>
                  <a:ext cx="158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FABCF81-D97F-93B2-2EA0-5651A78BC449}"/>
                    </a:ext>
                  </a:extLst>
                </p14:cNvPr>
                <p14:cNvContentPartPr/>
                <p14:nvPr/>
              </p14:nvContentPartPr>
              <p14:xfrm>
                <a:off x="7749971" y="2524015"/>
                <a:ext cx="211320" cy="250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FABCF81-D97F-93B2-2EA0-5651A78BC44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40971" y="2515375"/>
                  <a:ext cx="228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192C97E-7BBF-3CB3-764C-5EA8E3E2F455}"/>
                    </a:ext>
                  </a:extLst>
                </p14:cNvPr>
                <p14:cNvContentPartPr/>
                <p14:nvPr/>
              </p14:nvContentPartPr>
              <p14:xfrm>
                <a:off x="8008451" y="2525095"/>
                <a:ext cx="230400" cy="132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192C97E-7BBF-3CB3-764C-5EA8E3E2F45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99811" y="2516095"/>
                  <a:ext cx="248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BD9B06E-0BCD-344E-446A-7292323EE4CA}"/>
                    </a:ext>
                  </a:extLst>
                </p14:cNvPr>
                <p14:cNvContentPartPr/>
                <p14:nvPr/>
              </p14:nvContentPartPr>
              <p14:xfrm>
                <a:off x="8155691" y="2497735"/>
                <a:ext cx="42840" cy="265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BD9B06E-0BCD-344E-446A-7292323EE4C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47051" y="2488735"/>
                  <a:ext cx="604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A9C74D7-811E-0945-7D61-B2A8E602B92C}"/>
                    </a:ext>
                  </a:extLst>
                </p14:cNvPr>
                <p14:cNvContentPartPr/>
                <p14:nvPr/>
              </p14:nvContentPartPr>
              <p14:xfrm>
                <a:off x="8288531" y="2506375"/>
                <a:ext cx="198360" cy="276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A9C74D7-811E-0945-7D61-B2A8E602B92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79891" y="2497735"/>
                  <a:ext cx="21600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72F051C-96A0-2C52-84C6-8FCAAF22E835}"/>
              </a:ext>
            </a:extLst>
          </p:cNvPr>
          <p:cNvGrpSpPr/>
          <p:nvPr/>
        </p:nvGrpSpPr>
        <p:grpSpPr>
          <a:xfrm>
            <a:off x="8674451" y="2557135"/>
            <a:ext cx="518040" cy="302040"/>
            <a:chOff x="8674451" y="2557135"/>
            <a:chExt cx="51804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45A518B-79AD-C6B9-799C-FD8544DD3248}"/>
                    </a:ext>
                  </a:extLst>
                </p14:cNvPr>
                <p14:cNvContentPartPr/>
                <p14:nvPr/>
              </p14:nvContentPartPr>
              <p14:xfrm>
                <a:off x="8674451" y="2804455"/>
                <a:ext cx="34200" cy="34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45A518B-79AD-C6B9-799C-FD8544DD324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665811" y="2795815"/>
                  <a:ext cx="51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B95518C-CE86-75DD-9879-4B3279E04681}"/>
                    </a:ext>
                  </a:extLst>
                </p14:cNvPr>
                <p14:cNvContentPartPr/>
                <p14:nvPr/>
              </p14:nvContentPartPr>
              <p14:xfrm>
                <a:off x="8775611" y="2558575"/>
                <a:ext cx="156240" cy="237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B95518C-CE86-75DD-9879-4B3279E0468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66611" y="2549575"/>
                  <a:ext cx="173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F581247-7861-E1BC-0740-5D7F676ACCC7}"/>
                    </a:ext>
                  </a:extLst>
                </p14:cNvPr>
                <p14:cNvContentPartPr/>
                <p14:nvPr/>
              </p14:nvContentPartPr>
              <p14:xfrm>
                <a:off x="8808011" y="2557135"/>
                <a:ext cx="376200" cy="154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F581247-7861-E1BC-0740-5D7F676ACCC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99371" y="2548495"/>
                  <a:ext cx="393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0DC51D4-5DE8-9D64-FC2E-8C07249F155C}"/>
                    </a:ext>
                  </a:extLst>
                </p14:cNvPr>
                <p14:cNvContentPartPr/>
                <p14:nvPr/>
              </p14:nvContentPartPr>
              <p14:xfrm>
                <a:off x="9006371" y="2720575"/>
                <a:ext cx="186120" cy="138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0DC51D4-5DE8-9D64-FC2E-8C07249F155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997731" y="2711935"/>
                  <a:ext cx="2037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3417673-1AE5-C4BE-32F4-4C878C7C636E}"/>
              </a:ext>
            </a:extLst>
          </p:cNvPr>
          <p:cNvGrpSpPr/>
          <p:nvPr/>
        </p:nvGrpSpPr>
        <p:grpSpPr>
          <a:xfrm>
            <a:off x="9484811" y="2328895"/>
            <a:ext cx="570600" cy="321120"/>
            <a:chOff x="9484811" y="2328895"/>
            <a:chExt cx="57060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7534C1B-7242-0EB3-2B02-E7820922AB14}"/>
                    </a:ext>
                  </a:extLst>
                </p14:cNvPr>
                <p14:cNvContentPartPr/>
                <p14:nvPr/>
              </p14:nvContentPartPr>
              <p14:xfrm>
                <a:off x="9612971" y="2328895"/>
                <a:ext cx="21960" cy="240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7534C1B-7242-0EB3-2B02-E7820922AB1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604331" y="2320255"/>
                  <a:ext cx="39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E560D88-BD95-C2A1-525F-D968592C5B3D}"/>
                    </a:ext>
                  </a:extLst>
                </p14:cNvPr>
                <p14:cNvContentPartPr/>
                <p14:nvPr/>
              </p14:nvContentPartPr>
              <p14:xfrm>
                <a:off x="9591011" y="2442295"/>
                <a:ext cx="241560" cy="102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E560D88-BD95-C2A1-525F-D968592C5B3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582011" y="2433295"/>
                  <a:ext cx="259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05A9485-EA22-1C68-3479-3B3F4A1A210F}"/>
                    </a:ext>
                  </a:extLst>
                </p14:cNvPr>
                <p14:cNvContentPartPr/>
                <p14:nvPr/>
              </p14:nvContentPartPr>
              <p14:xfrm>
                <a:off x="9484811" y="2376415"/>
                <a:ext cx="570600" cy="273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05A9485-EA22-1C68-3479-3B3F4A1A21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75811" y="2367775"/>
                  <a:ext cx="588240" cy="29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3F76CDD-5E4B-7014-C444-33D553D61CF8}"/>
                  </a:ext>
                </a:extLst>
              </p14:cNvPr>
              <p14:cNvContentPartPr/>
              <p14:nvPr/>
            </p14:nvContentPartPr>
            <p14:xfrm>
              <a:off x="9496331" y="2776015"/>
              <a:ext cx="492840" cy="3488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3F76CDD-5E4B-7014-C444-33D553D61CF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487331" y="2767015"/>
                <a:ext cx="51048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DCBE515-F80F-0C70-36A4-82176745327A}"/>
                  </a:ext>
                </a:extLst>
              </p14:cNvPr>
              <p14:cNvContentPartPr/>
              <p14:nvPr/>
            </p14:nvContentPartPr>
            <p14:xfrm>
              <a:off x="3341411" y="750295"/>
              <a:ext cx="1351800" cy="21902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DCBE515-F80F-0C70-36A4-82176745327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332411" y="741295"/>
                <a:ext cx="1369440" cy="220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558A724-2BFF-5041-89AB-377FE11B7304}"/>
              </a:ext>
            </a:extLst>
          </p:cNvPr>
          <p:cNvGrpSpPr/>
          <p:nvPr/>
        </p:nvGrpSpPr>
        <p:grpSpPr>
          <a:xfrm>
            <a:off x="471131" y="3583135"/>
            <a:ext cx="608040" cy="785880"/>
            <a:chOff x="471131" y="3583135"/>
            <a:chExt cx="608040" cy="78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4274EAE-5FC5-2221-01B8-00DE346BD867}"/>
                    </a:ext>
                  </a:extLst>
                </p14:cNvPr>
                <p14:cNvContentPartPr/>
                <p14:nvPr/>
              </p14:nvContentPartPr>
              <p14:xfrm>
                <a:off x="471131" y="3583135"/>
                <a:ext cx="241920" cy="785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4274EAE-5FC5-2221-01B8-00DE346BD86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2131" y="3574495"/>
                  <a:ext cx="25956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A69E22C-74FD-229F-8512-C22AE7760609}"/>
                    </a:ext>
                  </a:extLst>
                </p14:cNvPr>
                <p14:cNvContentPartPr/>
                <p14:nvPr/>
              </p14:nvContentPartPr>
              <p14:xfrm>
                <a:off x="854531" y="3787255"/>
                <a:ext cx="142920" cy="21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A69E22C-74FD-229F-8512-C22AE776060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5531" y="3778615"/>
                  <a:ext cx="160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1F665E4-EB53-24CB-36BE-2943C6FC87FB}"/>
                    </a:ext>
                  </a:extLst>
                </p14:cNvPr>
                <p14:cNvContentPartPr/>
                <p14:nvPr/>
              </p14:nvContentPartPr>
              <p14:xfrm>
                <a:off x="854171" y="3857095"/>
                <a:ext cx="225000" cy="37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1F665E4-EB53-24CB-36BE-2943C6FC87F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45531" y="3848095"/>
                  <a:ext cx="2426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E7F4E8A-AC6A-AF5B-01C2-179C9C913C4F}"/>
                  </a:ext>
                </a:extLst>
              </p14:cNvPr>
              <p14:cNvContentPartPr/>
              <p14:nvPr/>
            </p14:nvContentPartPr>
            <p14:xfrm>
              <a:off x="1539611" y="3426175"/>
              <a:ext cx="274680" cy="3506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E7F4E8A-AC6A-AF5B-01C2-179C9C913C4F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530611" y="3417535"/>
                <a:ext cx="29232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82E10BE-3FD4-01FB-6766-6F12FADB4159}"/>
                  </a:ext>
                </a:extLst>
              </p14:cNvPr>
              <p14:cNvContentPartPr/>
              <p14:nvPr/>
            </p14:nvContentPartPr>
            <p14:xfrm>
              <a:off x="1664891" y="3650455"/>
              <a:ext cx="111240" cy="1281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82E10BE-3FD4-01FB-6766-6F12FADB415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655891" y="3641455"/>
                <a:ext cx="1288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0E9C488-832B-DB06-81D4-164204371066}"/>
                  </a:ext>
                </a:extLst>
              </p14:cNvPr>
              <p14:cNvContentPartPr/>
              <p14:nvPr/>
            </p14:nvContentPartPr>
            <p14:xfrm>
              <a:off x="1692971" y="3270655"/>
              <a:ext cx="96840" cy="1000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0E9C488-832B-DB06-81D4-16420437106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684331" y="3261655"/>
                <a:ext cx="1144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7F6F362A-9C16-247F-3771-400E7BF7F2BE}"/>
                  </a:ext>
                </a:extLst>
              </p14:cNvPr>
              <p14:cNvContentPartPr/>
              <p14:nvPr/>
            </p14:nvContentPartPr>
            <p14:xfrm>
              <a:off x="1866851" y="3595375"/>
              <a:ext cx="19800" cy="1882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7F6F362A-9C16-247F-3771-400E7BF7F2B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857851" y="3586735"/>
                <a:ext cx="374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907A82E-30FA-199B-3E14-C769B2F409A2}"/>
                  </a:ext>
                </a:extLst>
              </p14:cNvPr>
              <p14:cNvContentPartPr/>
              <p14:nvPr/>
            </p14:nvContentPartPr>
            <p14:xfrm>
              <a:off x="1946771" y="3693295"/>
              <a:ext cx="112320" cy="1267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907A82E-30FA-199B-3E14-C769B2F409A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937771" y="3684295"/>
                <a:ext cx="129960" cy="1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579E586-A4C9-705C-29AC-EA385E29D289}"/>
              </a:ext>
            </a:extLst>
          </p:cNvPr>
          <p:cNvGrpSpPr/>
          <p:nvPr/>
        </p:nvGrpSpPr>
        <p:grpSpPr>
          <a:xfrm>
            <a:off x="1335851" y="3930895"/>
            <a:ext cx="971280" cy="608760"/>
            <a:chOff x="1335851" y="3930895"/>
            <a:chExt cx="971280" cy="60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88EE47D-F446-0344-B9D2-3230156D2EBE}"/>
                    </a:ext>
                  </a:extLst>
                </p14:cNvPr>
                <p14:cNvContentPartPr/>
                <p14:nvPr/>
              </p14:nvContentPartPr>
              <p14:xfrm>
                <a:off x="1335851" y="3930895"/>
                <a:ext cx="971280" cy="349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88EE47D-F446-0344-B9D2-3230156D2EB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327211" y="3921895"/>
                  <a:ext cx="988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0545A98-D277-3289-5C8D-DCA8AE700A97}"/>
                    </a:ext>
                  </a:extLst>
                </p14:cNvPr>
                <p14:cNvContentPartPr/>
                <p14:nvPr/>
              </p14:nvContentPartPr>
              <p14:xfrm>
                <a:off x="1529891" y="4203775"/>
                <a:ext cx="267480" cy="289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0545A98-D277-3289-5C8D-DCA8AE700A9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521251" y="4194775"/>
                  <a:ext cx="285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93E4236-8804-81F4-7A4A-3EA75B39C523}"/>
                    </a:ext>
                  </a:extLst>
                </p14:cNvPr>
                <p14:cNvContentPartPr/>
                <p14:nvPr/>
              </p14:nvContentPartPr>
              <p14:xfrm>
                <a:off x="1354931" y="4137175"/>
                <a:ext cx="502200" cy="47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93E4236-8804-81F4-7A4A-3EA75B39C52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345931" y="4128175"/>
                  <a:ext cx="519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600E739-625A-8FF8-E68E-F91BC0C1D1DE}"/>
                    </a:ext>
                  </a:extLst>
                </p14:cNvPr>
                <p14:cNvContentPartPr/>
                <p14:nvPr/>
              </p14:nvContentPartPr>
              <p14:xfrm>
                <a:off x="1627091" y="4038535"/>
                <a:ext cx="73080" cy="39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600E739-625A-8FF8-E68E-F91BC0C1D1D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618091" y="4029895"/>
                  <a:ext cx="90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A24BA3F-6C71-C719-D361-22DDAC1A83DC}"/>
                    </a:ext>
                  </a:extLst>
                </p14:cNvPr>
                <p14:cNvContentPartPr/>
                <p14:nvPr/>
              </p14:nvContentPartPr>
              <p14:xfrm>
                <a:off x="1877651" y="4321495"/>
                <a:ext cx="38880" cy="218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A24BA3F-6C71-C719-D361-22DDAC1A83D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69011" y="4312495"/>
                  <a:ext cx="56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DC60790-72E7-602C-E0CB-33C5939FB19E}"/>
                    </a:ext>
                  </a:extLst>
                </p14:cNvPr>
                <p14:cNvContentPartPr/>
                <p14:nvPr/>
              </p14:nvContentPartPr>
              <p14:xfrm>
                <a:off x="1954331" y="4403935"/>
                <a:ext cx="153000" cy="112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DC60790-72E7-602C-E0CB-33C5939FB19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45691" y="4394935"/>
                  <a:ext cx="1706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6902DCF-3818-A448-13A8-988C2864F593}"/>
              </a:ext>
            </a:extLst>
          </p:cNvPr>
          <p:cNvGrpSpPr/>
          <p:nvPr/>
        </p:nvGrpSpPr>
        <p:grpSpPr>
          <a:xfrm>
            <a:off x="2523131" y="3865375"/>
            <a:ext cx="162360" cy="79560"/>
            <a:chOff x="2523131" y="3865375"/>
            <a:chExt cx="162360" cy="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058EF69-E880-4DD2-7D87-72BEB257CDE1}"/>
                    </a:ext>
                  </a:extLst>
                </p14:cNvPr>
                <p14:cNvContentPartPr/>
                <p14:nvPr/>
              </p14:nvContentPartPr>
              <p14:xfrm>
                <a:off x="2523131" y="3865375"/>
                <a:ext cx="142200" cy="12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058EF69-E880-4DD2-7D87-72BEB257CDE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514491" y="3856735"/>
                  <a:ext cx="159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7A402E5-F04A-CB89-EF5A-54ABB3072C29}"/>
                    </a:ext>
                  </a:extLst>
                </p14:cNvPr>
                <p14:cNvContentPartPr/>
                <p14:nvPr/>
              </p14:nvContentPartPr>
              <p14:xfrm>
                <a:off x="2585771" y="3904255"/>
                <a:ext cx="99720" cy="40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7A402E5-F04A-CB89-EF5A-54ABB3072C2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576771" y="3895255"/>
                  <a:ext cx="11736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A3A8B55-D71A-3352-D218-0F521880159F}"/>
              </a:ext>
            </a:extLst>
          </p:cNvPr>
          <p:cNvGrpSpPr/>
          <p:nvPr/>
        </p:nvGrpSpPr>
        <p:grpSpPr>
          <a:xfrm>
            <a:off x="3034691" y="3309895"/>
            <a:ext cx="1591200" cy="648720"/>
            <a:chOff x="3034691" y="3309895"/>
            <a:chExt cx="1591200" cy="64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A1D6454-C3AA-BD99-E271-D1318B8426FC}"/>
                    </a:ext>
                  </a:extLst>
                </p14:cNvPr>
                <p14:cNvContentPartPr/>
                <p14:nvPr/>
              </p14:nvContentPartPr>
              <p14:xfrm>
                <a:off x="3034691" y="3704455"/>
                <a:ext cx="243000" cy="167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A1D6454-C3AA-BD99-E271-D1318B8426F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025691" y="3695815"/>
                  <a:ext cx="260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E6FB927-6F6E-AC69-5DBE-60DFDC3A65F7}"/>
                    </a:ext>
                  </a:extLst>
                </p14:cNvPr>
                <p14:cNvContentPartPr/>
                <p14:nvPr/>
              </p14:nvContentPartPr>
              <p14:xfrm>
                <a:off x="3237011" y="3551815"/>
                <a:ext cx="57240" cy="48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E6FB927-6F6E-AC69-5DBE-60DFDC3A65F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28371" y="3543175"/>
                  <a:ext cx="74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89D13DD-350B-59D6-7DFF-57D67EEF9773}"/>
                    </a:ext>
                  </a:extLst>
                </p14:cNvPr>
                <p14:cNvContentPartPr/>
                <p14:nvPr/>
              </p14:nvContentPartPr>
              <p14:xfrm>
                <a:off x="3446171" y="3460735"/>
                <a:ext cx="110880" cy="432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89D13DD-350B-59D6-7DFF-57D67EEF977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37531" y="3452095"/>
                  <a:ext cx="12852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4FFEF66-9E19-E35A-7290-954A5222F6DE}"/>
                    </a:ext>
                  </a:extLst>
                </p14:cNvPr>
                <p14:cNvContentPartPr/>
                <p14:nvPr/>
              </p14:nvContentPartPr>
              <p14:xfrm>
                <a:off x="3622211" y="3520135"/>
                <a:ext cx="222120" cy="3178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4FFEF66-9E19-E35A-7290-954A5222F6D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13571" y="3511495"/>
                  <a:ext cx="2397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65A7FC1-581E-5C06-854B-0B701D6D0EA0}"/>
                    </a:ext>
                  </a:extLst>
                </p14:cNvPr>
                <p14:cNvContentPartPr/>
                <p14:nvPr/>
              </p14:nvContentPartPr>
              <p14:xfrm>
                <a:off x="3934691" y="3670255"/>
                <a:ext cx="79560" cy="16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65A7FC1-581E-5C06-854B-0B701D6D0EA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25691" y="3661255"/>
                  <a:ext cx="97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14F4A96-D6AA-DC39-1045-E8783749CBA3}"/>
                    </a:ext>
                  </a:extLst>
                </p14:cNvPr>
                <p14:cNvContentPartPr/>
                <p14:nvPr/>
              </p14:nvContentPartPr>
              <p14:xfrm>
                <a:off x="4126571" y="3474775"/>
                <a:ext cx="318960" cy="314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14F4A96-D6AA-DC39-1045-E8783749CBA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117931" y="3465775"/>
                  <a:ext cx="336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12C3ADA-F566-9C7C-22F2-BEF15BD7D610}"/>
                    </a:ext>
                  </a:extLst>
                </p14:cNvPr>
                <p14:cNvContentPartPr/>
                <p14:nvPr/>
              </p14:nvContentPartPr>
              <p14:xfrm>
                <a:off x="4418171" y="3696895"/>
                <a:ext cx="33840" cy="136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12C3ADA-F566-9C7C-22F2-BEF15BD7D61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09531" y="3688255"/>
                  <a:ext cx="51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8F83A7D-0C5F-CD5D-2A4C-7C6B12433130}"/>
                    </a:ext>
                  </a:extLst>
                </p14:cNvPr>
                <p14:cNvContentPartPr/>
                <p14:nvPr/>
              </p14:nvContentPartPr>
              <p14:xfrm>
                <a:off x="4435811" y="3309895"/>
                <a:ext cx="190080" cy="648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8F83A7D-0C5F-CD5D-2A4C-7C6B1243313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27171" y="3301255"/>
                  <a:ext cx="207720" cy="66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38AE971-31CE-F65E-0678-3D0A2BF8FD59}"/>
              </a:ext>
            </a:extLst>
          </p:cNvPr>
          <p:cNvGrpSpPr/>
          <p:nvPr/>
        </p:nvGrpSpPr>
        <p:grpSpPr>
          <a:xfrm>
            <a:off x="2879171" y="4130695"/>
            <a:ext cx="1784160" cy="677880"/>
            <a:chOff x="2879171" y="4130695"/>
            <a:chExt cx="1784160" cy="67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E5CF328-061C-510B-413B-67E8AAEB0E1B}"/>
                    </a:ext>
                  </a:extLst>
                </p14:cNvPr>
                <p14:cNvContentPartPr/>
                <p14:nvPr/>
              </p14:nvContentPartPr>
              <p14:xfrm>
                <a:off x="3147371" y="4130695"/>
                <a:ext cx="1515960" cy="92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E5CF328-061C-510B-413B-67E8AAEB0E1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138371" y="4122055"/>
                  <a:ext cx="1533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F15065E-C5FE-3708-BE99-E6BB9AAC4395}"/>
                    </a:ext>
                  </a:extLst>
                </p14:cNvPr>
                <p14:cNvContentPartPr/>
                <p14:nvPr/>
              </p14:nvContentPartPr>
              <p14:xfrm>
                <a:off x="2879171" y="4594735"/>
                <a:ext cx="187560" cy="17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F15065E-C5FE-3708-BE99-E6BB9AAC439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870531" y="4585735"/>
                  <a:ext cx="205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93547CE-EB59-0BD8-1280-7AEB67CE1D16}"/>
                    </a:ext>
                  </a:extLst>
                </p14:cNvPr>
                <p14:cNvContentPartPr/>
                <p14:nvPr/>
              </p14:nvContentPartPr>
              <p14:xfrm>
                <a:off x="3118931" y="4536415"/>
                <a:ext cx="243000" cy="192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93547CE-EB59-0BD8-1280-7AEB67CE1D1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110291" y="4527415"/>
                  <a:ext cx="2606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90D93D2-550E-383A-8118-95F047F0A0B7}"/>
                    </a:ext>
                  </a:extLst>
                </p14:cNvPr>
                <p14:cNvContentPartPr/>
                <p14:nvPr/>
              </p14:nvContentPartPr>
              <p14:xfrm>
                <a:off x="3301451" y="4455055"/>
                <a:ext cx="71640" cy="561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90D93D2-550E-383A-8118-95F047F0A0B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292451" y="4446055"/>
                  <a:ext cx="89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048CE56-CB61-A67F-79BC-0D69C3CDE327}"/>
                    </a:ext>
                  </a:extLst>
                </p14:cNvPr>
                <p14:cNvContentPartPr/>
                <p14:nvPr/>
              </p14:nvContentPartPr>
              <p14:xfrm>
                <a:off x="3482891" y="4336975"/>
                <a:ext cx="120600" cy="4716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048CE56-CB61-A67F-79BC-0D69C3CDE32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474251" y="4328335"/>
                  <a:ext cx="1382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13A4812-F86A-C5CB-1EBE-19E0398BA1DB}"/>
                    </a:ext>
                  </a:extLst>
                </p14:cNvPr>
                <p14:cNvContentPartPr/>
                <p14:nvPr/>
              </p14:nvContentPartPr>
              <p14:xfrm>
                <a:off x="3650291" y="4428415"/>
                <a:ext cx="167400" cy="299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13A4812-F86A-C5CB-1EBE-19E0398BA1D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641291" y="4419415"/>
                  <a:ext cx="1850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9E296AA-4DA3-79BB-4C70-CA530B1FBDAB}"/>
                    </a:ext>
                  </a:extLst>
                </p14:cNvPr>
                <p14:cNvContentPartPr/>
                <p14:nvPr/>
              </p14:nvContentPartPr>
              <p14:xfrm>
                <a:off x="3878531" y="4698775"/>
                <a:ext cx="147960" cy="92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9E296AA-4DA3-79BB-4C70-CA530B1FBDA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869891" y="4689775"/>
                  <a:ext cx="165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CA372EC-4A6C-DCCA-A366-95E6F9F123FA}"/>
                    </a:ext>
                  </a:extLst>
                </p14:cNvPr>
                <p14:cNvContentPartPr/>
                <p14:nvPr/>
              </p14:nvContentPartPr>
              <p14:xfrm>
                <a:off x="4062851" y="4571335"/>
                <a:ext cx="119520" cy="30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CA372EC-4A6C-DCCA-A366-95E6F9F123F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054211" y="4562335"/>
                  <a:ext cx="137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961CDD4-6CAE-6ADE-BEAD-F7CB141BD108}"/>
                    </a:ext>
                  </a:extLst>
                </p14:cNvPr>
                <p14:cNvContentPartPr/>
                <p14:nvPr/>
              </p14:nvContentPartPr>
              <p14:xfrm>
                <a:off x="4237451" y="4416175"/>
                <a:ext cx="258120" cy="306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961CDD4-6CAE-6ADE-BEAD-F7CB141BD10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228811" y="4407175"/>
                  <a:ext cx="2757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0786B83-62B7-FE4C-9542-210208093F28}"/>
                    </a:ext>
                  </a:extLst>
                </p14:cNvPr>
                <p14:cNvContentPartPr/>
                <p14:nvPr/>
              </p14:nvContentPartPr>
              <p14:xfrm>
                <a:off x="4472891" y="4264255"/>
                <a:ext cx="182880" cy="534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0786B83-62B7-FE4C-9542-210208093F2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464251" y="4255615"/>
                  <a:ext cx="200520" cy="55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71104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28CB09D5-7E59-8E95-681D-624650EB7230}"/>
              </a:ext>
            </a:extLst>
          </p:cNvPr>
          <p:cNvGrpSpPr/>
          <p:nvPr/>
        </p:nvGrpSpPr>
        <p:grpSpPr>
          <a:xfrm>
            <a:off x="525851" y="133615"/>
            <a:ext cx="5138640" cy="3608640"/>
            <a:chOff x="525851" y="133615"/>
            <a:chExt cx="5138640" cy="360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389C28-BF4A-2F72-38D1-747B4239BF05}"/>
                    </a:ext>
                  </a:extLst>
                </p14:cNvPr>
                <p14:cNvContentPartPr/>
                <p14:nvPr/>
              </p14:nvContentPartPr>
              <p14:xfrm>
                <a:off x="1296251" y="324775"/>
                <a:ext cx="214560" cy="207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389C28-BF4A-2F72-38D1-747B4239BF0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7611" y="315775"/>
                  <a:ext cx="232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CFBF91F-758A-0025-2F3D-02E5FFF198BB}"/>
                    </a:ext>
                  </a:extLst>
                </p14:cNvPr>
                <p14:cNvContentPartPr/>
                <p14:nvPr/>
              </p14:nvContentPartPr>
              <p14:xfrm>
                <a:off x="1352051" y="367975"/>
                <a:ext cx="192600" cy="3048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CFBF91F-758A-0025-2F3D-02E5FFF198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3411" y="358975"/>
                  <a:ext cx="210240" cy="30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958D06C-68C4-594B-5F75-43D0341A8C73}"/>
                    </a:ext>
                  </a:extLst>
                </p14:cNvPr>
                <p14:cNvContentPartPr/>
                <p14:nvPr/>
              </p14:nvContentPartPr>
              <p14:xfrm>
                <a:off x="1491731" y="3356695"/>
                <a:ext cx="3995280" cy="60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958D06C-68C4-594B-5F75-43D0341A8C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3091" y="3348055"/>
                  <a:ext cx="4012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9ADBDF-6300-AB53-712D-70609CE43E70}"/>
                    </a:ext>
                  </a:extLst>
                </p14:cNvPr>
                <p14:cNvContentPartPr/>
                <p14:nvPr/>
              </p14:nvContentPartPr>
              <p14:xfrm>
                <a:off x="5345891" y="3328255"/>
                <a:ext cx="145440" cy="152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9ADBDF-6300-AB53-712D-70609CE43E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36891" y="3319255"/>
                  <a:ext cx="1630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1EC355-DFC8-2638-678B-057F94171BA5}"/>
                    </a:ext>
                  </a:extLst>
                </p14:cNvPr>
                <p14:cNvContentPartPr/>
                <p14:nvPr/>
              </p14:nvContentPartPr>
              <p14:xfrm>
                <a:off x="5489171" y="3587815"/>
                <a:ext cx="175320" cy="154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1EC355-DFC8-2638-678B-057F94171B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80171" y="3578815"/>
                  <a:ext cx="192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2341B2-1E55-7306-C773-D0D73719511B}"/>
                    </a:ext>
                  </a:extLst>
                </p14:cNvPr>
                <p14:cNvContentPartPr/>
                <p14:nvPr/>
              </p14:nvContentPartPr>
              <p14:xfrm>
                <a:off x="735011" y="475255"/>
                <a:ext cx="18360" cy="257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2341B2-1E55-7306-C773-D0D7371951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6011" y="466255"/>
                  <a:ext cx="360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858C19C-D98C-317A-7C3C-6509A5AB4CA3}"/>
                    </a:ext>
                  </a:extLst>
                </p14:cNvPr>
                <p14:cNvContentPartPr/>
                <p14:nvPr/>
              </p14:nvContentPartPr>
              <p14:xfrm>
                <a:off x="525851" y="416215"/>
                <a:ext cx="413640" cy="139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858C19C-D98C-317A-7C3C-6509A5AB4C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6851" y="407575"/>
                  <a:ext cx="431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07B2D4-7B6F-A309-AC40-7F282E44012C}"/>
                    </a:ext>
                  </a:extLst>
                </p14:cNvPr>
                <p14:cNvContentPartPr/>
                <p14:nvPr/>
              </p14:nvContentPartPr>
              <p14:xfrm>
                <a:off x="1963331" y="771175"/>
                <a:ext cx="3071880" cy="232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07B2D4-7B6F-A309-AC40-7F282E44012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54331" y="762535"/>
                  <a:ext cx="3089520" cy="23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66B203-FA56-8068-580E-8F25EBFA17E5}"/>
                    </a:ext>
                  </a:extLst>
                </p14:cNvPr>
                <p14:cNvContentPartPr/>
                <p14:nvPr/>
              </p14:nvContentPartPr>
              <p14:xfrm>
                <a:off x="4197851" y="2907415"/>
                <a:ext cx="55080" cy="535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66B203-FA56-8068-580E-8F25EBFA17E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88851" y="2898415"/>
                  <a:ext cx="7272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A9FDE73-CA33-7ED6-F77F-F9E1B45BD291}"/>
                    </a:ext>
                  </a:extLst>
                </p14:cNvPr>
                <p14:cNvContentPartPr/>
                <p14:nvPr/>
              </p14:nvContentPartPr>
              <p14:xfrm>
                <a:off x="4089851" y="133615"/>
                <a:ext cx="15480" cy="250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A9FDE73-CA33-7ED6-F77F-F9E1B45BD2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81211" y="124615"/>
                  <a:ext cx="331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FB0E07B-5320-349B-949A-67A5C4D5A6C2}"/>
                    </a:ext>
                  </a:extLst>
                </p14:cNvPr>
                <p14:cNvContentPartPr/>
                <p14:nvPr/>
              </p14:nvContentPartPr>
              <p14:xfrm>
                <a:off x="4090571" y="565615"/>
                <a:ext cx="42480" cy="880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FB0E07B-5320-349B-949A-67A5C4D5A6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81571" y="556975"/>
                  <a:ext cx="60120" cy="89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5B6209-F040-F2AF-1120-58E2FE2B439C}"/>
                    </a:ext>
                  </a:extLst>
                </p14:cNvPr>
                <p14:cNvContentPartPr/>
                <p14:nvPr/>
              </p14:nvContentPartPr>
              <p14:xfrm>
                <a:off x="4120451" y="2365255"/>
                <a:ext cx="146520" cy="137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5B6209-F040-F2AF-1120-58E2FE2B439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11811" y="2356255"/>
                  <a:ext cx="164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E5A2C8-F316-310C-F015-09E9AB722B38}"/>
                    </a:ext>
                  </a:extLst>
                </p14:cNvPr>
                <p14:cNvContentPartPr/>
                <p14:nvPr/>
              </p14:nvContentPartPr>
              <p14:xfrm>
                <a:off x="4631291" y="2356255"/>
                <a:ext cx="13680" cy="175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E5A2C8-F316-310C-F015-09E9AB722B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22651" y="2347615"/>
                  <a:ext cx="31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B10D8ED-4D6F-3DF9-AAAB-601BF747C518}"/>
                    </a:ext>
                  </a:extLst>
                </p14:cNvPr>
                <p14:cNvContentPartPr/>
                <p14:nvPr/>
              </p14:nvContentPartPr>
              <p14:xfrm>
                <a:off x="4493411" y="2216575"/>
                <a:ext cx="317520" cy="426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B10D8ED-4D6F-3DF9-AAAB-601BF747C5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84411" y="2207935"/>
                  <a:ext cx="3351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F64BB8B-0B73-FDD0-F944-B9853759B2AF}"/>
                    </a:ext>
                  </a:extLst>
                </p14:cNvPr>
                <p14:cNvContentPartPr/>
                <p14:nvPr/>
              </p14:nvContentPartPr>
              <p14:xfrm>
                <a:off x="4144571" y="1770895"/>
                <a:ext cx="64080" cy="843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F64BB8B-0B73-FDD0-F944-B9853759B2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35571" y="1762255"/>
                  <a:ext cx="81720" cy="86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9D21C5-09AD-2070-A460-4ED2A136D309}"/>
                    </a:ext>
                  </a:extLst>
                </p14:cNvPr>
                <p14:cNvContentPartPr/>
                <p14:nvPr/>
              </p14:nvContentPartPr>
              <p14:xfrm>
                <a:off x="4010291" y="805015"/>
                <a:ext cx="160920" cy="1686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9D21C5-09AD-2070-A460-4ED2A136D3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01651" y="796015"/>
                  <a:ext cx="178560" cy="170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181C60-37DD-C663-14D0-F89DE60293B9}"/>
                    </a:ext>
                  </a:extLst>
                </p14:cNvPr>
                <p14:cNvContentPartPr/>
                <p14:nvPr/>
              </p14:nvContentPartPr>
              <p14:xfrm>
                <a:off x="4318811" y="614215"/>
                <a:ext cx="163440" cy="146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181C60-37DD-C663-14D0-F89DE60293B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10171" y="605575"/>
                  <a:ext cx="181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A9C42E-9625-7975-903E-500522EBA62C}"/>
                    </a:ext>
                  </a:extLst>
                </p14:cNvPr>
                <p14:cNvContentPartPr/>
                <p14:nvPr/>
              </p14:nvContentPartPr>
              <p14:xfrm>
                <a:off x="4193171" y="500815"/>
                <a:ext cx="368640" cy="336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A9C42E-9625-7975-903E-500522EBA6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84531" y="491815"/>
                  <a:ext cx="3862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474E41-3DAF-5DEF-9D68-915F4EB26476}"/>
                    </a:ext>
                  </a:extLst>
                </p14:cNvPr>
                <p14:cNvContentPartPr/>
                <p14:nvPr/>
              </p14:nvContentPartPr>
              <p14:xfrm>
                <a:off x="4071131" y="1431415"/>
                <a:ext cx="200160" cy="15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474E41-3DAF-5DEF-9D68-915F4EB264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62131" y="1422415"/>
                  <a:ext cx="217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FB718E-D2FD-8E25-7844-53BEB0AEB5BE}"/>
                    </a:ext>
                  </a:extLst>
                </p14:cNvPr>
                <p14:cNvContentPartPr/>
                <p14:nvPr/>
              </p14:nvContentPartPr>
              <p14:xfrm>
                <a:off x="3509531" y="865135"/>
                <a:ext cx="535680" cy="686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FB718E-D2FD-8E25-7844-53BEB0AEB5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00891" y="856135"/>
                  <a:ext cx="55332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F1F2F9-B13F-9E87-6FBB-A36C963D5B19}"/>
                    </a:ext>
                  </a:extLst>
                </p14:cNvPr>
                <p14:cNvContentPartPr/>
                <p14:nvPr/>
              </p14:nvContentPartPr>
              <p14:xfrm>
                <a:off x="2235491" y="1572175"/>
                <a:ext cx="1302480" cy="49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F1F2F9-B13F-9E87-6FBB-A36C963D5B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26851" y="1563175"/>
                  <a:ext cx="1320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1DE9246-F025-9D98-59CB-AC76C5B00AAD}"/>
                    </a:ext>
                  </a:extLst>
                </p14:cNvPr>
                <p14:cNvContentPartPr/>
                <p14:nvPr/>
              </p14:nvContentPartPr>
              <p14:xfrm>
                <a:off x="2184731" y="1533295"/>
                <a:ext cx="141120" cy="126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1DE9246-F025-9D98-59CB-AC76C5B00A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76091" y="1524655"/>
                  <a:ext cx="1587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C79A7D9-DE19-9ECF-15A4-CF81B65CBBF9}"/>
                    </a:ext>
                  </a:extLst>
                </p14:cNvPr>
                <p14:cNvContentPartPr/>
                <p14:nvPr/>
              </p14:nvContentPartPr>
              <p14:xfrm>
                <a:off x="1875851" y="1238815"/>
                <a:ext cx="182160" cy="192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C79A7D9-DE19-9ECF-15A4-CF81B65CBB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67211" y="1230175"/>
                  <a:ext cx="199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5E17163-C758-431D-D3C6-F2456F374C37}"/>
                    </a:ext>
                  </a:extLst>
                </p14:cNvPr>
                <p14:cNvContentPartPr/>
                <p14:nvPr/>
              </p14:nvContentPartPr>
              <p14:xfrm>
                <a:off x="1739051" y="1129015"/>
                <a:ext cx="413280" cy="480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5E17163-C758-431D-D3C6-F2456F374C3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30411" y="1120015"/>
                  <a:ext cx="43092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B33F7C2-508F-B185-BBBC-01731639407E}"/>
                    </a:ext>
                  </a:extLst>
                </p14:cNvPr>
                <p14:cNvContentPartPr/>
                <p14:nvPr/>
              </p14:nvContentPartPr>
              <p14:xfrm>
                <a:off x="3011291" y="1553815"/>
                <a:ext cx="111240" cy="158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B33F7C2-508F-B185-BBBC-01731639407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02651" y="1544815"/>
                  <a:ext cx="128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976D10-56D1-F697-FB86-E5CE6CFB3749}"/>
                    </a:ext>
                  </a:extLst>
                </p14:cNvPr>
                <p14:cNvContentPartPr/>
                <p14:nvPr/>
              </p14:nvContentPartPr>
              <p14:xfrm>
                <a:off x="3694211" y="1264735"/>
                <a:ext cx="127080" cy="138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976D10-56D1-F697-FB86-E5CE6CFB374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85571" y="1256095"/>
                  <a:ext cx="1447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F7ADC2E-F456-5627-F9D4-B97926EA1901}"/>
                    </a:ext>
                  </a:extLst>
                </p14:cNvPr>
                <p14:cNvContentPartPr/>
                <p14:nvPr/>
              </p14:nvContentPartPr>
              <p14:xfrm>
                <a:off x="2276891" y="1722655"/>
                <a:ext cx="27360" cy="34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F7ADC2E-F456-5627-F9D4-B97926EA19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67891" y="1713655"/>
                  <a:ext cx="45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CA3D17D-3B69-89AC-017F-029CEB3F1B11}"/>
                    </a:ext>
                  </a:extLst>
                </p14:cNvPr>
                <p14:cNvContentPartPr/>
                <p14:nvPr/>
              </p14:nvContentPartPr>
              <p14:xfrm>
                <a:off x="2339171" y="1904095"/>
                <a:ext cx="25560" cy="45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A3D17D-3B69-89AC-017F-029CEB3F1B1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30531" y="1895095"/>
                  <a:ext cx="43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84B6C59-D472-CA7B-C146-6E18811DC034}"/>
                    </a:ext>
                  </a:extLst>
                </p14:cNvPr>
                <p14:cNvContentPartPr/>
                <p14:nvPr/>
              </p14:nvContentPartPr>
              <p14:xfrm>
                <a:off x="2411171" y="2067895"/>
                <a:ext cx="143280" cy="205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84B6C59-D472-CA7B-C146-6E18811DC03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02531" y="2059255"/>
                  <a:ext cx="160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4EB1C47-DAF7-C9A1-ADBF-5FD19B77312C}"/>
                    </a:ext>
                  </a:extLst>
                </p14:cNvPr>
                <p14:cNvContentPartPr/>
                <p14:nvPr/>
              </p14:nvContentPartPr>
              <p14:xfrm>
                <a:off x="2617091" y="2363815"/>
                <a:ext cx="107280" cy="192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4EB1C47-DAF7-C9A1-ADBF-5FD19B77312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08451" y="2355175"/>
                  <a:ext cx="124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EE01E8E-5C7D-63D5-9CBF-02D67DBF0FB2}"/>
                    </a:ext>
                  </a:extLst>
                </p14:cNvPr>
                <p14:cNvContentPartPr/>
                <p14:nvPr/>
              </p14:nvContentPartPr>
              <p14:xfrm>
                <a:off x="2699531" y="2482615"/>
                <a:ext cx="120240" cy="124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EE01E8E-5C7D-63D5-9CBF-02D67DBF0FB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90891" y="2473615"/>
                  <a:ext cx="1378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2CC6F20-5ADB-7292-9E99-A87CC2816362}"/>
                    </a:ext>
                  </a:extLst>
                </p14:cNvPr>
                <p14:cNvContentPartPr/>
                <p14:nvPr/>
              </p14:nvContentPartPr>
              <p14:xfrm>
                <a:off x="2510171" y="2743975"/>
                <a:ext cx="132120" cy="101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2CC6F20-5ADB-7292-9E99-A87CC281636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01171" y="2734975"/>
                  <a:ext cx="1497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690CD0-2F44-A3A7-F5B7-43786A563B1D}"/>
                    </a:ext>
                  </a:extLst>
                </p14:cNvPr>
                <p14:cNvContentPartPr/>
                <p14:nvPr/>
              </p14:nvContentPartPr>
              <p14:xfrm>
                <a:off x="2577131" y="2752615"/>
                <a:ext cx="48240" cy="185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690CD0-2F44-A3A7-F5B7-43786A563B1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68131" y="2743975"/>
                  <a:ext cx="658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8E0781D-9560-59DC-9613-6C223CAAAB85}"/>
                    </a:ext>
                  </a:extLst>
                </p14:cNvPr>
                <p14:cNvContentPartPr/>
                <p14:nvPr/>
              </p14:nvContentPartPr>
              <p14:xfrm>
                <a:off x="2380571" y="2653975"/>
                <a:ext cx="394920" cy="469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8E0781D-9560-59DC-9613-6C223CAAAB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71931" y="2645335"/>
                  <a:ext cx="4125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D7735EB-F245-928E-81A7-29769F6CEC13}"/>
                    </a:ext>
                  </a:extLst>
                </p14:cNvPr>
                <p14:cNvContentPartPr/>
                <p14:nvPr/>
              </p14:nvContentPartPr>
              <p14:xfrm>
                <a:off x="2767931" y="2498455"/>
                <a:ext cx="1530000" cy="61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D7735EB-F245-928E-81A7-29769F6CEC1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58931" y="2489815"/>
                  <a:ext cx="1547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A7E6150-6153-5662-EF93-0587A0C0B54D}"/>
                    </a:ext>
                  </a:extLst>
                </p14:cNvPr>
                <p14:cNvContentPartPr/>
                <p14:nvPr/>
              </p14:nvContentPartPr>
              <p14:xfrm>
                <a:off x="3625091" y="2454535"/>
                <a:ext cx="128520" cy="19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A7E6150-6153-5662-EF93-0587A0C0B5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16451" y="2445535"/>
                  <a:ext cx="146160" cy="21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9697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</Words>
  <Application>Microsoft Office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ME300 Office Hours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ME300 Office Hours</dc:title>
  <dc:creator>O'Connor, Jacqueline Antonia</dc:creator>
  <cp:lastModifiedBy>O'Connor, Jacqueline Antonia</cp:lastModifiedBy>
  <cp:revision>1</cp:revision>
  <dcterms:created xsi:type="dcterms:W3CDTF">2023-08-09T15:36:51Z</dcterms:created>
  <dcterms:modified xsi:type="dcterms:W3CDTF">2023-08-09T17:02:08Z</dcterms:modified>
</cp:coreProperties>
</file>